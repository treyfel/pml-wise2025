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71" r:id="rId2"/>
    <p:sldId id="303" r:id="rId3"/>
    <p:sldId id="337" r:id="rId4"/>
    <p:sldId id="338" r:id="rId5"/>
    <p:sldId id="339" r:id="rId6"/>
    <p:sldId id="443" r:id="rId7"/>
    <p:sldId id="447" r:id="rId8"/>
    <p:sldId id="448" r:id="rId9"/>
    <p:sldId id="449" r:id="rId10"/>
    <p:sldId id="450" r:id="rId11"/>
    <p:sldId id="451" r:id="rId12"/>
    <p:sldId id="453" r:id="rId13"/>
    <p:sldId id="454" r:id="rId14"/>
    <p:sldId id="455" r:id="rId15"/>
    <p:sldId id="456" r:id="rId16"/>
    <p:sldId id="457" r:id="rId17"/>
    <p:sldId id="458" r:id="rId18"/>
    <p:sldId id="459" r:id="rId19"/>
    <p:sldId id="460" r:id="rId20"/>
    <p:sldId id="461" r:id="rId21"/>
    <p:sldId id="462" r:id="rId22"/>
    <p:sldId id="437" r:id="rId23"/>
    <p:sldId id="463" r:id="rId24"/>
    <p:sldId id="464" r:id="rId25"/>
    <p:sldId id="466" r:id="rId26"/>
    <p:sldId id="465" r:id="rId27"/>
    <p:sldId id="467" r:id="rId28"/>
    <p:sldId id="468" r:id="rId29"/>
    <p:sldId id="336" r:id="rId30"/>
    <p:sldId id="304" r:id="rId31"/>
  </p:sldIdLst>
  <p:sldSz cx="9144000" cy="5143500" type="screen16x9"/>
  <p:notesSz cx="7099300" cy="10234613"/>
  <p:custDataLst>
    <p:tags r:id="rId3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  <p15:guide id="9" orient="horz" pos="2995">
          <p15:clr>
            <a:srgbClr val="A4A3A4"/>
          </p15:clr>
        </p15:guide>
        <p15:guide id="10" orient="horz" pos="2843">
          <p15:clr>
            <a:srgbClr val="A4A3A4"/>
          </p15:clr>
        </p15:guide>
        <p15:guide id="11" orient="horz" pos="3147">
          <p15:clr>
            <a:srgbClr val="A4A3A4"/>
          </p15:clr>
        </p15:guide>
        <p15:guide id="12" orient="horz" pos="482">
          <p15:clr>
            <a:srgbClr val="A4A3A4"/>
          </p15:clr>
        </p15:guide>
        <p15:guide id="13" orient="horz" pos="5914">
          <p15:clr>
            <a:srgbClr val="A4A3A4"/>
          </p15:clr>
        </p15:guide>
        <p15:guide id="14" orient="horz" pos="635">
          <p15:clr>
            <a:srgbClr val="A4A3A4"/>
          </p15:clr>
        </p15:guide>
        <p15:guide id="15" pos="569">
          <p15:clr>
            <a:srgbClr val="A4A3A4"/>
          </p15:clr>
        </p15:guide>
        <p15:guide id="16" pos="4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00B050"/>
    <a:srgbClr val="0070C0"/>
    <a:srgbClr val="B1063A"/>
    <a:srgbClr val="FFFF00"/>
    <a:srgbClr val="000000"/>
    <a:srgbClr val="FBFCFC"/>
    <a:srgbClr val="FCFCFC"/>
    <a:srgbClr val="FCFCFD"/>
    <a:srgbClr val="FC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04"/>
    <p:restoredTop sz="89645"/>
  </p:normalViewPr>
  <p:slideViewPr>
    <p:cSldViewPr snapToGrid="0" snapToObjects="1" showGuides="1">
      <p:cViewPr>
        <p:scale>
          <a:sx n="183" d="100"/>
          <a:sy n="183" d="100"/>
        </p:scale>
        <p:origin x="1208" y="584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  <p:guide orient="horz" pos="2995"/>
        <p:guide orient="horz" pos="2843"/>
        <p:guide orient="horz" pos="3147"/>
        <p:guide orient="horz" pos="482"/>
        <p:guide orient="horz" pos="5914"/>
        <p:guide orient="horz" pos="635"/>
        <p:guide pos="569"/>
        <p:guide pos="42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12/8/25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36378" y="865511"/>
            <a:ext cx="6033360" cy="37825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12/8/25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73100" y="990600"/>
            <a:ext cx="6240463" cy="3511550"/>
          </a:xfrm>
          <a:prstGeom prst="rect">
            <a:avLst/>
          </a:prstGeom>
          <a:noFill/>
          <a:ln w="12700">
            <a:noFill/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903847" y="4978644"/>
            <a:ext cx="3592377" cy="4391729"/>
          </a:xfrm>
          <a:prstGeom prst="rect">
            <a:avLst/>
          </a:prstGeom>
        </p:spPr>
        <p:txBody>
          <a:bodyPr vert="horz" lIns="0" tIns="0" rIns="99048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667775" y="55276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667775" y="60765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667775" y="66255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667775" y="71745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667775" y="77234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667775" y="82724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667775" y="8821409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667775" y="9370372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990942"/>
            <a:ext cx="47328" cy="35222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513180"/>
            <a:ext cx="47328" cy="4875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17662-E29F-B0B3-F189-5667C3B8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876B3540-0E18-6789-25F4-BDF857FEFD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C477D873-3986-AA31-7C4C-88D47C1E375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1A70F82-07BE-DBD3-E634-6A1490B081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37972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81263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A4D3-6C20-5CD1-FFF8-217506825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90E23034-2F5C-19DA-BA1B-29A57E032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298B3686-A335-242F-46A1-92AF0967F4F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4F264CF-F036-D6AB-3232-EFD4C94301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32167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7DFF-4972-A86F-BFB2-EE2CA0722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2FADA0D1-B118-E54B-F644-DFA24E8BA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BB8D7798-3ADF-4F4A-5E31-28BAED801BCC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8260FE-A3D4-BCD7-7577-7E12D878D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88179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90328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55886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313886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E3CED-047C-B5D2-0DE0-78BA8FDBA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00725-C5D4-A2CC-A47F-7EDE206E2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342FB-587B-DD84-DBE5-622257AEB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BEB5D-1F1B-B90B-104C-D1B5E8553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003502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5E25-923B-C31B-5FF2-56763A773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4083D3-AA70-2E02-3121-5E02B3E4E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0228F-F989-2EAD-8ACD-436DAF295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88E79-F9C1-2145-99DA-BBDB1E9EF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350880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B6A9-B466-D132-FEBB-295E9F3F6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8AD87-0378-1BD6-A81D-EF2407A90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91652-32D7-113E-5678-3CFE7A41FC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F7443-8E14-8DBC-F84B-43FE47120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098986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8547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/>
              <a:t>Advanced </a:t>
            </a:r>
            <a:r>
              <a:rPr lang="en-US" sz="900" noProof="0" dirty="0"/>
              <a:t>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7" y="4155928"/>
            <a:ext cx="1620001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6 –</a:t>
            </a:r>
            <a:r>
              <a:rPr lang="en-US" sz="800" noProof="0" dirty="0"/>
              <a:t> Approximate Inference: Variational Inference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/30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3" Type="http://schemas.openxmlformats.org/officeDocument/2006/relationships/image" Target="../media/image23.png"/><Relationship Id="rId21" Type="http://schemas.openxmlformats.org/officeDocument/2006/relationships/image" Target="../media/image41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" Type="http://schemas.openxmlformats.org/officeDocument/2006/relationships/image" Target="../media/image22.png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10" Type="http://schemas.openxmlformats.org/officeDocument/2006/relationships/image" Target="../media/image30.png"/><Relationship Id="rId19" Type="http://schemas.openxmlformats.org/officeDocument/2006/relationships/image" Target="../media/image39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22.jpeg"/><Relationship Id="rId9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55.png"/><Relationship Id="rId5" Type="http://schemas.openxmlformats.org/officeDocument/2006/relationships/image" Target="../media/image24.jpeg"/><Relationship Id="rId10" Type="http://schemas.openxmlformats.org/officeDocument/2006/relationships/image" Target="../media/image53.png"/><Relationship Id="rId4" Type="http://schemas.openxmlformats.org/officeDocument/2006/relationships/image" Target="../media/image23.jpeg"/><Relationship Id="rId9" Type="http://schemas.openxmlformats.org/officeDocument/2006/relationships/image" Target="NUL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60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3.png"/><Relationship Id="rId2" Type="http://schemas.openxmlformats.org/officeDocument/2006/relationships/image" Target="../media/image56.png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97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5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0" Type="http://schemas.openxmlformats.org/officeDocument/2006/relationships/image" Target="../media/image93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png"/><Relationship Id="rId11" Type="http://schemas.openxmlformats.org/officeDocument/2006/relationships/image" Target="../media/image105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98.png"/></Relationships>
</file>

<file path=ppt/slides/_rels/slide1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10.png"/><Relationship Id="rId3" Type="http://schemas.openxmlformats.org/officeDocument/2006/relationships/image" Target="../media/image560.png"/><Relationship Id="rId21" Type="http://schemas.openxmlformats.org/officeDocument/2006/relationships/image" Target="../media/image113.png"/><Relationship Id="rId7" Type="http://schemas.openxmlformats.org/officeDocument/2006/relationships/image" Target="../media/image63.png"/><Relationship Id="rId17" Type="http://schemas.openxmlformats.org/officeDocument/2006/relationships/image" Target="../media/image73.png"/><Relationship Id="rId25" Type="http://schemas.openxmlformats.org/officeDocument/2006/relationships/image" Target="../media/image117.png"/><Relationship Id="rId2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24" Type="http://schemas.openxmlformats.org/officeDocument/2006/relationships/image" Target="../media/image116.png"/><Relationship Id="rId5" Type="http://schemas.openxmlformats.org/officeDocument/2006/relationships/image" Target="../media/image62.png"/><Relationship Id="rId23" Type="http://schemas.openxmlformats.org/officeDocument/2006/relationships/image" Target="../media/image115.png"/><Relationship Id="rId19" Type="http://schemas.openxmlformats.org/officeDocument/2006/relationships/image" Target="../media/image111.png"/><Relationship Id="rId4" Type="http://schemas.openxmlformats.org/officeDocument/2006/relationships/image" Target="../media/image60.png"/><Relationship Id="rId22" Type="http://schemas.openxmlformats.org/officeDocument/2006/relationships/image" Target="../media/image1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5" Type="http://schemas.openxmlformats.org/officeDocument/2006/relationships/image" Target="../media/image120.png"/><Relationship Id="rId10" Type="http://schemas.openxmlformats.org/officeDocument/2006/relationships/image" Target="../media/image125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image" Target="../media/image133.png"/><Relationship Id="rId18" Type="http://schemas.openxmlformats.org/officeDocument/2006/relationships/image" Target="../media/image138.png"/><Relationship Id="rId26" Type="http://schemas.openxmlformats.org/officeDocument/2006/relationships/image" Target="../media/image145.png"/><Relationship Id="rId3" Type="http://schemas.openxmlformats.org/officeDocument/2006/relationships/image" Target="../media/image123.png"/><Relationship Id="rId21" Type="http://schemas.openxmlformats.org/officeDocument/2006/relationships/image" Target="../media/image141.png"/><Relationship Id="rId7" Type="http://schemas.openxmlformats.org/officeDocument/2006/relationships/image" Target="../media/image125.png"/><Relationship Id="rId12" Type="http://schemas.openxmlformats.org/officeDocument/2006/relationships/image" Target="../media/image132.png"/><Relationship Id="rId17" Type="http://schemas.openxmlformats.org/officeDocument/2006/relationships/image" Target="../media/image137.png"/><Relationship Id="rId25" Type="http://schemas.openxmlformats.org/officeDocument/2006/relationships/image" Target="../media/image121.png"/><Relationship Id="rId2" Type="http://schemas.openxmlformats.org/officeDocument/2006/relationships/image" Target="../media/image127.png"/><Relationship Id="rId16" Type="http://schemas.openxmlformats.org/officeDocument/2006/relationships/image" Target="../media/image136.png"/><Relationship Id="rId20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11" Type="http://schemas.openxmlformats.org/officeDocument/2006/relationships/image" Target="../media/image131.png"/><Relationship Id="rId24" Type="http://schemas.openxmlformats.org/officeDocument/2006/relationships/image" Target="../media/image144.png"/><Relationship Id="rId5" Type="http://schemas.openxmlformats.org/officeDocument/2006/relationships/image" Target="../media/image122.png"/><Relationship Id="rId15" Type="http://schemas.openxmlformats.org/officeDocument/2006/relationships/image" Target="../media/image135.png"/><Relationship Id="rId23" Type="http://schemas.openxmlformats.org/officeDocument/2006/relationships/image" Target="../media/image143.png"/><Relationship Id="rId10" Type="http://schemas.openxmlformats.org/officeDocument/2006/relationships/image" Target="../media/image130.png"/><Relationship Id="rId19" Type="http://schemas.openxmlformats.org/officeDocument/2006/relationships/image" Target="../media/image139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Relationship Id="rId22" Type="http://schemas.openxmlformats.org/officeDocument/2006/relationships/image" Target="../media/image14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50.png"/><Relationship Id="rId3" Type="http://schemas.openxmlformats.org/officeDocument/2006/relationships/image" Target="../media/image124.png"/><Relationship Id="rId7" Type="http://schemas.openxmlformats.org/officeDocument/2006/relationships/image" Target="../media/image129.png"/><Relationship Id="rId12" Type="http://schemas.openxmlformats.org/officeDocument/2006/relationships/image" Target="../media/image149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11" Type="http://schemas.openxmlformats.org/officeDocument/2006/relationships/image" Target="../media/image148.png"/><Relationship Id="rId5" Type="http://schemas.openxmlformats.org/officeDocument/2006/relationships/image" Target="../media/image125.png"/><Relationship Id="rId10" Type="http://schemas.openxmlformats.org/officeDocument/2006/relationships/image" Target="../media/image147.png"/><Relationship Id="rId4" Type="http://schemas.openxmlformats.org/officeDocument/2006/relationships/image" Target="../media/image128.png"/><Relationship Id="rId9" Type="http://schemas.openxmlformats.org/officeDocument/2006/relationships/image" Target="../media/image146.png"/><Relationship Id="rId14" Type="http://schemas.openxmlformats.org/officeDocument/2006/relationships/image" Target="../media/image15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13" Type="http://schemas.openxmlformats.org/officeDocument/2006/relationships/image" Target="../media/image162.png"/><Relationship Id="rId18" Type="http://schemas.openxmlformats.org/officeDocument/2006/relationships/image" Target="../media/image167.png"/><Relationship Id="rId3" Type="http://schemas.openxmlformats.org/officeDocument/2006/relationships/image" Target="../media/image153.png"/><Relationship Id="rId21" Type="http://schemas.openxmlformats.org/officeDocument/2006/relationships/image" Target="../media/image170.png"/><Relationship Id="rId7" Type="http://schemas.openxmlformats.org/officeDocument/2006/relationships/image" Target="../media/image125.png"/><Relationship Id="rId12" Type="http://schemas.openxmlformats.org/officeDocument/2006/relationships/image" Target="../media/image161.png"/><Relationship Id="rId17" Type="http://schemas.openxmlformats.org/officeDocument/2006/relationships/image" Target="../media/image166.png"/><Relationship Id="rId2" Type="http://schemas.openxmlformats.org/officeDocument/2006/relationships/image" Target="../media/image152.png"/><Relationship Id="rId16" Type="http://schemas.openxmlformats.org/officeDocument/2006/relationships/image" Target="../media/image165.png"/><Relationship Id="rId20" Type="http://schemas.openxmlformats.org/officeDocument/2006/relationships/image" Target="../media/image1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6.png"/><Relationship Id="rId11" Type="http://schemas.openxmlformats.org/officeDocument/2006/relationships/image" Target="../media/image160.png"/><Relationship Id="rId5" Type="http://schemas.openxmlformats.org/officeDocument/2006/relationships/image" Target="../media/image155.png"/><Relationship Id="rId15" Type="http://schemas.openxmlformats.org/officeDocument/2006/relationships/image" Target="../media/image164.png"/><Relationship Id="rId23" Type="http://schemas.openxmlformats.org/officeDocument/2006/relationships/image" Target="../media/image172.png"/><Relationship Id="rId10" Type="http://schemas.openxmlformats.org/officeDocument/2006/relationships/image" Target="../media/image159.png"/><Relationship Id="rId19" Type="http://schemas.openxmlformats.org/officeDocument/2006/relationships/image" Target="../media/image168.png"/><Relationship Id="rId4" Type="http://schemas.openxmlformats.org/officeDocument/2006/relationships/image" Target="../media/image154.png"/><Relationship Id="rId9" Type="http://schemas.openxmlformats.org/officeDocument/2006/relationships/image" Target="../media/image158.png"/><Relationship Id="rId14" Type="http://schemas.openxmlformats.org/officeDocument/2006/relationships/image" Target="../media/image163.png"/><Relationship Id="rId22" Type="http://schemas.openxmlformats.org/officeDocument/2006/relationships/image" Target="../media/image1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0" Type="http://schemas.openxmlformats.org/officeDocument/2006/relationships/image" Target="../media/image181.png"/><Relationship Id="rId4" Type="http://schemas.openxmlformats.org/officeDocument/2006/relationships/image" Target="../media/image175.png"/><Relationship Id="rId9" Type="http://schemas.openxmlformats.org/officeDocument/2006/relationships/image" Target="../media/image1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png"/><Relationship Id="rId13" Type="http://schemas.openxmlformats.org/officeDocument/2006/relationships/image" Target="../media/image194.png"/><Relationship Id="rId18" Type="http://schemas.openxmlformats.org/officeDocument/2006/relationships/image" Target="../media/image199.png"/><Relationship Id="rId26" Type="http://schemas.openxmlformats.org/officeDocument/2006/relationships/image" Target="../media/image207.png"/><Relationship Id="rId3" Type="http://schemas.openxmlformats.org/officeDocument/2006/relationships/image" Target="../media/image184.png"/><Relationship Id="rId21" Type="http://schemas.openxmlformats.org/officeDocument/2006/relationships/image" Target="../media/image202.png"/><Relationship Id="rId7" Type="http://schemas.openxmlformats.org/officeDocument/2006/relationships/image" Target="../media/image188.png"/><Relationship Id="rId12" Type="http://schemas.openxmlformats.org/officeDocument/2006/relationships/image" Target="../media/image193.png"/><Relationship Id="rId17" Type="http://schemas.openxmlformats.org/officeDocument/2006/relationships/image" Target="../media/image198.png"/><Relationship Id="rId25" Type="http://schemas.openxmlformats.org/officeDocument/2006/relationships/image" Target="../media/image206.png"/><Relationship Id="rId2" Type="http://schemas.openxmlformats.org/officeDocument/2006/relationships/image" Target="../media/image183.png"/><Relationship Id="rId16" Type="http://schemas.openxmlformats.org/officeDocument/2006/relationships/image" Target="../media/image197.png"/><Relationship Id="rId20" Type="http://schemas.openxmlformats.org/officeDocument/2006/relationships/image" Target="../media/image201.png"/><Relationship Id="rId29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7.png"/><Relationship Id="rId11" Type="http://schemas.openxmlformats.org/officeDocument/2006/relationships/image" Target="../media/image192.png"/><Relationship Id="rId24" Type="http://schemas.openxmlformats.org/officeDocument/2006/relationships/image" Target="../media/image205.png"/><Relationship Id="rId32" Type="http://schemas.openxmlformats.org/officeDocument/2006/relationships/image" Target="../media/image213.png"/><Relationship Id="rId5" Type="http://schemas.openxmlformats.org/officeDocument/2006/relationships/image" Target="../media/image186.png"/><Relationship Id="rId15" Type="http://schemas.openxmlformats.org/officeDocument/2006/relationships/image" Target="../media/image196.png"/><Relationship Id="rId23" Type="http://schemas.openxmlformats.org/officeDocument/2006/relationships/image" Target="../media/image204.png"/><Relationship Id="rId28" Type="http://schemas.openxmlformats.org/officeDocument/2006/relationships/image" Target="../media/image209.png"/><Relationship Id="rId10" Type="http://schemas.openxmlformats.org/officeDocument/2006/relationships/image" Target="../media/image191.png"/><Relationship Id="rId19" Type="http://schemas.openxmlformats.org/officeDocument/2006/relationships/image" Target="../media/image200.png"/><Relationship Id="rId31" Type="http://schemas.openxmlformats.org/officeDocument/2006/relationships/image" Target="../media/image212.png"/><Relationship Id="rId4" Type="http://schemas.openxmlformats.org/officeDocument/2006/relationships/image" Target="../media/image185.png"/><Relationship Id="rId9" Type="http://schemas.openxmlformats.org/officeDocument/2006/relationships/image" Target="../media/image190.png"/><Relationship Id="rId14" Type="http://schemas.openxmlformats.org/officeDocument/2006/relationships/image" Target="../media/image195.png"/><Relationship Id="rId22" Type="http://schemas.openxmlformats.org/officeDocument/2006/relationships/image" Target="../media/image203.png"/><Relationship Id="rId27" Type="http://schemas.openxmlformats.org/officeDocument/2006/relationships/image" Target="../media/image208.png"/><Relationship Id="rId30" Type="http://schemas.openxmlformats.org/officeDocument/2006/relationships/image" Target="../media/image21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225.png"/><Relationship Id="rId18" Type="http://schemas.openxmlformats.org/officeDocument/2006/relationships/image" Target="../media/image230.png"/><Relationship Id="rId3" Type="http://schemas.openxmlformats.org/officeDocument/2006/relationships/image" Target="../media/image215.png"/><Relationship Id="rId7" Type="http://schemas.openxmlformats.org/officeDocument/2006/relationships/image" Target="../media/image219.png"/><Relationship Id="rId12" Type="http://schemas.openxmlformats.org/officeDocument/2006/relationships/image" Target="../media/image224.png"/><Relationship Id="rId17" Type="http://schemas.openxmlformats.org/officeDocument/2006/relationships/image" Target="../media/image229.png"/><Relationship Id="rId2" Type="http://schemas.openxmlformats.org/officeDocument/2006/relationships/image" Target="../media/image214.png"/><Relationship Id="rId16" Type="http://schemas.openxmlformats.org/officeDocument/2006/relationships/image" Target="../media/image2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8.png"/><Relationship Id="rId11" Type="http://schemas.openxmlformats.org/officeDocument/2006/relationships/image" Target="../media/image223.png"/><Relationship Id="rId5" Type="http://schemas.openxmlformats.org/officeDocument/2006/relationships/image" Target="../media/image217.png"/><Relationship Id="rId15" Type="http://schemas.openxmlformats.org/officeDocument/2006/relationships/image" Target="../media/image227.png"/><Relationship Id="rId10" Type="http://schemas.openxmlformats.org/officeDocument/2006/relationships/image" Target="../media/image222.png"/><Relationship Id="rId4" Type="http://schemas.openxmlformats.org/officeDocument/2006/relationships/image" Target="../media/image216.png"/><Relationship Id="rId9" Type="http://schemas.openxmlformats.org/officeDocument/2006/relationships/image" Target="../media/image221.png"/><Relationship Id="rId14" Type="http://schemas.openxmlformats.org/officeDocument/2006/relationships/image" Target="../media/image2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235.png"/><Relationship Id="rId3" Type="http://schemas.openxmlformats.org/officeDocument/2006/relationships/image" Target="../media/image231.png"/><Relationship Id="rId7" Type="http://schemas.openxmlformats.org/officeDocument/2006/relationships/image" Target="../media/image612.png"/><Relationship Id="rId12" Type="http://schemas.openxmlformats.org/officeDocument/2006/relationships/image" Target="../media/image111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1.png"/><Relationship Id="rId11" Type="http://schemas.openxmlformats.org/officeDocument/2006/relationships/image" Target="../media/image1010.png"/><Relationship Id="rId5" Type="http://schemas.openxmlformats.org/officeDocument/2006/relationships/image" Target="../media/image233.png"/><Relationship Id="rId15" Type="http://schemas.openxmlformats.org/officeDocument/2006/relationships/image" Target="../media/image237.png"/><Relationship Id="rId10" Type="http://schemas.openxmlformats.org/officeDocument/2006/relationships/image" Target="../media/image234.png"/><Relationship Id="rId4" Type="http://schemas.openxmlformats.org/officeDocument/2006/relationships/image" Target="../media/image232.png"/><Relationship Id="rId9" Type="http://schemas.openxmlformats.org/officeDocument/2006/relationships/image" Target="../media/image811.png"/><Relationship Id="rId14" Type="http://schemas.openxmlformats.org/officeDocument/2006/relationships/image" Target="../media/image2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5.png"/><Relationship Id="rId13" Type="http://schemas.openxmlformats.org/officeDocument/2006/relationships/image" Target="../media/image250.png"/><Relationship Id="rId18" Type="http://schemas.openxmlformats.org/officeDocument/2006/relationships/image" Target="../media/image255.png"/><Relationship Id="rId3" Type="http://schemas.openxmlformats.org/officeDocument/2006/relationships/image" Target="../media/image240.png"/><Relationship Id="rId7" Type="http://schemas.openxmlformats.org/officeDocument/2006/relationships/image" Target="../media/image244.png"/><Relationship Id="rId12" Type="http://schemas.openxmlformats.org/officeDocument/2006/relationships/image" Target="../media/image249.png"/><Relationship Id="rId17" Type="http://schemas.openxmlformats.org/officeDocument/2006/relationships/image" Target="../media/image254.png"/><Relationship Id="rId2" Type="http://schemas.openxmlformats.org/officeDocument/2006/relationships/image" Target="../media/image239.png"/><Relationship Id="rId16" Type="http://schemas.openxmlformats.org/officeDocument/2006/relationships/image" Target="../media/image2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3.png"/><Relationship Id="rId11" Type="http://schemas.openxmlformats.org/officeDocument/2006/relationships/image" Target="../media/image248.png"/><Relationship Id="rId5" Type="http://schemas.openxmlformats.org/officeDocument/2006/relationships/image" Target="../media/image242.png"/><Relationship Id="rId15" Type="http://schemas.openxmlformats.org/officeDocument/2006/relationships/image" Target="../media/image252.png"/><Relationship Id="rId10" Type="http://schemas.openxmlformats.org/officeDocument/2006/relationships/image" Target="../media/image247.png"/><Relationship Id="rId4" Type="http://schemas.openxmlformats.org/officeDocument/2006/relationships/image" Target="../media/image241.png"/><Relationship Id="rId9" Type="http://schemas.openxmlformats.org/officeDocument/2006/relationships/image" Target="../media/image246.png"/><Relationship Id="rId14" Type="http://schemas.openxmlformats.org/officeDocument/2006/relationships/image" Target="../media/image2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.png"/><Relationship Id="rId13" Type="http://schemas.openxmlformats.org/officeDocument/2006/relationships/image" Target="../media/image2560.png"/><Relationship Id="rId18" Type="http://schemas.openxmlformats.org/officeDocument/2006/relationships/image" Target="../media/image260.png"/><Relationship Id="rId3" Type="http://schemas.openxmlformats.org/officeDocument/2006/relationships/image" Target="../media/image256.png"/><Relationship Id="rId21" Type="http://schemas.openxmlformats.org/officeDocument/2006/relationships/image" Target="../media/image263.png"/><Relationship Id="rId7" Type="http://schemas.openxmlformats.org/officeDocument/2006/relationships/image" Target="../media/image710.png"/><Relationship Id="rId12" Type="http://schemas.openxmlformats.org/officeDocument/2006/relationships/image" Target="../media/image1110.png"/><Relationship Id="rId17" Type="http://schemas.openxmlformats.org/officeDocument/2006/relationships/image" Target="../media/image259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58.png"/><Relationship Id="rId20" Type="http://schemas.openxmlformats.org/officeDocument/2006/relationships/image" Target="../media/image262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010.png"/><Relationship Id="rId15" Type="http://schemas.openxmlformats.org/officeDocument/2006/relationships/image" Target="../media/image238.png"/><Relationship Id="rId19" Type="http://schemas.openxmlformats.org/officeDocument/2006/relationships/image" Target="../media/image261.png"/><Relationship Id="rId9" Type="http://schemas.openxmlformats.org/officeDocument/2006/relationships/image" Target="../media/image234.png"/><Relationship Id="rId14" Type="http://schemas.openxmlformats.org/officeDocument/2006/relationships/image" Target="../media/image2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13" Type="http://schemas.openxmlformats.org/officeDocument/2006/relationships/image" Target="../media/image274.png"/><Relationship Id="rId18" Type="http://schemas.openxmlformats.org/officeDocument/2006/relationships/image" Target="../media/image279.png"/><Relationship Id="rId26" Type="http://schemas.openxmlformats.org/officeDocument/2006/relationships/image" Target="../media/image287.png"/><Relationship Id="rId3" Type="http://schemas.openxmlformats.org/officeDocument/2006/relationships/image" Target="../media/image264.png"/><Relationship Id="rId21" Type="http://schemas.openxmlformats.org/officeDocument/2006/relationships/image" Target="../media/image282.png"/><Relationship Id="rId7" Type="http://schemas.openxmlformats.org/officeDocument/2006/relationships/image" Target="../media/image268.png"/><Relationship Id="rId12" Type="http://schemas.openxmlformats.org/officeDocument/2006/relationships/image" Target="../media/image273.png"/><Relationship Id="rId17" Type="http://schemas.openxmlformats.org/officeDocument/2006/relationships/image" Target="../media/image278.png"/><Relationship Id="rId25" Type="http://schemas.openxmlformats.org/officeDocument/2006/relationships/image" Target="../media/image286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77.png"/><Relationship Id="rId20" Type="http://schemas.openxmlformats.org/officeDocument/2006/relationships/image" Target="../media/image2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7.png"/><Relationship Id="rId11" Type="http://schemas.openxmlformats.org/officeDocument/2006/relationships/image" Target="../media/image272.png"/><Relationship Id="rId24" Type="http://schemas.openxmlformats.org/officeDocument/2006/relationships/image" Target="../media/image285.png"/><Relationship Id="rId5" Type="http://schemas.openxmlformats.org/officeDocument/2006/relationships/image" Target="../media/image266.png"/><Relationship Id="rId15" Type="http://schemas.openxmlformats.org/officeDocument/2006/relationships/image" Target="../media/image276.png"/><Relationship Id="rId23" Type="http://schemas.openxmlformats.org/officeDocument/2006/relationships/image" Target="../media/image284.png"/><Relationship Id="rId10" Type="http://schemas.openxmlformats.org/officeDocument/2006/relationships/image" Target="../media/image271.png"/><Relationship Id="rId19" Type="http://schemas.openxmlformats.org/officeDocument/2006/relationships/image" Target="../media/image280.png"/><Relationship Id="rId4" Type="http://schemas.openxmlformats.org/officeDocument/2006/relationships/image" Target="../media/image265.png"/><Relationship Id="rId9" Type="http://schemas.openxmlformats.org/officeDocument/2006/relationships/image" Target="../media/image270.png"/><Relationship Id="rId14" Type="http://schemas.openxmlformats.org/officeDocument/2006/relationships/image" Target="../media/image275.png"/><Relationship Id="rId22" Type="http://schemas.openxmlformats.org/officeDocument/2006/relationships/image" Target="../media/image28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4.png"/><Relationship Id="rId13" Type="http://schemas.openxmlformats.org/officeDocument/2006/relationships/image" Target="../media/image299.png"/><Relationship Id="rId18" Type="http://schemas.openxmlformats.org/officeDocument/2006/relationships/image" Target="../media/image304.png"/><Relationship Id="rId3" Type="http://schemas.openxmlformats.org/officeDocument/2006/relationships/image" Target="../media/image289.png"/><Relationship Id="rId21" Type="http://schemas.openxmlformats.org/officeDocument/2006/relationships/image" Target="../media/image307.png"/><Relationship Id="rId7" Type="http://schemas.openxmlformats.org/officeDocument/2006/relationships/image" Target="../media/image293.png"/><Relationship Id="rId12" Type="http://schemas.openxmlformats.org/officeDocument/2006/relationships/image" Target="../media/image298.png"/><Relationship Id="rId17" Type="http://schemas.openxmlformats.org/officeDocument/2006/relationships/image" Target="../media/image30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02.png"/><Relationship Id="rId20" Type="http://schemas.openxmlformats.org/officeDocument/2006/relationships/image" Target="../media/image30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2.png"/><Relationship Id="rId11" Type="http://schemas.openxmlformats.org/officeDocument/2006/relationships/image" Target="../media/image297.png"/><Relationship Id="rId5" Type="http://schemas.openxmlformats.org/officeDocument/2006/relationships/image" Target="../media/image291.png"/><Relationship Id="rId15" Type="http://schemas.openxmlformats.org/officeDocument/2006/relationships/image" Target="../media/image301.png"/><Relationship Id="rId10" Type="http://schemas.openxmlformats.org/officeDocument/2006/relationships/image" Target="../media/image296.png"/><Relationship Id="rId19" Type="http://schemas.openxmlformats.org/officeDocument/2006/relationships/image" Target="../media/image305.png"/><Relationship Id="rId4" Type="http://schemas.openxmlformats.org/officeDocument/2006/relationships/image" Target="../media/image290.png"/><Relationship Id="rId9" Type="http://schemas.openxmlformats.org/officeDocument/2006/relationships/image" Target="../media/image295.png"/><Relationship Id="rId14" Type="http://schemas.openxmlformats.org/officeDocument/2006/relationships/image" Target="../media/image30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84" b="6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Herbrich, Rainer Schlosser</a:t>
            </a:r>
          </a:p>
          <a:p>
            <a:pPr algn="l"/>
            <a:r>
              <a:rPr lang="en-US" dirty="0"/>
              <a:t>Approximate Inference: Variational Inference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C132488-407E-9234-3EB0-8992F29F496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619945"/>
              </a:xfrm>
            </p:spPr>
            <p:txBody>
              <a:bodyPr/>
              <a:lstStyle/>
              <a:p>
                <a:r>
                  <a:rPr lang="en-US" b="1" dirty="0"/>
                  <a:t>Mixture Model</a:t>
                </a:r>
                <a:r>
                  <a:rPr lang="en-US" dirty="0"/>
                  <a:t>: If we have two possible causes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for an observed effect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a (non-observed) binary selector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dirty="0"/>
                  <a:t> then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pPr lvl="1"/>
                <a:r>
                  <a:rPr lang="en-US" sz="1200" b="1" dirty="0"/>
                  <a:t>Example</a:t>
                </a:r>
                <a:r>
                  <a:rPr lang="en-US" sz="1200" dirty="0"/>
                  <a:t>: A match outcome model where the skill of a player is a mixture of the skills of two real people in a household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C132488-407E-9234-3EB0-8992F29F49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619945"/>
              </a:xfrm>
              <a:blipFill>
                <a:blip r:embed="rId2"/>
                <a:stretch>
                  <a:fillRect t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78A032A-3428-EC9D-D85C-9854410F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Mixture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2762C8-604E-8E8D-DCBF-87C2B716AE1F}"/>
                  </a:ext>
                </a:extLst>
              </p:cNvPr>
              <p:cNvSpPr txBox="1"/>
              <p:nvPr/>
            </p:nvSpPr>
            <p:spPr bwMode="gray">
              <a:xfrm>
                <a:off x="1864406" y="1696540"/>
                <a:ext cx="3525368" cy="908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𝕀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2762C8-604E-8E8D-DCBF-87C2B716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64406" y="1696540"/>
                <a:ext cx="3525368" cy="908262"/>
              </a:xfrm>
              <a:prstGeom prst="rect">
                <a:avLst/>
              </a:prstGeom>
              <a:blipFill>
                <a:blip r:embed="rId3"/>
                <a:stretch>
                  <a:fillRect t="-70833" b="-930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8BF19CA-8D50-B858-1281-0C2F3D835C3F}"/>
                  </a:ext>
                </a:extLst>
              </p:cNvPr>
              <p:cNvSpPr/>
              <p:nvPr/>
            </p:nvSpPr>
            <p:spPr bwMode="gray">
              <a:xfrm>
                <a:off x="8640481" y="184890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8BF19CA-8D50-B858-1281-0C2F3D835C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40481" y="1848906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9BD142EF-BCEF-EB30-6D02-C4B3830FA5DF}"/>
              </a:ext>
            </a:extLst>
          </p:cNvPr>
          <p:cNvSpPr/>
          <p:nvPr/>
        </p:nvSpPr>
        <p:spPr bwMode="gray">
          <a:xfrm>
            <a:off x="8021756" y="191190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6E7001F-7F7A-483C-927B-8EE802C0BEA1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 bwMode="gray">
          <a:xfrm>
            <a:off x="8147755" y="1974906"/>
            <a:ext cx="49272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DF009-0681-1E4F-2D17-59A68DE762BF}"/>
                  </a:ext>
                </a:extLst>
              </p:cNvPr>
              <p:cNvSpPr/>
              <p:nvPr/>
            </p:nvSpPr>
            <p:spPr bwMode="gray">
              <a:xfrm>
                <a:off x="7360998" y="152766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DF009-0681-1E4F-2D17-59A68DE762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0998" y="1527663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99C420-C869-84DF-324A-A0CBC82DB8EC}"/>
              </a:ext>
            </a:extLst>
          </p:cNvPr>
          <p:cNvCxnSpPr>
            <a:cxnSpLocks/>
            <a:stCxn id="7" idx="1"/>
            <a:endCxn id="9" idx="5"/>
          </p:cNvCxnSpPr>
          <p:nvPr/>
        </p:nvCxnSpPr>
        <p:spPr bwMode="gray">
          <a:xfrm flipH="1" flipV="1">
            <a:off x="7576093" y="1742758"/>
            <a:ext cx="445663" cy="23214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B6985C8-0E05-F322-9AEE-463ABBF22986}"/>
                  </a:ext>
                </a:extLst>
              </p:cNvPr>
              <p:cNvSpPr/>
              <p:nvPr/>
            </p:nvSpPr>
            <p:spPr bwMode="gray">
              <a:xfrm>
                <a:off x="7357405" y="217014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B6985C8-0E05-F322-9AEE-463ABBF229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405" y="2170149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EA7A57C-E445-C04D-29BB-6E3B380C482D}"/>
              </a:ext>
            </a:extLst>
          </p:cNvPr>
          <p:cNvCxnSpPr>
            <a:cxnSpLocks/>
            <a:stCxn id="7" idx="1"/>
            <a:endCxn id="19" idx="7"/>
          </p:cNvCxnSpPr>
          <p:nvPr/>
        </p:nvCxnSpPr>
        <p:spPr bwMode="gray">
          <a:xfrm flipH="1">
            <a:off x="7572500" y="1974906"/>
            <a:ext cx="449256" cy="2321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65AEDF2-7FBA-C1F9-64C4-3230CDC994AF}"/>
                  </a:ext>
                </a:extLst>
              </p:cNvPr>
              <p:cNvSpPr/>
              <p:nvPr/>
            </p:nvSpPr>
            <p:spPr bwMode="gray">
              <a:xfrm>
                <a:off x="7958755" y="127927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65AEDF2-7FBA-C1F9-64C4-3230CDC99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58755" y="1279275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48A528-E9C4-8C9B-0876-53A6DD2C6757}"/>
              </a:ext>
            </a:extLst>
          </p:cNvPr>
          <p:cNvCxnSpPr>
            <a:cxnSpLocks/>
            <a:stCxn id="7" idx="0"/>
            <a:endCxn id="22" idx="4"/>
          </p:cNvCxnSpPr>
          <p:nvPr/>
        </p:nvCxnSpPr>
        <p:spPr bwMode="gray">
          <a:xfrm flipH="1" flipV="1">
            <a:off x="8084755" y="1531274"/>
            <a:ext cx="1" cy="38063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9538F9-D9FB-D32B-6C60-A6011FF2F432}"/>
                  </a:ext>
                </a:extLst>
              </p:cNvPr>
              <p:cNvSpPr txBox="1"/>
              <p:nvPr/>
            </p:nvSpPr>
            <p:spPr bwMode="gray">
              <a:xfrm rot="1776553">
                <a:off x="7954389" y="2133988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9538F9-D9FB-D32B-6C60-A6011FF2F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776553">
                <a:off x="7954389" y="2133988"/>
                <a:ext cx="746069" cy="2308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2B38F7-AE73-26D1-57B4-924B0175DCA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628250" y="1693854"/>
            <a:ext cx="357356" cy="19809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77859D4-44FE-D265-4FCA-3A714D43A896}"/>
                  </a:ext>
                </a:extLst>
              </p:cNvPr>
              <p:cNvSpPr txBox="1"/>
              <p:nvPr/>
            </p:nvSpPr>
            <p:spPr bwMode="gray">
              <a:xfrm rot="1793816">
                <a:off x="7662040" y="1615399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77859D4-44FE-D265-4FCA-3A714D43A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793816">
                <a:off x="7662040" y="1615399"/>
                <a:ext cx="465387" cy="20581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0490CBA-56B1-9011-92EB-3368533BBF18}"/>
              </a:ext>
            </a:extLst>
          </p:cNvPr>
          <p:cNvCxnSpPr>
            <a:cxnSpLocks/>
          </p:cNvCxnSpPr>
          <p:nvPr/>
        </p:nvCxnSpPr>
        <p:spPr bwMode="gray">
          <a:xfrm flipH="1">
            <a:off x="7625558" y="2072698"/>
            <a:ext cx="360048" cy="18575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3722AE-542E-6D26-62BB-58AD87633C89}"/>
                  </a:ext>
                </a:extLst>
              </p:cNvPr>
              <p:cNvSpPr txBox="1"/>
              <p:nvPr/>
            </p:nvSpPr>
            <p:spPr bwMode="gray">
              <a:xfrm rot="19903937">
                <a:off x="7609157" y="2146497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3722AE-542E-6D26-62BB-58AD87633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903937">
                <a:off x="7609157" y="2146497"/>
                <a:ext cx="465387" cy="2058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9163234-EA82-A51F-AEE5-A629BAE9383B}"/>
              </a:ext>
            </a:extLst>
          </p:cNvPr>
          <p:cNvCxnSpPr>
            <a:cxnSpLocks/>
          </p:cNvCxnSpPr>
          <p:nvPr/>
        </p:nvCxnSpPr>
        <p:spPr bwMode="gray">
          <a:xfrm flipH="1">
            <a:off x="8183905" y="1923504"/>
            <a:ext cx="420543" cy="363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2E568E-8A18-29D0-8072-AE86278832BC}"/>
                  </a:ext>
                </a:extLst>
              </p:cNvPr>
              <p:cNvSpPr txBox="1"/>
              <p:nvPr/>
            </p:nvSpPr>
            <p:spPr bwMode="gray">
              <a:xfrm>
                <a:off x="8190577" y="1757607"/>
                <a:ext cx="465387" cy="1690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2E568E-8A18-29D0-8072-AE8627883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90577" y="1757607"/>
                <a:ext cx="465387" cy="169068"/>
              </a:xfrm>
              <a:prstGeom prst="rect">
                <a:avLst/>
              </a:prstGeom>
              <a:blipFill>
                <a:blip r:embed="rId11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C45E1BA-0608-B4CE-5F6F-E8372840DEDB}"/>
              </a:ext>
            </a:extLst>
          </p:cNvPr>
          <p:cNvCxnSpPr>
            <a:cxnSpLocks/>
          </p:cNvCxnSpPr>
          <p:nvPr/>
        </p:nvCxnSpPr>
        <p:spPr bwMode="gray">
          <a:xfrm flipV="1">
            <a:off x="8136886" y="1546072"/>
            <a:ext cx="2130" cy="324588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E18F146-CC40-8CE7-0D56-0FA6338C1E81}"/>
                  </a:ext>
                </a:extLst>
              </p:cNvPr>
              <p:cNvSpPr txBox="1"/>
              <p:nvPr/>
            </p:nvSpPr>
            <p:spPr bwMode="gray">
              <a:xfrm>
                <a:off x="8103546" y="15230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E18F146-CC40-8CE7-0D56-0FA6338C1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03546" y="1523093"/>
                <a:ext cx="465387" cy="20581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6B58A40-4E71-DB6C-2EEB-32C79E475B5D}"/>
                  </a:ext>
                </a:extLst>
              </p:cNvPr>
              <p:cNvSpPr txBox="1"/>
              <p:nvPr/>
            </p:nvSpPr>
            <p:spPr bwMode="gray">
              <a:xfrm>
                <a:off x="1619672" y="2787774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6B58A40-4E71-DB6C-2EEB-32C79E475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2787774"/>
                <a:ext cx="1224136" cy="21431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7256670-5313-1859-06C5-1B31581CB34A}"/>
                  </a:ext>
                </a:extLst>
              </p:cNvPr>
              <p:cNvSpPr txBox="1"/>
              <p:nvPr/>
            </p:nvSpPr>
            <p:spPr bwMode="gray">
              <a:xfrm>
                <a:off x="1619672" y="2974446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7256670-5313-1859-06C5-1B31581CB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2974446"/>
                <a:ext cx="1224136" cy="21431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30A7C0A-8BCD-E5FF-51E2-FA0CC6C40EAF}"/>
                  </a:ext>
                </a:extLst>
              </p:cNvPr>
              <p:cNvSpPr txBox="1"/>
              <p:nvPr/>
            </p:nvSpPr>
            <p:spPr bwMode="gray">
              <a:xfrm>
                <a:off x="1619672" y="3161118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30A7C0A-8BCD-E5FF-51E2-FA0CC6C40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3161118"/>
                <a:ext cx="1224136" cy="21431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21AB9F26-7564-7B13-8CA2-ABD1B1F7575F}"/>
                  </a:ext>
                </a:extLst>
              </p:cNvPr>
              <p:cNvSpPr txBox="1"/>
              <p:nvPr/>
            </p:nvSpPr>
            <p:spPr bwMode="gray">
              <a:xfrm>
                <a:off x="4927646" y="2787774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21AB9F26-7564-7B13-8CA2-ABD1B1F75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7646" y="2787774"/>
                <a:ext cx="1224136" cy="21431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8" name="TextBox 917">
                <a:extLst>
                  <a:ext uri="{FF2B5EF4-FFF2-40B4-BE49-F238E27FC236}">
                    <a16:creationId xmlns:a16="http://schemas.microsoft.com/office/drawing/2014/main" id="{C4B0C456-EAD8-49E3-7465-33D1474DD71D}"/>
                  </a:ext>
                </a:extLst>
              </p:cNvPr>
              <p:cNvSpPr txBox="1"/>
              <p:nvPr/>
            </p:nvSpPr>
            <p:spPr bwMode="gray">
              <a:xfrm>
                <a:off x="4927646" y="2974446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8" name="TextBox 917">
                <a:extLst>
                  <a:ext uri="{FF2B5EF4-FFF2-40B4-BE49-F238E27FC236}">
                    <a16:creationId xmlns:a16="http://schemas.microsoft.com/office/drawing/2014/main" id="{C4B0C456-EAD8-49E3-7465-33D1474DD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7646" y="2974446"/>
                <a:ext cx="1224136" cy="21431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D1C324CF-DB91-43D7-6321-49C2BF312D41}"/>
                  </a:ext>
                </a:extLst>
              </p:cNvPr>
              <p:cNvSpPr txBox="1"/>
              <p:nvPr/>
            </p:nvSpPr>
            <p:spPr bwMode="gray">
              <a:xfrm>
                <a:off x="5004048" y="3161118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;0.75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D1C324CF-DB91-43D7-6321-49C2BF312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4048" y="3161118"/>
                <a:ext cx="1224136" cy="21431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137479-49E2-8A1A-CBAC-EC3F10ABBADB}"/>
                  </a:ext>
                </a:extLst>
              </p:cNvPr>
              <p:cNvSpPr txBox="1"/>
              <p:nvPr/>
            </p:nvSpPr>
            <p:spPr bwMode="gray">
              <a:xfrm>
                <a:off x="5104893" y="1891529"/>
                <a:ext cx="112329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137479-49E2-8A1A-CBAC-EC3F10ABB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04893" y="1891529"/>
                <a:ext cx="1123291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1026F4E0-3C68-8A40-A329-AE1F66200AB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95735" y="2645485"/>
            <a:ext cx="2285117" cy="174771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160" name="Group 1159">
            <a:extLst>
              <a:ext uri="{FF2B5EF4-FFF2-40B4-BE49-F238E27FC236}">
                <a16:creationId xmlns:a16="http://schemas.microsoft.com/office/drawing/2014/main" id="{862FBDBA-7113-49ED-796A-86410D40F48C}"/>
              </a:ext>
            </a:extLst>
          </p:cNvPr>
          <p:cNvGrpSpPr/>
          <p:nvPr/>
        </p:nvGrpSpPr>
        <p:grpSpPr>
          <a:xfrm>
            <a:off x="1108910" y="3409980"/>
            <a:ext cx="2382594" cy="1590967"/>
            <a:chOff x="1108910" y="3409980"/>
            <a:chExt cx="2382594" cy="1590967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04EA9DD-5957-DA37-0054-A389909E44BB}"/>
                </a:ext>
              </a:extLst>
            </p:cNvPr>
            <p:cNvSpPr/>
            <p:nvPr/>
          </p:nvSpPr>
          <p:spPr>
            <a:xfrm>
              <a:off x="1691739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3380C8F0-4FD9-8FB1-A607-337C674D7320}"/>
                </a:ext>
              </a:extLst>
            </p:cNvPr>
            <p:cNvSpPr/>
            <p:nvPr/>
          </p:nvSpPr>
          <p:spPr>
            <a:xfrm>
              <a:off x="243445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AD381ACE-36A0-0F65-920B-196F7A9996D5}"/>
                </a:ext>
              </a:extLst>
            </p:cNvPr>
            <p:cNvSpPr/>
            <p:nvPr/>
          </p:nvSpPr>
          <p:spPr>
            <a:xfrm>
              <a:off x="3177161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0CF2A3B7-F155-715F-BE7D-2D78AA1AE3CD}"/>
                </a:ext>
              </a:extLst>
            </p:cNvPr>
            <p:cNvSpPr/>
            <p:nvPr/>
          </p:nvSpPr>
          <p:spPr>
            <a:xfrm>
              <a:off x="1377402" y="4749269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557C018F-7C8D-FD8D-38A6-9295AAF1ACA6}"/>
                </a:ext>
              </a:extLst>
            </p:cNvPr>
            <p:cNvSpPr/>
            <p:nvPr/>
          </p:nvSpPr>
          <p:spPr>
            <a:xfrm>
              <a:off x="1377402" y="4413074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0DDC3DE3-15F9-CAE1-8B79-86CEF956C766}"/>
                </a:ext>
              </a:extLst>
            </p:cNvPr>
            <p:cNvSpPr/>
            <p:nvPr/>
          </p:nvSpPr>
          <p:spPr>
            <a:xfrm>
              <a:off x="1377402" y="4076884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5CFB398-52E4-1B48-2059-82B94164426B}"/>
                </a:ext>
              </a:extLst>
            </p:cNvPr>
            <p:cNvSpPr/>
            <p:nvPr/>
          </p:nvSpPr>
          <p:spPr>
            <a:xfrm>
              <a:off x="1377402" y="3740693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8EDDB05-D2FD-43B7-A3AE-2EF217965068}"/>
                </a:ext>
              </a:extLst>
            </p:cNvPr>
            <p:cNvSpPr/>
            <p:nvPr/>
          </p:nvSpPr>
          <p:spPr>
            <a:xfrm>
              <a:off x="1377402" y="4749269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B88249A8-5523-DCA5-4A96-90B9F11B6893}"/>
                </a:ext>
              </a:extLst>
            </p:cNvPr>
            <p:cNvSpPr/>
            <p:nvPr/>
          </p:nvSpPr>
          <p:spPr>
            <a:xfrm>
              <a:off x="1620629" y="4830567"/>
              <a:ext cx="69115" cy="9160"/>
            </a:xfrm>
            <a:custGeom>
              <a:avLst/>
              <a:gdLst>
                <a:gd name="csX0" fmla="*/ 0 w 69115"/>
                <a:gd name="csY0" fmla="*/ 0 h 9160"/>
                <a:gd name="csX1" fmla="*/ 69116 w 69115"/>
                <a:gd name="csY1" fmla="*/ 0 h 9160"/>
                <a:gd name="csX2" fmla="*/ 69116 w 69115"/>
                <a:gd name="csY2" fmla="*/ 9161 h 9160"/>
                <a:gd name="csX3" fmla="*/ 0 w 69115"/>
                <a:gd name="csY3" fmla="*/ 9161 h 9160"/>
                <a:gd name="csX4" fmla="*/ 0 w 69115"/>
                <a:gd name="csY4" fmla="*/ 0 h 9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115" h="9160">
                  <a:moveTo>
                    <a:pt x="0" y="0"/>
                  </a:moveTo>
                  <a:lnTo>
                    <a:pt x="69116" y="0"/>
                  </a:lnTo>
                  <a:lnTo>
                    <a:pt x="69116" y="9161"/>
                  </a:lnTo>
                  <a:lnTo>
                    <a:pt x="0" y="9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838E534-38D4-226E-13B2-777AFC69FB47}"/>
                </a:ext>
              </a:extLst>
            </p:cNvPr>
            <p:cNvSpPr/>
            <p:nvPr/>
          </p:nvSpPr>
          <p:spPr>
            <a:xfrm>
              <a:off x="1709853" y="4787807"/>
              <a:ext cx="52994" cy="83513"/>
            </a:xfrm>
            <a:custGeom>
              <a:avLst/>
              <a:gdLst>
                <a:gd name="csX0" fmla="*/ 36391 w 52994"/>
                <a:gd name="csY0" fmla="*/ 38548 h 83513"/>
                <a:gd name="csX1" fmla="*/ 48575 w 52994"/>
                <a:gd name="csY1" fmla="*/ 45504 h 83513"/>
                <a:gd name="csX2" fmla="*/ 52995 w 52994"/>
                <a:gd name="csY2" fmla="*/ 58557 h 83513"/>
                <a:gd name="csX3" fmla="*/ 44801 w 52994"/>
                <a:gd name="csY3" fmla="*/ 76992 h 83513"/>
                <a:gd name="csX4" fmla="*/ 21511 w 52994"/>
                <a:gd name="csY4" fmla="*/ 83513 h 83513"/>
                <a:gd name="csX5" fmla="*/ 11052 w 52994"/>
                <a:gd name="csY5" fmla="*/ 82488 h 83513"/>
                <a:gd name="csX6" fmla="*/ 0 w 52994"/>
                <a:gd name="csY6" fmla="*/ 79528 h 83513"/>
                <a:gd name="csX7" fmla="*/ 0 w 52994"/>
                <a:gd name="csY7" fmla="*/ 69011 h 83513"/>
                <a:gd name="csX8" fmla="*/ 9920 w 52994"/>
                <a:gd name="csY8" fmla="*/ 72996 h 83513"/>
                <a:gd name="csX9" fmla="*/ 21187 w 52994"/>
                <a:gd name="csY9" fmla="*/ 74352 h 83513"/>
                <a:gd name="csX10" fmla="*/ 36767 w 52994"/>
                <a:gd name="csY10" fmla="*/ 70305 h 83513"/>
                <a:gd name="csX11" fmla="*/ 42159 w 52994"/>
                <a:gd name="csY11" fmla="*/ 58557 h 83513"/>
                <a:gd name="csX12" fmla="*/ 37145 w 52994"/>
                <a:gd name="csY12" fmla="*/ 47450 h 83513"/>
                <a:gd name="csX13" fmla="*/ 23290 w 52994"/>
                <a:gd name="csY13" fmla="*/ 43402 h 83513"/>
                <a:gd name="csX14" fmla="*/ 13909 w 52994"/>
                <a:gd name="csY14" fmla="*/ 43402 h 83513"/>
                <a:gd name="csX15" fmla="*/ 13909 w 52994"/>
                <a:gd name="csY15" fmla="*/ 34449 h 83513"/>
                <a:gd name="csX16" fmla="*/ 23721 w 52994"/>
                <a:gd name="csY16" fmla="*/ 34449 h 83513"/>
                <a:gd name="csX17" fmla="*/ 36013 w 52994"/>
                <a:gd name="csY17" fmla="*/ 31271 h 83513"/>
                <a:gd name="csX18" fmla="*/ 40272 w 52994"/>
                <a:gd name="csY18" fmla="*/ 21996 h 83513"/>
                <a:gd name="csX19" fmla="*/ 35851 w 52994"/>
                <a:gd name="csY19" fmla="*/ 12515 h 83513"/>
                <a:gd name="csX20" fmla="*/ 23290 w 52994"/>
                <a:gd name="csY20" fmla="*/ 9171 h 83513"/>
                <a:gd name="csX21" fmla="*/ 13694 w 52994"/>
                <a:gd name="csY21" fmla="*/ 10144 h 83513"/>
                <a:gd name="csX22" fmla="*/ 2425 w 52994"/>
                <a:gd name="csY22" fmla="*/ 13156 h 83513"/>
                <a:gd name="csX23" fmla="*/ 2425 w 52994"/>
                <a:gd name="csY23" fmla="*/ 3457 h 83513"/>
                <a:gd name="csX24" fmla="*/ 14017 w 52994"/>
                <a:gd name="csY24" fmla="*/ 870 h 83513"/>
                <a:gd name="csX25" fmla="*/ 24260 w 52994"/>
                <a:gd name="csY25" fmla="*/ 0 h 83513"/>
                <a:gd name="csX26" fmla="*/ 43884 w 52994"/>
                <a:gd name="csY26" fmla="*/ 5662 h 83513"/>
                <a:gd name="csX27" fmla="*/ 51108 w 52994"/>
                <a:gd name="csY27" fmla="*/ 20868 h 83513"/>
                <a:gd name="csX28" fmla="*/ 47281 w 52994"/>
                <a:gd name="csY28" fmla="*/ 32192 h 83513"/>
                <a:gd name="csX29" fmla="*/ 36391 w 52994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4" h="83513">
                  <a:moveTo>
                    <a:pt x="36391" y="38548"/>
                  </a:moveTo>
                  <a:cubicBezTo>
                    <a:pt x="41602" y="39666"/>
                    <a:pt x="45663" y="41984"/>
                    <a:pt x="48575" y="45504"/>
                  </a:cubicBezTo>
                  <a:cubicBezTo>
                    <a:pt x="51521" y="49030"/>
                    <a:pt x="52995" y="53381"/>
                    <a:pt x="52995" y="58557"/>
                  </a:cubicBezTo>
                  <a:cubicBezTo>
                    <a:pt x="52995" y="66499"/>
                    <a:pt x="50263" y="72644"/>
                    <a:pt x="44801" y="76992"/>
                  </a:cubicBezTo>
                  <a:cubicBezTo>
                    <a:pt x="39337" y="81339"/>
                    <a:pt x="31574" y="83513"/>
                    <a:pt x="21511" y="83513"/>
                  </a:cubicBezTo>
                  <a:cubicBezTo>
                    <a:pt x="18132" y="83513"/>
                    <a:pt x="14646" y="83172"/>
                    <a:pt x="11052" y="82488"/>
                  </a:cubicBezTo>
                  <a:cubicBezTo>
                    <a:pt x="7494" y="81840"/>
                    <a:pt x="3810" y="80853"/>
                    <a:pt x="0" y="79528"/>
                  </a:cubicBezTo>
                  <a:lnTo>
                    <a:pt x="0" y="69011"/>
                  </a:lnTo>
                  <a:cubicBezTo>
                    <a:pt x="3019" y="70771"/>
                    <a:pt x="6326" y="72099"/>
                    <a:pt x="9920" y="72996"/>
                  </a:cubicBezTo>
                  <a:cubicBezTo>
                    <a:pt x="13513" y="73900"/>
                    <a:pt x="17269" y="74352"/>
                    <a:pt x="21187" y="74352"/>
                  </a:cubicBezTo>
                  <a:cubicBezTo>
                    <a:pt x="28016" y="74352"/>
                    <a:pt x="33209" y="73003"/>
                    <a:pt x="36767" y="70305"/>
                  </a:cubicBezTo>
                  <a:cubicBezTo>
                    <a:pt x="40362" y="67607"/>
                    <a:pt x="42159" y="63691"/>
                    <a:pt x="42159" y="58557"/>
                  </a:cubicBezTo>
                  <a:cubicBezTo>
                    <a:pt x="42159" y="53809"/>
                    <a:pt x="40488" y="50107"/>
                    <a:pt x="37145" y="47450"/>
                  </a:cubicBezTo>
                  <a:cubicBezTo>
                    <a:pt x="33838" y="44752"/>
                    <a:pt x="29220" y="43402"/>
                    <a:pt x="23290" y="43402"/>
                  </a:cubicBezTo>
                  <a:lnTo>
                    <a:pt x="13909" y="43402"/>
                  </a:lnTo>
                  <a:lnTo>
                    <a:pt x="13909" y="34449"/>
                  </a:lnTo>
                  <a:lnTo>
                    <a:pt x="23721" y="34449"/>
                  </a:lnTo>
                  <a:cubicBezTo>
                    <a:pt x="29076" y="34449"/>
                    <a:pt x="33174" y="33389"/>
                    <a:pt x="36013" y="31271"/>
                  </a:cubicBezTo>
                  <a:cubicBezTo>
                    <a:pt x="38852" y="29118"/>
                    <a:pt x="40272" y="26026"/>
                    <a:pt x="40272" y="21996"/>
                  </a:cubicBezTo>
                  <a:cubicBezTo>
                    <a:pt x="40272" y="17863"/>
                    <a:pt x="38798" y="14702"/>
                    <a:pt x="35851" y="12515"/>
                  </a:cubicBezTo>
                  <a:cubicBezTo>
                    <a:pt x="32940" y="10286"/>
                    <a:pt x="28753" y="9171"/>
                    <a:pt x="23290" y="9171"/>
                  </a:cubicBezTo>
                  <a:cubicBezTo>
                    <a:pt x="20307" y="9171"/>
                    <a:pt x="17108" y="9495"/>
                    <a:pt x="13694" y="10144"/>
                  </a:cubicBezTo>
                  <a:cubicBezTo>
                    <a:pt x="10279" y="10786"/>
                    <a:pt x="6523" y="11790"/>
                    <a:pt x="2425" y="13156"/>
                  </a:cubicBezTo>
                  <a:lnTo>
                    <a:pt x="2425" y="3457"/>
                  </a:lnTo>
                  <a:cubicBezTo>
                    <a:pt x="6559" y="2305"/>
                    <a:pt x="10423" y="1442"/>
                    <a:pt x="14017" y="870"/>
                  </a:cubicBezTo>
                  <a:cubicBezTo>
                    <a:pt x="17647" y="290"/>
                    <a:pt x="21061" y="0"/>
                    <a:pt x="24260" y="0"/>
                  </a:cubicBezTo>
                  <a:cubicBezTo>
                    <a:pt x="32526" y="0"/>
                    <a:pt x="39068" y="1887"/>
                    <a:pt x="43884" y="5662"/>
                  </a:cubicBezTo>
                  <a:cubicBezTo>
                    <a:pt x="48700" y="9402"/>
                    <a:pt x="51108" y="14471"/>
                    <a:pt x="51108" y="20868"/>
                  </a:cubicBezTo>
                  <a:cubicBezTo>
                    <a:pt x="51108" y="25326"/>
                    <a:pt x="49832" y="29101"/>
                    <a:pt x="47281" y="32192"/>
                  </a:cubicBezTo>
                  <a:cubicBezTo>
                    <a:pt x="44729" y="35242"/>
                    <a:pt x="41099" y="37361"/>
                    <a:pt x="36391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1192B018-4245-A3EF-277A-7135DCD701D6}"/>
                </a:ext>
              </a:extLst>
            </p:cNvPr>
            <p:cNvSpPr/>
            <p:nvPr/>
          </p:nvSpPr>
          <p:spPr>
            <a:xfrm>
              <a:off x="2035277" y="4787807"/>
              <a:ext cx="55636" cy="83513"/>
            </a:xfrm>
            <a:custGeom>
              <a:avLst/>
              <a:gdLst>
                <a:gd name="csX0" fmla="*/ 27818 w 55636"/>
                <a:gd name="csY0" fmla="*/ 8633 h 83513"/>
                <a:gd name="csX1" fmla="*/ 15149 w 55636"/>
                <a:gd name="csY1" fmla="*/ 16934 h 83513"/>
                <a:gd name="csX2" fmla="*/ 10943 w 55636"/>
                <a:gd name="csY2" fmla="*/ 41788 h 83513"/>
                <a:gd name="csX3" fmla="*/ 15149 w 55636"/>
                <a:gd name="csY3" fmla="*/ 66641 h 83513"/>
                <a:gd name="csX4" fmla="*/ 27818 w 55636"/>
                <a:gd name="csY4" fmla="*/ 74891 h 83513"/>
                <a:gd name="csX5" fmla="*/ 40488 w 55636"/>
                <a:gd name="csY5" fmla="*/ 66641 h 83513"/>
                <a:gd name="csX6" fmla="*/ 44747 w 55636"/>
                <a:gd name="csY6" fmla="*/ 41788 h 83513"/>
                <a:gd name="csX7" fmla="*/ 40488 w 55636"/>
                <a:gd name="csY7" fmla="*/ 16934 h 83513"/>
                <a:gd name="csX8" fmla="*/ 27818 w 55636"/>
                <a:gd name="csY8" fmla="*/ 8633 h 83513"/>
                <a:gd name="csX9" fmla="*/ 27818 w 55636"/>
                <a:gd name="csY9" fmla="*/ 0 h 83513"/>
                <a:gd name="csX10" fmla="*/ 48466 w 55636"/>
                <a:gd name="csY10" fmla="*/ 10734 h 83513"/>
                <a:gd name="csX11" fmla="*/ 55636 w 55636"/>
                <a:gd name="csY11" fmla="*/ 41788 h 83513"/>
                <a:gd name="csX12" fmla="*/ 48466 w 55636"/>
                <a:gd name="csY12" fmla="*/ 72841 h 83513"/>
                <a:gd name="csX13" fmla="*/ 27818 w 55636"/>
                <a:gd name="csY13" fmla="*/ 83513 h 83513"/>
                <a:gd name="csX14" fmla="*/ 7116 w 55636"/>
                <a:gd name="csY14" fmla="*/ 72841 h 83513"/>
                <a:gd name="csX15" fmla="*/ 0 w 55636"/>
                <a:gd name="csY15" fmla="*/ 41788 h 83513"/>
                <a:gd name="csX16" fmla="*/ 7116 w 55636"/>
                <a:gd name="csY16" fmla="*/ 10734 h 83513"/>
                <a:gd name="csX17" fmla="*/ 27818 w 55636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13">
                  <a:moveTo>
                    <a:pt x="27818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5" y="22434"/>
                    <a:pt x="10943" y="30719"/>
                    <a:pt x="10943" y="41788"/>
                  </a:cubicBezTo>
                  <a:cubicBezTo>
                    <a:pt x="10943" y="52822"/>
                    <a:pt x="12345" y="61106"/>
                    <a:pt x="15149" y="66641"/>
                  </a:cubicBezTo>
                  <a:cubicBezTo>
                    <a:pt x="17989" y="72141"/>
                    <a:pt x="22212" y="74891"/>
                    <a:pt x="27818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8" y="8633"/>
                  </a:cubicBezTo>
                  <a:moveTo>
                    <a:pt x="27818" y="0"/>
                  </a:moveTo>
                  <a:cubicBezTo>
                    <a:pt x="36839" y="0"/>
                    <a:pt x="43722" y="3578"/>
                    <a:pt x="48466" y="10734"/>
                  </a:cubicBezTo>
                  <a:cubicBezTo>
                    <a:pt x="53246" y="17849"/>
                    <a:pt x="55636" y="28200"/>
                    <a:pt x="55636" y="41788"/>
                  </a:cubicBezTo>
                  <a:cubicBezTo>
                    <a:pt x="55636" y="55334"/>
                    <a:pt x="53246" y="65685"/>
                    <a:pt x="48466" y="72841"/>
                  </a:cubicBezTo>
                  <a:cubicBezTo>
                    <a:pt x="43722" y="79956"/>
                    <a:pt x="36839" y="83513"/>
                    <a:pt x="27818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03B3792-7213-02DD-19F0-142D1A440ABF}"/>
                </a:ext>
              </a:extLst>
            </p:cNvPr>
            <p:cNvSpPr/>
            <p:nvPr/>
          </p:nvSpPr>
          <p:spPr>
            <a:xfrm>
              <a:off x="2407957" y="4787807"/>
              <a:ext cx="52987" cy="83513"/>
            </a:xfrm>
            <a:custGeom>
              <a:avLst/>
              <a:gdLst>
                <a:gd name="csX0" fmla="*/ 36384 w 52987"/>
                <a:gd name="csY0" fmla="*/ 38548 h 83513"/>
                <a:gd name="csX1" fmla="*/ 48568 w 52987"/>
                <a:gd name="csY1" fmla="*/ 45504 h 83513"/>
                <a:gd name="csX2" fmla="*/ 52988 w 52987"/>
                <a:gd name="csY2" fmla="*/ 58557 h 83513"/>
                <a:gd name="csX3" fmla="*/ 44800 w 52987"/>
                <a:gd name="csY3" fmla="*/ 76992 h 83513"/>
                <a:gd name="csX4" fmla="*/ 21510 w 52987"/>
                <a:gd name="csY4" fmla="*/ 83513 h 83513"/>
                <a:gd name="csX5" fmla="*/ 11045 w 52987"/>
                <a:gd name="csY5" fmla="*/ 82488 h 83513"/>
                <a:gd name="csX6" fmla="*/ 0 w 52987"/>
                <a:gd name="csY6" fmla="*/ 79528 h 83513"/>
                <a:gd name="csX7" fmla="*/ 0 w 52987"/>
                <a:gd name="csY7" fmla="*/ 69011 h 83513"/>
                <a:gd name="csX8" fmla="*/ 9916 w 52987"/>
                <a:gd name="csY8" fmla="*/ 72996 h 83513"/>
                <a:gd name="csX9" fmla="*/ 21189 w 52987"/>
                <a:gd name="csY9" fmla="*/ 74352 h 83513"/>
                <a:gd name="csX10" fmla="*/ 36767 w 52987"/>
                <a:gd name="csY10" fmla="*/ 70305 h 83513"/>
                <a:gd name="csX11" fmla="*/ 42160 w 52987"/>
                <a:gd name="csY11" fmla="*/ 58557 h 83513"/>
                <a:gd name="csX12" fmla="*/ 37140 w 52987"/>
                <a:gd name="csY12" fmla="*/ 47450 h 83513"/>
                <a:gd name="csX13" fmla="*/ 23290 w 52987"/>
                <a:gd name="csY13" fmla="*/ 43402 h 83513"/>
                <a:gd name="csX14" fmla="*/ 13902 w 52987"/>
                <a:gd name="csY14" fmla="*/ 43402 h 83513"/>
                <a:gd name="csX15" fmla="*/ 13902 w 52987"/>
                <a:gd name="csY15" fmla="*/ 34449 h 83513"/>
                <a:gd name="csX16" fmla="*/ 23715 w 52987"/>
                <a:gd name="csY16" fmla="*/ 34449 h 83513"/>
                <a:gd name="csX17" fmla="*/ 36012 w 52987"/>
                <a:gd name="csY17" fmla="*/ 31271 h 83513"/>
                <a:gd name="csX18" fmla="*/ 40266 w 52987"/>
                <a:gd name="csY18" fmla="*/ 21996 h 83513"/>
                <a:gd name="csX19" fmla="*/ 35846 w 52987"/>
                <a:gd name="csY19" fmla="*/ 12515 h 83513"/>
                <a:gd name="csX20" fmla="*/ 23290 w 52987"/>
                <a:gd name="csY20" fmla="*/ 9171 h 83513"/>
                <a:gd name="csX21" fmla="*/ 13695 w 52987"/>
                <a:gd name="csY21" fmla="*/ 10144 h 83513"/>
                <a:gd name="csX22" fmla="*/ 2422 w 52987"/>
                <a:gd name="csY22" fmla="*/ 13156 h 83513"/>
                <a:gd name="csX23" fmla="*/ 2422 w 52987"/>
                <a:gd name="csY23" fmla="*/ 3457 h 83513"/>
                <a:gd name="csX24" fmla="*/ 14015 w 52987"/>
                <a:gd name="csY24" fmla="*/ 870 h 83513"/>
                <a:gd name="csX25" fmla="*/ 24253 w 52987"/>
                <a:gd name="csY25" fmla="*/ 0 h 83513"/>
                <a:gd name="csX26" fmla="*/ 43879 w 52987"/>
                <a:gd name="csY26" fmla="*/ 5662 h 83513"/>
                <a:gd name="csX27" fmla="*/ 51104 w 52987"/>
                <a:gd name="csY27" fmla="*/ 20868 h 83513"/>
                <a:gd name="csX28" fmla="*/ 47274 w 52987"/>
                <a:gd name="csY28" fmla="*/ 32192 h 83513"/>
                <a:gd name="csX29" fmla="*/ 36384 w 52987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87" h="83513">
                  <a:moveTo>
                    <a:pt x="36384" y="38548"/>
                  </a:moveTo>
                  <a:cubicBezTo>
                    <a:pt x="41601" y="39666"/>
                    <a:pt x="45662" y="41984"/>
                    <a:pt x="48568" y="45504"/>
                  </a:cubicBezTo>
                  <a:cubicBezTo>
                    <a:pt x="51514" y="49030"/>
                    <a:pt x="52988" y="53381"/>
                    <a:pt x="52988" y="58557"/>
                  </a:cubicBezTo>
                  <a:cubicBezTo>
                    <a:pt x="52988" y="66499"/>
                    <a:pt x="50258" y="72644"/>
                    <a:pt x="44800" y="76992"/>
                  </a:cubicBezTo>
                  <a:cubicBezTo>
                    <a:pt x="39334" y="81339"/>
                    <a:pt x="31571" y="83513"/>
                    <a:pt x="21510" y="83513"/>
                  </a:cubicBezTo>
                  <a:cubicBezTo>
                    <a:pt x="18128" y="83513"/>
                    <a:pt x="14640" y="83172"/>
                    <a:pt x="11045" y="82488"/>
                  </a:cubicBezTo>
                  <a:cubicBezTo>
                    <a:pt x="7491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6" y="70771"/>
                    <a:pt x="6321" y="72099"/>
                    <a:pt x="9916" y="72996"/>
                  </a:cubicBezTo>
                  <a:cubicBezTo>
                    <a:pt x="13512" y="73900"/>
                    <a:pt x="17269" y="74352"/>
                    <a:pt x="21189" y="74352"/>
                  </a:cubicBezTo>
                  <a:cubicBezTo>
                    <a:pt x="28014" y="74352"/>
                    <a:pt x="33207" y="73003"/>
                    <a:pt x="36767" y="70305"/>
                  </a:cubicBezTo>
                  <a:cubicBezTo>
                    <a:pt x="40363" y="67607"/>
                    <a:pt x="42160" y="63691"/>
                    <a:pt x="42160" y="58557"/>
                  </a:cubicBezTo>
                  <a:cubicBezTo>
                    <a:pt x="42160" y="53809"/>
                    <a:pt x="40487" y="50107"/>
                    <a:pt x="37140" y="47450"/>
                  </a:cubicBezTo>
                  <a:cubicBezTo>
                    <a:pt x="33834" y="44752"/>
                    <a:pt x="29218" y="43402"/>
                    <a:pt x="23290" y="43402"/>
                  </a:cubicBezTo>
                  <a:lnTo>
                    <a:pt x="13902" y="43402"/>
                  </a:lnTo>
                  <a:lnTo>
                    <a:pt x="13902" y="34449"/>
                  </a:lnTo>
                  <a:lnTo>
                    <a:pt x="23715" y="34449"/>
                  </a:lnTo>
                  <a:cubicBezTo>
                    <a:pt x="29070" y="34449"/>
                    <a:pt x="33169" y="33389"/>
                    <a:pt x="36012" y="31271"/>
                  </a:cubicBezTo>
                  <a:cubicBezTo>
                    <a:pt x="38848" y="29118"/>
                    <a:pt x="40266" y="26026"/>
                    <a:pt x="40266" y="21996"/>
                  </a:cubicBezTo>
                  <a:cubicBezTo>
                    <a:pt x="40266" y="17863"/>
                    <a:pt x="38793" y="14702"/>
                    <a:pt x="35846" y="12515"/>
                  </a:cubicBezTo>
                  <a:cubicBezTo>
                    <a:pt x="32934" y="10286"/>
                    <a:pt x="28749" y="9171"/>
                    <a:pt x="23290" y="9171"/>
                  </a:cubicBezTo>
                  <a:cubicBezTo>
                    <a:pt x="20302" y="9171"/>
                    <a:pt x="17104" y="9495"/>
                    <a:pt x="13695" y="10144"/>
                  </a:cubicBezTo>
                  <a:cubicBezTo>
                    <a:pt x="10279" y="10786"/>
                    <a:pt x="6521" y="11790"/>
                    <a:pt x="2422" y="13156"/>
                  </a:cubicBezTo>
                  <a:lnTo>
                    <a:pt x="2422" y="3457"/>
                  </a:lnTo>
                  <a:cubicBezTo>
                    <a:pt x="6556" y="2305"/>
                    <a:pt x="10420" y="1442"/>
                    <a:pt x="14015" y="870"/>
                  </a:cubicBezTo>
                  <a:cubicBezTo>
                    <a:pt x="17645" y="290"/>
                    <a:pt x="21058" y="0"/>
                    <a:pt x="24253" y="0"/>
                  </a:cubicBezTo>
                  <a:cubicBezTo>
                    <a:pt x="32520" y="0"/>
                    <a:pt x="39062" y="1887"/>
                    <a:pt x="43879" y="5662"/>
                  </a:cubicBezTo>
                  <a:cubicBezTo>
                    <a:pt x="48695" y="9402"/>
                    <a:pt x="51104" y="14471"/>
                    <a:pt x="51104" y="20868"/>
                  </a:cubicBezTo>
                  <a:cubicBezTo>
                    <a:pt x="51104" y="25326"/>
                    <a:pt x="49827" y="29101"/>
                    <a:pt x="47274" y="32192"/>
                  </a:cubicBezTo>
                  <a:cubicBezTo>
                    <a:pt x="44727" y="35242"/>
                    <a:pt x="41098" y="37361"/>
                    <a:pt x="36384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64A7310-1126-B2C5-ADA1-E0E1CF2745EC}"/>
                </a:ext>
              </a:extLst>
            </p:cNvPr>
            <p:cNvSpPr/>
            <p:nvPr/>
          </p:nvSpPr>
          <p:spPr>
            <a:xfrm>
              <a:off x="2778021" y="4787807"/>
              <a:ext cx="55575" cy="83513"/>
            </a:xfrm>
            <a:custGeom>
              <a:avLst/>
              <a:gdLst>
                <a:gd name="csX0" fmla="*/ 28735 w 55575"/>
                <a:gd name="csY0" fmla="*/ 37368 h 83513"/>
                <a:gd name="csX1" fmla="*/ 17090 w 55575"/>
                <a:gd name="csY1" fmla="*/ 42378 h 83513"/>
                <a:gd name="csX2" fmla="*/ 12825 w 55575"/>
                <a:gd name="csY2" fmla="*/ 56124 h 83513"/>
                <a:gd name="csX3" fmla="*/ 17090 w 55575"/>
                <a:gd name="csY3" fmla="*/ 69870 h 83513"/>
                <a:gd name="csX4" fmla="*/ 28735 w 55575"/>
                <a:gd name="csY4" fmla="*/ 74891 h 83513"/>
                <a:gd name="csX5" fmla="*/ 40318 w 55575"/>
                <a:gd name="csY5" fmla="*/ 69870 h 83513"/>
                <a:gd name="csX6" fmla="*/ 44634 w 55575"/>
                <a:gd name="csY6" fmla="*/ 56124 h 83513"/>
                <a:gd name="csX7" fmla="*/ 40318 w 55575"/>
                <a:gd name="csY7" fmla="*/ 42378 h 83513"/>
                <a:gd name="csX8" fmla="*/ 28735 w 55575"/>
                <a:gd name="csY8" fmla="*/ 37368 h 83513"/>
                <a:gd name="csX9" fmla="*/ 50348 w 55575"/>
                <a:gd name="csY9" fmla="*/ 3240 h 83513"/>
                <a:gd name="csX10" fmla="*/ 50348 w 55575"/>
                <a:gd name="csY10" fmla="*/ 13156 h 83513"/>
                <a:gd name="csX11" fmla="*/ 42046 w 55575"/>
                <a:gd name="csY11" fmla="*/ 10196 h 83513"/>
                <a:gd name="csX12" fmla="*/ 33797 w 55575"/>
                <a:gd name="csY12" fmla="*/ 9171 h 83513"/>
                <a:gd name="csX13" fmla="*/ 17297 w 55575"/>
                <a:gd name="csY13" fmla="*/ 16448 h 83513"/>
                <a:gd name="csX14" fmla="*/ 10827 w 55575"/>
                <a:gd name="csY14" fmla="*/ 38444 h 83513"/>
                <a:gd name="csX15" fmla="*/ 18808 w 55575"/>
                <a:gd name="csY15" fmla="*/ 31271 h 83513"/>
                <a:gd name="csX16" fmla="*/ 29377 w 55575"/>
                <a:gd name="csY16" fmla="*/ 28735 h 83513"/>
                <a:gd name="csX17" fmla="*/ 48516 w 55575"/>
                <a:gd name="csY17" fmla="*/ 36126 h 83513"/>
                <a:gd name="csX18" fmla="*/ 55575 w 55575"/>
                <a:gd name="csY18" fmla="*/ 56124 h 83513"/>
                <a:gd name="csX19" fmla="*/ 48247 w 55575"/>
                <a:gd name="csY19" fmla="*/ 76019 h 83513"/>
                <a:gd name="csX20" fmla="*/ 28735 w 55575"/>
                <a:gd name="csY20" fmla="*/ 83513 h 83513"/>
                <a:gd name="csX21" fmla="*/ 7380 w 55575"/>
                <a:gd name="csY21" fmla="*/ 72841 h 83513"/>
                <a:gd name="csX22" fmla="*/ 0 w 55575"/>
                <a:gd name="csY22" fmla="*/ 41788 h 83513"/>
                <a:gd name="csX23" fmla="*/ 9057 w 55575"/>
                <a:gd name="csY23" fmla="*/ 11376 h 83513"/>
                <a:gd name="csX24" fmla="*/ 33372 w 55575"/>
                <a:gd name="csY24" fmla="*/ 0 h 83513"/>
                <a:gd name="csX25" fmla="*/ 41612 w 55575"/>
                <a:gd name="csY25" fmla="*/ 807 h 83513"/>
                <a:gd name="csX26" fmla="*/ 50348 w 55575"/>
                <a:gd name="csY26" fmla="*/ 324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75" h="83513">
                  <a:moveTo>
                    <a:pt x="28735" y="37368"/>
                  </a:moveTo>
                  <a:cubicBezTo>
                    <a:pt x="23842" y="37368"/>
                    <a:pt x="19960" y="39038"/>
                    <a:pt x="17090" y="42378"/>
                  </a:cubicBezTo>
                  <a:cubicBezTo>
                    <a:pt x="14247" y="45718"/>
                    <a:pt x="12825" y="50300"/>
                    <a:pt x="12825" y="56124"/>
                  </a:cubicBezTo>
                  <a:cubicBezTo>
                    <a:pt x="12825" y="61914"/>
                    <a:pt x="14247" y="66496"/>
                    <a:pt x="17090" y="69870"/>
                  </a:cubicBezTo>
                  <a:cubicBezTo>
                    <a:pt x="19960" y="73217"/>
                    <a:pt x="23842" y="74891"/>
                    <a:pt x="28735" y="74891"/>
                  </a:cubicBezTo>
                  <a:cubicBezTo>
                    <a:pt x="33621" y="74891"/>
                    <a:pt x="37481" y="73217"/>
                    <a:pt x="40318" y="69870"/>
                  </a:cubicBezTo>
                  <a:cubicBezTo>
                    <a:pt x="43195" y="66496"/>
                    <a:pt x="44634" y="61914"/>
                    <a:pt x="44634" y="56124"/>
                  </a:cubicBezTo>
                  <a:cubicBezTo>
                    <a:pt x="44634" y="50300"/>
                    <a:pt x="43195" y="45718"/>
                    <a:pt x="40318" y="42378"/>
                  </a:cubicBezTo>
                  <a:cubicBezTo>
                    <a:pt x="37482" y="39038"/>
                    <a:pt x="33621" y="37368"/>
                    <a:pt x="28735" y="37368"/>
                  </a:cubicBezTo>
                  <a:moveTo>
                    <a:pt x="50348" y="3240"/>
                  </a:moveTo>
                  <a:lnTo>
                    <a:pt x="50348" y="13156"/>
                  </a:lnTo>
                  <a:cubicBezTo>
                    <a:pt x="47615" y="11866"/>
                    <a:pt x="44848" y="10879"/>
                    <a:pt x="42046" y="10196"/>
                  </a:cubicBezTo>
                  <a:cubicBezTo>
                    <a:pt x="39279" y="9513"/>
                    <a:pt x="36529" y="9171"/>
                    <a:pt x="33797" y="9171"/>
                  </a:cubicBezTo>
                  <a:cubicBezTo>
                    <a:pt x="26613" y="9171"/>
                    <a:pt x="21113" y="11597"/>
                    <a:pt x="17297" y="16448"/>
                  </a:cubicBezTo>
                  <a:cubicBezTo>
                    <a:pt x="13529" y="21299"/>
                    <a:pt x="11372" y="28631"/>
                    <a:pt x="10827" y="38444"/>
                  </a:cubicBezTo>
                  <a:cubicBezTo>
                    <a:pt x="12953" y="35318"/>
                    <a:pt x="15613" y="32927"/>
                    <a:pt x="18808" y="31271"/>
                  </a:cubicBezTo>
                  <a:cubicBezTo>
                    <a:pt x="22010" y="29580"/>
                    <a:pt x="25533" y="28735"/>
                    <a:pt x="29377" y="28735"/>
                  </a:cubicBezTo>
                  <a:cubicBezTo>
                    <a:pt x="37464" y="28735"/>
                    <a:pt x="43844" y="31198"/>
                    <a:pt x="48516" y="36126"/>
                  </a:cubicBezTo>
                  <a:cubicBezTo>
                    <a:pt x="53222" y="41011"/>
                    <a:pt x="55575" y="47677"/>
                    <a:pt x="55575" y="56124"/>
                  </a:cubicBezTo>
                  <a:cubicBezTo>
                    <a:pt x="55575" y="64391"/>
                    <a:pt x="53133" y="71023"/>
                    <a:pt x="48247" y="76019"/>
                  </a:cubicBezTo>
                  <a:cubicBezTo>
                    <a:pt x="43361" y="81015"/>
                    <a:pt x="36857" y="83513"/>
                    <a:pt x="28735" y="83513"/>
                  </a:cubicBezTo>
                  <a:cubicBezTo>
                    <a:pt x="19426" y="83513"/>
                    <a:pt x="12308" y="79956"/>
                    <a:pt x="7380" y="72841"/>
                  </a:cubicBezTo>
                  <a:cubicBezTo>
                    <a:pt x="2460" y="65685"/>
                    <a:pt x="0" y="55334"/>
                    <a:pt x="0" y="41788"/>
                  </a:cubicBezTo>
                  <a:cubicBezTo>
                    <a:pt x="0" y="29063"/>
                    <a:pt x="3019" y="18925"/>
                    <a:pt x="9057" y="11376"/>
                  </a:cubicBezTo>
                  <a:cubicBezTo>
                    <a:pt x="15095" y="3792"/>
                    <a:pt x="23200" y="0"/>
                    <a:pt x="33372" y="0"/>
                  </a:cubicBezTo>
                  <a:cubicBezTo>
                    <a:pt x="36098" y="0"/>
                    <a:pt x="38844" y="269"/>
                    <a:pt x="41612" y="807"/>
                  </a:cubicBezTo>
                  <a:cubicBezTo>
                    <a:pt x="44420" y="1353"/>
                    <a:pt x="47332" y="2163"/>
                    <a:pt x="50348" y="324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C5C0A9F6-8333-B886-DF85-743E2EEC0736}"/>
                </a:ext>
              </a:extLst>
            </p:cNvPr>
            <p:cNvSpPr/>
            <p:nvPr/>
          </p:nvSpPr>
          <p:spPr>
            <a:xfrm>
              <a:off x="3149399" y="4787807"/>
              <a:ext cx="55533" cy="83513"/>
            </a:xfrm>
            <a:custGeom>
              <a:avLst/>
              <a:gdLst>
                <a:gd name="csX0" fmla="*/ 5176 w 55533"/>
                <a:gd name="csY0" fmla="*/ 80284 h 83513"/>
                <a:gd name="csX1" fmla="*/ 5176 w 55533"/>
                <a:gd name="csY1" fmla="*/ 70357 h 83513"/>
                <a:gd name="csX2" fmla="*/ 13477 w 55533"/>
                <a:gd name="csY2" fmla="*/ 73328 h 83513"/>
                <a:gd name="csX3" fmla="*/ 21727 w 55533"/>
                <a:gd name="csY3" fmla="*/ 74352 h 83513"/>
                <a:gd name="csX4" fmla="*/ 38175 w 55533"/>
                <a:gd name="csY4" fmla="*/ 67127 h 83513"/>
                <a:gd name="csX5" fmla="*/ 44696 w 55533"/>
                <a:gd name="csY5" fmla="*/ 45079 h 83513"/>
                <a:gd name="csX6" fmla="*/ 36767 w 55533"/>
                <a:gd name="csY6" fmla="*/ 52191 h 83513"/>
                <a:gd name="csX7" fmla="*/ 26147 w 55533"/>
                <a:gd name="csY7" fmla="*/ 54675 h 83513"/>
                <a:gd name="csX8" fmla="*/ 7008 w 55533"/>
                <a:gd name="csY8" fmla="*/ 47388 h 83513"/>
                <a:gd name="csX9" fmla="*/ 0 w 55533"/>
                <a:gd name="csY9" fmla="*/ 27389 h 83513"/>
                <a:gd name="csX10" fmla="*/ 7329 w 55533"/>
                <a:gd name="csY10" fmla="*/ 7494 h 83513"/>
                <a:gd name="csX11" fmla="*/ 26851 w 55533"/>
                <a:gd name="csY11" fmla="*/ 0 h 83513"/>
                <a:gd name="csX12" fmla="*/ 48143 w 55533"/>
                <a:gd name="csY12" fmla="*/ 10734 h 83513"/>
                <a:gd name="csX13" fmla="*/ 55534 w 55533"/>
                <a:gd name="csY13" fmla="*/ 41788 h 83513"/>
                <a:gd name="csX14" fmla="*/ 46477 w 55533"/>
                <a:gd name="csY14" fmla="*/ 72189 h 83513"/>
                <a:gd name="csX15" fmla="*/ 22214 w 55533"/>
                <a:gd name="csY15" fmla="*/ 83513 h 83513"/>
                <a:gd name="csX16" fmla="*/ 13912 w 55533"/>
                <a:gd name="csY16" fmla="*/ 82706 h 83513"/>
                <a:gd name="csX17" fmla="*/ 5176 w 55533"/>
                <a:gd name="csY17" fmla="*/ 80284 h 83513"/>
                <a:gd name="csX18" fmla="*/ 26851 w 55533"/>
                <a:gd name="csY18" fmla="*/ 46156 h 83513"/>
                <a:gd name="csX19" fmla="*/ 38444 w 55533"/>
                <a:gd name="csY19" fmla="*/ 41135 h 83513"/>
                <a:gd name="csX20" fmla="*/ 42750 w 55533"/>
                <a:gd name="csY20" fmla="*/ 27389 h 83513"/>
                <a:gd name="csX21" fmla="*/ 38444 w 55533"/>
                <a:gd name="csY21" fmla="*/ 13695 h 83513"/>
                <a:gd name="csX22" fmla="*/ 26851 w 55533"/>
                <a:gd name="csY22" fmla="*/ 8633 h 83513"/>
                <a:gd name="csX23" fmla="*/ 15206 w 55533"/>
                <a:gd name="csY23" fmla="*/ 13695 h 83513"/>
                <a:gd name="csX24" fmla="*/ 10941 w 55533"/>
                <a:gd name="csY24" fmla="*/ 27389 h 83513"/>
                <a:gd name="csX25" fmla="*/ 15206 w 55533"/>
                <a:gd name="csY25" fmla="*/ 41135 h 83513"/>
                <a:gd name="csX26" fmla="*/ 26851 w 55533"/>
                <a:gd name="csY26" fmla="*/ 46156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33" h="83513">
                  <a:moveTo>
                    <a:pt x="5176" y="80284"/>
                  </a:moveTo>
                  <a:lnTo>
                    <a:pt x="5176" y="70357"/>
                  </a:lnTo>
                  <a:cubicBezTo>
                    <a:pt x="7908" y="71654"/>
                    <a:pt x="10676" y="72644"/>
                    <a:pt x="13477" y="73328"/>
                  </a:cubicBezTo>
                  <a:cubicBezTo>
                    <a:pt x="16279" y="74011"/>
                    <a:pt x="19029" y="74352"/>
                    <a:pt x="21727" y="74352"/>
                  </a:cubicBezTo>
                  <a:cubicBezTo>
                    <a:pt x="28918" y="74352"/>
                    <a:pt x="34400" y="71944"/>
                    <a:pt x="38175" y="67127"/>
                  </a:cubicBezTo>
                  <a:cubicBezTo>
                    <a:pt x="41984" y="62276"/>
                    <a:pt x="44158" y="54927"/>
                    <a:pt x="44696" y="45079"/>
                  </a:cubicBezTo>
                  <a:cubicBezTo>
                    <a:pt x="42612" y="48164"/>
                    <a:pt x="39969" y="50534"/>
                    <a:pt x="36767" y="52191"/>
                  </a:cubicBezTo>
                  <a:cubicBezTo>
                    <a:pt x="33572" y="53847"/>
                    <a:pt x="30032" y="54675"/>
                    <a:pt x="26147" y="54675"/>
                  </a:cubicBezTo>
                  <a:cubicBezTo>
                    <a:pt x="18094" y="54675"/>
                    <a:pt x="11714" y="52246"/>
                    <a:pt x="7008" y="47388"/>
                  </a:cubicBezTo>
                  <a:cubicBezTo>
                    <a:pt x="2336" y="42502"/>
                    <a:pt x="0" y="35836"/>
                    <a:pt x="0" y="27389"/>
                  </a:cubicBezTo>
                  <a:cubicBezTo>
                    <a:pt x="0" y="19122"/>
                    <a:pt x="2443" y="12490"/>
                    <a:pt x="7329" y="7494"/>
                  </a:cubicBezTo>
                  <a:cubicBezTo>
                    <a:pt x="12221" y="2498"/>
                    <a:pt x="18729" y="0"/>
                    <a:pt x="26851" y="0"/>
                  </a:cubicBezTo>
                  <a:cubicBezTo>
                    <a:pt x="36160" y="0"/>
                    <a:pt x="43257" y="3578"/>
                    <a:pt x="48143" y="10734"/>
                  </a:cubicBezTo>
                  <a:cubicBezTo>
                    <a:pt x="53070" y="17849"/>
                    <a:pt x="55534" y="28200"/>
                    <a:pt x="55534" y="41788"/>
                  </a:cubicBezTo>
                  <a:cubicBezTo>
                    <a:pt x="55534" y="54471"/>
                    <a:pt x="52515" y="64605"/>
                    <a:pt x="46477" y="72189"/>
                  </a:cubicBezTo>
                  <a:cubicBezTo>
                    <a:pt x="40473" y="79738"/>
                    <a:pt x="32385" y="83513"/>
                    <a:pt x="22214" y="83513"/>
                  </a:cubicBezTo>
                  <a:cubicBezTo>
                    <a:pt x="19481" y="83513"/>
                    <a:pt x="16714" y="83244"/>
                    <a:pt x="13912" y="82706"/>
                  </a:cubicBezTo>
                  <a:cubicBezTo>
                    <a:pt x="11110" y="82167"/>
                    <a:pt x="8198" y="81360"/>
                    <a:pt x="5176" y="80284"/>
                  </a:cubicBezTo>
                  <a:moveTo>
                    <a:pt x="26851" y="46156"/>
                  </a:moveTo>
                  <a:cubicBezTo>
                    <a:pt x="31737" y="46156"/>
                    <a:pt x="35601" y="44482"/>
                    <a:pt x="38444" y="41135"/>
                  </a:cubicBezTo>
                  <a:cubicBezTo>
                    <a:pt x="41315" y="37795"/>
                    <a:pt x="42750" y="33213"/>
                    <a:pt x="42750" y="27389"/>
                  </a:cubicBezTo>
                  <a:cubicBezTo>
                    <a:pt x="42750" y="21606"/>
                    <a:pt x="41315" y="17041"/>
                    <a:pt x="38444" y="13695"/>
                  </a:cubicBezTo>
                  <a:cubicBezTo>
                    <a:pt x="35601" y="10320"/>
                    <a:pt x="31737" y="8633"/>
                    <a:pt x="26851" y="8633"/>
                  </a:cubicBezTo>
                  <a:cubicBezTo>
                    <a:pt x="21958" y="8633"/>
                    <a:pt x="18077" y="10320"/>
                    <a:pt x="15206" y="13695"/>
                  </a:cubicBezTo>
                  <a:cubicBezTo>
                    <a:pt x="12363" y="17041"/>
                    <a:pt x="10941" y="21606"/>
                    <a:pt x="10941" y="27389"/>
                  </a:cubicBezTo>
                  <a:cubicBezTo>
                    <a:pt x="10941" y="33213"/>
                    <a:pt x="12363" y="37796"/>
                    <a:pt x="15206" y="41135"/>
                  </a:cubicBezTo>
                  <a:cubicBezTo>
                    <a:pt x="18076" y="44482"/>
                    <a:pt x="21958" y="46156"/>
                    <a:pt x="26851" y="46156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77D1FA41-FDDD-7DC1-4340-D4700728BA42}"/>
                </a:ext>
              </a:extLst>
            </p:cNvPr>
            <p:cNvSpPr/>
            <p:nvPr/>
          </p:nvSpPr>
          <p:spPr>
            <a:xfrm>
              <a:off x="2404344" y="4920633"/>
              <a:ext cx="57283" cy="80314"/>
            </a:xfrm>
            <a:custGeom>
              <a:avLst/>
              <a:gdLst>
                <a:gd name="csX0" fmla="*/ 57283 w 57283"/>
                <a:gd name="csY0" fmla="*/ 4730 h 80314"/>
                <a:gd name="csX1" fmla="*/ 56735 w 57283"/>
                <a:gd name="csY1" fmla="*/ 7577 h 80314"/>
                <a:gd name="csX2" fmla="*/ 44852 w 57283"/>
                <a:gd name="csY2" fmla="*/ 54975 h 80314"/>
                <a:gd name="csX3" fmla="*/ 33765 w 57283"/>
                <a:gd name="csY3" fmla="*/ 72913 h 80314"/>
                <a:gd name="csX4" fmla="*/ 15754 w 57283"/>
                <a:gd name="csY4" fmla="*/ 80315 h 80314"/>
                <a:gd name="csX5" fmla="*/ 6304 w 57283"/>
                <a:gd name="csY5" fmla="*/ 77220 h 80314"/>
                <a:gd name="csX6" fmla="*/ 2609 w 57283"/>
                <a:gd name="csY6" fmla="*/ 69518 h 80314"/>
                <a:gd name="csX7" fmla="*/ 4793 w 57283"/>
                <a:gd name="csY7" fmla="*/ 63401 h 80314"/>
                <a:gd name="csX8" fmla="*/ 9575 w 57283"/>
                <a:gd name="csY8" fmla="*/ 61455 h 80314"/>
                <a:gd name="csX9" fmla="*/ 11335 w 57283"/>
                <a:gd name="csY9" fmla="*/ 61703 h 80314"/>
                <a:gd name="csX10" fmla="*/ 13218 w 57283"/>
                <a:gd name="csY10" fmla="*/ 62976 h 80314"/>
                <a:gd name="csX11" fmla="*/ 14181 w 57283"/>
                <a:gd name="csY11" fmla="*/ 65761 h 80314"/>
                <a:gd name="csX12" fmla="*/ 11697 w 57283"/>
                <a:gd name="csY12" fmla="*/ 70854 h 80314"/>
                <a:gd name="csX13" fmla="*/ 9337 w 57283"/>
                <a:gd name="csY13" fmla="*/ 72127 h 80314"/>
                <a:gd name="csX14" fmla="*/ 6366 w 57283"/>
                <a:gd name="csY14" fmla="*/ 72375 h 80314"/>
                <a:gd name="csX15" fmla="*/ 8426 w 57283"/>
                <a:gd name="csY15" fmla="*/ 75222 h 80314"/>
                <a:gd name="csX16" fmla="*/ 11272 w 57283"/>
                <a:gd name="csY16" fmla="*/ 76795 h 80314"/>
                <a:gd name="csX17" fmla="*/ 13757 w 57283"/>
                <a:gd name="csY17" fmla="*/ 77406 h 80314"/>
                <a:gd name="csX18" fmla="*/ 15754 w 57283"/>
                <a:gd name="csY18" fmla="*/ 77582 h 80314"/>
                <a:gd name="csX19" fmla="*/ 29459 w 57283"/>
                <a:gd name="csY19" fmla="*/ 69767 h 80314"/>
                <a:gd name="csX20" fmla="*/ 32492 w 57283"/>
                <a:gd name="csY20" fmla="*/ 65036 h 80314"/>
                <a:gd name="csX21" fmla="*/ 34790 w 57283"/>
                <a:gd name="csY21" fmla="*/ 59881 h 80314"/>
                <a:gd name="csX22" fmla="*/ 36188 w 57283"/>
                <a:gd name="csY22" fmla="*/ 55586 h 80314"/>
                <a:gd name="csX23" fmla="*/ 37523 w 57283"/>
                <a:gd name="csY23" fmla="*/ 50607 h 80314"/>
                <a:gd name="csX24" fmla="*/ 24967 w 57283"/>
                <a:gd name="csY24" fmla="*/ 56248 h 80314"/>
                <a:gd name="csX25" fmla="*/ 19460 w 57283"/>
                <a:gd name="csY25" fmla="*/ 55461 h 80314"/>
                <a:gd name="csX26" fmla="*/ 14668 w 57283"/>
                <a:gd name="csY26" fmla="*/ 53039 h 80314"/>
                <a:gd name="csX27" fmla="*/ 11096 w 57283"/>
                <a:gd name="csY27" fmla="*/ 48371 h 80314"/>
                <a:gd name="csX28" fmla="*/ 9823 w 57283"/>
                <a:gd name="csY28" fmla="*/ 41456 h 80314"/>
                <a:gd name="csX29" fmla="*/ 11459 w 57283"/>
                <a:gd name="csY29" fmla="*/ 31581 h 80314"/>
                <a:gd name="csX30" fmla="*/ 17028 w 57283"/>
                <a:gd name="csY30" fmla="*/ 15392 h 80314"/>
                <a:gd name="csX31" fmla="*/ 19150 w 57283"/>
                <a:gd name="csY31" fmla="*/ 6666 h 80314"/>
                <a:gd name="csX32" fmla="*/ 18849 w 57283"/>
                <a:gd name="csY32" fmla="*/ 4420 h 80314"/>
                <a:gd name="csX33" fmla="*/ 17939 w 57283"/>
                <a:gd name="csY33" fmla="*/ 3209 h 80314"/>
                <a:gd name="csX34" fmla="*/ 16976 w 57283"/>
                <a:gd name="csY34" fmla="*/ 2784 h 80314"/>
                <a:gd name="csX35" fmla="*/ 16065 w 57283"/>
                <a:gd name="csY35" fmla="*/ 2722 h 80314"/>
                <a:gd name="csX36" fmla="*/ 9150 w 57283"/>
                <a:gd name="csY36" fmla="*/ 6366 h 80314"/>
                <a:gd name="csX37" fmla="*/ 3519 w 57283"/>
                <a:gd name="csY37" fmla="*/ 18125 h 80314"/>
                <a:gd name="csX38" fmla="*/ 2722 w 57283"/>
                <a:gd name="csY38" fmla="*/ 19998 h 80314"/>
                <a:gd name="csX39" fmla="*/ 1511 w 57283"/>
                <a:gd name="csY39" fmla="*/ 20361 h 80314"/>
                <a:gd name="csX40" fmla="*/ 0 w 57283"/>
                <a:gd name="csY40" fmla="*/ 19087 h 80314"/>
                <a:gd name="csX41" fmla="*/ 549 w 57283"/>
                <a:gd name="csY41" fmla="*/ 16727 h 80314"/>
                <a:gd name="csX42" fmla="*/ 2360 w 57283"/>
                <a:gd name="csY42" fmla="*/ 11935 h 80314"/>
                <a:gd name="csX43" fmla="*/ 5517 w 57283"/>
                <a:gd name="csY43" fmla="*/ 6428 h 80314"/>
                <a:gd name="csX44" fmla="*/ 10185 w 57283"/>
                <a:gd name="csY44" fmla="*/ 1873 h 80314"/>
                <a:gd name="csX45" fmla="*/ 16427 w 57283"/>
                <a:gd name="csY45" fmla="*/ 0 h 80314"/>
                <a:gd name="csX46" fmla="*/ 23756 w 57283"/>
                <a:gd name="csY46" fmla="*/ 2971 h 80314"/>
                <a:gd name="csX47" fmla="*/ 26613 w 57283"/>
                <a:gd name="csY47" fmla="*/ 10185 h 80314"/>
                <a:gd name="csX48" fmla="*/ 26126 w 57283"/>
                <a:gd name="csY48" fmla="*/ 13519 h 80314"/>
                <a:gd name="csX49" fmla="*/ 24129 w 57283"/>
                <a:gd name="csY49" fmla="*/ 19087 h 80314"/>
                <a:gd name="csX50" fmla="*/ 17763 w 57283"/>
                <a:gd name="csY50" fmla="*/ 43454 h 80314"/>
                <a:gd name="csX51" fmla="*/ 18063 w 57283"/>
                <a:gd name="csY51" fmla="*/ 47036 h 80314"/>
                <a:gd name="csX52" fmla="*/ 19212 w 57283"/>
                <a:gd name="csY52" fmla="*/ 50182 h 80314"/>
                <a:gd name="csX53" fmla="*/ 21582 w 57283"/>
                <a:gd name="csY53" fmla="*/ 52615 h 80314"/>
                <a:gd name="csX54" fmla="*/ 25453 w 57283"/>
                <a:gd name="csY54" fmla="*/ 53464 h 80314"/>
                <a:gd name="csX55" fmla="*/ 30971 w 57283"/>
                <a:gd name="csY55" fmla="*/ 52128 h 80314"/>
                <a:gd name="csX56" fmla="*/ 35401 w 57283"/>
                <a:gd name="csY56" fmla="*/ 48857 h 80314"/>
                <a:gd name="csX57" fmla="*/ 38185 w 57283"/>
                <a:gd name="csY57" fmla="*/ 45400 h 80314"/>
                <a:gd name="csX58" fmla="*/ 39521 w 57283"/>
                <a:gd name="csY58" fmla="*/ 42916 h 80314"/>
                <a:gd name="csX59" fmla="*/ 45100 w 57283"/>
                <a:gd name="csY59" fmla="*/ 20609 h 80314"/>
                <a:gd name="csX60" fmla="*/ 47584 w 57283"/>
                <a:gd name="csY60" fmla="*/ 10662 h 80314"/>
                <a:gd name="csX61" fmla="*/ 49282 w 57283"/>
                <a:gd name="csY61" fmla="*/ 3944 h 80314"/>
                <a:gd name="csX62" fmla="*/ 51280 w 57283"/>
                <a:gd name="csY62" fmla="*/ 1998 h 80314"/>
                <a:gd name="csX63" fmla="*/ 53640 w 57283"/>
                <a:gd name="csY63" fmla="*/ 1335 h 80314"/>
                <a:gd name="csX64" fmla="*/ 56186 w 57283"/>
                <a:gd name="csY64" fmla="*/ 2246 h 80314"/>
                <a:gd name="csX65" fmla="*/ 57283 w 57283"/>
                <a:gd name="csY65" fmla="*/ 4730 h 80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7283" h="80314">
                  <a:moveTo>
                    <a:pt x="57283" y="4730"/>
                  </a:moveTo>
                  <a:cubicBezTo>
                    <a:pt x="57283" y="5296"/>
                    <a:pt x="57100" y="6245"/>
                    <a:pt x="56735" y="7577"/>
                  </a:cubicBezTo>
                  <a:lnTo>
                    <a:pt x="44852" y="54975"/>
                  </a:lnTo>
                  <a:cubicBezTo>
                    <a:pt x="43113" y="62007"/>
                    <a:pt x="39417" y="67986"/>
                    <a:pt x="33765" y="72913"/>
                  </a:cubicBezTo>
                  <a:cubicBezTo>
                    <a:pt x="28148" y="77848"/>
                    <a:pt x="22145" y="80315"/>
                    <a:pt x="15754" y="80315"/>
                  </a:cubicBezTo>
                  <a:cubicBezTo>
                    <a:pt x="11918" y="80315"/>
                    <a:pt x="8767" y="79283"/>
                    <a:pt x="6304" y="77220"/>
                  </a:cubicBezTo>
                  <a:cubicBezTo>
                    <a:pt x="3840" y="75198"/>
                    <a:pt x="2609" y="72631"/>
                    <a:pt x="2609" y="69518"/>
                  </a:cubicBezTo>
                  <a:cubicBezTo>
                    <a:pt x="2609" y="66772"/>
                    <a:pt x="3337" y="64733"/>
                    <a:pt x="4793" y="63401"/>
                  </a:cubicBezTo>
                  <a:cubicBezTo>
                    <a:pt x="6242" y="62103"/>
                    <a:pt x="7836" y="61455"/>
                    <a:pt x="9575" y="61455"/>
                  </a:cubicBezTo>
                  <a:cubicBezTo>
                    <a:pt x="10141" y="61455"/>
                    <a:pt x="10727" y="61538"/>
                    <a:pt x="11335" y="61703"/>
                  </a:cubicBezTo>
                  <a:cubicBezTo>
                    <a:pt x="11942" y="61862"/>
                    <a:pt x="12570" y="62286"/>
                    <a:pt x="13218" y="62976"/>
                  </a:cubicBezTo>
                  <a:cubicBezTo>
                    <a:pt x="13860" y="63660"/>
                    <a:pt x="14181" y="64588"/>
                    <a:pt x="14181" y="65761"/>
                  </a:cubicBezTo>
                  <a:cubicBezTo>
                    <a:pt x="14181" y="67659"/>
                    <a:pt x="13353" y="69356"/>
                    <a:pt x="11697" y="70854"/>
                  </a:cubicBezTo>
                  <a:cubicBezTo>
                    <a:pt x="10889" y="71544"/>
                    <a:pt x="10103" y="71968"/>
                    <a:pt x="9337" y="72127"/>
                  </a:cubicBezTo>
                  <a:cubicBezTo>
                    <a:pt x="8605" y="72292"/>
                    <a:pt x="7615" y="72375"/>
                    <a:pt x="6366" y="72375"/>
                  </a:cubicBezTo>
                  <a:cubicBezTo>
                    <a:pt x="6849" y="73500"/>
                    <a:pt x="7536" y="74449"/>
                    <a:pt x="8426" y="75222"/>
                  </a:cubicBezTo>
                  <a:cubicBezTo>
                    <a:pt x="9316" y="75988"/>
                    <a:pt x="10265" y="76512"/>
                    <a:pt x="11272" y="76795"/>
                  </a:cubicBezTo>
                  <a:cubicBezTo>
                    <a:pt x="12287" y="77119"/>
                    <a:pt x="13115" y="77323"/>
                    <a:pt x="13757" y="77406"/>
                  </a:cubicBezTo>
                  <a:cubicBezTo>
                    <a:pt x="14447" y="77523"/>
                    <a:pt x="15113" y="77582"/>
                    <a:pt x="15754" y="77582"/>
                  </a:cubicBezTo>
                  <a:cubicBezTo>
                    <a:pt x="20930" y="77582"/>
                    <a:pt x="25498" y="74977"/>
                    <a:pt x="29459" y="69767"/>
                  </a:cubicBezTo>
                  <a:cubicBezTo>
                    <a:pt x="30633" y="68186"/>
                    <a:pt x="31644" y="66610"/>
                    <a:pt x="32492" y="65036"/>
                  </a:cubicBezTo>
                  <a:cubicBezTo>
                    <a:pt x="33376" y="63497"/>
                    <a:pt x="34142" y="61779"/>
                    <a:pt x="34790" y="59881"/>
                  </a:cubicBezTo>
                  <a:cubicBezTo>
                    <a:pt x="35439" y="58025"/>
                    <a:pt x="35905" y="56593"/>
                    <a:pt x="36188" y="55586"/>
                  </a:cubicBezTo>
                  <a:cubicBezTo>
                    <a:pt x="36512" y="54571"/>
                    <a:pt x="36957" y="52912"/>
                    <a:pt x="37523" y="50607"/>
                  </a:cubicBezTo>
                  <a:cubicBezTo>
                    <a:pt x="33762" y="54368"/>
                    <a:pt x="29577" y="56248"/>
                    <a:pt x="24967" y="56248"/>
                  </a:cubicBezTo>
                  <a:cubicBezTo>
                    <a:pt x="23028" y="56248"/>
                    <a:pt x="21192" y="55986"/>
                    <a:pt x="19460" y="55461"/>
                  </a:cubicBezTo>
                  <a:cubicBezTo>
                    <a:pt x="17763" y="54937"/>
                    <a:pt x="16165" y="54130"/>
                    <a:pt x="14668" y="53039"/>
                  </a:cubicBezTo>
                  <a:cubicBezTo>
                    <a:pt x="13170" y="51908"/>
                    <a:pt x="11980" y="50351"/>
                    <a:pt x="11096" y="48371"/>
                  </a:cubicBezTo>
                  <a:cubicBezTo>
                    <a:pt x="10248" y="46390"/>
                    <a:pt x="9823" y="44086"/>
                    <a:pt x="9823" y="41456"/>
                  </a:cubicBezTo>
                  <a:cubicBezTo>
                    <a:pt x="9823" y="38668"/>
                    <a:pt x="10368" y="35377"/>
                    <a:pt x="11459" y="31581"/>
                  </a:cubicBezTo>
                  <a:cubicBezTo>
                    <a:pt x="12549" y="27779"/>
                    <a:pt x="14405" y="22383"/>
                    <a:pt x="17028" y="15392"/>
                  </a:cubicBezTo>
                  <a:cubicBezTo>
                    <a:pt x="18442" y="11473"/>
                    <a:pt x="19150" y="8564"/>
                    <a:pt x="19150" y="6666"/>
                  </a:cubicBezTo>
                  <a:cubicBezTo>
                    <a:pt x="19150" y="5734"/>
                    <a:pt x="19050" y="4986"/>
                    <a:pt x="18849" y="4420"/>
                  </a:cubicBezTo>
                  <a:cubicBezTo>
                    <a:pt x="18649" y="3820"/>
                    <a:pt x="18346" y="3416"/>
                    <a:pt x="17939" y="3209"/>
                  </a:cubicBezTo>
                  <a:cubicBezTo>
                    <a:pt x="17538" y="2967"/>
                    <a:pt x="17217" y="2826"/>
                    <a:pt x="16976" y="2784"/>
                  </a:cubicBezTo>
                  <a:cubicBezTo>
                    <a:pt x="16769" y="2743"/>
                    <a:pt x="16465" y="2722"/>
                    <a:pt x="16065" y="2722"/>
                  </a:cubicBezTo>
                  <a:cubicBezTo>
                    <a:pt x="13677" y="2722"/>
                    <a:pt x="11372" y="3937"/>
                    <a:pt x="9150" y="6366"/>
                  </a:cubicBezTo>
                  <a:cubicBezTo>
                    <a:pt x="6928" y="8788"/>
                    <a:pt x="5051" y="12708"/>
                    <a:pt x="3519" y="18125"/>
                  </a:cubicBezTo>
                  <a:cubicBezTo>
                    <a:pt x="3195" y="19132"/>
                    <a:pt x="2929" y="19757"/>
                    <a:pt x="2722" y="19998"/>
                  </a:cubicBezTo>
                  <a:cubicBezTo>
                    <a:pt x="2522" y="20240"/>
                    <a:pt x="2118" y="20361"/>
                    <a:pt x="1511" y="20361"/>
                  </a:cubicBezTo>
                  <a:cubicBezTo>
                    <a:pt x="504" y="20326"/>
                    <a:pt x="0" y="19902"/>
                    <a:pt x="0" y="19087"/>
                  </a:cubicBezTo>
                  <a:cubicBezTo>
                    <a:pt x="0" y="18770"/>
                    <a:pt x="183" y="17983"/>
                    <a:pt x="549" y="16727"/>
                  </a:cubicBezTo>
                  <a:cubicBezTo>
                    <a:pt x="907" y="15437"/>
                    <a:pt x="1511" y="13839"/>
                    <a:pt x="2360" y="11935"/>
                  </a:cubicBezTo>
                  <a:cubicBezTo>
                    <a:pt x="3250" y="9996"/>
                    <a:pt x="4303" y="8160"/>
                    <a:pt x="5517" y="6428"/>
                  </a:cubicBezTo>
                  <a:cubicBezTo>
                    <a:pt x="6732" y="4648"/>
                    <a:pt x="8288" y="3129"/>
                    <a:pt x="10185" y="1873"/>
                  </a:cubicBezTo>
                  <a:cubicBezTo>
                    <a:pt x="12125" y="624"/>
                    <a:pt x="14205" y="0"/>
                    <a:pt x="16427" y="0"/>
                  </a:cubicBezTo>
                  <a:cubicBezTo>
                    <a:pt x="19457" y="0"/>
                    <a:pt x="21900" y="990"/>
                    <a:pt x="23756" y="2971"/>
                  </a:cubicBezTo>
                  <a:cubicBezTo>
                    <a:pt x="25661" y="4910"/>
                    <a:pt x="26613" y="7315"/>
                    <a:pt x="26613" y="10185"/>
                  </a:cubicBezTo>
                  <a:cubicBezTo>
                    <a:pt x="26613" y="11352"/>
                    <a:pt x="26451" y="12463"/>
                    <a:pt x="26126" y="13519"/>
                  </a:cubicBezTo>
                  <a:cubicBezTo>
                    <a:pt x="25843" y="14526"/>
                    <a:pt x="25177" y="16382"/>
                    <a:pt x="24129" y="19087"/>
                  </a:cubicBezTo>
                  <a:cubicBezTo>
                    <a:pt x="19885" y="29998"/>
                    <a:pt x="17763" y="38120"/>
                    <a:pt x="17763" y="43454"/>
                  </a:cubicBezTo>
                  <a:cubicBezTo>
                    <a:pt x="17763" y="44751"/>
                    <a:pt x="17863" y="45945"/>
                    <a:pt x="18063" y="47036"/>
                  </a:cubicBezTo>
                  <a:cubicBezTo>
                    <a:pt x="18304" y="48084"/>
                    <a:pt x="18687" y="49133"/>
                    <a:pt x="19212" y="50182"/>
                  </a:cubicBezTo>
                  <a:cubicBezTo>
                    <a:pt x="19736" y="51197"/>
                    <a:pt x="20526" y="52008"/>
                    <a:pt x="21582" y="52615"/>
                  </a:cubicBezTo>
                  <a:cubicBezTo>
                    <a:pt x="22672" y="53181"/>
                    <a:pt x="23963" y="53464"/>
                    <a:pt x="25453" y="53464"/>
                  </a:cubicBezTo>
                  <a:cubicBezTo>
                    <a:pt x="27358" y="53464"/>
                    <a:pt x="29197" y="53019"/>
                    <a:pt x="30971" y="52128"/>
                  </a:cubicBezTo>
                  <a:cubicBezTo>
                    <a:pt x="32793" y="51197"/>
                    <a:pt x="34269" y="50106"/>
                    <a:pt x="35401" y="48857"/>
                  </a:cubicBezTo>
                  <a:cubicBezTo>
                    <a:pt x="36567" y="47602"/>
                    <a:pt x="37495" y="46449"/>
                    <a:pt x="38185" y="45400"/>
                  </a:cubicBezTo>
                  <a:cubicBezTo>
                    <a:pt x="38910" y="44310"/>
                    <a:pt x="39355" y="43482"/>
                    <a:pt x="39521" y="42916"/>
                  </a:cubicBezTo>
                  <a:lnTo>
                    <a:pt x="45100" y="20609"/>
                  </a:lnTo>
                  <a:lnTo>
                    <a:pt x="47584" y="10662"/>
                  </a:lnTo>
                  <a:cubicBezTo>
                    <a:pt x="48350" y="7066"/>
                    <a:pt x="48916" y="4827"/>
                    <a:pt x="49282" y="3944"/>
                  </a:cubicBezTo>
                  <a:cubicBezTo>
                    <a:pt x="49765" y="3095"/>
                    <a:pt x="50431" y="2446"/>
                    <a:pt x="51280" y="1998"/>
                  </a:cubicBezTo>
                  <a:cubicBezTo>
                    <a:pt x="52128" y="1556"/>
                    <a:pt x="52915" y="1335"/>
                    <a:pt x="53640" y="1335"/>
                  </a:cubicBezTo>
                  <a:cubicBezTo>
                    <a:pt x="54654" y="1335"/>
                    <a:pt x="55503" y="1639"/>
                    <a:pt x="56186" y="2246"/>
                  </a:cubicBezTo>
                  <a:cubicBezTo>
                    <a:pt x="56918" y="2847"/>
                    <a:pt x="57283" y="3675"/>
                    <a:pt x="57283" y="473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0D782DCC-930F-1EAB-CA4E-41C0DAFCF588}"/>
                </a:ext>
              </a:extLst>
            </p:cNvPr>
            <p:cNvSpPr/>
            <p:nvPr/>
          </p:nvSpPr>
          <p:spPr>
            <a:xfrm>
              <a:off x="1377402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46234BC7-1932-48A4-AA68-C462423C84E7}"/>
                </a:ext>
              </a:extLst>
            </p:cNvPr>
            <p:cNvSpPr/>
            <p:nvPr/>
          </p:nvSpPr>
          <p:spPr>
            <a:xfrm>
              <a:off x="1377402" y="4749269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26E37FEE-6DFA-EF30-492B-9699F47224A5}"/>
                </a:ext>
              </a:extLst>
            </p:cNvPr>
            <p:cNvSpPr/>
            <p:nvPr/>
          </p:nvSpPr>
          <p:spPr>
            <a:xfrm>
              <a:off x="1377402" y="441307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69186B36-E95F-4A3A-8383-9906F9525C1A}"/>
                </a:ext>
              </a:extLst>
            </p:cNvPr>
            <p:cNvSpPr/>
            <p:nvPr/>
          </p:nvSpPr>
          <p:spPr>
            <a:xfrm>
              <a:off x="1377402" y="407688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3C7E021-C978-DFDC-1255-F30AAB0CB00A}"/>
                </a:ext>
              </a:extLst>
            </p:cNvPr>
            <p:cNvSpPr/>
            <p:nvPr/>
          </p:nvSpPr>
          <p:spPr>
            <a:xfrm>
              <a:off x="1377402" y="3740693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1AACD513-580F-76EF-AC60-E4919938626F}"/>
                </a:ext>
              </a:extLst>
            </p:cNvPr>
            <p:cNvSpPr/>
            <p:nvPr/>
          </p:nvSpPr>
          <p:spPr>
            <a:xfrm>
              <a:off x="1108910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8 w 55637"/>
                <a:gd name="csY5" fmla="*/ 66641 h 83513"/>
                <a:gd name="csX6" fmla="*/ 44747 w 55637"/>
                <a:gd name="csY6" fmla="*/ 41788 h 83513"/>
                <a:gd name="csX7" fmla="*/ 40488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8873507-8ED7-4EAC-CBCA-98BFF321E8C8}"/>
                </a:ext>
              </a:extLst>
            </p:cNvPr>
            <p:cNvSpPr/>
            <p:nvPr/>
          </p:nvSpPr>
          <p:spPr>
            <a:xfrm>
              <a:off x="1183686" y="4775820"/>
              <a:ext cx="11375" cy="13694"/>
            </a:xfrm>
            <a:custGeom>
              <a:avLst/>
              <a:gdLst>
                <a:gd name="csX0" fmla="*/ 0 w 11375"/>
                <a:gd name="csY0" fmla="*/ 0 h 13694"/>
                <a:gd name="csX1" fmla="*/ 11376 w 11375"/>
                <a:gd name="csY1" fmla="*/ 0 h 13694"/>
                <a:gd name="csX2" fmla="*/ 11376 w 11375"/>
                <a:gd name="csY2" fmla="*/ 13695 h 13694"/>
                <a:gd name="csX3" fmla="*/ 0 w 11375"/>
                <a:gd name="csY3" fmla="*/ 13695 h 13694"/>
                <a:gd name="csX4" fmla="*/ 0 w 11375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4">
                  <a:moveTo>
                    <a:pt x="0" y="0"/>
                  </a:moveTo>
                  <a:lnTo>
                    <a:pt x="11376" y="0"/>
                  </a:lnTo>
                  <a:lnTo>
                    <a:pt x="11376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C973641-CF91-9FF7-6297-F63234610D77}"/>
                </a:ext>
              </a:extLst>
            </p:cNvPr>
            <p:cNvSpPr/>
            <p:nvPr/>
          </p:nvSpPr>
          <p:spPr>
            <a:xfrm>
              <a:off x="1214254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50 w 55637"/>
                <a:gd name="csY1" fmla="*/ 16934 h 83513"/>
                <a:gd name="csX2" fmla="*/ 10944 w 55637"/>
                <a:gd name="csY2" fmla="*/ 41788 h 83513"/>
                <a:gd name="csX3" fmla="*/ 15150 w 55637"/>
                <a:gd name="csY3" fmla="*/ 66641 h 83513"/>
                <a:gd name="csX4" fmla="*/ 27819 w 55637"/>
                <a:gd name="csY4" fmla="*/ 74891 h 83513"/>
                <a:gd name="csX5" fmla="*/ 40489 w 55637"/>
                <a:gd name="csY5" fmla="*/ 66641 h 83513"/>
                <a:gd name="csX6" fmla="*/ 44747 w 55637"/>
                <a:gd name="csY6" fmla="*/ 41788 h 83513"/>
                <a:gd name="csX7" fmla="*/ 40489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50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50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5" y="72141"/>
                    <a:pt x="40489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9" y="16934"/>
                  </a:cubicBezTo>
                  <a:cubicBezTo>
                    <a:pt x="37685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F4702241-EC5B-DBC1-E9C3-934727D0E081}"/>
                </a:ext>
              </a:extLst>
            </p:cNvPr>
            <p:cNvSpPr/>
            <p:nvPr/>
          </p:nvSpPr>
          <p:spPr>
            <a:xfrm>
              <a:off x="1284502" y="4707565"/>
              <a:ext cx="55636" cy="83513"/>
            </a:xfrm>
            <a:custGeom>
              <a:avLst/>
              <a:gdLst>
                <a:gd name="csX0" fmla="*/ 27818 w 55636"/>
                <a:gd name="csY0" fmla="*/ 8633 h 83513"/>
                <a:gd name="csX1" fmla="*/ 15149 w 55636"/>
                <a:gd name="csY1" fmla="*/ 16934 h 83513"/>
                <a:gd name="csX2" fmla="*/ 10943 w 55636"/>
                <a:gd name="csY2" fmla="*/ 41788 h 83513"/>
                <a:gd name="csX3" fmla="*/ 15149 w 55636"/>
                <a:gd name="csY3" fmla="*/ 66641 h 83513"/>
                <a:gd name="csX4" fmla="*/ 27818 w 55636"/>
                <a:gd name="csY4" fmla="*/ 74891 h 83513"/>
                <a:gd name="csX5" fmla="*/ 40487 w 55636"/>
                <a:gd name="csY5" fmla="*/ 66641 h 83513"/>
                <a:gd name="csX6" fmla="*/ 44747 w 55636"/>
                <a:gd name="csY6" fmla="*/ 41788 h 83513"/>
                <a:gd name="csX7" fmla="*/ 40487 w 55636"/>
                <a:gd name="csY7" fmla="*/ 16934 h 83513"/>
                <a:gd name="csX8" fmla="*/ 27818 w 55636"/>
                <a:gd name="csY8" fmla="*/ 8633 h 83513"/>
                <a:gd name="csX9" fmla="*/ 27818 w 55636"/>
                <a:gd name="csY9" fmla="*/ 0 h 83513"/>
                <a:gd name="csX10" fmla="*/ 48466 w 55636"/>
                <a:gd name="csY10" fmla="*/ 10734 h 83513"/>
                <a:gd name="csX11" fmla="*/ 55636 w 55636"/>
                <a:gd name="csY11" fmla="*/ 41788 h 83513"/>
                <a:gd name="csX12" fmla="*/ 48466 w 55636"/>
                <a:gd name="csY12" fmla="*/ 72841 h 83513"/>
                <a:gd name="csX13" fmla="*/ 27818 w 55636"/>
                <a:gd name="csY13" fmla="*/ 83513 h 83513"/>
                <a:gd name="csX14" fmla="*/ 7116 w 55636"/>
                <a:gd name="csY14" fmla="*/ 72841 h 83513"/>
                <a:gd name="csX15" fmla="*/ 0 w 55636"/>
                <a:gd name="csY15" fmla="*/ 41788 h 83513"/>
                <a:gd name="csX16" fmla="*/ 7116 w 55636"/>
                <a:gd name="csY16" fmla="*/ 10734 h 83513"/>
                <a:gd name="csX17" fmla="*/ 27818 w 55636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13">
                  <a:moveTo>
                    <a:pt x="27818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5" y="22434"/>
                    <a:pt x="10943" y="30719"/>
                    <a:pt x="10943" y="41788"/>
                  </a:cubicBezTo>
                  <a:cubicBezTo>
                    <a:pt x="10943" y="52822"/>
                    <a:pt x="12345" y="61106"/>
                    <a:pt x="15149" y="66641"/>
                  </a:cubicBezTo>
                  <a:cubicBezTo>
                    <a:pt x="17989" y="72141"/>
                    <a:pt x="22212" y="74891"/>
                    <a:pt x="27818" y="74891"/>
                  </a:cubicBezTo>
                  <a:cubicBezTo>
                    <a:pt x="33461" y="74891"/>
                    <a:pt x="37684" y="72141"/>
                    <a:pt x="40487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7" y="16934"/>
                  </a:cubicBezTo>
                  <a:cubicBezTo>
                    <a:pt x="37684" y="11400"/>
                    <a:pt x="33461" y="8633"/>
                    <a:pt x="27818" y="8633"/>
                  </a:cubicBezTo>
                  <a:moveTo>
                    <a:pt x="27818" y="0"/>
                  </a:moveTo>
                  <a:cubicBezTo>
                    <a:pt x="36839" y="0"/>
                    <a:pt x="43722" y="3578"/>
                    <a:pt x="48466" y="10734"/>
                  </a:cubicBezTo>
                  <a:cubicBezTo>
                    <a:pt x="53246" y="17849"/>
                    <a:pt x="55636" y="28200"/>
                    <a:pt x="55636" y="41788"/>
                  </a:cubicBezTo>
                  <a:cubicBezTo>
                    <a:pt x="55636" y="55334"/>
                    <a:pt x="53246" y="65685"/>
                    <a:pt x="48466" y="72841"/>
                  </a:cubicBezTo>
                  <a:cubicBezTo>
                    <a:pt x="43722" y="79956"/>
                    <a:pt x="36839" y="83513"/>
                    <a:pt x="27818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B5BD5FF2-6021-E98F-1FCF-4AE14AE86F10}"/>
                </a:ext>
              </a:extLst>
            </p:cNvPr>
            <p:cNvSpPr/>
            <p:nvPr/>
          </p:nvSpPr>
          <p:spPr>
            <a:xfrm>
              <a:off x="1111228" y="4371376"/>
              <a:ext cx="55636" cy="83506"/>
            </a:xfrm>
            <a:custGeom>
              <a:avLst/>
              <a:gdLst>
                <a:gd name="csX0" fmla="*/ 27819 w 55636"/>
                <a:gd name="csY0" fmla="*/ 8626 h 83506"/>
                <a:gd name="csX1" fmla="*/ 15149 w 55636"/>
                <a:gd name="csY1" fmla="*/ 16928 h 83506"/>
                <a:gd name="csX2" fmla="*/ 10944 w 55636"/>
                <a:gd name="csY2" fmla="*/ 41781 h 83506"/>
                <a:gd name="csX3" fmla="*/ 15149 w 55636"/>
                <a:gd name="csY3" fmla="*/ 66635 h 83506"/>
                <a:gd name="csX4" fmla="*/ 27819 w 55636"/>
                <a:gd name="csY4" fmla="*/ 74884 h 83506"/>
                <a:gd name="csX5" fmla="*/ 40488 w 55636"/>
                <a:gd name="csY5" fmla="*/ 66635 h 83506"/>
                <a:gd name="csX6" fmla="*/ 44747 w 55636"/>
                <a:gd name="csY6" fmla="*/ 41781 h 83506"/>
                <a:gd name="csX7" fmla="*/ 40488 w 55636"/>
                <a:gd name="csY7" fmla="*/ 16928 h 83506"/>
                <a:gd name="csX8" fmla="*/ 27819 w 55636"/>
                <a:gd name="csY8" fmla="*/ 8626 h 83506"/>
                <a:gd name="csX9" fmla="*/ 27819 w 55636"/>
                <a:gd name="csY9" fmla="*/ 0 h 83506"/>
                <a:gd name="csX10" fmla="*/ 48466 w 55636"/>
                <a:gd name="csY10" fmla="*/ 10729 h 83506"/>
                <a:gd name="csX11" fmla="*/ 55637 w 55636"/>
                <a:gd name="csY11" fmla="*/ 41781 h 83506"/>
                <a:gd name="csX12" fmla="*/ 48466 w 55636"/>
                <a:gd name="csY12" fmla="*/ 72835 h 83506"/>
                <a:gd name="csX13" fmla="*/ 27819 w 55636"/>
                <a:gd name="csY13" fmla="*/ 83507 h 83506"/>
                <a:gd name="csX14" fmla="*/ 7116 w 55636"/>
                <a:gd name="csY14" fmla="*/ 72835 h 83506"/>
                <a:gd name="csX15" fmla="*/ 0 w 55636"/>
                <a:gd name="csY15" fmla="*/ 41781 h 83506"/>
                <a:gd name="csX16" fmla="*/ 7116 w 55636"/>
                <a:gd name="csY16" fmla="*/ 10729 h 83506"/>
                <a:gd name="csX17" fmla="*/ 27819 w 55636"/>
                <a:gd name="csY17" fmla="*/ 0 h 835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6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3"/>
                    <a:pt x="10944" y="41781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8" y="66635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3"/>
                    <a:pt x="43327" y="22428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2" y="3576"/>
                    <a:pt x="48466" y="10729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5"/>
                    <a:pt x="53247" y="65686"/>
                    <a:pt x="48466" y="72835"/>
                  </a:cubicBezTo>
                  <a:cubicBezTo>
                    <a:pt x="43722" y="79949"/>
                    <a:pt x="36840" y="83507"/>
                    <a:pt x="27819" y="83507"/>
                  </a:cubicBezTo>
                  <a:cubicBezTo>
                    <a:pt x="18797" y="83507"/>
                    <a:pt x="11897" y="79949"/>
                    <a:pt x="7116" y="72835"/>
                  </a:cubicBezTo>
                  <a:cubicBezTo>
                    <a:pt x="2372" y="65686"/>
                    <a:pt x="0" y="55334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0" name="Freeform 919">
              <a:extLst>
                <a:ext uri="{FF2B5EF4-FFF2-40B4-BE49-F238E27FC236}">
                  <a16:creationId xmlns:a16="http://schemas.microsoft.com/office/drawing/2014/main" id="{AEBABB75-8329-778D-217B-6FF41C9E45DA}"/>
                </a:ext>
              </a:extLst>
            </p:cNvPr>
            <p:cNvSpPr/>
            <p:nvPr/>
          </p:nvSpPr>
          <p:spPr>
            <a:xfrm>
              <a:off x="1186004" y="4439625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Freeform 920">
              <a:extLst>
                <a:ext uri="{FF2B5EF4-FFF2-40B4-BE49-F238E27FC236}">
                  <a16:creationId xmlns:a16="http://schemas.microsoft.com/office/drawing/2014/main" id="{D09641C5-C218-89C0-1C6E-7AEFF057986B}"/>
                </a:ext>
              </a:extLst>
            </p:cNvPr>
            <p:cNvSpPr/>
            <p:nvPr/>
          </p:nvSpPr>
          <p:spPr>
            <a:xfrm>
              <a:off x="1216572" y="4371376"/>
              <a:ext cx="55637" cy="83506"/>
            </a:xfrm>
            <a:custGeom>
              <a:avLst/>
              <a:gdLst>
                <a:gd name="csX0" fmla="*/ 27819 w 55637"/>
                <a:gd name="csY0" fmla="*/ 8626 h 83506"/>
                <a:gd name="csX1" fmla="*/ 15149 w 55637"/>
                <a:gd name="csY1" fmla="*/ 16928 h 83506"/>
                <a:gd name="csX2" fmla="*/ 10944 w 55637"/>
                <a:gd name="csY2" fmla="*/ 41781 h 83506"/>
                <a:gd name="csX3" fmla="*/ 15149 w 55637"/>
                <a:gd name="csY3" fmla="*/ 66635 h 83506"/>
                <a:gd name="csX4" fmla="*/ 27819 w 55637"/>
                <a:gd name="csY4" fmla="*/ 74884 h 83506"/>
                <a:gd name="csX5" fmla="*/ 40487 w 55637"/>
                <a:gd name="csY5" fmla="*/ 66635 h 83506"/>
                <a:gd name="csX6" fmla="*/ 44747 w 55637"/>
                <a:gd name="csY6" fmla="*/ 41781 h 83506"/>
                <a:gd name="csX7" fmla="*/ 40487 w 55637"/>
                <a:gd name="csY7" fmla="*/ 16928 h 83506"/>
                <a:gd name="csX8" fmla="*/ 27819 w 55637"/>
                <a:gd name="csY8" fmla="*/ 8626 h 83506"/>
                <a:gd name="csX9" fmla="*/ 27819 w 55637"/>
                <a:gd name="csY9" fmla="*/ 0 h 83506"/>
                <a:gd name="csX10" fmla="*/ 48467 w 55637"/>
                <a:gd name="csY10" fmla="*/ 10729 h 83506"/>
                <a:gd name="csX11" fmla="*/ 55637 w 55637"/>
                <a:gd name="csY11" fmla="*/ 41781 h 83506"/>
                <a:gd name="csX12" fmla="*/ 48467 w 55637"/>
                <a:gd name="csY12" fmla="*/ 72835 h 83506"/>
                <a:gd name="csX13" fmla="*/ 27819 w 55637"/>
                <a:gd name="csY13" fmla="*/ 83507 h 83506"/>
                <a:gd name="csX14" fmla="*/ 7116 w 55637"/>
                <a:gd name="csY14" fmla="*/ 72835 h 83506"/>
                <a:gd name="csX15" fmla="*/ 0 w 55637"/>
                <a:gd name="csY15" fmla="*/ 41781 h 83506"/>
                <a:gd name="csX16" fmla="*/ 7116 w 55637"/>
                <a:gd name="csY16" fmla="*/ 10729 h 83506"/>
                <a:gd name="csX17" fmla="*/ 27819 w 55637"/>
                <a:gd name="csY17" fmla="*/ 0 h 835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06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3"/>
                    <a:pt x="10944" y="41781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7" y="66635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3"/>
                    <a:pt x="43327" y="22428"/>
                    <a:pt x="40487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5"/>
                    <a:pt x="53247" y="65686"/>
                    <a:pt x="48467" y="72835"/>
                  </a:cubicBezTo>
                  <a:cubicBezTo>
                    <a:pt x="43723" y="79949"/>
                    <a:pt x="36840" y="83507"/>
                    <a:pt x="27819" y="83507"/>
                  </a:cubicBezTo>
                  <a:cubicBezTo>
                    <a:pt x="18797" y="83507"/>
                    <a:pt x="11897" y="79949"/>
                    <a:pt x="7116" y="72835"/>
                  </a:cubicBezTo>
                  <a:cubicBezTo>
                    <a:pt x="2372" y="65686"/>
                    <a:pt x="0" y="55334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Freeform 921">
              <a:extLst>
                <a:ext uri="{FF2B5EF4-FFF2-40B4-BE49-F238E27FC236}">
                  <a16:creationId xmlns:a16="http://schemas.microsoft.com/office/drawing/2014/main" id="{5B7E412D-70B1-5AF3-8FE5-28CA4AFE7405}"/>
                </a:ext>
              </a:extLst>
            </p:cNvPr>
            <p:cNvSpPr/>
            <p:nvPr/>
          </p:nvSpPr>
          <p:spPr>
            <a:xfrm>
              <a:off x="1288060" y="4372831"/>
              <a:ext cx="52078" cy="82051"/>
            </a:xfrm>
            <a:custGeom>
              <a:avLst/>
              <a:gdLst>
                <a:gd name="csX0" fmla="*/ 3396 w 52078"/>
                <a:gd name="csY0" fmla="*/ 0 h 82051"/>
                <a:gd name="csX1" fmla="*/ 46149 w 52078"/>
                <a:gd name="csY1" fmla="*/ 0 h 82051"/>
                <a:gd name="csX2" fmla="*/ 46149 w 52078"/>
                <a:gd name="csY2" fmla="*/ 9166 h 82051"/>
                <a:gd name="csX3" fmla="*/ 13371 w 52078"/>
                <a:gd name="csY3" fmla="*/ 9166 h 82051"/>
                <a:gd name="csX4" fmla="*/ 13371 w 52078"/>
                <a:gd name="csY4" fmla="*/ 28898 h 82051"/>
                <a:gd name="csX5" fmla="*/ 18115 w 52078"/>
                <a:gd name="csY5" fmla="*/ 27708 h 82051"/>
                <a:gd name="csX6" fmla="*/ 22858 w 52078"/>
                <a:gd name="csY6" fmla="*/ 27284 h 82051"/>
                <a:gd name="csX7" fmla="*/ 44208 w 52078"/>
                <a:gd name="csY7" fmla="*/ 34664 h 82051"/>
                <a:gd name="csX8" fmla="*/ 52079 w 52078"/>
                <a:gd name="csY8" fmla="*/ 54662 h 82051"/>
                <a:gd name="csX9" fmla="*/ 43992 w 52078"/>
                <a:gd name="csY9" fmla="*/ 74889 h 82051"/>
                <a:gd name="csX10" fmla="*/ 21188 w 52078"/>
                <a:gd name="csY10" fmla="*/ 82051 h 82051"/>
                <a:gd name="csX11" fmla="*/ 10837 w 52078"/>
                <a:gd name="csY11" fmla="*/ 81192 h 82051"/>
                <a:gd name="csX12" fmla="*/ 0 w 52078"/>
                <a:gd name="csY12" fmla="*/ 78605 h 82051"/>
                <a:gd name="csX13" fmla="*/ 0 w 52078"/>
                <a:gd name="csY13" fmla="*/ 67663 h 82051"/>
                <a:gd name="csX14" fmla="*/ 10028 w 52078"/>
                <a:gd name="csY14" fmla="*/ 71597 h 82051"/>
                <a:gd name="csX15" fmla="*/ 20971 w 52078"/>
                <a:gd name="csY15" fmla="*/ 72891 h 82051"/>
                <a:gd name="csX16" fmla="*/ 35744 w 52078"/>
                <a:gd name="csY16" fmla="*/ 67984 h 82051"/>
                <a:gd name="csX17" fmla="*/ 41189 w 52078"/>
                <a:gd name="csY17" fmla="*/ 54662 h 82051"/>
                <a:gd name="csX18" fmla="*/ 35744 w 52078"/>
                <a:gd name="csY18" fmla="*/ 41351 h 82051"/>
                <a:gd name="csX19" fmla="*/ 20971 w 52078"/>
                <a:gd name="csY19" fmla="*/ 36444 h 82051"/>
                <a:gd name="csX20" fmla="*/ 12238 w 52078"/>
                <a:gd name="csY20" fmla="*/ 37417 h 82051"/>
                <a:gd name="csX21" fmla="*/ 3396 w 52078"/>
                <a:gd name="csY21" fmla="*/ 40430 h 82051"/>
                <a:gd name="csX22" fmla="*/ 3396 w 52078"/>
                <a:gd name="csY22" fmla="*/ 0 h 82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2078" h="82051">
                  <a:moveTo>
                    <a:pt x="3396" y="0"/>
                  </a:moveTo>
                  <a:lnTo>
                    <a:pt x="46149" y="0"/>
                  </a:lnTo>
                  <a:lnTo>
                    <a:pt x="46149" y="9166"/>
                  </a:lnTo>
                  <a:lnTo>
                    <a:pt x="13371" y="9166"/>
                  </a:lnTo>
                  <a:lnTo>
                    <a:pt x="13371" y="28898"/>
                  </a:lnTo>
                  <a:cubicBezTo>
                    <a:pt x="14952" y="28360"/>
                    <a:pt x="16533" y="27963"/>
                    <a:pt x="18115" y="27708"/>
                  </a:cubicBezTo>
                  <a:cubicBezTo>
                    <a:pt x="19696" y="27425"/>
                    <a:pt x="21277" y="27284"/>
                    <a:pt x="22858" y="27284"/>
                  </a:cubicBezTo>
                  <a:cubicBezTo>
                    <a:pt x="31844" y="27284"/>
                    <a:pt x="38960" y="29744"/>
                    <a:pt x="44208" y="34664"/>
                  </a:cubicBezTo>
                  <a:cubicBezTo>
                    <a:pt x="49455" y="39591"/>
                    <a:pt x="52079" y="46257"/>
                    <a:pt x="52079" y="54662"/>
                  </a:cubicBezTo>
                  <a:cubicBezTo>
                    <a:pt x="52079" y="63330"/>
                    <a:pt x="49383" y="70072"/>
                    <a:pt x="43992" y="74889"/>
                  </a:cubicBezTo>
                  <a:cubicBezTo>
                    <a:pt x="38601" y="79664"/>
                    <a:pt x="30999" y="82051"/>
                    <a:pt x="21188" y="82051"/>
                  </a:cubicBezTo>
                  <a:cubicBezTo>
                    <a:pt x="17809" y="82051"/>
                    <a:pt x="14359" y="81765"/>
                    <a:pt x="10837" y="81192"/>
                  </a:cubicBezTo>
                  <a:cubicBezTo>
                    <a:pt x="7350" y="80620"/>
                    <a:pt x="3738" y="79757"/>
                    <a:pt x="0" y="78605"/>
                  </a:cubicBezTo>
                  <a:lnTo>
                    <a:pt x="0" y="67663"/>
                  </a:lnTo>
                  <a:cubicBezTo>
                    <a:pt x="3235" y="69423"/>
                    <a:pt x="6578" y="70734"/>
                    <a:pt x="10028" y="71597"/>
                  </a:cubicBezTo>
                  <a:cubicBezTo>
                    <a:pt x="13479" y="72459"/>
                    <a:pt x="17126" y="72891"/>
                    <a:pt x="20971" y="72891"/>
                  </a:cubicBezTo>
                  <a:cubicBezTo>
                    <a:pt x="27190" y="72891"/>
                    <a:pt x="32114" y="71255"/>
                    <a:pt x="35744" y="67984"/>
                  </a:cubicBezTo>
                  <a:cubicBezTo>
                    <a:pt x="39374" y="64713"/>
                    <a:pt x="41189" y="60273"/>
                    <a:pt x="41189" y="54662"/>
                  </a:cubicBezTo>
                  <a:cubicBezTo>
                    <a:pt x="41189" y="49059"/>
                    <a:pt x="39374" y="44622"/>
                    <a:pt x="35744" y="41351"/>
                  </a:cubicBezTo>
                  <a:cubicBezTo>
                    <a:pt x="32114" y="38080"/>
                    <a:pt x="27190" y="36444"/>
                    <a:pt x="20971" y="36444"/>
                  </a:cubicBezTo>
                  <a:cubicBezTo>
                    <a:pt x="18061" y="36444"/>
                    <a:pt x="15150" y="36769"/>
                    <a:pt x="12238" y="37417"/>
                  </a:cubicBezTo>
                  <a:cubicBezTo>
                    <a:pt x="9363" y="38066"/>
                    <a:pt x="6415" y="39070"/>
                    <a:pt x="3396" y="40430"/>
                  </a:cubicBezTo>
                  <a:lnTo>
                    <a:pt x="3396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Freeform 922">
              <a:extLst>
                <a:ext uri="{FF2B5EF4-FFF2-40B4-BE49-F238E27FC236}">
                  <a16:creationId xmlns:a16="http://schemas.microsoft.com/office/drawing/2014/main" id="{3ED4ACE0-8536-AD23-96AB-17570F025053}"/>
                </a:ext>
              </a:extLst>
            </p:cNvPr>
            <p:cNvSpPr/>
            <p:nvPr/>
          </p:nvSpPr>
          <p:spPr>
            <a:xfrm>
              <a:off x="1108910" y="4035184"/>
              <a:ext cx="55637" cy="83508"/>
            </a:xfrm>
            <a:custGeom>
              <a:avLst/>
              <a:gdLst>
                <a:gd name="csX0" fmla="*/ 27819 w 55637"/>
                <a:gd name="csY0" fmla="*/ 8626 h 83508"/>
                <a:gd name="csX1" fmla="*/ 15149 w 55637"/>
                <a:gd name="csY1" fmla="*/ 16928 h 83508"/>
                <a:gd name="csX2" fmla="*/ 10944 w 55637"/>
                <a:gd name="csY2" fmla="*/ 41781 h 83508"/>
                <a:gd name="csX3" fmla="*/ 15149 w 55637"/>
                <a:gd name="csY3" fmla="*/ 66634 h 83508"/>
                <a:gd name="csX4" fmla="*/ 27819 w 55637"/>
                <a:gd name="csY4" fmla="*/ 74883 h 83508"/>
                <a:gd name="csX5" fmla="*/ 40488 w 55637"/>
                <a:gd name="csY5" fmla="*/ 66634 h 83508"/>
                <a:gd name="csX6" fmla="*/ 44747 w 55637"/>
                <a:gd name="csY6" fmla="*/ 41781 h 83508"/>
                <a:gd name="csX7" fmla="*/ 40488 w 55637"/>
                <a:gd name="csY7" fmla="*/ 16928 h 83508"/>
                <a:gd name="csX8" fmla="*/ 27819 w 55637"/>
                <a:gd name="csY8" fmla="*/ 8626 h 83508"/>
                <a:gd name="csX9" fmla="*/ 27819 w 55637"/>
                <a:gd name="csY9" fmla="*/ 0 h 83508"/>
                <a:gd name="csX10" fmla="*/ 48467 w 55637"/>
                <a:gd name="csY10" fmla="*/ 10728 h 83508"/>
                <a:gd name="csX11" fmla="*/ 55637 w 55637"/>
                <a:gd name="csY11" fmla="*/ 41781 h 83508"/>
                <a:gd name="csX12" fmla="*/ 48467 w 55637"/>
                <a:gd name="csY12" fmla="*/ 72835 h 83508"/>
                <a:gd name="csX13" fmla="*/ 27819 w 55637"/>
                <a:gd name="csY13" fmla="*/ 83509 h 83508"/>
                <a:gd name="csX14" fmla="*/ 7116 w 55637"/>
                <a:gd name="csY14" fmla="*/ 72835 h 83508"/>
                <a:gd name="csX15" fmla="*/ 0 w 55637"/>
                <a:gd name="csY15" fmla="*/ 41781 h 83508"/>
                <a:gd name="csX16" fmla="*/ 7116 w 55637"/>
                <a:gd name="csY16" fmla="*/ 10728 h 83508"/>
                <a:gd name="csX17" fmla="*/ 27819 w 55637"/>
                <a:gd name="csY17" fmla="*/ 0 h 83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08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7"/>
                    <a:pt x="10944" y="30711"/>
                    <a:pt x="10944" y="41781"/>
                  </a:cubicBezTo>
                  <a:cubicBezTo>
                    <a:pt x="10944" y="52816"/>
                    <a:pt x="12346" y="61100"/>
                    <a:pt x="15149" y="66634"/>
                  </a:cubicBezTo>
                  <a:cubicBezTo>
                    <a:pt x="17989" y="72134"/>
                    <a:pt x="22212" y="74883"/>
                    <a:pt x="27819" y="74883"/>
                  </a:cubicBezTo>
                  <a:cubicBezTo>
                    <a:pt x="33461" y="74883"/>
                    <a:pt x="37684" y="72134"/>
                    <a:pt x="40488" y="66634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1"/>
                    <a:pt x="43327" y="22427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8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1"/>
                    <a:pt x="53247" y="65682"/>
                    <a:pt x="48467" y="72835"/>
                  </a:cubicBezTo>
                  <a:cubicBezTo>
                    <a:pt x="43723" y="79951"/>
                    <a:pt x="36840" y="83509"/>
                    <a:pt x="27819" y="83509"/>
                  </a:cubicBezTo>
                  <a:cubicBezTo>
                    <a:pt x="18797" y="83509"/>
                    <a:pt x="11897" y="79951"/>
                    <a:pt x="7116" y="72835"/>
                  </a:cubicBezTo>
                  <a:cubicBezTo>
                    <a:pt x="2372" y="65682"/>
                    <a:pt x="0" y="55331"/>
                    <a:pt x="0" y="41781"/>
                  </a:cubicBezTo>
                  <a:cubicBezTo>
                    <a:pt x="0" y="28196"/>
                    <a:pt x="2372" y="17845"/>
                    <a:pt x="7116" y="10728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Freeform 923">
              <a:extLst>
                <a:ext uri="{FF2B5EF4-FFF2-40B4-BE49-F238E27FC236}">
                  <a16:creationId xmlns:a16="http://schemas.microsoft.com/office/drawing/2014/main" id="{6B27B1F3-86A0-0C96-5A17-8849720F23BA}"/>
                </a:ext>
              </a:extLst>
            </p:cNvPr>
            <p:cNvSpPr/>
            <p:nvPr/>
          </p:nvSpPr>
          <p:spPr>
            <a:xfrm>
              <a:off x="1183686" y="4103436"/>
              <a:ext cx="11375" cy="13693"/>
            </a:xfrm>
            <a:custGeom>
              <a:avLst/>
              <a:gdLst>
                <a:gd name="csX0" fmla="*/ 0 w 11375"/>
                <a:gd name="csY0" fmla="*/ 0 h 13693"/>
                <a:gd name="csX1" fmla="*/ 11376 w 11375"/>
                <a:gd name="csY1" fmla="*/ 0 h 13693"/>
                <a:gd name="csX2" fmla="*/ 11376 w 11375"/>
                <a:gd name="csY2" fmla="*/ 13694 h 13693"/>
                <a:gd name="csX3" fmla="*/ 0 w 11375"/>
                <a:gd name="csY3" fmla="*/ 13694 h 13693"/>
                <a:gd name="csX4" fmla="*/ 0 w 11375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3">
                  <a:moveTo>
                    <a:pt x="0" y="0"/>
                  </a:moveTo>
                  <a:lnTo>
                    <a:pt x="11376" y="0"/>
                  </a:lnTo>
                  <a:lnTo>
                    <a:pt x="11376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Freeform 924">
              <a:extLst>
                <a:ext uri="{FF2B5EF4-FFF2-40B4-BE49-F238E27FC236}">
                  <a16:creationId xmlns:a16="http://schemas.microsoft.com/office/drawing/2014/main" id="{7BBD3909-1404-A1DB-57FB-B65DD11EE754}"/>
                </a:ext>
              </a:extLst>
            </p:cNvPr>
            <p:cNvSpPr/>
            <p:nvPr/>
          </p:nvSpPr>
          <p:spPr>
            <a:xfrm>
              <a:off x="1219106" y="4036639"/>
              <a:ext cx="47927" cy="80490"/>
            </a:xfrm>
            <a:custGeom>
              <a:avLst/>
              <a:gdLst>
                <a:gd name="csX0" fmla="*/ 1563 w 47927"/>
                <a:gd name="csY0" fmla="*/ 71326 h 80490"/>
                <a:gd name="csX1" fmla="*/ 19355 w 47927"/>
                <a:gd name="csY1" fmla="*/ 71326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2 h 80490"/>
                <a:gd name="csX5" fmla="*/ 19247 w 47927"/>
                <a:gd name="csY5" fmla="*/ 0 h 80490"/>
                <a:gd name="csX6" fmla="*/ 30136 w 47927"/>
                <a:gd name="csY6" fmla="*/ 0 h 80490"/>
                <a:gd name="csX7" fmla="*/ 30136 w 47927"/>
                <a:gd name="csY7" fmla="*/ 71326 h 80490"/>
                <a:gd name="csX8" fmla="*/ 47928 w 47927"/>
                <a:gd name="csY8" fmla="*/ 71326 h 80490"/>
                <a:gd name="csX9" fmla="*/ 47928 w 47927"/>
                <a:gd name="csY9" fmla="*/ 80491 h 80490"/>
                <a:gd name="csX10" fmla="*/ 1563 w 47927"/>
                <a:gd name="csY10" fmla="*/ 80491 h 80490"/>
                <a:gd name="csX11" fmla="*/ 1563 w 47927"/>
                <a:gd name="csY11" fmla="*/ 71326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3" y="71326"/>
                  </a:moveTo>
                  <a:lnTo>
                    <a:pt x="19355" y="71326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2"/>
                  </a:lnTo>
                  <a:lnTo>
                    <a:pt x="19247" y="0"/>
                  </a:lnTo>
                  <a:lnTo>
                    <a:pt x="30136" y="0"/>
                  </a:lnTo>
                  <a:lnTo>
                    <a:pt x="30136" y="71326"/>
                  </a:lnTo>
                  <a:lnTo>
                    <a:pt x="47928" y="71326"/>
                  </a:lnTo>
                  <a:lnTo>
                    <a:pt x="47928" y="80491"/>
                  </a:lnTo>
                  <a:lnTo>
                    <a:pt x="1563" y="80491"/>
                  </a:lnTo>
                  <a:lnTo>
                    <a:pt x="1563" y="71326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944C7773-F416-103D-791E-4A0D587CA6CD}"/>
                </a:ext>
              </a:extLst>
            </p:cNvPr>
            <p:cNvSpPr/>
            <p:nvPr/>
          </p:nvSpPr>
          <p:spPr>
            <a:xfrm>
              <a:off x="1284502" y="4035184"/>
              <a:ext cx="55636" cy="83508"/>
            </a:xfrm>
            <a:custGeom>
              <a:avLst/>
              <a:gdLst>
                <a:gd name="csX0" fmla="*/ 27818 w 55636"/>
                <a:gd name="csY0" fmla="*/ 8626 h 83508"/>
                <a:gd name="csX1" fmla="*/ 15149 w 55636"/>
                <a:gd name="csY1" fmla="*/ 16928 h 83508"/>
                <a:gd name="csX2" fmla="*/ 10943 w 55636"/>
                <a:gd name="csY2" fmla="*/ 41781 h 83508"/>
                <a:gd name="csX3" fmla="*/ 15149 w 55636"/>
                <a:gd name="csY3" fmla="*/ 66634 h 83508"/>
                <a:gd name="csX4" fmla="*/ 27818 w 55636"/>
                <a:gd name="csY4" fmla="*/ 74883 h 83508"/>
                <a:gd name="csX5" fmla="*/ 40487 w 55636"/>
                <a:gd name="csY5" fmla="*/ 66634 h 83508"/>
                <a:gd name="csX6" fmla="*/ 44747 w 55636"/>
                <a:gd name="csY6" fmla="*/ 41781 h 83508"/>
                <a:gd name="csX7" fmla="*/ 40487 w 55636"/>
                <a:gd name="csY7" fmla="*/ 16928 h 83508"/>
                <a:gd name="csX8" fmla="*/ 27818 w 55636"/>
                <a:gd name="csY8" fmla="*/ 8626 h 83508"/>
                <a:gd name="csX9" fmla="*/ 27818 w 55636"/>
                <a:gd name="csY9" fmla="*/ 0 h 83508"/>
                <a:gd name="csX10" fmla="*/ 48466 w 55636"/>
                <a:gd name="csY10" fmla="*/ 10728 h 83508"/>
                <a:gd name="csX11" fmla="*/ 55636 w 55636"/>
                <a:gd name="csY11" fmla="*/ 41781 h 83508"/>
                <a:gd name="csX12" fmla="*/ 48466 w 55636"/>
                <a:gd name="csY12" fmla="*/ 72835 h 83508"/>
                <a:gd name="csX13" fmla="*/ 27818 w 55636"/>
                <a:gd name="csY13" fmla="*/ 83509 h 83508"/>
                <a:gd name="csX14" fmla="*/ 7116 w 55636"/>
                <a:gd name="csY14" fmla="*/ 72835 h 83508"/>
                <a:gd name="csX15" fmla="*/ 0 w 55636"/>
                <a:gd name="csY15" fmla="*/ 41781 h 83508"/>
                <a:gd name="csX16" fmla="*/ 7116 w 55636"/>
                <a:gd name="csY16" fmla="*/ 10728 h 83508"/>
                <a:gd name="csX17" fmla="*/ 27818 w 55636"/>
                <a:gd name="csY17" fmla="*/ 0 h 83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8">
                  <a:moveTo>
                    <a:pt x="27818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5" y="22427"/>
                    <a:pt x="10943" y="30711"/>
                    <a:pt x="10943" y="41781"/>
                  </a:cubicBezTo>
                  <a:cubicBezTo>
                    <a:pt x="10943" y="52816"/>
                    <a:pt x="12345" y="61100"/>
                    <a:pt x="15149" y="66634"/>
                  </a:cubicBezTo>
                  <a:cubicBezTo>
                    <a:pt x="17989" y="72134"/>
                    <a:pt x="22212" y="74883"/>
                    <a:pt x="27818" y="74883"/>
                  </a:cubicBezTo>
                  <a:cubicBezTo>
                    <a:pt x="33461" y="74883"/>
                    <a:pt x="37684" y="72134"/>
                    <a:pt x="40487" y="66634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1"/>
                    <a:pt x="43327" y="22427"/>
                    <a:pt x="40487" y="16928"/>
                  </a:cubicBezTo>
                  <a:cubicBezTo>
                    <a:pt x="37684" y="11393"/>
                    <a:pt x="33461" y="8626"/>
                    <a:pt x="27818" y="8626"/>
                  </a:cubicBezTo>
                  <a:moveTo>
                    <a:pt x="27818" y="0"/>
                  </a:moveTo>
                  <a:cubicBezTo>
                    <a:pt x="36839" y="0"/>
                    <a:pt x="43722" y="3576"/>
                    <a:pt x="48466" y="10728"/>
                  </a:cubicBezTo>
                  <a:cubicBezTo>
                    <a:pt x="53246" y="17845"/>
                    <a:pt x="55636" y="28196"/>
                    <a:pt x="55636" y="41781"/>
                  </a:cubicBezTo>
                  <a:cubicBezTo>
                    <a:pt x="55636" y="55331"/>
                    <a:pt x="53246" y="65682"/>
                    <a:pt x="48466" y="72835"/>
                  </a:cubicBezTo>
                  <a:cubicBezTo>
                    <a:pt x="43722" y="79951"/>
                    <a:pt x="36839" y="83509"/>
                    <a:pt x="27818" y="83509"/>
                  </a:cubicBezTo>
                  <a:cubicBezTo>
                    <a:pt x="18797" y="83509"/>
                    <a:pt x="11897" y="79951"/>
                    <a:pt x="7116" y="72835"/>
                  </a:cubicBezTo>
                  <a:cubicBezTo>
                    <a:pt x="2372" y="65682"/>
                    <a:pt x="0" y="55331"/>
                    <a:pt x="0" y="41781"/>
                  </a:cubicBezTo>
                  <a:cubicBezTo>
                    <a:pt x="0" y="28196"/>
                    <a:pt x="2372" y="17845"/>
                    <a:pt x="7116" y="10728"/>
                  </a:cubicBezTo>
                  <a:cubicBezTo>
                    <a:pt x="11897" y="3576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Freeform 926">
              <a:extLst>
                <a:ext uri="{FF2B5EF4-FFF2-40B4-BE49-F238E27FC236}">
                  <a16:creationId xmlns:a16="http://schemas.microsoft.com/office/drawing/2014/main" id="{FB32757C-4B74-70D8-2464-E1ABFC047039}"/>
                </a:ext>
              </a:extLst>
            </p:cNvPr>
            <p:cNvSpPr/>
            <p:nvPr/>
          </p:nvSpPr>
          <p:spPr>
            <a:xfrm>
              <a:off x="1111228" y="3698991"/>
              <a:ext cx="55636" cy="83509"/>
            </a:xfrm>
            <a:custGeom>
              <a:avLst/>
              <a:gdLst>
                <a:gd name="csX0" fmla="*/ 27819 w 55636"/>
                <a:gd name="csY0" fmla="*/ 8627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6 h 83509"/>
                <a:gd name="csX4" fmla="*/ 27819 w 55636"/>
                <a:gd name="csY4" fmla="*/ 74884 h 83509"/>
                <a:gd name="csX5" fmla="*/ 40488 w 55636"/>
                <a:gd name="csY5" fmla="*/ 66636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7 h 83509"/>
                <a:gd name="csX9" fmla="*/ 27819 w 55636"/>
                <a:gd name="csY9" fmla="*/ 0 h 83509"/>
                <a:gd name="csX10" fmla="*/ 48466 w 55636"/>
                <a:gd name="csY10" fmla="*/ 10729 h 83509"/>
                <a:gd name="csX11" fmla="*/ 55637 w 55636"/>
                <a:gd name="csY11" fmla="*/ 41782 h 83509"/>
                <a:gd name="csX12" fmla="*/ 48466 w 55636"/>
                <a:gd name="csY12" fmla="*/ 72835 h 83509"/>
                <a:gd name="csX13" fmla="*/ 27819 w 55636"/>
                <a:gd name="csY13" fmla="*/ 83510 h 83509"/>
                <a:gd name="csX14" fmla="*/ 7116 w 55636"/>
                <a:gd name="csY14" fmla="*/ 72835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7"/>
                  </a:moveTo>
                  <a:cubicBezTo>
                    <a:pt x="22212" y="8627"/>
                    <a:pt x="17989" y="11394"/>
                    <a:pt x="15149" y="16928"/>
                  </a:cubicBezTo>
                  <a:cubicBezTo>
                    <a:pt x="12346" y="22428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5"/>
                    <a:pt x="22212" y="74884"/>
                    <a:pt x="27819" y="74884"/>
                  </a:cubicBezTo>
                  <a:cubicBezTo>
                    <a:pt x="33461" y="74884"/>
                    <a:pt x="37684" y="72135"/>
                    <a:pt x="40488" y="66636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4"/>
                    <a:pt x="33461" y="8627"/>
                    <a:pt x="27819" y="8627"/>
                  </a:cubicBezTo>
                  <a:moveTo>
                    <a:pt x="27819" y="0"/>
                  </a:moveTo>
                  <a:cubicBezTo>
                    <a:pt x="36840" y="0"/>
                    <a:pt x="43722" y="3576"/>
                    <a:pt x="48466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6" y="72835"/>
                  </a:cubicBezTo>
                  <a:cubicBezTo>
                    <a:pt x="43722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5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8" name="Freeform 927">
              <a:extLst>
                <a:ext uri="{FF2B5EF4-FFF2-40B4-BE49-F238E27FC236}">
                  <a16:creationId xmlns:a16="http://schemas.microsoft.com/office/drawing/2014/main" id="{F0F0DC4B-F8D6-0808-1452-ACD7FBD4F647}"/>
                </a:ext>
              </a:extLst>
            </p:cNvPr>
            <p:cNvSpPr/>
            <p:nvPr/>
          </p:nvSpPr>
          <p:spPr>
            <a:xfrm>
              <a:off x="1186004" y="3767243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9" name="Freeform 928">
              <a:extLst>
                <a:ext uri="{FF2B5EF4-FFF2-40B4-BE49-F238E27FC236}">
                  <a16:creationId xmlns:a16="http://schemas.microsoft.com/office/drawing/2014/main" id="{04A5B3F2-0825-3A00-F0A1-388A9903EF53}"/>
                </a:ext>
              </a:extLst>
            </p:cNvPr>
            <p:cNvSpPr/>
            <p:nvPr/>
          </p:nvSpPr>
          <p:spPr>
            <a:xfrm>
              <a:off x="1221424" y="3700447"/>
              <a:ext cx="47927" cy="80490"/>
            </a:xfrm>
            <a:custGeom>
              <a:avLst/>
              <a:gdLst>
                <a:gd name="csX0" fmla="*/ 1564 w 47927"/>
                <a:gd name="csY0" fmla="*/ 71325 h 80490"/>
                <a:gd name="csX1" fmla="*/ 19355 w 47927"/>
                <a:gd name="csY1" fmla="*/ 71325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1 h 80490"/>
                <a:gd name="csX5" fmla="*/ 19247 w 47927"/>
                <a:gd name="csY5" fmla="*/ 0 h 80490"/>
                <a:gd name="csX6" fmla="*/ 30137 w 47927"/>
                <a:gd name="csY6" fmla="*/ 0 h 80490"/>
                <a:gd name="csX7" fmla="*/ 30137 w 47927"/>
                <a:gd name="csY7" fmla="*/ 71325 h 80490"/>
                <a:gd name="csX8" fmla="*/ 47928 w 47927"/>
                <a:gd name="csY8" fmla="*/ 71325 h 80490"/>
                <a:gd name="csX9" fmla="*/ 47928 w 47927"/>
                <a:gd name="csY9" fmla="*/ 80491 h 80490"/>
                <a:gd name="csX10" fmla="*/ 1564 w 47927"/>
                <a:gd name="csY10" fmla="*/ 80491 h 80490"/>
                <a:gd name="csX11" fmla="*/ 1564 w 47927"/>
                <a:gd name="csY11" fmla="*/ 71325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4" y="71325"/>
                  </a:moveTo>
                  <a:lnTo>
                    <a:pt x="19355" y="71325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1"/>
                  </a:lnTo>
                  <a:lnTo>
                    <a:pt x="19247" y="0"/>
                  </a:lnTo>
                  <a:lnTo>
                    <a:pt x="30137" y="0"/>
                  </a:lnTo>
                  <a:lnTo>
                    <a:pt x="30137" y="71325"/>
                  </a:lnTo>
                  <a:lnTo>
                    <a:pt x="47928" y="71325"/>
                  </a:lnTo>
                  <a:lnTo>
                    <a:pt x="47928" y="80491"/>
                  </a:lnTo>
                  <a:lnTo>
                    <a:pt x="1564" y="80491"/>
                  </a:lnTo>
                  <a:lnTo>
                    <a:pt x="1564" y="71325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0" name="Freeform 929">
              <a:extLst>
                <a:ext uri="{FF2B5EF4-FFF2-40B4-BE49-F238E27FC236}">
                  <a16:creationId xmlns:a16="http://schemas.microsoft.com/office/drawing/2014/main" id="{A0F2BE63-EE47-1AEA-763D-0E35E5FAAA69}"/>
                </a:ext>
              </a:extLst>
            </p:cNvPr>
            <p:cNvSpPr/>
            <p:nvPr/>
          </p:nvSpPr>
          <p:spPr>
            <a:xfrm>
              <a:off x="1288060" y="3700447"/>
              <a:ext cx="52078" cy="82053"/>
            </a:xfrm>
            <a:custGeom>
              <a:avLst/>
              <a:gdLst>
                <a:gd name="csX0" fmla="*/ 3396 w 52078"/>
                <a:gd name="csY0" fmla="*/ 0 h 82053"/>
                <a:gd name="csX1" fmla="*/ 46149 w 52078"/>
                <a:gd name="csY1" fmla="*/ 0 h 82053"/>
                <a:gd name="csX2" fmla="*/ 46149 w 52078"/>
                <a:gd name="csY2" fmla="*/ 9165 h 82053"/>
                <a:gd name="csX3" fmla="*/ 13371 w 52078"/>
                <a:gd name="csY3" fmla="*/ 9165 h 82053"/>
                <a:gd name="csX4" fmla="*/ 13371 w 52078"/>
                <a:gd name="csY4" fmla="*/ 28896 h 82053"/>
                <a:gd name="csX5" fmla="*/ 18115 w 52078"/>
                <a:gd name="csY5" fmla="*/ 27710 h 82053"/>
                <a:gd name="csX6" fmla="*/ 22858 w 52078"/>
                <a:gd name="csY6" fmla="*/ 27279 h 82053"/>
                <a:gd name="csX7" fmla="*/ 44208 w 52078"/>
                <a:gd name="csY7" fmla="*/ 34665 h 82053"/>
                <a:gd name="csX8" fmla="*/ 52079 w 52078"/>
                <a:gd name="csY8" fmla="*/ 54667 h 82053"/>
                <a:gd name="csX9" fmla="*/ 43992 w 52078"/>
                <a:gd name="csY9" fmla="*/ 74883 h 82053"/>
                <a:gd name="csX10" fmla="*/ 21188 w 52078"/>
                <a:gd name="csY10" fmla="*/ 82054 h 82053"/>
                <a:gd name="csX11" fmla="*/ 10837 w 52078"/>
                <a:gd name="csY11" fmla="*/ 81191 h 82053"/>
                <a:gd name="csX12" fmla="*/ 0 w 52078"/>
                <a:gd name="csY12" fmla="*/ 78604 h 82053"/>
                <a:gd name="csX13" fmla="*/ 0 w 52078"/>
                <a:gd name="csY13" fmla="*/ 67659 h 82053"/>
                <a:gd name="csX14" fmla="*/ 10028 w 52078"/>
                <a:gd name="csY14" fmla="*/ 71595 h 82053"/>
                <a:gd name="csX15" fmla="*/ 20971 w 52078"/>
                <a:gd name="csY15" fmla="*/ 72889 h 82053"/>
                <a:gd name="csX16" fmla="*/ 35744 w 52078"/>
                <a:gd name="csY16" fmla="*/ 67982 h 82053"/>
                <a:gd name="csX17" fmla="*/ 41189 w 52078"/>
                <a:gd name="csY17" fmla="*/ 54667 h 82053"/>
                <a:gd name="csX18" fmla="*/ 35744 w 52078"/>
                <a:gd name="csY18" fmla="*/ 41350 h 82053"/>
                <a:gd name="csX19" fmla="*/ 20971 w 52078"/>
                <a:gd name="csY19" fmla="*/ 36444 h 82053"/>
                <a:gd name="csX20" fmla="*/ 12238 w 52078"/>
                <a:gd name="csY20" fmla="*/ 37414 h 82053"/>
                <a:gd name="csX21" fmla="*/ 3396 w 52078"/>
                <a:gd name="csY21" fmla="*/ 40434 h 82053"/>
                <a:gd name="csX22" fmla="*/ 3396 w 52078"/>
                <a:gd name="csY22" fmla="*/ 0 h 820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2078" h="82053">
                  <a:moveTo>
                    <a:pt x="3396" y="0"/>
                  </a:moveTo>
                  <a:lnTo>
                    <a:pt x="46149" y="0"/>
                  </a:lnTo>
                  <a:lnTo>
                    <a:pt x="46149" y="9165"/>
                  </a:lnTo>
                  <a:lnTo>
                    <a:pt x="13371" y="9165"/>
                  </a:lnTo>
                  <a:lnTo>
                    <a:pt x="13371" y="28896"/>
                  </a:lnTo>
                  <a:cubicBezTo>
                    <a:pt x="14952" y="28357"/>
                    <a:pt x="16533" y="27962"/>
                    <a:pt x="18115" y="27710"/>
                  </a:cubicBezTo>
                  <a:cubicBezTo>
                    <a:pt x="19696" y="27423"/>
                    <a:pt x="21277" y="27279"/>
                    <a:pt x="22858" y="27279"/>
                  </a:cubicBezTo>
                  <a:cubicBezTo>
                    <a:pt x="31844" y="27279"/>
                    <a:pt x="38960" y="29741"/>
                    <a:pt x="44208" y="34665"/>
                  </a:cubicBezTo>
                  <a:cubicBezTo>
                    <a:pt x="49455" y="39589"/>
                    <a:pt x="52079" y="46256"/>
                    <a:pt x="52079" y="54667"/>
                  </a:cubicBezTo>
                  <a:cubicBezTo>
                    <a:pt x="52079" y="63328"/>
                    <a:pt x="49383" y="70067"/>
                    <a:pt x="43992" y="74883"/>
                  </a:cubicBezTo>
                  <a:cubicBezTo>
                    <a:pt x="38601" y="79663"/>
                    <a:pt x="30999" y="82054"/>
                    <a:pt x="21188" y="82054"/>
                  </a:cubicBezTo>
                  <a:cubicBezTo>
                    <a:pt x="17809" y="82054"/>
                    <a:pt x="14359" y="81766"/>
                    <a:pt x="10837" y="81191"/>
                  </a:cubicBezTo>
                  <a:cubicBezTo>
                    <a:pt x="7350" y="80616"/>
                    <a:pt x="3738" y="79753"/>
                    <a:pt x="0" y="78604"/>
                  </a:cubicBezTo>
                  <a:lnTo>
                    <a:pt x="0" y="67659"/>
                  </a:lnTo>
                  <a:cubicBezTo>
                    <a:pt x="3235" y="69420"/>
                    <a:pt x="6578" y="70732"/>
                    <a:pt x="10028" y="71595"/>
                  </a:cubicBezTo>
                  <a:cubicBezTo>
                    <a:pt x="13479" y="72457"/>
                    <a:pt x="17126" y="72889"/>
                    <a:pt x="20971" y="72889"/>
                  </a:cubicBezTo>
                  <a:cubicBezTo>
                    <a:pt x="27190" y="72889"/>
                    <a:pt x="32114" y="71253"/>
                    <a:pt x="35744" y="67982"/>
                  </a:cubicBezTo>
                  <a:cubicBezTo>
                    <a:pt x="39374" y="64712"/>
                    <a:pt x="41189" y="60273"/>
                    <a:pt x="41189" y="54667"/>
                  </a:cubicBezTo>
                  <a:cubicBezTo>
                    <a:pt x="41189" y="49060"/>
                    <a:pt x="39374" y="44621"/>
                    <a:pt x="35744" y="41350"/>
                  </a:cubicBezTo>
                  <a:cubicBezTo>
                    <a:pt x="32114" y="38079"/>
                    <a:pt x="27190" y="36444"/>
                    <a:pt x="20971" y="36444"/>
                  </a:cubicBezTo>
                  <a:cubicBezTo>
                    <a:pt x="18061" y="36444"/>
                    <a:pt x="15150" y="36768"/>
                    <a:pt x="12238" y="37414"/>
                  </a:cubicBezTo>
                  <a:cubicBezTo>
                    <a:pt x="9363" y="38062"/>
                    <a:pt x="6415" y="39068"/>
                    <a:pt x="3396" y="40434"/>
                  </a:cubicBezTo>
                  <a:lnTo>
                    <a:pt x="3396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7A73AD3C-41A4-E747-AE0F-695B04A503A0}"/>
              </a:ext>
            </a:extLst>
          </p:cNvPr>
          <p:cNvGrpSpPr/>
          <p:nvPr/>
        </p:nvGrpSpPr>
        <p:grpSpPr>
          <a:xfrm>
            <a:off x="1493682" y="3407909"/>
            <a:ext cx="1881537" cy="1343430"/>
            <a:chOff x="1493682" y="3407909"/>
            <a:chExt cx="1881537" cy="1343430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088FAC6-823E-F286-D00D-13DE51CF9EC5}"/>
                </a:ext>
              </a:extLst>
            </p:cNvPr>
            <p:cNvSpPr/>
            <p:nvPr/>
          </p:nvSpPr>
          <p:spPr>
            <a:xfrm>
              <a:off x="2063095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F38F3B3C-404E-C26C-9532-28178EB8B148}"/>
                </a:ext>
              </a:extLst>
            </p:cNvPr>
            <p:cNvSpPr/>
            <p:nvPr/>
          </p:nvSpPr>
          <p:spPr>
            <a:xfrm>
              <a:off x="2805803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46D1910B-8EAD-42C5-2EBB-A768EBD29F53}"/>
                </a:ext>
              </a:extLst>
            </p:cNvPr>
            <p:cNvSpPr/>
            <p:nvPr/>
          </p:nvSpPr>
          <p:spPr>
            <a:xfrm>
              <a:off x="1691739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B61F7DE-526F-34B7-4CBC-FC39688F5F62}"/>
                </a:ext>
              </a:extLst>
            </p:cNvPr>
            <p:cNvSpPr/>
            <p:nvPr/>
          </p:nvSpPr>
          <p:spPr>
            <a:xfrm>
              <a:off x="2063095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EE85CD32-3474-1754-942F-15B53C0EC237}"/>
                </a:ext>
              </a:extLst>
            </p:cNvPr>
            <p:cNvSpPr/>
            <p:nvPr/>
          </p:nvSpPr>
          <p:spPr>
            <a:xfrm>
              <a:off x="243445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71FA5885-FF2E-AFFF-AC99-D190EAEAC59E}"/>
                </a:ext>
              </a:extLst>
            </p:cNvPr>
            <p:cNvSpPr/>
            <p:nvPr/>
          </p:nvSpPr>
          <p:spPr>
            <a:xfrm>
              <a:off x="2805803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CD89DD9E-F092-9C06-1014-A7C558EBF0ED}"/>
                </a:ext>
              </a:extLst>
            </p:cNvPr>
            <p:cNvSpPr/>
            <p:nvPr/>
          </p:nvSpPr>
          <p:spPr>
            <a:xfrm>
              <a:off x="3177161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1" name="Freeform 930">
              <a:extLst>
                <a:ext uri="{FF2B5EF4-FFF2-40B4-BE49-F238E27FC236}">
                  <a16:creationId xmlns:a16="http://schemas.microsoft.com/office/drawing/2014/main" id="{1606D849-9085-2319-B4A3-29984B4DD87D}"/>
                </a:ext>
              </a:extLst>
            </p:cNvPr>
            <p:cNvSpPr/>
            <p:nvPr/>
          </p:nvSpPr>
          <p:spPr>
            <a:xfrm>
              <a:off x="1493682" y="4749197"/>
              <a:ext cx="24756" cy="72"/>
            </a:xfrm>
            <a:custGeom>
              <a:avLst/>
              <a:gdLst>
                <a:gd name="csX0" fmla="*/ 0 w 24756"/>
                <a:gd name="csY0" fmla="*/ 0 h 72"/>
                <a:gd name="csX1" fmla="*/ 0 w 24756"/>
                <a:gd name="csY1" fmla="*/ 72 h 72"/>
                <a:gd name="csX2" fmla="*/ 24757 w 24756"/>
                <a:gd name="csY2" fmla="*/ 72 h 72"/>
                <a:gd name="csX3" fmla="*/ 24757 w 24756"/>
                <a:gd name="csY3" fmla="*/ 0 h 72"/>
                <a:gd name="csX4" fmla="*/ 0 w 24756"/>
                <a:gd name="csY4" fmla="*/ 0 h 72"/>
                <a:gd name="csX5" fmla="*/ 0 w 24756"/>
                <a:gd name="csY5" fmla="*/ 0 h 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72">
                  <a:moveTo>
                    <a:pt x="0" y="0"/>
                  </a:moveTo>
                  <a:lnTo>
                    <a:pt x="0" y="72"/>
                  </a:lnTo>
                  <a:lnTo>
                    <a:pt x="24757" y="7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2" name="Freeform 931">
              <a:extLst>
                <a:ext uri="{FF2B5EF4-FFF2-40B4-BE49-F238E27FC236}">
                  <a16:creationId xmlns:a16="http://schemas.microsoft.com/office/drawing/2014/main" id="{86C8B0A4-D2D6-DED4-FC11-E3CE76E2BFA3}"/>
                </a:ext>
              </a:extLst>
            </p:cNvPr>
            <p:cNvSpPr/>
            <p:nvPr/>
          </p:nvSpPr>
          <p:spPr>
            <a:xfrm>
              <a:off x="1493682" y="4749197"/>
              <a:ext cx="24756" cy="72"/>
            </a:xfrm>
            <a:custGeom>
              <a:avLst/>
              <a:gdLst>
                <a:gd name="csX0" fmla="*/ 0 w 24756"/>
                <a:gd name="csY0" fmla="*/ 0 h 72"/>
                <a:gd name="csX1" fmla="*/ 0 w 24756"/>
                <a:gd name="csY1" fmla="*/ 72 h 72"/>
                <a:gd name="csX2" fmla="*/ 24757 w 24756"/>
                <a:gd name="csY2" fmla="*/ 72 h 72"/>
                <a:gd name="csX3" fmla="*/ 24757 w 24756"/>
                <a:gd name="csY3" fmla="*/ 0 h 72"/>
                <a:gd name="csX4" fmla="*/ 0 w 24756"/>
                <a:gd name="csY4" fmla="*/ 0 h 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72">
                  <a:moveTo>
                    <a:pt x="0" y="0"/>
                  </a:moveTo>
                  <a:lnTo>
                    <a:pt x="0" y="72"/>
                  </a:lnTo>
                  <a:lnTo>
                    <a:pt x="24757" y="7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336F082C-546A-EE82-14F2-E71C2EE29D13}"/>
                </a:ext>
              </a:extLst>
            </p:cNvPr>
            <p:cNvSpPr/>
            <p:nvPr/>
          </p:nvSpPr>
          <p:spPr>
            <a:xfrm>
              <a:off x="1518439" y="4749269"/>
              <a:ext cx="24756" cy="1035"/>
            </a:xfrm>
            <a:custGeom>
              <a:avLst/>
              <a:gdLst>
                <a:gd name="csX0" fmla="*/ 0 w 24756"/>
                <a:gd name="csY0" fmla="*/ 0 h 1035"/>
                <a:gd name="csX1" fmla="*/ 0 w 24756"/>
                <a:gd name="csY1" fmla="*/ 0 h 1035"/>
                <a:gd name="csX2" fmla="*/ 24757 w 24756"/>
                <a:gd name="csY2" fmla="*/ 0 h 1035"/>
                <a:gd name="csX3" fmla="*/ 24757 w 24756"/>
                <a:gd name="csY3" fmla="*/ 0 h 1035"/>
                <a:gd name="csX4" fmla="*/ 0 w 24756"/>
                <a:gd name="csY4" fmla="*/ 0 h 1035"/>
                <a:gd name="csX5" fmla="*/ 0 w 24756"/>
                <a:gd name="csY5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035">
                  <a:moveTo>
                    <a:pt x="0" y="0"/>
                  </a:moveTo>
                  <a:lnTo>
                    <a:pt x="0" y="0"/>
                  </a:lnTo>
                  <a:lnTo>
                    <a:pt x="24757" y="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4" name="Freeform 933">
              <a:extLst>
                <a:ext uri="{FF2B5EF4-FFF2-40B4-BE49-F238E27FC236}">
                  <a16:creationId xmlns:a16="http://schemas.microsoft.com/office/drawing/2014/main" id="{27E38B2A-91AA-00CC-889A-319C0CB3064A}"/>
                </a:ext>
              </a:extLst>
            </p:cNvPr>
            <p:cNvSpPr/>
            <p:nvPr/>
          </p:nvSpPr>
          <p:spPr>
            <a:xfrm>
              <a:off x="1518439" y="4749269"/>
              <a:ext cx="24756" cy="1035"/>
            </a:xfrm>
            <a:custGeom>
              <a:avLst/>
              <a:gdLst>
                <a:gd name="csX0" fmla="*/ 0 w 24756"/>
                <a:gd name="csY0" fmla="*/ 0 h 1035"/>
                <a:gd name="csX1" fmla="*/ 0 w 24756"/>
                <a:gd name="csY1" fmla="*/ 0 h 1035"/>
                <a:gd name="csX2" fmla="*/ 24757 w 24756"/>
                <a:gd name="csY2" fmla="*/ 0 h 1035"/>
                <a:gd name="csX3" fmla="*/ 0 w 24756"/>
                <a:gd name="csY3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56" h="1035">
                  <a:moveTo>
                    <a:pt x="0" y="0"/>
                  </a:moveTo>
                  <a:lnTo>
                    <a:pt x="0" y="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5" name="Freeform 934">
              <a:extLst>
                <a:ext uri="{FF2B5EF4-FFF2-40B4-BE49-F238E27FC236}">
                  <a16:creationId xmlns:a16="http://schemas.microsoft.com/office/drawing/2014/main" id="{84843229-04BD-DD67-AC4A-54CF0BC7DBBD}"/>
                </a:ext>
              </a:extLst>
            </p:cNvPr>
            <p:cNvSpPr/>
            <p:nvPr/>
          </p:nvSpPr>
          <p:spPr>
            <a:xfrm>
              <a:off x="1543196" y="4748865"/>
              <a:ext cx="24757" cy="403"/>
            </a:xfrm>
            <a:custGeom>
              <a:avLst/>
              <a:gdLst>
                <a:gd name="csX0" fmla="*/ 0 w 24757"/>
                <a:gd name="csY0" fmla="*/ 0 h 403"/>
                <a:gd name="csX1" fmla="*/ 0 w 24757"/>
                <a:gd name="csY1" fmla="*/ 404 h 403"/>
                <a:gd name="csX2" fmla="*/ 24758 w 24757"/>
                <a:gd name="csY2" fmla="*/ 404 h 403"/>
                <a:gd name="csX3" fmla="*/ 24758 w 24757"/>
                <a:gd name="csY3" fmla="*/ 0 h 403"/>
                <a:gd name="csX4" fmla="*/ 0 w 24757"/>
                <a:gd name="csY4" fmla="*/ 0 h 403"/>
                <a:gd name="csX5" fmla="*/ 0 w 24757"/>
                <a:gd name="csY5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403">
                  <a:moveTo>
                    <a:pt x="0" y="0"/>
                  </a:moveTo>
                  <a:lnTo>
                    <a:pt x="0" y="404"/>
                  </a:lnTo>
                  <a:lnTo>
                    <a:pt x="24758" y="404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6" name="Freeform 935">
              <a:extLst>
                <a:ext uri="{FF2B5EF4-FFF2-40B4-BE49-F238E27FC236}">
                  <a16:creationId xmlns:a16="http://schemas.microsoft.com/office/drawing/2014/main" id="{531B9CAD-9EB3-7D08-A2FE-168827B19FC7}"/>
                </a:ext>
              </a:extLst>
            </p:cNvPr>
            <p:cNvSpPr/>
            <p:nvPr/>
          </p:nvSpPr>
          <p:spPr>
            <a:xfrm>
              <a:off x="1543196" y="4748865"/>
              <a:ext cx="24757" cy="403"/>
            </a:xfrm>
            <a:custGeom>
              <a:avLst/>
              <a:gdLst>
                <a:gd name="csX0" fmla="*/ 0 w 24757"/>
                <a:gd name="csY0" fmla="*/ 0 h 403"/>
                <a:gd name="csX1" fmla="*/ 0 w 24757"/>
                <a:gd name="csY1" fmla="*/ 404 h 403"/>
                <a:gd name="csX2" fmla="*/ 24758 w 24757"/>
                <a:gd name="csY2" fmla="*/ 404 h 403"/>
                <a:gd name="csX3" fmla="*/ 24758 w 24757"/>
                <a:gd name="csY3" fmla="*/ 0 h 403"/>
                <a:gd name="csX4" fmla="*/ 0 w 24757"/>
                <a:gd name="csY4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403">
                  <a:moveTo>
                    <a:pt x="0" y="0"/>
                  </a:moveTo>
                  <a:lnTo>
                    <a:pt x="0" y="404"/>
                  </a:lnTo>
                  <a:lnTo>
                    <a:pt x="24758" y="404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7" name="Freeform 936">
              <a:extLst>
                <a:ext uri="{FF2B5EF4-FFF2-40B4-BE49-F238E27FC236}">
                  <a16:creationId xmlns:a16="http://schemas.microsoft.com/office/drawing/2014/main" id="{4390122A-781C-0A3C-FFED-20E911A5A302}"/>
                </a:ext>
              </a:extLst>
            </p:cNvPr>
            <p:cNvSpPr/>
            <p:nvPr/>
          </p:nvSpPr>
          <p:spPr>
            <a:xfrm>
              <a:off x="1567954" y="4748627"/>
              <a:ext cx="24756" cy="641"/>
            </a:xfrm>
            <a:custGeom>
              <a:avLst/>
              <a:gdLst>
                <a:gd name="csX0" fmla="*/ 0 w 24756"/>
                <a:gd name="csY0" fmla="*/ 0 h 641"/>
                <a:gd name="csX1" fmla="*/ 0 w 24756"/>
                <a:gd name="csY1" fmla="*/ 642 h 641"/>
                <a:gd name="csX2" fmla="*/ 24757 w 24756"/>
                <a:gd name="csY2" fmla="*/ 642 h 641"/>
                <a:gd name="csX3" fmla="*/ 24757 w 24756"/>
                <a:gd name="csY3" fmla="*/ 0 h 641"/>
                <a:gd name="csX4" fmla="*/ 0 w 24756"/>
                <a:gd name="csY4" fmla="*/ 0 h 641"/>
                <a:gd name="csX5" fmla="*/ 0 w 24756"/>
                <a:gd name="csY5" fmla="*/ 0 h 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641">
                  <a:moveTo>
                    <a:pt x="0" y="0"/>
                  </a:moveTo>
                  <a:lnTo>
                    <a:pt x="0" y="642"/>
                  </a:lnTo>
                  <a:lnTo>
                    <a:pt x="24757" y="64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8" name="Freeform 937">
              <a:extLst>
                <a:ext uri="{FF2B5EF4-FFF2-40B4-BE49-F238E27FC236}">
                  <a16:creationId xmlns:a16="http://schemas.microsoft.com/office/drawing/2014/main" id="{CC51EF2A-E336-1AE5-9EE3-4573FB7F0C52}"/>
                </a:ext>
              </a:extLst>
            </p:cNvPr>
            <p:cNvSpPr/>
            <p:nvPr/>
          </p:nvSpPr>
          <p:spPr>
            <a:xfrm>
              <a:off x="1567954" y="4748627"/>
              <a:ext cx="24756" cy="641"/>
            </a:xfrm>
            <a:custGeom>
              <a:avLst/>
              <a:gdLst>
                <a:gd name="csX0" fmla="*/ 0 w 24756"/>
                <a:gd name="csY0" fmla="*/ 0 h 641"/>
                <a:gd name="csX1" fmla="*/ 0 w 24756"/>
                <a:gd name="csY1" fmla="*/ 642 h 641"/>
                <a:gd name="csX2" fmla="*/ 24757 w 24756"/>
                <a:gd name="csY2" fmla="*/ 642 h 641"/>
                <a:gd name="csX3" fmla="*/ 24757 w 24756"/>
                <a:gd name="csY3" fmla="*/ 0 h 641"/>
                <a:gd name="csX4" fmla="*/ 0 w 24756"/>
                <a:gd name="csY4" fmla="*/ 0 h 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641">
                  <a:moveTo>
                    <a:pt x="0" y="0"/>
                  </a:moveTo>
                  <a:lnTo>
                    <a:pt x="0" y="642"/>
                  </a:lnTo>
                  <a:lnTo>
                    <a:pt x="24757" y="64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9" name="Freeform 938">
              <a:extLst>
                <a:ext uri="{FF2B5EF4-FFF2-40B4-BE49-F238E27FC236}">
                  <a16:creationId xmlns:a16="http://schemas.microsoft.com/office/drawing/2014/main" id="{198D6EB8-8A53-040A-08B0-6D91F31B14D6}"/>
                </a:ext>
              </a:extLst>
            </p:cNvPr>
            <p:cNvSpPr/>
            <p:nvPr/>
          </p:nvSpPr>
          <p:spPr>
            <a:xfrm>
              <a:off x="1592710" y="4747727"/>
              <a:ext cx="24756" cy="1542"/>
            </a:xfrm>
            <a:custGeom>
              <a:avLst/>
              <a:gdLst>
                <a:gd name="csX0" fmla="*/ 0 w 24756"/>
                <a:gd name="csY0" fmla="*/ 0 h 1542"/>
                <a:gd name="csX1" fmla="*/ 0 w 24756"/>
                <a:gd name="csY1" fmla="*/ 1542 h 1542"/>
                <a:gd name="csX2" fmla="*/ 24757 w 24756"/>
                <a:gd name="csY2" fmla="*/ 1542 h 1542"/>
                <a:gd name="csX3" fmla="*/ 24757 w 24756"/>
                <a:gd name="csY3" fmla="*/ 0 h 1542"/>
                <a:gd name="csX4" fmla="*/ 0 w 24756"/>
                <a:gd name="csY4" fmla="*/ 0 h 1542"/>
                <a:gd name="csX5" fmla="*/ 0 w 24756"/>
                <a:gd name="csY5" fmla="*/ 0 h 1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542">
                  <a:moveTo>
                    <a:pt x="0" y="0"/>
                  </a:moveTo>
                  <a:lnTo>
                    <a:pt x="0" y="1542"/>
                  </a:lnTo>
                  <a:lnTo>
                    <a:pt x="24757" y="154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8319D75D-E084-2698-F4A1-0F51B9F8B961}"/>
                </a:ext>
              </a:extLst>
            </p:cNvPr>
            <p:cNvSpPr/>
            <p:nvPr/>
          </p:nvSpPr>
          <p:spPr>
            <a:xfrm>
              <a:off x="1592710" y="4747727"/>
              <a:ext cx="24756" cy="1542"/>
            </a:xfrm>
            <a:custGeom>
              <a:avLst/>
              <a:gdLst>
                <a:gd name="csX0" fmla="*/ 0 w 24756"/>
                <a:gd name="csY0" fmla="*/ 0 h 1542"/>
                <a:gd name="csX1" fmla="*/ 0 w 24756"/>
                <a:gd name="csY1" fmla="*/ 1542 h 1542"/>
                <a:gd name="csX2" fmla="*/ 24757 w 24756"/>
                <a:gd name="csY2" fmla="*/ 1542 h 1542"/>
                <a:gd name="csX3" fmla="*/ 24757 w 24756"/>
                <a:gd name="csY3" fmla="*/ 0 h 1542"/>
                <a:gd name="csX4" fmla="*/ 0 w 24756"/>
                <a:gd name="csY4" fmla="*/ 0 h 1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542">
                  <a:moveTo>
                    <a:pt x="0" y="0"/>
                  </a:moveTo>
                  <a:lnTo>
                    <a:pt x="0" y="1542"/>
                  </a:lnTo>
                  <a:lnTo>
                    <a:pt x="24757" y="154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1" name="Freeform 940">
              <a:extLst>
                <a:ext uri="{FF2B5EF4-FFF2-40B4-BE49-F238E27FC236}">
                  <a16:creationId xmlns:a16="http://schemas.microsoft.com/office/drawing/2014/main" id="{D5F4D87E-8CC0-971D-DFAD-501B628BB237}"/>
                </a:ext>
              </a:extLst>
            </p:cNvPr>
            <p:cNvSpPr/>
            <p:nvPr/>
          </p:nvSpPr>
          <p:spPr>
            <a:xfrm>
              <a:off x="1617467" y="4746174"/>
              <a:ext cx="24756" cy="3094"/>
            </a:xfrm>
            <a:custGeom>
              <a:avLst/>
              <a:gdLst>
                <a:gd name="csX0" fmla="*/ 0 w 24756"/>
                <a:gd name="csY0" fmla="*/ 0 h 3094"/>
                <a:gd name="csX1" fmla="*/ 0 w 24756"/>
                <a:gd name="csY1" fmla="*/ 3095 h 3094"/>
                <a:gd name="csX2" fmla="*/ 24757 w 24756"/>
                <a:gd name="csY2" fmla="*/ 3095 h 3094"/>
                <a:gd name="csX3" fmla="*/ 24757 w 24756"/>
                <a:gd name="csY3" fmla="*/ 0 h 3094"/>
                <a:gd name="csX4" fmla="*/ 0 w 24756"/>
                <a:gd name="csY4" fmla="*/ 0 h 3094"/>
                <a:gd name="csX5" fmla="*/ 0 w 24756"/>
                <a:gd name="csY5" fmla="*/ 0 h 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3094">
                  <a:moveTo>
                    <a:pt x="0" y="0"/>
                  </a:moveTo>
                  <a:lnTo>
                    <a:pt x="0" y="3095"/>
                  </a:lnTo>
                  <a:lnTo>
                    <a:pt x="24757" y="309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2" name="Freeform 941">
              <a:extLst>
                <a:ext uri="{FF2B5EF4-FFF2-40B4-BE49-F238E27FC236}">
                  <a16:creationId xmlns:a16="http://schemas.microsoft.com/office/drawing/2014/main" id="{7182FE3B-1770-BCC7-BF79-26929D049800}"/>
                </a:ext>
              </a:extLst>
            </p:cNvPr>
            <p:cNvSpPr/>
            <p:nvPr/>
          </p:nvSpPr>
          <p:spPr>
            <a:xfrm>
              <a:off x="1617467" y="4746174"/>
              <a:ext cx="24756" cy="3094"/>
            </a:xfrm>
            <a:custGeom>
              <a:avLst/>
              <a:gdLst>
                <a:gd name="csX0" fmla="*/ 0 w 24756"/>
                <a:gd name="csY0" fmla="*/ 0 h 3094"/>
                <a:gd name="csX1" fmla="*/ 0 w 24756"/>
                <a:gd name="csY1" fmla="*/ 3095 h 3094"/>
                <a:gd name="csX2" fmla="*/ 24757 w 24756"/>
                <a:gd name="csY2" fmla="*/ 3095 h 3094"/>
                <a:gd name="csX3" fmla="*/ 24757 w 24756"/>
                <a:gd name="csY3" fmla="*/ 0 h 3094"/>
                <a:gd name="csX4" fmla="*/ 0 w 24756"/>
                <a:gd name="csY4" fmla="*/ 0 h 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3094">
                  <a:moveTo>
                    <a:pt x="0" y="0"/>
                  </a:moveTo>
                  <a:lnTo>
                    <a:pt x="0" y="3095"/>
                  </a:lnTo>
                  <a:lnTo>
                    <a:pt x="24757" y="309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3" name="Freeform 942">
              <a:extLst>
                <a:ext uri="{FF2B5EF4-FFF2-40B4-BE49-F238E27FC236}">
                  <a16:creationId xmlns:a16="http://schemas.microsoft.com/office/drawing/2014/main" id="{BE83776E-4C45-25CD-8023-24096F71C222}"/>
                </a:ext>
              </a:extLst>
            </p:cNvPr>
            <p:cNvSpPr/>
            <p:nvPr/>
          </p:nvSpPr>
          <p:spPr>
            <a:xfrm>
              <a:off x="1642224" y="4743048"/>
              <a:ext cx="24757" cy="6221"/>
            </a:xfrm>
            <a:custGeom>
              <a:avLst/>
              <a:gdLst>
                <a:gd name="csX0" fmla="*/ 0 w 24757"/>
                <a:gd name="csY0" fmla="*/ 0 h 6221"/>
                <a:gd name="csX1" fmla="*/ 0 w 24757"/>
                <a:gd name="csY1" fmla="*/ 6221 h 6221"/>
                <a:gd name="csX2" fmla="*/ 24758 w 24757"/>
                <a:gd name="csY2" fmla="*/ 6221 h 6221"/>
                <a:gd name="csX3" fmla="*/ 24758 w 24757"/>
                <a:gd name="csY3" fmla="*/ 0 h 6221"/>
                <a:gd name="csX4" fmla="*/ 0 w 24757"/>
                <a:gd name="csY4" fmla="*/ 0 h 6221"/>
                <a:gd name="csX5" fmla="*/ 0 w 24757"/>
                <a:gd name="csY5" fmla="*/ 0 h 6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6221">
                  <a:moveTo>
                    <a:pt x="0" y="0"/>
                  </a:moveTo>
                  <a:lnTo>
                    <a:pt x="0" y="6221"/>
                  </a:lnTo>
                  <a:lnTo>
                    <a:pt x="24758" y="6221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4" name="Freeform 943">
              <a:extLst>
                <a:ext uri="{FF2B5EF4-FFF2-40B4-BE49-F238E27FC236}">
                  <a16:creationId xmlns:a16="http://schemas.microsoft.com/office/drawing/2014/main" id="{97C0947B-A47D-6F87-9246-91BCF5D75F3C}"/>
                </a:ext>
              </a:extLst>
            </p:cNvPr>
            <p:cNvSpPr/>
            <p:nvPr/>
          </p:nvSpPr>
          <p:spPr>
            <a:xfrm>
              <a:off x="1642224" y="4743048"/>
              <a:ext cx="24757" cy="6221"/>
            </a:xfrm>
            <a:custGeom>
              <a:avLst/>
              <a:gdLst>
                <a:gd name="csX0" fmla="*/ 0 w 24757"/>
                <a:gd name="csY0" fmla="*/ 0 h 6221"/>
                <a:gd name="csX1" fmla="*/ 0 w 24757"/>
                <a:gd name="csY1" fmla="*/ 6221 h 6221"/>
                <a:gd name="csX2" fmla="*/ 24758 w 24757"/>
                <a:gd name="csY2" fmla="*/ 6221 h 6221"/>
                <a:gd name="csX3" fmla="*/ 24758 w 24757"/>
                <a:gd name="csY3" fmla="*/ 0 h 6221"/>
                <a:gd name="csX4" fmla="*/ 0 w 24757"/>
                <a:gd name="csY4" fmla="*/ 0 h 6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6221">
                  <a:moveTo>
                    <a:pt x="0" y="0"/>
                  </a:moveTo>
                  <a:lnTo>
                    <a:pt x="0" y="6221"/>
                  </a:lnTo>
                  <a:lnTo>
                    <a:pt x="24758" y="6221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5" name="Freeform 944">
              <a:extLst>
                <a:ext uri="{FF2B5EF4-FFF2-40B4-BE49-F238E27FC236}">
                  <a16:creationId xmlns:a16="http://schemas.microsoft.com/office/drawing/2014/main" id="{3D4EB317-BDAE-1EDA-A62B-BA4FB8A966E1}"/>
                </a:ext>
              </a:extLst>
            </p:cNvPr>
            <p:cNvSpPr/>
            <p:nvPr/>
          </p:nvSpPr>
          <p:spPr>
            <a:xfrm>
              <a:off x="1666982" y="4737842"/>
              <a:ext cx="24756" cy="11427"/>
            </a:xfrm>
            <a:custGeom>
              <a:avLst/>
              <a:gdLst>
                <a:gd name="csX0" fmla="*/ 0 w 24756"/>
                <a:gd name="csY0" fmla="*/ 0 h 11427"/>
                <a:gd name="csX1" fmla="*/ 0 w 24756"/>
                <a:gd name="csY1" fmla="*/ 11428 h 11427"/>
                <a:gd name="csX2" fmla="*/ 24757 w 24756"/>
                <a:gd name="csY2" fmla="*/ 11428 h 11427"/>
                <a:gd name="csX3" fmla="*/ 24757 w 24756"/>
                <a:gd name="csY3" fmla="*/ 0 h 11427"/>
                <a:gd name="csX4" fmla="*/ 0 w 24756"/>
                <a:gd name="csY4" fmla="*/ 0 h 11427"/>
                <a:gd name="csX5" fmla="*/ 0 w 24756"/>
                <a:gd name="csY5" fmla="*/ 0 h 11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1427">
                  <a:moveTo>
                    <a:pt x="0" y="0"/>
                  </a:moveTo>
                  <a:lnTo>
                    <a:pt x="0" y="11428"/>
                  </a:lnTo>
                  <a:lnTo>
                    <a:pt x="24757" y="11428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6" name="Freeform 945">
              <a:extLst>
                <a:ext uri="{FF2B5EF4-FFF2-40B4-BE49-F238E27FC236}">
                  <a16:creationId xmlns:a16="http://schemas.microsoft.com/office/drawing/2014/main" id="{9248A596-C57F-F558-EA8C-A421A35EB520}"/>
                </a:ext>
              </a:extLst>
            </p:cNvPr>
            <p:cNvSpPr/>
            <p:nvPr/>
          </p:nvSpPr>
          <p:spPr>
            <a:xfrm>
              <a:off x="1666982" y="4737842"/>
              <a:ext cx="24756" cy="11427"/>
            </a:xfrm>
            <a:custGeom>
              <a:avLst/>
              <a:gdLst>
                <a:gd name="csX0" fmla="*/ 0 w 24756"/>
                <a:gd name="csY0" fmla="*/ 0 h 11427"/>
                <a:gd name="csX1" fmla="*/ 0 w 24756"/>
                <a:gd name="csY1" fmla="*/ 11428 h 11427"/>
                <a:gd name="csX2" fmla="*/ 24757 w 24756"/>
                <a:gd name="csY2" fmla="*/ 11428 h 11427"/>
                <a:gd name="csX3" fmla="*/ 24757 w 24756"/>
                <a:gd name="csY3" fmla="*/ 0 h 11427"/>
                <a:gd name="csX4" fmla="*/ 0 w 24756"/>
                <a:gd name="csY4" fmla="*/ 0 h 11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1427">
                  <a:moveTo>
                    <a:pt x="0" y="0"/>
                  </a:moveTo>
                  <a:lnTo>
                    <a:pt x="0" y="11428"/>
                  </a:lnTo>
                  <a:lnTo>
                    <a:pt x="24757" y="11428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84F373F6-759E-1E68-883A-F9EB091F98B9}"/>
                </a:ext>
              </a:extLst>
            </p:cNvPr>
            <p:cNvSpPr/>
            <p:nvPr/>
          </p:nvSpPr>
          <p:spPr>
            <a:xfrm>
              <a:off x="1691739" y="4730037"/>
              <a:ext cx="24756" cy="19232"/>
            </a:xfrm>
            <a:custGeom>
              <a:avLst/>
              <a:gdLst>
                <a:gd name="csX0" fmla="*/ 0 w 24756"/>
                <a:gd name="csY0" fmla="*/ 0 h 19232"/>
                <a:gd name="csX1" fmla="*/ 0 w 24756"/>
                <a:gd name="csY1" fmla="*/ 19232 h 19232"/>
                <a:gd name="csX2" fmla="*/ 24757 w 24756"/>
                <a:gd name="csY2" fmla="*/ 19232 h 19232"/>
                <a:gd name="csX3" fmla="*/ 24757 w 24756"/>
                <a:gd name="csY3" fmla="*/ 0 h 19232"/>
                <a:gd name="csX4" fmla="*/ 0 w 24756"/>
                <a:gd name="csY4" fmla="*/ 0 h 19232"/>
                <a:gd name="csX5" fmla="*/ 0 w 24756"/>
                <a:gd name="csY5" fmla="*/ 0 h 19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9232">
                  <a:moveTo>
                    <a:pt x="0" y="0"/>
                  </a:moveTo>
                  <a:lnTo>
                    <a:pt x="0" y="19232"/>
                  </a:lnTo>
                  <a:lnTo>
                    <a:pt x="24757" y="1923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8" name="Freeform 947">
              <a:extLst>
                <a:ext uri="{FF2B5EF4-FFF2-40B4-BE49-F238E27FC236}">
                  <a16:creationId xmlns:a16="http://schemas.microsoft.com/office/drawing/2014/main" id="{A36CF277-1E19-16FE-7A8B-4E406439B59B}"/>
                </a:ext>
              </a:extLst>
            </p:cNvPr>
            <p:cNvSpPr/>
            <p:nvPr/>
          </p:nvSpPr>
          <p:spPr>
            <a:xfrm>
              <a:off x="1691739" y="4730037"/>
              <a:ext cx="24756" cy="19232"/>
            </a:xfrm>
            <a:custGeom>
              <a:avLst/>
              <a:gdLst>
                <a:gd name="csX0" fmla="*/ 0 w 24756"/>
                <a:gd name="csY0" fmla="*/ 0 h 19232"/>
                <a:gd name="csX1" fmla="*/ 0 w 24756"/>
                <a:gd name="csY1" fmla="*/ 19232 h 19232"/>
                <a:gd name="csX2" fmla="*/ 24757 w 24756"/>
                <a:gd name="csY2" fmla="*/ 19232 h 19232"/>
                <a:gd name="csX3" fmla="*/ 24757 w 24756"/>
                <a:gd name="csY3" fmla="*/ 0 h 19232"/>
                <a:gd name="csX4" fmla="*/ 0 w 24756"/>
                <a:gd name="csY4" fmla="*/ 0 h 19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9232">
                  <a:moveTo>
                    <a:pt x="0" y="0"/>
                  </a:moveTo>
                  <a:lnTo>
                    <a:pt x="0" y="19232"/>
                  </a:lnTo>
                  <a:lnTo>
                    <a:pt x="24757" y="1923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9" name="Freeform 948">
              <a:extLst>
                <a:ext uri="{FF2B5EF4-FFF2-40B4-BE49-F238E27FC236}">
                  <a16:creationId xmlns:a16="http://schemas.microsoft.com/office/drawing/2014/main" id="{2A7E3DC6-3CD9-CD70-EDB1-58EB123E8E3D}"/>
                </a:ext>
              </a:extLst>
            </p:cNvPr>
            <p:cNvSpPr/>
            <p:nvPr/>
          </p:nvSpPr>
          <p:spPr>
            <a:xfrm>
              <a:off x="1716496" y="4713299"/>
              <a:ext cx="24756" cy="35970"/>
            </a:xfrm>
            <a:custGeom>
              <a:avLst/>
              <a:gdLst>
                <a:gd name="csX0" fmla="*/ 0 w 24756"/>
                <a:gd name="csY0" fmla="*/ 0 h 35970"/>
                <a:gd name="csX1" fmla="*/ 0 w 24756"/>
                <a:gd name="csY1" fmla="*/ 35970 h 35970"/>
                <a:gd name="csX2" fmla="*/ 24757 w 24756"/>
                <a:gd name="csY2" fmla="*/ 35970 h 35970"/>
                <a:gd name="csX3" fmla="*/ 24757 w 24756"/>
                <a:gd name="csY3" fmla="*/ 0 h 35970"/>
                <a:gd name="csX4" fmla="*/ 0 w 24756"/>
                <a:gd name="csY4" fmla="*/ 0 h 35970"/>
                <a:gd name="csX5" fmla="*/ 0 w 24756"/>
                <a:gd name="csY5" fmla="*/ 0 h 35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35970">
                  <a:moveTo>
                    <a:pt x="0" y="0"/>
                  </a:moveTo>
                  <a:lnTo>
                    <a:pt x="0" y="35970"/>
                  </a:lnTo>
                  <a:lnTo>
                    <a:pt x="24757" y="3597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0" name="Freeform 949">
              <a:extLst>
                <a:ext uri="{FF2B5EF4-FFF2-40B4-BE49-F238E27FC236}">
                  <a16:creationId xmlns:a16="http://schemas.microsoft.com/office/drawing/2014/main" id="{CE9C95C6-5B44-33CE-5E2E-66B9C07D8A2E}"/>
                </a:ext>
              </a:extLst>
            </p:cNvPr>
            <p:cNvSpPr/>
            <p:nvPr/>
          </p:nvSpPr>
          <p:spPr>
            <a:xfrm>
              <a:off x="1716496" y="4713299"/>
              <a:ext cx="24756" cy="35970"/>
            </a:xfrm>
            <a:custGeom>
              <a:avLst/>
              <a:gdLst>
                <a:gd name="csX0" fmla="*/ 0 w 24756"/>
                <a:gd name="csY0" fmla="*/ 0 h 35970"/>
                <a:gd name="csX1" fmla="*/ 0 w 24756"/>
                <a:gd name="csY1" fmla="*/ 35970 h 35970"/>
                <a:gd name="csX2" fmla="*/ 24757 w 24756"/>
                <a:gd name="csY2" fmla="*/ 35970 h 35970"/>
                <a:gd name="csX3" fmla="*/ 24757 w 24756"/>
                <a:gd name="csY3" fmla="*/ 0 h 35970"/>
                <a:gd name="csX4" fmla="*/ 0 w 24756"/>
                <a:gd name="csY4" fmla="*/ 0 h 35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35970">
                  <a:moveTo>
                    <a:pt x="0" y="0"/>
                  </a:moveTo>
                  <a:lnTo>
                    <a:pt x="0" y="35970"/>
                  </a:lnTo>
                  <a:lnTo>
                    <a:pt x="24757" y="3597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1" name="Freeform 950">
              <a:extLst>
                <a:ext uri="{FF2B5EF4-FFF2-40B4-BE49-F238E27FC236}">
                  <a16:creationId xmlns:a16="http://schemas.microsoft.com/office/drawing/2014/main" id="{BA1DE3F3-C72E-E9E7-8B43-FCA3E53828D9}"/>
                </a:ext>
              </a:extLst>
            </p:cNvPr>
            <p:cNvSpPr/>
            <p:nvPr/>
          </p:nvSpPr>
          <p:spPr>
            <a:xfrm>
              <a:off x="1741253" y="4690506"/>
              <a:ext cx="24757" cy="58763"/>
            </a:xfrm>
            <a:custGeom>
              <a:avLst/>
              <a:gdLst>
                <a:gd name="csX0" fmla="*/ 0 w 24757"/>
                <a:gd name="csY0" fmla="*/ 0 h 58763"/>
                <a:gd name="csX1" fmla="*/ 0 w 24757"/>
                <a:gd name="csY1" fmla="*/ 58764 h 58763"/>
                <a:gd name="csX2" fmla="*/ 24758 w 24757"/>
                <a:gd name="csY2" fmla="*/ 58764 h 58763"/>
                <a:gd name="csX3" fmla="*/ 24758 w 24757"/>
                <a:gd name="csY3" fmla="*/ 0 h 58763"/>
                <a:gd name="csX4" fmla="*/ 0 w 24757"/>
                <a:gd name="csY4" fmla="*/ 0 h 58763"/>
                <a:gd name="csX5" fmla="*/ 0 w 24757"/>
                <a:gd name="csY5" fmla="*/ 0 h 58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58763">
                  <a:moveTo>
                    <a:pt x="0" y="0"/>
                  </a:moveTo>
                  <a:lnTo>
                    <a:pt x="0" y="58764"/>
                  </a:lnTo>
                  <a:lnTo>
                    <a:pt x="24758" y="58764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2" name="Freeform 951">
              <a:extLst>
                <a:ext uri="{FF2B5EF4-FFF2-40B4-BE49-F238E27FC236}">
                  <a16:creationId xmlns:a16="http://schemas.microsoft.com/office/drawing/2014/main" id="{34BE0B79-6F5D-1F03-8190-ED5589F9DDA6}"/>
                </a:ext>
              </a:extLst>
            </p:cNvPr>
            <p:cNvSpPr/>
            <p:nvPr/>
          </p:nvSpPr>
          <p:spPr>
            <a:xfrm>
              <a:off x="1741253" y="4690506"/>
              <a:ext cx="24757" cy="58763"/>
            </a:xfrm>
            <a:custGeom>
              <a:avLst/>
              <a:gdLst>
                <a:gd name="csX0" fmla="*/ 0 w 24757"/>
                <a:gd name="csY0" fmla="*/ 0 h 58763"/>
                <a:gd name="csX1" fmla="*/ 0 w 24757"/>
                <a:gd name="csY1" fmla="*/ 58764 h 58763"/>
                <a:gd name="csX2" fmla="*/ 24758 w 24757"/>
                <a:gd name="csY2" fmla="*/ 58764 h 58763"/>
                <a:gd name="csX3" fmla="*/ 24758 w 24757"/>
                <a:gd name="csY3" fmla="*/ 0 h 58763"/>
                <a:gd name="csX4" fmla="*/ 0 w 24757"/>
                <a:gd name="csY4" fmla="*/ 0 h 58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58763">
                  <a:moveTo>
                    <a:pt x="0" y="0"/>
                  </a:moveTo>
                  <a:lnTo>
                    <a:pt x="0" y="58764"/>
                  </a:lnTo>
                  <a:lnTo>
                    <a:pt x="24758" y="58764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3" name="Freeform 952">
              <a:extLst>
                <a:ext uri="{FF2B5EF4-FFF2-40B4-BE49-F238E27FC236}">
                  <a16:creationId xmlns:a16="http://schemas.microsoft.com/office/drawing/2014/main" id="{7CA75335-6852-BDEE-B944-8266D349B840}"/>
                </a:ext>
              </a:extLst>
            </p:cNvPr>
            <p:cNvSpPr/>
            <p:nvPr/>
          </p:nvSpPr>
          <p:spPr>
            <a:xfrm>
              <a:off x="1766010" y="4654194"/>
              <a:ext cx="24756" cy="95075"/>
            </a:xfrm>
            <a:custGeom>
              <a:avLst/>
              <a:gdLst>
                <a:gd name="csX0" fmla="*/ 0 w 24756"/>
                <a:gd name="csY0" fmla="*/ 0 h 95075"/>
                <a:gd name="csX1" fmla="*/ 0 w 24756"/>
                <a:gd name="csY1" fmla="*/ 95075 h 95075"/>
                <a:gd name="csX2" fmla="*/ 24757 w 24756"/>
                <a:gd name="csY2" fmla="*/ 95075 h 95075"/>
                <a:gd name="csX3" fmla="*/ 24757 w 24756"/>
                <a:gd name="csY3" fmla="*/ 0 h 95075"/>
                <a:gd name="csX4" fmla="*/ 0 w 24756"/>
                <a:gd name="csY4" fmla="*/ 0 h 95075"/>
                <a:gd name="csX5" fmla="*/ 0 w 24756"/>
                <a:gd name="csY5" fmla="*/ 0 h 9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95075">
                  <a:moveTo>
                    <a:pt x="0" y="0"/>
                  </a:moveTo>
                  <a:lnTo>
                    <a:pt x="0" y="95075"/>
                  </a:lnTo>
                  <a:lnTo>
                    <a:pt x="24757" y="9507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1B09EAF8-10B5-4203-97C5-79555D996ED2}"/>
                </a:ext>
              </a:extLst>
            </p:cNvPr>
            <p:cNvSpPr/>
            <p:nvPr/>
          </p:nvSpPr>
          <p:spPr>
            <a:xfrm>
              <a:off x="1766010" y="4654194"/>
              <a:ext cx="24756" cy="95075"/>
            </a:xfrm>
            <a:custGeom>
              <a:avLst/>
              <a:gdLst>
                <a:gd name="csX0" fmla="*/ 0 w 24756"/>
                <a:gd name="csY0" fmla="*/ 0 h 95075"/>
                <a:gd name="csX1" fmla="*/ 0 w 24756"/>
                <a:gd name="csY1" fmla="*/ 95075 h 95075"/>
                <a:gd name="csX2" fmla="*/ 24757 w 24756"/>
                <a:gd name="csY2" fmla="*/ 95075 h 95075"/>
                <a:gd name="csX3" fmla="*/ 24757 w 24756"/>
                <a:gd name="csY3" fmla="*/ 0 h 95075"/>
                <a:gd name="csX4" fmla="*/ 0 w 24756"/>
                <a:gd name="csY4" fmla="*/ 0 h 9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95075">
                  <a:moveTo>
                    <a:pt x="0" y="0"/>
                  </a:moveTo>
                  <a:lnTo>
                    <a:pt x="0" y="95075"/>
                  </a:lnTo>
                  <a:lnTo>
                    <a:pt x="24757" y="9507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5" name="Freeform 954">
              <a:extLst>
                <a:ext uri="{FF2B5EF4-FFF2-40B4-BE49-F238E27FC236}">
                  <a16:creationId xmlns:a16="http://schemas.microsoft.com/office/drawing/2014/main" id="{5F3E0105-FF23-11A4-CEC0-0C38C2903CD0}"/>
                </a:ext>
              </a:extLst>
            </p:cNvPr>
            <p:cNvSpPr/>
            <p:nvPr/>
          </p:nvSpPr>
          <p:spPr>
            <a:xfrm>
              <a:off x="1790767" y="4602490"/>
              <a:ext cx="24756" cy="146779"/>
            </a:xfrm>
            <a:custGeom>
              <a:avLst/>
              <a:gdLst>
                <a:gd name="csX0" fmla="*/ 0 w 24756"/>
                <a:gd name="csY0" fmla="*/ 0 h 146779"/>
                <a:gd name="csX1" fmla="*/ 0 w 24756"/>
                <a:gd name="csY1" fmla="*/ 146779 h 146779"/>
                <a:gd name="csX2" fmla="*/ 24757 w 24756"/>
                <a:gd name="csY2" fmla="*/ 146779 h 146779"/>
                <a:gd name="csX3" fmla="*/ 24757 w 24756"/>
                <a:gd name="csY3" fmla="*/ 0 h 146779"/>
                <a:gd name="csX4" fmla="*/ 0 w 24756"/>
                <a:gd name="csY4" fmla="*/ 0 h 146779"/>
                <a:gd name="csX5" fmla="*/ 0 w 24756"/>
                <a:gd name="csY5" fmla="*/ 0 h 146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46779">
                  <a:moveTo>
                    <a:pt x="0" y="0"/>
                  </a:moveTo>
                  <a:lnTo>
                    <a:pt x="0" y="146779"/>
                  </a:lnTo>
                  <a:lnTo>
                    <a:pt x="24757" y="146779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6" name="Freeform 955">
              <a:extLst>
                <a:ext uri="{FF2B5EF4-FFF2-40B4-BE49-F238E27FC236}">
                  <a16:creationId xmlns:a16="http://schemas.microsoft.com/office/drawing/2014/main" id="{317043BE-7F03-BDA2-878B-9F4194C00687}"/>
                </a:ext>
              </a:extLst>
            </p:cNvPr>
            <p:cNvSpPr/>
            <p:nvPr/>
          </p:nvSpPr>
          <p:spPr>
            <a:xfrm>
              <a:off x="1790767" y="4602490"/>
              <a:ext cx="24756" cy="146779"/>
            </a:xfrm>
            <a:custGeom>
              <a:avLst/>
              <a:gdLst>
                <a:gd name="csX0" fmla="*/ 0 w 24756"/>
                <a:gd name="csY0" fmla="*/ 0 h 146779"/>
                <a:gd name="csX1" fmla="*/ 0 w 24756"/>
                <a:gd name="csY1" fmla="*/ 146779 h 146779"/>
                <a:gd name="csX2" fmla="*/ 24757 w 24756"/>
                <a:gd name="csY2" fmla="*/ 146779 h 146779"/>
                <a:gd name="csX3" fmla="*/ 24757 w 24756"/>
                <a:gd name="csY3" fmla="*/ 0 h 146779"/>
                <a:gd name="csX4" fmla="*/ 0 w 24756"/>
                <a:gd name="csY4" fmla="*/ 0 h 146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46779">
                  <a:moveTo>
                    <a:pt x="0" y="0"/>
                  </a:moveTo>
                  <a:lnTo>
                    <a:pt x="0" y="146779"/>
                  </a:lnTo>
                  <a:lnTo>
                    <a:pt x="24757" y="146779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7" name="Freeform 956">
              <a:extLst>
                <a:ext uri="{FF2B5EF4-FFF2-40B4-BE49-F238E27FC236}">
                  <a16:creationId xmlns:a16="http://schemas.microsoft.com/office/drawing/2014/main" id="{47AE12A6-1869-F07B-8430-1A9741CA622E}"/>
                </a:ext>
              </a:extLst>
            </p:cNvPr>
            <p:cNvSpPr/>
            <p:nvPr/>
          </p:nvSpPr>
          <p:spPr>
            <a:xfrm>
              <a:off x="1815524" y="4532899"/>
              <a:ext cx="24756" cy="216370"/>
            </a:xfrm>
            <a:custGeom>
              <a:avLst/>
              <a:gdLst>
                <a:gd name="csX0" fmla="*/ 0 w 24756"/>
                <a:gd name="csY0" fmla="*/ 0 h 216370"/>
                <a:gd name="csX1" fmla="*/ 0 w 24756"/>
                <a:gd name="csY1" fmla="*/ 216370 h 216370"/>
                <a:gd name="csX2" fmla="*/ 24757 w 24756"/>
                <a:gd name="csY2" fmla="*/ 216370 h 216370"/>
                <a:gd name="csX3" fmla="*/ 24757 w 24756"/>
                <a:gd name="csY3" fmla="*/ 0 h 216370"/>
                <a:gd name="csX4" fmla="*/ 0 w 24756"/>
                <a:gd name="csY4" fmla="*/ 0 h 216370"/>
                <a:gd name="csX5" fmla="*/ 0 w 24756"/>
                <a:gd name="csY5" fmla="*/ 0 h 2163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216370">
                  <a:moveTo>
                    <a:pt x="0" y="0"/>
                  </a:moveTo>
                  <a:lnTo>
                    <a:pt x="0" y="216370"/>
                  </a:lnTo>
                  <a:lnTo>
                    <a:pt x="24757" y="21637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8" name="Freeform 957">
              <a:extLst>
                <a:ext uri="{FF2B5EF4-FFF2-40B4-BE49-F238E27FC236}">
                  <a16:creationId xmlns:a16="http://schemas.microsoft.com/office/drawing/2014/main" id="{BF7D587F-9BFB-FF48-58E2-8F60CF751322}"/>
                </a:ext>
              </a:extLst>
            </p:cNvPr>
            <p:cNvSpPr/>
            <p:nvPr/>
          </p:nvSpPr>
          <p:spPr>
            <a:xfrm>
              <a:off x="1815524" y="4532899"/>
              <a:ext cx="24756" cy="216370"/>
            </a:xfrm>
            <a:custGeom>
              <a:avLst/>
              <a:gdLst>
                <a:gd name="csX0" fmla="*/ 0 w 24756"/>
                <a:gd name="csY0" fmla="*/ 0 h 216370"/>
                <a:gd name="csX1" fmla="*/ 0 w 24756"/>
                <a:gd name="csY1" fmla="*/ 216370 h 216370"/>
                <a:gd name="csX2" fmla="*/ 24757 w 24756"/>
                <a:gd name="csY2" fmla="*/ 216370 h 216370"/>
                <a:gd name="csX3" fmla="*/ 24757 w 24756"/>
                <a:gd name="csY3" fmla="*/ 0 h 216370"/>
                <a:gd name="csX4" fmla="*/ 0 w 24756"/>
                <a:gd name="csY4" fmla="*/ 0 h 2163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216370">
                  <a:moveTo>
                    <a:pt x="0" y="0"/>
                  </a:moveTo>
                  <a:lnTo>
                    <a:pt x="0" y="216370"/>
                  </a:lnTo>
                  <a:lnTo>
                    <a:pt x="24757" y="21637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9" name="Freeform 958">
              <a:extLst>
                <a:ext uri="{FF2B5EF4-FFF2-40B4-BE49-F238E27FC236}">
                  <a16:creationId xmlns:a16="http://schemas.microsoft.com/office/drawing/2014/main" id="{D22E0B45-529D-9582-08B7-DD4681746A9E}"/>
                </a:ext>
              </a:extLst>
            </p:cNvPr>
            <p:cNvSpPr/>
            <p:nvPr/>
          </p:nvSpPr>
          <p:spPr>
            <a:xfrm>
              <a:off x="1840281" y="4434832"/>
              <a:ext cx="24757" cy="314436"/>
            </a:xfrm>
            <a:custGeom>
              <a:avLst/>
              <a:gdLst>
                <a:gd name="csX0" fmla="*/ 0 w 24757"/>
                <a:gd name="csY0" fmla="*/ 0 h 314436"/>
                <a:gd name="csX1" fmla="*/ 0 w 24757"/>
                <a:gd name="csY1" fmla="*/ 314437 h 314436"/>
                <a:gd name="csX2" fmla="*/ 24758 w 24757"/>
                <a:gd name="csY2" fmla="*/ 314437 h 314436"/>
                <a:gd name="csX3" fmla="*/ 24758 w 24757"/>
                <a:gd name="csY3" fmla="*/ 0 h 314436"/>
                <a:gd name="csX4" fmla="*/ 0 w 24757"/>
                <a:gd name="csY4" fmla="*/ 0 h 314436"/>
                <a:gd name="csX5" fmla="*/ 0 w 24757"/>
                <a:gd name="csY5" fmla="*/ 0 h 314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314436">
                  <a:moveTo>
                    <a:pt x="0" y="0"/>
                  </a:moveTo>
                  <a:lnTo>
                    <a:pt x="0" y="314437"/>
                  </a:lnTo>
                  <a:lnTo>
                    <a:pt x="24758" y="314437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0" name="Freeform 959">
              <a:extLst>
                <a:ext uri="{FF2B5EF4-FFF2-40B4-BE49-F238E27FC236}">
                  <a16:creationId xmlns:a16="http://schemas.microsoft.com/office/drawing/2014/main" id="{89FC1645-FAAB-F684-320D-231F514003EC}"/>
                </a:ext>
              </a:extLst>
            </p:cNvPr>
            <p:cNvSpPr/>
            <p:nvPr/>
          </p:nvSpPr>
          <p:spPr>
            <a:xfrm>
              <a:off x="1840281" y="4434832"/>
              <a:ext cx="24757" cy="314436"/>
            </a:xfrm>
            <a:custGeom>
              <a:avLst/>
              <a:gdLst>
                <a:gd name="csX0" fmla="*/ 0 w 24757"/>
                <a:gd name="csY0" fmla="*/ 0 h 314436"/>
                <a:gd name="csX1" fmla="*/ 0 w 24757"/>
                <a:gd name="csY1" fmla="*/ 314437 h 314436"/>
                <a:gd name="csX2" fmla="*/ 24758 w 24757"/>
                <a:gd name="csY2" fmla="*/ 314437 h 314436"/>
                <a:gd name="csX3" fmla="*/ 24758 w 24757"/>
                <a:gd name="csY3" fmla="*/ 0 h 314436"/>
                <a:gd name="csX4" fmla="*/ 0 w 24757"/>
                <a:gd name="csY4" fmla="*/ 0 h 314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314436">
                  <a:moveTo>
                    <a:pt x="0" y="0"/>
                  </a:moveTo>
                  <a:lnTo>
                    <a:pt x="0" y="314437"/>
                  </a:lnTo>
                  <a:lnTo>
                    <a:pt x="24758" y="314437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6EF5E24-0758-F7D6-F64D-F2DCA742948B}"/>
                </a:ext>
              </a:extLst>
            </p:cNvPr>
            <p:cNvSpPr/>
            <p:nvPr/>
          </p:nvSpPr>
          <p:spPr>
            <a:xfrm>
              <a:off x="1865039" y="4309765"/>
              <a:ext cx="24756" cy="439504"/>
            </a:xfrm>
            <a:custGeom>
              <a:avLst/>
              <a:gdLst>
                <a:gd name="csX0" fmla="*/ 0 w 24756"/>
                <a:gd name="csY0" fmla="*/ 0 h 439504"/>
                <a:gd name="csX1" fmla="*/ 0 w 24756"/>
                <a:gd name="csY1" fmla="*/ 439505 h 439504"/>
                <a:gd name="csX2" fmla="*/ 24757 w 24756"/>
                <a:gd name="csY2" fmla="*/ 439505 h 439504"/>
                <a:gd name="csX3" fmla="*/ 24757 w 24756"/>
                <a:gd name="csY3" fmla="*/ 0 h 439504"/>
                <a:gd name="csX4" fmla="*/ 0 w 24756"/>
                <a:gd name="csY4" fmla="*/ 0 h 439504"/>
                <a:gd name="csX5" fmla="*/ 0 w 24756"/>
                <a:gd name="csY5" fmla="*/ 0 h 4395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439504">
                  <a:moveTo>
                    <a:pt x="0" y="0"/>
                  </a:moveTo>
                  <a:lnTo>
                    <a:pt x="0" y="439505"/>
                  </a:lnTo>
                  <a:lnTo>
                    <a:pt x="24757" y="43950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2" name="Freeform 961">
              <a:extLst>
                <a:ext uri="{FF2B5EF4-FFF2-40B4-BE49-F238E27FC236}">
                  <a16:creationId xmlns:a16="http://schemas.microsoft.com/office/drawing/2014/main" id="{D816A9C6-1C23-46C1-916E-49461F3CBF36}"/>
                </a:ext>
              </a:extLst>
            </p:cNvPr>
            <p:cNvSpPr/>
            <p:nvPr/>
          </p:nvSpPr>
          <p:spPr>
            <a:xfrm>
              <a:off x="1865039" y="4309765"/>
              <a:ext cx="24756" cy="439504"/>
            </a:xfrm>
            <a:custGeom>
              <a:avLst/>
              <a:gdLst>
                <a:gd name="csX0" fmla="*/ 0 w 24756"/>
                <a:gd name="csY0" fmla="*/ 0 h 439504"/>
                <a:gd name="csX1" fmla="*/ 0 w 24756"/>
                <a:gd name="csY1" fmla="*/ 439505 h 439504"/>
                <a:gd name="csX2" fmla="*/ 24757 w 24756"/>
                <a:gd name="csY2" fmla="*/ 439505 h 439504"/>
                <a:gd name="csX3" fmla="*/ 24757 w 24756"/>
                <a:gd name="csY3" fmla="*/ 0 h 439504"/>
                <a:gd name="csX4" fmla="*/ 0 w 24756"/>
                <a:gd name="csY4" fmla="*/ 0 h 4395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439504">
                  <a:moveTo>
                    <a:pt x="0" y="0"/>
                  </a:moveTo>
                  <a:lnTo>
                    <a:pt x="0" y="439505"/>
                  </a:lnTo>
                  <a:lnTo>
                    <a:pt x="24757" y="43950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3" name="Freeform 962">
              <a:extLst>
                <a:ext uri="{FF2B5EF4-FFF2-40B4-BE49-F238E27FC236}">
                  <a16:creationId xmlns:a16="http://schemas.microsoft.com/office/drawing/2014/main" id="{3E37D92C-D33E-8E7E-CF58-FB7A1B9AE7EB}"/>
                </a:ext>
              </a:extLst>
            </p:cNvPr>
            <p:cNvSpPr/>
            <p:nvPr/>
          </p:nvSpPr>
          <p:spPr>
            <a:xfrm>
              <a:off x="1889796" y="4177405"/>
              <a:ext cx="24756" cy="571863"/>
            </a:xfrm>
            <a:custGeom>
              <a:avLst/>
              <a:gdLst>
                <a:gd name="csX0" fmla="*/ 0 w 24756"/>
                <a:gd name="csY0" fmla="*/ 0 h 571863"/>
                <a:gd name="csX1" fmla="*/ 0 w 24756"/>
                <a:gd name="csY1" fmla="*/ 571864 h 571863"/>
                <a:gd name="csX2" fmla="*/ 24757 w 24756"/>
                <a:gd name="csY2" fmla="*/ 571864 h 571863"/>
                <a:gd name="csX3" fmla="*/ 24757 w 24756"/>
                <a:gd name="csY3" fmla="*/ 0 h 571863"/>
                <a:gd name="csX4" fmla="*/ 0 w 24756"/>
                <a:gd name="csY4" fmla="*/ 0 h 571863"/>
                <a:gd name="csX5" fmla="*/ 0 w 24756"/>
                <a:gd name="csY5" fmla="*/ 0 h 571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571863">
                  <a:moveTo>
                    <a:pt x="0" y="0"/>
                  </a:moveTo>
                  <a:lnTo>
                    <a:pt x="0" y="571864"/>
                  </a:lnTo>
                  <a:lnTo>
                    <a:pt x="24757" y="571864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4" name="Freeform 963">
              <a:extLst>
                <a:ext uri="{FF2B5EF4-FFF2-40B4-BE49-F238E27FC236}">
                  <a16:creationId xmlns:a16="http://schemas.microsoft.com/office/drawing/2014/main" id="{E1CAC4D3-62B3-D9DA-2A32-2F9E07C16B4C}"/>
                </a:ext>
              </a:extLst>
            </p:cNvPr>
            <p:cNvSpPr/>
            <p:nvPr/>
          </p:nvSpPr>
          <p:spPr>
            <a:xfrm>
              <a:off x="1889796" y="4177405"/>
              <a:ext cx="24756" cy="571863"/>
            </a:xfrm>
            <a:custGeom>
              <a:avLst/>
              <a:gdLst>
                <a:gd name="csX0" fmla="*/ 0 w 24756"/>
                <a:gd name="csY0" fmla="*/ 0 h 571863"/>
                <a:gd name="csX1" fmla="*/ 0 w 24756"/>
                <a:gd name="csY1" fmla="*/ 571864 h 571863"/>
                <a:gd name="csX2" fmla="*/ 24757 w 24756"/>
                <a:gd name="csY2" fmla="*/ 571864 h 571863"/>
                <a:gd name="csX3" fmla="*/ 24757 w 24756"/>
                <a:gd name="csY3" fmla="*/ 0 h 571863"/>
                <a:gd name="csX4" fmla="*/ 0 w 24756"/>
                <a:gd name="csY4" fmla="*/ 0 h 571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571863">
                  <a:moveTo>
                    <a:pt x="0" y="0"/>
                  </a:moveTo>
                  <a:lnTo>
                    <a:pt x="0" y="571864"/>
                  </a:lnTo>
                  <a:lnTo>
                    <a:pt x="24757" y="571864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5" name="Freeform 964">
              <a:extLst>
                <a:ext uri="{FF2B5EF4-FFF2-40B4-BE49-F238E27FC236}">
                  <a16:creationId xmlns:a16="http://schemas.microsoft.com/office/drawing/2014/main" id="{A10B2115-4935-0EC4-8220-007C1390A04C}"/>
                </a:ext>
              </a:extLst>
            </p:cNvPr>
            <p:cNvSpPr/>
            <p:nvPr/>
          </p:nvSpPr>
          <p:spPr>
            <a:xfrm>
              <a:off x="1914553" y="4014084"/>
              <a:ext cx="24756" cy="735185"/>
            </a:xfrm>
            <a:custGeom>
              <a:avLst/>
              <a:gdLst>
                <a:gd name="csX0" fmla="*/ 0 w 24756"/>
                <a:gd name="csY0" fmla="*/ 0 h 735185"/>
                <a:gd name="csX1" fmla="*/ 0 w 24756"/>
                <a:gd name="csY1" fmla="*/ 735185 h 735185"/>
                <a:gd name="csX2" fmla="*/ 24757 w 24756"/>
                <a:gd name="csY2" fmla="*/ 735185 h 735185"/>
                <a:gd name="csX3" fmla="*/ 24757 w 24756"/>
                <a:gd name="csY3" fmla="*/ 0 h 735185"/>
                <a:gd name="csX4" fmla="*/ 0 w 24756"/>
                <a:gd name="csY4" fmla="*/ 0 h 735185"/>
                <a:gd name="csX5" fmla="*/ 0 w 24756"/>
                <a:gd name="csY5" fmla="*/ 0 h 735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735185">
                  <a:moveTo>
                    <a:pt x="0" y="0"/>
                  </a:moveTo>
                  <a:lnTo>
                    <a:pt x="0" y="735185"/>
                  </a:lnTo>
                  <a:lnTo>
                    <a:pt x="24757" y="73518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6" name="Freeform 965">
              <a:extLst>
                <a:ext uri="{FF2B5EF4-FFF2-40B4-BE49-F238E27FC236}">
                  <a16:creationId xmlns:a16="http://schemas.microsoft.com/office/drawing/2014/main" id="{7183426B-5B02-3F1D-FC10-6FF801D185D7}"/>
                </a:ext>
              </a:extLst>
            </p:cNvPr>
            <p:cNvSpPr/>
            <p:nvPr/>
          </p:nvSpPr>
          <p:spPr>
            <a:xfrm>
              <a:off x="1914553" y="4014084"/>
              <a:ext cx="24756" cy="735185"/>
            </a:xfrm>
            <a:custGeom>
              <a:avLst/>
              <a:gdLst>
                <a:gd name="csX0" fmla="*/ 0 w 24756"/>
                <a:gd name="csY0" fmla="*/ 0 h 735185"/>
                <a:gd name="csX1" fmla="*/ 0 w 24756"/>
                <a:gd name="csY1" fmla="*/ 735185 h 735185"/>
                <a:gd name="csX2" fmla="*/ 24757 w 24756"/>
                <a:gd name="csY2" fmla="*/ 735185 h 735185"/>
                <a:gd name="csX3" fmla="*/ 24757 w 24756"/>
                <a:gd name="csY3" fmla="*/ 0 h 735185"/>
                <a:gd name="csX4" fmla="*/ 0 w 24756"/>
                <a:gd name="csY4" fmla="*/ 0 h 735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735185">
                  <a:moveTo>
                    <a:pt x="0" y="0"/>
                  </a:moveTo>
                  <a:lnTo>
                    <a:pt x="0" y="735185"/>
                  </a:lnTo>
                  <a:lnTo>
                    <a:pt x="24757" y="73518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7" name="Freeform 966">
              <a:extLst>
                <a:ext uri="{FF2B5EF4-FFF2-40B4-BE49-F238E27FC236}">
                  <a16:creationId xmlns:a16="http://schemas.microsoft.com/office/drawing/2014/main" id="{3D4C5523-BFB2-34C6-E87A-0BB53A3691EC}"/>
                </a:ext>
              </a:extLst>
            </p:cNvPr>
            <p:cNvSpPr/>
            <p:nvPr/>
          </p:nvSpPr>
          <p:spPr>
            <a:xfrm>
              <a:off x="1939309" y="3852846"/>
              <a:ext cx="24756" cy="896423"/>
            </a:xfrm>
            <a:custGeom>
              <a:avLst/>
              <a:gdLst>
                <a:gd name="csX0" fmla="*/ 0 w 24756"/>
                <a:gd name="csY0" fmla="*/ 0 h 896423"/>
                <a:gd name="csX1" fmla="*/ 0 w 24756"/>
                <a:gd name="csY1" fmla="*/ 896423 h 896423"/>
                <a:gd name="csX2" fmla="*/ 24757 w 24756"/>
                <a:gd name="csY2" fmla="*/ 896423 h 896423"/>
                <a:gd name="csX3" fmla="*/ 24757 w 24756"/>
                <a:gd name="csY3" fmla="*/ 0 h 896423"/>
                <a:gd name="csX4" fmla="*/ 0 w 24756"/>
                <a:gd name="csY4" fmla="*/ 0 h 896423"/>
                <a:gd name="csX5" fmla="*/ 0 w 24756"/>
                <a:gd name="csY5" fmla="*/ 0 h 896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896423">
                  <a:moveTo>
                    <a:pt x="0" y="0"/>
                  </a:moveTo>
                  <a:lnTo>
                    <a:pt x="0" y="896423"/>
                  </a:lnTo>
                  <a:lnTo>
                    <a:pt x="24757" y="896423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A3AB10A5-780E-6E8F-EC30-1CE19ABE1F4A}"/>
                </a:ext>
              </a:extLst>
            </p:cNvPr>
            <p:cNvSpPr/>
            <p:nvPr/>
          </p:nvSpPr>
          <p:spPr>
            <a:xfrm>
              <a:off x="1939309" y="3852846"/>
              <a:ext cx="24756" cy="896423"/>
            </a:xfrm>
            <a:custGeom>
              <a:avLst/>
              <a:gdLst>
                <a:gd name="csX0" fmla="*/ 0 w 24756"/>
                <a:gd name="csY0" fmla="*/ 0 h 896423"/>
                <a:gd name="csX1" fmla="*/ 0 w 24756"/>
                <a:gd name="csY1" fmla="*/ 896423 h 896423"/>
                <a:gd name="csX2" fmla="*/ 24757 w 24756"/>
                <a:gd name="csY2" fmla="*/ 896423 h 896423"/>
                <a:gd name="csX3" fmla="*/ 24757 w 24756"/>
                <a:gd name="csY3" fmla="*/ 0 h 896423"/>
                <a:gd name="csX4" fmla="*/ 0 w 24756"/>
                <a:gd name="csY4" fmla="*/ 0 h 896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896423">
                  <a:moveTo>
                    <a:pt x="0" y="0"/>
                  </a:moveTo>
                  <a:lnTo>
                    <a:pt x="0" y="896423"/>
                  </a:lnTo>
                  <a:lnTo>
                    <a:pt x="24757" y="896423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9" name="Freeform 968">
              <a:extLst>
                <a:ext uri="{FF2B5EF4-FFF2-40B4-BE49-F238E27FC236}">
                  <a16:creationId xmlns:a16="http://schemas.microsoft.com/office/drawing/2014/main" id="{A57FE9F1-673E-DCE2-678A-86BAD20BA0CB}"/>
                </a:ext>
              </a:extLst>
            </p:cNvPr>
            <p:cNvSpPr/>
            <p:nvPr/>
          </p:nvSpPr>
          <p:spPr>
            <a:xfrm>
              <a:off x="1964066" y="3686397"/>
              <a:ext cx="24757" cy="1062872"/>
            </a:xfrm>
            <a:custGeom>
              <a:avLst/>
              <a:gdLst>
                <a:gd name="csX0" fmla="*/ 0 w 24757"/>
                <a:gd name="csY0" fmla="*/ 0 h 1062872"/>
                <a:gd name="csX1" fmla="*/ 0 w 24757"/>
                <a:gd name="csY1" fmla="*/ 1062873 h 1062872"/>
                <a:gd name="csX2" fmla="*/ 24758 w 24757"/>
                <a:gd name="csY2" fmla="*/ 1062873 h 1062872"/>
                <a:gd name="csX3" fmla="*/ 24758 w 24757"/>
                <a:gd name="csY3" fmla="*/ 0 h 1062872"/>
                <a:gd name="csX4" fmla="*/ 0 w 24757"/>
                <a:gd name="csY4" fmla="*/ 0 h 1062872"/>
                <a:gd name="csX5" fmla="*/ 0 w 24757"/>
                <a:gd name="csY5" fmla="*/ 0 h 1062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1062872">
                  <a:moveTo>
                    <a:pt x="0" y="0"/>
                  </a:moveTo>
                  <a:lnTo>
                    <a:pt x="0" y="1062873"/>
                  </a:lnTo>
                  <a:lnTo>
                    <a:pt x="24758" y="1062873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0" name="Freeform 969">
              <a:extLst>
                <a:ext uri="{FF2B5EF4-FFF2-40B4-BE49-F238E27FC236}">
                  <a16:creationId xmlns:a16="http://schemas.microsoft.com/office/drawing/2014/main" id="{48BEB694-303B-9461-8B06-176A1119F3E3}"/>
                </a:ext>
              </a:extLst>
            </p:cNvPr>
            <p:cNvSpPr/>
            <p:nvPr/>
          </p:nvSpPr>
          <p:spPr>
            <a:xfrm>
              <a:off x="1964066" y="3686397"/>
              <a:ext cx="24757" cy="1062872"/>
            </a:xfrm>
            <a:custGeom>
              <a:avLst/>
              <a:gdLst>
                <a:gd name="csX0" fmla="*/ 0 w 24757"/>
                <a:gd name="csY0" fmla="*/ 0 h 1062872"/>
                <a:gd name="csX1" fmla="*/ 0 w 24757"/>
                <a:gd name="csY1" fmla="*/ 1062873 h 1062872"/>
                <a:gd name="csX2" fmla="*/ 24758 w 24757"/>
                <a:gd name="csY2" fmla="*/ 1062873 h 1062872"/>
                <a:gd name="csX3" fmla="*/ 24758 w 24757"/>
                <a:gd name="csY3" fmla="*/ 0 h 1062872"/>
                <a:gd name="csX4" fmla="*/ 0 w 24757"/>
                <a:gd name="csY4" fmla="*/ 0 h 1062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1062872">
                  <a:moveTo>
                    <a:pt x="0" y="0"/>
                  </a:moveTo>
                  <a:lnTo>
                    <a:pt x="0" y="1062873"/>
                  </a:lnTo>
                  <a:lnTo>
                    <a:pt x="24758" y="1062873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1" name="Freeform 970">
              <a:extLst>
                <a:ext uri="{FF2B5EF4-FFF2-40B4-BE49-F238E27FC236}">
                  <a16:creationId xmlns:a16="http://schemas.microsoft.com/office/drawing/2014/main" id="{0B47B4A5-D1E0-FE9A-B327-21F48644FA0B}"/>
                </a:ext>
              </a:extLst>
            </p:cNvPr>
            <p:cNvSpPr/>
            <p:nvPr/>
          </p:nvSpPr>
          <p:spPr>
            <a:xfrm>
              <a:off x="1988824" y="3569334"/>
              <a:ext cx="24756" cy="1179934"/>
            </a:xfrm>
            <a:custGeom>
              <a:avLst/>
              <a:gdLst>
                <a:gd name="csX0" fmla="*/ 0 w 24756"/>
                <a:gd name="csY0" fmla="*/ 0 h 1179934"/>
                <a:gd name="csX1" fmla="*/ 0 w 24756"/>
                <a:gd name="csY1" fmla="*/ 1179935 h 1179934"/>
                <a:gd name="csX2" fmla="*/ 24757 w 24756"/>
                <a:gd name="csY2" fmla="*/ 1179935 h 1179934"/>
                <a:gd name="csX3" fmla="*/ 24757 w 24756"/>
                <a:gd name="csY3" fmla="*/ 0 h 1179934"/>
                <a:gd name="csX4" fmla="*/ 0 w 24756"/>
                <a:gd name="csY4" fmla="*/ 0 h 1179934"/>
                <a:gd name="csX5" fmla="*/ 0 w 24756"/>
                <a:gd name="csY5" fmla="*/ 0 h 1179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179934">
                  <a:moveTo>
                    <a:pt x="0" y="0"/>
                  </a:moveTo>
                  <a:lnTo>
                    <a:pt x="0" y="1179935"/>
                  </a:lnTo>
                  <a:lnTo>
                    <a:pt x="24757" y="117993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2" name="Freeform 971">
              <a:extLst>
                <a:ext uri="{FF2B5EF4-FFF2-40B4-BE49-F238E27FC236}">
                  <a16:creationId xmlns:a16="http://schemas.microsoft.com/office/drawing/2014/main" id="{4EFDF9D7-3699-55A6-FFDF-95EB22DA95D9}"/>
                </a:ext>
              </a:extLst>
            </p:cNvPr>
            <p:cNvSpPr/>
            <p:nvPr/>
          </p:nvSpPr>
          <p:spPr>
            <a:xfrm>
              <a:off x="1988824" y="3569334"/>
              <a:ext cx="24756" cy="1179934"/>
            </a:xfrm>
            <a:custGeom>
              <a:avLst/>
              <a:gdLst>
                <a:gd name="csX0" fmla="*/ 0 w 24756"/>
                <a:gd name="csY0" fmla="*/ 0 h 1179934"/>
                <a:gd name="csX1" fmla="*/ 0 w 24756"/>
                <a:gd name="csY1" fmla="*/ 1179935 h 1179934"/>
                <a:gd name="csX2" fmla="*/ 24757 w 24756"/>
                <a:gd name="csY2" fmla="*/ 1179935 h 1179934"/>
                <a:gd name="csX3" fmla="*/ 24757 w 24756"/>
                <a:gd name="csY3" fmla="*/ 0 h 1179934"/>
                <a:gd name="csX4" fmla="*/ 0 w 24756"/>
                <a:gd name="csY4" fmla="*/ 0 h 1179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179934">
                  <a:moveTo>
                    <a:pt x="0" y="0"/>
                  </a:moveTo>
                  <a:lnTo>
                    <a:pt x="0" y="1179935"/>
                  </a:lnTo>
                  <a:lnTo>
                    <a:pt x="24757" y="117993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3" name="Freeform 972">
              <a:extLst>
                <a:ext uri="{FF2B5EF4-FFF2-40B4-BE49-F238E27FC236}">
                  <a16:creationId xmlns:a16="http://schemas.microsoft.com/office/drawing/2014/main" id="{BA36B560-4179-5720-3711-15744572C9EC}"/>
                </a:ext>
              </a:extLst>
            </p:cNvPr>
            <p:cNvSpPr/>
            <p:nvPr/>
          </p:nvSpPr>
          <p:spPr>
            <a:xfrm>
              <a:off x="2013581" y="3477386"/>
              <a:ext cx="24756" cy="1271883"/>
            </a:xfrm>
            <a:custGeom>
              <a:avLst/>
              <a:gdLst>
                <a:gd name="csX0" fmla="*/ 0 w 24756"/>
                <a:gd name="csY0" fmla="*/ 0 h 1271883"/>
                <a:gd name="csX1" fmla="*/ 0 w 24756"/>
                <a:gd name="csY1" fmla="*/ 1271883 h 1271883"/>
                <a:gd name="csX2" fmla="*/ 24757 w 24756"/>
                <a:gd name="csY2" fmla="*/ 1271883 h 1271883"/>
                <a:gd name="csX3" fmla="*/ 24757 w 24756"/>
                <a:gd name="csY3" fmla="*/ 0 h 1271883"/>
                <a:gd name="csX4" fmla="*/ 0 w 24756"/>
                <a:gd name="csY4" fmla="*/ 0 h 1271883"/>
                <a:gd name="csX5" fmla="*/ 0 w 24756"/>
                <a:gd name="csY5" fmla="*/ 0 h 1271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271883">
                  <a:moveTo>
                    <a:pt x="0" y="0"/>
                  </a:moveTo>
                  <a:lnTo>
                    <a:pt x="0" y="1271883"/>
                  </a:lnTo>
                  <a:lnTo>
                    <a:pt x="24757" y="1271883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4" name="Freeform 973">
              <a:extLst>
                <a:ext uri="{FF2B5EF4-FFF2-40B4-BE49-F238E27FC236}">
                  <a16:creationId xmlns:a16="http://schemas.microsoft.com/office/drawing/2014/main" id="{08E71D0D-3A19-2132-AE2F-54864D42F24D}"/>
                </a:ext>
              </a:extLst>
            </p:cNvPr>
            <p:cNvSpPr/>
            <p:nvPr/>
          </p:nvSpPr>
          <p:spPr>
            <a:xfrm>
              <a:off x="2013581" y="3477386"/>
              <a:ext cx="24756" cy="1271883"/>
            </a:xfrm>
            <a:custGeom>
              <a:avLst/>
              <a:gdLst>
                <a:gd name="csX0" fmla="*/ 0 w 24756"/>
                <a:gd name="csY0" fmla="*/ 0 h 1271883"/>
                <a:gd name="csX1" fmla="*/ 0 w 24756"/>
                <a:gd name="csY1" fmla="*/ 1271883 h 1271883"/>
                <a:gd name="csX2" fmla="*/ 24757 w 24756"/>
                <a:gd name="csY2" fmla="*/ 1271883 h 1271883"/>
                <a:gd name="csX3" fmla="*/ 24757 w 24756"/>
                <a:gd name="csY3" fmla="*/ 0 h 1271883"/>
                <a:gd name="csX4" fmla="*/ 0 w 24756"/>
                <a:gd name="csY4" fmla="*/ 0 h 1271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271883">
                  <a:moveTo>
                    <a:pt x="0" y="0"/>
                  </a:moveTo>
                  <a:lnTo>
                    <a:pt x="0" y="1271883"/>
                  </a:lnTo>
                  <a:lnTo>
                    <a:pt x="24757" y="1271883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89866664-8EA6-020F-3955-0F39360D4147}"/>
                </a:ext>
              </a:extLst>
            </p:cNvPr>
            <p:cNvSpPr/>
            <p:nvPr/>
          </p:nvSpPr>
          <p:spPr>
            <a:xfrm>
              <a:off x="2038338" y="3418754"/>
              <a:ext cx="24756" cy="1330515"/>
            </a:xfrm>
            <a:custGeom>
              <a:avLst/>
              <a:gdLst>
                <a:gd name="csX0" fmla="*/ 0 w 24756"/>
                <a:gd name="csY0" fmla="*/ 0 h 1330515"/>
                <a:gd name="csX1" fmla="*/ 0 w 24756"/>
                <a:gd name="csY1" fmla="*/ 1330515 h 1330515"/>
                <a:gd name="csX2" fmla="*/ 24757 w 24756"/>
                <a:gd name="csY2" fmla="*/ 1330515 h 1330515"/>
                <a:gd name="csX3" fmla="*/ 24757 w 24756"/>
                <a:gd name="csY3" fmla="*/ 0 h 1330515"/>
                <a:gd name="csX4" fmla="*/ 0 w 24756"/>
                <a:gd name="csY4" fmla="*/ 0 h 1330515"/>
                <a:gd name="csX5" fmla="*/ 0 w 24756"/>
                <a:gd name="csY5" fmla="*/ 0 h 1330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330515">
                  <a:moveTo>
                    <a:pt x="0" y="0"/>
                  </a:moveTo>
                  <a:lnTo>
                    <a:pt x="0" y="1330515"/>
                  </a:lnTo>
                  <a:lnTo>
                    <a:pt x="24757" y="133051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6" name="Freeform 975">
              <a:extLst>
                <a:ext uri="{FF2B5EF4-FFF2-40B4-BE49-F238E27FC236}">
                  <a16:creationId xmlns:a16="http://schemas.microsoft.com/office/drawing/2014/main" id="{0BCFD010-6EC4-353E-AEC1-FB8343AC544A}"/>
                </a:ext>
              </a:extLst>
            </p:cNvPr>
            <p:cNvSpPr/>
            <p:nvPr/>
          </p:nvSpPr>
          <p:spPr>
            <a:xfrm>
              <a:off x="2038338" y="3418754"/>
              <a:ext cx="24756" cy="1330515"/>
            </a:xfrm>
            <a:custGeom>
              <a:avLst/>
              <a:gdLst>
                <a:gd name="csX0" fmla="*/ 0 w 24756"/>
                <a:gd name="csY0" fmla="*/ 0 h 1330515"/>
                <a:gd name="csX1" fmla="*/ 0 w 24756"/>
                <a:gd name="csY1" fmla="*/ 1330515 h 1330515"/>
                <a:gd name="csX2" fmla="*/ 24757 w 24756"/>
                <a:gd name="csY2" fmla="*/ 1330515 h 1330515"/>
                <a:gd name="csX3" fmla="*/ 24757 w 24756"/>
                <a:gd name="csY3" fmla="*/ 0 h 1330515"/>
                <a:gd name="csX4" fmla="*/ 0 w 24756"/>
                <a:gd name="csY4" fmla="*/ 0 h 1330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330515">
                  <a:moveTo>
                    <a:pt x="0" y="0"/>
                  </a:moveTo>
                  <a:lnTo>
                    <a:pt x="0" y="1330515"/>
                  </a:lnTo>
                  <a:lnTo>
                    <a:pt x="24757" y="133051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7" name="Freeform 976">
              <a:extLst>
                <a:ext uri="{FF2B5EF4-FFF2-40B4-BE49-F238E27FC236}">
                  <a16:creationId xmlns:a16="http://schemas.microsoft.com/office/drawing/2014/main" id="{8CA8E8E3-0FEA-F529-3427-9149B3C932A5}"/>
                </a:ext>
              </a:extLst>
            </p:cNvPr>
            <p:cNvSpPr/>
            <p:nvPr/>
          </p:nvSpPr>
          <p:spPr>
            <a:xfrm>
              <a:off x="2063095" y="3409980"/>
              <a:ext cx="24757" cy="1339289"/>
            </a:xfrm>
            <a:custGeom>
              <a:avLst/>
              <a:gdLst>
                <a:gd name="csX0" fmla="*/ 0 w 24757"/>
                <a:gd name="csY0" fmla="*/ 0 h 1339289"/>
                <a:gd name="csX1" fmla="*/ 0 w 24757"/>
                <a:gd name="csY1" fmla="*/ 1339290 h 1339289"/>
                <a:gd name="csX2" fmla="*/ 24758 w 24757"/>
                <a:gd name="csY2" fmla="*/ 1339290 h 1339289"/>
                <a:gd name="csX3" fmla="*/ 24758 w 24757"/>
                <a:gd name="csY3" fmla="*/ 0 h 1339289"/>
                <a:gd name="csX4" fmla="*/ 0 w 24757"/>
                <a:gd name="csY4" fmla="*/ 0 h 1339289"/>
                <a:gd name="csX5" fmla="*/ 0 w 24757"/>
                <a:gd name="csY5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1339289">
                  <a:moveTo>
                    <a:pt x="0" y="0"/>
                  </a:moveTo>
                  <a:lnTo>
                    <a:pt x="0" y="1339290"/>
                  </a:lnTo>
                  <a:lnTo>
                    <a:pt x="24758" y="1339290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8" name="Freeform 977">
              <a:extLst>
                <a:ext uri="{FF2B5EF4-FFF2-40B4-BE49-F238E27FC236}">
                  <a16:creationId xmlns:a16="http://schemas.microsoft.com/office/drawing/2014/main" id="{22B968CB-E3F1-1469-328F-10E17950275C}"/>
                </a:ext>
              </a:extLst>
            </p:cNvPr>
            <p:cNvSpPr/>
            <p:nvPr/>
          </p:nvSpPr>
          <p:spPr>
            <a:xfrm>
              <a:off x="2063095" y="3409980"/>
              <a:ext cx="24757" cy="1339289"/>
            </a:xfrm>
            <a:custGeom>
              <a:avLst/>
              <a:gdLst>
                <a:gd name="csX0" fmla="*/ 0 w 24757"/>
                <a:gd name="csY0" fmla="*/ 0 h 1339289"/>
                <a:gd name="csX1" fmla="*/ 0 w 24757"/>
                <a:gd name="csY1" fmla="*/ 1339290 h 1339289"/>
                <a:gd name="csX2" fmla="*/ 24758 w 24757"/>
                <a:gd name="csY2" fmla="*/ 1339290 h 1339289"/>
                <a:gd name="csX3" fmla="*/ 24758 w 24757"/>
                <a:gd name="csY3" fmla="*/ 0 h 1339289"/>
                <a:gd name="csX4" fmla="*/ 0 w 24757"/>
                <a:gd name="csY4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1339289">
                  <a:moveTo>
                    <a:pt x="0" y="0"/>
                  </a:moveTo>
                  <a:lnTo>
                    <a:pt x="0" y="1339290"/>
                  </a:lnTo>
                  <a:lnTo>
                    <a:pt x="24758" y="1339290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9" name="Freeform 978">
              <a:extLst>
                <a:ext uri="{FF2B5EF4-FFF2-40B4-BE49-F238E27FC236}">
                  <a16:creationId xmlns:a16="http://schemas.microsoft.com/office/drawing/2014/main" id="{686A6ED0-2A9A-B42B-1A49-8A53D9814E7D}"/>
                </a:ext>
              </a:extLst>
            </p:cNvPr>
            <p:cNvSpPr/>
            <p:nvPr/>
          </p:nvSpPr>
          <p:spPr>
            <a:xfrm>
              <a:off x="2087852" y="3479134"/>
              <a:ext cx="24754" cy="1270134"/>
            </a:xfrm>
            <a:custGeom>
              <a:avLst/>
              <a:gdLst>
                <a:gd name="csX0" fmla="*/ 0 w 24754"/>
                <a:gd name="csY0" fmla="*/ 0 h 1270134"/>
                <a:gd name="csX1" fmla="*/ 0 w 24754"/>
                <a:gd name="csY1" fmla="*/ 1270135 h 1270134"/>
                <a:gd name="csX2" fmla="*/ 24755 w 24754"/>
                <a:gd name="csY2" fmla="*/ 1270135 h 1270134"/>
                <a:gd name="csX3" fmla="*/ 24755 w 24754"/>
                <a:gd name="csY3" fmla="*/ 0 h 1270134"/>
                <a:gd name="csX4" fmla="*/ 0 w 24754"/>
                <a:gd name="csY4" fmla="*/ 0 h 1270134"/>
                <a:gd name="csX5" fmla="*/ 0 w 24754"/>
                <a:gd name="csY5" fmla="*/ 0 h 127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4" h="1270134">
                  <a:moveTo>
                    <a:pt x="0" y="0"/>
                  </a:moveTo>
                  <a:lnTo>
                    <a:pt x="0" y="1270135"/>
                  </a:lnTo>
                  <a:lnTo>
                    <a:pt x="24755" y="1270135"/>
                  </a:lnTo>
                  <a:lnTo>
                    <a:pt x="247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0" name="Freeform 979">
              <a:extLst>
                <a:ext uri="{FF2B5EF4-FFF2-40B4-BE49-F238E27FC236}">
                  <a16:creationId xmlns:a16="http://schemas.microsoft.com/office/drawing/2014/main" id="{A87B48B1-95AE-EB41-24D1-8AB00AD55FFF}"/>
                </a:ext>
              </a:extLst>
            </p:cNvPr>
            <p:cNvSpPr/>
            <p:nvPr/>
          </p:nvSpPr>
          <p:spPr>
            <a:xfrm>
              <a:off x="2087852" y="3479134"/>
              <a:ext cx="24754" cy="1270134"/>
            </a:xfrm>
            <a:custGeom>
              <a:avLst/>
              <a:gdLst>
                <a:gd name="csX0" fmla="*/ 0 w 24754"/>
                <a:gd name="csY0" fmla="*/ 0 h 1270134"/>
                <a:gd name="csX1" fmla="*/ 0 w 24754"/>
                <a:gd name="csY1" fmla="*/ 1270135 h 1270134"/>
                <a:gd name="csX2" fmla="*/ 24755 w 24754"/>
                <a:gd name="csY2" fmla="*/ 1270135 h 1270134"/>
                <a:gd name="csX3" fmla="*/ 24755 w 24754"/>
                <a:gd name="csY3" fmla="*/ 0 h 1270134"/>
                <a:gd name="csX4" fmla="*/ 0 w 24754"/>
                <a:gd name="csY4" fmla="*/ 0 h 127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4" h="1270134">
                  <a:moveTo>
                    <a:pt x="0" y="0"/>
                  </a:moveTo>
                  <a:lnTo>
                    <a:pt x="0" y="1270135"/>
                  </a:lnTo>
                  <a:lnTo>
                    <a:pt x="24755" y="1270135"/>
                  </a:lnTo>
                  <a:lnTo>
                    <a:pt x="2475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1" name="Freeform 980">
              <a:extLst>
                <a:ext uri="{FF2B5EF4-FFF2-40B4-BE49-F238E27FC236}">
                  <a16:creationId xmlns:a16="http://schemas.microsoft.com/office/drawing/2014/main" id="{F7437CDB-B680-9B8B-5999-575CA6249C84}"/>
                </a:ext>
              </a:extLst>
            </p:cNvPr>
            <p:cNvSpPr/>
            <p:nvPr/>
          </p:nvSpPr>
          <p:spPr>
            <a:xfrm>
              <a:off x="2112607" y="3565939"/>
              <a:ext cx="24759" cy="1183329"/>
            </a:xfrm>
            <a:custGeom>
              <a:avLst/>
              <a:gdLst>
                <a:gd name="csX0" fmla="*/ 0 w 24759"/>
                <a:gd name="csY0" fmla="*/ 0 h 1183329"/>
                <a:gd name="csX1" fmla="*/ 0 w 24759"/>
                <a:gd name="csY1" fmla="*/ 1183330 h 1183329"/>
                <a:gd name="csX2" fmla="*/ 24760 w 24759"/>
                <a:gd name="csY2" fmla="*/ 1183330 h 1183329"/>
                <a:gd name="csX3" fmla="*/ 24760 w 24759"/>
                <a:gd name="csY3" fmla="*/ 0 h 1183329"/>
                <a:gd name="csX4" fmla="*/ 0 w 24759"/>
                <a:gd name="csY4" fmla="*/ 0 h 1183329"/>
                <a:gd name="csX5" fmla="*/ 0 w 24759"/>
                <a:gd name="csY5" fmla="*/ 0 h 1183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83329">
                  <a:moveTo>
                    <a:pt x="0" y="0"/>
                  </a:moveTo>
                  <a:lnTo>
                    <a:pt x="0" y="1183330"/>
                  </a:lnTo>
                  <a:lnTo>
                    <a:pt x="24760" y="118333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09DF09AD-1A45-3F6E-4BBF-706CC4D0F2BE}"/>
                </a:ext>
              </a:extLst>
            </p:cNvPr>
            <p:cNvSpPr/>
            <p:nvPr/>
          </p:nvSpPr>
          <p:spPr>
            <a:xfrm>
              <a:off x="2112607" y="3565939"/>
              <a:ext cx="24759" cy="1183329"/>
            </a:xfrm>
            <a:custGeom>
              <a:avLst/>
              <a:gdLst>
                <a:gd name="csX0" fmla="*/ 0 w 24759"/>
                <a:gd name="csY0" fmla="*/ 0 h 1183329"/>
                <a:gd name="csX1" fmla="*/ 0 w 24759"/>
                <a:gd name="csY1" fmla="*/ 1183330 h 1183329"/>
                <a:gd name="csX2" fmla="*/ 24760 w 24759"/>
                <a:gd name="csY2" fmla="*/ 1183330 h 1183329"/>
                <a:gd name="csX3" fmla="*/ 24760 w 24759"/>
                <a:gd name="csY3" fmla="*/ 0 h 1183329"/>
                <a:gd name="csX4" fmla="*/ 0 w 24759"/>
                <a:gd name="csY4" fmla="*/ 0 h 1183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83329">
                  <a:moveTo>
                    <a:pt x="0" y="0"/>
                  </a:moveTo>
                  <a:lnTo>
                    <a:pt x="0" y="1183330"/>
                  </a:lnTo>
                  <a:lnTo>
                    <a:pt x="24760" y="118333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3" name="Freeform 982">
              <a:extLst>
                <a:ext uri="{FF2B5EF4-FFF2-40B4-BE49-F238E27FC236}">
                  <a16:creationId xmlns:a16="http://schemas.microsoft.com/office/drawing/2014/main" id="{35B395F3-76FE-0C3F-AA1E-98B868D83FDD}"/>
                </a:ext>
              </a:extLst>
            </p:cNvPr>
            <p:cNvSpPr/>
            <p:nvPr/>
          </p:nvSpPr>
          <p:spPr>
            <a:xfrm>
              <a:off x="2137367" y="3703005"/>
              <a:ext cx="24759" cy="1046264"/>
            </a:xfrm>
            <a:custGeom>
              <a:avLst/>
              <a:gdLst>
                <a:gd name="csX0" fmla="*/ 0 w 24759"/>
                <a:gd name="csY0" fmla="*/ 0 h 1046264"/>
                <a:gd name="csX1" fmla="*/ 0 w 24759"/>
                <a:gd name="csY1" fmla="*/ 1046264 h 1046264"/>
                <a:gd name="csX2" fmla="*/ 24760 w 24759"/>
                <a:gd name="csY2" fmla="*/ 1046264 h 1046264"/>
                <a:gd name="csX3" fmla="*/ 24760 w 24759"/>
                <a:gd name="csY3" fmla="*/ 0 h 1046264"/>
                <a:gd name="csX4" fmla="*/ 0 w 24759"/>
                <a:gd name="csY4" fmla="*/ 0 h 1046264"/>
                <a:gd name="csX5" fmla="*/ 0 w 24759"/>
                <a:gd name="csY5" fmla="*/ 0 h 1046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046264">
                  <a:moveTo>
                    <a:pt x="0" y="0"/>
                  </a:moveTo>
                  <a:lnTo>
                    <a:pt x="0" y="1046264"/>
                  </a:lnTo>
                  <a:lnTo>
                    <a:pt x="24760" y="104626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4" name="Freeform 983">
              <a:extLst>
                <a:ext uri="{FF2B5EF4-FFF2-40B4-BE49-F238E27FC236}">
                  <a16:creationId xmlns:a16="http://schemas.microsoft.com/office/drawing/2014/main" id="{4220EB91-E8FA-2B6D-070E-370998D66BFF}"/>
                </a:ext>
              </a:extLst>
            </p:cNvPr>
            <p:cNvSpPr/>
            <p:nvPr/>
          </p:nvSpPr>
          <p:spPr>
            <a:xfrm>
              <a:off x="2137367" y="3703005"/>
              <a:ext cx="24759" cy="1046264"/>
            </a:xfrm>
            <a:custGeom>
              <a:avLst/>
              <a:gdLst>
                <a:gd name="csX0" fmla="*/ 0 w 24759"/>
                <a:gd name="csY0" fmla="*/ 0 h 1046264"/>
                <a:gd name="csX1" fmla="*/ 0 w 24759"/>
                <a:gd name="csY1" fmla="*/ 1046264 h 1046264"/>
                <a:gd name="csX2" fmla="*/ 24760 w 24759"/>
                <a:gd name="csY2" fmla="*/ 1046264 h 1046264"/>
                <a:gd name="csX3" fmla="*/ 24760 w 24759"/>
                <a:gd name="csY3" fmla="*/ 0 h 1046264"/>
                <a:gd name="csX4" fmla="*/ 0 w 24759"/>
                <a:gd name="csY4" fmla="*/ 0 h 1046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046264">
                  <a:moveTo>
                    <a:pt x="0" y="0"/>
                  </a:moveTo>
                  <a:lnTo>
                    <a:pt x="0" y="1046264"/>
                  </a:lnTo>
                  <a:lnTo>
                    <a:pt x="24760" y="104626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5" name="Freeform 984">
              <a:extLst>
                <a:ext uri="{FF2B5EF4-FFF2-40B4-BE49-F238E27FC236}">
                  <a16:creationId xmlns:a16="http://schemas.microsoft.com/office/drawing/2014/main" id="{13793AD6-D2A7-C8B6-19B1-A0FDE9E29FDC}"/>
                </a:ext>
              </a:extLst>
            </p:cNvPr>
            <p:cNvSpPr/>
            <p:nvPr/>
          </p:nvSpPr>
          <p:spPr>
            <a:xfrm>
              <a:off x="2162127" y="3849821"/>
              <a:ext cx="24749" cy="899448"/>
            </a:xfrm>
            <a:custGeom>
              <a:avLst/>
              <a:gdLst>
                <a:gd name="csX0" fmla="*/ 0 w 24749"/>
                <a:gd name="csY0" fmla="*/ 0 h 899448"/>
                <a:gd name="csX1" fmla="*/ 0 w 24749"/>
                <a:gd name="csY1" fmla="*/ 899449 h 899448"/>
                <a:gd name="csX2" fmla="*/ 24750 w 24749"/>
                <a:gd name="csY2" fmla="*/ 899449 h 899448"/>
                <a:gd name="csX3" fmla="*/ 24750 w 24749"/>
                <a:gd name="csY3" fmla="*/ 0 h 899448"/>
                <a:gd name="csX4" fmla="*/ 0 w 24749"/>
                <a:gd name="csY4" fmla="*/ 0 h 899448"/>
                <a:gd name="csX5" fmla="*/ 0 w 24749"/>
                <a:gd name="csY5" fmla="*/ 0 h 899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899448">
                  <a:moveTo>
                    <a:pt x="0" y="0"/>
                  </a:moveTo>
                  <a:lnTo>
                    <a:pt x="0" y="899449"/>
                  </a:lnTo>
                  <a:lnTo>
                    <a:pt x="24750" y="89944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6" name="Freeform 985">
              <a:extLst>
                <a:ext uri="{FF2B5EF4-FFF2-40B4-BE49-F238E27FC236}">
                  <a16:creationId xmlns:a16="http://schemas.microsoft.com/office/drawing/2014/main" id="{67410656-9E79-F65A-2B77-0530AC7ADDFF}"/>
                </a:ext>
              </a:extLst>
            </p:cNvPr>
            <p:cNvSpPr/>
            <p:nvPr/>
          </p:nvSpPr>
          <p:spPr>
            <a:xfrm>
              <a:off x="2162127" y="3849821"/>
              <a:ext cx="24749" cy="899448"/>
            </a:xfrm>
            <a:custGeom>
              <a:avLst/>
              <a:gdLst>
                <a:gd name="csX0" fmla="*/ 0 w 24749"/>
                <a:gd name="csY0" fmla="*/ 0 h 899448"/>
                <a:gd name="csX1" fmla="*/ 0 w 24749"/>
                <a:gd name="csY1" fmla="*/ 899449 h 899448"/>
                <a:gd name="csX2" fmla="*/ 24750 w 24749"/>
                <a:gd name="csY2" fmla="*/ 899449 h 899448"/>
                <a:gd name="csX3" fmla="*/ 24750 w 24749"/>
                <a:gd name="csY3" fmla="*/ 0 h 899448"/>
                <a:gd name="csX4" fmla="*/ 0 w 24749"/>
                <a:gd name="csY4" fmla="*/ 0 h 899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899448">
                  <a:moveTo>
                    <a:pt x="0" y="0"/>
                  </a:moveTo>
                  <a:lnTo>
                    <a:pt x="0" y="899449"/>
                  </a:lnTo>
                  <a:lnTo>
                    <a:pt x="24750" y="89944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7" name="Freeform 986">
              <a:extLst>
                <a:ext uri="{FF2B5EF4-FFF2-40B4-BE49-F238E27FC236}">
                  <a16:creationId xmlns:a16="http://schemas.microsoft.com/office/drawing/2014/main" id="{92334E1B-9A2F-23F4-2CCC-80833A4766F8}"/>
                </a:ext>
              </a:extLst>
            </p:cNvPr>
            <p:cNvSpPr/>
            <p:nvPr/>
          </p:nvSpPr>
          <p:spPr>
            <a:xfrm>
              <a:off x="2186877" y="4016908"/>
              <a:ext cx="24759" cy="732361"/>
            </a:xfrm>
            <a:custGeom>
              <a:avLst/>
              <a:gdLst>
                <a:gd name="csX0" fmla="*/ 0 w 24759"/>
                <a:gd name="csY0" fmla="*/ 0 h 732361"/>
                <a:gd name="csX1" fmla="*/ 0 w 24759"/>
                <a:gd name="csY1" fmla="*/ 732361 h 732361"/>
                <a:gd name="csX2" fmla="*/ 24760 w 24759"/>
                <a:gd name="csY2" fmla="*/ 732361 h 732361"/>
                <a:gd name="csX3" fmla="*/ 24760 w 24759"/>
                <a:gd name="csY3" fmla="*/ 0 h 732361"/>
                <a:gd name="csX4" fmla="*/ 0 w 24759"/>
                <a:gd name="csY4" fmla="*/ 0 h 732361"/>
                <a:gd name="csX5" fmla="*/ 0 w 24759"/>
                <a:gd name="csY5" fmla="*/ 0 h 732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32361">
                  <a:moveTo>
                    <a:pt x="0" y="0"/>
                  </a:moveTo>
                  <a:lnTo>
                    <a:pt x="0" y="732361"/>
                  </a:lnTo>
                  <a:lnTo>
                    <a:pt x="24760" y="73236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8" name="Freeform 987">
              <a:extLst>
                <a:ext uri="{FF2B5EF4-FFF2-40B4-BE49-F238E27FC236}">
                  <a16:creationId xmlns:a16="http://schemas.microsoft.com/office/drawing/2014/main" id="{B4A18AF9-760F-2FEA-DB3C-6D0B64165A0F}"/>
                </a:ext>
              </a:extLst>
            </p:cNvPr>
            <p:cNvSpPr/>
            <p:nvPr/>
          </p:nvSpPr>
          <p:spPr>
            <a:xfrm>
              <a:off x="2186877" y="4016908"/>
              <a:ext cx="24759" cy="732361"/>
            </a:xfrm>
            <a:custGeom>
              <a:avLst/>
              <a:gdLst>
                <a:gd name="csX0" fmla="*/ 0 w 24759"/>
                <a:gd name="csY0" fmla="*/ 0 h 732361"/>
                <a:gd name="csX1" fmla="*/ 0 w 24759"/>
                <a:gd name="csY1" fmla="*/ 732361 h 732361"/>
                <a:gd name="csX2" fmla="*/ 24760 w 24759"/>
                <a:gd name="csY2" fmla="*/ 732361 h 732361"/>
                <a:gd name="csX3" fmla="*/ 24760 w 24759"/>
                <a:gd name="csY3" fmla="*/ 0 h 732361"/>
                <a:gd name="csX4" fmla="*/ 0 w 24759"/>
                <a:gd name="csY4" fmla="*/ 0 h 732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32361">
                  <a:moveTo>
                    <a:pt x="0" y="0"/>
                  </a:moveTo>
                  <a:lnTo>
                    <a:pt x="0" y="732361"/>
                  </a:lnTo>
                  <a:lnTo>
                    <a:pt x="24760" y="73236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93C5A783-A5C3-B955-F89B-59F1BD5BA2DB}"/>
                </a:ext>
              </a:extLst>
            </p:cNvPr>
            <p:cNvSpPr/>
            <p:nvPr/>
          </p:nvSpPr>
          <p:spPr>
            <a:xfrm>
              <a:off x="2211637" y="4176230"/>
              <a:ext cx="24759" cy="573039"/>
            </a:xfrm>
            <a:custGeom>
              <a:avLst/>
              <a:gdLst>
                <a:gd name="csX0" fmla="*/ 0 w 24759"/>
                <a:gd name="csY0" fmla="*/ 0 h 573039"/>
                <a:gd name="csX1" fmla="*/ 0 w 24759"/>
                <a:gd name="csY1" fmla="*/ 573040 h 573039"/>
                <a:gd name="csX2" fmla="*/ 24760 w 24759"/>
                <a:gd name="csY2" fmla="*/ 573040 h 573039"/>
                <a:gd name="csX3" fmla="*/ 24760 w 24759"/>
                <a:gd name="csY3" fmla="*/ 0 h 573039"/>
                <a:gd name="csX4" fmla="*/ 0 w 24759"/>
                <a:gd name="csY4" fmla="*/ 0 h 573039"/>
                <a:gd name="csX5" fmla="*/ 0 w 24759"/>
                <a:gd name="csY5" fmla="*/ 0 h 573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73039">
                  <a:moveTo>
                    <a:pt x="0" y="0"/>
                  </a:moveTo>
                  <a:lnTo>
                    <a:pt x="0" y="573040"/>
                  </a:lnTo>
                  <a:lnTo>
                    <a:pt x="24760" y="57304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0" name="Freeform 989">
              <a:extLst>
                <a:ext uri="{FF2B5EF4-FFF2-40B4-BE49-F238E27FC236}">
                  <a16:creationId xmlns:a16="http://schemas.microsoft.com/office/drawing/2014/main" id="{8F2D059B-520D-E7BC-FB07-01DBA0D2341A}"/>
                </a:ext>
              </a:extLst>
            </p:cNvPr>
            <p:cNvSpPr/>
            <p:nvPr/>
          </p:nvSpPr>
          <p:spPr>
            <a:xfrm>
              <a:off x="2211637" y="4176230"/>
              <a:ext cx="24759" cy="573039"/>
            </a:xfrm>
            <a:custGeom>
              <a:avLst/>
              <a:gdLst>
                <a:gd name="csX0" fmla="*/ 0 w 24759"/>
                <a:gd name="csY0" fmla="*/ 0 h 573039"/>
                <a:gd name="csX1" fmla="*/ 0 w 24759"/>
                <a:gd name="csY1" fmla="*/ 573040 h 573039"/>
                <a:gd name="csX2" fmla="*/ 24760 w 24759"/>
                <a:gd name="csY2" fmla="*/ 573040 h 573039"/>
                <a:gd name="csX3" fmla="*/ 24760 w 24759"/>
                <a:gd name="csY3" fmla="*/ 0 h 573039"/>
                <a:gd name="csX4" fmla="*/ 0 w 24759"/>
                <a:gd name="csY4" fmla="*/ 0 h 573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73039">
                  <a:moveTo>
                    <a:pt x="0" y="0"/>
                  </a:moveTo>
                  <a:lnTo>
                    <a:pt x="0" y="573040"/>
                  </a:lnTo>
                  <a:lnTo>
                    <a:pt x="24760" y="57304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1" name="Freeform 990">
              <a:extLst>
                <a:ext uri="{FF2B5EF4-FFF2-40B4-BE49-F238E27FC236}">
                  <a16:creationId xmlns:a16="http://schemas.microsoft.com/office/drawing/2014/main" id="{DDAC4CC1-0F68-1D87-ECFF-A170599F5BB8}"/>
                </a:ext>
              </a:extLst>
            </p:cNvPr>
            <p:cNvSpPr/>
            <p:nvPr/>
          </p:nvSpPr>
          <p:spPr>
            <a:xfrm>
              <a:off x="2236397" y="4317060"/>
              <a:ext cx="24759" cy="432209"/>
            </a:xfrm>
            <a:custGeom>
              <a:avLst/>
              <a:gdLst>
                <a:gd name="csX0" fmla="*/ 0 w 24759"/>
                <a:gd name="csY0" fmla="*/ 0 h 432209"/>
                <a:gd name="csX1" fmla="*/ 0 w 24759"/>
                <a:gd name="csY1" fmla="*/ 432209 h 432209"/>
                <a:gd name="csX2" fmla="*/ 24760 w 24759"/>
                <a:gd name="csY2" fmla="*/ 432209 h 432209"/>
                <a:gd name="csX3" fmla="*/ 24760 w 24759"/>
                <a:gd name="csY3" fmla="*/ 0 h 432209"/>
                <a:gd name="csX4" fmla="*/ 0 w 24759"/>
                <a:gd name="csY4" fmla="*/ 0 h 432209"/>
                <a:gd name="csX5" fmla="*/ 0 w 24759"/>
                <a:gd name="csY5" fmla="*/ 0 h 43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432209">
                  <a:moveTo>
                    <a:pt x="0" y="0"/>
                  </a:moveTo>
                  <a:lnTo>
                    <a:pt x="0" y="432209"/>
                  </a:lnTo>
                  <a:lnTo>
                    <a:pt x="24760" y="43220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2" name="Freeform 991">
              <a:extLst>
                <a:ext uri="{FF2B5EF4-FFF2-40B4-BE49-F238E27FC236}">
                  <a16:creationId xmlns:a16="http://schemas.microsoft.com/office/drawing/2014/main" id="{003984FB-3B5C-2CC4-C12E-8136753C2D73}"/>
                </a:ext>
              </a:extLst>
            </p:cNvPr>
            <p:cNvSpPr/>
            <p:nvPr/>
          </p:nvSpPr>
          <p:spPr>
            <a:xfrm>
              <a:off x="2236397" y="4317060"/>
              <a:ext cx="24759" cy="432209"/>
            </a:xfrm>
            <a:custGeom>
              <a:avLst/>
              <a:gdLst>
                <a:gd name="csX0" fmla="*/ 0 w 24759"/>
                <a:gd name="csY0" fmla="*/ 0 h 432209"/>
                <a:gd name="csX1" fmla="*/ 0 w 24759"/>
                <a:gd name="csY1" fmla="*/ 432209 h 432209"/>
                <a:gd name="csX2" fmla="*/ 24760 w 24759"/>
                <a:gd name="csY2" fmla="*/ 432209 h 432209"/>
                <a:gd name="csX3" fmla="*/ 24760 w 24759"/>
                <a:gd name="csY3" fmla="*/ 0 h 432209"/>
                <a:gd name="csX4" fmla="*/ 0 w 24759"/>
                <a:gd name="csY4" fmla="*/ 0 h 43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432209">
                  <a:moveTo>
                    <a:pt x="0" y="0"/>
                  </a:moveTo>
                  <a:lnTo>
                    <a:pt x="0" y="432209"/>
                  </a:lnTo>
                  <a:lnTo>
                    <a:pt x="24760" y="43220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3" name="Freeform 992">
              <a:extLst>
                <a:ext uri="{FF2B5EF4-FFF2-40B4-BE49-F238E27FC236}">
                  <a16:creationId xmlns:a16="http://schemas.microsoft.com/office/drawing/2014/main" id="{006A1388-4678-4144-7185-55A2D0D761C9}"/>
                </a:ext>
              </a:extLst>
            </p:cNvPr>
            <p:cNvSpPr/>
            <p:nvPr/>
          </p:nvSpPr>
          <p:spPr>
            <a:xfrm>
              <a:off x="2261157" y="4428446"/>
              <a:ext cx="24749" cy="320823"/>
            </a:xfrm>
            <a:custGeom>
              <a:avLst/>
              <a:gdLst>
                <a:gd name="csX0" fmla="*/ 0 w 24749"/>
                <a:gd name="csY0" fmla="*/ 0 h 320823"/>
                <a:gd name="csX1" fmla="*/ 0 w 24749"/>
                <a:gd name="csY1" fmla="*/ 320823 h 320823"/>
                <a:gd name="csX2" fmla="*/ 24750 w 24749"/>
                <a:gd name="csY2" fmla="*/ 320823 h 320823"/>
                <a:gd name="csX3" fmla="*/ 24750 w 24749"/>
                <a:gd name="csY3" fmla="*/ 0 h 320823"/>
                <a:gd name="csX4" fmla="*/ 0 w 24749"/>
                <a:gd name="csY4" fmla="*/ 0 h 320823"/>
                <a:gd name="csX5" fmla="*/ 0 w 24749"/>
                <a:gd name="csY5" fmla="*/ 0 h 320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320823">
                  <a:moveTo>
                    <a:pt x="0" y="0"/>
                  </a:moveTo>
                  <a:lnTo>
                    <a:pt x="0" y="320823"/>
                  </a:lnTo>
                  <a:lnTo>
                    <a:pt x="24750" y="32082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4" name="Freeform 993">
              <a:extLst>
                <a:ext uri="{FF2B5EF4-FFF2-40B4-BE49-F238E27FC236}">
                  <a16:creationId xmlns:a16="http://schemas.microsoft.com/office/drawing/2014/main" id="{068DE0DE-7BF4-E014-4B2E-CFE529371BFD}"/>
                </a:ext>
              </a:extLst>
            </p:cNvPr>
            <p:cNvSpPr/>
            <p:nvPr/>
          </p:nvSpPr>
          <p:spPr>
            <a:xfrm>
              <a:off x="2261157" y="4428446"/>
              <a:ext cx="24749" cy="320823"/>
            </a:xfrm>
            <a:custGeom>
              <a:avLst/>
              <a:gdLst>
                <a:gd name="csX0" fmla="*/ 0 w 24749"/>
                <a:gd name="csY0" fmla="*/ 0 h 320823"/>
                <a:gd name="csX1" fmla="*/ 0 w 24749"/>
                <a:gd name="csY1" fmla="*/ 320823 h 320823"/>
                <a:gd name="csX2" fmla="*/ 24750 w 24749"/>
                <a:gd name="csY2" fmla="*/ 320823 h 320823"/>
                <a:gd name="csX3" fmla="*/ 24750 w 24749"/>
                <a:gd name="csY3" fmla="*/ 0 h 320823"/>
                <a:gd name="csX4" fmla="*/ 0 w 24749"/>
                <a:gd name="csY4" fmla="*/ 0 h 320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320823">
                  <a:moveTo>
                    <a:pt x="0" y="0"/>
                  </a:moveTo>
                  <a:lnTo>
                    <a:pt x="0" y="320823"/>
                  </a:lnTo>
                  <a:lnTo>
                    <a:pt x="24750" y="32082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5" name="Freeform 994">
              <a:extLst>
                <a:ext uri="{FF2B5EF4-FFF2-40B4-BE49-F238E27FC236}">
                  <a16:creationId xmlns:a16="http://schemas.microsoft.com/office/drawing/2014/main" id="{C0D22A60-0A79-36B2-8CA7-2F3961A375C7}"/>
                </a:ext>
              </a:extLst>
            </p:cNvPr>
            <p:cNvSpPr/>
            <p:nvPr/>
          </p:nvSpPr>
          <p:spPr>
            <a:xfrm>
              <a:off x="2285906" y="4525529"/>
              <a:ext cx="24759" cy="223740"/>
            </a:xfrm>
            <a:custGeom>
              <a:avLst/>
              <a:gdLst>
                <a:gd name="csX0" fmla="*/ 0 w 24759"/>
                <a:gd name="csY0" fmla="*/ 0 h 223740"/>
                <a:gd name="csX1" fmla="*/ 0 w 24759"/>
                <a:gd name="csY1" fmla="*/ 223740 h 223740"/>
                <a:gd name="csX2" fmla="*/ 24760 w 24759"/>
                <a:gd name="csY2" fmla="*/ 223740 h 223740"/>
                <a:gd name="csX3" fmla="*/ 24760 w 24759"/>
                <a:gd name="csY3" fmla="*/ 0 h 223740"/>
                <a:gd name="csX4" fmla="*/ 0 w 24759"/>
                <a:gd name="csY4" fmla="*/ 0 h 223740"/>
                <a:gd name="csX5" fmla="*/ 0 w 24759"/>
                <a:gd name="csY5" fmla="*/ 0 h 223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23740">
                  <a:moveTo>
                    <a:pt x="0" y="0"/>
                  </a:moveTo>
                  <a:lnTo>
                    <a:pt x="0" y="223740"/>
                  </a:lnTo>
                  <a:lnTo>
                    <a:pt x="24760" y="22374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E35DA6B8-858D-B41D-74B1-0D1B173860A9}"/>
                </a:ext>
              </a:extLst>
            </p:cNvPr>
            <p:cNvSpPr/>
            <p:nvPr/>
          </p:nvSpPr>
          <p:spPr>
            <a:xfrm>
              <a:off x="2285906" y="4525529"/>
              <a:ext cx="24759" cy="223740"/>
            </a:xfrm>
            <a:custGeom>
              <a:avLst/>
              <a:gdLst>
                <a:gd name="csX0" fmla="*/ 0 w 24759"/>
                <a:gd name="csY0" fmla="*/ 0 h 223740"/>
                <a:gd name="csX1" fmla="*/ 0 w 24759"/>
                <a:gd name="csY1" fmla="*/ 223740 h 223740"/>
                <a:gd name="csX2" fmla="*/ 24760 w 24759"/>
                <a:gd name="csY2" fmla="*/ 223740 h 223740"/>
                <a:gd name="csX3" fmla="*/ 24760 w 24759"/>
                <a:gd name="csY3" fmla="*/ 0 h 223740"/>
                <a:gd name="csX4" fmla="*/ 0 w 24759"/>
                <a:gd name="csY4" fmla="*/ 0 h 223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23740">
                  <a:moveTo>
                    <a:pt x="0" y="0"/>
                  </a:moveTo>
                  <a:lnTo>
                    <a:pt x="0" y="223740"/>
                  </a:lnTo>
                  <a:lnTo>
                    <a:pt x="24760" y="22374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7" name="Freeform 996">
              <a:extLst>
                <a:ext uri="{FF2B5EF4-FFF2-40B4-BE49-F238E27FC236}">
                  <a16:creationId xmlns:a16="http://schemas.microsoft.com/office/drawing/2014/main" id="{E94B0879-7376-FB9E-4DE8-15F2D7602127}"/>
                </a:ext>
              </a:extLst>
            </p:cNvPr>
            <p:cNvSpPr/>
            <p:nvPr/>
          </p:nvSpPr>
          <p:spPr>
            <a:xfrm>
              <a:off x="2310666" y="4602355"/>
              <a:ext cx="24759" cy="146913"/>
            </a:xfrm>
            <a:custGeom>
              <a:avLst/>
              <a:gdLst>
                <a:gd name="csX0" fmla="*/ 0 w 24759"/>
                <a:gd name="csY0" fmla="*/ 0 h 146913"/>
                <a:gd name="csX1" fmla="*/ 0 w 24759"/>
                <a:gd name="csY1" fmla="*/ 146914 h 146913"/>
                <a:gd name="csX2" fmla="*/ 24760 w 24759"/>
                <a:gd name="csY2" fmla="*/ 146914 h 146913"/>
                <a:gd name="csX3" fmla="*/ 24760 w 24759"/>
                <a:gd name="csY3" fmla="*/ 0 h 146913"/>
                <a:gd name="csX4" fmla="*/ 0 w 24759"/>
                <a:gd name="csY4" fmla="*/ 0 h 146913"/>
                <a:gd name="csX5" fmla="*/ 0 w 24759"/>
                <a:gd name="csY5" fmla="*/ 0 h 146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46913">
                  <a:moveTo>
                    <a:pt x="0" y="0"/>
                  </a:moveTo>
                  <a:lnTo>
                    <a:pt x="0" y="146914"/>
                  </a:lnTo>
                  <a:lnTo>
                    <a:pt x="24760" y="14691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8" name="Freeform 997">
              <a:extLst>
                <a:ext uri="{FF2B5EF4-FFF2-40B4-BE49-F238E27FC236}">
                  <a16:creationId xmlns:a16="http://schemas.microsoft.com/office/drawing/2014/main" id="{D070C6DA-9422-FAAB-A684-7DF4E83A5DF0}"/>
                </a:ext>
              </a:extLst>
            </p:cNvPr>
            <p:cNvSpPr/>
            <p:nvPr/>
          </p:nvSpPr>
          <p:spPr>
            <a:xfrm>
              <a:off x="2310666" y="4602355"/>
              <a:ext cx="24759" cy="146913"/>
            </a:xfrm>
            <a:custGeom>
              <a:avLst/>
              <a:gdLst>
                <a:gd name="csX0" fmla="*/ 0 w 24759"/>
                <a:gd name="csY0" fmla="*/ 0 h 146913"/>
                <a:gd name="csX1" fmla="*/ 0 w 24759"/>
                <a:gd name="csY1" fmla="*/ 146914 h 146913"/>
                <a:gd name="csX2" fmla="*/ 24760 w 24759"/>
                <a:gd name="csY2" fmla="*/ 146914 h 146913"/>
                <a:gd name="csX3" fmla="*/ 24760 w 24759"/>
                <a:gd name="csY3" fmla="*/ 0 h 146913"/>
                <a:gd name="csX4" fmla="*/ 0 w 24759"/>
                <a:gd name="csY4" fmla="*/ 0 h 146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46913">
                  <a:moveTo>
                    <a:pt x="0" y="0"/>
                  </a:moveTo>
                  <a:lnTo>
                    <a:pt x="0" y="146914"/>
                  </a:lnTo>
                  <a:lnTo>
                    <a:pt x="24760" y="14691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9" name="Freeform 998">
              <a:extLst>
                <a:ext uri="{FF2B5EF4-FFF2-40B4-BE49-F238E27FC236}">
                  <a16:creationId xmlns:a16="http://schemas.microsoft.com/office/drawing/2014/main" id="{31CCF29E-2045-2BFA-1C14-AA84D13E90F6}"/>
                </a:ext>
              </a:extLst>
            </p:cNvPr>
            <p:cNvSpPr/>
            <p:nvPr/>
          </p:nvSpPr>
          <p:spPr>
            <a:xfrm>
              <a:off x="2335426" y="4652952"/>
              <a:ext cx="24749" cy="96317"/>
            </a:xfrm>
            <a:custGeom>
              <a:avLst/>
              <a:gdLst>
                <a:gd name="csX0" fmla="*/ 0 w 24749"/>
                <a:gd name="csY0" fmla="*/ 0 h 96317"/>
                <a:gd name="csX1" fmla="*/ 0 w 24749"/>
                <a:gd name="csY1" fmla="*/ 96317 h 96317"/>
                <a:gd name="csX2" fmla="*/ 24750 w 24749"/>
                <a:gd name="csY2" fmla="*/ 96317 h 96317"/>
                <a:gd name="csX3" fmla="*/ 24750 w 24749"/>
                <a:gd name="csY3" fmla="*/ 0 h 96317"/>
                <a:gd name="csX4" fmla="*/ 0 w 24749"/>
                <a:gd name="csY4" fmla="*/ 0 h 96317"/>
                <a:gd name="csX5" fmla="*/ 0 w 24749"/>
                <a:gd name="csY5" fmla="*/ 0 h 96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96317">
                  <a:moveTo>
                    <a:pt x="0" y="0"/>
                  </a:moveTo>
                  <a:lnTo>
                    <a:pt x="0" y="96317"/>
                  </a:lnTo>
                  <a:lnTo>
                    <a:pt x="24750" y="9631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0" name="Freeform 999">
              <a:extLst>
                <a:ext uri="{FF2B5EF4-FFF2-40B4-BE49-F238E27FC236}">
                  <a16:creationId xmlns:a16="http://schemas.microsoft.com/office/drawing/2014/main" id="{E40FA72D-1A68-6E6C-CFD1-0B3D082EB1BC}"/>
                </a:ext>
              </a:extLst>
            </p:cNvPr>
            <p:cNvSpPr/>
            <p:nvPr/>
          </p:nvSpPr>
          <p:spPr>
            <a:xfrm>
              <a:off x="2335426" y="4652952"/>
              <a:ext cx="24749" cy="96317"/>
            </a:xfrm>
            <a:custGeom>
              <a:avLst/>
              <a:gdLst>
                <a:gd name="csX0" fmla="*/ 0 w 24749"/>
                <a:gd name="csY0" fmla="*/ 0 h 96317"/>
                <a:gd name="csX1" fmla="*/ 0 w 24749"/>
                <a:gd name="csY1" fmla="*/ 96317 h 96317"/>
                <a:gd name="csX2" fmla="*/ 24750 w 24749"/>
                <a:gd name="csY2" fmla="*/ 96317 h 96317"/>
                <a:gd name="csX3" fmla="*/ 24750 w 24749"/>
                <a:gd name="csY3" fmla="*/ 0 h 96317"/>
                <a:gd name="csX4" fmla="*/ 0 w 24749"/>
                <a:gd name="csY4" fmla="*/ 0 h 96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96317">
                  <a:moveTo>
                    <a:pt x="0" y="0"/>
                  </a:moveTo>
                  <a:lnTo>
                    <a:pt x="0" y="96317"/>
                  </a:lnTo>
                  <a:lnTo>
                    <a:pt x="24750" y="9631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1" name="Freeform 1000">
              <a:extLst>
                <a:ext uri="{FF2B5EF4-FFF2-40B4-BE49-F238E27FC236}">
                  <a16:creationId xmlns:a16="http://schemas.microsoft.com/office/drawing/2014/main" id="{BC78C4AE-5986-2E88-F50E-8C446488FA42}"/>
                </a:ext>
              </a:extLst>
            </p:cNvPr>
            <p:cNvSpPr/>
            <p:nvPr/>
          </p:nvSpPr>
          <p:spPr>
            <a:xfrm>
              <a:off x="2360176" y="4686531"/>
              <a:ext cx="24759" cy="62738"/>
            </a:xfrm>
            <a:custGeom>
              <a:avLst/>
              <a:gdLst>
                <a:gd name="csX0" fmla="*/ 0 w 24759"/>
                <a:gd name="csY0" fmla="*/ 0 h 62738"/>
                <a:gd name="csX1" fmla="*/ 0 w 24759"/>
                <a:gd name="csY1" fmla="*/ 62738 h 62738"/>
                <a:gd name="csX2" fmla="*/ 24760 w 24759"/>
                <a:gd name="csY2" fmla="*/ 62738 h 62738"/>
                <a:gd name="csX3" fmla="*/ 24760 w 24759"/>
                <a:gd name="csY3" fmla="*/ 0 h 62738"/>
                <a:gd name="csX4" fmla="*/ 0 w 24759"/>
                <a:gd name="csY4" fmla="*/ 0 h 62738"/>
                <a:gd name="csX5" fmla="*/ 0 w 24759"/>
                <a:gd name="csY5" fmla="*/ 0 h 62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2738">
                  <a:moveTo>
                    <a:pt x="0" y="0"/>
                  </a:moveTo>
                  <a:lnTo>
                    <a:pt x="0" y="62738"/>
                  </a:lnTo>
                  <a:lnTo>
                    <a:pt x="24760" y="627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2" name="Freeform 1001">
              <a:extLst>
                <a:ext uri="{FF2B5EF4-FFF2-40B4-BE49-F238E27FC236}">
                  <a16:creationId xmlns:a16="http://schemas.microsoft.com/office/drawing/2014/main" id="{98F76D11-5231-1327-D7B1-2457C39DBA37}"/>
                </a:ext>
              </a:extLst>
            </p:cNvPr>
            <p:cNvSpPr/>
            <p:nvPr/>
          </p:nvSpPr>
          <p:spPr>
            <a:xfrm>
              <a:off x="2360176" y="4686531"/>
              <a:ext cx="24759" cy="62738"/>
            </a:xfrm>
            <a:custGeom>
              <a:avLst/>
              <a:gdLst>
                <a:gd name="csX0" fmla="*/ 0 w 24759"/>
                <a:gd name="csY0" fmla="*/ 0 h 62738"/>
                <a:gd name="csX1" fmla="*/ 0 w 24759"/>
                <a:gd name="csY1" fmla="*/ 62738 h 62738"/>
                <a:gd name="csX2" fmla="*/ 24760 w 24759"/>
                <a:gd name="csY2" fmla="*/ 62738 h 62738"/>
                <a:gd name="csX3" fmla="*/ 24760 w 24759"/>
                <a:gd name="csY3" fmla="*/ 0 h 62738"/>
                <a:gd name="csX4" fmla="*/ 0 w 24759"/>
                <a:gd name="csY4" fmla="*/ 0 h 62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2738">
                  <a:moveTo>
                    <a:pt x="0" y="0"/>
                  </a:moveTo>
                  <a:lnTo>
                    <a:pt x="0" y="62738"/>
                  </a:lnTo>
                  <a:lnTo>
                    <a:pt x="24760" y="627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5718CEC1-0215-019E-35CB-4D9CABF5174B}"/>
                </a:ext>
              </a:extLst>
            </p:cNvPr>
            <p:cNvSpPr/>
            <p:nvPr/>
          </p:nvSpPr>
          <p:spPr>
            <a:xfrm>
              <a:off x="2384936" y="4707140"/>
              <a:ext cx="24759" cy="42129"/>
            </a:xfrm>
            <a:custGeom>
              <a:avLst/>
              <a:gdLst>
                <a:gd name="csX0" fmla="*/ 0 w 24759"/>
                <a:gd name="csY0" fmla="*/ 0 h 42129"/>
                <a:gd name="csX1" fmla="*/ 0 w 24759"/>
                <a:gd name="csY1" fmla="*/ 42129 h 42129"/>
                <a:gd name="csX2" fmla="*/ 24760 w 24759"/>
                <a:gd name="csY2" fmla="*/ 42129 h 42129"/>
                <a:gd name="csX3" fmla="*/ 24760 w 24759"/>
                <a:gd name="csY3" fmla="*/ 0 h 42129"/>
                <a:gd name="csX4" fmla="*/ 0 w 24759"/>
                <a:gd name="csY4" fmla="*/ 0 h 42129"/>
                <a:gd name="csX5" fmla="*/ 0 w 24759"/>
                <a:gd name="csY5" fmla="*/ 0 h 42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42129">
                  <a:moveTo>
                    <a:pt x="0" y="0"/>
                  </a:moveTo>
                  <a:lnTo>
                    <a:pt x="0" y="42129"/>
                  </a:lnTo>
                  <a:lnTo>
                    <a:pt x="24760" y="4212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4" name="Freeform 1003">
              <a:extLst>
                <a:ext uri="{FF2B5EF4-FFF2-40B4-BE49-F238E27FC236}">
                  <a16:creationId xmlns:a16="http://schemas.microsoft.com/office/drawing/2014/main" id="{9E9899BB-8ECC-DA43-3ABD-34F38560BC9A}"/>
                </a:ext>
              </a:extLst>
            </p:cNvPr>
            <p:cNvSpPr/>
            <p:nvPr/>
          </p:nvSpPr>
          <p:spPr>
            <a:xfrm>
              <a:off x="2384936" y="4707140"/>
              <a:ext cx="24759" cy="42129"/>
            </a:xfrm>
            <a:custGeom>
              <a:avLst/>
              <a:gdLst>
                <a:gd name="csX0" fmla="*/ 0 w 24759"/>
                <a:gd name="csY0" fmla="*/ 0 h 42129"/>
                <a:gd name="csX1" fmla="*/ 0 w 24759"/>
                <a:gd name="csY1" fmla="*/ 42129 h 42129"/>
                <a:gd name="csX2" fmla="*/ 24760 w 24759"/>
                <a:gd name="csY2" fmla="*/ 42129 h 42129"/>
                <a:gd name="csX3" fmla="*/ 24760 w 24759"/>
                <a:gd name="csY3" fmla="*/ 0 h 42129"/>
                <a:gd name="csX4" fmla="*/ 0 w 24759"/>
                <a:gd name="csY4" fmla="*/ 0 h 42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42129">
                  <a:moveTo>
                    <a:pt x="0" y="0"/>
                  </a:moveTo>
                  <a:lnTo>
                    <a:pt x="0" y="42129"/>
                  </a:lnTo>
                  <a:lnTo>
                    <a:pt x="24760" y="4212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5" name="Freeform 1004">
              <a:extLst>
                <a:ext uri="{FF2B5EF4-FFF2-40B4-BE49-F238E27FC236}">
                  <a16:creationId xmlns:a16="http://schemas.microsoft.com/office/drawing/2014/main" id="{9AA3FAD2-DB4A-2EF8-721E-AB5EDD1B64B4}"/>
                </a:ext>
              </a:extLst>
            </p:cNvPr>
            <p:cNvSpPr/>
            <p:nvPr/>
          </p:nvSpPr>
          <p:spPr>
            <a:xfrm>
              <a:off x="2409696" y="4718475"/>
              <a:ext cx="24759" cy="30794"/>
            </a:xfrm>
            <a:custGeom>
              <a:avLst/>
              <a:gdLst>
                <a:gd name="csX0" fmla="*/ 0 w 24759"/>
                <a:gd name="csY0" fmla="*/ 0 h 30794"/>
                <a:gd name="csX1" fmla="*/ 0 w 24759"/>
                <a:gd name="csY1" fmla="*/ 30795 h 30794"/>
                <a:gd name="csX2" fmla="*/ 24760 w 24759"/>
                <a:gd name="csY2" fmla="*/ 30795 h 30794"/>
                <a:gd name="csX3" fmla="*/ 24760 w 24759"/>
                <a:gd name="csY3" fmla="*/ 0 h 30794"/>
                <a:gd name="csX4" fmla="*/ 0 w 24759"/>
                <a:gd name="csY4" fmla="*/ 0 h 30794"/>
                <a:gd name="csX5" fmla="*/ 0 w 24759"/>
                <a:gd name="csY5" fmla="*/ 0 h 3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0794">
                  <a:moveTo>
                    <a:pt x="0" y="0"/>
                  </a:moveTo>
                  <a:lnTo>
                    <a:pt x="0" y="30795"/>
                  </a:lnTo>
                  <a:lnTo>
                    <a:pt x="24760" y="3079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6" name="Freeform 1005">
              <a:extLst>
                <a:ext uri="{FF2B5EF4-FFF2-40B4-BE49-F238E27FC236}">
                  <a16:creationId xmlns:a16="http://schemas.microsoft.com/office/drawing/2014/main" id="{7075A2ED-8772-992C-01AC-64866556EAC4}"/>
                </a:ext>
              </a:extLst>
            </p:cNvPr>
            <p:cNvSpPr/>
            <p:nvPr/>
          </p:nvSpPr>
          <p:spPr>
            <a:xfrm>
              <a:off x="2409696" y="4718475"/>
              <a:ext cx="24759" cy="30794"/>
            </a:xfrm>
            <a:custGeom>
              <a:avLst/>
              <a:gdLst>
                <a:gd name="csX0" fmla="*/ 0 w 24759"/>
                <a:gd name="csY0" fmla="*/ 0 h 30794"/>
                <a:gd name="csX1" fmla="*/ 0 w 24759"/>
                <a:gd name="csY1" fmla="*/ 30795 h 30794"/>
                <a:gd name="csX2" fmla="*/ 24760 w 24759"/>
                <a:gd name="csY2" fmla="*/ 30795 h 30794"/>
                <a:gd name="csX3" fmla="*/ 24760 w 24759"/>
                <a:gd name="csY3" fmla="*/ 0 h 30794"/>
                <a:gd name="csX4" fmla="*/ 0 w 24759"/>
                <a:gd name="csY4" fmla="*/ 0 h 3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0794">
                  <a:moveTo>
                    <a:pt x="0" y="0"/>
                  </a:moveTo>
                  <a:lnTo>
                    <a:pt x="0" y="30795"/>
                  </a:lnTo>
                  <a:lnTo>
                    <a:pt x="24760" y="3079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7" name="Freeform 1006">
              <a:extLst>
                <a:ext uri="{FF2B5EF4-FFF2-40B4-BE49-F238E27FC236}">
                  <a16:creationId xmlns:a16="http://schemas.microsoft.com/office/drawing/2014/main" id="{2F251765-ACE0-9874-0A79-E9BA880279C0}"/>
                </a:ext>
              </a:extLst>
            </p:cNvPr>
            <p:cNvSpPr/>
            <p:nvPr/>
          </p:nvSpPr>
          <p:spPr>
            <a:xfrm>
              <a:off x="2434456" y="4715918"/>
              <a:ext cx="24749" cy="33351"/>
            </a:xfrm>
            <a:custGeom>
              <a:avLst/>
              <a:gdLst>
                <a:gd name="csX0" fmla="*/ 0 w 24749"/>
                <a:gd name="csY0" fmla="*/ 0 h 33351"/>
                <a:gd name="csX1" fmla="*/ 0 w 24749"/>
                <a:gd name="csY1" fmla="*/ 33351 h 33351"/>
                <a:gd name="csX2" fmla="*/ 24750 w 24749"/>
                <a:gd name="csY2" fmla="*/ 33351 h 33351"/>
                <a:gd name="csX3" fmla="*/ 24750 w 24749"/>
                <a:gd name="csY3" fmla="*/ 0 h 33351"/>
                <a:gd name="csX4" fmla="*/ 0 w 24749"/>
                <a:gd name="csY4" fmla="*/ 0 h 33351"/>
                <a:gd name="csX5" fmla="*/ 0 w 24749"/>
                <a:gd name="csY5" fmla="*/ 0 h 333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33351">
                  <a:moveTo>
                    <a:pt x="0" y="0"/>
                  </a:moveTo>
                  <a:lnTo>
                    <a:pt x="0" y="33351"/>
                  </a:lnTo>
                  <a:lnTo>
                    <a:pt x="24750" y="33351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8" name="Freeform 1007">
              <a:extLst>
                <a:ext uri="{FF2B5EF4-FFF2-40B4-BE49-F238E27FC236}">
                  <a16:creationId xmlns:a16="http://schemas.microsoft.com/office/drawing/2014/main" id="{DB0E1EA4-A96E-D95C-FF7C-8776D2E777FD}"/>
                </a:ext>
              </a:extLst>
            </p:cNvPr>
            <p:cNvSpPr/>
            <p:nvPr/>
          </p:nvSpPr>
          <p:spPr>
            <a:xfrm>
              <a:off x="2434456" y="4715918"/>
              <a:ext cx="24749" cy="33351"/>
            </a:xfrm>
            <a:custGeom>
              <a:avLst/>
              <a:gdLst>
                <a:gd name="csX0" fmla="*/ 0 w 24749"/>
                <a:gd name="csY0" fmla="*/ 0 h 33351"/>
                <a:gd name="csX1" fmla="*/ 0 w 24749"/>
                <a:gd name="csY1" fmla="*/ 33351 h 33351"/>
                <a:gd name="csX2" fmla="*/ 24750 w 24749"/>
                <a:gd name="csY2" fmla="*/ 33351 h 33351"/>
                <a:gd name="csX3" fmla="*/ 24750 w 24749"/>
                <a:gd name="csY3" fmla="*/ 0 h 33351"/>
                <a:gd name="csX4" fmla="*/ 0 w 24749"/>
                <a:gd name="csY4" fmla="*/ 0 h 333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33351">
                  <a:moveTo>
                    <a:pt x="0" y="0"/>
                  </a:moveTo>
                  <a:lnTo>
                    <a:pt x="0" y="33351"/>
                  </a:lnTo>
                  <a:lnTo>
                    <a:pt x="24750" y="33351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9" name="Freeform 1008">
              <a:extLst>
                <a:ext uri="{FF2B5EF4-FFF2-40B4-BE49-F238E27FC236}">
                  <a16:creationId xmlns:a16="http://schemas.microsoft.com/office/drawing/2014/main" id="{E7295C1A-1F8B-42D3-7B80-29ADA55F754E}"/>
                </a:ext>
              </a:extLst>
            </p:cNvPr>
            <p:cNvSpPr/>
            <p:nvPr/>
          </p:nvSpPr>
          <p:spPr>
            <a:xfrm>
              <a:off x="2459205" y="4709904"/>
              <a:ext cx="24759" cy="39365"/>
            </a:xfrm>
            <a:custGeom>
              <a:avLst/>
              <a:gdLst>
                <a:gd name="csX0" fmla="*/ 0 w 24759"/>
                <a:gd name="csY0" fmla="*/ 0 h 39365"/>
                <a:gd name="csX1" fmla="*/ 0 w 24759"/>
                <a:gd name="csY1" fmla="*/ 39365 h 39365"/>
                <a:gd name="csX2" fmla="*/ 24760 w 24759"/>
                <a:gd name="csY2" fmla="*/ 39365 h 39365"/>
                <a:gd name="csX3" fmla="*/ 24760 w 24759"/>
                <a:gd name="csY3" fmla="*/ 0 h 39365"/>
                <a:gd name="csX4" fmla="*/ 0 w 24759"/>
                <a:gd name="csY4" fmla="*/ 0 h 39365"/>
                <a:gd name="csX5" fmla="*/ 0 w 24759"/>
                <a:gd name="csY5" fmla="*/ 0 h 39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9365">
                  <a:moveTo>
                    <a:pt x="0" y="0"/>
                  </a:moveTo>
                  <a:lnTo>
                    <a:pt x="0" y="39365"/>
                  </a:lnTo>
                  <a:lnTo>
                    <a:pt x="24760" y="3936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B8CC1151-1960-E157-4385-B507142B4E84}"/>
                </a:ext>
              </a:extLst>
            </p:cNvPr>
            <p:cNvSpPr/>
            <p:nvPr/>
          </p:nvSpPr>
          <p:spPr>
            <a:xfrm>
              <a:off x="2459205" y="4709904"/>
              <a:ext cx="24759" cy="39365"/>
            </a:xfrm>
            <a:custGeom>
              <a:avLst/>
              <a:gdLst>
                <a:gd name="csX0" fmla="*/ 0 w 24759"/>
                <a:gd name="csY0" fmla="*/ 0 h 39365"/>
                <a:gd name="csX1" fmla="*/ 0 w 24759"/>
                <a:gd name="csY1" fmla="*/ 39365 h 39365"/>
                <a:gd name="csX2" fmla="*/ 24760 w 24759"/>
                <a:gd name="csY2" fmla="*/ 39365 h 39365"/>
                <a:gd name="csX3" fmla="*/ 24760 w 24759"/>
                <a:gd name="csY3" fmla="*/ 0 h 39365"/>
                <a:gd name="csX4" fmla="*/ 0 w 24759"/>
                <a:gd name="csY4" fmla="*/ 0 h 39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9365">
                  <a:moveTo>
                    <a:pt x="0" y="0"/>
                  </a:moveTo>
                  <a:lnTo>
                    <a:pt x="0" y="39365"/>
                  </a:lnTo>
                  <a:lnTo>
                    <a:pt x="24760" y="3936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1" name="Freeform 1010">
              <a:extLst>
                <a:ext uri="{FF2B5EF4-FFF2-40B4-BE49-F238E27FC236}">
                  <a16:creationId xmlns:a16="http://schemas.microsoft.com/office/drawing/2014/main" id="{50DB5E45-C791-3A1F-90E9-87160D14EC3C}"/>
                </a:ext>
              </a:extLst>
            </p:cNvPr>
            <p:cNvSpPr/>
            <p:nvPr/>
          </p:nvSpPr>
          <p:spPr>
            <a:xfrm>
              <a:off x="2483965" y="4688384"/>
              <a:ext cx="24759" cy="60885"/>
            </a:xfrm>
            <a:custGeom>
              <a:avLst/>
              <a:gdLst>
                <a:gd name="csX0" fmla="*/ 0 w 24759"/>
                <a:gd name="csY0" fmla="*/ 0 h 60885"/>
                <a:gd name="csX1" fmla="*/ 0 w 24759"/>
                <a:gd name="csY1" fmla="*/ 60885 h 60885"/>
                <a:gd name="csX2" fmla="*/ 24760 w 24759"/>
                <a:gd name="csY2" fmla="*/ 60885 h 60885"/>
                <a:gd name="csX3" fmla="*/ 24760 w 24759"/>
                <a:gd name="csY3" fmla="*/ 0 h 60885"/>
                <a:gd name="csX4" fmla="*/ 0 w 24759"/>
                <a:gd name="csY4" fmla="*/ 0 h 60885"/>
                <a:gd name="csX5" fmla="*/ 0 w 24759"/>
                <a:gd name="csY5" fmla="*/ 0 h 60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0885">
                  <a:moveTo>
                    <a:pt x="0" y="0"/>
                  </a:moveTo>
                  <a:lnTo>
                    <a:pt x="0" y="60885"/>
                  </a:lnTo>
                  <a:lnTo>
                    <a:pt x="24760" y="6088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285E438C-1B99-8C91-1A20-72B896311520}"/>
                </a:ext>
              </a:extLst>
            </p:cNvPr>
            <p:cNvSpPr/>
            <p:nvPr/>
          </p:nvSpPr>
          <p:spPr>
            <a:xfrm>
              <a:off x="2483965" y="4688384"/>
              <a:ext cx="24759" cy="60885"/>
            </a:xfrm>
            <a:custGeom>
              <a:avLst/>
              <a:gdLst>
                <a:gd name="csX0" fmla="*/ 0 w 24759"/>
                <a:gd name="csY0" fmla="*/ 0 h 60885"/>
                <a:gd name="csX1" fmla="*/ 0 w 24759"/>
                <a:gd name="csY1" fmla="*/ 60885 h 60885"/>
                <a:gd name="csX2" fmla="*/ 24760 w 24759"/>
                <a:gd name="csY2" fmla="*/ 60885 h 60885"/>
                <a:gd name="csX3" fmla="*/ 24760 w 24759"/>
                <a:gd name="csY3" fmla="*/ 0 h 60885"/>
                <a:gd name="csX4" fmla="*/ 0 w 24759"/>
                <a:gd name="csY4" fmla="*/ 0 h 60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0885">
                  <a:moveTo>
                    <a:pt x="0" y="0"/>
                  </a:moveTo>
                  <a:lnTo>
                    <a:pt x="0" y="60885"/>
                  </a:lnTo>
                  <a:lnTo>
                    <a:pt x="24760" y="6088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7357A13A-1563-17A3-8DC0-AB935371FA52}"/>
                </a:ext>
              </a:extLst>
            </p:cNvPr>
            <p:cNvSpPr/>
            <p:nvPr/>
          </p:nvSpPr>
          <p:spPr>
            <a:xfrm>
              <a:off x="2508725" y="4654328"/>
              <a:ext cx="24759" cy="94940"/>
            </a:xfrm>
            <a:custGeom>
              <a:avLst/>
              <a:gdLst>
                <a:gd name="csX0" fmla="*/ 0 w 24759"/>
                <a:gd name="csY0" fmla="*/ 0 h 94940"/>
                <a:gd name="csX1" fmla="*/ 0 w 24759"/>
                <a:gd name="csY1" fmla="*/ 94941 h 94940"/>
                <a:gd name="csX2" fmla="*/ 24760 w 24759"/>
                <a:gd name="csY2" fmla="*/ 94941 h 94940"/>
                <a:gd name="csX3" fmla="*/ 24760 w 24759"/>
                <a:gd name="csY3" fmla="*/ 0 h 94940"/>
                <a:gd name="csX4" fmla="*/ 0 w 24759"/>
                <a:gd name="csY4" fmla="*/ 0 h 94940"/>
                <a:gd name="csX5" fmla="*/ 0 w 24759"/>
                <a:gd name="csY5" fmla="*/ 0 h 94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4940">
                  <a:moveTo>
                    <a:pt x="0" y="0"/>
                  </a:moveTo>
                  <a:lnTo>
                    <a:pt x="0" y="94941"/>
                  </a:lnTo>
                  <a:lnTo>
                    <a:pt x="24760" y="9494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2B4F0F3B-91A0-4DC7-53A9-E93B05CE2775}"/>
                </a:ext>
              </a:extLst>
            </p:cNvPr>
            <p:cNvSpPr/>
            <p:nvPr/>
          </p:nvSpPr>
          <p:spPr>
            <a:xfrm>
              <a:off x="2508725" y="4654328"/>
              <a:ext cx="24759" cy="94940"/>
            </a:xfrm>
            <a:custGeom>
              <a:avLst/>
              <a:gdLst>
                <a:gd name="csX0" fmla="*/ 0 w 24759"/>
                <a:gd name="csY0" fmla="*/ 0 h 94940"/>
                <a:gd name="csX1" fmla="*/ 0 w 24759"/>
                <a:gd name="csY1" fmla="*/ 94941 h 94940"/>
                <a:gd name="csX2" fmla="*/ 24760 w 24759"/>
                <a:gd name="csY2" fmla="*/ 94941 h 94940"/>
                <a:gd name="csX3" fmla="*/ 24760 w 24759"/>
                <a:gd name="csY3" fmla="*/ 0 h 94940"/>
                <a:gd name="csX4" fmla="*/ 0 w 24759"/>
                <a:gd name="csY4" fmla="*/ 0 h 94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4940">
                  <a:moveTo>
                    <a:pt x="0" y="0"/>
                  </a:moveTo>
                  <a:lnTo>
                    <a:pt x="0" y="94941"/>
                  </a:lnTo>
                  <a:lnTo>
                    <a:pt x="24760" y="9494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BD7A97B3-BC15-A1B7-1D87-0FFAB8FE5E83}"/>
                </a:ext>
              </a:extLst>
            </p:cNvPr>
            <p:cNvSpPr/>
            <p:nvPr/>
          </p:nvSpPr>
          <p:spPr>
            <a:xfrm>
              <a:off x="2533485" y="4599426"/>
              <a:ext cx="24749" cy="149843"/>
            </a:xfrm>
            <a:custGeom>
              <a:avLst/>
              <a:gdLst>
                <a:gd name="csX0" fmla="*/ 0 w 24749"/>
                <a:gd name="csY0" fmla="*/ 0 h 149843"/>
                <a:gd name="csX1" fmla="*/ 0 w 24749"/>
                <a:gd name="csY1" fmla="*/ 149843 h 149843"/>
                <a:gd name="csX2" fmla="*/ 24750 w 24749"/>
                <a:gd name="csY2" fmla="*/ 149843 h 149843"/>
                <a:gd name="csX3" fmla="*/ 24750 w 24749"/>
                <a:gd name="csY3" fmla="*/ 0 h 149843"/>
                <a:gd name="csX4" fmla="*/ 0 w 24749"/>
                <a:gd name="csY4" fmla="*/ 0 h 149843"/>
                <a:gd name="csX5" fmla="*/ 0 w 24749"/>
                <a:gd name="csY5" fmla="*/ 0 h 149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49843">
                  <a:moveTo>
                    <a:pt x="0" y="0"/>
                  </a:moveTo>
                  <a:lnTo>
                    <a:pt x="0" y="149843"/>
                  </a:lnTo>
                  <a:lnTo>
                    <a:pt x="24750" y="14984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28CC883E-86AA-542F-A79B-36C4BD726A13}"/>
                </a:ext>
              </a:extLst>
            </p:cNvPr>
            <p:cNvSpPr/>
            <p:nvPr/>
          </p:nvSpPr>
          <p:spPr>
            <a:xfrm>
              <a:off x="2533485" y="4599426"/>
              <a:ext cx="24749" cy="149843"/>
            </a:xfrm>
            <a:custGeom>
              <a:avLst/>
              <a:gdLst>
                <a:gd name="csX0" fmla="*/ 0 w 24749"/>
                <a:gd name="csY0" fmla="*/ 0 h 149843"/>
                <a:gd name="csX1" fmla="*/ 0 w 24749"/>
                <a:gd name="csY1" fmla="*/ 149843 h 149843"/>
                <a:gd name="csX2" fmla="*/ 24750 w 24749"/>
                <a:gd name="csY2" fmla="*/ 149843 h 149843"/>
                <a:gd name="csX3" fmla="*/ 24750 w 24749"/>
                <a:gd name="csY3" fmla="*/ 0 h 149843"/>
                <a:gd name="csX4" fmla="*/ 0 w 24749"/>
                <a:gd name="csY4" fmla="*/ 0 h 149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49843">
                  <a:moveTo>
                    <a:pt x="0" y="0"/>
                  </a:moveTo>
                  <a:lnTo>
                    <a:pt x="0" y="149843"/>
                  </a:lnTo>
                  <a:lnTo>
                    <a:pt x="24750" y="14984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5990EB86-B1E6-0249-B926-527BF233A0D6}"/>
                </a:ext>
              </a:extLst>
            </p:cNvPr>
            <p:cNvSpPr/>
            <p:nvPr/>
          </p:nvSpPr>
          <p:spPr>
            <a:xfrm>
              <a:off x="2558235" y="4530001"/>
              <a:ext cx="24759" cy="219268"/>
            </a:xfrm>
            <a:custGeom>
              <a:avLst/>
              <a:gdLst>
                <a:gd name="csX0" fmla="*/ 0 w 24759"/>
                <a:gd name="csY0" fmla="*/ 0 h 219268"/>
                <a:gd name="csX1" fmla="*/ 0 w 24759"/>
                <a:gd name="csY1" fmla="*/ 219268 h 219268"/>
                <a:gd name="csX2" fmla="*/ 24760 w 24759"/>
                <a:gd name="csY2" fmla="*/ 219268 h 219268"/>
                <a:gd name="csX3" fmla="*/ 24760 w 24759"/>
                <a:gd name="csY3" fmla="*/ 0 h 219268"/>
                <a:gd name="csX4" fmla="*/ 0 w 24759"/>
                <a:gd name="csY4" fmla="*/ 0 h 219268"/>
                <a:gd name="csX5" fmla="*/ 0 w 24759"/>
                <a:gd name="csY5" fmla="*/ 0 h 219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19268">
                  <a:moveTo>
                    <a:pt x="0" y="0"/>
                  </a:moveTo>
                  <a:lnTo>
                    <a:pt x="0" y="219268"/>
                  </a:lnTo>
                  <a:lnTo>
                    <a:pt x="24760" y="21926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042B1A7C-C57B-633A-221A-06EC11CB6B54}"/>
                </a:ext>
              </a:extLst>
            </p:cNvPr>
            <p:cNvSpPr/>
            <p:nvPr/>
          </p:nvSpPr>
          <p:spPr>
            <a:xfrm>
              <a:off x="2558235" y="4530001"/>
              <a:ext cx="24759" cy="219268"/>
            </a:xfrm>
            <a:custGeom>
              <a:avLst/>
              <a:gdLst>
                <a:gd name="csX0" fmla="*/ 0 w 24759"/>
                <a:gd name="csY0" fmla="*/ 0 h 219268"/>
                <a:gd name="csX1" fmla="*/ 0 w 24759"/>
                <a:gd name="csY1" fmla="*/ 219268 h 219268"/>
                <a:gd name="csX2" fmla="*/ 24760 w 24759"/>
                <a:gd name="csY2" fmla="*/ 219268 h 219268"/>
                <a:gd name="csX3" fmla="*/ 24760 w 24759"/>
                <a:gd name="csY3" fmla="*/ 0 h 219268"/>
                <a:gd name="csX4" fmla="*/ 0 w 24759"/>
                <a:gd name="csY4" fmla="*/ 0 h 219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19268">
                  <a:moveTo>
                    <a:pt x="0" y="0"/>
                  </a:moveTo>
                  <a:lnTo>
                    <a:pt x="0" y="219268"/>
                  </a:lnTo>
                  <a:lnTo>
                    <a:pt x="24760" y="21926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25D599F5-79C0-02B5-21AD-A8417FBF2BC0}"/>
                </a:ext>
              </a:extLst>
            </p:cNvPr>
            <p:cNvSpPr/>
            <p:nvPr/>
          </p:nvSpPr>
          <p:spPr>
            <a:xfrm>
              <a:off x="2582995" y="4430185"/>
              <a:ext cx="24759" cy="319084"/>
            </a:xfrm>
            <a:custGeom>
              <a:avLst/>
              <a:gdLst>
                <a:gd name="csX0" fmla="*/ 0 w 24759"/>
                <a:gd name="csY0" fmla="*/ 0 h 319084"/>
                <a:gd name="csX1" fmla="*/ 0 w 24759"/>
                <a:gd name="csY1" fmla="*/ 319085 h 319084"/>
                <a:gd name="csX2" fmla="*/ 24760 w 24759"/>
                <a:gd name="csY2" fmla="*/ 319085 h 319084"/>
                <a:gd name="csX3" fmla="*/ 24760 w 24759"/>
                <a:gd name="csY3" fmla="*/ 0 h 319084"/>
                <a:gd name="csX4" fmla="*/ 0 w 24759"/>
                <a:gd name="csY4" fmla="*/ 0 h 319084"/>
                <a:gd name="csX5" fmla="*/ 0 w 24759"/>
                <a:gd name="csY5" fmla="*/ 0 h 319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9084">
                  <a:moveTo>
                    <a:pt x="0" y="0"/>
                  </a:moveTo>
                  <a:lnTo>
                    <a:pt x="0" y="319085"/>
                  </a:lnTo>
                  <a:lnTo>
                    <a:pt x="24760" y="31908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489EF2AE-BEFA-378F-64A4-006E1B268B75}"/>
                </a:ext>
              </a:extLst>
            </p:cNvPr>
            <p:cNvSpPr/>
            <p:nvPr/>
          </p:nvSpPr>
          <p:spPr>
            <a:xfrm>
              <a:off x="2582995" y="4430185"/>
              <a:ext cx="24759" cy="319084"/>
            </a:xfrm>
            <a:custGeom>
              <a:avLst/>
              <a:gdLst>
                <a:gd name="csX0" fmla="*/ 0 w 24759"/>
                <a:gd name="csY0" fmla="*/ 0 h 319084"/>
                <a:gd name="csX1" fmla="*/ 0 w 24759"/>
                <a:gd name="csY1" fmla="*/ 319085 h 319084"/>
                <a:gd name="csX2" fmla="*/ 24760 w 24759"/>
                <a:gd name="csY2" fmla="*/ 319085 h 319084"/>
                <a:gd name="csX3" fmla="*/ 24760 w 24759"/>
                <a:gd name="csY3" fmla="*/ 0 h 319084"/>
                <a:gd name="csX4" fmla="*/ 0 w 24759"/>
                <a:gd name="csY4" fmla="*/ 0 h 319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9084">
                  <a:moveTo>
                    <a:pt x="0" y="0"/>
                  </a:moveTo>
                  <a:lnTo>
                    <a:pt x="0" y="319085"/>
                  </a:lnTo>
                  <a:lnTo>
                    <a:pt x="24760" y="31908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3C7E9500-D909-B4F7-7B88-8261C277E51F}"/>
                </a:ext>
              </a:extLst>
            </p:cNvPr>
            <p:cNvSpPr/>
            <p:nvPr/>
          </p:nvSpPr>
          <p:spPr>
            <a:xfrm>
              <a:off x="2607755" y="4314640"/>
              <a:ext cx="24749" cy="434629"/>
            </a:xfrm>
            <a:custGeom>
              <a:avLst/>
              <a:gdLst>
                <a:gd name="csX0" fmla="*/ 0 w 24749"/>
                <a:gd name="csY0" fmla="*/ 0 h 434629"/>
                <a:gd name="csX1" fmla="*/ 0 w 24749"/>
                <a:gd name="csY1" fmla="*/ 434629 h 434629"/>
                <a:gd name="csX2" fmla="*/ 24750 w 24749"/>
                <a:gd name="csY2" fmla="*/ 434629 h 434629"/>
                <a:gd name="csX3" fmla="*/ 24750 w 24749"/>
                <a:gd name="csY3" fmla="*/ 0 h 434629"/>
                <a:gd name="csX4" fmla="*/ 0 w 24749"/>
                <a:gd name="csY4" fmla="*/ 0 h 434629"/>
                <a:gd name="csX5" fmla="*/ 0 w 24749"/>
                <a:gd name="csY5" fmla="*/ 0 h 434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434629">
                  <a:moveTo>
                    <a:pt x="0" y="0"/>
                  </a:moveTo>
                  <a:lnTo>
                    <a:pt x="0" y="434629"/>
                  </a:lnTo>
                  <a:lnTo>
                    <a:pt x="24750" y="43462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483AD7A2-CE28-6F55-73E9-0D25BE061905}"/>
                </a:ext>
              </a:extLst>
            </p:cNvPr>
            <p:cNvSpPr/>
            <p:nvPr/>
          </p:nvSpPr>
          <p:spPr>
            <a:xfrm>
              <a:off x="2607755" y="4314640"/>
              <a:ext cx="24749" cy="434629"/>
            </a:xfrm>
            <a:custGeom>
              <a:avLst/>
              <a:gdLst>
                <a:gd name="csX0" fmla="*/ 0 w 24749"/>
                <a:gd name="csY0" fmla="*/ 0 h 434629"/>
                <a:gd name="csX1" fmla="*/ 0 w 24749"/>
                <a:gd name="csY1" fmla="*/ 434629 h 434629"/>
                <a:gd name="csX2" fmla="*/ 24750 w 24749"/>
                <a:gd name="csY2" fmla="*/ 434629 h 434629"/>
                <a:gd name="csX3" fmla="*/ 24750 w 24749"/>
                <a:gd name="csY3" fmla="*/ 0 h 434629"/>
                <a:gd name="csX4" fmla="*/ 0 w 24749"/>
                <a:gd name="csY4" fmla="*/ 0 h 434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434629">
                  <a:moveTo>
                    <a:pt x="0" y="0"/>
                  </a:moveTo>
                  <a:lnTo>
                    <a:pt x="0" y="434629"/>
                  </a:lnTo>
                  <a:lnTo>
                    <a:pt x="24750" y="43462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24AA9635-AA93-1D53-FB19-BE98C7061CF4}"/>
                </a:ext>
              </a:extLst>
            </p:cNvPr>
            <p:cNvSpPr/>
            <p:nvPr/>
          </p:nvSpPr>
          <p:spPr>
            <a:xfrm>
              <a:off x="2632504" y="4166076"/>
              <a:ext cx="24759" cy="583193"/>
            </a:xfrm>
            <a:custGeom>
              <a:avLst/>
              <a:gdLst>
                <a:gd name="csX0" fmla="*/ 0 w 24759"/>
                <a:gd name="csY0" fmla="*/ 0 h 583193"/>
                <a:gd name="csX1" fmla="*/ 0 w 24759"/>
                <a:gd name="csY1" fmla="*/ 583193 h 583193"/>
                <a:gd name="csX2" fmla="*/ 24760 w 24759"/>
                <a:gd name="csY2" fmla="*/ 583193 h 583193"/>
                <a:gd name="csX3" fmla="*/ 24760 w 24759"/>
                <a:gd name="csY3" fmla="*/ 0 h 583193"/>
                <a:gd name="csX4" fmla="*/ 0 w 24759"/>
                <a:gd name="csY4" fmla="*/ 0 h 583193"/>
                <a:gd name="csX5" fmla="*/ 0 w 24759"/>
                <a:gd name="csY5" fmla="*/ 0 h 583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83193">
                  <a:moveTo>
                    <a:pt x="0" y="0"/>
                  </a:moveTo>
                  <a:lnTo>
                    <a:pt x="0" y="583193"/>
                  </a:lnTo>
                  <a:lnTo>
                    <a:pt x="24760" y="58319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CE9F3FAE-98DD-2FE1-2136-9A53E711A034}"/>
                </a:ext>
              </a:extLst>
            </p:cNvPr>
            <p:cNvSpPr/>
            <p:nvPr/>
          </p:nvSpPr>
          <p:spPr>
            <a:xfrm>
              <a:off x="2632504" y="4166076"/>
              <a:ext cx="24759" cy="583193"/>
            </a:xfrm>
            <a:custGeom>
              <a:avLst/>
              <a:gdLst>
                <a:gd name="csX0" fmla="*/ 0 w 24759"/>
                <a:gd name="csY0" fmla="*/ 0 h 583193"/>
                <a:gd name="csX1" fmla="*/ 0 w 24759"/>
                <a:gd name="csY1" fmla="*/ 583193 h 583193"/>
                <a:gd name="csX2" fmla="*/ 24760 w 24759"/>
                <a:gd name="csY2" fmla="*/ 583193 h 583193"/>
                <a:gd name="csX3" fmla="*/ 24760 w 24759"/>
                <a:gd name="csY3" fmla="*/ 0 h 583193"/>
                <a:gd name="csX4" fmla="*/ 0 w 24759"/>
                <a:gd name="csY4" fmla="*/ 0 h 583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83193">
                  <a:moveTo>
                    <a:pt x="0" y="0"/>
                  </a:moveTo>
                  <a:lnTo>
                    <a:pt x="0" y="583193"/>
                  </a:lnTo>
                  <a:lnTo>
                    <a:pt x="24760" y="58319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A6AA7D46-E08F-D4D6-A341-54D91920DF00}"/>
                </a:ext>
              </a:extLst>
            </p:cNvPr>
            <p:cNvSpPr/>
            <p:nvPr/>
          </p:nvSpPr>
          <p:spPr>
            <a:xfrm>
              <a:off x="2657264" y="4020437"/>
              <a:ext cx="24759" cy="728831"/>
            </a:xfrm>
            <a:custGeom>
              <a:avLst/>
              <a:gdLst>
                <a:gd name="csX0" fmla="*/ 0 w 24759"/>
                <a:gd name="csY0" fmla="*/ 0 h 728831"/>
                <a:gd name="csX1" fmla="*/ 0 w 24759"/>
                <a:gd name="csY1" fmla="*/ 728832 h 728831"/>
                <a:gd name="csX2" fmla="*/ 24760 w 24759"/>
                <a:gd name="csY2" fmla="*/ 728832 h 728831"/>
                <a:gd name="csX3" fmla="*/ 24760 w 24759"/>
                <a:gd name="csY3" fmla="*/ 0 h 728831"/>
                <a:gd name="csX4" fmla="*/ 0 w 24759"/>
                <a:gd name="csY4" fmla="*/ 0 h 728831"/>
                <a:gd name="csX5" fmla="*/ 0 w 24759"/>
                <a:gd name="csY5" fmla="*/ 0 h 72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28831">
                  <a:moveTo>
                    <a:pt x="0" y="0"/>
                  </a:moveTo>
                  <a:lnTo>
                    <a:pt x="0" y="728832"/>
                  </a:lnTo>
                  <a:lnTo>
                    <a:pt x="24760" y="728832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7BCB61B8-EEFB-501F-0FB3-B9B8AB06F0FC}"/>
                </a:ext>
              </a:extLst>
            </p:cNvPr>
            <p:cNvSpPr/>
            <p:nvPr/>
          </p:nvSpPr>
          <p:spPr>
            <a:xfrm>
              <a:off x="2657264" y="4020437"/>
              <a:ext cx="24759" cy="728831"/>
            </a:xfrm>
            <a:custGeom>
              <a:avLst/>
              <a:gdLst>
                <a:gd name="csX0" fmla="*/ 0 w 24759"/>
                <a:gd name="csY0" fmla="*/ 0 h 728831"/>
                <a:gd name="csX1" fmla="*/ 0 w 24759"/>
                <a:gd name="csY1" fmla="*/ 728832 h 728831"/>
                <a:gd name="csX2" fmla="*/ 24760 w 24759"/>
                <a:gd name="csY2" fmla="*/ 728832 h 728831"/>
                <a:gd name="csX3" fmla="*/ 24760 w 24759"/>
                <a:gd name="csY3" fmla="*/ 0 h 728831"/>
                <a:gd name="csX4" fmla="*/ 0 w 24759"/>
                <a:gd name="csY4" fmla="*/ 0 h 72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28831">
                  <a:moveTo>
                    <a:pt x="0" y="0"/>
                  </a:moveTo>
                  <a:lnTo>
                    <a:pt x="0" y="728832"/>
                  </a:lnTo>
                  <a:lnTo>
                    <a:pt x="24760" y="728832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5CB81E8F-CB80-3A2A-07FD-398AAC660DFF}"/>
                </a:ext>
              </a:extLst>
            </p:cNvPr>
            <p:cNvSpPr/>
            <p:nvPr/>
          </p:nvSpPr>
          <p:spPr>
            <a:xfrm>
              <a:off x="2682024" y="3862225"/>
              <a:ext cx="24759" cy="887043"/>
            </a:xfrm>
            <a:custGeom>
              <a:avLst/>
              <a:gdLst>
                <a:gd name="csX0" fmla="*/ 0 w 24759"/>
                <a:gd name="csY0" fmla="*/ 0 h 887043"/>
                <a:gd name="csX1" fmla="*/ 0 w 24759"/>
                <a:gd name="csY1" fmla="*/ 887044 h 887043"/>
                <a:gd name="csX2" fmla="*/ 24760 w 24759"/>
                <a:gd name="csY2" fmla="*/ 887044 h 887043"/>
                <a:gd name="csX3" fmla="*/ 24760 w 24759"/>
                <a:gd name="csY3" fmla="*/ 0 h 887043"/>
                <a:gd name="csX4" fmla="*/ 0 w 24759"/>
                <a:gd name="csY4" fmla="*/ 0 h 887043"/>
                <a:gd name="csX5" fmla="*/ 0 w 24759"/>
                <a:gd name="csY5" fmla="*/ 0 h 887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887043">
                  <a:moveTo>
                    <a:pt x="0" y="0"/>
                  </a:moveTo>
                  <a:lnTo>
                    <a:pt x="0" y="887044"/>
                  </a:lnTo>
                  <a:lnTo>
                    <a:pt x="24760" y="88704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236AF031-C117-67D2-6188-1CAEB426E827}"/>
                </a:ext>
              </a:extLst>
            </p:cNvPr>
            <p:cNvSpPr/>
            <p:nvPr/>
          </p:nvSpPr>
          <p:spPr>
            <a:xfrm>
              <a:off x="2682024" y="3862225"/>
              <a:ext cx="24759" cy="887043"/>
            </a:xfrm>
            <a:custGeom>
              <a:avLst/>
              <a:gdLst>
                <a:gd name="csX0" fmla="*/ 0 w 24759"/>
                <a:gd name="csY0" fmla="*/ 0 h 887043"/>
                <a:gd name="csX1" fmla="*/ 0 w 24759"/>
                <a:gd name="csY1" fmla="*/ 887044 h 887043"/>
                <a:gd name="csX2" fmla="*/ 24760 w 24759"/>
                <a:gd name="csY2" fmla="*/ 887044 h 887043"/>
                <a:gd name="csX3" fmla="*/ 24760 w 24759"/>
                <a:gd name="csY3" fmla="*/ 0 h 887043"/>
                <a:gd name="csX4" fmla="*/ 0 w 24759"/>
                <a:gd name="csY4" fmla="*/ 0 h 887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887043">
                  <a:moveTo>
                    <a:pt x="0" y="0"/>
                  </a:moveTo>
                  <a:lnTo>
                    <a:pt x="0" y="887044"/>
                  </a:lnTo>
                  <a:lnTo>
                    <a:pt x="24760" y="88704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EDFCB59-C358-53E0-87AB-A05A7180B814}"/>
                </a:ext>
              </a:extLst>
            </p:cNvPr>
            <p:cNvSpPr/>
            <p:nvPr/>
          </p:nvSpPr>
          <p:spPr>
            <a:xfrm>
              <a:off x="2706784" y="3698567"/>
              <a:ext cx="24749" cy="1050701"/>
            </a:xfrm>
            <a:custGeom>
              <a:avLst/>
              <a:gdLst>
                <a:gd name="csX0" fmla="*/ 0 w 24749"/>
                <a:gd name="csY0" fmla="*/ 0 h 1050701"/>
                <a:gd name="csX1" fmla="*/ 0 w 24749"/>
                <a:gd name="csY1" fmla="*/ 1050702 h 1050701"/>
                <a:gd name="csX2" fmla="*/ 24750 w 24749"/>
                <a:gd name="csY2" fmla="*/ 1050702 h 1050701"/>
                <a:gd name="csX3" fmla="*/ 24750 w 24749"/>
                <a:gd name="csY3" fmla="*/ 0 h 1050701"/>
                <a:gd name="csX4" fmla="*/ 0 w 24749"/>
                <a:gd name="csY4" fmla="*/ 0 h 1050701"/>
                <a:gd name="csX5" fmla="*/ 0 w 24749"/>
                <a:gd name="csY5" fmla="*/ 0 h 105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50701">
                  <a:moveTo>
                    <a:pt x="0" y="0"/>
                  </a:moveTo>
                  <a:lnTo>
                    <a:pt x="0" y="1050702"/>
                  </a:lnTo>
                  <a:lnTo>
                    <a:pt x="24750" y="1050702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5A6BFAE1-A845-4D17-A1A1-7A8A91D05CC0}"/>
                </a:ext>
              </a:extLst>
            </p:cNvPr>
            <p:cNvSpPr/>
            <p:nvPr/>
          </p:nvSpPr>
          <p:spPr>
            <a:xfrm>
              <a:off x="2706784" y="3698567"/>
              <a:ext cx="24749" cy="1050701"/>
            </a:xfrm>
            <a:custGeom>
              <a:avLst/>
              <a:gdLst>
                <a:gd name="csX0" fmla="*/ 0 w 24749"/>
                <a:gd name="csY0" fmla="*/ 0 h 1050701"/>
                <a:gd name="csX1" fmla="*/ 0 w 24749"/>
                <a:gd name="csY1" fmla="*/ 1050702 h 1050701"/>
                <a:gd name="csX2" fmla="*/ 24750 w 24749"/>
                <a:gd name="csY2" fmla="*/ 1050702 h 1050701"/>
                <a:gd name="csX3" fmla="*/ 24750 w 24749"/>
                <a:gd name="csY3" fmla="*/ 0 h 1050701"/>
                <a:gd name="csX4" fmla="*/ 0 w 24749"/>
                <a:gd name="csY4" fmla="*/ 0 h 105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50701">
                  <a:moveTo>
                    <a:pt x="0" y="0"/>
                  </a:moveTo>
                  <a:lnTo>
                    <a:pt x="0" y="1050702"/>
                  </a:lnTo>
                  <a:lnTo>
                    <a:pt x="24750" y="1050702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9FD87D49-FB33-3A20-EFEF-162BE90CEB7F}"/>
                </a:ext>
              </a:extLst>
            </p:cNvPr>
            <p:cNvSpPr/>
            <p:nvPr/>
          </p:nvSpPr>
          <p:spPr>
            <a:xfrm>
              <a:off x="2731534" y="3559317"/>
              <a:ext cx="24759" cy="1189952"/>
            </a:xfrm>
            <a:custGeom>
              <a:avLst/>
              <a:gdLst>
                <a:gd name="csX0" fmla="*/ 0 w 24759"/>
                <a:gd name="csY0" fmla="*/ 0 h 1189952"/>
                <a:gd name="csX1" fmla="*/ 0 w 24759"/>
                <a:gd name="csY1" fmla="*/ 1189953 h 1189952"/>
                <a:gd name="csX2" fmla="*/ 24760 w 24759"/>
                <a:gd name="csY2" fmla="*/ 1189953 h 1189952"/>
                <a:gd name="csX3" fmla="*/ 24760 w 24759"/>
                <a:gd name="csY3" fmla="*/ 0 h 1189952"/>
                <a:gd name="csX4" fmla="*/ 0 w 24759"/>
                <a:gd name="csY4" fmla="*/ 0 h 1189952"/>
                <a:gd name="csX5" fmla="*/ 0 w 24759"/>
                <a:gd name="csY5" fmla="*/ 0 h 1189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89952">
                  <a:moveTo>
                    <a:pt x="0" y="0"/>
                  </a:moveTo>
                  <a:lnTo>
                    <a:pt x="0" y="1189953"/>
                  </a:lnTo>
                  <a:lnTo>
                    <a:pt x="24760" y="118995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F51C033B-1EAD-EF39-5822-8D421AC42D50}"/>
                </a:ext>
              </a:extLst>
            </p:cNvPr>
            <p:cNvSpPr/>
            <p:nvPr/>
          </p:nvSpPr>
          <p:spPr>
            <a:xfrm>
              <a:off x="2731534" y="3559317"/>
              <a:ext cx="24759" cy="1189952"/>
            </a:xfrm>
            <a:custGeom>
              <a:avLst/>
              <a:gdLst>
                <a:gd name="csX0" fmla="*/ 0 w 24759"/>
                <a:gd name="csY0" fmla="*/ 0 h 1189952"/>
                <a:gd name="csX1" fmla="*/ 0 w 24759"/>
                <a:gd name="csY1" fmla="*/ 1189953 h 1189952"/>
                <a:gd name="csX2" fmla="*/ 24760 w 24759"/>
                <a:gd name="csY2" fmla="*/ 1189953 h 1189952"/>
                <a:gd name="csX3" fmla="*/ 24760 w 24759"/>
                <a:gd name="csY3" fmla="*/ 0 h 1189952"/>
                <a:gd name="csX4" fmla="*/ 0 w 24759"/>
                <a:gd name="csY4" fmla="*/ 0 h 1189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89952">
                  <a:moveTo>
                    <a:pt x="0" y="0"/>
                  </a:moveTo>
                  <a:lnTo>
                    <a:pt x="0" y="1189953"/>
                  </a:lnTo>
                  <a:lnTo>
                    <a:pt x="24760" y="118995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4DCC8E25-05BD-D283-B7EA-E1B119796F86}"/>
                </a:ext>
              </a:extLst>
            </p:cNvPr>
            <p:cNvSpPr/>
            <p:nvPr/>
          </p:nvSpPr>
          <p:spPr>
            <a:xfrm>
              <a:off x="2756294" y="3471066"/>
              <a:ext cx="24759" cy="1278203"/>
            </a:xfrm>
            <a:custGeom>
              <a:avLst/>
              <a:gdLst>
                <a:gd name="csX0" fmla="*/ 0 w 24759"/>
                <a:gd name="csY0" fmla="*/ 0 h 1278203"/>
                <a:gd name="csX1" fmla="*/ 0 w 24759"/>
                <a:gd name="csY1" fmla="*/ 1278204 h 1278203"/>
                <a:gd name="csX2" fmla="*/ 24760 w 24759"/>
                <a:gd name="csY2" fmla="*/ 1278204 h 1278203"/>
                <a:gd name="csX3" fmla="*/ 24760 w 24759"/>
                <a:gd name="csY3" fmla="*/ 0 h 1278203"/>
                <a:gd name="csX4" fmla="*/ 0 w 24759"/>
                <a:gd name="csY4" fmla="*/ 0 h 1278203"/>
                <a:gd name="csX5" fmla="*/ 0 w 24759"/>
                <a:gd name="csY5" fmla="*/ 0 h 1278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278203">
                  <a:moveTo>
                    <a:pt x="0" y="0"/>
                  </a:moveTo>
                  <a:lnTo>
                    <a:pt x="0" y="1278204"/>
                  </a:lnTo>
                  <a:lnTo>
                    <a:pt x="24760" y="127820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E6C95633-9C4B-EA14-CA5E-31C6E6EF594F}"/>
                </a:ext>
              </a:extLst>
            </p:cNvPr>
            <p:cNvSpPr/>
            <p:nvPr/>
          </p:nvSpPr>
          <p:spPr>
            <a:xfrm>
              <a:off x="2756294" y="3471066"/>
              <a:ext cx="24759" cy="1278203"/>
            </a:xfrm>
            <a:custGeom>
              <a:avLst/>
              <a:gdLst>
                <a:gd name="csX0" fmla="*/ 0 w 24759"/>
                <a:gd name="csY0" fmla="*/ 0 h 1278203"/>
                <a:gd name="csX1" fmla="*/ 0 w 24759"/>
                <a:gd name="csY1" fmla="*/ 1278204 h 1278203"/>
                <a:gd name="csX2" fmla="*/ 24760 w 24759"/>
                <a:gd name="csY2" fmla="*/ 1278204 h 1278203"/>
                <a:gd name="csX3" fmla="*/ 24760 w 24759"/>
                <a:gd name="csY3" fmla="*/ 0 h 1278203"/>
                <a:gd name="csX4" fmla="*/ 0 w 24759"/>
                <a:gd name="csY4" fmla="*/ 0 h 1278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278203">
                  <a:moveTo>
                    <a:pt x="0" y="0"/>
                  </a:moveTo>
                  <a:lnTo>
                    <a:pt x="0" y="1278204"/>
                  </a:lnTo>
                  <a:lnTo>
                    <a:pt x="24760" y="127820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55C6BE8A-AA04-05EC-2E51-F0B0CFF06B53}"/>
                </a:ext>
              </a:extLst>
            </p:cNvPr>
            <p:cNvSpPr/>
            <p:nvPr/>
          </p:nvSpPr>
          <p:spPr>
            <a:xfrm>
              <a:off x="2781054" y="3423831"/>
              <a:ext cx="24749" cy="1325438"/>
            </a:xfrm>
            <a:custGeom>
              <a:avLst/>
              <a:gdLst>
                <a:gd name="csX0" fmla="*/ 0 w 24749"/>
                <a:gd name="csY0" fmla="*/ 0 h 1325438"/>
                <a:gd name="csX1" fmla="*/ 0 w 24749"/>
                <a:gd name="csY1" fmla="*/ 1325439 h 1325438"/>
                <a:gd name="csX2" fmla="*/ 24750 w 24749"/>
                <a:gd name="csY2" fmla="*/ 1325439 h 1325438"/>
                <a:gd name="csX3" fmla="*/ 24750 w 24749"/>
                <a:gd name="csY3" fmla="*/ 0 h 1325438"/>
                <a:gd name="csX4" fmla="*/ 0 w 24749"/>
                <a:gd name="csY4" fmla="*/ 0 h 1325438"/>
                <a:gd name="csX5" fmla="*/ 0 w 24749"/>
                <a:gd name="csY5" fmla="*/ 0 h 1325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325438">
                  <a:moveTo>
                    <a:pt x="0" y="0"/>
                  </a:moveTo>
                  <a:lnTo>
                    <a:pt x="0" y="1325439"/>
                  </a:lnTo>
                  <a:lnTo>
                    <a:pt x="24750" y="132543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AC8FBE0C-CA08-ED1F-5750-64F28E420B92}"/>
                </a:ext>
              </a:extLst>
            </p:cNvPr>
            <p:cNvSpPr/>
            <p:nvPr/>
          </p:nvSpPr>
          <p:spPr>
            <a:xfrm>
              <a:off x="2781054" y="3423831"/>
              <a:ext cx="24749" cy="1325438"/>
            </a:xfrm>
            <a:custGeom>
              <a:avLst/>
              <a:gdLst>
                <a:gd name="csX0" fmla="*/ 0 w 24749"/>
                <a:gd name="csY0" fmla="*/ 0 h 1325438"/>
                <a:gd name="csX1" fmla="*/ 0 w 24749"/>
                <a:gd name="csY1" fmla="*/ 1325439 h 1325438"/>
                <a:gd name="csX2" fmla="*/ 24750 w 24749"/>
                <a:gd name="csY2" fmla="*/ 1325439 h 1325438"/>
                <a:gd name="csX3" fmla="*/ 24750 w 24749"/>
                <a:gd name="csY3" fmla="*/ 0 h 1325438"/>
                <a:gd name="csX4" fmla="*/ 0 w 24749"/>
                <a:gd name="csY4" fmla="*/ 0 h 1325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325438">
                  <a:moveTo>
                    <a:pt x="0" y="0"/>
                  </a:moveTo>
                  <a:lnTo>
                    <a:pt x="0" y="1325439"/>
                  </a:lnTo>
                  <a:lnTo>
                    <a:pt x="24750" y="132543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D8C0F6A4-6D20-6633-5564-E1F62DA99011}"/>
                </a:ext>
              </a:extLst>
            </p:cNvPr>
            <p:cNvSpPr/>
            <p:nvPr/>
          </p:nvSpPr>
          <p:spPr>
            <a:xfrm>
              <a:off x="2805803" y="3419225"/>
              <a:ext cx="24759" cy="1330044"/>
            </a:xfrm>
            <a:custGeom>
              <a:avLst/>
              <a:gdLst>
                <a:gd name="csX0" fmla="*/ 0 w 24759"/>
                <a:gd name="csY0" fmla="*/ 0 h 1330044"/>
                <a:gd name="csX1" fmla="*/ 0 w 24759"/>
                <a:gd name="csY1" fmla="*/ 1330044 h 1330044"/>
                <a:gd name="csX2" fmla="*/ 24760 w 24759"/>
                <a:gd name="csY2" fmla="*/ 1330044 h 1330044"/>
                <a:gd name="csX3" fmla="*/ 24760 w 24759"/>
                <a:gd name="csY3" fmla="*/ 0 h 1330044"/>
                <a:gd name="csX4" fmla="*/ 0 w 24759"/>
                <a:gd name="csY4" fmla="*/ 0 h 1330044"/>
                <a:gd name="csX5" fmla="*/ 0 w 24759"/>
                <a:gd name="csY5" fmla="*/ 0 h 133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330044">
                  <a:moveTo>
                    <a:pt x="0" y="0"/>
                  </a:moveTo>
                  <a:lnTo>
                    <a:pt x="0" y="1330044"/>
                  </a:lnTo>
                  <a:lnTo>
                    <a:pt x="24760" y="133004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E415B886-2DD5-4AAE-720E-129773CDD941}"/>
                </a:ext>
              </a:extLst>
            </p:cNvPr>
            <p:cNvSpPr/>
            <p:nvPr/>
          </p:nvSpPr>
          <p:spPr>
            <a:xfrm>
              <a:off x="2805803" y="3419225"/>
              <a:ext cx="24759" cy="1330044"/>
            </a:xfrm>
            <a:custGeom>
              <a:avLst/>
              <a:gdLst>
                <a:gd name="csX0" fmla="*/ 0 w 24759"/>
                <a:gd name="csY0" fmla="*/ 0 h 1330044"/>
                <a:gd name="csX1" fmla="*/ 0 w 24759"/>
                <a:gd name="csY1" fmla="*/ 1330044 h 1330044"/>
                <a:gd name="csX2" fmla="*/ 24760 w 24759"/>
                <a:gd name="csY2" fmla="*/ 1330044 h 1330044"/>
                <a:gd name="csX3" fmla="*/ 24760 w 24759"/>
                <a:gd name="csY3" fmla="*/ 0 h 1330044"/>
                <a:gd name="csX4" fmla="*/ 0 w 24759"/>
                <a:gd name="csY4" fmla="*/ 0 h 133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330044">
                  <a:moveTo>
                    <a:pt x="0" y="0"/>
                  </a:moveTo>
                  <a:lnTo>
                    <a:pt x="0" y="1330044"/>
                  </a:lnTo>
                  <a:lnTo>
                    <a:pt x="24760" y="133004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5DCB7358-AC8B-EF9E-BC94-2E6C56EC9D51}"/>
                </a:ext>
              </a:extLst>
            </p:cNvPr>
            <p:cNvSpPr/>
            <p:nvPr/>
          </p:nvSpPr>
          <p:spPr>
            <a:xfrm>
              <a:off x="2830563" y="3457719"/>
              <a:ext cx="24759" cy="1291550"/>
            </a:xfrm>
            <a:custGeom>
              <a:avLst/>
              <a:gdLst>
                <a:gd name="csX0" fmla="*/ 0 w 24759"/>
                <a:gd name="csY0" fmla="*/ 0 h 1291550"/>
                <a:gd name="csX1" fmla="*/ 0 w 24759"/>
                <a:gd name="csY1" fmla="*/ 1291550 h 1291550"/>
                <a:gd name="csX2" fmla="*/ 24760 w 24759"/>
                <a:gd name="csY2" fmla="*/ 1291550 h 1291550"/>
                <a:gd name="csX3" fmla="*/ 24760 w 24759"/>
                <a:gd name="csY3" fmla="*/ 0 h 1291550"/>
                <a:gd name="csX4" fmla="*/ 0 w 24759"/>
                <a:gd name="csY4" fmla="*/ 0 h 1291550"/>
                <a:gd name="csX5" fmla="*/ 0 w 24759"/>
                <a:gd name="csY5" fmla="*/ 0 h 1291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291550">
                  <a:moveTo>
                    <a:pt x="0" y="0"/>
                  </a:moveTo>
                  <a:lnTo>
                    <a:pt x="0" y="1291550"/>
                  </a:lnTo>
                  <a:lnTo>
                    <a:pt x="24760" y="129155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B2A9DAB5-A164-1D36-EF54-253930C30F62}"/>
                </a:ext>
              </a:extLst>
            </p:cNvPr>
            <p:cNvSpPr/>
            <p:nvPr/>
          </p:nvSpPr>
          <p:spPr>
            <a:xfrm>
              <a:off x="2830563" y="3457719"/>
              <a:ext cx="24759" cy="1291550"/>
            </a:xfrm>
            <a:custGeom>
              <a:avLst/>
              <a:gdLst>
                <a:gd name="csX0" fmla="*/ 0 w 24759"/>
                <a:gd name="csY0" fmla="*/ 0 h 1291550"/>
                <a:gd name="csX1" fmla="*/ 0 w 24759"/>
                <a:gd name="csY1" fmla="*/ 1291550 h 1291550"/>
                <a:gd name="csX2" fmla="*/ 24760 w 24759"/>
                <a:gd name="csY2" fmla="*/ 1291550 h 1291550"/>
                <a:gd name="csX3" fmla="*/ 24760 w 24759"/>
                <a:gd name="csY3" fmla="*/ 0 h 1291550"/>
                <a:gd name="csX4" fmla="*/ 0 w 24759"/>
                <a:gd name="csY4" fmla="*/ 0 h 1291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291550">
                  <a:moveTo>
                    <a:pt x="0" y="0"/>
                  </a:moveTo>
                  <a:lnTo>
                    <a:pt x="0" y="1291550"/>
                  </a:lnTo>
                  <a:lnTo>
                    <a:pt x="24760" y="129155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34FE0BFD-E8D6-F435-1DE2-37173BAE749B}"/>
                </a:ext>
              </a:extLst>
            </p:cNvPr>
            <p:cNvSpPr/>
            <p:nvPr/>
          </p:nvSpPr>
          <p:spPr>
            <a:xfrm>
              <a:off x="2855323" y="3573369"/>
              <a:ext cx="24759" cy="1175899"/>
            </a:xfrm>
            <a:custGeom>
              <a:avLst/>
              <a:gdLst>
                <a:gd name="csX0" fmla="*/ 0 w 24759"/>
                <a:gd name="csY0" fmla="*/ 0 h 1175899"/>
                <a:gd name="csX1" fmla="*/ 0 w 24759"/>
                <a:gd name="csY1" fmla="*/ 1175900 h 1175899"/>
                <a:gd name="csX2" fmla="*/ 24760 w 24759"/>
                <a:gd name="csY2" fmla="*/ 1175900 h 1175899"/>
                <a:gd name="csX3" fmla="*/ 24760 w 24759"/>
                <a:gd name="csY3" fmla="*/ 0 h 1175899"/>
                <a:gd name="csX4" fmla="*/ 0 w 24759"/>
                <a:gd name="csY4" fmla="*/ 0 h 1175899"/>
                <a:gd name="csX5" fmla="*/ 0 w 24759"/>
                <a:gd name="csY5" fmla="*/ 0 h 1175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75899">
                  <a:moveTo>
                    <a:pt x="0" y="0"/>
                  </a:moveTo>
                  <a:lnTo>
                    <a:pt x="0" y="1175900"/>
                  </a:lnTo>
                  <a:lnTo>
                    <a:pt x="24760" y="117590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34040227-A168-DB5C-99E1-1CF9211DC07A}"/>
                </a:ext>
              </a:extLst>
            </p:cNvPr>
            <p:cNvSpPr/>
            <p:nvPr/>
          </p:nvSpPr>
          <p:spPr>
            <a:xfrm>
              <a:off x="2855323" y="3573369"/>
              <a:ext cx="24759" cy="1175899"/>
            </a:xfrm>
            <a:custGeom>
              <a:avLst/>
              <a:gdLst>
                <a:gd name="csX0" fmla="*/ 0 w 24759"/>
                <a:gd name="csY0" fmla="*/ 0 h 1175899"/>
                <a:gd name="csX1" fmla="*/ 0 w 24759"/>
                <a:gd name="csY1" fmla="*/ 1175900 h 1175899"/>
                <a:gd name="csX2" fmla="*/ 24760 w 24759"/>
                <a:gd name="csY2" fmla="*/ 1175900 h 1175899"/>
                <a:gd name="csX3" fmla="*/ 24760 w 24759"/>
                <a:gd name="csY3" fmla="*/ 0 h 1175899"/>
                <a:gd name="csX4" fmla="*/ 0 w 24759"/>
                <a:gd name="csY4" fmla="*/ 0 h 1175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75899">
                  <a:moveTo>
                    <a:pt x="0" y="0"/>
                  </a:moveTo>
                  <a:lnTo>
                    <a:pt x="0" y="1175900"/>
                  </a:lnTo>
                  <a:lnTo>
                    <a:pt x="24760" y="117590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FA51A7E5-144D-48FB-0E8D-6E3FC9B85540}"/>
                </a:ext>
              </a:extLst>
            </p:cNvPr>
            <p:cNvSpPr/>
            <p:nvPr/>
          </p:nvSpPr>
          <p:spPr>
            <a:xfrm>
              <a:off x="2880083" y="3701593"/>
              <a:ext cx="24749" cy="1047676"/>
            </a:xfrm>
            <a:custGeom>
              <a:avLst/>
              <a:gdLst>
                <a:gd name="csX0" fmla="*/ 0 w 24749"/>
                <a:gd name="csY0" fmla="*/ 0 h 1047676"/>
                <a:gd name="csX1" fmla="*/ 0 w 24749"/>
                <a:gd name="csY1" fmla="*/ 1047676 h 1047676"/>
                <a:gd name="csX2" fmla="*/ 24750 w 24749"/>
                <a:gd name="csY2" fmla="*/ 1047676 h 1047676"/>
                <a:gd name="csX3" fmla="*/ 24750 w 24749"/>
                <a:gd name="csY3" fmla="*/ 0 h 1047676"/>
                <a:gd name="csX4" fmla="*/ 0 w 24749"/>
                <a:gd name="csY4" fmla="*/ 0 h 1047676"/>
                <a:gd name="csX5" fmla="*/ 0 w 24749"/>
                <a:gd name="csY5" fmla="*/ 0 h 10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47676">
                  <a:moveTo>
                    <a:pt x="0" y="0"/>
                  </a:moveTo>
                  <a:lnTo>
                    <a:pt x="0" y="1047676"/>
                  </a:lnTo>
                  <a:lnTo>
                    <a:pt x="24750" y="1047676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88D8B449-F72F-740B-C110-FC0E8BEC5002}"/>
                </a:ext>
              </a:extLst>
            </p:cNvPr>
            <p:cNvSpPr/>
            <p:nvPr/>
          </p:nvSpPr>
          <p:spPr>
            <a:xfrm>
              <a:off x="2880083" y="3701593"/>
              <a:ext cx="24749" cy="1047676"/>
            </a:xfrm>
            <a:custGeom>
              <a:avLst/>
              <a:gdLst>
                <a:gd name="csX0" fmla="*/ 0 w 24749"/>
                <a:gd name="csY0" fmla="*/ 0 h 1047676"/>
                <a:gd name="csX1" fmla="*/ 0 w 24749"/>
                <a:gd name="csY1" fmla="*/ 1047676 h 1047676"/>
                <a:gd name="csX2" fmla="*/ 24750 w 24749"/>
                <a:gd name="csY2" fmla="*/ 1047676 h 1047676"/>
                <a:gd name="csX3" fmla="*/ 24750 w 24749"/>
                <a:gd name="csY3" fmla="*/ 0 h 1047676"/>
                <a:gd name="csX4" fmla="*/ 0 w 24749"/>
                <a:gd name="csY4" fmla="*/ 0 h 10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47676">
                  <a:moveTo>
                    <a:pt x="0" y="0"/>
                  </a:moveTo>
                  <a:lnTo>
                    <a:pt x="0" y="1047676"/>
                  </a:lnTo>
                  <a:lnTo>
                    <a:pt x="24750" y="1047676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321AE829-2F93-7A11-316F-93C94E2F64A9}"/>
                </a:ext>
              </a:extLst>
            </p:cNvPr>
            <p:cNvSpPr/>
            <p:nvPr/>
          </p:nvSpPr>
          <p:spPr>
            <a:xfrm>
              <a:off x="2904833" y="3842424"/>
              <a:ext cx="24759" cy="906845"/>
            </a:xfrm>
            <a:custGeom>
              <a:avLst/>
              <a:gdLst>
                <a:gd name="csX0" fmla="*/ 0 w 24759"/>
                <a:gd name="csY0" fmla="*/ 0 h 906845"/>
                <a:gd name="csX1" fmla="*/ 0 w 24759"/>
                <a:gd name="csY1" fmla="*/ 906846 h 906845"/>
                <a:gd name="csX2" fmla="*/ 24760 w 24759"/>
                <a:gd name="csY2" fmla="*/ 906846 h 906845"/>
                <a:gd name="csX3" fmla="*/ 24760 w 24759"/>
                <a:gd name="csY3" fmla="*/ 0 h 906845"/>
                <a:gd name="csX4" fmla="*/ 0 w 24759"/>
                <a:gd name="csY4" fmla="*/ 0 h 906845"/>
                <a:gd name="csX5" fmla="*/ 0 w 24759"/>
                <a:gd name="csY5" fmla="*/ 0 h 906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06845">
                  <a:moveTo>
                    <a:pt x="0" y="0"/>
                  </a:moveTo>
                  <a:lnTo>
                    <a:pt x="0" y="906846"/>
                  </a:lnTo>
                  <a:lnTo>
                    <a:pt x="24760" y="906846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8FD01959-B458-CD0B-528B-EB8B857DF21B}"/>
                </a:ext>
              </a:extLst>
            </p:cNvPr>
            <p:cNvSpPr/>
            <p:nvPr/>
          </p:nvSpPr>
          <p:spPr>
            <a:xfrm>
              <a:off x="2904833" y="3842424"/>
              <a:ext cx="24759" cy="906845"/>
            </a:xfrm>
            <a:custGeom>
              <a:avLst/>
              <a:gdLst>
                <a:gd name="csX0" fmla="*/ 0 w 24759"/>
                <a:gd name="csY0" fmla="*/ 0 h 906845"/>
                <a:gd name="csX1" fmla="*/ 0 w 24759"/>
                <a:gd name="csY1" fmla="*/ 906846 h 906845"/>
                <a:gd name="csX2" fmla="*/ 24760 w 24759"/>
                <a:gd name="csY2" fmla="*/ 906846 h 906845"/>
                <a:gd name="csX3" fmla="*/ 24760 w 24759"/>
                <a:gd name="csY3" fmla="*/ 0 h 906845"/>
                <a:gd name="csX4" fmla="*/ 0 w 24759"/>
                <a:gd name="csY4" fmla="*/ 0 h 906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06845">
                  <a:moveTo>
                    <a:pt x="0" y="0"/>
                  </a:moveTo>
                  <a:lnTo>
                    <a:pt x="0" y="906846"/>
                  </a:lnTo>
                  <a:lnTo>
                    <a:pt x="24760" y="906846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689DABD1-E7BA-CD1D-36E0-FF17D4522A64}"/>
                </a:ext>
              </a:extLst>
            </p:cNvPr>
            <p:cNvSpPr/>
            <p:nvPr/>
          </p:nvSpPr>
          <p:spPr>
            <a:xfrm>
              <a:off x="2929593" y="4019631"/>
              <a:ext cx="24759" cy="729638"/>
            </a:xfrm>
            <a:custGeom>
              <a:avLst/>
              <a:gdLst>
                <a:gd name="csX0" fmla="*/ 0 w 24759"/>
                <a:gd name="csY0" fmla="*/ 0 h 729638"/>
                <a:gd name="csX1" fmla="*/ 0 w 24759"/>
                <a:gd name="csY1" fmla="*/ 729638 h 729638"/>
                <a:gd name="csX2" fmla="*/ 24760 w 24759"/>
                <a:gd name="csY2" fmla="*/ 729638 h 729638"/>
                <a:gd name="csX3" fmla="*/ 24760 w 24759"/>
                <a:gd name="csY3" fmla="*/ 0 h 729638"/>
                <a:gd name="csX4" fmla="*/ 0 w 24759"/>
                <a:gd name="csY4" fmla="*/ 0 h 729638"/>
                <a:gd name="csX5" fmla="*/ 0 w 24759"/>
                <a:gd name="csY5" fmla="*/ 0 h 729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29638">
                  <a:moveTo>
                    <a:pt x="0" y="0"/>
                  </a:moveTo>
                  <a:lnTo>
                    <a:pt x="0" y="729638"/>
                  </a:lnTo>
                  <a:lnTo>
                    <a:pt x="24760" y="7296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A9EF933C-BC5D-AE41-C59F-555501BD0977}"/>
                </a:ext>
              </a:extLst>
            </p:cNvPr>
            <p:cNvSpPr/>
            <p:nvPr/>
          </p:nvSpPr>
          <p:spPr>
            <a:xfrm>
              <a:off x="2929593" y="4019631"/>
              <a:ext cx="24759" cy="729638"/>
            </a:xfrm>
            <a:custGeom>
              <a:avLst/>
              <a:gdLst>
                <a:gd name="csX0" fmla="*/ 0 w 24759"/>
                <a:gd name="csY0" fmla="*/ 0 h 729638"/>
                <a:gd name="csX1" fmla="*/ 0 w 24759"/>
                <a:gd name="csY1" fmla="*/ 729638 h 729638"/>
                <a:gd name="csX2" fmla="*/ 24760 w 24759"/>
                <a:gd name="csY2" fmla="*/ 729638 h 729638"/>
                <a:gd name="csX3" fmla="*/ 24760 w 24759"/>
                <a:gd name="csY3" fmla="*/ 0 h 729638"/>
                <a:gd name="csX4" fmla="*/ 0 w 24759"/>
                <a:gd name="csY4" fmla="*/ 0 h 729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29638">
                  <a:moveTo>
                    <a:pt x="0" y="0"/>
                  </a:moveTo>
                  <a:lnTo>
                    <a:pt x="0" y="729638"/>
                  </a:lnTo>
                  <a:lnTo>
                    <a:pt x="24760" y="7296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048">
              <a:extLst>
                <a:ext uri="{FF2B5EF4-FFF2-40B4-BE49-F238E27FC236}">
                  <a16:creationId xmlns:a16="http://schemas.microsoft.com/office/drawing/2014/main" id="{8D5D9085-7822-8B27-74DD-D7B53077BB93}"/>
                </a:ext>
              </a:extLst>
            </p:cNvPr>
            <p:cNvSpPr/>
            <p:nvPr/>
          </p:nvSpPr>
          <p:spPr>
            <a:xfrm>
              <a:off x="2954352" y="4172800"/>
              <a:ext cx="24759" cy="576468"/>
            </a:xfrm>
            <a:custGeom>
              <a:avLst/>
              <a:gdLst>
                <a:gd name="csX0" fmla="*/ 0 w 24759"/>
                <a:gd name="csY0" fmla="*/ 0 h 576468"/>
                <a:gd name="csX1" fmla="*/ 0 w 24759"/>
                <a:gd name="csY1" fmla="*/ 576469 h 576468"/>
                <a:gd name="csX2" fmla="*/ 24760 w 24759"/>
                <a:gd name="csY2" fmla="*/ 576469 h 576468"/>
                <a:gd name="csX3" fmla="*/ 24760 w 24759"/>
                <a:gd name="csY3" fmla="*/ 0 h 576468"/>
                <a:gd name="csX4" fmla="*/ 0 w 24759"/>
                <a:gd name="csY4" fmla="*/ 0 h 576468"/>
                <a:gd name="csX5" fmla="*/ 0 w 24759"/>
                <a:gd name="csY5" fmla="*/ 0 h 576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76468">
                  <a:moveTo>
                    <a:pt x="0" y="0"/>
                  </a:moveTo>
                  <a:lnTo>
                    <a:pt x="0" y="576469"/>
                  </a:lnTo>
                  <a:lnTo>
                    <a:pt x="24760" y="57646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7CACE43F-2E2A-CE60-BE0E-A542081EC978}"/>
                </a:ext>
              </a:extLst>
            </p:cNvPr>
            <p:cNvSpPr/>
            <p:nvPr/>
          </p:nvSpPr>
          <p:spPr>
            <a:xfrm>
              <a:off x="2954352" y="4172800"/>
              <a:ext cx="24759" cy="576468"/>
            </a:xfrm>
            <a:custGeom>
              <a:avLst/>
              <a:gdLst>
                <a:gd name="csX0" fmla="*/ 0 w 24759"/>
                <a:gd name="csY0" fmla="*/ 0 h 576468"/>
                <a:gd name="csX1" fmla="*/ 0 w 24759"/>
                <a:gd name="csY1" fmla="*/ 576469 h 576468"/>
                <a:gd name="csX2" fmla="*/ 24760 w 24759"/>
                <a:gd name="csY2" fmla="*/ 576469 h 576468"/>
                <a:gd name="csX3" fmla="*/ 24760 w 24759"/>
                <a:gd name="csY3" fmla="*/ 0 h 576468"/>
                <a:gd name="csX4" fmla="*/ 0 w 24759"/>
                <a:gd name="csY4" fmla="*/ 0 h 576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76468">
                  <a:moveTo>
                    <a:pt x="0" y="0"/>
                  </a:moveTo>
                  <a:lnTo>
                    <a:pt x="0" y="576469"/>
                  </a:lnTo>
                  <a:lnTo>
                    <a:pt x="24760" y="57646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488EB646-83CF-D902-69C4-A6CC9C3CDA65}"/>
                </a:ext>
              </a:extLst>
            </p:cNvPr>
            <p:cNvSpPr/>
            <p:nvPr/>
          </p:nvSpPr>
          <p:spPr>
            <a:xfrm>
              <a:off x="2979112" y="4307075"/>
              <a:ext cx="24749" cy="442193"/>
            </a:xfrm>
            <a:custGeom>
              <a:avLst/>
              <a:gdLst>
                <a:gd name="csX0" fmla="*/ 0 w 24749"/>
                <a:gd name="csY0" fmla="*/ 0 h 442193"/>
                <a:gd name="csX1" fmla="*/ 0 w 24749"/>
                <a:gd name="csY1" fmla="*/ 442194 h 442193"/>
                <a:gd name="csX2" fmla="*/ 24750 w 24749"/>
                <a:gd name="csY2" fmla="*/ 442194 h 442193"/>
                <a:gd name="csX3" fmla="*/ 24750 w 24749"/>
                <a:gd name="csY3" fmla="*/ 0 h 442193"/>
                <a:gd name="csX4" fmla="*/ 0 w 24749"/>
                <a:gd name="csY4" fmla="*/ 0 h 442193"/>
                <a:gd name="csX5" fmla="*/ 0 w 24749"/>
                <a:gd name="csY5" fmla="*/ 0 h 442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442193">
                  <a:moveTo>
                    <a:pt x="0" y="0"/>
                  </a:moveTo>
                  <a:lnTo>
                    <a:pt x="0" y="442194"/>
                  </a:lnTo>
                  <a:lnTo>
                    <a:pt x="24750" y="442194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FDD9D821-C5DF-E27F-913C-2EBA2432B4D0}"/>
                </a:ext>
              </a:extLst>
            </p:cNvPr>
            <p:cNvSpPr/>
            <p:nvPr/>
          </p:nvSpPr>
          <p:spPr>
            <a:xfrm>
              <a:off x="2979112" y="4307075"/>
              <a:ext cx="24749" cy="442193"/>
            </a:xfrm>
            <a:custGeom>
              <a:avLst/>
              <a:gdLst>
                <a:gd name="csX0" fmla="*/ 0 w 24749"/>
                <a:gd name="csY0" fmla="*/ 0 h 442193"/>
                <a:gd name="csX1" fmla="*/ 0 w 24749"/>
                <a:gd name="csY1" fmla="*/ 442194 h 442193"/>
                <a:gd name="csX2" fmla="*/ 24750 w 24749"/>
                <a:gd name="csY2" fmla="*/ 442194 h 442193"/>
                <a:gd name="csX3" fmla="*/ 24750 w 24749"/>
                <a:gd name="csY3" fmla="*/ 0 h 442193"/>
                <a:gd name="csX4" fmla="*/ 0 w 24749"/>
                <a:gd name="csY4" fmla="*/ 0 h 442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442193">
                  <a:moveTo>
                    <a:pt x="0" y="0"/>
                  </a:moveTo>
                  <a:lnTo>
                    <a:pt x="0" y="442194"/>
                  </a:lnTo>
                  <a:lnTo>
                    <a:pt x="24750" y="442194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90B9C8D7-99BF-3FEC-32B8-AC91DFA4AF24}"/>
                </a:ext>
              </a:extLst>
            </p:cNvPr>
            <p:cNvSpPr/>
            <p:nvPr/>
          </p:nvSpPr>
          <p:spPr>
            <a:xfrm>
              <a:off x="3003862" y="4430992"/>
              <a:ext cx="24759" cy="318277"/>
            </a:xfrm>
            <a:custGeom>
              <a:avLst/>
              <a:gdLst>
                <a:gd name="csX0" fmla="*/ 0 w 24759"/>
                <a:gd name="csY0" fmla="*/ 0 h 318277"/>
                <a:gd name="csX1" fmla="*/ 0 w 24759"/>
                <a:gd name="csY1" fmla="*/ 318277 h 318277"/>
                <a:gd name="csX2" fmla="*/ 24760 w 24759"/>
                <a:gd name="csY2" fmla="*/ 318277 h 318277"/>
                <a:gd name="csX3" fmla="*/ 24760 w 24759"/>
                <a:gd name="csY3" fmla="*/ 0 h 318277"/>
                <a:gd name="csX4" fmla="*/ 0 w 24759"/>
                <a:gd name="csY4" fmla="*/ 0 h 318277"/>
                <a:gd name="csX5" fmla="*/ 0 w 24759"/>
                <a:gd name="csY5" fmla="*/ 0 h 318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8277">
                  <a:moveTo>
                    <a:pt x="0" y="0"/>
                  </a:moveTo>
                  <a:lnTo>
                    <a:pt x="0" y="318277"/>
                  </a:lnTo>
                  <a:lnTo>
                    <a:pt x="24760" y="318277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75A304C2-537F-C809-7846-99AC29B67505}"/>
                </a:ext>
              </a:extLst>
            </p:cNvPr>
            <p:cNvSpPr/>
            <p:nvPr/>
          </p:nvSpPr>
          <p:spPr>
            <a:xfrm>
              <a:off x="3003862" y="4430992"/>
              <a:ext cx="24759" cy="318277"/>
            </a:xfrm>
            <a:custGeom>
              <a:avLst/>
              <a:gdLst>
                <a:gd name="csX0" fmla="*/ 0 w 24759"/>
                <a:gd name="csY0" fmla="*/ 0 h 318277"/>
                <a:gd name="csX1" fmla="*/ 0 w 24759"/>
                <a:gd name="csY1" fmla="*/ 318277 h 318277"/>
                <a:gd name="csX2" fmla="*/ 24760 w 24759"/>
                <a:gd name="csY2" fmla="*/ 318277 h 318277"/>
                <a:gd name="csX3" fmla="*/ 24760 w 24759"/>
                <a:gd name="csY3" fmla="*/ 0 h 318277"/>
                <a:gd name="csX4" fmla="*/ 0 w 24759"/>
                <a:gd name="csY4" fmla="*/ 0 h 318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8277">
                  <a:moveTo>
                    <a:pt x="0" y="0"/>
                  </a:moveTo>
                  <a:lnTo>
                    <a:pt x="0" y="318277"/>
                  </a:lnTo>
                  <a:lnTo>
                    <a:pt x="24760" y="318277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469CA74F-CC1A-57F0-DA2E-6213C1923CBB}"/>
                </a:ext>
              </a:extLst>
            </p:cNvPr>
            <p:cNvSpPr/>
            <p:nvPr/>
          </p:nvSpPr>
          <p:spPr>
            <a:xfrm>
              <a:off x="3028622" y="4527144"/>
              <a:ext cx="24759" cy="222125"/>
            </a:xfrm>
            <a:custGeom>
              <a:avLst/>
              <a:gdLst>
                <a:gd name="csX0" fmla="*/ 0 w 24759"/>
                <a:gd name="csY0" fmla="*/ 0 h 222125"/>
                <a:gd name="csX1" fmla="*/ 0 w 24759"/>
                <a:gd name="csY1" fmla="*/ 222125 h 222125"/>
                <a:gd name="csX2" fmla="*/ 24760 w 24759"/>
                <a:gd name="csY2" fmla="*/ 222125 h 222125"/>
                <a:gd name="csX3" fmla="*/ 24760 w 24759"/>
                <a:gd name="csY3" fmla="*/ 0 h 222125"/>
                <a:gd name="csX4" fmla="*/ 0 w 24759"/>
                <a:gd name="csY4" fmla="*/ 0 h 222125"/>
                <a:gd name="csX5" fmla="*/ 0 w 24759"/>
                <a:gd name="csY5" fmla="*/ 0 h 222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22125">
                  <a:moveTo>
                    <a:pt x="0" y="0"/>
                  </a:moveTo>
                  <a:lnTo>
                    <a:pt x="0" y="222125"/>
                  </a:lnTo>
                  <a:lnTo>
                    <a:pt x="24760" y="22212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7B2B3DB8-E739-E88E-50DB-70E89CFD2B79}"/>
                </a:ext>
              </a:extLst>
            </p:cNvPr>
            <p:cNvSpPr/>
            <p:nvPr/>
          </p:nvSpPr>
          <p:spPr>
            <a:xfrm>
              <a:off x="3028622" y="4527144"/>
              <a:ext cx="24759" cy="222125"/>
            </a:xfrm>
            <a:custGeom>
              <a:avLst/>
              <a:gdLst>
                <a:gd name="csX0" fmla="*/ 0 w 24759"/>
                <a:gd name="csY0" fmla="*/ 0 h 222125"/>
                <a:gd name="csX1" fmla="*/ 0 w 24759"/>
                <a:gd name="csY1" fmla="*/ 222125 h 222125"/>
                <a:gd name="csX2" fmla="*/ 24760 w 24759"/>
                <a:gd name="csY2" fmla="*/ 222125 h 222125"/>
                <a:gd name="csX3" fmla="*/ 24760 w 24759"/>
                <a:gd name="csY3" fmla="*/ 0 h 222125"/>
                <a:gd name="csX4" fmla="*/ 0 w 24759"/>
                <a:gd name="csY4" fmla="*/ 0 h 222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22125">
                  <a:moveTo>
                    <a:pt x="0" y="0"/>
                  </a:moveTo>
                  <a:lnTo>
                    <a:pt x="0" y="222125"/>
                  </a:lnTo>
                  <a:lnTo>
                    <a:pt x="24760" y="22212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BAD1BF69-3AFB-89C8-7D94-353BBF42DDFB}"/>
                </a:ext>
              </a:extLst>
            </p:cNvPr>
            <p:cNvSpPr/>
            <p:nvPr/>
          </p:nvSpPr>
          <p:spPr>
            <a:xfrm>
              <a:off x="3053382" y="4601010"/>
              <a:ext cx="24749" cy="148259"/>
            </a:xfrm>
            <a:custGeom>
              <a:avLst/>
              <a:gdLst>
                <a:gd name="csX0" fmla="*/ 0 w 24749"/>
                <a:gd name="csY0" fmla="*/ 0 h 148259"/>
                <a:gd name="csX1" fmla="*/ 0 w 24749"/>
                <a:gd name="csY1" fmla="*/ 148260 h 148259"/>
                <a:gd name="csX2" fmla="*/ 24750 w 24749"/>
                <a:gd name="csY2" fmla="*/ 148260 h 148259"/>
                <a:gd name="csX3" fmla="*/ 24750 w 24749"/>
                <a:gd name="csY3" fmla="*/ 0 h 148259"/>
                <a:gd name="csX4" fmla="*/ 0 w 24749"/>
                <a:gd name="csY4" fmla="*/ 0 h 148259"/>
                <a:gd name="csX5" fmla="*/ 0 w 24749"/>
                <a:gd name="csY5" fmla="*/ 0 h 148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48259">
                  <a:moveTo>
                    <a:pt x="0" y="0"/>
                  </a:moveTo>
                  <a:lnTo>
                    <a:pt x="0" y="148260"/>
                  </a:lnTo>
                  <a:lnTo>
                    <a:pt x="24750" y="148260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1057">
              <a:extLst>
                <a:ext uri="{FF2B5EF4-FFF2-40B4-BE49-F238E27FC236}">
                  <a16:creationId xmlns:a16="http://schemas.microsoft.com/office/drawing/2014/main" id="{2082B30B-3CC5-E9AB-BFB6-9DB8F9660CBA}"/>
                </a:ext>
              </a:extLst>
            </p:cNvPr>
            <p:cNvSpPr/>
            <p:nvPr/>
          </p:nvSpPr>
          <p:spPr>
            <a:xfrm>
              <a:off x="3053382" y="4601010"/>
              <a:ext cx="24749" cy="148259"/>
            </a:xfrm>
            <a:custGeom>
              <a:avLst/>
              <a:gdLst>
                <a:gd name="csX0" fmla="*/ 0 w 24749"/>
                <a:gd name="csY0" fmla="*/ 0 h 148259"/>
                <a:gd name="csX1" fmla="*/ 0 w 24749"/>
                <a:gd name="csY1" fmla="*/ 148260 h 148259"/>
                <a:gd name="csX2" fmla="*/ 24750 w 24749"/>
                <a:gd name="csY2" fmla="*/ 148260 h 148259"/>
                <a:gd name="csX3" fmla="*/ 24750 w 24749"/>
                <a:gd name="csY3" fmla="*/ 0 h 148259"/>
                <a:gd name="csX4" fmla="*/ 0 w 24749"/>
                <a:gd name="csY4" fmla="*/ 0 h 148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48259">
                  <a:moveTo>
                    <a:pt x="0" y="0"/>
                  </a:moveTo>
                  <a:lnTo>
                    <a:pt x="0" y="148260"/>
                  </a:lnTo>
                  <a:lnTo>
                    <a:pt x="24750" y="148260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1058">
              <a:extLst>
                <a:ext uri="{FF2B5EF4-FFF2-40B4-BE49-F238E27FC236}">
                  <a16:creationId xmlns:a16="http://schemas.microsoft.com/office/drawing/2014/main" id="{B3FF91AD-BB5A-69F8-DECA-2908A70FE5E8}"/>
                </a:ext>
              </a:extLst>
            </p:cNvPr>
            <p:cNvSpPr/>
            <p:nvPr/>
          </p:nvSpPr>
          <p:spPr>
            <a:xfrm>
              <a:off x="3078132" y="4651741"/>
              <a:ext cx="24759" cy="97528"/>
            </a:xfrm>
            <a:custGeom>
              <a:avLst/>
              <a:gdLst>
                <a:gd name="csX0" fmla="*/ 0 w 24759"/>
                <a:gd name="csY0" fmla="*/ 0 h 97528"/>
                <a:gd name="csX1" fmla="*/ 0 w 24759"/>
                <a:gd name="csY1" fmla="*/ 97529 h 97528"/>
                <a:gd name="csX2" fmla="*/ 24760 w 24759"/>
                <a:gd name="csY2" fmla="*/ 97529 h 97528"/>
                <a:gd name="csX3" fmla="*/ 24760 w 24759"/>
                <a:gd name="csY3" fmla="*/ 0 h 97528"/>
                <a:gd name="csX4" fmla="*/ 0 w 24759"/>
                <a:gd name="csY4" fmla="*/ 0 h 97528"/>
                <a:gd name="csX5" fmla="*/ 0 w 24759"/>
                <a:gd name="csY5" fmla="*/ 0 h 97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7528">
                  <a:moveTo>
                    <a:pt x="0" y="0"/>
                  </a:moveTo>
                  <a:lnTo>
                    <a:pt x="0" y="97529"/>
                  </a:lnTo>
                  <a:lnTo>
                    <a:pt x="24760" y="9752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1059">
              <a:extLst>
                <a:ext uri="{FF2B5EF4-FFF2-40B4-BE49-F238E27FC236}">
                  <a16:creationId xmlns:a16="http://schemas.microsoft.com/office/drawing/2014/main" id="{89E5C270-B775-1BFD-4D51-506A1B5813A6}"/>
                </a:ext>
              </a:extLst>
            </p:cNvPr>
            <p:cNvSpPr/>
            <p:nvPr/>
          </p:nvSpPr>
          <p:spPr>
            <a:xfrm>
              <a:off x="3078132" y="4651741"/>
              <a:ext cx="24759" cy="97528"/>
            </a:xfrm>
            <a:custGeom>
              <a:avLst/>
              <a:gdLst>
                <a:gd name="csX0" fmla="*/ 0 w 24759"/>
                <a:gd name="csY0" fmla="*/ 0 h 97528"/>
                <a:gd name="csX1" fmla="*/ 0 w 24759"/>
                <a:gd name="csY1" fmla="*/ 97529 h 97528"/>
                <a:gd name="csX2" fmla="*/ 24760 w 24759"/>
                <a:gd name="csY2" fmla="*/ 97529 h 97528"/>
                <a:gd name="csX3" fmla="*/ 24760 w 24759"/>
                <a:gd name="csY3" fmla="*/ 0 h 97528"/>
                <a:gd name="csX4" fmla="*/ 0 w 24759"/>
                <a:gd name="csY4" fmla="*/ 0 h 97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7528">
                  <a:moveTo>
                    <a:pt x="0" y="0"/>
                  </a:moveTo>
                  <a:lnTo>
                    <a:pt x="0" y="97529"/>
                  </a:lnTo>
                  <a:lnTo>
                    <a:pt x="24760" y="9752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1060">
              <a:extLst>
                <a:ext uri="{FF2B5EF4-FFF2-40B4-BE49-F238E27FC236}">
                  <a16:creationId xmlns:a16="http://schemas.microsoft.com/office/drawing/2014/main" id="{D0F16FF7-9F61-41D5-37E1-DEACA57C7DA6}"/>
                </a:ext>
              </a:extLst>
            </p:cNvPr>
            <p:cNvSpPr/>
            <p:nvPr/>
          </p:nvSpPr>
          <p:spPr>
            <a:xfrm>
              <a:off x="3102891" y="4688249"/>
              <a:ext cx="24759" cy="61019"/>
            </a:xfrm>
            <a:custGeom>
              <a:avLst/>
              <a:gdLst>
                <a:gd name="csX0" fmla="*/ 0 w 24759"/>
                <a:gd name="csY0" fmla="*/ 0 h 61019"/>
                <a:gd name="csX1" fmla="*/ 0 w 24759"/>
                <a:gd name="csY1" fmla="*/ 61020 h 61019"/>
                <a:gd name="csX2" fmla="*/ 24760 w 24759"/>
                <a:gd name="csY2" fmla="*/ 61020 h 61019"/>
                <a:gd name="csX3" fmla="*/ 24760 w 24759"/>
                <a:gd name="csY3" fmla="*/ 0 h 61019"/>
                <a:gd name="csX4" fmla="*/ 0 w 24759"/>
                <a:gd name="csY4" fmla="*/ 0 h 61019"/>
                <a:gd name="csX5" fmla="*/ 0 w 24759"/>
                <a:gd name="csY5" fmla="*/ 0 h 61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1019">
                  <a:moveTo>
                    <a:pt x="0" y="0"/>
                  </a:moveTo>
                  <a:lnTo>
                    <a:pt x="0" y="61020"/>
                  </a:lnTo>
                  <a:lnTo>
                    <a:pt x="24760" y="6102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1061">
              <a:extLst>
                <a:ext uri="{FF2B5EF4-FFF2-40B4-BE49-F238E27FC236}">
                  <a16:creationId xmlns:a16="http://schemas.microsoft.com/office/drawing/2014/main" id="{A5DF0365-465C-40CC-39B1-84AC9F6D06A7}"/>
                </a:ext>
              </a:extLst>
            </p:cNvPr>
            <p:cNvSpPr/>
            <p:nvPr/>
          </p:nvSpPr>
          <p:spPr>
            <a:xfrm>
              <a:off x="3102891" y="4688249"/>
              <a:ext cx="24759" cy="61019"/>
            </a:xfrm>
            <a:custGeom>
              <a:avLst/>
              <a:gdLst>
                <a:gd name="csX0" fmla="*/ 0 w 24759"/>
                <a:gd name="csY0" fmla="*/ 0 h 61019"/>
                <a:gd name="csX1" fmla="*/ 0 w 24759"/>
                <a:gd name="csY1" fmla="*/ 61020 h 61019"/>
                <a:gd name="csX2" fmla="*/ 24760 w 24759"/>
                <a:gd name="csY2" fmla="*/ 61020 h 61019"/>
                <a:gd name="csX3" fmla="*/ 24760 w 24759"/>
                <a:gd name="csY3" fmla="*/ 0 h 61019"/>
                <a:gd name="csX4" fmla="*/ 0 w 24759"/>
                <a:gd name="csY4" fmla="*/ 0 h 61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1019">
                  <a:moveTo>
                    <a:pt x="0" y="0"/>
                  </a:moveTo>
                  <a:lnTo>
                    <a:pt x="0" y="61020"/>
                  </a:lnTo>
                  <a:lnTo>
                    <a:pt x="24760" y="6102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3" name="Freeform 1062">
              <a:extLst>
                <a:ext uri="{FF2B5EF4-FFF2-40B4-BE49-F238E27FC236}">
                  <a16:creationId xmlns:a16="http://schemas.microsoft.com/office/drawing/2014/main" id="{D79011D1-0DE9-37D8-BA96-45A85CF8CA61}"/>
                </a:ext>
              </a:extLst>
            </p:cNvPr>
            <p:cNvSpPr/>
            <p:nvPr/>
          </p:nvSpPr>
          <p:spPr>
            <a:xfrm>
              <a:off x="3127651" y="4712088"/>
              <a:ext cx="24759" cy="37181"/>
            </a:xfrm>
            <a:custGeom>
              <a:avLst/>
              <a:gdLst>
                <a:gd name="csX0" fmla="*/ 0 w 24759"/>
                <a:gd name="csY0" fmla="*/ 0 h 37181"/>
                <a:gd name="csX1" fmla="*/ 0 w 24759"/>
                <a:gd name="csY1" fmla="*/ 37181 h 37181"/>
                <a:gd name="csX2" fmla="*/ 24760 w 24759"/>
                <a:gd name="csY2" fmla="*/ 37181 h 37181"/>
                <a:gd name="csX3" fmla="*/ 24760 w 24759"/>
                <a:gd name="csY3" fmla="*/ 0 h 37181"/>
                <a:gd name="csX4" fmla="*/ 0 w 24759"/>
                <a:gd name="csY4" fmla="*/ 0 h 37181"/>
                <a:gd name="csX5" fmla="*/ 0 w 24759"/>
                <a:gd name="csY5" fmla="*/ 0 h 371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7181">
                  <a:moveTo>
                    <a:pt x="0" y="0"/>
                  </a:moveTo>
                  <a:lnTo>
                    <a:pt x="0" y="37181"/>
                  </a:lnTo>
                  <a:lnTo>
                    <a:pt x="24760" y="3718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4" name="Freeform 1063">
              <a:extLst>
                <a:ext uri="{FF2B5EF4-FFF2-40B4-BE49-F238E27FC236}">
                  <a16:creationId xmlns:a16="http://schemas.microsoft.com/office/drawing/2014/main" id="{FF1DD3F8-6D51-8B1F-9F6E-CC38AA943C24}"/>
                </a:ext>
              </a:extLst>
            </p:cNvPr>
            <p:cNvSpPr/>
            <p:nvPr/>
          </p:nvSpPr>
          <p:spPr>
            <a:xfrm>
              <a:off x="3127651" y="4712088"/>
              <a:ext cx="24759" cy="37181"/>
            </a:xfrm>
            <a:custGeom>
              <a:avLst/>
              <a:gdLst>
                <a:gd name="csX0" fmla="*/ 0 w 24759"/>
                <a:gd name="csY0" fmla="*/ 0 h 37181"/>
                <a:gd name="csX1" fmla="*/ 0 w 24759"/>
                <a:gd name="csY1" fmla="*/ 37181 h 37181"/>
                <a:gd name="csX2" fmla="*/ 24760 w 24759"/>
                <a:gd name="csY2" fmla="*/ 37181 h 37181"/>
                <a:gd name="csX3" fmla="*/ 24760 w 24759"/>
                <a:gd name="csY3" fmla="*/ 0 h 37181"/>
                <a:gd name="csX4" fmla="*/ 0 w 24759"/>
                <a:gd name="csY4" fmla="*/ 0 h 371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7181">
                  <a:moveTo>
                    <a:pt x="0" y="0"/>
                  </a:moveTo>
                  <a:lnTo>
                    <a:pt x="0" y="37181"/>
                  </a:lnTo>
                  <a:lnTo>
                    <a:pt x="24760" y="3718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5" name="Freeform 1064">
              <a:extLst>
                <a:ext uri="{FF2B5EF4-FFF2-40B4-BE49-F238E27FC236}">
                  <a16:creationId xmlns:a16="http://schemas.microsoft.com/office/drawing/2014/main" id="{6C4C33FD-6A6A-C130-36FC-FD89B3D09435}"/>
                </a:ext>
              </a:extLst>
            </p:cNvPr>
            <p:cNvSpPr/>
            <p:nvPr/>
          </p:nvSpPr>
          <p:spPr>
            <a:xfrm>
              <a:off x="3152411" y="4728422"/>
              <a:ext cx="24749" cy="20847"/>
            </a:xfrm>
            <a:custGeom>
              <a:avLst/>
              <a:gdLst>
                <a:gd name="csX0" fmla="*/ 0 w 24749"/>
                <a:gd name="csY0" fmla="*/ 0 h 20847"/>
                <a:gd name="csX1" fmla="*/ 0 w 24749"/>
                <a:gd name="csY1" fmla="*/ 20847 h 20847"/>
                <a:gd name="csX2" fmla="*/ 24750 w 24749"/>
                <a:gd name="csY2" fmla="*/ 20847 h 20847"/>
                <a:gd name="csX3" fmla="*/ 24750 w 24749"/>
                <a:gd name="csY3" fmla="*/ 0 h 20847"/>
                <a:gd name="csX4" fmla="*/ 0 w 24749"/>
                <a:gd name="csY4" fmla="*/ 0 h 20847"/>
                <a:gd name="csX5" fmla="*/ 0 w 24749"/>
                <a:gd name="csY5" fmla="*/ 0 h 20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20847">
                  <a:moveTo>
                    <a:pt x="0" y="0"/>
                  </a:moveTo>
                  <a:lnTo>
                    <a:pt x="0" y="20847"/>
                  </a:lnTo>
                  <a:lnTo>
                    <a:pt x="24750" y="2084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6" name="Freeform 1065">
              <a:extLst>
                <a:ext uri="{FF2B5EF4-FFF2-40B4-BE49-F238E27FC236}">
                  <a16:creationId xmlns:a16="http://schemas.microsoft.com/office/drawing/2014/main" id="{A06BE876-B9E0-007F-CB43-64E8C2041A18}"/>
                </a:ext>
              </a:extLst>
            </p:cNvPr>
            <p:cNvSpPr/>
            <p:nvPr/>
          </p:nvSpPr>
          <p:spPr>
            <a:xfrm>
              <a:off x="3152411" y="4728422"/>
              <a:ext cx="24749" cy="20847"/>
            </a:xfrm>
            <a:custGeom>
              <a:avLst/>
              <a:gdLst>
                <a:gd name="csX0" fmla="*/ 0 w 24749"/>
                <a:gd name="csY0" fmla="*/ 0 h 20847"/>
                <a:gd name="csX1" fmla="*/ 0 w 24749"/>
                <a:gd name="csY1" fmla="*/ 20847 h 20847"/>
                <a:gd name="csX2" fmla="*/ 24750 w 24749"/>
                <a:gd name="csY2" fmla="*/ 20847 h 20847"/>
                <a:gd name="csX3" fmla="*/ 24750 w 24749"/>
                <a:gd name="csY3" fmla="*/ 0 h 20847"/>
                <a:gd name="csX4" fmla="*/ 0 w 24749"/>
                <a:gd name="csY4" fmla="*/ 0 h 20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20847">
                  <a:moveTo>
                    <a:pt x="0" y="0"/>
                  </a:moveTo>
                  <a:lnTo>
                    <a:pt x="0" y="20847"/>
                  </a:lnTo>
                  <a:lnTo>
                    <a:pt x="24750" y="2084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7" name="Freeform 1066">
              <a:extLst>
                <a:ext uri="{FF2B5EF4-FFF2-40B4-BE49-F238E27FC236}">
                  <a16:creationId xmlns:a16="http://schemas.microsoft.com/office/drawing/2014/main" id="{5291E861-F6DB-1868-CC1F-A5859202498B}"/>
                </a:ext>
              </a:extLst>
            </p:cNvPr>
            <p:cNvSpPr/>
            <p:nvPr/>
          </p:nvSpPr>
          <p:spPr>
            <a:xfrm>
              <a:off x="3177161" y="4739819"/>
              <a:ext cx="24759" cy="9450"/>
            </a:xfrm>
            <a:custGeom>
              <a:avLst/>
              <a:gdLst>
                <a:gd name="csX0" fmla="*/ 0 w 24759"/>
                <a:gd name="csY0" fmla="*/ 0 h 9450"/>
                <a:gd name="csX1" fmla="*/ 0 w 24759"/>
                <a:gd name="csY1" fmla="*/ 9451 h 9450"/>
                <a:gd name="csX2" fmla="*/ 24760 w 24759"/>
                <a:gd name="csY2" fmla="*/ 9451 h 9450"/>
                <a:gd name="csX3" fmla="*/ 24760 w 24759"/>
                <a:gd name="csY3" fmla="*/ 0 h 9450"/>
                <a:gd name="csX4" fmla="*/ 0 w 24759"/>
                <a:gd name="csY4" fmla="*/ 0 h 9450"/>
                <a:gd name="csX5" fmla="*/ 0 w 24759"/>
                <a:gd name="csY5" fmla="*/ 0 h 9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450">
                  <a:moveTo>
                    <a:pt x="0" y="0"/>
                  </a:moveTo>
                  <a:lnTo>
                    <a:pt x="0" y="9451"/>
                  </a:lnTo>
                  <a:lnTo>
                    <a:pt x="24760" y="945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8" name="Freeform 1067">
              <a:extLst>
                <a:ext uri="{FF2B5EF4-FFF2-40B4-BE49-F238E27FC236}">
                  <a16:creationId xmlns:a16="http://schemas.microsoft.com/office/drawing/2014/main" id="{90813F63-49FA-E9A4-8833-0E4DE77B1767}"/>
                </a:ext>
              </a:extLst>
            </p:cNvPr>
            <p:cNvSpPr/>
            <p:nvPr/>
          </p:nvSpPr>
          <p:spPr>
            <a:xfrm>
              <a:off x="3177161" y="4739819"/>
              <a:ext cx="24759" cy="9450"/>
            </a:xfrm>
            <a:custGeom>
              <a:avLst/>
              <a:gdLst>
                <a:gd name="csX0" fmla="*/ 0 w 24759"/>
                <a:gd name="csY0" fmla="*/ 0 h 9450"/>
                <a:gd name="csX1" fmla="*/ 0 w 24759"/>
                <a:gd name="csY1" fmla="*/ 9451 h 9450"/>
                <a:gd name="csX2" fmla="*/ 24760 w 24759"/>
                <a:gd name="csY2" fmla="*/ 9451 h 9450"/>
                <a:gd name="csX3" fmla="*/ 24760 w 24759"/>
                <a:gd name="csY3" fmla="*/ 0 h 9450"/>
                <a:gd name="csX4" fmla="*/ 0 w 24759"/>
                <a:gd name="csY4" fmla="*/ 0 h 9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450">
                  <a:moveTo>
                    <a:pt x="0" y="0"/>
                  </a:moveTo>
                  <a:lnTo>
                    <a:pt x="0" y="9451"/>
                  </a:lnTo>
                  <a:lnTo>
                    <a:pt x="24760" y="945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9" name="Freeform 1068">
              <a:extLst>
                <a:ext uri="{FF2B5EF4-FFF2-40B4-BE49-F238E27FC236}">
                  <a16:creationId xmlns:a16="http://schemas.microsoft.com/office/drawing/2014/main" id="{96B87B1A-7EA2-9BB0-E0AA-00310A9BAC39}"/>
                </a:ext>
              </a:extLst>
            </p:cNvPr>
            <p:cNvSpPr/>
            <p:nvPr/>
          </p:nvSpPr>
          <p:spPr>
            <a:xfrm>
              <a:off x="3201921" y="4743586"/>
              <a:ext cx="24759" cy="5682"/>
            </a:xfrm>
            <a:custGeom>
              <a:avLst/>
              <a:gdLst>
                <a:gd name="csX0" fmla="*/ 0 w 24759"/>
                <a:gd name="csY0" fmla="*/ 0 h 5682"/>
                <a:gd name="csX1" fmla="*/ 0 w 24759"/>
                <a:gd name="csY1" fmla="*/ 5683 h 5682"/>
                <a:gd name="csX2" fmla="*/ 24760 w 24759"/>
                <a:gd name="csY2" fmla="*/ 5683 h 5682"/>
                <a:gd name="csX3" fmla="*/ 24760 w 24759"/>
                <a:gd name="csY3" fmla="*/ 0 h 5682"/>
                <a:gd name="csX4" fmla="*/ 0 w 24759"/>
                <a:gd name="csY4" fmla="*/ 0 h 5682"/>
                <a:gd name="csX5" fmla="*/ 0 w 24759"/>
                <a:gd name="csY5" fmla="*/ 0 h 5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682">
                  <a:moveTo>
                    <a:pt x="0" y="0"/>
                  </a:moveTo>
                  <a:lnTo>
                    <a:pt x="0" y="5683"/>
                  </a:lnTo>
                  <a:lnTo>
                    <a:pt x="24760" y="568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1A0FBAA4-E55E-52B5-F9C3-5C8E9454A803}"/>
                </a:ext>
              </a:extLst>
            </p:cNvPr>
            <p:cNvSpPr/>
            <p:nvPr/>
          </p:nvSpPr>
          <p:spPr>
            <a:xfrm>
              <a:off x="3201921" y="4743586"/>
              <a:ext cx="24759" cy="5682"/>
            </a:xfrm>
            <a:custGeom>
              <a:avLst/>
              <a:gdLst>
                <a:gd name="csX0" fmla="*/ 0 w 24759"/>
                <a:gd name="csY0" fmla="*/ 0 h 5682"/>
                <a:gd name="csX1" fmla="*/ 0 w 24759"/>
                <a:gd name="csY1" fmla="*/ 5683 h 5682"/>
                <a:gd name="csX2" fmla="*/ 24760 w 24759"/>
                <a:gd name="csY2" fmla="*/ 5683 h 5682"/>
                <a:gd name="csX3" fmla="*/ 24760 w 24759"/>
                <a:gd name="csY3" fmla="*/ 0 h 5682"/>
                <a:gd name="csX4" fmla="*/ 0 w 24759"/>
                <a:gd name="csY4" fmla="*/ 0 h 5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682">
                  <a:moveTo>
                    <a:pt x="0" y="0"/>
                  </a:moveTo>
                  <a:lnTo>
                    <a:pt x="0" y="5683"/>
                  </a:lnTo>
                  <a:lnTo>
                    <a:pt x="24760" y="568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1B4230DA-6794-8811-F82F-6C0D3634F45A}"/>
                </a:ext>
              </a:extLst>
            </p:cNvPr>
            <p:cNvSpPr/>
            <p:nvPr/>
          </p:nvSpPr>
          <p:spPr>
            <a:xfrm>
              <a:off x="3226681" y="4745843"/>
              <a:ext cx="24760" cy="3426"/>
            </a:xfrm>
            <a:custGeom>
              <a:avLst/>
              <a:gdLst>
                <a:gd name="csX0" fmla="*/ 0 w 24760"/>
                <a:gd name="csY0" fmla="*/ 0 h 3426"/>
                <a:gd name="csX1" fmla="*/ 0 w 24760"/>
                <a:gd name="csY1" fmla="*/ 3426 h 3426"/>
                <a:gd name="csX2" fmla="*/ 24760 w 24760"/>
                <a:gd name="csY2" fmla="*/ 3426 h 3426"/>
                <a:gd name="csX3" fmla="*/ 24760 w 24760"/>
                <a:gd name="csY3" fmla="*/ 0 h 3426"/>
                <a:gd name="csX4" fmla="*/ 0 w 24760"/>
                <a:gd name="csY4" fmla="*/ 0 h 3426"/>
                <a:gd name="csX5" fmla="*/ 0 w 24760"/>
                <a:gd name="csY5" fmla="*/ 0 h 3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60" h="3426">
                  <a:moveTo>
                    <a:pt x="0" y="0"/>
                  </a:moveTo>
                  <a:lnTo>
                    <a:pt x="0" y="3426"/>
                  </a:lnTo>
                  <a:lnTo>
                    <a:pt x="24760" y="3426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2E78241F-D2B8-1771-7B33-8A6453C8DC3C}"/>
                </a:ext>
              </a:extLst>
            </p:cNvPr>
            <p:cNvSpPr/>
            <p:nvPr/>
          </p:nvSpPr>
          <p:spPr>
            <a:xfrm>
              <a:off x="3226681" y="4745843"/>
              <a:ext cx="24760" cy="3426"/>
            </a:xfrm>
            <a:custGeom>
              <a:avLst/>
              <a:gdLst>
                <a:gd name="csX0" fmla="*/ 0 w 24760"/>
                <a:gd name="csY0" fmla="*/ 0 h 3426"/>
                <a:gd name="csX1" fmla="*/ 0 w 24760"/>
                <a:gd name="csY1" fmla="*/ 3426 h 3426"/>
                <a:gd name="csX2" fmla="*/ 24760 w 24760"/>
                <a:gd name="csY2" fmla="*/ 3426 h 3426"/>
                <a:gd name="csX3" fmla="*/ 24760 w 24760"/>
                <a:gd name="csY3" fmla="*/ 0 h 3426"/>
                <a:gd name="csX4" fmla="*/ 0 w 24760"/>
                <a:gd name="csY4" fmla="*/ 0 h 3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60" h="3426">
                  <a:moveTo>
                    <a:pt x="0" y="0"/>
                  </a:moveTo>
                  <a:lnTo>
                    <a:pt x="0" y="3426"/>
                  </a:lnTo>
                  <a:lnTo>
                    <a:pt x="24760" y="3426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9255532F-0089-C4D3-8F03-FB9DFDFBB367}"/>
                </a:ext>
              </a:extLst>
            </p:cNvPr>
            <p:cNvSpPr/>
            <p:nvPr/>
          </p:nvSpPr>
          <p:spPr>
            <a:xfrm>
              <a:off x="3251441" y="4747893"/>
              <a:ext cx="24749" cy="1376"/>
            </a:xfrm>
            <a:custGeom>
              <a:avLst/>
              <a:gdLst>
                <a:gd name="csX0" fmla="*/ 0 w 24749"/>
                <a:gd name="csY0" fmla="*/ 0 h 1376"/>
                <a:gd name="csX1" fmla="*/ 0 w 24749"/>
                <a:gd name="csY1" fmla="*/ 1377 h 1376"/>
                <a:gd name="csX2" fmla="*/ 24750 w 24749"/>
                <a:gd name="csY2" fmla="*/ 1377 h 1376"/>
                <a:gd name="csX3" fmla="*/ 24750 w 24749"/>
                <a:gd name="csY3" fmla="*/ 0 h 1376"/>
                <a:gd name="csX4" fmla="*/ 0 w 24749"/>
                <a:gd name="csY4" fmla="*/ 0 h 1376"/>
                <a:gd name="csX5" fmla="*/ 0 w 24749"/>
                <a:gd name="csY5" fmla="*/ 0 h 1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376">
                  <a:moveTo>
                    <a:pt x="0" y="0"/>
                  </a:moveTo>
                  <a:lnTo>
                    <a:pt x="0" y="1377"/>
                  </a:lnTo>
                  <a:lnTo>
                    <a:pt x="24750" y="137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5F4E35B8-D288-62D8-1DA5-00A094C3342F}"/>
                </a:ext>
              </a:extLst>
            </p:cNvPr>
            <p:cNvSpPr/>
            <p:nvPr/>
          </p:nvSpPr>
          <p:spPr>
            <a:xfrm>
              <a:off x="3251441" y="4747893"/>
              <a:ext cx="24749" cy="1376"/>
            </a:xfrm>
            <a:custGeom>
              <a:avLst/>
              <a:gdLst>
                <a:gd name="csX0" fmla="*/ 0 w 24749"/>
                <a:gd name="csY0" fmla="*/ 0 h 1376"/>
                <a:gd name="csX1" fmla="*/ 0 w 24749"/>
                <a:gd name="csY1" fmla="*/ 1377 h 1376"/>
                <a:gd name="csX2" fmla="*/ 24750 w 24749"/>
                <a:gd name="csY2" fmla="*/ 1377 h 1376"/>
                <a:gd name="csX3" fmla="*/ 24750 w 24749"/>
                <a:gd name="csY3" fmla="*/ 0 h 1376"/>
                <a:gd name="csX4" fmla="*/ 0 w 24749"/>
                <a:gd name="csY4" fmla="*/ 0 h 1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376">
                  <a:moveTo>
                    <a:pt x="0" y="0"/>
                  </a:moveTo>
                  <a:lnTo>
                    <a:pt x="0" y="1377"/>
                  </a:lnTo>
                  <a:lnTo>
                    <a:pt x="24750" y="137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B5C0C7C5-3F48-CBA3-5500-C47D5032554A}"/>
                </a:ext>
              </a:extLst>
            </p:cNvPr>
            <p:cNvSpPr/>
            <p:nvPr/>
          </p:nvSpPr>
          <p:spPr>
            <a:xfrm>
              <a:off x="3276190" y="4748431"/>
              <a:ext cx="24759" cy="838"/>
            </a:xfrm>
            <a:custGeom>
              <a:avLst/>
              <a:gdLst>
                <a:gd name="csX0" fmla="*/ 0 w 24759"/>
                <a:gd name="csY0" fmla="*/ 0 h 838"/>
                <a:gd name="csX1" fmla="*/ 0 w 24759"/>
                <a:gd name="csY1" fmla="*/ 838 h 838"/>
                <a:gd name="csX2" fmla="*/ 24760 w 24759"/>
                <a:gd name="csY2" fmla="*/ 838 h 838"/>
                <a:gd name="csX3" fmla="*/ 24760 w 24759"/>
                <a:gd name="csY3" fmla="*/ 0 h 838"/>
                <a:gd name="csX4" fmla="*/ 0 w 24759"/>
                <a:gd name="csY4" fmla="*/ 0 h 838"/>
                <a:gd name="csX5" fmla="*/ 0 w 24759"/>
                <a:gd name="csY5" fmla="*/ 0 h 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838">
                  <a:moveTo>
                    <a:pt x="0" y="0"/>
                  </a:moveTo>
                  <a:lnTo>
                    <a:pt x="0" y="838"/>
                  </a:lnTo>
                  <a:lnTo>
                    <a:pt x="24760" y="8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753004AA-3DA4-DD62-6721-414D1CB6BA89}"/>
                </a:ext>
              </a:extLst>
            </p:cNvPr>
            <p:cNvSpPr/>
            <p:nvPr/>
          </p:nvSpPr>
          <p:spPr>
            <a:xfrm>
              <a:off x="3276190" y="4748431"/>
              <a:ext cx="24759" cy="838"/>
            </a:xfrm>
            <a:custGeom>
              <a:avLst/>
              <a:gdLst>
                <a:gd name="csX0" fmla="*/ 0 w 24759"/>
                <a:gd name="csY0" fmla="*/ 0 h 838"/>
                <a:gd name="csX1" fmla="*/ 0 w 24759"/>
                <a:gd name="csY1" fmla="*/ 838 h 838"/>
                <a:gd name="csX2" fmla="*/ 24760 w 24759"/>
                <a:gd name="csY2" fmla="*/ 838 h 838"/>
                <a:gd name="csX3" fmla="*/ 24760 w 24759"/>
                <a:gd name="csY3" fmla="*/ 0 h 838"/>
                <a:gd name="csX4" fmla="*/ 0 w 24759"/>
                <a:gd name="csY4" fmla="*/ 0 h 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838">
                  <a:moveTo>
                    <a:pt x="0" y="0"/>
                  </a:moveTo>
                  <a:lnTo>
                    <a:pt x="0" y="838"/>
                  </a:lnTo>
                  <a:lnTo>
                    <a:pt x="24760" y="8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AFA94305-8306-B8AA-2B1F-6B632C5AF419}"/>
                </a:ext>
              </a:extLst>
            </p:cNvPr>
            <p:cNvSpPr/>
            <p:nvPr/>
          </p:nvSpPr>
          <p:spPr>
            <a:xfrm>
              <a:off x="3300950" y="4748969"/>
              <a:ext cx="24760" cy="300"/>
            </a:xfrm>
            <a:custGeom>
              <a:avLst/>
              <a:gdLst>
                <a:gd name="csX0" fmla="*/ 0 w 24760"/>
                <a:gd name="csY0" fmla="*/ 0 h 300"/>
                <a:gd name="csX1" fmla="*/ 0 w 24760"/>
                <a:gd name="csY1" fmla="*/ 300 h 300"/>
                <a:gd name="csX2" fmla="*/ 24760 w 24760"/>
                <a:gd name="csY2" fmla="*/ 300 h 300"/>
                <a:gd name="csX3" fmla="*/ 24760 w 24760"/>
                <a:gd name="csY3" fmla="*/ 0 h 300"/>
                <a:gd name="csX4" fmla="*/ 0 w 24760"/>
                <a:gd name="csY4" fmla="*/ 0 h 300"/>
                <a:gd name="csX5" fmla="*/ 0 w 24760"/>
                <a:gd name="csY5" fmla="*/ 0 h 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60" h="300">
                  <a:moveTo>
                    <a:pt x="0" y="0"/>
                  </a:moveTo>
                  <a:lnTo>
                    <a:pt x="0" y="300"/>
                  </a:lnTo>
                  <a:lnTo>
                    <a:pt x="24760" y="30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00A43EED-CFAB-FF66-5340-9FEA40477407}"/>
                </a:ext>
              </a:extLst>
            </p:cNvPr>
            <p:cNvSpPr/>
            <p:nvPr/>
          </p:nvSpPr>
          <p:spPr>
            <a:xfrm>
              <a:off x="3300950" y="4748969"/>
              <a:ext cx="24760" cy="300"/>
            </a:xfrm>
            <a:custGeom>
              <a:avLst/>
              <a:gdLst>
                <a:gd name="csX0" fmla="*/ 0 w 24760"/>
                <a:gd name="csY0" fmla="*/ 0 h 300"/>
                <a:gd name="csX1" fmla="*/ 0 w 24760"/>
                <a:gd name="csY1" fmla="*/ 300 h 300"/>
                <a:gd name="csX2" fmla="*/ 24760 w 24760"/>
                <a:gd name="csY2" fmla="*/ 300 h 300"/>
                <a:gd name="csX3" fmla="*/ 24760 w 24760"/>
                <a:gd name="csY3" fmla="*/ 0 h 300"/>
                <a:gd name="csX4" fmla="*/ 0 w 24760"/>
                <a:gd name="csY4" fmla="*/ 0 h 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60" h="300">
                  <a:moveTo>
                    <a:pt x="0" y="0"/>
                  </a:moveTo>
                  <a:lnTo>
                    <a:pt x="0" y="300"/>
                  </a:lnTo>
                  <a:lnTo>
                    <a:pt x="24760" y="30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2200B802-34A1-947A-5617-E0847D0CBB08}"/>
                </a:ext>
              </a:extLst>
            </p:cNvPr>
            <p:cNvSpPr/>
            <p:nvPr/>
          </p:nvSpPr>
          <p:spPr>
            <a:xfrm>
              <a:off x="3325710" y="4749166"/>
              <a:ext cx="24749" cy="103"/>
            </a:xfrm>
            <a:custGeom>
              <a:avLst/>
              <a:gdLst>
                <a:gd name="csX0" fmla="*/ 0 w 24749"/>
                <a:gd name="csY0" fmla="*/ 0 h 103"/>
                <a:gd name="csX1" fmla="*/ 0 w 24749"/>
                <a:gd name="csY1" fmla="*/ 103 h 103"/>
                <a:gd name="csX2" fmla="*/ 24750 w 24749"/>
                <a:gd name="csY2" fmla="*/ 103 h 103"/>
                <a:gd name="csX3" fmla="*/ 24750 w 24749"/>
                <a:gd name="csY3" fmla="*/ 0 h 103"/>
                <a:gd name="csX4" fmla="*/ 0 w 24749"/>
                <a:gd name="csY4" fmla="*/ 0 h 103"/>
                <a:gd name="csX5" fmla="*/ 0 w 24749"/>
                <a:gd name="csY5" fmla="*/ 0 h 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3">
                  <a:moveTo>
                    <a:pt x="0" y="0"/>
                  </a:moveTo>
                  <a:lnTo>
                    <a:pt x="0" y="103"/>
                  </a:lnTo>
                  <a:lnTo>
                    <a:pt x="24750" y="10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F083C459-EB96-63CB-4BB5-376B2CC0D535}"/>
                </a:ext>
              </a:extLst>
            </p:cNvPr>
            <p:cNvSpPr/>
            <p:nvPr/>
          </p:nvSpPr>
          <p:spPr>
            <a:xfrm>
              <a:off x="3325710" y="4749166"/>
              <a:ext cx="24749" cy="103"/>
            </a:xfrm>
            <a:custGeom>
              <a:avLst/>
              <a:gdLst>
                <a:gd name="csX0" fmla="*/ 0 w 24749"/>
                <a:gd name="csY0" fmla="*/ 0 h 103"/>
                <a:gd name="csX1" fmla="*/ 0 w 24749"/>
                <a:gd name="csY1" fmla="*/ 103 h 103"/>
                <a:gd name="csX2" fmla="*/ 24750 w 24749"/>
                <a:gd name="csY2" fmla="*/ 103 h 103"/>
                <a:gd name="csX3" fmla="*/ 24750 w 24749"/>
                <a:gd name="csY3" fmla="*/ 0 h 103"/>
                <a:gd name="csX4" fmla="*/ 0 w 24749"/>
                <a:gd name="csY4" fmla="*/ 0 h 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3">
                  <a:moveTo>
                    <a:pt x="0" y="0"/>
                  </a:moveTo>
                  <a:lnTo>
                    <a:pt x="0" y="103"/>
                  </a:lnTo>
                  <a:lnTo>
                    <a:pt x="24750" y="10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9518E436-06AB-C221-D8C9-D1C222DDD2E3}"/>
                </a:ext>
              </a:extLst>
            </p:cNvPr>
            <p:cNvSpPr/>
            <p:nvPr/>
          </p:nvSpPr>
          <p:spPr>
            <a:xfrm>
              <a:off x="3350460" y="4749238"/>
              <a:ext cx="24759" cy="31"/>
            </a:xfrm>
            <a:custGeom>
              <a:avLst/>
              <a:gdLst>
                <a:gd name="csX0" fmla="*/ 0 w 24759"/>
                <a:gd name="csY0" fmla="*/ 0 h 31"/>
                <a:gd name="csX1" fmla="*/ 0 w 24759"/>
                <a:gd name="csY1" fmla="*/ 31 h 31"/>
                <a:gd name="csX2" fmla="*/ 24760 w 24759"/>
                <a:gd name="csY2" fmla="*/ 31 h 31"/>
                <a:gd name="csX3" fmla="*/ 24760 w 24759"/>
                <a:gd name="csY3" fmla="*/ 0 h 31"/>
                <a:gd name="csX4" fmla="*/ 0 w 24759"/>
                <a:gd name="csY4" fmla="*/ 0 h 31"/>
                <a:gd name="csX5" fmla="*/ 0 w 24759"/>
                <a:gd name="csY5" fmla="*/ 0 h 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">
                  <a:moveTo>
                    <a:pt x="0" y="0"/>
                  </a:moveTo>
                  <a:lnTo>
                    <a:pt x="0" y="31"/>
                  </a:lnTo>
                  <a:lnTo>
                    <a:pt x="24760" y="3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DF9D887D-53FD-8C36-7758-8271400D2FC8}"/>
                </a:ext>
              </a:extLst>
            </p:cNvPr>
            <p:cNvSpPr/>
            <p:nvPr/>
          </p:nvSpPr>
          <p:spPr>
            <a:xfrm>
              <a:off x="3350460" y="4749238"/>
              <a:ext cx="24759" cy="31"/>
            </a:xfrm>
            <a:custGeom>
              <a:avLst/>
              <a:gdLst>
                <a:gd name="csX0" fmla="*/ 0 w 24759"/>
                <a:gd name="csY0" fmla="*/ 0 h 31"/>
                <a:gd name="csX1" fmla="*/ 0 w 24759"/>
                <a:gd name="csY1" fmla="*/ 31 h 31"/>
                <a:gd name="csX2" fmla="*/ 24760 w 24759"/>
                <a:gd name="csY2" fmla="*/ 31 h 31"/>
                <a:gd name="csX3" fmla="*/ 24760 w 24759"/>
                <a:gd name="csY3" fmla="*/ 0 h 31"/>
                <a:gd name="csX4" fmla="*/ 0 w 24759"/>
                <a:gd name="csY4" fmla="*/ 0 h 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">
                  <a:moveTo>
                    <a:pt x="0" y="0"/>
                  </a:moveTo>
                  <a:lnTo>
                    <a:pt x="0" y="31"/>
                  </a:lnTo>
                  <a:lnTo>
                    <a:pt x="24760" y="3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3" name="Oval 1082">
              <a:extLst>
                <a:ext uri="{FF2B5EF4-FFF2-40B4-BE49-F238E27FC236}">
                  <a16:creationId xmlns:a16="http://schemas.microsoft.com/office/drawing/2014/main" id="{DFA0941C-A9FC-5FD0-54FE-112A037DD9C4}"/>
                </a:ext>
              </a:extLst>
            </p:cNvPr>
            <p:cNvSpPr/>
            <p:nvPr/>
          </p:nvSpPr>
          <p:spPr>
            <a:xfrm>
              <a:off x="1503990" y="474712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4" name="Oval 1083">
              <a:extLst>
                <a:ext uri="{FF2B5EF4-FFF2-40B4-BE49-F238E27FC236}">
                  <a16:creationId xmlns:a16="http://schemas.microsoft.com/office/drawing/2014/main" id="{FB16C43E-85D5-9E06-144A-4568E5E1DE99}"/>
                </a:ext>
              </a:extLst>
            </p:cNvPr>
            <p:cNvSpPr/>
            <p:nvPr/>
          </p:nvSpPr>
          <p:spPr>
            <a:xfrm>
              <a:off x="1528748" y="47471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5" name="Oval 1084">
              <a:extLst>
                <a:ext uri="{FF2B5EF4-FFF2-40B4-BE49-F238E27FC236}">
                  <a16:creationId xmlns:a16="http://schemas.microsoft.com/office/drawing/2014/main" id="{14B140C8-7201-A868-4545-EEE076AD819F}"/>
                </a:ext>
              </a:extLst>
            </p:cNvPr>
            <p:cNvSpPr/>
            <p:nvPr/>
          </p:nvSpPr>
          <p:spPr>
            <a:xfrm>
              <a:off x="1553504" y="47467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6" name="Oval 1085">
              <a:extLst>
                <a:ext uri="{FF2B5EF4-FFF2-40B4-BE49-F238E27FC236}">
                  <a16:creationId xmlns:a16="http://schemas.microsoft.com/office/drawing/2014/main" id="{DAA83E37-682D-9B35-50E5-77E2F5B8F59D}"/>
                </a:ext>
              </a:extLst>
            </p:cNvPr>
            <p:cNvSpPr/>
            <p:nvPr/>
          </p:nvSpPr>
          <p:spPr>
            <a:xfrm>
              <a:off x="1578261" y="474655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7" name="Oval 1086">
              <a:extLst>
                <a:ext uri="{FF2B5EF4-FFF2-40B4-BE49-F238E27FC236}">
                  <a16:creationId xmlns:a16="http://schemas.microsoft.com/office/drawing/2014/main" id="{15E67C54-49C2-F7CB-0982-195A773D774D}"/>
                </a:ext>
              </a:extLst>
            </p:cNvPr>
            <p:cNvSpPr/>
            <p:nvPr/>
          </p:nvSpPr>
          <p:spPr>
            <a:xfrm>
              <a:off x="1603018" y="474565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8" name="Oval 1087">
              <a:extLst>
                <a:ext uri="{FF2B5EF4-FFF2-40B4-BE49-F238E27FC236}">
                  <a16:creationId xmlns:a16="http://schemas.microsoft.com/office/drawing/2014/main" id="{9D014746-7F3A-ED1A-D53E-799FB105373E}"/>
                </a:ext>
              </a:extLst>
            </p:cNvPr>
            <p:cNvSpPr/>
            <p:nvPr/>
          </p:nvSpPr>
          <p:spPr>
            <a:xfrm>
              <a:off x="1627776" y="47441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9" name="Oval 1088">
              <a:extLst>
                <a:ext uri="{FF2B5EF4-FFF2-40B4-BE49-F238E27FC236}">
                  <a16:creationId xmlns:a16="http://schemas.microsoft.com/office/drawing/2014/main" id="{524DF5D1-5A4D-A413-B592-6892F433CC6D}"/>
                </a:ext>
              </a:extLst>
            </p:cNvPr>
            <p:cNvSpPr/>
            <p:nvPr/>
          </p:nvSpPr>
          <p:spPr>
            <a:xfrm>
              <a:off x="1652533" y="47409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00B00189-DF26-1552-CE84-2711A1D23646}"/>
                </a:ext>
              </a:extLst>
            </p:cNvPr>
            <p:cNvSpPr/>
            <p:nvPr/>
          </p:nvSpPr>
          <p:spPr>
            <a:xfrm>
              <a:off x="1677290" y="47357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218AD374-D290-A9AB-B444-D90E1A2D4954}"/>
                </a:ext>
              </a:extLst>
            </p:cNvPr>
            <p:cNvSpPr/>
            <p:nvPr/>
          </p:nvSpPr>
          <p:spPr>
            <a:xfrm>
              <a:off x="1702047" y="47279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3EB5801E-4F57-F7DD-84B8-202B3A5FE93F}"/>
                </a:ext>
              </a:extLst>
            </p:cNvPr>
            <p:cNvSpPr/>
            <p:nvPr/>
          </p:nvSpPr>
          <p:spPr>
            <a:xfrm>
              <a:off x="1726804" y="47112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8FBA0317-AD0F-2465-7A16-E3C47801FB01}"/>
                </a:ext>
              </a:extLst>
            </p:cNvPr>
            <p:cNvSpPr/>
            <p:nvPr/>
          </p:nvSpPr>
          <p:spPr>
            <a:xfrm>
              <a:off x="1751561" y="46884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4" name="Oval 1093">
              <a:extLst>
                <a:ext uri="{FF2B5EF4-FFF2-40B4-BE49-F238E27FC236}">
                  <a16:creationId xmlns:a16="http://schemas.microsoft.com/office/drawing/2014/main" id="{283A00D2-9E58-1929-2316-1B702CB4F4FC}"/>
                </a:ext>
              </a:extLst>
            </p:cNvPr>
            <p:cNvSpPr/>
            <p:nvPr/>
          </p:nvSpPr>
          <p:spPr>
            <a:xfrm>
              <a:off x="1776318" y="465212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7F32A61C-2C7C-C99E-18E4-6883E0422520}"/>
                </a:ext>
              </a:extLst>
            </p:cNvPr>
            <p:cNvSpPr/>
            <p:nvPr/>
          </p:nvSpPr>
          <p:spPr>
            <a:xfrm>
              <a:off x="1801075" y="46004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DEF79579-DB73-6631-6BEC-7C1B5C9493AD}"/>
                </a:ext>
              </a:extLst>
            </p:cNvPr>
            <p:cNvSpPr/>
            <p:nvPr/>
          </p:nvSpPr>
          <p:spPr>
            <a:xfrm>
              <a:off x="1825833" y="45308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39DCF517-3253-2F76-6C4D-D9B8F2AE14B8}"/>
                </a:ext>
              </a:extLst>
            </p:cNvPr>
            <p:cNvSpPr/>
            <p:nvPr/>
          </p:nvSpPr>
          <p:spPr>
            <a:xfrm>
              <a:off x="1850590" y="443276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F042E783-20FD-5FFD-4711-FC4523B96ED9}"/>
                </a:ext>
              </a:extLst>
            </p:cNvPr>
            <p:cNvSpPr/>
            <p:nvPr/>
          </p:nvSpPr>
          <p:spPr>
            <a:xfrm>
              <a:off x="1875346" y="430769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9" name="Oval 1098">
              <a:extLst>
                <a:ext uri="{FF2B5EF4-FFF2-40B4-BE49-F238E27FC236}">
                  <a16:creationId xmlns:a16="http://schemas.microsoft.com/office/drawing/2014/main" id="{24B03662-AFE7-7824-E940-B1412E92DCE2}"/>
                </a:ext>
              </a:extLst>
            </p:cNvPr>
            <p:cNvSpPr/>
            <p:nvPr/>
          </p:nvSpPr>
          <p:spPr>
            <a:xfrm>
              <a:off x="1900103" y="41753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64CF03CA-882A-77CB-73C1-AF1848E50403}"/>
                </a:ext>
              </a:extLst>
            </p:cNvPr>
            <p:cNvSpPr/>
            <p:nvPr/>
          </p:nvSpPr>
          <p:spPr>
            <a:xfrm>
              <a:off x="1924861" y="40120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D0DE2D6C-B738-CDAA-EFCF-C4ED1A66783D}"/>
                </a:ext>
              </a:extLst>
            </p:cNvPr>
            <p:cNvSpPr/>
            <p:nvPr/>
          </p:nvSpPr>
          <p:spPr>
            <a:xfrm>
              <a:off x="1949618" y="38507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2" name="Oval 1101">
              <a:extLst>
                <a:ext uri="{FF2B5EF4-FFF2-40B4-BE49-F238E27FC236}">
                  <a16:creationId xmlns:a16="http://schemas.microsoft.com/office/drawing/2014/main" id="{826A842A-5B0B-1EEE-ADC9-A75F43D9089D}"/>
                </a:ext>
              </a:extLst>
            </p:cNvPr>
            <p:cNvSpPr/>
            <p:nvPr/>
          </p:nvSpPr>
          <p:spPr>
            <a:xfrm>
              <a:off x="1974375" y="368432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3" name="Oval 1102">
              <a:extLst>
                <a:ext uri="{FF2B5EF4-FFF2-40B4-BE49-F238E27FC236}">
                  <a16:creationId xmlns:a16="http://schemas.microsoft.com/office/drawing/2014/main" id="{413E428E-145C-A267-7E58-B77359AFC581}"/>
                </a:ext>
              </a:extLst>
            </p:cNvPr>
            <p:cNvSpPr/>
            <p:nvPr/>
          </p:nvSpPr>
          <p:spPr>
            <a:xfrm>
              <a:off x="1999132" y="35672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4" name="Oval 1103">
              <a:extLst>
                <a:ext uri="{FF2B5EF4-FFF2-40B4-BE49-F238E27FC236}">
                  <a16:creationId xmlns:a16="http://schemas.microsoft.com/office/drawing/2014/main" id="{E6B97494-C2FA-DA5C-EAB9-F9C9595912BB}"/>
                </a:ext>
              </a:extLst>
            </p:cNvPr>
            <p:cNvSpPr/>
            <p:nvPr/>
          </p:nvSpPr>
          <p:spPr>
            <a:xfrm>
              <a:off x="2023890" y="34753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5" name="Oval 1104">
              <a:extLst>
                <a:ext uri="{FF2B5EF4-FFF2-40B4-BE49-F238E27FC236}">
                  <a16:creationId xmlns:a16="http://schemas.microsoft.com/office/drawing/2014/main" id="{43FC7F2D-3892-8057-7935-9D51AC5BD559}"/>
                </a:ext>
              </a:extLst>
            </p:cNvPr>
            <p:cNvSpPr/>
            <p:nvPr/>
          </p:nvSpPr>
          <p:spPr>
            <a:xfrm>
              <a:off x="2048646" y="34166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6" name="Oval 1105">
              <a:extLst>
                <a:ext uri="{FF2B5EF4-FFF2-40B4-BE49-F238E27FC236}">
                  <a16:creationId xmlns:a16="http://schemas.microsoft.com/office/drawing/2014/main" id="{F4E64436-5F29-5D96-5912-E532BF9CAA5D}"/>
                </a:ext>
              </a:extLst>
            </p:cNvPr>
            <p:cNvSpPr/>
            <p:nvPr/>
          </p:nvSpPr>
          <p:spPr>
            <a:xfrm>
              <a:off x="2073403" y="34079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7" name="Oval 1106">
              <a:extLst>
                <a:ext uri="{FF2B5EF4-FFF2-40B4-BE49-F238E27FC236}">
                  <a16:creationId xmlns:a16="http://schemas.microsoft.com/office/drawing/2014/main" id="{513C3162-1A0F-F606-35A7-B19A6979B020}"/>
                </a:ext>
              </a:extLst>
            </p:cNvPr>
            <p:cNvSpPr/>
            <p:nvPr/>
          </p:nvSpPr>
          <p:spPr>
            <a:xfrm>
              <a:off x="2098157" y="347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8" name="Oval 1107">
              <a:extLst>
                <a:ext uri="{FF2B5EF4-FFF2-40B4-BE49-F238E27FC236}">
                  <a16:creationId xmlns:a16="http://schemas.microsoft.com/office/drawing/2014/main" id="{A7BCCF26-D4E0-B12E-99AE-1475862DCD2C}"/>
                </a:ext>
              </a:extLst>
            </p:cNvPr>
            <p:cNvSpPr/>
            <p:nvPr/>
          </p:nvSpPr>
          <p:spPr>
            <a:xfrm>
              <a:off x="2122917" y="356386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9" name="Oval 1108">
              <a:extLst>
                <a:ext uri="{FF2B5EF4-FFF2-40B4-BE49-F238E27FC236}">
                  <a16:creationId xmlns:a16="http://schemas.microsoft.com/office/drawing/2014/main" id="{E5A64DEE-912B-36E2-DB2F-6D1D92D44ADB}"/>
                </a:ext>
              </a:extLst>
            </p:cNvPr>
            <p:cNvSpPr/>
            <p:nvPr/>
          </p:nvSpPr>
          <p:spPr>
            <a:xfrm>
              <a:off x="2147677" y="37009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0" name="Oval 1109">
              <a:extLst>
                <a:ext uri="{FF2B5EF4-FFF2-40B4-BE49-F238E27FC236}">
                  <a16:creationId xmlns:a16="http://schemas.microsoft.com/office/drawing/2014/main" id="{0C4B1469-C8F6-9896-DB2A-91A89D2AEA06}"/>
                </a:ext>
              </a:extLst>
            </p:cNvPr>
            <p:cNvSpPr/>
            <p:nvPr/>
          </p:nvSpPr>
          <p:spPr>
            <a:xfrm>
              <a:off x="2172437" y="38477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1" name="Oval 1110">
              <a:extLst>
                <a:ext uri="{FF2B5EF4-FFF2-40B4-BE49-F238E27FC236}">
                  <a16:creationId xmlns:a16="http://schemas.microsoft.com/office/drawing/2014/main" id="{E701D098-C90D-908C-05C2-83F28D5CC91D}"/>
                </a:ext>
              </a:extLst>
            </p:cNvPr>
            <p:cNvSpPr/>
            <p:nvPr/>
          </p:nvSpPr>
          <p:spPr>
            <a:xfrm>
              <a:off x="2197187" y="40148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2" name="Oval 1111">
              <a:extLst>
                <a:ext uri="{FF2B5EF4-FFF2-40B4-BE49-F238E27FC236}">
                  <a16:creationId xmlns:a16="http://schemas.microsoft.com/office/drawing/2014/main" id="{837BD414-619A-5104-9E8D-2C1969AD0E55}"/>
                </a:ext>
              </a:extLst>
            </p:cNvPr>
            <p:cNvSpPr/>
            <p:nvPr/>
          </p:nvSpPr>
          <p:spPr>
            <a:xfrm>
              <a:off x="2221946" y="41741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3" name="Oval 1112">
              <a:extLst>
                <a:ext uri="{FF2B5EF4-FFF2-40B4-BE49-F238E27FC236}">
                  <a16:creationId xmlns:a16="http://schemas.microsoft.com/office/drawing/2014/main" id="{7C8DAAF4-9BF6-7A37-F16F-B54F63BBCB02}"/>
                </a:ext>
              </a:extLst>
            </p:cNvPr>
            <p:cNvSpPr/>
            <p:nvPr/>
          </p:nvSpPr>
          <p:spPr>
            <a:xfrm>
              <a:off x="2246706" y="431499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4" name="Oval 1113">
              <a:extLst>
                <a:ext uri="{FF2B5EF4-FFF2-40B4-BE49-F238E27FC236}">
                  <a16:creationId xmlns:a16="http://schemas.microsoft.com/office/drawing/2014/main" id="{640A754A-8F13-7BDD-8749-9547941D340B}"/>
                </a:ext>
              </a:extLst>
            </p:cNvPr>
            <p:cNvSpPr/>
            <p:nvPr/>
          </p:nvSpPr>
          <p:spPr>
            <a:xfrm>
              <a:off x="2271456" y="442637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5" name="Oval 1114">
              <a:extLst>
                <a:ext uri="{FF2B5EF4-FFF2-40B4-BE49-F238E27FC236}">
                  <a16:creationId xmlns:a16="http://schemas.microsoft.com/office/drawing/2014/main" id="{E73B81FC-EEF4-7021-88A8-DCF5D5626232}"/>
                </a:ext>
              </a:extLst>
            </p:cNvPr>
            <p:cNvSpPr/>
            <p:nvPr/>
          </p:nvSpPr>
          <p:spPr>
            <a:xfrm>
              <a:off x="2296216" y="45234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6" name="Oval 1115">
              <a:extLst>
                <a:ext uri="{FF2B5EF4-FFF2-40B4-BE49-F238E27FC236}">
                  <a16:creationId xmlns:a16="http://schemas.microsoft.com/office/drawing/2014/main" id="{91D3EB34-E093-9B17-E0DD-A2C7095CAF48}"/>
                </a:ext>
              </a:extLst>
            </p:cNvPr>
            <p:cNvSpPr/>
            <p:nvPr/>
          </p:nvSpPr>
          <p:spPr>
            <a:xfrm>
              <a:off x="2320976" y="460028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7" name="Oval 1116">
              <a:extLst>
                <a:ext uri="{FF2B5EF4-FFF2-40B4-BE49-F238E27FC236}">
                  <a16:creationId xmlns:a16="http://schemas.microsoft.com/office/drawing/2014/main" id="{8948004B-5A96-AFBD-FEEB-22C092831719}"/>
                </a:ext>
              </a:extLst>
            </p:cNvPr>
            <p:cNvSpPr/>
            <p:nvPr/>
          </p:nvSpPr>
          <p:spPr>
            <a:xfrm>
              <a:off x="2345736" y="465088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8" name="Oval 1117">
              <a:extLst>
                <a:ext uri="{FF2B5EF4-FFF2-40B4-BE49-F238E27FC236}">
                  <a16:creationId xmlns:a16="http://schemas.microsoft.com/office/drawing/2014/main" id="{1AD058CD-785B-86C1-B1B4-3EDCF199969D}"/>
                </a:ext>
              </a:extLst>
            </p:cNvPr>
            <p:cNvSpPr/>
            <p:nvPr/>
          </p:nvSpPr>
          <p:spPr>
            <a:xfrm>
              <a:off x="2370485" y="46844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9" name="Oval 1118">
              <a:extLst>
                <a:ext uri="{FF2B5EF4-FFF2-40B4-BE49-F238E27FC236}">
                  <a16:creationId xmlns:a16="http://schemas.microsoft.com/office/drawing/2014/main" id="{0682FE2C-A53F-74C6-CE55-F2B60C892641}"/>
                </a:ext>
              </a:extLst>
            </p:cNvPr>
            <p:cNvSpPr/>
            <p:nvPr/>
          </p:nvSpPr>
          <p:spPr>
            <a:xfrm>
              <a:off x="2395245" y="47050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0" name="Oval 1119">
              <a:extLst>
                <a:ext uri="{FF2B5EF4-FFF2-40B4-BE49-F238E27FC236}">
                  <a16:creationId xmlns:a16="http://schemas.microsoft.com/office/drawing/2014/main" id="{DA51A4F7-F55D-7830-7122-F70DE91945DB}"/>
                </a:ext>
              </a:extLst>
            </p:cNvPr>
            <p:cNvSpPr/>
            <p:nvPr/>
          </p:nvSpPr>
          <p:spPr>
            <a:xfrm>
              <a:off x="2420005" y="47164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1" name="Oval 1120">
              <a:extLst>
                <a:ext uri="{FF2B5EF4-FFF2-40B4-BE49-F238E27FC236}">
                  <a16:creationId xmlns:a16="http://schemas.microsoft.com/office/drawing/2014/main" id="{CBC12BF2-D885-8287-B5C7-18B42D351311}"/>
                </a:ext>
              </a:extLst>
            </p:cNvPr>
            <p:cNvSpPr/>
            <p:nvPr/>
          </p:nvSpPr>
          <p:spPr>
            <a:xfrm>
              <a:off x="2444755" y="47138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2" name="Oval 1121">
              <a:extLst>
                <a:ext uri="{FF2B5EF4-FFF2-40B4-BE49-F238E27FC236}">
                  <a16:creationId xmlns:a16="http://schemas.microsoft.com/office/drawing/2014/main" id="{D2C14FA6-DA85-F2E9-C6CD-77C236326C7F}"/>
                </a:ext>
              </a:extLst>
            </p:cNvPr>
            <p:cNvSpPr/>
            <p:nvPr/>
          </p:nvSpPr>
          <p:spPr>
            <a:xfrm>
              <a:off x="2469515" y="47078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3" name="Oval 1122">
              <a:extLst>
                <a:ext uri="{FF2B5EF4-FFF2-40B4-BE49-F238E27FC236}">
                  <a16:creationId xmlns:a16="http://schemas.microsoft.com/office/drawing/2014/main" id="{6B8A27E1-B6FA-F974-39EC-B666AECCEDC6}"/>
                </a:ext>
              </a:extLst>
            </p:cNvPr>
            <p:cNvSpPr/>
            <p:nvPr/>
          </p:nvSpPr>
          <p:spPr>
            <a:xfrm>
              <a:off x="2494275" y="46863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4" name="Oval 1123">
              <a:extLst>
                <a:ext uri="{FF2B5EF4-FFF2-40B4-BE49-F238E27FC236}">
                  <a16:creationId xmlns:a16="http://schemas.microsoft.com/office/drawing/2014/main" id="{47963744-DC2C-733B-3ABB-1B35CA065950}"/>
                </a:ext>
              </a:extLst>
            </p:cNvPr>
            <p:cNvSpPr/>
            <p:nvPr/>
          </p:nvSpPr>
          <p:spPr>
            <a:xfrm>
              <a:off x="2519035" y="46522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5" name="Oval 1124">
              <a:extLst>
                <a:ext uri="{FF2B5EF4-FFF2-40B4-BE49-F238E27FC236}">
                  <a16:creationId xmlns:a16="http://schemas.microsoft.com/office/drawing/2014/main" id="{020CF3FD-CED1-1636-C283-381FF53C3243}"/>
                </a:ext>
              </a:extLst>
            </p:cNvPr>
            <p:cNvSpPr/>
            <p:nvPr/>
          </p:nvSpPr>
          <p:spPr>
            <a:xfrm>
              <a:off x="2543784" y="459735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6" name="Oval 1125">
              <a:extLst>
                <a:ext uri="{FF2B5EF4-FFF2-40B4-BE49-F238E27FC236}">
                  <a16:creationId xmlns:a16="http://schemas.microsoft.com/office/drawing/2014/main" id="{29F5C457-A3C8-0013-5889-2D033AEAD3C4}"/>
                </a:ext>
              </a:extLst>
            </p:cNvPr>
            <p:cNvSpPr/>
            <p:nvPr/>
          </p:nvSpPr>
          <p:spPr>
            <a:xfrm>
              <a:off x="2568544" y="45279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" name="Oval 1126">
              <a:extLst>
                <a:ext uri="{FF2B5EF4-FFF2-40B4-BE49-F238E27FC236}">
                  <a16:creationId xmlns:a16="http://schemas.microsoft.com/office/drawing/2014/main" id="{19E2819C-C7C9-10AF-E2B4-7644B995E346}"/>
                </a:ext>
              </a:extLst>
            </p:cNvPr>
            <p:cNvSpPr/>
            <p:nvPr/>
          </p:nvSpPr>
          <p:spPr>
            <a:xfrm>
              <a:off x="2593304" y="44281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" name="Oval 1127">
              <a:extLst>
                <a:ext uri="{FF2B5EF4-FFF2-40B4-BE49-F238E27FC236}">
                  <a16:creationId xmlns:a16="http://schemas.microsoft.com/office/drawing/2014/main" id="{8E97C6FE-C52F-C075-FFBC-67EF4B581424}"/>
                </a:ext>
              </a:extLst>
            </p:cNvPr>
            <p:cNvSpPr/>
            <p:nvPr/>
          </p:nvSpPr>
          <p:spPr>
            <a:xfrm>
              <a:off x="2618064" y="43125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9" name="Oval 1128">
              <a:extLst>
                <a:ext uri="{FF2B5EF4-FFF2-40B4-BE49-F238E27FC236}">
                  <a16:creationId xmlns:a16="http://schemas.microsoft.com/office/drawing/2014/main" id="{093D02EC-C6A3-CE59-7E63-F04F2CF73FB2}"/>
                </a:ext>
              </a:extLst>
            </p:cNvPr>
            <p:cNvSpPr/>
            <p:nvPr/>
          </p:nvSpPr>
          <p:spPr>
            <a:xfrm>
              <a:off x="2642814" y="41640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0" name="Oval 1129">
              <a:extLst>
                <a:ext uri="{FF2B5EF4-FFF2-40B4-BE49-F238E27FC236}">
                  <a16:creationId xmlns:a16="http://schemas.microsoft.com/office/drawing/2014/main" id="{7577FE27-12BC-1244-E8CC-926BCBD7570F}"/>
                </a:ext>
              </a:extLst>
            </p:cNvPr>
            <p:cNvSpPr/>
            <p:nvPr/>
          </p:nvSpPr>
          <p:spPr>
            <a:xfrm>
              <a:off x="2667574" y="40183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1" name="Oval 1130">
              <a:extLst>
                <a:ext uri="{FF2B5EF4-FFF2-40B4-BE49-F238E27FC236}">
                  <a16:creationId xmlns:a16="http://schemas.microsoft.com/office/drawing/2014/main" id="{369EB4D5-72D8-9F0A-5B5A-825B4F081B0A}"/>
                </a:ext>
              </a:extLst>
            </p:cNvPr>
            <p:cNvSpPr/>
            <p:nvPr/>
          </p:nvSpPr>
          <p:spPr>
            <a:xfrm>
              <a:off x="2692334" y="38601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3EEF9483-65B2-4B49-7DB1-E0F43DC76F8C}"/>
                </a:ext>
              </a:extLst>
            </p:cNvPr>
            <p:cNvSpPr/>
            <p:nvPr/>
          </p:nvSpPr>
          <p:spPr>
            <a:xfrm>
              <a:off x="2717083" y="369649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3" name="Oval 1132">
              <a:extLst>
                <a:ext uri="{FF2B5EF4-FFF2-40B4-BE49-F238E27FC236}">
                  <a16:creationId xmlns:a16="http://schemas.microsoft.com/office/drawing/2014/main" id="{2106121B-52A5-5986-3399-A0A1B98F57F4}"/>
                </a:ext>
              </a:extLst>
            </p:cNvPr>
            <p:cNvSpPr/>
            <p:nvPr/>
          </p:nvSpPr>
          <p:spPr>
            <a:xfrm>
              <a:off x="2741843" y="35572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4" name="Oval 1133">
              <a:extLst>
                <a:ext uri="{FF2B5EF4-FFF2-40B4-BE49-F238E27FC236}">
                  <a16:creationId xmlns:a16="http://schemas.microsoft.com/office/drawing/2014/main" id="{5CAC962C-D37B-E99A-F096-A2389DF7C5A8}"/>
                </a:ext>
              </a:extLst>
            </p:cNvPr>
            <p:cNvSpPr/>
            <p:nvPr/>
          </p:nvSpPr>
          <p:spPr>
            <a:xfrm>
              <a:off x="2766603" y="346899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32D04637-45C2-CB43-47BD-F1B1F0E8ACF4}"/>
                </a:ext>
              </a:extLst>
            </p:cNvPr>
            <p:cNvSpPr/>
            <p:nvPr/>
          </p:nvSpPr>
          <p:spPr>
            <a:xfrm>
              <a:off x="2791363" y="342176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1ECD1C6F-0BD2-39EA-B526-6AE79B5E5728}"/>
                </a:ext>
              </a:extLst>
            </p:cNvPr>
            <p:cNvSpPr/>
            <p:nvPr/>
          </p:nvSpPr>
          <p:spPr>
            <a:xfrm>
              <a:off x="2816113" y="34171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7" name="Oval 1136">
              <a:extLst>
                <a:ext uri="{FF2B5EF4-FFF2-40B4-BE49-F238E27FC236}">
                  <a16:creationId xmlns:a16="http://schemas.microsoft.com/office/drawing/2014/main" id="{7101413E-CCAC-4AC3-A2FC-6DCDBDD10486}"/>
                </a:ext>
              </a:extLst>
            </p:cNvPr>
            <p:cNvSpPr/>
            <p:nvPr/>
          </p:nvSpPr>
          <p:spPr>
            <a:xfrm>
              <a:off x="2840873" y="34556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8" name="Oval 1137">
              <a:extLst>
                <a:ext uri="{FF2B5EF4-FFF2-40B4-BE49-F238E27FC236}">
                  <a16:creationId xmlns:a16="http://schemas.microsoft.com/office/drawing/2014/main" id="{121EA2D1-D8C5-E7ED-AE8A-EF2E3FC9B1A9}"/>
                </a:ext>
              </a:extLst>
            </p:cNvPr>
            <p:cNvSpPr/>
            <p:nvPr/>
          </p:nvSpPr>
          <p:spPr>
            <a:xfrm>
              <a:off x="2865633" y="35712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448AAFB5-1210-23CC-4023-23685A2F76AD}"/>
                </a:ext>
              </a:extLst>
            </p:cNvPr>
            <p:cNvSpPr/>
            <p:nvPr/>
          </p:nvSpPr>
          <p:spPr>
            <a:xfrm>
              <a:off x="2890393" y="369952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0" name="Oval 1139">
              <a:extLst>
                <a:ext uri="{FF2B5EF4-FFF2-40B4-BE49-F238E27FC236}">
                  <a16:creationId xmlns:a16="http://schemas.microsoft.com/office/drawing/2014/main" id="{2C94C8EE-1330-07EF-2E43-1FCD9817B3F3}"/>
                </a:ext>
              </a:extLst>
            </p:cNvPr>
            <p:cNvSpPr/>
            <p:nvPr/>
          </p:nvSpPr>
          <p:spPr>
            <a:xfrm>
              <a:off x="2915142" y="38403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1" name="Oval 1140">
              <a:extLst>
                <a:ext uri="{FF2B5EF4-FFF2-40B4-BE49-F238E27FC236}">
                  <a16:creationId xmlns:a16="http://schemas.microsoft.com/office/drawing/2014/main" id="{5BF6B15A-3709-E764-0CA5-31740FC6B349}"/>
                </a:ext>
              </a:extLst>
            </p:cNvPr>
            <p:cNvSpPr/>
            <p:nvPr/>
          </p:nvSpPr>
          <p:spPr>
            <a:xfrm>
              <a:off x="2939902" y="40175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2" name="Oval 1141">
              <a:extLst>
                <a:ext uri="{FF2B5EF4-FFF2-40B4-BE49-F238E27FC236}">
                  <a16:creationId xmlns:a16="http://schemas.microsoft.com/office/drawing/2014/main" id="{BD655368-1A8B-5A41-54D8-21F9F27A6FF0}"/>
                </a:ext>
              </a:extLst>
            </p:cNvPr>
            <p:cNvSpPr/>
            <p:nvPr/>
          </p:nvSpPr>
          <p:spPr>
            <a:xfrm>
              <a:off x="2964662" y="417073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3" name="Oval 1142">
              <a:extLst>
                <a:ext uri="{FF2B5EF4-FFF2-40B4-BE49-F238E27FC236}">
                  <a16:creationId xmlns:a16="http://schemas.microsoft.com/office/drawing/2014/main" id="{D93A9FDF-F866-5F2B-A565-6F335E928960}"/>
                </a:ext>
              </a:extLst>
            </p:cNvPr>
            <p:cNvSpPr/>
            <p:nvPr/>
          </p:nvSpPr>
          <p:spPr>
            <a:xfrm>
              <a:off x="2989412" y="430500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8B2319BB-3FD6-EEF5-45F6-2E4FEAC5EF05}"/>
                </a:ext>
              </a:extLst>
            </p:cNvPr>
            <p:cNvSpPr/>
            <p:nvPr/>
          </p:nvSpPr>
          <p:spPr>
            <a:xfrm>
              <a:off x="3014172" y="442892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19092D50-3947-A877-4117-C8C8450FB31D}"/>
                </a:ext>
              </a:extLst>
            </p:cNvPr>
            <p:cNvSpPr/>
            <p:nvPr/>
          </p:nvSpPr>
          <p:spPr>
            <a:xfrm>
              <a:off x="3038932" y="45250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6" name="Oval 1145">
              <a:extLst>
                <a:ext uri="{FF2B5EF4-FFF2-40B4-BE49-F238E27FC236}">
                  <a16:creationId xmlns:a16="http://schemas.microsoft.com/office/drawing/2014/main" id="{CC251BF5-FE0D-1F4E-AB2C-E89DC486F3EF}"/>
                </a:ext>
              </a:extLst>
            </p:cNvPr>
            <p:cNvSpPr/>
            <p:nvPr/>
          </p:nvSpPr>
          <p:spPr>
            <a:xfrm>
              <a:off x="3063692" y="459893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7" name="Oval 1146">
              <a:extLst>
                <a:ext uri="{FF2B5EF4-FFF2-40B4-BE49-F238E27FC236}">
                  <a16:creationId xmlns:a16="http://schemas.microsoft.com/office/drawing/2014/main" id="{D2CA4C5C-76DD-C54D-01D8-A026DE404C13}"/>
                </a:ext>
              </a:extLst>
            </p:cNvPr>
            <p:cNvSpPr/>
            <p:nvPr/>
          </p:nvSpPr>
          <p:spPr>
            <a:xfrm>
              <a:off x="3088441" y="46496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8" name="Oval 1147">
              <a:extLst>
                <a:ext uri="{FF2B5EF4-FFF2-40B4-BE49-F238E27FC236}">
                  <a16:creationId xmlns:a16="http://schemas.microsoft.com/office/drawing/2014/main" id="{EBEE43ED-9865-F02F-C6D1-90B5E706E659}"/>
                </a:ext>
              </a:extLst>
            </p:cNvPr>
            <p:cNvSpPr/>
            <p:nvPr/>
          </p:nvSpPr>
          <p:spPr>
            <a:xfrm>
              <a:off x="3113201" y="468617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9" name="Oval 1148">
              <a:extLst>
                <a:ext uri="{FF2B5EF4-FFF2-40B4-BE49-F238E27FC236}">
                  <a16:creationId xmlns:a16="http://schemas.microsoft.com/office/drawing/2014/main" id="{30AE57EA-C6CA-F0E2-7E50-BDC5028E7D3B}"/>
                </a:ext>
              </a:extLst>
            </p:cNvPr>
            <p:cNvSpPr/>
            <p:nvPr/>
          </p:nvSpPr>
          <p:spPr>
            <a:xfrm>
              <a:off x="3137961" y="471001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0" name="Oval 1149">
              <a:extLst>
                <a:ext uri="{FF2B5EF4-FFF2-40B4-BE49-F238E27FC236}">
                  <a16:creationId xmlns:a16="http://schemas.microsoft.com/office/drawing/2014/main" id="{4548AF6D-7B61-BF0D-76C8-FE5D77201E0C}"/>
                </a:ext>
              </a:extLst>
            </p:cNvPr>
            <p:cNvSpPr/>
            <p:nvPr/>
          </p:nvSpPr>
          <p:spPr>
            <a:xfrm>
              <a:off x="3162711" y="4726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1" name="Oval 1150">
              <a:extLst>
                <a:ext uri="{FF2B5EF4-FFF2-40B4-BE49-F238E27FC236}">
                  <a16:creationId xmlns:a16="http://schemas.microsoft.com/office/drawing/2014/main" id="{28FAC8FF-65BC-F224-91F2-3AAA7584F334}"/>
                </a:ext>
              </a:extLst>
            </p:cNvPr>
            <p:cNvSpPr/>
            <p:nvPr/>
          </p:nvSpPr>
          <p:spPr>
            <a:xfrm>
              <a:off x="3187471" y="47377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2" name="Oval 1151">
              <a:extLst>
                <a:ext uri="{FF2B5EF4-FFF2-40B4-BE49-F238E27FC236}">
                  <a16:creationId xmlns:a16="http://schemas.microsoft.com/office/drawing/2014/main" id="{7F973773-2222-DC86-A3A0-F20B77E52F23}"/>
                </a:ext>
              </a:extLst>
            </p:cNvPr>
            <p:cNvSpPr/>
            <p:nvPr/>
          </p:nvSpPr>
          <p:spPr>
            <a:xfrm>
              <a:off x="3212231" y="47415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3" name="Oval 1152">
              <a:extLst>
                <a:ext uri="{FF2B5EF4-FFF2-40B4-BE49-F238E27FC236}">
                  <a16:creationId xmlns:a16="http://schemas.microsoft.com/office/drawing/2014/main" id="{5173287B-015F-2101-D2E5-F859B49C2178}"/>
                </a:ext>
              </a:extLst>
            </p:cNvPr>
            <p:cNvSpPr/>
            <p:nvPr/>
          </p:nvSpPr>
          <p:spPr>
            <a:xfrm>
              <a:off x="3236991" y="474377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4" name="Oval 1153">
              <a:extLst>
                <a:ext uri="{FF2B5EF4-FFF2-40B4-BE49-F238E27FC236}">
                  <a16:creationId xmlns:a16="http://schemas.microsoft.com/office/drawing/2014/main" id="{7280797D-2B82-E31C-5925-58F9CD7F6ADB}"/>
                </a:ext>
              </a:extLst>
            </p:cNvPr>
            <p:cNvSpPr/>
            <p:nvPr/>
          </p:nvSpPr>
          <p:spPr>
            <a:xfrm>
              <a:off x="3261740" y="474582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5" name="Oval 1154">
              <a:extLst>
                <a:ext uri="{FF2B5EF4-FFF2-40B4-BE49-F238E27FC236}">
                  <a16:creationId xmlns:a16="http://schemas.microsoft.com/office/drawing/2014/main" id="{FA83EAE1-D292-DD9E-991E-6BCCEE98E7AE}"/>
                </a:ext>
              </a:extLst>
            </p:cNvPr>
            <p:cNvSpPr/>
            <p:nvPr/>
          </p:nvSpPr>
          <p:spPr>
            <a:xfrm>
              <a:off x="3286500" y="47463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6" name="Oval 1155">
              <a:extLst>
                <a:ext uri="{FF2B5EF4-FFF2-40B4-BE49-F238E27FC236}">
                  <a16:creationId xmlns:a16="http://schemas.microsoft.com/office/drawing/2014/main" id="{A3521832-5EBF-8EE6-015D-AC97B11F755C}"/>
                </a:ext>
              </a:extLst>
            </p:cNvPr>
            <p:cNvSpPr/>
            <p:nvPr/>
          </p:nvSpPr>
          <p:spPr>
            <a:xfrm>
              <a:off x="3311260" y="47468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7" name="Oval 1156">
              <a:extLst>
                <a:ext uri="{FF2B5EF4-FFF2-40B4-BE49-F238E27FC236}">
                  <a16:creationId xmlns:a16="http://schemas.microsoft.com/office/drawing/2014/main" id="{6B033F0B-0FF1-D5FD-C1C8-8BC6ACED9064}"/>
                </a:ext>
              </a:extLst>
            </p:cNvPr>
            <p:cNvSpPr/>
            <p:nvPr/>
          </p:nvSpPr>
          <p:spPr>
            <a:xfrm>
              <a:off x="3336020" y="47470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8" name="Oval 1157">
              <a:extLst>
                <a:ext uri="{FF2B5EF4-FFF2-40B4-BE49-F238E27FC236}">
                  <a16:creationId xmlns:a16="http://schemas.microsoft.com/office/drawing/2014/main" id="{8859E288-E572-280B-A806-BC6BEF5BC7F2}"/>
                </a:ext>
              </a:extLst>
            </p:cNvPr>
            <p:cNvSpPr/>
            <p:nvPr/>
          </p:nvSpPr>
          <p:spPr>
            <a:xfrm>
              <a:off x="3360770" y="474716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7" name="Group 1656">
            <a:extLst>
              <a:ext uri="{FF2B5EF4-FFF2-40B4-BE49-F238E27FC236}">
                <a16:creationId xmlns:a16="http://schemas.microsoft.com/office/drawing/2014/main" id="{2241B2CC-9971-E4FD-D4EC-CE13E8D0DB06}"/>
              </a:ext>
            </a:extLst>
          </p:cNvPr>
          <p:cNvGrpSpPr/>
          <p:nvPr/>
        </p:nvGrpSpPr>
        <p:grpSpPr>
          <a:xfrm>
            <a:off x="4060737" y="3372905"/>
            <a:ext cx="2382594" cy="1628042"/>
            <a:chOff x="4060737" y="3372905"/>
            <a:chExt cx="2382594" cy="1628042"/>
          </a:xfrm>
        </p:grpSpPr>
        <p:sp>
          <p:nvSpPr>
            <p:cNvPr id="1164" name="Freeform 1163">
              <a:extLst>
                <a:ext uri="{FF2B5EF4-FFF2-40B4-BE49-F238E27FC236}">
                  <a16:creationId xmlns:a16="http://schemas.microsoft.com/office/drawing/2014/main" id="{42A63DF8-ADA0-52A8-2C82-E8F78E374427}"/>
                </a:ext>
              </a:extLst>
            </p:cNvPr>
            <p:cNvSpPr/>
            <p:nvPr/>
          </p:nvSpPr>
          <p:spPr>
            <a:xfrm>
              <a:off x="4559370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5" name="Freeform 1164">
              <a:extLst>
                <a:ext uri="{FF2B5EF4-FFF2-40B4-BE49-F238E27FC236}">
                  <a16:creationId xmlns:a16="http://schemas.microsoft.com/office/drawing/2014/main" id="{44D0CE2F-04BA-E9DE-1DC7-238829B5C2C4}"/>
                </a:ext>
              </a:extLst>
            </p:cNvPr>
            <p:cNvSpPr/>
            <p:nvPr/>
          </p:nvSpPr>
          <p:spPr>
            <a:xfrm>
              <a:off x="494560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6" name="Freeform 1165">
              <a:extLst>
                <a:ext uri="{FF2B5EF4-FFF2-40B4-BE49-F238E27FC236}">
                  <a16:creationId xmlns:a16="http://schemas.microsoft.com/office/drawing/2014/main" id="{FC0FECC7-A426-AD2C-62D9-FFCBBE3F3190}"/>
                </a:ext>
              </a:extLst>
            </p:cNvPr>
            <p:cNvSpPr/>
            <p:nvPr/>
          </p:nvSpPr>
          <p:spPr>
            <a:xfrm>
              <a:off x="533184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8" name="Freeform 1167">
              <a:extLst>
                <a:ext uri="{FF2B5EF4-FFF2-40B4-BE49-F238E27FC236}">
                  <a16:creationId xmlns:a16="http://schemas.microsoft.com/office/drawing/2014/main" id="{1BD8392D-F4E8-204E-D0EC-79DEA5FFDD9B}"/>
                </a:ext>
              </a:extLst>
            </p:cNvPr>
            <p:cNvSpPr/>
            <p:nvPr/>
          </p:nvSpPr>
          <p:spPr>
            <a:xfrm>
              <a:off x="6104321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9" name="Freeform 1168">
              <a:extLst>
                <a:ext uri="{FF2B5EF4-FFF2-40B4-BE49-F238E27FC236}">
                  <a16:creationId xmlns:a16="http://schemas.microsoft.com/office/drawing/2014/main" id="{5CFCD638-FABB-DA44-48C3-D6CC1E71F4C1}"/>
                </a:ext>
              </a:extLst>
            </p:cNvPr>
            <p:cNvSpPr/>
            <p:nvPr/>
          </p:nvSpPr>
          <p:spPr>
            <a:xfrm>
              <a:off x="4258982" y="4749269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0" name="Freeform 1169">
              <a:extLst>
                <a:ext uri="{FF2B5EF4-FFF2-40B4-BE49-F238E27FC236}">
                  <a16:creationId xmlns:a16="http://schemas.microsoft.com/office/drawing/2014/main" id="{C933C713-4B2A-CF5B-18AD-B69C79FEE6DC}"/>
                </a:ext>
              </a:extLst>
            </p:cNvPr>
            <p:cNvSpPr/>
            <p:nvPr/>
          </p:nvSpPr>
          <p:spPr>
            <a:xfrm>
              <a:off x="4258982" y="4304382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1" name="Freeform 1170">
              <a:extLst>
                <a:ext uri="{FF2B5EF4-FFF2-40B4-BE49-F238E27FC236}">
                  <a16:creationId xmlns:a16="http://schemas.microsoft.com/office/drawing/2014/main" id="{1C3E6AEE-D52F-3D0D-1EA1-8E4012920182}"/>
                </a:ext>
              </a:extLst>
            </p:cNvPr>
            <p:cNvSpPr/>
            <p:nvPr/>
          </p:nvSpPr>
          <p:spPr>
            <a:xfrm>
              <a:off x="4258982" y="3859494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2" name="Freeform 1171">
              <a:extLst>
                <a:ext uri="{FF2B5EF4-FFF2-40B4-BE49-F238E27FC236}">
                  <a16:creationId xmlns:a16="http://schemas.microsoft.com/office/drawing/2014/main" id="{FE053ABF-768B-B0FB-13CE-88285532795D}"/>
                </a:ext>
              </a:extLst>
            </p:cNvPr>
            <p:cNvSpPr/>
            <p:nvPr/>
          </p:nvSpPr>
          <p:spPr>
            <a:xfrm>
              <a:off x="4258982" y="3414606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3" name="Freeform 1172">
              <a:extLst>
                <a:ext uri="{FF2B5EF4-FFF2-40B4-BE49-F238E27FC236}">
                  <a16:creationId xmlns:a16="http://schemas.microsoft.com/office/drawing/2014/main" id="{94BDE815-3FF8-FD73-CFB6-F2867DF57420}"/>
                </a:ext>
              </a:extLst>
            </p:cNvPr>
            <p:cNvSpPr/>
            <p:nvPr/>
          </p:nvSpPr>
          <p:spPr>
            <a:xfrm>
              <a:off x="4258982" y="4749269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9" name="Freeform 1178">
              <a:extLst>
                <a:ext uri="{FF2B5EF4-FFF2-40B4-BE49-F238E27FC236}">
                  <a16:creationId xmlns:a16="http://schemas.microsoft.com/office/drawing/2014/main" id="{C11B10E6-6AAC-337E-B757-E4860B7FDDB9}"/>
                </a:ext>
              </a:extLst>
            </p:cNvPr>
            <p:cNvSpPr/>
            <p:nvPr/>
          </p:nvSpPr>
          <p:spPr>
            <a:xfrm>
              <a:off x="4488259" y="4830567"/>
              <a:ext cx="69115" cy="9160"/>
            </a:xfrm>
            <a:custGeom>
              <a:avLst/>
              <a:gdLst>
                <a:gd name="csX0" fmla="*/ 0 w 69115"/>
                <a:gd name="csY0" fmla="*/ 0 h 9160"/>
                <a:gd name="csX1" fmla="*/ 69116 w 69115"/>
                <a:gd name="csY1" fmla="*/ 0 h 9160"/>
                <a:gd name="csX2" fmla="*/ 69116 w 69115"/>
                <a:gd name="csY2" fmla="*/ 9161 h 9160"/>
                <a:gd name="csX3" fmla="*/ 0 w 69115"/>
                <a:gd name="csY3" fmla="*/ 9161 h 9160"/>
                <a:gd name="csX4" fmla="*/ 0 w 69115"/>
                <a:gd name="csY4" fmla="*/ 0 h 9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115" h="9160">
                  <a:moveTo>
                    <a:pt x="0" y="0"/>
                  </a:moveTo>
                  <a:lnTo>
                    <a:pt x="69116" y="0"/>
                  </a:lnTo>
                  <a:lnTo>
                    <a:pt x="69116" y="9161"/>
                  </a:lnTo>
                  <a:lnTo>
                    <a:pt x="0" y="9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0" name="Freeform 1179">
              <a:extLst>
                <a:ext uri="{FF2B5EF4-FFF2-40B4-BE49-F238E27FC236}">
                  <a16:creationId xmlns:a16="http://schemas.microsoft.com/office/drawing/2014/main" id="{03139C8F-F116-AF54-8351-424C85EAA383}"/>
                </a:ext>
              </a:extLst>
            </p:cNvPr>
            <p:cNvSpPr/>
            <p:nvPr/>
          </p:nvSpPr>
          <p:spPr>
            <a:xfrm>
              <a:off x="4577484" y="4787807"/>
              <a:ext cx="52994" cy="83513"/>
            </a:xfrm>
            <a:custGeom>
              <a:avLst/>
              <a:gdLst>
                <a:gd name="csX0" fmla="*/ 36391 w 52994"/>
                <a:gd name="csY0" fmla="*/ 38548 h 83513"/>
                <a:gd name="csX1" fmla="*/ 48574 w 52994"/>
                <a:gd name="csY1" fmla="*/ 45504 h 83513"/>
                <a:gd name="csX2" fmla="*/ 52995 w 52994"/>
                <a:gd name="csY2" fmla="*/ 58557 h 83513"/>
                <a:gd name="csX3" fmla="*/ 44801 w 52994"/>
                <a:gd name="csY3" fmla="*/ 76992 h 83513"/>
                <a:gd name="csX4" fmla="*/ 21511 w 52994"/>
                <a:gd name="csY4" fmla="*/ 83513 h 83513"/>
                <a:gd name="csX5" fmla="*/ 11052 w 52994"/>
                <a:gd name="csY5" fmla="*/ 82488 h 83513"/>
                <a:gd name="csX6" fmla="*/ 0 w 52994"/>
                <a:gd name="csY6" fmla="*/ 79528 h 83513"/>
                <a:gd name="csX7" fmla="*/ 0 w 52994"/>
                <a:gd name="csY7" fmla="*/ 69011 h 83513"/>
                <a:gd name="csX8" fmla="*/ 9920 w 52994"/>
                <a:gd name="csY8" fmla="*/ 72996 h 83513"/>
                <a:gd name="csX9" fmla="*/ 21187 w 52994"/>
                <a:gd name="csY9" fmla="*/ 74352 h 83513"/>
                <a:gd name="csX10" fmla="*/ 36767 w 52994"/>
                <a:gd name="csY10" fmla="*/ 70305 h 83513"/>
                <a:gd name="csX11" fmla="*/ 42158 w 52994"/>
                <a:gd name="csY11" fmla="*/ 58557 h 83513"/>
                <a:gd name="csX12" fmla="*/ 37145 w 52994"/>
                <a:gd name="csY12" fmla="*/ 47450 h 83513"/>
                <a:gd name="csX13" fmla="*/ 23289 w 52994"/>
                <a:gd name="csY13" fmla="*/ 43402 h 83513"/>
                <a:gd name="csX14" fmla="*/ 13909 w 52994"/>
                <a:gd name="csY14" fmla="*/ 43402 h 83513"/>
                <a:gd name="csX15" fmla="*/ 13909 w 52994"/>
                <a:gd name="csY15" fmla="*/ 34449 h 83513"/>
                <a:gd name="csX16" fmla="*/ 23721 w 52994"/>
                <a:gd name="csY16" fmla="*/ 34449 h 83513"/>
                <a:gd name="csX17" fmla="*/ 36013 w 52994"/>
                <a:gd name="csY17" fmla="*/ 31271 h 83513"/>
                <a:gd name="csX18" fmla="*/ 40272 w 52994"/>
                <a:gd name="csY18" fmla="*/ 21996 h 83513"/>
                <a:gd name="csX19" fmla="*/ 35851 w 52994"/>
                <a:gd name="csY19" fmla="*/ 12515 h 83513"/>
                <a:gd name="csX20" fmla="*/ 23289 w 52994"/>
                <a:gd name="csY20" fmla="*/ 9171 h 83513"/>
                <a:gd name="csX21" fmla="*/ 13694 w 52994"/>
                <a:gd name="csY21" fmla="*/ 10144 h 83513"/>
                <a:gd name="csX22" fmla="*/ 2425 w 52994"/>
                <a:gd name="csY22" fmla="*/ 13156 h 83513"/>
                <a:gd name="csX23" fmla="*/ 2425 w 52994"/>
                <a:gd name="csY23" fmla="*/ 3457 h 83513"/>
                <a:gd name="csX24" fmla="*/ 14017 w 52994"/>
                <a:gd name="csY24" fmla="*/ 870 h 83513"/>
                <a:gd name="csX25" fmla="*/ 24260 w 52994"/>
                <a:gd name="csY25" fmla="*/ 0 h 83513"/>
                <a:gd name="csX26" fmla="*/ 43884 w 52994"/>
                <a:gd name="csY26" fmla="*/ 5662 h 83513"/>
                <a:gd name="csX27" fmla="*/ 51108 w 52994"/>
                <a:gd name="csY27" fmla="*/ 20868 h 83513"/>
                <a:gd name="csX28" fmla="*/ 47280 w 52994"/>
                <a:gd name="csY28" fmla="*/ 32192 h 83513"/>
                <a:gd name="csX29" fmla="*/ 36391 w 52994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4" h="83513">
                  <a:moveTo>
                    <a:pt x="36391" y="38548"/>
                  </a:moveTo>
                  <a:cubicBezTo>
                    <a:pt x="41602" y="39666"/>
                    <a:pt x="45663" y="41984"/>
                    <a:pt x="48574" y="45504"/>
                  </a:cubicBezTo>
                  <a:cubicBezTo>
                    <a:pt x="51521" y="49030"/>
                    <a:pt x="52995" y="53381"/>
                    <a:pt x="52995" y="58557"/>
                  </a:cubicBezTo>
                  <a:cubicBezTo>
                    <a:pt x="52995" y="66499"/>
                    <a:pt x="50263" y="72644"/>
                    <a:pt x="44801" y="76992"/>
                  </a:cubicBezTo>
                  <a:cubicBezTo>
                    <a:pt x="39337" y="81339"/>
                    <a:pt x="31574" y="83513"/>
                    <a:pt x="21511" y="83513"/>
                  </a:cubicBezTo>
                  <a:cubicBezTo>
                    <a:pt x="18132" y="83513"/>
                    <a:pt x="14646" y="83172"/>
                    <a:pt x="11052" y="82488"/>
                  </a:cubicBezTo>
                  <a:cubicBezTo>
                    <a:pt x="7493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9" y="70771"/>
                    <a:pt x="6326" y="72099"/>
                    <a:pt x="9920" y="72996"/>
                  </a:cubicBezTo>
                  <a:cubicBezTo>
                    <a:pt x="13513" y="73900"/>
                    <a:pt x="17269" y="74352"/>
                    <a:pt x="21187" y="74352"/>
                  </a:cubicBezTo>
                  <a:cubicBezTo>
                    <a:pt x="28016" y="74352"/>
                    <a:pt x="33209" y="73003"/>
                    <a:pt x="36767" y="70305"/>
                  </a:cubicBezTo>
                  <a:cubicBezTo>
                    <a:pt x="40361" y="67607"/>
                    <a:pt x="42158" y="63691"/>
                    <a:pt x="42158" y="58557"/>
                  </a:cubicBezTo>
                  <a:cubicBezTo>
                    <a:pt x="42158" y="53809"/>
                    <a:pt x="40487" y="50107"/>
                    <a:pt x="37145" y="47450"/>
                  </a:cubicBezTo>
                  <a:cubicBezTo>
                    <a:pt x="33838" y="44752"/>
                    <a:pt x="29220" y="43402"/>
                    <a:pt x="23289" y="43402"/>
                  </a:cubicBezTo>
                  <a:lnTo>
                    <a:pt x="13909" y="43402"/>
                  </a:lnTo>
                  <a:lnTo>
                    <a:pt x="13909" y="34449"/>
                  </a:lnTo>
                  <a:lnTo>
                    <a:pt x="23721" y="34449"/>
                  </a:lnTo>
                  <a:cubicBezTo>
                    <a:pt x="29076" y="34449"/>
                    <a:pt x="33173" y="33389"/>
                    <a:pt x="36013" y="31271"/>
                  </a:cubicBezTo>
                  <a:cubicBezTo>
                    <a:pt x="38852" y="29118"/>
                    <a:pt x="40272" y="26026"/>
                    <a:pt x="40272" y="21996"/>
                  </a:cubicBezTo>
                  <a:cubicBezTo>
                    <a:pt x="40272" y="17863"/>
                    <a:pt x="38799" y="14702"/>
                    <a:pt x="35851" y="12515"/>
                  </a:cubicBezTo>
                  <a:cubicBezTo>
                    <a:pt x="32940" y="10286"/>
                    <a:pt x="28752" y="9171"/>
                    <a:pt x="23289" y="9171"/>
                  </a:cubicBezTo>
                  <a:cubicBezTo>
                    <a:pt x="20307" y="9171"/>
                    <a:pt x="17108" y="9495"/>
                    <a:pt x="13694" y="10144"/>
                  </a:cubicBezTo>
                  <a:cubicBezTo>
                    <a:pt x="10279" y="10786"/>
                    <a:pt x="6523" y="11790"/>
                    <a:pt x="2425" y="13156"/>
                  </a:cubicBezTo>
                  <a:lnTo>
                    <a:pt x="2425" y="3457"/>
                  </a:lnTo>
                  <a:cubicBezTo>
                    <a:pt x="6559" y="2305"/>
                    <a:pt x="10423" y="1442"/>
                    <a:pt x="14017" y="870"/>
                  </a:cubicBezTo>
                  <a:cubicBezTo>
                    <a:pt x="17647" y="290"/>
                    <a:pt x="21062" y="0"/>
                    <a:pt x="24260" y="0"/>
                  </a:cubicBezTo>
                  <a:cubicBezTo>
                    <a:pt x="32526" y="0"/>
                    <a:pt x="39068" y="1887"/>
                    <a:pt x="43884" y="5662"/>
                  </a:cubicBezTo>
                  <a:cubicBezTo>
                    <a:pt x="48700" y="9402"/>
                    <a:pt x="51108" y="14471"/>
                    <a:pt x="51108" y="20868"/>
                  </a:cubicBezTo>
                  <a:cubicBezTo>
                    <a:pt x="51108" y="25326"/>
                    <a:pt x="49832" y="29101"/>
                    <a:pt x="47280" y="32192"/>
                  </a:cubicBezTo>
                  <a:cubicBezTo>
                    <a:pt x="44728" y="35242"/>
                    <a:pt x="41098" y="37361"/>
                    <a:pt x="36391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1" name="Freeform 1180">
              <a:extLst>
                <a:ext uri="{FF2B5EF4-FFF2-40B4-BE49-F238E27FC236}">
                  <a16:creationId xmlns:a16="http://schemas.microsoft.com/office/drawing/2014/main" id="{AD9D4F02-A83C-0D57-DB1A-09506A4105E6}"/>
                </a:ext>
              </a:extLst>
            </p:cNvPr>
            <p:cNvSpPr/>
            <p:nvPr/>
          </p:nvSpPr>
          <p:spPr>
            <a:xfrm>
              <a:off x="4917787" y="4787807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7 w 55637"/>
                <a:gd name="csY5" fmla="*/ 66641 h 83513"/>
                <a:gd name="csX6" fmla="*/ 44747 w 55637"/>
                <a:gd name="csY6" fmla="*/ 41788 h 83513"/>
                <a:gd name="csX7" fmla="*/ 40487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7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7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2" name="Freeform 1181">
              <a:extLst>
                <a:ext uri="{FF2B5EF4-FFF2-40B4-BE49-F238E27FC236}">
                  <a16:creationId xmlns:a16="http://schemas.microsoft.com/office/drawing/2014/main" id="{24156EAC-39C6-77BC-9C32-8E3187368001}"/>
                </a:ext>
              </a:extLst>
            </p:cNvPr>
            <p:cNvSpPr/>
            <p:nvPr/>
          </p:nvSpPr>
          <p:spPr>
            <a:xfrm>
              <a:off x="5305347" y="4787807"/>
              <a:ext cx="52997" cy="83513"/>
            </a:xfrm>
            <a:custGeom>
              <a:avLst/>
              <a:gdLst>
                <a:gd name="csX0" fmla="*/ 36384 w 52997"/>
                <a:gd name="csY0" fmla="*/ 38548 h 83513"/>
                <a:gd name="csX1" fmla="*/ 48578 w 52997"/>
                <a:gd name="csY1" fmla="*/ 45504 h 83513"/>
                <a:gd name="csX2" fmla="*/ 52998 w 52997"/>
                <a:gd name="csY2" fmla="*/ 58557 h 83513"/>
                <a:gd name="csX3" fmla="*/ 44800 w 52997"/>
                <a:gd name="csY3" fmla="*/ 76992 h 83513"/>
                <a:gd name="csX4" fmla="*/ 21510 w 52997"/>
                <a:gd name="csY4" fmla="*/ 83513 h 83513"/>
                <a:gd name="csX5" fmla="*/ 11055 w 52997"/>
                <a:gd name="csY5" fmla="*/ 82488 h 83513"/>
                <a:gd name="csX6" fmla="*/ 0 w 52997"/>
                <a:gd name="csY6" fmla="*/ 79528 h 83513"/>
                <a:gd name="csX7" fmla="*/ 0 w 52997"/>
                <a:gd name="csY7" fmla="*/ 69011 h 83513"/>
                <a:gd name="csX8" fmla="*/ 9916 w 52997"/>
                <a:gd name="csY8" fmla="*/ 72996 h 83513"/>
                <a:gd name="csX9" fmla="*/ 21189 w 52997"/>
                <a:gd name="csY9" fmla="*/ 74352 h 83513"/>
                <a:gd name="csX10" fmla="*/ 36767 w 52997"/>
                <a:gd name="csY10" fmla="*/ 70305 h 83513"/>
                <a:gd name="csX11" fmla="*/ 42160 w 52997"/>
                <a:gd name="csY11" fmla="*/ 58557 h 83513"/>
                <a:gd name="csX12" fmla="*/ 37140 w 52997"/>
                <a:gd name="csY12" fmla="*/ 47450 h 83513"/>
                <a:gd name="csX13" fmla="*/ 23290 w 52997"/>
                <a:gd name="csY13" fmla="*/ 43402 h 83513"/>
                <a:gd name="csX14" fmla="*/ 13912 w 52997"/>
                <a:gd name="csY14" fmla="*/ 43402 h 83513"/>
                <a:gd name="csX15" fmla="*/ 13912 w 52997"/>
                <a:gd name="csY15" fmla="*/ 34449 h 83513"/>
                <a:gd name="csX16" fmla="*/ 23725 w 52997"/>
                <a:gd name="csY16" fmla="*/ 34449 h 83513"/>
                <a:gd name="csX17" fmla="*/ 36012 w 52997"/>
                <a:gd name="csY17" fmla="*/ 31271 h 83513"/>
                <a:gd name="csX18" fmla="*/ 40266 w 52997"/>
                <a:gd name="csY18" fmla="*/ 21996 h 83513"/>
                <a:gd name="csX19" fmla="*/ 35846 w 52997"/>
                <a:gd name="csY19" fmla="*/ 12515 h 83513"/>
                <a:gd name="csX20" fmla="*/ 23290 w 52997"/>
                <a:gd name="csY20" fmla="*/ 9171 h 83513"/>
                <a:gd name="csX21" fmla="*/ 13695 w 52997"/>
                <a:gd name="csY21" fmla="*/ 10144 h 83513"/>
                <a:gd name="csX22" fmla="*/ 2422 w 52997"/>
                <a:gd name="csY22" fmla="*/ 13156 h 83513"/>
                <a:gd name="csX23" fmla="*/ 2422 w 52997"/>
                <a:gd name="csY23" fmla="*/ 3457 h 83513"/>
                <a:gd name="csX24" fmla="*/ 14015 w 52997"/>
                <a:gd name="csY24" fmla="*/ 870 h 83513"/>
                <a:gd name="csX25" fmla="*/ 24263 w 52997"/>
                <a:gd name="csY25" fmla="*/ 0 h 83513"/>
                <a:gd name="csX26" fmla="*/ 43879 w 52997"/>
                <a:gd name="csY26" fmla="*/ 5662 h 83513"/>
                <a:gd name="csX27" fmla="*/ 51104 w 52997"/>
                <a:gd name="csY27" fmla="*/ 20868 h 83513"/>
                <a:gd name="csX28" fmla="*/ 47284 w 52997"/>
                <a:gd name="csY28" fmla="*/ 32192 h 83513"/>
                <a:gd name="csX29" fmla="*/ 36384 w 52997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7" h="83513">
                  <a:moveTo>
                    <a:pt x="36384" y="38548"/>
                  </a:moveTo>
                  <a:cubicBezTo>
                    <a:pt x="41601" y="39666"/>
                    <a:pt x="45666" y="41984"/>
                    <a:pt x="48578" y="45504"/>
                  </a:cubicBezTo>
                  <a:cubicBezTo>
                    <a:pt x="51525" y="49030"/>
                    <a:pt x="52998" y="53381"/>
                    <a:pt x="52998" y="58557"/>
                  </a:cubicBezTo>
                  <a:cubicBezTo>
                    <a:pt x="52998" y="66499"/>
                    <a:pt x="50265" y="72644"/>
                    <a:pt x="44800" y="76992"/>
                  </a:cubicBezTo>
                  <a:cubicBezTo>
                    <a:pt x="39334" y="81339"/>
                    <a:pt x="31571" y="83513"/>
                    <a:pt x="21510" y="83513"/>
                  </a:cubicBezTo>
                  <a:cubicBezTo>
                    <a:pt x="18128" y="83513"/>
                    <a:pt x="14643" y="83172"/>
                    <a:pt x="11055" y="82488"/>
                  </a:cubicBezTo>
                  <a:cubicBezTo>
                    <a:pt x="7494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6" y="70771"/>
                    <a:pt x="6321" y="72099"/>
                    <a:pt x="9916" y="72996"/>
                  </a:cubicBezTo>
                  <a:cubicBezTo>
                    <a:pt x="13512" y="73900"/>
                    <a:pt x="17269" y="74352"/>
                    <a:pt x="21189" y="74352"/>
                  </a:cubicBezTo>
                  <a:cubicBezTo>
                    <a:pt x="28014" y="74352"/>
                    <a:pt x="33206" y="73003"/>
                    <a:pt x="36767" y="70305"/>
                  </a:cubicBezTo>
                  <a:cubicBezTo>
                    <a:pt x="40363" y="67607"/>
                    <a:pt x="42160" y="63691"/>
                    <a:pt x="42160" y="58557"/>
                  </a:cubicBezTo>
                  <a:cubicBezTo>
                    <a:pt x="42160" y="53809"/>
                    <a:pt x="40487" y="50107"/>
                    <a:pt x="37140" y="47450"/>
                  </a:cubicBezTo>
                  <a:cubicBezTo>
                    <a:pt x="33834" y="44752"/>
                    <a:pt x="29218" y="43402"/>
                    <a:pt x="23290" y="43402"/>
                  </a:cubicBezTo>
                  <a:lnTo>
                    <a:pt x="13912" y="43402"/>
                  </a:lnTo>
                  <a:lnTo>
                    <a:pt x="13912" y="34449"/>
                  </a:lnTo>
                  <a:lnTo>
                    <a:pt x="23725" y="34449"/>
                  </a:lnTo>
                  <a:cubicBezTo>
                    <a:pt x="29080" y="34449"/>
                    <a:pt x="33175" y="33389"/>
                    <a:pt x="36012" y="31271"/>
                  </a:cubicBezTo>
                  <a:cubicBezTo>
                    <a:pt x="38848" y="29118"/>
                    <a:pt x="40266" y="26026"/>
                    <a:pt x="40266" y="21996"/>
                  </a:cubicBezTo>
                  <a:cubicBezTo>
                    <a:pt x="40266" y="17863"/>
                    <a:pt x="38793" y="14702"/>
                    <a:pt x="35846" y="12515"/>
                  </a:cubicBezTo>
                  <a:cubicBezTo>
                    <a:pt x="32934" y="10286"/>
                    <a:pt x="28749" y="9171"/>
                    <a:pt x="23290" y="9171"/>
                  </a:cubicBezTo>
                  <a:cubicBezTo>
                    <a:pt x="20309" y="9171"/>
                    <a:pt x="17110" y="9495"/>
                    <a:pt x="13695" y="10144"/>
                  </a:cubicBezTo>
                  <a:cubicBezTo>
                    <a:pt x="10279" y="10786"/>
                    <a:pt x="6521" y="11790"/>
                    <a:pt x="2422" y="13156"/>
                  </a:cubicBezTo>
                  <a:lnTo>
                    <a:pt x="2422" y="3457"/>
                  </a:lnTo>
                  <a:cubicBezTo>
                    <a:pt x="6556" y="2305"/>
                    <a:pt x="10420" y="1442"/>
                    <a:pt x="14015" y="870"/>
                  </a:cubicBezTo>
                  <a:cubicBezTo>
                    <a:pt x="17645" y="290"/>
                    <a:pt x="21061" y="0"/>
                    <a:pt x="24263" y="0"/>
                  </a:cubicBezTo>
                  <a:cubicBezTo>
                    <a:pt x="32523" y="0"/>
                    <a:pt x="39062" y="1887"/>
                    <a:pt x="43879" y="5662"/>
                  </a:cubicBezTo>
                  <a:cubicBezTo>
                    <a:pt x="48695" y="9402"/>
                    <a:pt x="51104" y="14471"/>
                    <a:pt x="51104" y="20868"/>
                  </a:cubicBezTo>
                  <a:cubicBezTo>
                    <a:pt x="51104" y="25326"/>
                    <a:pt x="49830" y="29101"/>
                    <a:pt x="47284" y="32192"/>
                  </a:cubicBezTo>
                  <a:cubicBezTo>
                    <a:pt x="44731" y="35242"/>
                    <a:pt x="41098" y="37361"/>
                    <a:pt x="36384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3" name="Freeform 1182">
              <a:extLst>
                <a:ext uri="{FF2B5EF4-FFF2-40B4-BE49-F238E27FC236}">
                  <a16:creationId xmlns:a16="http://schemas.microsoft.com/office/drawing/2014/main" id="{06851FED-997D-F61E-3C48-1C03C3DEDF45}"/>
                </a:ext>
              </a:extLst>
            </p:cNvPr>
            <p:cNvSpPr/>
            <p:nvPr/>
          </p:nvSpPr>
          <p:spPr>
            <a:xfrm>
              <a:off x="5690286" y="4787807"/>
              <a:ext cx="55585" cy="83513"/>
            </a:xfrm>
            <a:custGeom>
              <a:avLst/>
              <a:gdLst>
                <a:gd name="csX0" fmla="*/ 28735 w 55585"/>
                <a:gd name="csY0" fmla="*/ 37368 h 83513"/>
                <a:gd name="csX1" fmla="*/ 17090 w 55585"/>
                <a:gd name="csY1" fmla="*/ 42378 h 83513"/>
                <a:gd name="csX2" fmla="*/ 12835 w 55585"/>
                <a:gd name="csY2" fmla="*/ 56124 h 83513"/>
                <a:gd name="csX3" fmla="*/ 17090 w 55585"/>
                <a:gd name="csY3" fmla="*/ 69870 h 83513"/>
                <a:gd name="csX4" fmla="*/ 28735 w 55585"/>
                <a:gd name="csY4" fmla="*/ 74891 h 83513"/>
                <a:gd name="csX5" fmla="*/ 40328 w 55585"/>
                <a:gd name="csY5" fmla="*/ 69870 h 83513"/>
                <a:gd name="csX6" fmla="*/ 44645 w 55585"/>
                <a:gd name="csY6" fmla="*/ 56124 h 83513"/>
                <a:gd name="csX7" fmla="*/ 40328 w 55585"/>
                <a:gd name="csY7" fmla="*/ 42378 h 83513"/>
                <a:gd name="csX8" fmla="*/ 28735 w 55585"/>
                <a:gd name="csY8" fmla="*/ 37368 h 83513"/>
                <a:gd name="csX9" fmla="*/ 50358 w 55585"/>
                <a:gd name="csY9" fmla="*/ 3240 h 83513"/>
                <a:gd name="csX10" fmla="*/ 50358 w 55585"/>
                <a:gd name="csY10" fmla="*/ 13156 h 83513"/>
                <a:gd name="csX11" fmla="*/ 42057 w 55585"/>
                <a:gd name="csY11" fmla="*/ 10196 h 83513"/>
                <a:gd name="csX12" fmla="*/ 33807 w 55585"/>
                <a:gd name="csY12" fmla="*/ 9171 h 83513"/>
                <a:gd name="csX13" fmla="*/ 17307 w 55585"/>
                <a:gd name="csY13" fmla="*/ 16448 h 83513"/>
                <a:gd name="csX14" fmla="*/ 10838 w 55585"/>
                <a:gd name="csY14" fmla="*/ 38444 h 83513"/>
                <a:gd name="csX15" fmla="*/ 18818 w 55585"/>
                <a:gd name="csY15" fmla="*/ 31271 h 83513"/>
                <a:gd name="csX16" fmla="*/ 29387 w 55585"/>
                <a:gd name="csY16" fmla="*/ 28735 h 83513"/>
                <a:gd name="csX17" fmla="*/ 48526 w 55585"/>
                <a:gd name="csY17" fmla="*/ 36126 h 83513"/>
                <a:gd name="csX18" fmla="*/ 55586 w 55585"/>
                <a:gd name="csY18" fmla="*/ 56124 h 83513"/>
                <a:gd name="csX19" fmla="*/ 48257 w 55585"/>
                <a:gd name="csY19" fmla="*/ 76019 h 83513"/>
                <a:gd name="csX20" fmla="*/ 28735 w 55585"/>
                <a:gd name="csY20" fmla="*/ 83513 h 83513"/>
                <a:gd name="csX21" fmla="*/ 7391 w 55585"/>
                <a:gd name="csY21" fmla="*/ 72841 h 83513"/>
                <a:gd name="csX22" fmla="*/ 0 w 55585"/>
                <a:gd name="csY22" fmla="*/ 41788 h 83513"/>
                <a:gd name="csX23" fmla="*/ 9057 w 55585"/>
                <a:gd name="csY23" fmla="*/ 11376 h 83513"/>
                <a:gd name="csX24" fmla="*/ 33372 w 55585"/>
                <a:gd name="csY24" fmla="*/ 0 h 83513"/>
                <a:gd name="csX25" fmla="*/ 41622 w 55585"/>
                <a:gd name="csY25" fmla="*/ 807 h 83513"/>
                <a:gd name="csX26" fmla="*/ 50358 w 55585"/>
                <a:gd name="csY26" fmla="*/ 324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85" h="83513">
                  <a:moveTo>
                    <a:pt x="28735" y="37368"/>
                  </a:moveTo>
                  <a:cubicBezTo>
                    <a:pt x="23849" y="37368"/>
                    <a:pt x="19967" y="39038"/>
                    <a:pt x="17090" y="42378"/>
                  </a:cubicBezTo>
                  <a:cubicBezTo>
                    <a:pt x="14254" y="45718"/>
                    <a:pt x="12835" y="50300"/>
                    <a:pt x="12835" y="56124"/>
                  </a:cubicBezTo>
                  <a:cubicBezTo>
                    <a:pt x="12835" y="61914"/>
                    <a:pt x="14254" y="66496"/>
                    <a:pt x="17090" y="69870"/>
                  </a:cubicBezTo>
                  <a:cubicBezTo>
                    <a:pt x="19967" y="73217"/>
                    <a:pt x="23849" y="74891"/>
                    <a:pt x="28735" y="74891"/>
                  </a:cubicBezTo>
                  <a:cubicBezTo>
                    <a:pt x="33627" y="74891"/>
                    <a:pt x="37492" y="73217"/>
                    <a:pt x="40328" y="69870"/>
                  </a:cubicBezTo>
                  <a:cubicBezTo>
                    <a:pt x="43206" y="66496"/>
                    <a:pt x="44645" y="61914"/>
                    <a:pt x="44645" y="56124"/>
                  </a:cubicBezTo>
                  <a:cubicBezTo>
                    <a:pt x="44645" y="50300"/>
                    <a:pt x="43206" y="45718"/>
                    <a:pt x="40328" y="42378"/>
                  </a:cubicBezTo>
                  <a:cubicBezTo>
                    <a:pt x="37492" y="39038"/>
                    <a:pt x="33627" y="37368"/>
                    <a:pt x="28735" y="37368"/>
                  </a:cubicBezTo>
                  <a:moveTo>
                    <a:pt x="50358" y="3240"/>
                  </a:moveTo>
                  <a:lnTo>
                    <a:pt x="50358" y="13156"/>
                  </a:lnTo>
                  <a:cubicBezTo>
                    <a:pt x="47626" y="11866"/>
                    <a:pt x="44858" y="10879"/>
                    <a:pt x="42057" y="10196"/>
                  </a:cubicBezTo>
                  <a:cubicBezTo>
                    <a:pt x="39290" y="9513"/>
                    <a:pt x="36540" y="9171"/>
                    <a:pt x="33807" y="9171"/>
                  </a:cubicBezTo>
                  <a:cubicBezTo>
                    <a:pt x="26616" y="9171"/>
                    <a:pt x="21116" y="11597"/>
                    <a:pt x="17307" y="16448"/>
                  </a:cubicBezTo>
                  <a:cubicBezTo>
                    <a:pt x="13532" y="21299"/>
                    <a:pt x="11376" y="28631"/>
                    <a:pt x="10838" y="38444"/>
                  </a:cubicBezTo>
                  <a:cubicBezTo>
                    <a:pt x="12956" y="35318"/>
                    <a:pt x="15616" y="32927"/>
                    <a:pt x="18818" y="31271"/>
                  </a:cubicBezTo>
                  <a:cubicBezTo>
                    <a:pt x="22020" y="29580"/>
                    <a:pt x="25543" y="28735"/>
                    <a:pt x="29387" y="28735"/>
                  </a:cubicBezTo>
                  <a:cubicBezTo>
                    <a:pt x="37475" y="28735"/>
                    <a:pt x="43854" y="31198"/>
                    <a:pt x="48526" y="36126"/>
                  </a:cubicBezTo>
                  <a:cubicBezTo>
                    <a:pt x="53232" y="41011"/>
                    <a:pt x="55586" y="47677"/>
                    <a:pt x="55586" y="56124"/>
                  </a:cubicBezTo>
                  <a:cubicBezTo>
                    <a:pt x="55586" y="64391"/>
                    <a:pt x="53143" y="71023"/>
                    <a:pt x="48257" y="76019"/>
                  </a:cubicBezTo>
                  <a:cubicBezTo>
                    <a:pt x="43364" y="81015"/>
                    <a:pt x="36857" y="83513"/>
                    <a:pt x="28735" y="83513"/>
                  </a:cubicBezTo>
                  <a:cubicBezTo>
                    <a:pt x="19426" y="83513"/>
                    <a:pt x="12311" y="79956"/>
                    <a:pt x="7391" y="72841"/>
                  </a:cubicBezTo>
                  <a:cubicBezTo>
                    <a:pt x="2464" y="65685"/>
                    <a:pt x="0" y="55334"/>
                    <a:pt x="0" y="41788"/>
                  </a:cubicBezTo>
                  <a:cubicBezTo>
                    <a:pt x="0" y="29063"/>
                    <a:pt x="3019" y="18925"/>
                    <a:pt x="9057" y="11376"/>
                  </a:cubicBezTo>
                  <a:cubicBezTo>
                    <a:pt x="15095" y="3792"/>
                    <a:pt x="23200" y="0"/>
                    <a:pt x="33372" y="0"/>
                  </a:cubicBezTo>
                  <a:cubicBezTo>
                    <a:pt x="36105" y="0"/>
                    <a:pt x="38855" y="269"/>
                    <a:pt x="41622" y="807"/>
                  </a:cubicBezTo>
                  <a:cubicBezTo>
                    <a:pt x="44424" y="1353"/>
                    <a:pt x="47336" y="2163"/>
                    <a:pt x="50358" y="324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4" name="Freeform 1183">
              <a:extLst>
                <a:ext uri="{FF2B5EF4-FFF2-40B4-BE49-F238E27FC236}">
                  <a16:creationId xmlns:a16="http://schemas.microsoft.com/office/drawing/2014/main" id="{406368C8-8394-61D0-CC5E-B4FB3B4B19BD}"/>
                </a:ext>
              </a:extLst>
            </p:cNvPr>
            <p:cNvSpPr/>
            <p:nvPr/>
          </p:nvSpPr>
          <p:spPr>
            <a:xfrm>
              <a:off x="6076549" y="4787807"/>
              <a:ext cx="55533" cy="83513"/>
            </a:xfrm>
            <a:custGeom>
              <a:avLst/>
              <a:gdLst>
                <a:gd name="csX0" fmla="*/ 5176 w 55533"/>
                <a:gd name="csY0" fmla="*/ 80284 h 83513"/>
                <a:gd name="csX1" fmla="*/ 5176 w 55533"/>
                <a:gd name="csY1" fmla="*/ 70357 h 83513"/>
                <a:gd name="csX2" fmla="*/ 13477 w 55533"/>
                <a:gd name="csY2" fmla="*/ 73328 h 83513"/>
                <a:gd name="csX3" fmla="*/ 21727 w 55533"/>
                <a:gd name="csY3" fmla="*/ 74352 h 83513"/>
                <a:gd name="csX4" fmla="*/ 38175 w 55533"/>
                <a:gd name="csY4" fmla="*/ 67127 h 83513"/>
                <a:gd name="csX5" fmla="*/ 44696 w 55533"/>
                <a:gd name="csY5" fmla="*/ 45079 h 83513"/>
                <a:gd name="csX6" fmla="*/ 36767 w 55533"/>
                <a:gd name="csY6" fmla="*/ 52191 h 83513"/>
                <a:gd name="csX7" fmla="*/ 26147 w 55533"/>
                <a:gd name="csY7" fmla="*/ 54675 h 83513"/>
                <a:gd name="csX8" fmla="*/ 7008 w 55533"/>
                <a:gd name="csY8" fmla="*/ 47388 h 83513"/>
                <a:gd name="csX9" fmla="*/ 0 w 55533"/>
                <a:gd name="csY9" fmla="*/ 27389 h 83513"/>
                <a:gd name="csX10" fmla="*/ 7339 w 55533"/>
                <a:gd name="csY10" fmla="*/ 7494 h 83513"/>
                <a:gd name="csX11" fmla="*/ 26851 w 55533"/>
                <a:gd name="csY11" fmla="*/ 0 h 83513"/>
                <a:gd name="csX12" fmla="*/ 48143 w 55533"/>
                <a:gd name="csY12" fmla="*/ 10734 h 83513"/>
                <a:gd name="csX13" fmla="*/ 55534 w 55533"/>
                <a:gd name="csY13" fmla="*/ 41788 h 83513"/>
                <a:gd name="csX14" fmla="*/ 46477 w 55533"/>
                <a:gd name="csY14" fmla="*/ 72189 h 83513"/>
                <a:gd name="csX15" fmla="*/ 22214 w 55533"/>
                <a:gd name="csY15" fmla="*/ 83513 h 83513"/>
                <a:gd name="csX16" fmla="*/ 13912 w 55533"/>
                <a:gd name="csY16" fmla="*/ 82706 h 83513"/>
                <a:gd name="csX17" fmla="*/ 5176 w 55533"/>
                <a:gd name="csY17" fmla="*/ 80284 h 83513"/>
                <a:gd name="csX18" fmla="*/ 26851 w 55533"/>
                <a:gd name="csY18" fmla="*/ 46156 h 83513"/>
                <a:gd name="csX19" fmla="*/ 38444 w 55533"/>
                <a:gd name="csY19" fmla="*/ 41135 h 83513"/>
                <a:gd name="csX20" fmla="*/ 42761 w 55533"/>
                <a:gd name="csY20" fmla="*/ 27389 h 83513"/>
                <a:gd name="csX21" fmla="*/ 38444 w 55533"/>
                <a:gd name="csY21" fmla="*/ 13695 h 83513"/>
                <a:gd name="csX22" fmla="*/ 26851 w 55533"/>
                <a:gd name="csY22" fmla="*/ 8633 h 83513"/>
                <a:gd name="csX23" fmla="*/ 15206 w 55533"/>
                <a:gd name="csY23" fmla="*/ 13695 h 83513"/>
                <a:gd name="csX24" fmla="*/ 10951 w 55533"/>
                <a:gd name="csY24" fmla="*/ 27389 h 83513"/>
                <a:gd name="csX25" fmla="*/ 15206 w 55533"/>
                <a:gd name="csY25" fmla="*/ 41135 h 83513"/>
                <a:gd name="csX26" fmla="*/ 26851 w 55533"/>
                <a:gd name="csY26" fmla="*/ 46156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33" h="83513">
                  <a:moveTo>
                    <a:pt x="5176" y="80284"/>
                  </a:moveTo>
                  <a:lnTo>
                    <a:pt x="5176" y="70357"/>
                  </a:lnTo>
                  <a:cubicBezTo>
                    <a:pt x="7908" y="71654"/>
                    <a:pt x="10675" y="72644"/>
                    <a:pt x="13477" y="73328"/>
                  </a:cubicBezTo>
                  <a:cubicBezTo>
                    <a:pt x="16286" y="74011"/>
                    <a:pt x="19036" y="74352"/>
                    <a:pt x="21727" y="74352"/>
                  </a:cubicBezTo>
                  <a:cubicBezTo>
                    <a:pt x="28918" y="74352"/>
                    <a:pt x="34400" y="71944"/>
                    <a:pt x="38175" y="67127"/>
                  </a:cubicBezTo>
                  <a:cubicBezTo>
                    <a:pt x="41984" y="62276"/>
                    <a:pt x="44158" y="54927"/>
                    <a:pt x="44696" y="45079"/>
                  </a:cubicBezTo>
                  <a:cubicBezTo>
                    <a:pt x="42612" y="48164"/>
                    <a:pt x="39969" y="50534"/>
                    <a:pt x="36767" y="52191"/>
                  </a:cubicBezTo>
                  <a:cubicBezTo>
                    <a:pt x="33572" y="53847"/>
                    <a:pt x="30032" y="54675"/>
                    <a:pt x="26147" y="54675"/>
                  </a:cubicBezTo>
                  <a:cubicBezTo>
                    <a:pt x="18101" y="54675"/>
                    <a:pt x="11721" y="52246"/>
                    <a:pt x="7008" y="47388"/>
                  </a:cubicBezTo>
                  <a:cubicBezTo>
                    <a:pt x="2336" y="42502"/>
                    <a:pt x="0" y="35836"/>
                    <a:pt x="0" y="27389"/>
                  </a:cubicBezTo>
                  <a:cubicBezTo>
                    <a:pt x="0" y="19122"/>
                    <a:pt x="2446" y="12490"/>
                    <a:pt x="7339" y="7494"/>
                  </a:cubicBezTo>
                  <a:cubicBezTo>
                    <a:pt x="12225" y="2498"/>
                    <a:pt x="18729" y="0"/>
                    <a:pt x="26851" y="0"/>
                  </a:cubicBezTo>
                  <a:cubicBezTo>
                    <a:pt x="36160" y="0"/>
                    <a:pt x="43257" y="3578"/>
                    <a:pt x="48143" y="10734"/>
                  </a:cubicBezTo>
                  <a:cubicBezTo>
                    <a:pt x="53070" y="17849"/>
                    <a:pt x="55534" y="28200"/>
                    <a:pt x="55534" y="41788"/>
                  </a:cubicBezTo>
                  <a:cubicBezTo>
                    <a:pt x="55534" y="54471"/>
                    <a:pt x="52515" y="64605"/>
                    <a:pt x="46477" y="72189"/>
                  </a:cubicBezTo>
                  <a:cubicBezTo>
                    <a:pt x="40473" y="79738"/>
                    <a:pt x="32385" y="83513"/>
                    <a:pt x="22214" y="83513"/>
                  </a:cubicBezTo>
                  <a:cubicBezTo>
                    <a:pt x="19481" y="83513"/>
                    <a:pt x="16714" y="83244"/>
                    <a:pt x="13912" y="82706"/>
                  </a:cubicBezTo>
                  <a:cubicBezTo>
                    <a:pt x="11110" y="82167"/>
                    <a:pt x="8198" y="81360"/>
                    <a:pt x="5176" y="80284"/>
                  </a:cubicBezTo>
                  <a:moveTo>
                    <a:pt x="26851" y="46156"/>
                  </a:moveTo>
                  <a:cubicBezTo>
                    <a:pt x="31737" y="46156"/>
                    <a:pt x="35601" y="44482"/>
                    <a:pt x="38444" y="41135"/>
                  </a:cubicBezTo>
                  <a:cubicBezTo>
                    <a:pt x="41322" y="37795"/>
                    <a:pt x="42761" y="33213"/>
                    <a:pt x="42761" y="27389"/>
                  </a:cubicBezTo>
                  <a:cubicBezTo>
                    <a:pt x="42761" y="21606"/>
                    <a:pt x="41322" y="17041"/>
                    <a:pt x="38444" y="13695"/>
                  </a:cubicBezTo>
                  <a:cubicBezTo>
                    <a:pt x="35601" y="10320"/>
                    <a:pt x="31737" y="8633"/>
                    <a:pt x="26851" y="8633"/>
                  </a:cubicBezTo>
                  <a:cubicBezTo>
                    <a:pt x="21965" y="8633"/>
                    <a:pt x="18083" y="10320"/>
                    <a:pt x="15206" y="13695"/>
                  </a:cubicBezTo>
                  <a:cubicBezTo>
                    <a:pt x="12370" y="17041"/>
                    <a:pt x="10951" y="21606"/>
                    <a:pt x="10951" y="27389"/>
                  </a:cubicBezTo>
                  <a:cubicBezTo>
                    <a:pt x="10951" y="33213"/>
                    <a:pt x="12370" y="37796"/>
                    <a:pt x="15206" y="41135"/>
                  </a:cubicBezTo>
                  <a:cubicBezTo>
                    <a:pt x="18083" y="44482"/>
                    <a:pt x="21965" y="46156"/>
                    <a:pt x="26851" y="46156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5" name="Freeform 1184">
              <a:extLst>
                <a:ext uri="{FF2B5EF4-FFF2-40B4-BE49-F238E27FC236}">
                  <a16:creationId xmlns:a16="http://schemas.microsoft.com/office/drawing/2014/main" id="{6F973E45-AE0C-E23F-D807-AFA8B4849627}"/>
                </a:ext>
              </a:extLst>
            </p:cNvPr>
            <p:cNvSpPr/>
            <p:nvPr/>
          </p:nvSpPr>
          <p:spPr>
            <a:xfrm>
              <a:off x="5321050" y="4920633"/>
              <a:ext cx="57272" cy="80314"/>
            </a:xfrm>
            <a:custGeom>
              <a:avLst/>
              <a:gdLst>
                <a:gd name="csX0" fmla="*/ 57273 w 57272"/>
                <a:gd name="csY0" fmla="*/ 4730 h 80314"/>
                <a:gd name="csX1" fmla="*/ 56735 w 57272"/>
                <a:gd name="csY1" fmla="*/ 7577 h 80314"/>
                <a:gd name="csX2" fmla="*/ 44851 w 57272"/>
                <a:gd name="csY2" fmla="*/ 54975 h 80314"/>
                <a:gd name="csX3" fmla="*/ 33755 w 57272"/>
                <a:gd name="csY3" fmla="*/ 72913 h 80314"/>
                <a:gd name="csX4" fmla="*/ 15754 w 57272"/>
                <a:gd name="csY4" fmla="*/ 80315 h 80314"/>
                <a:gd name="csX5" fmla="*/ 6304 w 57272"/>
                <a:gd name="csY5" fmla="*/ 77220 h 80314"/>
                <a:gd name="csX6" fmla="*/ 2608 w 57272"/>
                <a:gd name="csY6" fmla="*/ 69518 h 80314"/>
                <a:gd name="csX7" fmla="*/ 4782 w 57272"/>
                <a:gd name="csY7" fmla="*/ 63401 h 80314"/>
                <a:gd name="csX8" fmla="*/ 9575 w 57272"/>
                <a:gd name="csY8" fmla="*/ 61455 h 80314"/>
                <a:gd name="csX9" fmla="*/ 11334 w 57272"/>
                <a:gd name="csY9" fmla="*/ 61703 h 80314"/>
                <a:gd name="csX10" fmla="*/ 13208 w 57272"/>
                <a:gd name="csY10" fmla="*/ 62976 h 80314"/>
                <a:gd name="csX11" fmla="*/ 14181 w 57272"/>
                <a:gd name="csY11" fmla="*/ 65761 h 80314"/>
                <a:gd name="csX12" fmla="*/ 11697 w 57272"/>
                <a:gd name="csY12" fmla="*/ 70854 h 80314"/>
                <a:gd name="csX13" fmla="*/ 9337 w 57272"/>
                <a:gd name="csY13" fmla="*/ 72127 h 80314"/>
                <a:gd name="csX14" fmla="*/ 6366 w 57272"/>
                <a:gd name="csY14" fmla="*/ 72375 h 80314"/>
                <a:gd name="csX15" fmla="*/ 8426 w 57272"/>
                <a:gd name="csY15" fmla="*/ 75222 h 80314"/>
                <a:gd name="csX16" fmla="*/ 11272 w 57272"/>
                <a:gd name="csY16" fmla="*/ 76795 h 80314"/>
                <a:gd name="csX17" fmla="*/ 13757 w 57272"/>
                <a:gd name="csY17" fmla="*/ 77406 h 80314"/>
                <a:gd name="csX18" fmla="*/ 15754 w 57272"/>
                <a:gd name="csY18" fmla="*/ 77582 h 80314"/>
                <a:gd name="csX19" fmla="*/ 29459 w 57272"/>
                <a:gd name="csY19" fmla="*/ 69767 h 80314"/>
                <a:gd name="csX20" fmla="*/ 32482 w 57272"/>
                <a:gd name="csY20" fmla="*/ 65036 h 80314"/>
                <a:gd name="csX21" fmla="*/ 34790 w 57272"/>
                <a:gd name="csY21" fmla="*/ 59881 h 80314"/>
                <a:gd name="csX22" fmla="*/ 36188 w 57272"/>
                <a:gd name="csY22" fmla="*/ 55586 h 80314"/>
                <a:gd name="csX23" fmla="*/ 37513 w 57272"/>
                <a:gd name="csY23" fmla="*/ 50607 h 80314"/>
                <a:gd name="csX24" fmla="*/ 24967 w 57272"/>
                <a:gd name="csY24" fmla="*/ 56248 h 80314"/>
                <a:gd name="csX25" fmla="*/ 19450 w 57272"/>
                <a:gd name="csY25" fmla="*/ 55461 h 80314"/>
                <a:gd name="csX26" fmla="*/ 14667 w 57272"/>
                <a:gd name="csY26" fmla="*/ 53039 h 80314"/>
                <a:gd name="csX27" fmla="*/ 11086 w 57272"/>
                <a:gd name="csY27" fmla="*/ 48371 h 80314"/>
                <a:gd name="csX28" fmla="*/ 9813 w 57272"/>
                <a:gd name="csY28" fmla="*/ 41456 h 80314"/>
                <a:gd name="csX29" fmla="*/ 11448 w 57272"/>
                <a:gd name="csY29" fmla="*/ 31581 h 80314"/>
                <a:gd name="csX30" fmla="*/ 17028 w 57272"/>
                <a:gd name="csY30" fmla="*/ 15392 h 80314"/>
                <a:gd name="csX31" fmla="*/ 19150 w 57272"/>
                <a:gd name="csY31" fmla="*/ 6666 h 80314"/>
                <a:gd name="csX32" fmla="*/ 18849 w 57272"/>
                <a:gd name="csY32" fmla="*/ 4420 h 80314"/>
                <a:gd name="csX33" fmla="*/ 17938 w 57272"/>
                <a:gd name="csY33" fmla="*/ 3209 h 80314"/>
                <a:gd name="csX34" fmla="*/ 16965 w 57272"/>
                <a:gd name="csY34" fmla="*/ 2784 h 80314"/>
                <a:gd name="csX35" fmla="*/ 16065 w 57272"/>
                <a:gd name="csY35" fmla="*/ 2722 h 80314"/>
                <a:gd name="csX36" fmla="*/ 9150 w 57272"/>
                <a:gd name="csY36" fmla="*/ 6366 h 80314"/>
                <a:gd name="csX37" fmla="*/ 3509 w 57272"/>
                <a:gd name="csY37" fmla="*/ 18125 h 80314"/>
                <a:gd name="csX38" fmla="*/ 2722 w 57272"/>
                <a:gd name="csY38" fmla="*/ 19998 h 80314"/>
                <a:gd name="csX39" fmla="*/ 1511 w 57272"/>
                <a:gd name="csY39" fmla="*/ 20361 h 80314"/>
                <a:gd name="csX40" fmla="*/ 0 w 57272"/>
                <a:gd name="csY40" fmla="*/ 19087 h 80314"/>
                <a:gd name="csX41" fmla="*/ 538 w 57272"/>
                <a:gd name="csY41" fmla="*/ 16727 h 80314"/>
                <a:gd name="csX42" fmla="*/ 2360 w 57272"/>
                <a:gd name="csY42" fmla="*/ 11935 h 80314"/>
                <a:gd name="csX43" fmla="*/ 5517 w 57272"/>
                <a:gd name="csY43" fmla="*/ 6428 h 80314"/>
                <a:gd name="csX44" fmla="*/ 10185 w 57272"/>
                <a:gd name="csY44" fmla="*/ 1873 h 80314"/>
                <a:gd name="csX45" fmla="*/ 16427 w 57272"/>
                <a:gd name="csY45" fmla="*/ 0 h 80314"/>
                <a:gd name="csX46" fmla="*/ 23756 w 57272"/>
                <a:gd name="csY46" fmla="*/ 2971 h 80314"/>
                <a:gd name="csX47" fmla="*/ 26602 w 57272"/>
                <a:gd name="csY47" fmla="*/ 10185 h 80314"/>
                <a:gd name="csX48" fmla="*/ 26126 w 57272"/>
                <a:gd name="csY48" fmla="*/ 13519 h 80314"/>
                <a:gd name="csX49" fmla="*/ 24118 w 57272"/>
                <a:gd name="csY49" fmla="*/ 19087 h 80314"/>
                <a:gd name="csX50" fmla="*/ 17752 w 57272"/>
                <a:gd name="csY50" fmla="*/ 43454 h 80314"/>
                <a:gd name="csX51" fmla="*/ 18063 w 57272"/>
                <a:gd name="csY51" fmla="*/ 47036 h 80314"/>
                <a:gd name="csX52" fmla="*/ 19212 w 57272"/>
                <a:gd name="csY52" fmla="*/ 50182 h 80314"/>
                <a:gd name="csX53" fmla="*/ 21572 w 57272"/>
                <a:gd name="csY53" fmla="*/ 52615 h 80314"/>
                <a:gd name="csX54" fmla="*/ 25453 w 57272"/>
                <a:gd name="csY54" fmla="*/ 53464 h 80314"/>
                <a:gd name="csX55" fmla="*/ 30971 w 57272"/>
                <a:gd name="csY55" fmla="*/ 52128 h 80314"/>
                <a:gd name="csX56" fmla="*/ 35391 w 57272"/>
                <a:gd name="csY56" fmla="*/ 48857 h 80314"/>
                <a:gd name="csX57" fmla="*/ 38185 w 57272"/>
                <a:gd name="csY57" fmla="*/ 45400 h 80314"/>
                <a:gd name="csX58" fmla="*/ 39521 w 57272"/>
                <a:gd name="csY58" fmla="*/ 42916 h 80314"/>
                <a:gd name="csX59" fmla="*/ 45090 w 57272"/>
                <a:gd name="csY59" fmla="*/ 20609 h 80314"/>
                <a:gd name="csX60" fmla="*/ 47574 w 57272"/>
                <a:gd name="csY60" fmla="*/ 10662 h 80314"/>
                <a:gd name="csX61" fmla="*/ 49271 w 57272"/>
                <a:gd name="csY61" fmla="*/ 3944 h 80314"/>
                <a:gd name="csX62" fmla="*/ 51280 w 57272"/>
                <a:gd name="csY62" fmla="*/ 1998 h 80314"/>
                <a:gd name="csX63" fmla="*/ 53640 w 57272"/>
                <a:gd name="csY63" fmla="*/ 1335 h 80314"/>
                <a:gd name="csX64" fmla="*/ 56186 w 57272"/>
                <a:gd name="csY64" fmla="*/ 2246 h 80314"/>
                <a:gd name="csX65" fmla="*/ 57273 w 57272"/>
                <a:gd name="csY65" fmla="*/ 4730 h 80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7272" h="80314">
                  <a:moveTo>
                    <a:pt x="57273" y="4730"/>
                  </a:moveTo>
                  <a:cubicBezTo>
                    <a:pt x="57273" y="5296"/>
                    <a:pt x="57093" y="6245"/>
                    <a:pt x="56735" y="7577"/>
                  </a:cubicBezTo>
                  <a:lnTo>
                    <a:pt x="44851" y="54975"/>
                  </a:lnTo>
                  <a:cubicBezTo>
                    <a:pt x="43112" y="62007"/>
                    <a:pt x="39414" y="67986"/>
                    <a:pt x="33755" y="72913"/>
                  </a:cubicBezTo>
                  <a:cubicBezTo>
                    <a:pt x="28138" y="77848"/>
                    <a:pt x="22138" y="80315"/>
                    <a:pt x="15754" y="80315"/>
                  </a:cubicBezTo>
                  <a:cubicBezTo>
                    <a:pt x="11918" y="80315"/>
                    <a:pt x="8767" y="79283"/>
                    <a:pt x="6304" y="77220"/>
                  </a:cubicBezTo>
                  <a:cubicBezTo>
                    <a:pt x="3840" y="75198"/>
                    <a:pt x="2608" y="72631"/>
                    <a:pt x="2608" y="69518"/>
                  </a:cubicBezTo>
                  <a:cubicBezTo>
                    <a:pt x="2608" y="66772"/>
                    <a:pt x="3333" y="64733"/>
                    <a:pt x="4782" y="63401"/>
                  </a:cubicBezTo>
                  <a:cubicBezTo>
                    <a:pt x="6238" y="62103"/>
                    <a:pt x="7836" y="61455"/>
                    <a:pt x="9575" y="61455"/>
                  </a:cubicBezTo>
                  <a:cubicBezTo>
                    <a:pt x="10141" y="61455"/>
                    <a:pt x="10727" y="61538"/>
                    <a:pt x="11334" y="61703"/>
                  </a:cubicBezTo>
                  <a:cubicBezTo>
                    <a:pt x="11942" y="61862"/>
                    <a:pt x="12566" y="62286"/>
                    <a:pt x="13208" y="62976"/>
                  </a:cubicBezTo>
                  <a:cubicBezTo>
                    <a:pt x="13857" y="63660"/>
                    <a:pt x="14181" y="64588"/>
                    <a:pt x="14181" y="65761"/>
                  </a:cubicBezTo>
                  <a:cubicBezTo>
                    <a:pt x="14181" y="67659"/>
                    <a:pt x="13353" y="69356"/>
                    <a:pt x="11697" y="70854"/>
                  </a:cubicBezTo>
                  <a:cubicBezTo>
                    <a:pt x="10889" y="71544"/>
                    <a:pt x="10103" y="71968"/>
                    <a:pt x="9337" y="72127"/>
                  </a:cubicBezTo>
                  <a:cubicBezTo>
                    <a:pt x="8605" y="72292"/>
                    <a:pt x="7615" y="72375"/>
                    <a:pt x="6366" y="72375"/>
                  </a:cubicBezTo>
                  <a:cubicBezTo>
                    <a:pt x="6849" y="73500"/>
                    <a:pt x="7536" y="74449"/>
                    <a:pt x="8426" y="75222"/>
                  </a:cubicBezTo>
                  <a:cubicBezTo>
                    <a:pt x="9316" y="75988"/>
                    <a:pt x="10265" y="76512"/>
                    <a:pt x="11272" y="76795"/>
                  </a:cubicBezTo>
                  <a:cubicBezTo>
                    <a:pt x="12280" y="77119"/>
                    <a:pt x="13108" y="77323"/>
                    <a:pt x="13757" y="77406"/>
                  </a:cubicBezTo>
                  <a:cubicBezTo>
                    <a:pt x="14447" y="77523"/>
                    <a:pt x="15113" y="77582"/>
                    <a:pt x="15754" y="77582"/>
                  </a:cubicBezTo>
                  <a:cubicBezTo>
                    <a:pt x="20930" y="77582"/>
                    <a:pt x="25498" y="74977"/>
                    <a:pt x="29459" y="69767"/>
                  </a:cubicBezTo>
                  <a:cubicBezTo>
                    <a:pt x="30626" y="68186"/>
                    <a:pt x="31633" y="66610"/>
                    <a:pt x="32482" y="65036"/>
                  </a:cubicBezTo>
                  <a:cubicBezTo>
                    <a:pt x="33372" y="63497"/>
                    <a:pt x="34141" y="61779"/>
                    <a:pt x="34790" y="59881"/>
                  </a:cubicBezTo>
                  <a:cubicBezTo>
                    <a:pt x="35439" y="58025"/>
                    <a:pt x="35905" y="56593"/>
                    <a:pt x="36188" y="55586"/>
                  </a:cubicBezTo>
                  <a:cubicBezTo>
                    <a:pt x="36505" y="54571"/>
                    <a:pt x="36947" y="52912"/>
                    <a:pt x="37513" y="50607"/>
                  </a:cubicBezTo>
                  <a:cubicBezTo>
                    <a:pt x="33758" y="54368"/>
                    <a:pt x="29577" y="56248"/>
                    <a:pt x="24967" y="56248"/>
                  </a:cubicBezTo>
                  <a:cubicBezTo>
                    <a:pt x="23028" y="56248"/>
                    <a:pt x="21189" y="55986"/>
                    <a:pt x="19450" y="55461"/>
                  </a:cubicBezTo>
                  <a:cubicBezTo>
                    <a:pt x="17752" y="54937"/>
                    <a:pt x="16158" y="54130"/>
                    <a:pt x="14667" y="53039"/>
                  </a:cubicBezTo>
                  <a:cubicBezTo>
                    <a:pt x="13170" y="51908"/>
                    <a:pt x="11976" y="50351"/>
                    <a:pt x="11086" y="48371"/>
                  </a:cubicBezTo>
                  <a:cubicBezTo>
                    <a:pt x="10237" y="46390"/>
                    <a:pt x="9813" y="44086"/>
                    <a:pt x="9813" y="41456"/>
                  </a:cubicBezTo>
                  <a:cubicBezTo>
                    <a:pt x="9813" y="38668"/>
                    <a:pt x="10358" y="35377"/>
                    <a:pt x="11448" y="31581"/>
                  </a:cubicBezTo>
                  <a:cubicBezTo>
                    <a:pt x="12546" y="27779"/>
                    <a:pt x="14405" y="22383"/>
                    <a:pt x="17028" y="15392"/>
                  </a:cubicBezTo>
                  <a:cubicBezTo>
                    <a:pt x="18442" y="11473"/>
                    <a:pt x="19150" y="8564"/>
                    <a:pt x="19150" y="6666"/>
                  </a:cubicBezTo>
                  <a:cubicBezTo>
                    <a:pt x="19150" y="5734"/>
                    <a:pt x="19050" y="4986"/>
                    <a:pt x="18849" y="4420"/>
                  </a:cubicBezTo>
                  <a:cubicBezTo>
                    <a:pt x="18649" y="3820"/>
                    <a:pt x="18346" y="3416"/>
                    <a:pt x="17938" y="3209"/>
                  </a:cubicBezTo>
                  <a:cubicBezTo>
                    <a:pt x="17531" y="2967"/>
                    <a:pt x="17207" y="2826"/>
                    <a:pt x="16965" y="2784"/>
                  </a:cubicBezTo>
                  <a:cubicBezTo>
                    <a:pt x="16765" y="2743"/>
                    <a:pt x="16465" y="2722"/>
                    <a:pt x="16065" y="2722"/>
                  </a:cubicBezTo>
                  <a:cubicBezTo>
                    <a:pt x="13677" y="2722"/>
                    <a:pt x="11372" y="3937"/>
                    <a:pt x="9150" y="6366"/>
                  </a:cubicBezTo>
                  <a:cubicBezTo>
                    <a:pt x="6928" y="8788"/>
                    <a:pt x="5048" y="12708"/>
                    <a:pt x="3509" y="18125"/>
                  </a:cubicBezTo>
                  <a:cubicBezTo>
                    <a:pt x="3192" y="19132"/>
                    <a:pt x="2929" y="19757"/>
                    <a:pt x="2722" y="19998"/>
                  </a:cubicBezTo>
                  <a:cubicBezTo>
                    <a:pt x="2522" y="20240"/>
                    <a:pt x="2118" y="20361"/>
                    <a:pt x="1511" y="20361"/>
                  </a:cubicBezTo>
                  <a:cubicBezTo>
                    <a:pt x="504" y="20326"/>
                    <a:pt x="0" y="19902"/>
                    <a:pt x="0" y="19087"/>
                  </a:cubicBezTo>
                  <a:cubicBezTo>
                    <a:pt x="0" y="18770"/>
                    <a:pt x="179" y="17983"/>
                    <a:pt x="538" y="16727"/>
                  </a:cubicBezTo>
                  <a:cubicBezTo>
                    <a:pt x="904" y="15437"/>
                    <a:pt x="1511" y="13839"/>
                    <a:pt x="2360" y="11935"/>
                  </a:cubicBezTo>
                  <a:cubicBezTo>
                    <a:pt x="3250" y="9996"/>
                    <a:pt x="4303" y="8160"/>
                    <a:pt x="5517" y="6428"/>
                  </a:cubicBezTo>
                  <a:cubicBezTo>
                    <a:pt x="6725" y="4648"/>
                    <a:pt x="8281" y="3129"/>
                    <a:pt x="10185" y="1873"/>
                  </a:cubicBezTo>
                  <a:cubicBezTo>
                    <a:pt x="12125" y="624"/>
                    <a:pt x="14205" y="0"/>
                    <a:pt x="16427" y="0"/>
                  </a:cubicBezTo>
                  <a:cubicBezTo>
                    <a:pt x="19457" y="0"/>
                    <a:pt x="21900" y="990"/>
                    <a:pt x="23756" y="2971"/>
                  </a:cubicBezTo>
                  <a:cubicBezTo>
                    <a:pt x="25654" y="4910"/>
                    <a:pt x="26602" y="7315"/>
                    <a:pt x="26602" y="10185"/>
                  </a:cubicBezTo>
                  <a:cubicBezTo>
                    <a:pt x="26602" y="11352"/>
                    <a:pt x="26444" y="12463"/>
                    <a:pt x="26126" y="13519"/>
                  </a:cubicBezTo>
                  <a:cubicBezTo>
                    <a:pt x="25843" y="14526"/>
                    <a:pt x="25174" y="16382"/>
                    <a:pt x="24118" y="19087"/>
                  </a:cubicBezTo>
                  <a:cubicBezTo>
                    <a:pt x="19874" y="29998"/>
                    <a:pt x="17752" y="38120"/>
                    <a:pt x="17752" y="43454"/>
                  </a:cubicBezTo>
                  <a:cubicBezTo>
                    <a:pt x="17752" y="44751"/>
                    <a:pt x="17856" y="45945"/>
                    <a:pt x="18063" y="47036"/>
                  </a:cubicBezTo>
                  <a:cubicBezTo>
                    <a:pt x="18304" y="48084"/>
                    <a:pt x="18687" y="49133"/>
                    <a:pt x="19212" y="50182"/>
                  </a:cubicBezTo>
                  <a:cubicBezTo>
                    <a:pt x="19736" y="51197"/>
                    <a:pt x="20523" y="52008"/>
                    <a:pt x="21572" y="52615"/>
                  </a:cubicBezTo>
                  <a:cubicBezTo>
                    <a:pt x="22662" y="53181"/>
                    <a:pt x="23956" y="53464"/>
                    <a:pt x="25453" y="53464"/>
                  </a:cubicBezTo>
                  <a:cubicBezTo>
                    <a:pt x="27351" y="53464"/>
                    <a:pt x="29190" y="53019"/>
                    <a:pt x="30971" y="52128"/>
                  </a:cubicBezTo>
                  <a:cubicBezTo>
                    <a:pt x="32785" y="51197"/>
                    <a:pt x="34259" y="50106"/>
                    <a:pt x="35391" y="48857"/>
                  </a:cubicBezTo>
                  <a:cubicBezTo>
                    <a:pt x="36564" y="47602"/>
                    <a:pt x="37495" y="46449"/>
                    <a:pt x="38185" y="45400"/>
                  </a:cubicBezTo>
                  <a:cubicBezTo>
                    <a:pt x="38910" y="44310"/>
                    <a:pt x="39355" y="43482"/>
                    <a:pt x="39521" y="42916"/>
                  </a:cubicBezTo>
                  <a:lnTo>
                    <a:pt x="45090" y="20609"/>
                  </a:lnTo>
                  <a:lnTo>
                    <a:pt x="47574" y="10662"/>
                  </a:lnTo>
                  <a:cubicBezTo>
                    <a:pt x="48347" y="7066"/>
                    <a:pt x="48913" y="4827"/>
                    <a:pt x="49271" y="3944"/>
                  </a:cubicBezTo>
                  <a:cubicBezTo>
                    <a:pt x="49761" y="3095"/>
                    <a:pt x="50431" y="2446"/>
                    <a:pt x="51280" y="1998"/>
                  </a:cubicBezTo>
                  <a:cubicBezTo>
                    <a:pt x="52128" y="1556"/>
                    <a:pt x="52915" y="1335"/>
                    <a:pt x="53640" y="1335"/>
                  </a:cubicBezTo>
                  <a:cubicBezTo>
                    <a:pt x="54647" y="1335"/>
                    <a:pt x="55496" y="1639"/>
                    <a:pt x="56186" y="2246"/>
                  </a:cubicBezTo>
                  <a:cubicBezTo>
                    <a:pt x="56911" y="2847"/>
                    <a:pt x="57273" y="3675"/>
                    <a:pt x="57273" y="473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6" name="Freeform 1185">
              <a:extLst>
                <a:ext uri="{FF2B5EF4-FFF2-40B4-BE49-F238E27FC236}">
                  <a16:creationId xmlns:a16="http://schemas.microsoft.com/office/drawing/2014/main" id="{2792F426-80E6-F4E7-5A6A-352EEF2857FF}"/>
                </a:ext>
              </a:extLst>
            </p:cNvPr>
            <p:cNvSpPr/>
            <p:nvPr/>
          </p:nvSpPr>
          <p:spPr>
            <a:xfrm>
              <a:off x="4258982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979495B7-0A4A-4486-EFE4-9BBBA8CB00CF}"/>
                </a:ext>
              </a:extLst>
            </p:cNvPr>
            <p:cNvSpPr/>
            <p:nvPr/>
          </p:nvSpPr>
          <p:spPr>
            <a:xfrm>
              <a:off x="4258982" y="4749269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06EE0BCC-2B7B-E93F-2635-4FAC4D00F6AE}"/>
                </a:ext>
              </a:extLst>
            </p:cNvPr>
            <p:cNvSpPr/>
            <p:nvPr/>
          </p:nvSpPr>
          <p:spPr>
            <a:xfrm>
              <a:off x="4258982" y="4304382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6D4D86F1-E252-8F32-1DB7-1528C2D97EB2}"/>
                </a:ext>
              </a:extLst>
            </p:cNvPr>
            <p:cNvSpPr/>
            <p:nvPr/>
          </p:nvSpPr>
          <p:spPr>
            <a:xfrm>
              <a:off x="4258982" y="385949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3BB3B1F2-689E-A7BB-D75E-25D4B0A7AB26}"/>
                </a:ext>
              </a:extLst>
            </p:cNvPr>
            <p:cNvSpPr/>
            <p:nvPr/>
          </p:nvSpPr>
          <p:spPr>
            <a:xfrm>
              <a:off x="4258982" y="3414606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835A699E-E0D3-D3BC-512D-6CF9AA1D8CD8}"/>
                </a:ext>
              </a:extLst>
            </p:cNvPr>
            <p:cNvSpPr/>
            <p:nvPr/>
          </p:nvSpPr>
          <p:spPr>
            <a:xfrm>
              <a:off x="4060737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8 w 55637"/>
                <a:gd name="csY5" fmla="*/ 66641 h 83513"/>
                <a:gd name="csX6" fmla="*/ 44747 w 55637"/>
                <a:gd name="csY6" fmla="*/ 41788 h 83513"/>
                <a:gd name="csX7" fmla="*/ 40488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0542A918-8260-2907-6830-5A53CE9664DF}"/>
                </a:ext>
              </a:extLst>
            </p:cNvPr>
            <p:cNvSpPr/>
            <p:nvPr/>
          </p:nvSpPr>
          <p:spPr>
            <a:xfrm>
              <a:off x="4135513" y="4775820"/>
              <a:ext cx="11375" cy="13694"/>
            </a:xfrm>
            <a:custGeom>
              <a:avLst/>
              <a:gdLst>
                <a:gd name="csX0" fmla="*/ 0 w 11375"/>
                <a:gd name="csY0" fmla="*/ 0 h 13694"/>
                <a:gd name="csX1" fmla="*/ 11376 w 11375"/>
                <a:gd name="csY1" fmla="*/ 0 h 13694"/>
                <a:gd name="csX2" fmla="*/ 11376 w 11375"/>
                <a:gd name="csY2" fmla="*/ 13695 h 13694"/>
                <a:gd name="csX3" fmla="*/ 0 w 11375"/>
                <a:gd name="csY3" fmla="*/ 13695 h 13694"/>
                <a:gd name="csX4" fmla="*/ 0 w 11375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4">
                  <a:moveTo>
                    <a:pt x="0" y="0"/>
                  </a:moveTo>
                  <a:lnTo>
                    <a:pt x="11376" y="0"/>
                  </a:lnTo>
                  <a:lnTo>
                    <a:pt x="11376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31AD80B4-8C03-9987-422A-1E486DEA0A1F}"/>
                </a:ext>
              </a:extLst>
            </p:cNvPr>
            <p:cNvSpPr/>
            <p:nvPr/>
          </p:nvSpPr>
          <p:spPr>
            <a:xfrm>
              <a:off x="4166081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50 w 55637"/>
                <a:gd name="csY1" fmla="*/ 16934 h 83513"/>
                <a:gd name="csX2" fmla="*/ 10944 w 55637"/>
                <a:gd name="csY2" fmla="*/ 41788 h 83513"/>
                <a:gd name="csX3" fmla="*/ 15150 w 55637"/>
                <a:gd name="csY3" fmla="*/ 66641 h 83513"/>
                <a:gd name="csX4" fmla="*/ 27819 w 55637"/>
                <a:gd name="csY4" fmla="*/ 74891 h 83513"/>
                <a:gd name="csX5" fmla="*/ 40489 w 55637"/>
                <a:gd name="csY5" fmla="*/ 66641 h 83513"/>
                <a:gd name="csX6" fmla="*/ 44747 w 55637"/>
                <a:gd name="csY6" fmla="*/ 41788 h 83513"/>
                <a:gd name="csX7" fmla="*/ 40489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50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50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5" y="72141"/>
                    <a:pt x="40489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9" y="16934"/>
                  </a:cubicBezTo>
                  <a:cubicBezTo>
                    <a:pt x="37685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4231D7A5-7347-31DF-BB73-367F7C7FF3AC}"/>
                </a:ext>
              </a:extLst>
            </p:cNvPr>
            <p:cNvSpPr/>
            <p:nvPr/>
          </p:nvSpPr>
          <p:spPr>
            <a:xfrm>
              <a:off x="4063595" y="4262680"/>
              <a:ext cx="55636" cy="83509"/>
            </a:xfrm>
            <a:custGeom>
              <a:avLst/>
              <a:gdLst>
                <a:gd name="csX0" fmla="*/ 27819 w 55636"/>
                <a:gd name="csY0" fmla="*/ 8627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6 h 83509"/>
                <a:gd name="csX4" fmla="*/ 27819 w 55636"/>
                <a:gd name="csY4" fmla="*/ 74884 h 83509"/>
                <a:gd name="csX5" fmla="*/ 40488 w 55636"/>
                <a:gd name="csY5" fmla="*/ 66636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7 h 83509"/>
                <a:gd name="csX9" fmla="*/ 27819 w 55636"/>
                <a:gd name="csY9" fmla="*/ 0 h 83509"/>
                <a:gd name="csX10" fmla="*/ 48467 w 55636"/>
                <a:gd name="csY10" fmla="*/ 10729 h 83509"/>
                <a:gd name="csX11" fmla="*/ 55637 w 55636"/>
                <a:gd name="csY11" fmla="*/ 41782 h 83509"/>
                <a:gd name="csX12" fmla="*/ 48467 w 55636"/>
                <a:gd name="csY12" fmla="*/ 72836 h 83509"/>
                <a:gd name="csX13" fmla="*/ 27819 w 55636"/>
                <a:gd name="csY13" fmla="*/ 83510 h 83509"/>
                <a:gd name="csX14" fmla="*/ 7116 w 55636"/>
                <a:gd name="csY14" fmla="*/ 72836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7"/>
                  </a:moveTo>
                  <a:cubicBezTo>
                    <a:pt x="22212" y="8627"/>
                    <a:pt x="17989" y="11394"/>
                    <a:pt x="15149" y="16928"/>
                  </a:cubicBezTo>
                  <a:cubicBezTo>
                    <a:pt x="12346" y="22428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5"/>
                    <a:pt x="22212" y="74884"/>
                    <a:pt x="27819" y="74884"/>
                  </a:cubicBezTo>
                  <a:cubicBezTo>
                    <a:pt x="33461" y="74884"/>
                    <a:pt x="37684" y="72135"/>
                    <a:pt x="40488" y="66636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4"/>
                    <a:pt x="33461" y="8627"/>
                    <a:pt x="27819" y="8627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7" y="72836"/>
                  </a:cubicBezTo>
                  <a:cubicBezTo>
                    <a:pt x="43723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6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F202E693-E58E-F8FD-22D0-899604A5F11A}"/>
                </a:ext>
              </a:extLst>
            </p:cNvPr>
            <p:cNvSpPr/>
            <p:nvPr/>
          </p:nvSpPr>
          <p:spPr>
            <a:xfrm>
              <a:off x="4138371" y="4330933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D7FF15A8-137C-F4C2-B199-62DF08FEFE3E}"/>
                </a:ext>
              </a:extLst>
            </p:cNvPr>
            <p:cNvSpPr/>
            <p:nvPr/>
          </p:nvSpPr>
          <p:spPr>
            <a:xfrm>
              <a:off x="4173790" y="4264137"/>
              <a:ext cx="47927" cy="80490"/>
            </a:xfrm>
            <a:custGeom>
              <a:avLst/>
              <a:gdLst>
                <a:gd name="csX0" fmla="*/ 1564 w 47927"/>
                <a:gd name="csY0" fmla="*/ 71325 h 80490"/>
                <a:gd name="csX1" fmla="*/ 19355 w 47927"/>
                <a:gd name="csY1" fmla="*/ 71325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2 h 80490"/>
                <a:gd name="csX5" fmla="*/ 19247 w 47927"/>
                <a:gd name="csY5" fmla="*/ 0 h 80490"/>
                <a:gd name="csX6" fmla="*/ 30137 w 47927"/>
                <a:gd name="csY6" fmla="*/ 0 h 80490"/>
                <a:gd name="csX7" fmla="*/ 30137 w 47927"/>
                <a:gd name="csY7" fmla="*/ 71325 h 80490"/>
                <a:gd name="csX8" fmla="*/ 47928 w 47927"/>
                <a:gd name="csY8" fmla="*/ 71325 h 80490"/>
                <a:gd name="csX9" fmla="*/ 47928 w 47927"/>
                <a:gd name="csY9" fmla="*/ 80491 h 80490"/>
                <a:gd name="csX10" fmla="*/ 1564 w 47927"/>
                <a:gd name="csY10" fmla="*/ 80491 h 80490"/>
                <a:gd name="csX11" fmla="*/ 1564 w 47927"/>
                <a:gd name="csY11" fmla="*/ 71325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4" y="71325"/>
                  </a:moveTo>
                  <a:lnTo>
                    <a:pt x="19355" y="71325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2"/>
                  </a:lnTo>
                  <a:lnTo>
                    <a:pt x="19247" y="0"/>
                  </a:lnTo>
                  <a:lnTo>
                    <a:pt x="30137" y="0"/>
                  </a:lnTo>
                  <a:lnTo>
                    <a:pt x="30137" y="71325"/>
                  </a:lnTo>
                  <a:lnTo>
                    <a:pt x="47928" y="71325"/>
                  </a:lnTo>
                  <a:lnTo>
                    <a:pt x="47928" y="80491"/>
                  </a:lnTo>
                  <a:lnTo>
                    <a:pt x="1564" y="80491"/>
                  </a:lnTo>
                  <a:lnTo>
                    <a:pt x="1564" y="71325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C356EFA3-9092-82E3-93DF-96C52500F033}"/>
                </a:ext>
              </a:extLst>
            </p:cNvPr>
            <p:cNvSpPr/>
            <p:nvPr/>
          </p:nvSpPr>
          <p:spPr>
            <a:xfrm>
              <a:off x="4064457" y="3817793"/>
              <a:ext cx="55637" cy="83510"/>
            </a:xfrm>
            <a:custGeom>
              <a:avLst/>
              <a:gdLst>
                <a:gd name="csX0" fmla="*/ 27819 w 55637"/>
                <a:gd name="csY0" fmla="*/ 8626 h 83510"/>
                <a:gd name="csX1" fmla="*/ 15149 w 55637"/>
                <a:gd name="csY1" fmla="*/ 16928 h 83510"/>
                <a:gd name="csX2" fmla="*/ 10944 w 55637"/>
                <a:gd name="csY2" fmla="*/ 41781 h 83510"/>
                <a:gd name="csX3" fmla="*/ 15149 w 55637"/>
                <a:gd name="csY3" fmla="*/ 66636 h 83510"/>
                <a:gd name="csX4" fmla="*/ 27819 w 55637"/>
                <a:gd name="csY4" fmla="*/ 74883 h 83510"/>
                <a:gd name="csX5" fmla="*/ 40488 w 55637"/>
                <a:gd name="csY5" fmla="*/ 66636 h 83510"/>
                <a:gd name="csX6" fmla="*/ 44747 w 55637"/>
                <a:gd name="csY6" fmla="*/ 41781 h 83510"/>
                <a:gd name="csX7" fmla="*/ 40488 w 55637"/>
                <a:gd name="csY7" fmla="*/ 16928 h 83510"/>
                <a:gd name="csX8" fmla="*/ 27819 w 55637"/>
                <a:gd name="csY8" fmla="*/ 8626 h 83510"/>
                <a:gd name="csX9" fmla="*/ 27819 w 55637"/>
                <a:gd name="csY9" fmla="*/ 0 h 83510"/>
                <a:gd name="csX10" fmla="*/ 48467 w 55637"/>
                <a:gd name="csY10" fmla="*/ 10729 h 83510"/>
                <a:gd name="csX11" fmla="*/ 55638 w 55637"/>
                <a:gd name="csY11" fmla="*/ 41781 h 83510"/>
                <a:gd name="csX12" fmla="*/ 48467 w 55637"/>
                <a:gd name="csY12" fmla="*/ 72835 h 83510"/>
                <a:gd name="csX13" fmla="*/ 27819 w 55637"/>
                <a:gd name="csY13" fmla="*/ 83510 h 83510"/>
                <a:gd name="csX14" fmla="*/ 7116 w 55637"/>
                <a:gd name="csY14" fmla="*/ 72835 h 83510"/>
                <a:gd name="csX15" fmla="*/ 0 w 55637"/>
                <a:gd name="csY15" fmla="*/ 41781 h 83510"/>
                <a:gd name="csX16" fmla="*/ 7116 w 55637"/>
                <a:gd name="csY16" fmla="*/ 10729 h 83510"/>
                <a:gd name="csX17" fmla="*/ 27819 w 55637"/>
                <a:gd name="csY17" fmla="*/ 0 h 83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0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2"/>
                    <a:pt x="10944" y="41781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4"/>
                    <a:pt x="22212" y="74883"/>
                    <a:pt x="27819" y="74883"/>
                  </a:cubicBezTo>
                  <a:cubicBezTo>
                    <a:pt x="33461" y="74883"/>
                    <a:pt x="37684" y="72134"/>
                    <a:pt x="40488" y="66636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8" y="28196"/>
                    <a:pt x="55638" y="41781"/>
                  </a:cubicBezTo>
                  <a:cubicBezTo>
                    <a:pt x="55638" y="55332"/>
                    <a:pt x="53247" y="65683"/>
                    <a:pt x="48467" y="72835"/>
                  </a:cubicBezTo>
                  <a:cubicBezTo>
                    <a:pt x="43723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5"/>
                  </a:cubicBezTo>
                  <a:cubicBezTo>
                    <a:pt x="2372" y="65683"/>
                    <a:pt x="0" y="55332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82476C26-F5D6-58C5-DC1A-CF2E23AD6CF0}"/>
                </a:ext>
              </a:extLst>
            </p:cNvPr>
            <p:cNvSpPr/>
            <p:nvPr/>
          </p:nvSpPr>
          <p:spPr>
            <a:xfrm>
              <a:off x="4139233" y="3886045"/>
              <a:ext cx="11375" cy="13693"/>
            </a:xfrm>
            <a:custGeom>
              <a:avLst/>
              <a:gdLst>
                <a:gd name="csX0" fmla="*/ 0 w 11375"/>
                <a:gd name="csY0" fmla="*/ 0 h 13693"/>
                <a:gd name="csX1" fmla="*/ 11376 w 11375"/>
                <a:gd name="csY1" fmla="*/ 0 h 13693"/>
                <a:gd name="csX2" fmla="*/ 11376 w 11375"/>
                <a:gd name="csY2" fmla="*/ 13694 h 13693"/>
                <a:gd name="csX3" fmla="*/ 0 w 11375"/>
                <a:gd name="csY3" fmla="*/ 13694 h 13693"/>
                <a:gd name="csX4" fmla="*/ 0 w 11375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3">
                  <a:moveTo>
                    <a:pt x="0" y="0"/>
                  </a:moveTo>
                  <a:lnTo>
                    <a:pt x="11376" y="0"/>
                  </a:lnTo>
                  <a:lnTo>
                    <a:pt x="11376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10C672A8-5793-AB2B-8506-980F48E3056B}"/>
                </a:ext>
              </a:extLst>
            </p:cNvPr>
            <p:cNvSpPr/>
            <p:nvPr/>
          </p:nvSpPr>
          <p:spPr>
            <a:xfrm>
              <a:off x="4170609" y="3817793"/>
              <a:ext cx="51108" cy="81945"/>
            </a:xfrm>
            <a:custGeom>
              <a:avLst/>
              <a:gdLst>
                <a:gd name="csX0" fmla="*/ 13101 w 51108"/>
                <a:gd name="csY0" fmla="*/ 72781 h 81945"/>
                <a:gd name="csX1" fmla="*/ 51109 w 51108"/>
                <a:gd name="csY1" fmla="*/ 72781 h 81945"/>
                <a:gd name="csX2" fmla="*/ 51109 w 51108"/>
                <a:gd name="csY2" fmla="*/ 81946 h 81945"/>
                <a:gd name="csX3" fmla="*/ 0 w 51108"/>
                <a:gd name="csY3" fmla="*/ 81946 h 81945"/>
                <a:gd name="csX4" fmla="*/ 0 w 51108"/>
                <a:gd name="csY4" fmla="*/ 72781 h 81945"/>
                <a:gd name="csX5" fmla="*/ 16874 w 51108"/>
                <a:gd name="csY5" fmla="*/ 55584 h 81945"/>
                <a:gd name="csX6" fmla="*/ 30353 w 51108"/>
                <a:gd name="csY6" fmla="*/ 41620 h 81945"/>
                <a:gd name="csX7" fmla="*/ 37631 w 51108"/>
                <a:gd name="csY7" fmla="*/ 31700 h 81945"/>
                <a:gd name="csX8" fmla="*/ 39734 w 51108"/>
                <a:gd name="csY8" fmla="*/ 23667 h 81945"/>
                <a:gd name="csX9" fmla="*/ 35205 w 51108"/>
                <a:gd name="csY9" fmla="*/ 13208 h 81945"/>
                <a:gd name="csX10" fmla="*/ 23506 w 51108"/>
                <a:gd name="csY10" fmla="*/ 9165 h 81945"/>
                <a:gd name="csX11" fmla="*/ 12670 w 51108"/>
                <a:gd name="csY11" fmla="*/ 10944 h 81945"/>
                <a:gd name="csX12" fmla="*/ 539 w 51108"/>
                <a:gd name="csY12" fmla="*/ 16335 h 81945"/>
                <a:gd name="csX13" fmla="*/ 539 w 51108"/>
                <a:gd name="csY13" fmla="*/ 5337 h 81945"/>
                <a:gd name="csX14" fmla="*/ 12831 w 51108"/>
                <a:gd name="csY14" fmla="*/ 1348 h 81945"/>
                <a:gd name="csX15" fmla="*/ 23290 w 51108"/>
                <a:gd name="csY15" fmla="*/ 0 h 81945"/>
                <a:gd name="csX16" fmla="*/ 43238 w 51108"/>
                <a:gd name="csY16" fmla="*/ 6254 h 81945"/>
                <a:gd name="csX17" fmla="*/ 50677 w 51108"/>
                <a:gd name="csY17" fmla="*/ 22966 h 81945"/>
                <a:gd name="csX18" fmla="*/ 48791 w 51108"/>
                <a:gd name="csY18" fmla="*/ 32401 h 81945"/>
                <a:gd name="csX19" fmla="*/ 42052 w 51108"/>
                <a:gd name="csY19" fmla="*/ 42860 h 81945"/>
                <a:gd name="csX20" fmla="*/ 33480 w 51108"/>
                <a:gd name="csY20" fmla="*/ 51917 h 81945"/>
                <a:gd name="csX21" fmla="*/ 13101 w 51108"/>
                <a:gd name="csY21" fmla="*/ 72781 h 819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108" h="81945">
                  <a:moveTo>
                    <a:pt x="13101" y="72781"/>
                  </a:moveTo>
                  <a:lnTo>
                    <a:pt x="51109" y="72781"/>
                  </a:lnTo>
                  <a:lnTo>
                    <a:pt x="51109" y="81946"/>
                  </a:lnTo>
                  <a:lnTo>
                    <a:pt x="0" y="81946"/>
                  </a:lnTo>
                  <a:lnTo>
                    <a:pt x="0" y="72781"/>
                  </a:lnTo>
                  <a:cubicBezTo>
                    <a:pt x="4134" y="68504"/>
                    <a:pt x="9758" y="62771"/>
                    <a:pt x="16874" y="55584"/>
                  </a:cubicBezTo>
                  <a:cubicBezTo>
                    <a:pt x="24027" y="48359"/>
                    <a:pt x="28520" y="43705"/>
                    <a:pt x="30353" y="41620"/>
                  </a:cubicBezTo>
                  <a:cubicBezTo>
                    <a:pt x="33839" y="37702"/>
                    <a:pt x="36265" y="34396"/>
                    <a:pt x="37631" y="31700"/>
                  </a:cubicBezTo>
                  <a:cubicBezTo>
                    <a:pt x="39033" y="28969"/>
                    <a:pt x="39734" y="26291"/>
                    <a:pt x="39734" y="23667"/>
                  </a:cubicBezTo>
                  <a:cubicBezTo>
                    <a:pt x="39734" y="19390"/>
                    <a:pt x="38224" y="15904"/>
                    <a:pt x="35205" y="13208"/>
                  </a:cubicBezTo>
                  <a:cubicBezTo>
                    <a:pt x="32222" y="10513"/>
                    <a:pt x="28322" y="9165"/>
                    <a:pt x="23506" y="9165"/>
                  </a:cubicBezTo>
                  <a:cubicBezTo>
                    <a:pt x="20092" y="9165"/>
                    <a:pt x="16480" y="9758"/>
                    <a:pt x="12670" y="10944"/>
                  </a:cubicBezTo>
                  <a:cubicBezTo>
                    <a:pt x="8896" y="12131"/>
                    <a:pt x="4852" y="13927"/>
                    <a:pt x="539" y="16335"/>
                  </a:cubicBezTo>
                  <a:lnTo>
                    <a:pt x="539" y="5337"/>
                  </a:lnTo>
                  <a:cubicBezTo>
                    <a:pt x="4924" y="3576"/>
                    <a:pt x="9021" y="2246"/>
                    <a:pt x="12831" y="1348"/>
                  </a:cubicBezTo>
                  <a:cubicBezTo>
                    <a:pt x="16641" y="449"/>
                    <a:pt x="20127" y="0"/>
                    <a:pt x="23290" y="0"/>
                  </a:cubicBezTo>
                  <a:cubicBezTo>
                    <a:pt x="31629" y="0"/>
                    <a:pt x="38278" y="2085"/>
                    <a:pt x="43238" y="6254"/>
                  </a:cubicBezTo>
                  <a:cubicBezTo>
                    <a:pt x="48197" y="10423"/>
                    <a:pt x="50677" y="15994"/>
                    <a:pt x="50677" y="22966"/>
                  </a:cubicBezTo>
                  <a:cubicBezTo>
                    <a:pt x="50677" y="26273"/>
                    <a:pt x="50049" y="29418"/>
                    <a:pt x="48791" y="32401"/>
                  </a:cubicBezTo>
                  <a:cubicBezTo>
                    <a:pt x="47569" y="35349"/>
                    <a:pt x="45323" y="38835"/>
                    <a:pt x="42052" y="42860"/>
                  </a:cubicBezTo>
                  <a:cubicBezTo>
                    <a:pt x="41153" y="43902"/>
                    <a:pt x="38296" y="46921"/>
                    <a:pt x="33480" y="51917"/>
                  </a:cubicBezTo>
                  <a:cubicBezTo>
                    <a:pt x="28664" y="56877"/>
                    <a:pt x="21871" y="63831"/>
                    <a:pt x="13101" y="72781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9D6693CC-049A-BB22-27AA-D04CE0A88FB5}"/>
                </a:ext>
              </a:extLst>
            </p:cNvPr>
            <p:cNvSpPr/>
            <p:nvPr/>
          </p:nvSpPr>
          <p:spPr>
            <a:xfrm>
              <a:off x="4062247" y="3372905"/>
              <a:ext cx="55636" cy="83509"/>
            </a:xfrm>
            <a:custGeom>
              <a:avLst/>
              <a:gdLst>
                <a:gd name="csX0" fmla="*/ 27819 w 55636"/>
                <a:gd name="csY0" fmla="*/ 8626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5 h 83509"/>
                <a:gd name="csX4" fmla="*/ 27819 w 55636"/>
                <a:gd name="csY4" fmla="*/ 74884 h 83509"/>
                <a:gd name="csX5" fmla="*/ 40488 w 55636"/>
                <a:gd name="csY5" fmla="*/ 66635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6 h 83509"/>
                <a:gd name="csX9" fmla="*/ 27819 w 55636"/>
                <a:gd name="csY9" fmla="*/ 0 h 83509"/>
                <a:gd name="csX10" fmla="*/ 48467 w 55636"/>
                <a:gd name="csY10" fmla="*/ 10729 h 83509"/>
                <a:gd name="csX11" fmla="*/ 55637 w 55636"/>
                <a:gd name="csY11" fmla="*/ 41782 h 83509"/>
                <a:gd name="csX12" fmla="*/ 48467 w 55636"/>
                <a:gd name="csY12" fmla="*/ 72835 h 83509"/>
                <a:gd name="csX13" fmla="*/ 27819 w 55636"/>
                <a:gd name="csY13" fmla="*/ 83510 h 83509"/>
                <a:gd name="csX14" fmla="*/ 7116 w 55636"/>
                <a:gd name="csY14" fmla="*/ 72835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7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8" y="66635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7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7" y="72835"/>
                  </a:cubicBezTo>
                  <a:cubicBezTo>
                    <a:pt x="43723" y="79951"/>
                    <a:pt x="36840" y="83510"/>
                    <a:pt x="27819" y="83510"/>
                  </a:cubicBezTo>
                  <a:cubicBezTo>
                    <a:pt x="18797" y="83510"/>
                    <a:pt x="11897" y="79951"/>
                    <a:pt x="7116" y="72835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933C5CE4-CE01-55FB-4847-5EC08E650314}"/>
                </a:ext>
              </a:extLst>
            </p:cNvPr>
            <p:cNvSpPr/>
            <p:nvPr/>
          </p:nvSpPr>
          <p:spPr>
            <a:xfrm>
              <a:off x="4137023" y="3441158"/>
              <a:ext cx="11374" cy="13693"/>
            </a:xfrm>
            <a:custGeom>
              <a:avLst/>
              <a:gdLst>
                <a:gd name="csX0" fmla="*/ 0 w 11374"/>
                <a:gd name="csY0" fmla="*/ 0 h 13693"/>
                <a:gd name="csX1" fmla="*/ 11375 w 11374"/>
                <a:gd name="csY1" fmla="*/ 0 h 13693"/>
                <a:gd name="csX2" fmla="*/ 11375 w 11374"/>
                <a:gd name="csY2" fmla="*/ 13694 h 13693"/>
                <a:gd name="csX3" fmla="*/ 0 w 11374"/>
                <a:gd name="csY3" fmla="*/ 13694 h 13693"/>
                <a:gd name="csX4" fmla="*/ 0 w 11374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3">
                  <a:moveTo>
                    <a:pt x="0" y="0"/>
                  </a:moveTo>
                  <a:lnTo>
                    <a:pt x="11375" y="0"/>
                  </a:lnTo>
                  <a:lnTo>
                    <a:pt x="11375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A53BDADC-76D9-CA07-AC77-6EE8C6F0E189}"/>
                </a:ext>
              </a:extLst>
            </p:cNvPr>
            <p:cNvSpPr/>
            <p:nvPr/>
          </p:nvSpPr>
          <p:spPr>
            <a:xfrm>
              <a:off x="4168722" y="3372905"/>
              <a:ext cx="52995" cy="83509"/>
            </a:xfrm>
            <a:custGeom>
              <a:avLst/>
              <a:gdLst>
                <a:gd name="csX0" fmla="*/ 36392 w 52995"/>
                <a:gd name="csY0" fmla="*/ 38547 h 83509"/>
                <a:gd name="csX1" fmla="*/ 48575 w 52995"/>
                <a:gd name="csY1" fmla="*/ 45502 h 83509"/>
                <a:gd name="csX2" fmla="*/ 52996 w 52995"/>
                <a:gd name="csY2" fmla="*/ 58548 h 83509"/>
                <a:gd name="csX3" fmla="*/ 44802 w 52995"/>
                <a:gd name="csY3" fmla="*/ 76986 h 83509"/>
                <a:gd name="csX4" fmla="*/ 21512 w 52995"/>
                <a:gd name="csY4" fmla="*/ 83510 h 83509"/>
                <a:gd name="csX5" fmla="*/ 11053 w 52995"/>
                <a:gd name="csY5" fmla="*/ 82485 h 83509"/>
                <a:gd name="csX6" fmla="*/ 0 w 52995"/>
                <a:gd name="csY6" fmla="*/ 79520 h 83509"/>
                <a:gd name="csX7" fmla="*/ 0 w 52995"/>
                <a:gd name="csY7" fmla="*/ 69007 h 83509"/>
                <a:gd name="csX8" fmla="*/ 9921 w 52995"/>
                <a:gd name="csY8" fmla="*/ 72997 h 83509"/>
                <a:gd name="csX9" fmla="*/ 21188 w 52995"/>
                <a:gd name="csY9" fmla="*/ 74345 h 83509"/>
                <a:gd name="csX10" fmla="*/ 36768 w 52995"/>
                <a:gd name="csY10" fmla="*/ 70301 h 83509"/>
                <a:gd name="csX11" fmla="*/ 42159 w 52995"/>
                <a:gd name="csY11" fmla="*/ 58548 h 83509"/>
                <a:gd name="csX12" fmla="*/ 37146 w 52995"/>
                <a:gd name="csY12" fmla="*/ 47443 h 83509"/>
                <a:gd name="csX13" fmla="*/ 23290 w 52995"/>
                <a:gd name="csY13" fmla="*/ 43399 h 83509"/>
                <a:gd name="csX14" fmla="*/ 13910 w 52995"/>
                <a:gd name="csY14" fmla="*/ 43399 h 83509"/>
                <a:gd name="csX15" fmla="*/ 13910 w 52995"/>
                <a:gd name="csY15" fmla="*/ 34450 h 83509"/>
                <a:gd name="csX16" fmla="*/ 23722 w 52995"/>
                <a:gd name="csY16" fmla="*/ 34450 h 83509"/>
                <a:gd name="csX17" fmla="*/ 36014 w 52995"/>
                <a:gd name="csY17" fmla="*/ 31269 h 83509"/>
                <a:gd name="csX18" fmla="*/ 40273 w 52995"/>
                <a:gd name="csY18" fmla="*/ 21996 h 83509"/>
                <a:gd name="csX19" fmla="*/ 35852 w 52995"/>
                <a:gd name="csY19" fmla="*/ 12508 h 83509"/>
                <a:gd name="csX20" fmla="*/ 23290 w 52995"/>
                <a:gd name="csY20" fmla="*/ 9165 h 83509"/>
                <a:gd name="csX21" fmla="*/ 13695 w 52995"/>
                <a:gd name="csY21" fmla="*/ 10135 h 83509"/>
                <a:gd name="csX22" fmla="*/ 2426 w 52995"/>
                <a:gd name="csY22" fmla="*/ 13155 h 83509"/>
                <a:gd name="csX23" fmla="*/ 2426 w 52995"/>
                <a:gd name="csY23" fmla="*/ 3450 h 83509"/>
                <a:gd name="csX24" fmla="*/ 14018 w 52995"/>
                <a:gd name="csY24" fmla="*/ 863 h 83509"/>
                <a:gd name="csX25" fmla="*/ 24261 w 52995"/>
                <a:gd name="csY25" fmla="*/ 0 h 83509"/>
                <a:gd name="csX26" fmla="*/ 43885 w 52995"/>
                <a:gd name="csY26" fmla="*/ 5661 h 83509"/>
                <a:gd name="csX27" fmla="*/ 51109 w 52995"/>
                <a:gd name="csY27" fmla="*/ 20864 h 83509"/>
                <a:gd name="csX28" fmla="*/ 47281 w 52995"/>
                <a:gd name="csY28" fmla="*/ 32185 h 83509"/>
                <a:gd name="csX29" fmla="*/ 36392 w 52995"/>
                <a:gd name="csY29" fmla="*/ 38547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5" h="83509">
                  <a:moveTo>
                    <a:pt x="36392" y="38547"/>
                  </a:moveTo>
                  <a:cubicBezTo>
                    <a:pt x="41603" y="39661"/>
                    <a:pt x="45664" y="41979"/>
                    <a:pt x="48575" y="45502"/>
                  </a:cubicBezTo>
                  <a:cubicBezTo>
                    <a:pt x="51522" y="49024"/>
                    <a:pt x="52996" y="53373"/>
                    <a:pt x="52996" y="58548"/>
                  </a:cubicBezTo>
                  <a:cubicBezTo>
                    <a:pt x="52996" y="66491"/>
                    <a:pt x="50265" y="72637"/>
                    <a:pt x="44802" y="76986"/>
                  </a:cubicBezTo>
                  <a:cubicBezTo>
                    <a:pt x="39339" y="81335"/>
                    <a:pt x="31575" y="83510"/>
                    <a:pt x="21512" y="83510"/>
                  </a:cubicBezTo>
                  <a:cubicBezTo>
                    <a:pt x="18133" y="83510"/>
                    <a:pt x="14647" y="83168"/>
                    <a:pt x="11053" y="82485"/>
                  </a:cubicBezTo>
                  <a:cubicBezTo>
                    <a:pt x="7494" y="81838"/>
                    <a:pt x="3810" y="80850"/>
                    <a:pt x="0" y="79520"/>
                  </a:cubicBezTo>
                  <a:lnTo>
                    <a:pt x="0" y="69007"/>
                  </a:lnTo>
                  <a:cubicBezTo>
                    <a:pt x="3019" y="70768"/>
                    <a:pt x="6326" y="72098"/>
                    <a:pt x="9921" y="72997"/>
                  </a:cubicBezTo>
                  <a:cubicBezTo>
                    <a:pt x="13514" y="73895"/>
                    <a:pt x="17270" y="74345"/>
                    <a:pt x="21188" y="74345"/>
                  </a:cubicBezTo>
                  <a:cubicBezTo>
                    <a:pt x="28017" y="74345"/>
                    <a:pt x="33210" y="72997"/>
                    <a:pt x="36768" y="70301"/>
                  </a:cubicBezTo>
                  <a:cubicBezTo>
                    <a:pt x="40362" y="67606"/>
                    <a:pt x="42159" y="63688"/>
                    <a:pt x="42159" y="58548"/>
                  </a:cubicBezTo>
                  <a:cubicBezTo>
                    <a:pt x="42159" y="53804"/>
                    <a:pt x="40488" y="50102"/>
                    <a:pt x="37146" y="47443"/>
                  </a:cubicBezTo>
                  <a:cubicBezTo>
                    <a:pt x="33839" y="44747"/>
                    <a:pt x="29221" y="43399"/>
                    <a:pt x="23290" y="43399"/>
                  </a:cubicBezTo>
                  <a:lnTo>
                    <a:pt x="13910" y="43399"/>
                  </a:lnTo>
                  <a:lnTo>
                    <a:pt x="13910" y="34450"/>
                  </a:lnTo>
                  <a:lnTo>
                    <a:pt x="23722" y="34450"/>
                  </a:lnTo>
                  <a:cubicBezTo>
                    <a:pt x="29077" y="34450"/>
                    <a:pt x="33174" y="33390"/>
                    <a:pt x="36014" y="31269"/>
                  </a:cubicBezTo>
                  <a:cubicBezTo>
                    <a:pt x="38853" y="29112"/>
                    <a:pt x="40273" y="26022"/>
                    <a:pt x="40273" y="21996"/>
                  </a:cubicBezTo>
                  <a:cubicBezTo>
                    <a:pt x="40273" y="17863"/>
                    <a:pt x="38800" y="14700"/>
                    <a:pt x="35852" y="12508"/>
                  </a:cubicBezTo>
                  <a:cubicBezTo>
                    <a:pt x="32941" y="10279"/>
                    <a:pt x="28753" y="9165"/>
                    <a:pt x="23290" y="9165"/>
                  </a:cubicBezTo>
                  <a:cubicBezTo>
                    <a:pt x="20307" y="9165"/>
                    <a:pt x="17108" y="9488"/>
                    <a:pt x="13695" y="10135"/>
                  </a:cubicBezTo>
                  <a:cubicBezTo>
                    <a:pt x="10280" y="10782"/>
                    <a:pt x="6524" y="11789"/>
                    <a:pt x="2426" y="13155"/>
                  </a:cubicBezTo>
                  <a:lnTo>
                    <a:pt x="2426" y="3450"/>
                  </a:lnTo>
                  <a:cubicBezTo>
                    <a:pt x="6560" y="2300"/>
                    <a:pt x="10424" y="1438"/>
                    <a:pt x="14018" y="863"/>
                  </a:cubicBezTo>
                  <a:cubicBezTo>
                    <a:pt x="17647" y="288"/>
                    <a:pt x="21062" y="0"/>
                    <a:pt x="24261" y="0"/>
                  </a:cubicBezTo>
                  <a:cubicBezTo>
                    <a:pt x="32527" y="0"/>
                    <a:pt x="39069" y="1887"/>
                    <a:pt x="43885" y="5661"/>
                  </a:cubicBezTo>
                  <a:cubicBezTo>
                    <a:pt x="48701" y="9399"/>
                    <a:pt x="51109" y="14466"/>
                    <a:pt x="51109" y="20864"/>
                  </a:cubicBezTo>
                  <a:cubicBezTo>
                    <a:pt x="51109" y="25321"/>
                    <a:pt x="49833" y="29095"/>
                    <a:pt x="47281" y="32185"/>
                  </a:cubicBezTo>
                  <a:cubicBezTo>
                    <a:pt x="44729" y="35240"/>
                    <a:pt x="41099" y="37361"/>
                    <a:pt x="36392" y="38547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6" name="Group 1655">
            <a:extLst>
              <a:ext uri="{FF2B5EF4-FFF2-40B4-BE49-F238E27FC236}">
                <a16:creationId xmlns:a16="http://schemas.microsoft.com/office/drawing/2014/main" id="{D1CBE862-DA47-8BC2-F7A7-5AADB27D355D}"/>
              </a:ext>
            </a:extLst>
          </p:cNvPr>
          <p:cNvGrpSpPr/>
          <p:nvPr/>
        </p:nvGrpSpPr>
        <p:grpSpPr>
          <a:xfrm>
            <a:off x="4379125" y="3407909"/>
            <a:ext cx="1944060" cy="1343389"/>
            <a:chOff x="4379125" y="3407909"/>
            <a:chExt cx="1944060" cy="1343389"/>
          </a:xfrm>
        </p:grpSpPr>
        <p:sp>
          <p:nvSpPr>
            <p:cNvPr id="1167" name="Freeform 1166">
              <a:extLst>
                <a:ext uri="{FF2B5EF4-FFF2-40B4-BE49-F238E27FC236}">
                  <a16:creationId xmlns:a16="http://schemas.microsoft.com/office/drawing/2014/main" id="{1C0B62CA-C7E4-8EB8-761F-5986FCF9547E}"/>
                </a:ext>
              </a:extLst>
            </p:cNvPr>
            <p:cNvSpPr/>
            <p:nvPr/>
          </p:nvSpPr>
          <p:spPr>
            <a:xfrm>
              <a:off x="5718078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4" name="Freeform 1173">
              <a:extLst>
                <a:ext uri="{FF2B5EF4-FFF2-40B4-BE49-F238E27FC236}">
                  <a16:creationId xmlns:a16="http://schemas.microsoft.com/office/drawing/2014/main" id="{89ABE358-4471-B439-5B9C-66BBFE53D91E}"/>
                </a:ext>
              </a:extLst>
            </p:cNvPr>
            <p:cNvSpPr/>
            <p:nvPr/>
          </p:nvSpPr>
          <p:spPr>
            <a:xfrm>
              <a:off x="4559370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5" name="Freeform 1174">
              <a:extLst>
                <a:ext uri="{FF2B5EF4-FFF2-40B4-BE49-F238E27FC236}">
                  <a16:creationId xmlns:a16="http://schemas.microsoft.com/office/drawing/2014/main" id="{6C2EEB49-9D9C-2E18-3E33-8204FF3FAF35}"/>
                </a:ext>
              </a:extLst>
            </p:cNvPr>
            <p:cNvSpPr/>
            <p:nvPr/>
          </p:nvSpPr>
          <p:spPr>
            <a:xfrm>
              <a:off x="494560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7B186353-5016-6842-D454-A89F518D4867}"/>
                </a:ext>
              </a:extLst>
            </p:cNvPr>
            <p:cNvSpPr/>
            <p:nvPr/>
          </p:nvSpPr>
          <p:spPr>
            <a:xfrm>
              <a:off x="533184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0AA53142-9851-0EC8-E8FB-FA25AE1CFA32}"/>
                </a:ext>
              </a:extLst>
            </p:cNvPr>
            <p:cNvSpPr/>
            <p:nvPr/>
          </p:nvSpPr>
          <p:spPr>
            <a:xfrm>
              <a:off x="5718078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8" name="Freeform 1177">
              <a:extLst>
                <a:ext uri="{FF2B5EF4-FFF2-40B4-BE49-F238E27FC236}">
                  <a16:creationId xmlns:a16="http://schemas.microsoft.com/office/drawing/2014/main" id="{12239B26-BED6-876A-1F4E-DF6D240541D9}"/>
                </a:ext>
              </a:extLst>
            </p:cNvPr>
            <p:cNvSpPr/>
            <p:nvPr/>
          </p:nvSpPr>
          <p:spPr>
            <a:xfrm>
              <a:off x="6104321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5C0E4849-840B-4427-EA89-529EC874A0CD}"/>
                </a:ext>
              </a:extLst>
            </p:cNvPr>
            <p:cNvSpPr/>
            <p:nvPr/>
          </p:nvSpPr>
          <p:spPr>
            <a:xfrm>
              <a:off x="4379125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  <a:gd name="csX5" fmla="*/ 0 w 12874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43546870-9D89-CB57-A228-5DE9E536188F}"/>
                </a:ext>
              </a:extLst>
            </p:cNvPr>
            <p:cNvSpPr/>
            <p:nvPr/>
          </p:nvSpPr>
          <p:spPr>
            <a:xfrm>
              <a:off x="4379125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A3EEDB15-F6E8-C29F-0C50-92E392E255D5}"/>
                </a:ext>
              </a:extLst>
            </p:cNvPr>
            <p:cNvSpPr/>
            <p:nvPr/>
          </p:nvSpPr>
          <p:spPr>
            <a:xfrm>
              <a:off x="4392000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  <a:gd name="csX5" fmla="*/ 0 w 12874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70D83566-B4BE-491A-886E-D8A38DA56FB8}"/>
                </a:ext>
              </a:extLst>
            </p:cNvPr>
            <p:cNvSpPr/>
            <p:nvPr/>
          </p:nvSpPr>
          <p:spPr>
            <a:xfrm>
              <a:off x="4392000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1E1044E0-EBC5-14B7-B2EF-737E6BB0A8C9}"/>
                </a:ext>
              </a:extLst>
            </p:cNvPr>
            <p:cNvSpPr/>
            <p:nvPr/>
          </p:nvSpPr>
          <p:spPr>
            <a:xfrm>
              <a:off x="4404875" y="4749176"/>
              <a:ext cx="12874" cy="93"/>
            </a:xfrm>
            <a:custGeom>
              <a:avLst/>
              <a:gdLst>
                <a:gd name="csX0" fmla="*/ 0 w 12874"/>
                <a:gd name="csY0" fmla="*/ 0 h 93"/>
                <a:gd name="csX1" fmla="*/ 0 w 12874"/>
                <a:gd name="csY1" fmla="*/ 93 h 93"/>
                <a:gd name="csX2" fmla="*/ 12875 w 12874"/>
                <a:gd name="csY2" fmla="*/ 93 h 93"/>
                <a:gd name="csX3" fmla="*/ 12875 w 12874"/>
                <a:gd name="csY3" fmla="*/ 0 h 93"/>
                <a:gd name="csX4" fmla="*/ 0 w 12874"/>
                <a:gd name="csY4" fmla="*/ 0 h 93"/>
                <a:gd name="csX5" fmla="*/ 0 w 12874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3">
                  <a:moveTo>
                    <a:pt x="0" y="0"/>
                  </a:moveTo>
                  <a:lnTo>
                    <a:pt x="0" y="93"/>
                  </a:lnTo>
                  <a:lnTo>
                    <a:pt x="12875" y="9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91B17C53-C2EB-4B4A-4BD8-6C0389D40111}"/>
                </a:ext>
              </a:extLst>
            </p:cNvPr>
            <p:cNvSpPr/>
            <p:nvPr/>
          </p:nvSpPr>
          <p:spPr>
            <a:xfrm>
              <a:off x="4404875" y="4749176"/>
              <a:ext cx="12874" cy="93"/>
            </a:xfrm>
            <a:custGeom>
              <a:avLst/>
              <a:gdLst>
                <a:gd name="csX0" fmla="*/ 0 w 12874"/>
                <a:gd name="csY0" fmla="*/ 0 h 93"/>
                <a:gd name="csX1" fmla="*/ 0 w 12874"/>
                <a:gd name="csY1" fmla="*/ 93 h 93"/>
                <a:gd name="csX2" fmla="*/ 12875 w 12874"/>
                <a:gd name="csY2" fmla="*/ 93 h 93"/>
                <a:gd name="csX3" fmla="*/ 12875 w 12874"/>
                <a:gd name="csY3" fmla="*/ 0 h 93"/>
                <a:gd name="csX4" fmla="*/ 0 w 12874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3">
                  <a:moveTo>
                    <a:pt x="0" y="0"/>
                  </a:moveTo>
                  <a:lnTo>
                    <a:pt x="0" y="93"/>
                  </a:lnTo>
                  <a:lnTo>
                    <a:pt x="12875" y="9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B2E9A710-1C94-1A10-04F0-7CC7728FC487}"/>
                </a:ext>
              </a:extLst>
            </p:cNvPr>
            <p:cNvSpPr/>
            <p:nvPr/>
          </p:nvSpPr>
          <p:spPr>
            <a:xfrm>
              <a:off x="4417749" y="4749135"/>
              <a:ext cx="12874" cy="134"/>
            </a:xfrm>
            <a:custGeom>
              <a:avLst/>
              <a:gdLst>
                <a:gd name="csX0" fmla="*/ 0 w 12874"/>
                <a:gd name="csY0" fmla="*/ 0 h 134"/>
                <a:gd name="csX1" fmla="*/ 0 w 12874"/>
                <a:gd name="csY1" fmla="*/ 135 h 134"/>
                <a:gd name="csX2" fmla="*/ 12875 w 12874"/>
                <a:gd name="csY2" fmla="*/ 135 h 134"/>
                <a:gd name="csX3" fmla="*/ 12875 w 12874"/>
                <a:gd name="csY3" fmla="*/ 0 h 134"/>
                <a:gd name="csX4" fmla="*/ 0 w 12874"/>
                <a:gd name="csY4" fmla="*/ 0 h 134"/>
                <a:gd name="csX5" fmla="*/ 0 w 12874"/>
                <a:gd name="csY5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34">
                  <a:moveTo>
                    <a:pt x="0" y="0"/>
                  </a:moveTo>
                  <a:lnTo>
                    <a:pt x="0" y="135"/>
                  </a:lnTo>
                  <a:lnTo>
                    <a:pt x="12875" y="13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0398A334-BE5E-0F63-705F-97567781242A}"/>
                </a:ext>
              </a:extLst>
            </p:cNvPr>
            <p:cNvSpPr/>
            <p:nvPr/>
          </p:nvSpPr>
          <p:spPr>
            <a:xfrm>
              <a:off x="4417749" y="4749135"/>
              <a:ext cx="12874" cy="134"/>
            </a:xfrm>
            <a:custGeom>
              <a:avLst/>
              <a:gdLst>
                <a:gd name="csX0" fmla="*/ 0 w 12874"/>
                <a:gd name="csY0" fmla="*/ 0 h 134"/>
                <a:gd name="csX1" fmla="*/ 0 w 12874"/>
                <a:gd name="csY1" fmla="*/ 135 h 134"/>
                <a:gd name="csX2" fmla="*/ 12875 w 12874"/>
                <a:gd name="csY2" fmla="*/ 135 h 134"/>
                <a:gd name="csX3" fmla="*/ 12875 w 12874"/>
                <a:gd name="csY3" fmla="*/ 0 h 134"/>
                <a:gd name="csX4" fmla="*/ 0 w 12874"/>
                <a:gd name="csY4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34">
                  <a:moveTo>
                    <a:pt x="0" y="0"/>
                  </a:moveTo>
                  <a:lnTo>
                    <a:pt x="0" y="135"/>
                  </a:lnTo>
                  <a:lnTo>
                    <a:pt x="12875" y="13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B176A31E-D5B3-6DBF-3C4C-93C8DC43F173}"/>
                </a:ext>
              </a:extLst>
            </p:cNvPr>
            <p:cNvSpPr/>
            <p:nvPr/>
          </p:nvSpPr>
          <p:spPr>
            <a:xfrm>
              <a:off x="4430624" y="4749135"/>
              <a:ext cx="12873" cy="134"/>
            </a:xfrm>
            <a:custGeom>
              <a:avLst/>
              <a:gdLst>
                <a:gd name="csX0" fmla="*/ 0 w 12873"/>
                <a:gd name="csY0" fmla="*/ 0 h 134"/>
                <a:gd name="csX1" fmla="*/ 0 w 12873"/>
                <a:gd name="csY1" fmla="*/ 135 h 134"/>
                <a:gd name="csX2" fmla="*/ 12874 w 12873"/>
                <a:gd name="csY2" fmla="*/ 135 h 134"/>
                <a:gd name="csX3" fmla="*/ 12874 w 12873"/>
                <a:gd name="csY3" fmla="*/ 0 h 134"/>
                <a:gd name="csX4" fmla="*/ 0 w 12873"/>
                <a:gd name="csY4" fmla="*/ 0 h 134"/>
                <a:gd name="csX5" fmla="*/ 0 w 12873"/>
                <a:gd name="csY5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34">
                  <a:moveTo>
                    <a:pt x="0" y="0"/>
                  </a:moveTo>
                  <a:lnTo>
                    <a:pt x="0" y="135"/>
                  </a:lnTo>
                  <a:lnTo>
                    <a:pt x="12874" y="13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1ACB2754-B24C-BE83-1999-68C5F1F525A7}"/>
                </a:ext>
              </a:extLst>
            </p:cNvPr>
            <p:cNvSpPr/>
            <p:nvPr/>
          </p:nvSpPr>
          <p:spPr>
            <a:xfrm>
              <a:off x="4430624" y="4749135"/>
              <a:ext cx="12873" cy="134"/>
            </a:xfrm>
            <a:custGeom>
              <a:avLst/>
              <a:gdLst>
                <a:gd name="csX0" fmla="*/ 0 w 12873"/>
                <a:gd name="csY0" fmla="*/ 0 h 134"/>
                <a:gd name="csX1" fmla="*/ 0 w 12873"/>
                <a:gd name="csY1" fmla="*/ 135 h 134"/>
                <a:gd name="csX2" fmla="*/ 12874 w 12873"/>
                <a:gd name="csY2" fmla="*/ 135 h 134"/>
                <a:gd name="csX3" fmla="*/ 12874 w 12873"/>
                <a:gd name="csY3" fmla="*/ 0 h 134"/>
                <a:gd name="csX4" fmla="*/ 0 w 12873"/>
                <a:gd name="csY4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34">
                  <a:moveTo>
                    <a:pt x="0" y="0"/>
                  </a:moveTo>
                  <a:lnTo>
                    <a:pt x="0" y="135"/>
                  </a:lnTo>
                  <a:lnTo>
                    <a:pt x="12874" y="13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BBFC5B86-D004-25F8-055C-D81C5B6AFE14}"/>
                </a:ext>
              </a:extLst>
            </p:cNvPr>
            <p:cNvSpPr/>
            <p:nvPr/>
          </p:nvSpPr>
          <p:spPr>
            <a:xfrm>
              <a:off x="4443498" y="4749042"/>
              <a:ext cx="12874" cy="227"/>
            </a:xfrm>
            <a:custGeom>
              <a:avLst/>
              <a:gdLst>
                <a:gd name="csX0" fmla="*/ 0 w 12874"/>
                <a:gd name="csY0" fmla="*/ 0 h 227"/>
                <a:gd name="csX1" fmla="*/ 0 w 12874"/>
                <a:gd name="csY1" fmla="*/ 228 h 227"/>
                <a:gd name="csX2" fmla="*/ 12875 w 12874"/>
                <a:gd name="csY2" fmla="*/ 228 h 227"/>
                <a:gd name="csX3" fmla="*/ 12875 w 12874"/>
                <a:gd name="csY3" fmla="*/ 0 h 227"/>
                <a:gd name="csX4" fmla="*/ 0 w 12874"/>
                <a:gd name="csY4" fmla="*/ 0 h 227"/>
                <a:gd name="csX5" fmla="*/ 0 w 12874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27">
                  <a:moveTo>
                    <a:pt x="0" y="0"/>
                  </a:moveTo>
                  <a:lnTo>
                    <a:pt x="0" y="228"/>
                  </a:lnTo>
                  <a:lnTo>
                    <a:pt x="12875" y="22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77B7659E-E0D0-8A2F-DDC9-54704645C354}"/>
                </a:ext>
              </a:extLst>
            </p:cNvPr>
            <p:cNvSpPr/>
            <p:nvPr/>
          </p:nvSpPr>
          <p:spPr>
            <a:xfrm>
              <a:off x="4443498" y="4749042"/>
              <a:ext cx="12874" cy="227"/>
            </a:xfrm>
            <a:custGeom>
              <a:avLst/>
              <a:gdLst>
                <a:gd name="csX0" fmla="*/ 0 w 12874"/>
                <a:gd name="csY0" fmla="*/ 0 h 227"/>
                <a:gd name="csX1" fmla="*/ 0 w 12874"/>
                <a:gd name="csY1" fmla="*/ 228 h 227"/>
                <a:gd name="csX2" fmla="*/ 12875 w 12874"/>
                <a:gd name="csY2" fmla="*/ 228 h 227"/>
                <a:gd name="csX3" fmla="*/ 12875 w 12874"/>
                <a:gd name="csY3" fmla="*/ 0 h 227"/>
                <a:gd name="csX4" fmla="*/ 0 w 12874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27">
                  <a:moveTo>
                    <a:pt x="0" y="0"/>
                  </a:moveTo>
                  <a:lnTo>
                    <a:pt x="0" y="228"/>
                  </a:lnTo>
                  <a:lnTo>
                    <a:pt x="12875" y="22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E3545816-B58C-47AF-F456-5A56CF1D092E}"/>
                </a:ext>
              </a:extLst>
            </p:cNvPr>
            <p:cNvSpPr/>
            <p:nvPr/>
          </p:nvSpPr>
          <p:spPr>
            <a:xfrm>
              <a:off x="4456373" y="4748690"/>
              <a:ext cx="12874" cy="579"/>
            </a:xfrm>
            <a:custGeom>
              <a:avLst/>
              <a:gdLst>
                <a:gd name="csX0" fmla="*/ 0 w 12874"/>
                <a:gd name="csY0" fmla="*/ 0 h 579"/>
                <a:gd name="csX1" fmla="*/ 0 w 12874"/>
                <a:gd name="csY1" fmla="*/ 580 h 579"/>
                <a:gd name="csX2" fmla="*/ 12875 w 12874"/>
                <a:gd name="csY2" fmla="*/ 580 h 579"/>
                <a:gd name="csX3" fmla="*/ 12875 w 12874"/>
                <a:gd name="csY3" fmla="*/ 0 h 579"/>
                <a:gd name="csX4" fmla="*/ 0 w 12874"/>
                <a:gd name="csY4" fmla="*/ 0 h 579"/>
                <a:gd name="csX5" fmla="*/ 0 w 12874"/>
                <a:gd name="csY5" fmla="*/ 0 h 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79">
                  <a:moveTo>
                    <a:pt x="0" y="0"/>
                  </a:moveTo>
                  <a:lnTo>
                    <a:pt x="0" y="580"/>
                  </a:lnTo>
                  <a:lnTo>
                    <a:pt x="12875" y="58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6" name="Freeform 1215">
              <a:extLst>
                <a:ext uri="{FF2B5EF4-FFF2-40B4-BE49-F238E27FC236}">
                  <a16:creationId xmlns:a16="http://schemas.microsoft.com/office/drawing/2014/main" id="{64DB58B1-5467-3C2F-CEBD-79DE0D48FAD0}"/>
                </a:ext>
              </a:extLst>
            </p:cNvPr>
            <p:cNvSpPr/>
            <p:nvPr/>
          </p:nvSpPr>
          <p:spPr>
            <a:xfrm>
              <a:off x="4456373" y="4748690"/>
              <a:ext cx="12874" cy="579"/>
            </a:xfrm>
            <a:custGeom>
              <a:avLst/>
              <a:gdLst>
                <a:gd name="csX0" fmla="*/ 0 w 12874"/>
                <a:gd name="csY0" fmla="*/ 0 h 579"/>
                <a:gd name="csX1" fmla="*/ 0 w 12874"/>
                <a:gd name="csY1" fmla="*/ 580 h 579"/>
                <a:gd name="csX2" fmla="*/ 12875 w 12874"/>
                <a:gd name="csY2" fmla="*/ 580 h 579"/>
                <a:gd name="csX3" fmla="*/ 12875 w 12874"/>
                <a:gd name="csY3" fmla="*/ 0 h 579"/>
                <a:gd name="csX4" fmla="*/ 0 w 12874"/>
                <a:gd name="csY4" fmla="*/ 0 h 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79">
                  <a:moveTo>
                    <a:pt x="0" y="0"/>
                  </a:moveTo>
                  <a:lnTo>
                    <a:pt x="0" y="580"/>
                  </a:lnTo>
                  <a:lnTo>
                    <a:pt x="12875" y="58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7" name="Freeform 1216">
              <a:extLst>
                <a:ext uri="{FF2B5EF4-FFF2-40B4-BE49-F238E27FC236}">
                  <a16:creationId xmlns:a16="http://schemas.microsoft.com/office/drawing/2014/main" id="{7EBCE60D-CC1F-0B4F-7962-4ABDAEB6758C}"/>
                </a:ext>
              </a:extLst>
            </p:cNvPr>
            <p:cNvSpPr/>
            <p:nvPr/>
          </p:nvSpPr>
          <p:spPr>
            <a:xfrm>
              <a:off x="4469247" y="4748731"/>
              <a:ext cx="12874" cy="538"/>
            </a:xfrm>
            <a:custGeom>
              <a:avLst/>
              <a:gdLst>
                <a:gd name="csX0" fmla="*/ 0 w 12874"/>
                <a:gd name="csY0" fmla="*/ 0 h 538"/>
                <a:gd name="csX1" fmla="*/ 0 w 12874"/>
                <a:gd name="csY1" fmla="*/ 538 h 538"/>
                <a:gd name="csX2" fmla="*/ 12875 w 12874"/>
                <a:gd name="csY2" fmla="*/ 538 h 538"/>
                <a:gd name="csX3" fmla="*/ 12875 w 12874"/>
                <a:gd name="csY3" fmla="*/ 0 h 538"/>
                <a:gd name="csX4" fmla="*/ 0 w 12874"/>
                <a:gd name="csY4" fmla="*/ 0 h 538"/>
                <a:gd name="csX5" fmla="*/ 0 w 12874"/>
                <a:gd name="csY5" fmla="*/ 0 h 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38">
                  <a:moveTo>
                    <a:pt x="0" y="0"/>
                  </a:moveTo>
                  <a:lnTo>
                    <a:pt x="0" y="538"/>
                  </a:lnTo>
                  <a:lnTo>
                    <a:pt x="12875" y="53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8" name="Freeform 1217">
              <a:extLst>
                <a:ext uri="{FF2B5EF4-FFF2-40B4-BE49-F238E27FC236}">
                  <a16:creationId xmlns:a16="http://schemas.microsoft.com/office/drawing/2014/main" id="{1DE15714-35AB-E148-03CF-033B9B0C2EA3}"/>
                </a:ext>
              </a:extLst>
            </p:cNvPr>
            <p:cNvSpPr/>
            <p:nvPr/>
          </p:nvSpPr>
          <p:spPr>
            <a:xfrm>
              <a:off x="4469247" y="4748731"/>
              <a:ext cx="12874" cy="538"/>
            </a:xfrm>
            <a:custGeom>
              <a:avLst/>
              <a:gdLst>
                <a:gd name="csX0" fmla="*/ 0 w 12874"/>
                <a:gd name="csY0" fmla="*/ 0 h 538"/>
                <a:gd name="csX1" fmla="*/ 0 w 12874"/>
                <a:gd name="csY1" fmla="*/ 538 h 538"/>
                <a:gd name="csX2" fmla="*/ 12875 w 12874"/>
                <a:gd name="csY2" fmla="*/ 538 h 538"/>
                <a:gd name="csX3" fmla="*/ 12875 w 12874"/>
                <a:gd name="csY3" fmla="*/ 0 h 538"/>
                <a:gd name="csX4" fmla="*/ 0 w 12874"/>
                <a:gd name="csY4" fmla="*/ 0 h 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38">
                  <a:moveTo>
                    <a:pt x="0" y="0"/>
                  </a:moveTo>
                  <a:lnTo>
                    <a:pt x="0" y="538"/>
                  </a:lnTo>
                  <a:lnTo>
                    <a:pt x="12875" y="53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9" name="Freeform 1218">
              <a:extLst>
                <a:ext uri="{FF2B5EF4-FFF2-40B4-BE49-F238E27FC236}">
                  <a16:creationId xmlns:a16="http://schemas.microsoft.com/office/drawing/2014/main" id="{DB05F201-5427-9DD2-59AD-083C824C153D}"/>
                </a:ext>
              </a:extLst>
            </p:cNvPr>
            <p:cNvSpPr/>
            <p:nvPr/>
          </p:nvSpPr>
          <p:spPr>
            <a:xfrm>
              <a:off x="4482122" y="4748203"/>
              <a:ext cx="12874" cy="1066"/>
            </a:xfrm>
            <a:custGeom>
              <a:avLst/>
              <a:gdLst>
                <a:gd name="csX0" fmla="*/ 0 w 12874"/>
                <a:gd name="csY0" fmla="*/ 0 h 1066"/>
                <a:gd name="csX1" fmla="*/ 0 w 12874"/>
                <a:gd name="csY1" fmla="*/ 1066 h 1066"/>
                <a:gd name="csX2" fmla="*/ 12875 w 12874"/>
                <a:gd name="csY2" fmla="*/ 1066 h 1066"/>
                <a:gd name="csX3" fmla="*/ 12875 w 12874"/>
                <a:gd name="csY3" fmla="*/ 0 h 1066"/>
                <a:gd name="csX4" fmla="*/ 0 w 12874"/>
                <a:gd name="csY4" fmla="*/ 0 h 1066"/>
                <a:gd name="csX5" fmla="*/ 0 w 12874"/>
                <a:gd name="csY5" fmla="*/ 0 h 1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066">
                  <a:moveTo>
                    <a:pt x="0" y="0"/>
                  </a:moveTo>
                  <a:lnTo>
                    <a:pt x="0" y="1066"/>
                  </a:lnTo>
                  <a:lnTo>
                    <a:pt x="12875" y="1066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EABA175F-1F39-1789-CB40-DC5D172F3AFB}"/>
                </a:ext>
              </a:extLst>
            </p:cNvPr>
            <p:cNvSpPr/>
            <p:nvPr/>
          </p:nvSpPr>
          <p:spPr>
            <a:xfrm>
              <a:off x="4482122" y="4748203"/>
              <a:ext cx="12874" cy="1066"/>
            </a:xfrm>
            <a:custGeom>
              <a:avLst/>
              <a:gdLst>
                <a:gd name="csX0" fmla="*/ 0 w 12874"/>
                <a:gd name="csY0" fmla="*/ 0 h 1066"/>
                <a:gd name="csX1" fmla="*/ 0 w 12874"/>
                <a:gd name="csY1" fmla="*/ 1066 h 1066"/>
                <a:gd name="csX2" fmla="*/ 12875 w 12874"/>
                <a:gd name="csY2" fmla="*/ 1066 h 1066"/>
                <a:gd name="csX3" fmla="*/ 12875 w 12874"/>
                <a:gd name="csY3" fmla="*/ 0 h 1066"/>
                <a:gd name="csX4" fmla="*/ 0 w 12874"/>
                <a:gd name="csY4" fmla="*/ 0 h 1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066">
                  <a:moveTo>
                    <a:pt x="0" y="0"/>
                  </a:moveTo>
                  <a:lnTo>
                    <a:pt x="0" y="1066"/>
                  </a:lnTo>
                  <a:lnTo>
                    <a:pt x="12875" y="1066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E62FBE5F-2533-2F73-8EBE-BE1724C3FB25}"/>
                </a:ext>
              </a:extLst>
            </p:cNvPr>
            <p:cNvSpPr/>
            <p:nvPr/>
          </p:nvSpPr>
          <p:spPr>
            <a:xfrm>
              <a:off x="4494997" y="4748244"/>
              <a:ext cx="12873" cy="1024"/>
            </a:xfrm>
            <a:custGeom>
              <a:avLst/>
              <a:gdLst>
                <a:gd name="csX0" fmla="*/ 0 w 12873"/>
                <a:gd name="csY0" fmla="*/ 0 h 1024"/>
                <a:gd name="csX1" fmla="*/ 0 w 12873"/>
                <a:gd name="csY1" fmla="*/ 1025 h 1024"/>
                <a:gd name="csX2" fmla="*/ 12874 w 12873"/>
                <a:gd name="csY2" fmla="*/ 1025 h 1024"/>
                <a:gd name="csX3" fmla="*/ 12874 w 12873"/>
                <a:gd name="csY3" fmla="*/ 0 h 1024"/>
                <a:gd name="csX4" fmla="*/ 0 w 12873"/>
                <a:gd name="csY4" fmla="*/ 0 h 1024"/>
                <a:gd name="csX5" fmla="*/ 0 w 12873"/>
                <a:gd name="csY5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024">
                  <a:moveTo>
                    <a:pt x="0" y="0"/>
                  </a:moveTo>
                  <a:lnTo>
                    <a:pt x="0" y="1025"/>
                  </a:lnTo>
                  <a:lnTo>
                    <a:pt x="12874" y="102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BEE3ED0F-C489-AD08-B9C2-545576CCD4E4}"/>
                </a:ext>
              </a:extLst>
            </p:cNvPr>
            <p:cNvSpPr/>
            <p:nvPr/>
          </p:nvSpPr>
          <p:spPr>
            <a:xfrm>
              <a:off x="4494997" y="4748244"/>
              <a:ext cx="12873" cy="1024"/>
            </a:xfrm>
            <a:custGeom>
              <a:avLst/>
              <a:gdLst>
                <a:gd name="csX0" fmla="*/ 0 w 12873"/>
                <a:gd name="csY0" fmla="*/ 0 h 1024"/>
                <a:gd name="csX1" fmla="*/ 0 w 12873"/>
                <a:gd name="csY1" fmla="*/ 1025 h 1024"/>
                <a:gd name="csX2" fmla="*/ 12874 w 12873"/>
                <a:gd name="csY2" fmla="*/ 1025 h 1024"/>
                <a:gd name="csX3" fmla="*/ 12874 w 12873"/>
                <a:gd name="csY3" fmla="*/ 0 h 1024"/>
                <a:gd name="csX4" fmla="*/ 0 w 12873"/>
                <a:gd name="csY4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024">
                  <a:moveTo>
                    <a:pt x="0" y="0"/>
                  </a:moveTo>
                  <a:lnTo>
                    <a:pt x="0" y="1025"/>
                  </a:lnTo>
                  <a:lnTo>
                    <a:pt x="12874" y="102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D0608379-FF6E-4B17-8D2D-310FD85EF8BA}"/>
                </a:ext>
              </a:extLst>
            </p:cNvPr>
            <p:cNvSpPr/>
            <p:nvPr/>
          </p:nvSpPr>
          <p:spPr>
            <a:xfrm>
              <a:off x="4507871" y="4747841"/>
              <a:ext cx="12874" cy="1428"/>
            </a:xfrm>
            <a:custGeom>
              <a:avLst/>
              <a:gdLst>
                <a:gd name="csX0" fmla="*/ 0 w 12874"/>
                <a:gd name="csY0" fmla="*/ 0 h 1428"/>
                <a:gd name="csX1" fmla="*/ 0 w 12874"/>
                <a:gd name="csY1" fmla="*/ 1428 h 1428"/>
                <a:gd name="csX2" fmla="*/ 12875 w 12874"/>
                <a:gd name="csY2" fmla="*/ 1428 h 1428"/>
                <a:gd name="csX3" fmla="*/ 12875 w 12874"/>
                <a:gd name="csY3" fmla="*/ 0 h 1428"/>
                <a:gd name="csX4" fmla="*/ 0 w 12874"/>
                <a:gd name="csY4" fmla="*/ 0 h 1428"/>
                <a:gd name="csX5" fmla="*/ 0 w 12874"/>
                <a:gd name="csY5" fmla="*/ 0 h 1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428">
                  <a:moveTo>
                    <a:pt x="0" y="0"/>
                  </a:moveTo>
                  <a:lnTo>
                    <a:pt x="0" y="1428"/>
                  </a:lnTo>
                  <a:lnTo>
                    <a:pt x="12875" y="142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F82EA6B5-4178-D273-7422-BCD734CF16E0}"/>
                </a:ext>
              </a:extLst>
            </p:cNvPr>
            <p:cNvSpPr/>
            <p:nvPr/>
          </p:nvSpPr>
          <p:spPr>
            <a:xfrm>
              <a:off x="4507871" y="4747841"/>
              <a:ext cx="12874" cy="1428"/>
            </a:xfrm>
            <a:custGeom>
              <a:avLst/>
              <a:gdLst>
                <a:gd name="csX0" fmla="*/ 0 w 12874"/>
                <a:gd name="csY0" fmla="*/ 0 h 1428"/>
                <a:gd name="csX1" fmla="*/ 0 w 12874"/>
                <a:gd name="csY1" fmla="*/ 1428 h 1428"/>
                <a:gd name="csX2" fmla="*/ 12875 w 12874"/>
                <a:gd name="csY2" fmla="*/ 1428 h 1428"/>
                <a:gd name="csX3" fmla="*/ 12875 w 12874"/>
                <a:gd name="csY3" fmla="*/ 0 h 1428"/>
                <a:gd name="csX4" fmla="*/ 0 w 12874"/>
                <a:gd name="csY4" fmla="*/ 0 h 1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428">
                  <a:moveTo>
                    <a:pt x="0" y="0"/>
                  </a:moveTo>
                  <a:lnTo>
                    <a:pt x="0" y="1428"/>
                  </a:lnTo>
                  <a:lnTo>
                    <a:pt x="12875" y="142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FC23E788-BA6B-A974-0C9F-1AAB28360FF5}"/>
                </a:ext>
              </a:extLst>
            </p:cNvPr>
            <p:cNvSpPr/>
            <p:nvPr/>
          </p:nvSpPr>
          <p:spPr>
            <a:xfrm>
              <a:off x="4520745" y="4746826"/>
              <a:ext cx="12874" cy="2442"/>
            </a:xfrm>
            <a:custGeom>
              <a:avLst/>
              <a:gdLst>
                <a:gd name="csX0" fmla="*/ 0 w 12874"/>
                <a:gd name="csY0" fmla="*/ 0 h 2442"/>
                <a:gd name="csX1" fmla="*/ 0 w 12874"/>
                <a:gd name="csY1" fmla="*/ 2443 h 2442"/>
                <a:gd name="csX2" fmla="*/ 12875 w 12874"/>
                <a:gd name="csY2" fmla="*/ 2443 h 2442"/>
                <a:gd name="csX3" fmla="*/ 12875 w 12874"/>
                <a:gd name="csY3" fmla="*/ 0 h 2442"/>
                <a:gd name="csX4" fmla="*/ 0 w 12874"/>
                <a:gd name="csY4" fmla="*/ 0 h 2442"/>
                <a:gd name="csX5" fmla="*/ 0 w 12874"/>
                <a:gd name="csY5" fmla="*/ 0 h 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442">
                  <a:moveTo>
                    <a:pt x="0" y="0"/>
                  </a:moveTo>
                  <a:lnTo>
                    <a:pt x="0" y="2443"/>
                  </a:lnTo>
                  <a:lnTo>
                    <a:pt x="12875" y="244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6" name="Freeform 1225">
              <a:extLst>
                <a:ext uri="{FF2B5EF4-FFF2-40B4-BE49-F238E27FC236}">
                  <a16:creationId xmlns:a16="http://schemas.microsoft.com/office/drawing/2014/main" id="{174E94A4-25FE-7923-458A-E39F7CDBD1E8}"/>
                </a:ext>
              </a:extLst>
            </p:cNvPr>
            <p:cNvSpPr/>
            <p:nvPr/>
          </p:nvSpPr>
          <p:spPr>
            <a:xfrm>
              <a:off x="4520745" y="4746826"/>
              <a:ext cx="12874" cy="2442"/>
            </a:xfrm>
            <a:custGeom>
              <a:avLst/>
              <a:gdLst>
                <a:gd name="csX0" fmla="*/ 0 w 12874"/>
                <a:gd name="csY0" fmla="*/ 0 h 2442"/>
                <a:gd name="csX1" fmla="*/ 0 w 12874"/>
                <a:gd name="csY1" fmla="*/ 2443 h 2442"/>
                <a:gd name="csX2" fmla="*/ 12875 w 12874"/>
                <a:gd name="csY2" fmla="*/ 2443 h 2442"/>
                <a:gd name="csX3" fmla="*/ 12875 w 12874"/>
                <a:gd name="csY3" fmla="*/ 0 h 2442"/>
                <a:gd name="csX4" fmla="*/ 0 w 12874"/>
                <a:gd name="csY4" fmla="*/ 0 h 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442">
                  <a:moveTo>
                    <a:pt x="0" y="0"/>
                  </a:moveTo>
                  <a:lnTo>
                    <a:pt x="0" y="2443"/>
                  </a:lnTo>
                  <a:lnTo>
                    <a:pt x="12875" y="244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7" name="Freeform 1226">
              <a:extLst>
                <a:ext uri="{FF2B5EF4-FFF2-40B4-BE49-F238E27FC236}">
                  <a16:creationId xmlns:a16="http://schemas.microsoft.com/office/drawing/2014/main" id="{46892DAB-1E28-6161-7295-D4777DA0E81D}"/>
                </a:ext>
              </a:extLst>
            </p:cNvPr>
            <p:cNvSpPr/>
            <p:nvPr/>
          </p:nvSpPr>
          <p:spPr>
            <a:xfrm>
              <a:off x="4533620" y="4746330"/>
              <a:ext cx="12874" cy="2939"/>
            </a:xfrm>
            <a:custGeom>
              <a:avLst/>
              <a:gdLst>
                <a:gd name="csX0" fmla="*/ 0 w 12874"/>
                <a:gd name="csY0" fmla="*/ 0 h 2939"/>
                <a:gd name="csX1" fmla="*/ 0 w 12874"/>
                <a:gd name="csY1" fmla="*/ 2940 h 2939"/>
                <a:gd name="csX2" fmla="*/ 12875 w 12874"/>
                <a:gd name="csY2" fmla="*/ 2940 h 2939"/>
                <a:gd name="csX3" fmla="*/ 12875 w 12874"/>
                <a:gd name="csY3" fmla="*/ 0 h 2939"/>
                <a:gd name="csX4" fmla="*/ 0 w 12874"/>
                <a:gd name="csY4" fmla="*/ 0 h 2939"/>
                <a:gd name="csX5" fmla="*/ 0 w 12874"/>
                <a:gd name="csY5" fmla="*/ 0 h 2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939">
                  <a:moveTo>
                    <a:pt x="0" y="0"/>
                  </a:moveTo>
                  <a:lnTo>
                    <a:pt x="0" y="2940"/>
                  </a:lnTo>
                  <a:lnTo>
                    <a:pt x="12875" y="294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8" name="Freeform 1227">
              <a:extLst>
                <a:ext uri="{FF2B5EF4-FFF2-40B4-BE49-F238E27FC236}">
                  <a16:creationId xmlns:a16="http://schemas.microsoft.com/office/drawing/2014/main" id="{5218CE48-24C0-E6BA-241B-E6FC9423CCF2}"/>
                </a:ext>
              </a:extLst>
            </p:cNvPr>
            <p:cNvSpPr/>
            <p:nvPr/>
          </p:nvSpPr>
          <p:spPr>
            <a:xfrm>
              <a:off x="4533620" y="4746330"/>
              <a:ext cx="12874" cy="2939"/>
            </a:xfrm>
            <a:custGeom>
              <a:avLst/>
              <a:gdLst>
                <a:gd name="csX0" fmla="*/ 0 w 12874"/>
                <a:gd name="csY0" fmla="*/ 0 h 2939"/>
                <a:gd name="csX1" fmla="*/ 0 w 12874"/>
                <a:gd name="csY1" fmla="*/ 2940 h 2939"/>
                <a:gd name="csX2" fmla="*/ 12875 w 12874"/>
                <a:gd name="csY2" fmla="*/ 2940 h 2939"/>
                <a:gd name="csX3" fmla="*/ 12875 w 12874"/>
                <a:gd name="csY3" fmla="*/ 0 h 2939"/>
                <a:gd name="csX4" fmla="*/ 0 w 12874"/>
                <a:gd name="csY4" fmla="*/ 0 h 2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939">
                  <a:moveTo>
                    <a:pt x="0" y="0"/>
                  </a:moveTo>
                  <a:lnTo>
                    <a:pt x="0" y="2940"/>
                  </a:lnTo>
                  <a:lnTo>
                    <a:pt x="12875" y="294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9" name="Freeform 1228">
              <a:extLst>
                <a:ext uri="{FF2B5EF4-FFF2-40B4-BE49-F238E27FC236}">
                  <a16:creationId xmlns:a16="http://schemas.microsoft.com/office/drawing/2014/main" id="{150E4DFC-5937-5711-0C9E-678CD58E38D6}"/>
                </a:ext>
              </a:extLst>
            </p:cNvPr>
            <p:cNvSpPr/>
            <p:nvPr/>
          </p:nvSpPr>
          <p:spPr>
            <a:xfrm>
              <a:off x="4546495" y="4745046"/>
              <a:ext cx="12874" cy="4223"/>
            </a:xfrm>
            <a:custGeom>
              <a:avLst/>
              <a:gdLst>
                <a:gd name="csX0" fmla="*/ 0 w 12874"/>
                <a:gd name="csY0" fmla="*/ 0 h 4223"/>
                <a:gd name="csX1" fmla="*/ 0 w 12874"/>
                <a:gd name="csY1" fmla="*/ 4223 h 4223"/>
                <a:gd name="csX2" fmla="*/ 12875 w 12874"/>
                <a:gd name="csY2" fmla="*/ 4223 h 4223"/>
                <a:gd name="csX3" fmla="*/ 12875 w 12874"/>
                <a:gd name="csY3" fmla="*/ 0 h 4223"/>
                <a:gd name="csX4" fmla="*/ 0 w 12874"/>
                <a:gd name="csY4" fmla="*/ 0 h 4223"/>
                <a:gd name="csX5" fmla="*/ 0 w 12874"/>
                <a:gd name="csY5" fmla="*/ 0 h 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223">
                  <a:moveTo>
                    <a:pt x="0" y="0"/>
                  </a:moveTo>
                  <a:lnTo>
                    <a:pt x="0" y="4223"/>
                  </a:lnTo>
                  <a:lnTo>
                    <a:pt x="12875" y="422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" name="Freeform 1229">
              <a:extLst>
                <a:ext uri="{FF2B5EF4-FFF2-40B4-BE49-F238E27FC236}">
                  <a16:creationId xmlns:a16="http://schemas.microsoft.com/office/drawing/2014/main" id="{1779D8AB-DE49-BE27-321B-348587CC22D6}"/>
                </a:ext>
              </a:extLst>
            </p:cNvPr>
            <p:cNvSpPr/>
            <p:nvPr/>
          </p:nvSpPr>
          <p:spPr>
            <a:xfrm>
              <a:off x="4546495" y="4745046"/>
              <a:ext cx="12874" cy="4223"/>
            </a:xfrm>
            <a:custGeom>
              <a:avLst/>
              <a:gdLst>
                <a:gd name="csX0" fmla="*/ 0 w 12874"/>
                <a:gd name="csY0" fmla="*/ 0 h 4223"/>
                <a:gd name="csX1" fmla="*/ 0 w 12874"/>
                <a:gd name="csY1" fmla="*/ 4223 h 4223"/>
                <a:gd name="csX2" fmla="*/ 12875 w 12874"/>
                <a:gd name="csY2" fmla="*/ 4223 h 4223"/>
                <a:gd name="csX3" fmla="*/ 12875 w 12874"/>
                <a:gd name="csY3" fmla="*/ 0 h 4223"/>
                <a:gd name="csX4" fmla="*/ 0 w 12874"/>
                <a:gd name="csY4" fmla="*/ 0 h 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223">
                  <a:moveTo>
                    <a:pt x="0" y="0"/>
                  </a:moveTo>
                  <a:lnTo>
                    <a:pt x="0" y="4223"/>
                  </a:lnTo>
                  <a:lnTo>
                    <a:pt x="12875" y="422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1" name="Freeform 1230">
              <a:extLst>
                <a:ext uri="{FF2B5EF4-FFF2-40B4-BE49-F238E27FC236}">
                  <a16:creationId xmlns:a16="http://schemas.microsoft.com/office/drawing/2014/main" id="{D2A1AF2F-CB96-5988-A6F4-11DD7E880DA0}"/>
                </a:ext>
              </a:extLst>
            </p:cNvPr>
            <p:cNvSpPr/>
            <p:nvPr/>
          </p:nvSpPr>
          <p:spPr>
            <a:xfrm>
              <a:off x="4559370" y="4743307"/>
              <a:ext cx="12873" cy="5962"/>
            </a:xfrm>
            <a:custGeom>
              <a:avLst/>
              <a:gdLst>
                <a:gd name="csX0" fmla="*/ 0 w 12873"/>
                <a:gd name="csY0" fmla="*/ 0 h 5962"/>
                <a:gd name="csX1" fmla="*/ 0 w 12873"/>
                <a:gd name="csY1" fmla="*/ 5962 h 5962"/>
                <a:gd name="csX2" fmla="*/ 12874 w 12873"/>
                <a:gd name="csY2" fmla="*/ 5962 h 5962"/>
                <a:gd name="csX3" fmla="*/ 12874 w 12873"/>
                <a:gd name="csY3" fmla="*/ 0 h 5962"/>
                <a:gd name="csX4" fmla="*/ 0 w 12873"/>
                <a:gd name="csY4" fmla="*/ 0 h 5962"/>
                <a:gd name="csX5" fmla="*/ 0 w 12873"/>
                <a:gd name="csY5" fmla="*/ 0 h 5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5962">
                  <a:moveTo>
                    <a:pt x="0" y="0"/>
                  </a:moveTo>
                  <a:lnTo>
                    <a:pt x="0" y="5962"/>
                  </a:lnTo>
                  <a:lnTo>
                    <a:pt x="12874" y="596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2" name="Freeform 1231">
              <a:extLst>
                <a:ext uri="{FF2B5EF4-FFF2-40B4-BE49-F238E27FC236}">
                  <a16:creationId xmlns:a16="http://schemas.microsoft.com/office/drawing/2014/main" id="{C4870447-E037-AD96-8372-88E0765E68CD}"/>
                </a:ext>
              </a:extLst>
            </p:cNvPr>
            <p:cNvSpPr/>
            <p:nvPr/>
          </p:nvSpPr>
          <p:spPr>
            <a:xfrm>
              <a:off x="4559370" y="4743307"/>
              <a:ext cx="12873" cy="5962"/>
            </a:xfrm>
            <a:custGeom>
              <a:avLst/>
              <a:gdLst>
                <a:gd name="csX0" fmla="*/ 0 w 12873"/>
                <a:gd name="csY0" fmla="*/ 0 h 5962"/>
                <a:gd name="csX1" fmla="*/ 0 w 12873"/>
                <a:gd name="csY1" fmla="*/ 5962 h 5962"/>
                <a:gd name="csX2" fmla="*/ 12874 w 12873"/>
                <a:gd name="csY2" fmla="*/ 5962 h 5962"/>
                <a:gd name="csX3" fmla="*/ 12874 w 12873"/>
                <a:gd name="csY3" fmla="*/ 0 h 5962"/>
                <a:gd name="csX4" fmla="*/ 0 w 12873"/>
                <a:gd name="csY4" fmla="*/ 0 h 5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5962">
                  <a:moveTo>
                    <a:pt x="0" y="0"/>
                  </a:moveTo>
                  <a:lnTo>
                    <a:pt x="0" y="5962"/>
                  </a:lnTo>
                  <a:lnTo>
                    <a:pt x="12874" y="596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136E0097-6A8A-DD34-B292-68ED927FF32B}"/>
                </a:ext>
              </a:extLst>
            </p:cNvPr>
            <p:cNvSpPr/>
            <p:nvPr/>
          </p:nvSpPr>
          <p:spPr>
            <a:xfrm>
              <a:off x="4572243" y="4742199"/>
              <a:ext cx="12874" cy="7069"/>
            </a:xfrm>
            <a:custGeom>
              <a:avLst/>
              <a:gdLst>
                <a:gd name="csX0" fmla="*/ 0 w 12874"/>
                <a:gd name="csY0" fmla="*/ 0 h 7069"/>
                <a:gd name="csX1" fmla="*/ 0 w 12874"/>
                <a:gd name="csY1" fmla="*/ 7070 h 7069"/>
                <a:gd name="csX2" fmla="*/ 12875 w 12874"/>
                <a:gd name="csY2" fmla="*/ 7070 h 7069"/>
                <a:gd name="csX3" fmla="*/ 12875 w 12874"/>
                <a:gd name="csY3" fmla="*/ 0 h 7069"/>
                <a:gd name="csX4" fmla="*/ 0 w 12874"/>
                <a:gd name="csY4" fmla="*/ 0 h 7069"/>
                <a:gd name="csX5" fmla="*/ 0 w 12874"/>
                <a:gd name="csY5" fmla="*/ 0 h 7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7069">
                  <a:moveTo>
                    <a:pt x="0" y="0"/>
                  </a:moveTo>
                  <a:lnTo>
                    <a:pt x="0" y="7070"/>
                  </a:lnTo>
                  <a:lnTo>
                    <a:pt x="12875" y="707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AE84D3DB-AFCA-59F5-6729-A65BEA81FE90}"/>
                </a:ext>
              </a:extLst>
            </p:cNvPr>
            <p:cNvSpPr/>
            <p:nvPr/>
          </p:nvSpPr>
          <p:spPr>
            <a:xfrm>
              <a:off x="4572243" y="4742199"/>
              <a:ext cx="12874" cy="7069"/>
            </a:xfrm>
            <a:custGeom>
              <a:avLst/>
              <a:gdLst>
                <a:gd name="csX0" fmla="*/ 0 w 12874"/>
                <a:gd name="csY0" fmla="*/ 0 h 7069"/>
                <a:gd name="csX1" fmla="*/ 0 w 12874"/>
                <a:gd name="csY1" fmla="*/ 7070 h 7069"/>
                <a:gd name="csX2" fmla="*/ 12875 w 12874"/>
                <a:gd name="csY2" fmla="*/ 7070 h 7069"/>
                <a:gd name="csX3" fmla="*/ 12875 w 12874"/>
                <a:gd name="csY3" fmla="*/ 0 h 7069"/>
                <a:gd name="csX4" fmla="*/ 0 w 12874"/>
                <a:gd name="csY4" fmla="*/ 0 h 7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7069">
                  <a:moveTo>
                    <a:pt x="0" y="0"/>
                  </a:moveTo>
                  <a:lnTo>
                    <a:pt x="0" y="7070"/>
                  </a:lnTo>
                  <a:lnTo>
                    <a:pt x="12875" y="707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B857DCA5-54B6-BCE7-DCA5-9163D67F687D}"/>
                </a:ext>
              </a:extLst>
            </p:cNvPr>
            <p:cNvSpPr/>
            <p:nvPr/>
          </p:nvSpPr>
          <p:spPr>
            <a:xfrm>
              <a:off x="4585118" y="4739436"/>
              <a:ext cx="12874" cy="9833"/>
            </a:xfrm>
            <a:custGeom>
              <a:avLst/>
              <a:gdLst>
                <a:gd name="csX0" fmla="*/ 0 w 12874"/>
                <a:gd name="csY0" fmla="*/ 0 h 9833"/>
                <a:gd name="csX1" fmla="*/ 0 w 12874"/>
                <a:gd name="csY1" fmla="*/ 9834 h 9833"/>
                <a:gd name="csX2" fmla="*/ 12875 w 12874"/>
                <a:gd name="csY2" fmla="*/ 9834 h 9833"/>
                <a:gd name="csX3" fmla="*/ 12875 w 12874"/>
                <a:gd name="csY3" fmla="*/ 0 h 9833"/>
                <a:gd name="csX4" fmla="*/ 0 w 12874"/>
                <a:gd name="csY4" fmla="*/ 0 h 9833"/>
                <a:gd name="csX5" fmla="*/ 0 w 12874"/>
                <a:gd name="csY5" fmla="*/ 0 h 9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833">
                  <a:moveTo>
                    <a:pt x="0" y="0"/>
                  </a:moveTo>
                  <a:lnTo>
                    <a:pt x="0" y="9834"/>
                  </a:lnTo>
                  <a:lnTo>
                    <a:pt x="12875" y="98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CD3FA545-100F-0421-22AF-D81882AB7E1B}"/>
                </a:ext>
              </a:extLst>
            </p:cNvPr>
            <p:cNvSpPr/>
            <p:nvPr/>
          </p:nvSpPr>
          <p:spPr>
            <a:xfrm>
              <a:off x="4585118" y="4739436"/>
              <a:ext cx="12874" cy="9833"/>
            </a:xfrm>
            <a:custGeom>
              <a:avLst/>
              <a:gdLst>
                <a:gd name="csX0" fmla="*/ 0 w 12874"/>
                <a:gd name="csY0" fmla="*/ 0 h 9833"/>
                <a:gd name="csX1" fmla="*/ 0 w 12874"/>
                <a:gd name="csY1" fmla="*/ 9834 h 9833"/>
                <a:gd name="csX2" fmla="*/ 12875 w 12874"/>
                <a:gd name="csY2" fmla="*/ 9834 h 9833"/>
                <a:gd name="csX3" fmla="*/ 12875 w 12874"/>
                <a:gd name="csY3" fmla="*/ 0 h 9833"/>
                <a:gd name="csX4" fmla="*/ 0 w 12874"/>
                <a:gd name="csY4" fmla="*/ 0 h 9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833">
                  <a:moveTo>
                    <a:pt x="0" y="0"/>
                  </a:moveTo>
                  <a:lnTo>
                    <a:pt x="0" y="9834"/>
                  </a:lnTo>
                  <a:lnTo>
                    <a:pt x="12875" y="98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29304E33-524D-1B7F-48C1-E73768B69BEE}"/>
                </a:ext>
              </a:extLst>
            </p:cNvPr>
            <p:cNvSpPr/>
            <p:nvPr/>
          </p:nvSpPr>
          <p:spPr>
            <a:xfrm>
              <a:off x="4597993" y="4736454"/>
              <a:ext cx="12874" cy="12814"/>
            </a:xfrm>
            <a:custGeom>
              <a:avLst/>
              <a:gdLst>
                <a:gd name="csX0" fmla="*/ 0 w 12874"/>
                <a:gd name="csY0" fmla="*/ 0 h 12814"/>
                <a:gd name="csX1" fmla="*/ 0 w 12874"/>
                <a:gd name="csY1" fmla="*/ 12815 h 12814"/>
                <a:gd name="csX2" fmla="*/ 12875 w 12874"/>
                <a:gd name="csY2" fmla="*/ 12815 h 12814"/>
                <a:gd name="csX3" fmla="*/ 12875 w 12874"/>
                <a:gd name="csY3" fmla="*/ 0 h 12814"/>
                <a:gd name="csX4" fmla="*/ 0 w 12874"/>
                <a:gd name="csY4" fmla="*/ 0 h 12814"/>
                <a:gd name="csX5" fmla="*/ 0 w 12874"/>
                <a:gd name="csY5" fmla="*/ 0 h 12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2814">
                  <a:moveTo>
                    <a:pt x="0" y="0"/>
                  </a:moveTo>
                  <a:lnTo>
                    <a:pt x="0" y="12815"/>
                  </a:lnTo>
                  <a:lnTo>
                    <a:pt x="12875" y="1281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D7EA5CE1-1790-F2F0-796C-C2566A926EC9}"/>
                </a:ext>
              </a:extLst>
            </p:cNvPr>
            <p:cNvSpPr/>
            <p:nvPr/>
          </p:nvSpPr>
          <p:spPr>
            <a:xfrm>
              <a:off x="4597993" y="4736454"/>
              <a:ext cx="12874" cy="12814"/>
            </a:xfrm>
            <a:custGeom>
              <a:avLst/>
              <a:gdLst>
                <a:gd name="csX0" fmla="*/ 0 w 12874"/>
                <a:gd name="csY0" fmla="*/ 0 h 12814"/>
                <a:gd name="csX1" fmla="*/ 0 w 12874"/>
                <a:gd name="csY1" fmla="*/ 12815 h 12814"/>
                <a:gd name="csX2" fmla="*/ 12875 w 12874"/>
                <a:gd name="csY2" fmla="*/ 12815 h 12814"/>
                <a:gd name="csX3" fmla="*/ 12875 w 12874"/>
                <a:gd name="csY3" fmla="*/ 0 h 12814"/>
                <a:gd name="csX4" fmla="*/ 0 w 12874"/>
                <a:gd name="csY4" fmla="*/ 0 h 12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2814">
                  <a:moveTo>
                    <a:pt x="0" y="0"/>
                  </a:moveTo>
                  <a:lnTo>
                    <a:pt x="0" y="12815"/>
                  </a:lnTo>
                  <a:lnTo>
                    <a:pt x="12875" y="1281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9" name="Freeform 1238">
              <a:extLst>
                <a:ext uri="{FF2B5EF4-FFF2-40B4-BE49-F238E27FC236}">
                  <a16:creationId xmlns:a16="http://schemas.microsoft.com/office/drawing/2014/main" id="{2DD18A7B-BB20-329A-DB93-8D47A2CFD883}"/>
                </a:ext>
              </a:extLst>
            </p:cNvPr>
            <p:cNvSpPr/>
            <p:nvPr/>
          </p:nvSpPr>
          <p:spPr>
            <a:xfrm>
              <a:off x="4610868" y="4731921"/>
              <a:ext cx="12874" cy="17348"/>
            </a:xfrm>
            <a:custGeom>
              <a:avLst/>
              <a:gdLst>
                <a:gd name="csX0" fmla="*/ 0 w 12874"/>
                <a:gd name="csY0" fmla="*/ 0 h 17348"/>
                <a:gd name="csX1" fmla="*/ 0 w 12874"/>
                <a:gd name="csY1" fmla="*/ 17349 h 17348"/>
                <a:gd name="csX2" fmla="*/ 12875 w 12874"/>
                <a:gd name="csY2" fmla="*/ 17349 h 17348"/>
                <a:gd name="csX3" fmla="*/ 12875 w 12874"/>
                <a:gd name="csY3" fmla="*/ 0 h 17348"/>
                <a:gd name="csX4" fmla="*/ 0 w 12874"/>
                <a:gd name="csY4" fmla="*/ 0 h 17348"/>
                <a:gd name="csX5" fmla="*/ 0 w 12874"/>
                <a:gd name="csY5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7348">
                  <a:moveTo>
                    <a:pt x="0" y="0"/>
                  </a:moveTo>
                  <a:lnTo>
                    <a:pt x="0" y="17349"/>
                  </a:lnTo>
                  <a:lnTo>
                    <a:pt x="12875" y="17349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0" name="Freeform 1239">
              <a:extLst>
                <a:ext uri="{FF2B5EF4-FFF2-40B4-BE49-F238E27FC236}">
                  <a16:creationId xmlns:a16="http://schemas.microsoft.com/office/drawing/2014/main" id="{79A00257-39EE-CEEB-2160-659AB89C3E5C}"/>
                </a:ext>
              </a:extLst>
            </p:cNvPr>
            <p:cNvSpPr/>
            <p:nvPr/>
          </p:nvSpPr>
          <p:spPr>
            <a:xfrm>
              <a:off x="4610868" y="4731921"/>
              <a:ext cx="12874" cy="17348"/>
            </a:xfrm>
            <a:custGeom>
              <a:avLst/>
              <a:gdLst>
                <a:gd name="csX0" fmla="*/ 0 w 12874"/>
                <a:gd name="csY0" fmla="*/ 0 h 17348"/>
                <a:gd name="csX1" fmla="*/ 0 w 12874"/>
                <a:gd name="csY1" fmla="*/ 17349 h 17348"/>
                <a:gd name="csX2" fmla="*/ 12875 w 12874"/>
                <a:gd name="csY2" fmla="*/ 17349 h 17348"/>
                <a:gd name="csX3" fmla="*/ 12875 w 12874"/>
                <a:gd name="csY3" fmla="*/ 0 h 17348"/>
                <a:gd name="csX4" fmla="*/ 0 w 12874"/>
                <a:gd name="csY4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7348">
                  <a:moveTo>
                    <a:pt x="0" y="0"/>
                  </a:moveTo>
                  <a:lnTo>
                    <a:pt x="0" y="17349"/>
                  </a:lnTo>
                  <a:lnTo>
                    <a:pt x="12875" y="17349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1" name="Freeform 1240">
              <a:extLst>
                <a:ext uri="{FF2B5EF4-FFF2-40B4-BE49-F238E27FC236}">
                  <a16:creationId xmlns:a16="http://schemas.microsoft.com/office/drawing/2014/main" id="{E5038676-2B85-6AFC-A944-13B7A513ABFB}"/>
                </a:ext>
              </a:extLst>
            </p:cNvPr>
            <p:cNvSpPr/>
            <p:nvPr/>
          </p:nvSpPr>
          <p:spPr>
            <a:xfrm>
              <a:off x="4623742" y="4726269"/>
              <a:ext cx="12874" cy="23000"/>
            </a:xfrm>
            <a:custGeom>
              <a:avLst/>
              <a:gdLst>
                <a:gd name="csX0" fmla="*/ 0 w 12874"/>
                <a:gd name="csY0" fmla="*/ 0 h 23000"/>
                <a:gd name="csX1" fmla="*/ 0 w 12874"/>
                <a:gd name="csY1" fmla="*/ 23000 h 23000"/>
                <a:gd name="csX2" fmla="*/ 12875 w 12874"/>
                <a:gd name="csY2" fmla="*/ 23000 h 23000"/>
                <a:gd name="csX3" fmla="*/ 12875 w 12874"/>
                <a:gd name="csY3" fmla="*/ 0 h 23000"/>
                <a:gd name="csX4" fmla="*/ 0 w 12874"/>
                <a:gd name="csY4" fmla="*/ 0 h 23000"/>
                <a:gd name="csX5" fmla="*/ 0 w 12874"/>
                <a:gd name="csY5" fmla="*/ 0 h 23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3000">
                  <a:moveTo>
                    <a:pt x="0" y="0"/>
                  </a:moveTo>
                  <a:lnTo>
                    <a:pt x="0" y="23000"/>
                  </a:lnTo>
                  <a:lnTo>
                    <a:pt x="12875" y="2300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2" name="Freeform 1241">
              <a:extLst>
                <a:ext uri="{FF2B5EF4-FFF2-40B4-BE49-F238E27FC236}">
                  <a16:creationId xmlns:a16="http://schemas.microsoft.com/office/drawing/2014/main" id="{A27D0876-6C9A-73FF-B0F3-D8474FE792BB}"/>
                </a:ext>
              </a:extLst>
            </p:cNvPr>
            <p:cNvSpPr/>
            <p:nvPr/>
          </p:nvSpPr>
          <p:spPr>
            <a:xfrm>
              <a:off x="4623742" y="4726269"/>
              <a:ext cx="12874" cy="23000"/>
            </a:xfrm>
            <a:custGeom>
              <a:avLst/>
              <a:gdLst>
                <a:gd name="csX0" fmla="*/ 0 w 12874"/>
                <a:gd name="csY0" fmla="*/ 0 h 23000"/>
                <a:gd name="csX1" fmla="*/ 0 w 12874"/>
                <a:gd name="csY1" fmla="*/ 23000 h 23000"/>
                <a:gd name="csX2" fmla="*/ 12875 w 12874"/>
                <a:gd name="csY2" fmla="*/ 23000 h 23000"/>
                <a:gd name="csX3" fmla="*/ 12875 w 12874"/>
                <a:gd name="csY3" fmla="*/ 0 h 23000"/>
                <a:gd name="csX4" fmla="*/ 0 w 12874"/>
                <a:gd name="csY4" fmla="*/ 0 h 23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3000">
                  <a:moveTo>
                    <a:pt x="0" y="0"/>
                  </a:moveTo>
                  <a:lnTo>
                    <a:pt x="0" y="23000"/>
                  </a:lnTo>
                  <a:lnTo>
                    <a:pt x="12875" y="2300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3" name="Freeform 1242">
              <a:extLst>
                <a:ext uri="{FF2B5EF4-FFF2-40B4-BE49-F238E27FC236}">
                  <a16:creationId xmlns:a16="http://schemas.microsoft.com/office/drawing/2014/main" id="{A7844808-A632-07F5-9EC6-FE1F930A4D57}"/>
                </a:ext>
              </a:extLst>
            </p:cNvPr>
            <p:cNvSpPr/>
            <p:nvPr/>
          </p:nvSpPr>
          <p:spPr>
            <a:xfrm>
              <a:off x="4636617" y="4720307"/>
              <a:ext cx="12873" cy="28962"/>
            </a:xfrm>
            <a:custGeom>
              <a:avLst/>
              <a:gdLst>
                <a:gd name="csX0" fmla="*/ 0 w 12873"/>
                <a:gd name="csY0" fmla="*/ 0 h 28962"/>
                <a:gd name="csX1" fmla="*/ 0 w 12873"/>
                <a:gd name="csY1" fmla="*/ 28962 h 28962"/>
                <a:gd name="csX2" fmla="*/ 12874 w 12873"/>
                <a:gd name="csY2" fmla="*/ 28962 h 28962"/>
                <a:gd name="csX3" fmla="*/ 12874 w 12873"/>
                <a:gd name="csY3" fmla="*/ 0 h 28962"/>
                <a:gd name="csX4" fmla="*/ 0 w 12873"/>
                <a:gd name="csY4" fmla="*/ 0 h 28962"/>
                <a:gd name="csX5" fmla="*/ 0 w 12873"/>
                <a:gd name="csY5" fmla="*/ 0 h 28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28962">
                  <a:moveTo>
                    <a:pt x="0" y="0"/>
                  </a:moveTo>
                  <a:lnTo>
                    <a:pt x="0" y="28962"/>
                  </a:lnTo>
                  <a:lnTo>
                    <a:pt x="12874" y="2896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4" name="Freeform 1243">
              <a:extLst>
                <a:ext uri="{FF2B5EF4-FFF2-40B4-BE49-F238E27FC236}">
                  <a16:creationId xmlns:a16="http://schemas.microsoft.com/office/drawing/2014/main" id="{E0E6031F-0B1D-4752-45F1-59E4C2932527}"/>
                </a:ext>
              </a:extLst>
            </p:cNvPr>
            <p:cNvSpPr/>
            <p:nvPr/>
          </p:nvSpPr>
          <p:spPr>
            <a:xfrm>
              <a:off x="4636617" y="4720307"/>
              <a:ext cx="12873" cy="28962"/>
            </a:xfrm>
            <a:custGeom>
              <a:avLst/>
              <a:gdLst>
                <a:gd name="csX0" fmla="*/ 0 w 12873"/>
                <a:gd name="csY0" fmla="*/ 0 h 28962"/>
                <a:gd name="csX1" fmla="*/ 0 w 12873"/>
                <a:gd name="csY1" fmla="*/ 28962 h 28962"/>
                <a:gd name="csX2" fmla="*/ 12874 w 12873"/>
                <a:gd name="csY2" fmla="*/ 28962 h 28962"/>
                <a:gd name="csX3" fmla="*/ 12874 w 12873"/>
                <a:gd name="csY3" fmla="*/ 0 h 28962"/>
                <a:gd name="csX4" fmla="*/ 0 w 12873"/>
                <a:gd name="csY4" fmla="*/ 0 h 28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28962">
                  <a:moveTo>
                    <a:pt x="0" y="0"/>
                  </a:moveTo>
                  <a:lnTo>
                    <a:pt x="0" y="28962"/>
                  </a:lnTo>
                  <a:lnTo>
                    <a:pt x="12874" y="2896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5" name="Freeform 1244">
              <a:extLst>
                <a:ext uri="{FF2B5EF4-FFF2-40B4-BE49-F238E27FC236}">
                  <a16:creationId xmlns:a16="http://schemas.microsoft.com/office/drawing/2014/main" id="{323EC67F-4532-F38A-FE0E-A2BAF35C288D}"/>
                </a:ext>
              </a:extLst>
            </p:cNvPr>
            <p:cNvSpPr/>
            <p:nvPr/>
          </p:nvSpPr>
          <p:spPr>
            <a:xfrm>
              <a:off x="4649491" y="4713817"/>
              <a:ext cx="12874" cy="35452"/>
            </a:xfrm>
            <a:custGeom>
              <a:avLst/>
              <a:gdLst>
                <a:gd name="csX0" fmla="*/ 0 w 12874"/>
                <a:gd name="csY0" fmla="*/ 0 h 35452"/>
                <a:gd name="csX1" fmla="*/ 0 w 12874"/>
                <a:gd name="csY1" fmla="*/ 35453 h 35452"/>
                <a:gd name="csX2" fmla="*/ 12875 w 12874"/>
                <a:gd name="csY2" fmla="*/ 35453 h 35452"/>
                <a:gd name="csX3" fmla="*/ 12875 w 12874"/>
                <a:gd name="csY3" fmla="*/ 0 h 35452"/>
                <a:gd name="csX4" fmla="*/ 0 w 12874"/>
                <a:gd name="csY4" fmla="*/ 0 h 35452"/>
                <a:gd name="csX5" fmla="*/ 0 w 12874"/>
                <a:gd name="csY5" fmla="*/ 0 h 35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5452">
                  <a:moveTo>
                    <a:pt x="0" y="0"/>
                  </a:moveTo>
                  <a:lnTo>
                    <a:pt x="0" y="35453"/>
                  </a:lnTo>
                  <a:lnTo>
                    <a:pt x="12875" y="3545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6" name="Freeform 1245">
              <a:extLst>
                <a:ext uri="{FF2B5EF4-FFF2-40B4-BE49-F238E27FC236}">
                  <a16:creationId xmlns:a16="http://schemas.microsoft.com/office/drawing/2014/main" id="{E91B9080-CC80-4777-0A2C-0DDFAA8723A0}"/>
                </a:ext>
              </a:extLst>
            </p:cNvPr>
            <p:cNvSpPr/>
            <p:nvPr/>
          </p:nvSpPr>
          <p:spPr>
            <a:xfrm>
              <a:off x="4649491" y="4713817"/>
              <a:ext cx="12874" cy="35452"/>
            </a:xfrm>
            <a:custGeom>
              <a:avLst/>
              <a:gdLst>
                <a:gd name="csX0" fmla="*/ 0 w 12874"/>
                <a:gd name="csY0" fmla="*/ 0 h 35452"/>
                <a:gd name="csX1" fmla="*/ 0 w 12874"/>
                <a:gd name="csY1" fmla="*/ 35453 h 35452"/>
                <a:gd name="csX2" fmla="*/ 12875 w 12874"/>
                <a:gd name="csY2" fmla="*/ 35453 h 35452"/>
                <a:gd name="csX3" fmla="*/ 12875 w 12874"/>
                <a:gd name="csY3" fmla="*/ 0 h 35452"/>
                <a:gd name="csX4" fmla="*/ 0 w 12874"/>
                <a:gd name="csY4" fmla="*/ 0 h 35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5452">
                  <a:moveTo>
                    <a:pt x="0" y="0"/>
                  </a:moveTo>
                  <a:lnTo>
                    <a:pt x="0" y="35453"/>
                  </a:lnTo>
                  <a:lnTo>
                    <a:pt x="12875" y="3545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7" name="Freeform 1246">
              <a:extLst>
                <a:ext uri="{FF2B5EF4-FFF2-40B4-BE49-F238E27FC236}">
                  <a16:creationId xmlns:a16="http://schemas.microsoft.com/office/drawing/2014/main" id="{B617EB51-B138-1F58-E420-410C59DA7A12}"/>
                </a:ext>
              </a:extLst>
            </p:cNvPr>
            <p:cNvSpPr/>
            <p:nvPr/>
          </p:nvSpPr>
          <p:spPr>
            <a:xfrm>
              <a:off x="4662366" y="4706115"/>
              <a:ext cx="12874" cy="43153"/>
            </a:xfrm>
            <a:custGeom>
              <a:avLst/>
              <a:gdLst>
                <a:gd name="csX0" fmla="*/ 0 w 12874"/>
                <a:gd name="csY0" fmla="*/ 0 h 43153"/>
                <a:gd name="csX1" fmla="*/ 0 w 12874"/>
                <a:gd name="csY1" fmla="*/ 43154 h 43153"/>
                <a:gd name="csX2" fmla="*/ 12875 w 12874"/>
                <a:gd name="csY2" fmla="*/ 43154 h 43153"/>
                <a:gd name="csX3" fmla="*/ 12875 w 12874"/>
                <a:gd name="csY3" fmla="*/ 0 h 43153"/>
                <a:gd name="csX4" fmla="*/ 0 w 12874"/>
                <a:gd name="csY4" fmla="*/ 0 h 43153"/>
                <a:gd name="csX5" fmla="*/ 0 w 12874"/>
                <a:gd name="csY5" fmla="*/ 0 h 43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153">
                  <a:moveTo>
                    <a:pt x="0" y="0"/>
                  </a:moveTo>
                  <a:lnTo>
                    <a:pt x="0" y="43154"/>
                  </a:lnTo>
                  <a:lnTo>
                    <a:pt x="12875" y="4315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8" name="Freeform 1247">
              <a:extLst>
                <a:ext uri="{FF2B5EF4-FFF2-40B4-BE49-F238E27FC236}">
                  <a16:creationId xmlns:a16="http://schemas.microsoft.com/office/drawing/2014/main" id="{4A02ABC4-C39C-5E3E-2F4B-023DD81F5991}"/>
                </a:ext>
              </a:extLst>
            </p:cNvPr>
            <p:cNvSpPr/>
            <p:nvPr/>
          </p:nvSpPr>
          <p:spPr>
            <a:xfrm>
              <a:off x="4662366" y="4706115"/>
              <a:ext cx="12874" cy="43153"/>
            </a:xfrm>
            <a:custGeom>
              <a:avLst/>
              <a:gdLst>
                <a:gd name="csX0" fmla="*/ 0 w 12874"/>
                <a:gd name="csY0" fmla="*/ 0 h 43153"/>
                <a:gd name="csX1" fmla="*/ 0 w 12874"/>
                <a:gd name="csY1" fmla="*/ 43154 h 43153"/>
                <a:gd name="csX2" fmla="*/ 12875 w 12874"/>
                <a:gd name="csY2" fmla="*/ 43154 h 43153"/>
                <a:gd name="csX3" fmla="*/ 12875 w 12874"/>
                <a:gd name="csY3" fmla="*/ 0 h 43153"/>
                <a:gd name="csX4" fmla="*/ 0 w 12874"/>
                <a:gd name="csY4" fmla="*/ 0 h 43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153">
                  <a:moveTo>
                    <a:pt x="0" y="0"/>
                  </a:moveTo>
                  <a:lnTo>
                    <a:pt x="0" y="43154"/>
                  </a:lnTo>
                  <a:lnTo>
                    <a:pt x="12875" y="4315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9" name="Freeform 1248">
              <a:extLst>
                <a:ext uri="{FF2B5EF4-FFF2-40B4-BE49-F238E27FC236}">
                  <a16:creationId xmlns:a16="http://schemas.microsoft.com/office/drawing/2014/main" id="{AF7899E2-F001-D54C-9A69-9D71B2742D94}"/>
                </a:ext>
              </a:extLst>
            </p:cNvPr>
            <p:cNvSpPr/>
            <p:nvPr/>
          </p:nvSpPr>
          <p:spPr>
            <a:xfrm>
              <a:off x="4675240" y="4690413"/>
              <a:ext cx="12874" cy="58856"/>
            </a:xfrm>
            <a:custGeom>
              <a:avLst/>
              <a:gdLst>
                <a:gd name="csX0" fmla="*/ 0 w 12874"/>
                <a:gd name="csY0" fmla="*/ 0 h 58856"/>
                <a:gd name="csX1" fmla="*/ 0 w 12874"/>
                <a:gd name="csY1" fmla="*/ 58857 h 58856"/>
                <a:gd name="csX2" fmla="*/ 12875 w 12874"/>
                <a:gd name="csY2" fmla="*/ 58857 h 58856"/>
                <a:gd name="csX3" fmla="*/ 12875 w 12874"/>
                <a:gd name="csY3" fmla="*/ 0 h 58856"/>
                <a:gd name="csX4" fmla="*/ 0 w 12874"/>
                <a:gd name="csY4" fmla="*/ 0 h 58856"/>
                <a:gd name="csX5" fmla="*/ 0 w 12874"/>
                <a:gd name="csY5" fmla="*/ 0 h 58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8856">
                  <a:moveTo>
                    <a:pt x="0" y="0"/>
                  </a:moveTo>
                  <a:lnTo>
                    <a:pt x="0" y="58857"/>
                  </a:lnTo>
                  <a:lnTo>
                    <a:pt x="12875" y="5885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0" name="Freeform 1249">
              <a:extLst>
                <a:ext uri="{FF2B5EF4-FFF2-40B4-BE49-F238E27FC236}">
                  <a16:creationId xmlns:a16="http://schemas.microsoft.com/office/drawing/2014/main" id="{C69C006C-E969-9800-A1FA-8CB8B4366C51}"/>
                </a:ext>
              </a:extLst>
            </p:cNvPr>
            <p:cNvSpPr/>
            <p:nvPr/>
          </p:nvSpPr>
          <p:spPr>
            <a:xfrm>
              <a:off x="4675240" y="4690413"/>
              <a:ext cx="12874" cy="58856"/>
            </a:xfrm>
            <a:custGeom>
              <a:avLst/>
              <a:gdLst>
                <a:gd name="csX0" fmla="*/ 0 w 12874"/>
                <a:gd name="csY0" fmla="*/ 0 h 58856"/>
                <a:gd name="csX1" fmla="*/ 0 w 12874"/>
                <a:gd name="csY1" fmla="*/ 58857 h 58856"/>
                <a:gd name="csX2" fmla="*/ 12875 w 12874"/>
                <a:gd name="csY2" fmla="*/ 58857 h 58856"/>
                <a:gd name="csX3" fmla="*/ 12875 w 12874"/>
                <a:gd name="csY3" fmla="*/ 0 h 58856"/>
                <a:gd name="csX4" fmla="*/ 0 w 12874"/>
                <a:gd name="csY4" fmla="*/ 0 h 58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8856">
                  <a:moveTo>
                    <a:pt x="0" y="0"/>
                  </a:moveTo>
                  <a:lnTo>
                    <a:pt x="0" y="58857"/>
                  </a:lnTo>
                  <a:lnTo>
                    <a:pt x="12875" y="5885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1" name="Freeform 1250">
              <a:extLst>
                <a:ext uri="{FF2B5EF4-FFF2-40B4-BE49-F238E27FC236}">
                  <a16:creationId xmlns:a16="http://schemas.microsoft.com/office/drawing/2014/main" id="{597D7598-51E7-45DF-BCB0-7282F47908D0}"/>
                </a:ext>
              </a:extLst>
            </p:cNvPr>
            <p:cNvSpPr/>
            <p:nvPr/>
          </p:nvSpPr>
          <p:spPr>
            <a:xfrm>
              <a:off x="4688115" y="4681335"/>
              <a:ext cx="12874" cy="67934"/>
            </a:xfrm>
            <a:custGeom>
              <a:avLst/>
              <a:gdLst>
                <a:gd name="csX0" fmla="*/ 0 w 12874"/>
                <a:gd name="csY0" fmla="*/ 0 h 67934"/>
                <a:gd name="csX1" fmla="*/ 0 w 12874"/>
                <a:gd name="csY1" fmla="*/ 67935 h 67934"/>
                <a:gd name="csX2" fmla="*/ 12875 w 12874"/>
                <a:gd name="csY2" fmla="*/ 67935 h 67934"/>
                <a:gd name="csX3" fmla="*/ 12875 w 12874"/>
                <a:gd name="csY3" fmla="*/ 0 h 67934"/>
                <a:gd name="csX4" fmla="*/ 0 w 12874"/>
                <a:gd name="csY4" fmla="*/ 0 h 67934"/>
                <a:gd name="csX5" fmla="*/ 0 w 12874"/>
                <a:gd name="csY5" fmla="*/ 0 h 67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67934">
                  <a:moveTo>
                    <a:pt x="0" y="0"/>
                  </a:moveTo>
                  <a:lnTo>
                    <a:pt x="0" y="67935"/>
                  </a:lnTo>
                  <a:lnTo>
                    <a:pt x="12875" y="6793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2" name="Freeform 1251">
              <a:extLst>
                <a:ext uri="{FF2B5EF4-FFF2-40B4-BE49-F238E27FC236}">
                  <a16:creationId xmlns:a16="http://schemas.microsoft.com/office/drawing/2014/main" id="{8272EC23-1723-428A-E2A7-563A9F1CFE48}"/>
                </a:ext>
              </a:extLst>
            </p:cNvPr>
            <p:cNvSpPr/>
            <p:nvPr/>
          </p:nvSpPr>
          <p:spPr>
            <a:xfrm>
              <a:off x="4688115" y="4681335"/>
              <a:ext cx="12874" cy="67934"/>
            </a:xfrm>
            <a:custGeom>
              <a:avLst/>
              <a:gdLst>
                <a:gd name="csX0" fmla="*/ 0 w 12874"/>
                <a:gd name="csY0" fmla="*/ 0 h 67934"/>
                <a:gd name="csX1" fmla="*/ 0 w 12874"/>
                <a:gd name="csY1" fmla="*/ 67935 h 67934"/>
                <a:gd name="csX2" fmla="*/ 12875 w 12874"/>
                <a:gd name="csY2" fmla="*/ 67935 h 67934"/>
                <a:gd name="csX3" fmla="*/ 12875 w 12874"/>
                <a:gd name="csY3" fmla="*/ 0 h 67934"/>
                <a:gd name="csX4" fmla="*/ 0 w 12874"/>
                <a:gd name="csY4" fmla="*/ 0 h 67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67934">
                  <a:moveTo>
                    <a:pt x="0" y="0"/>
                  </a:moveTo>
                  <a:lnTo>
                    <a:pt x="0" y="67935"/>
                  </a:lnTo>
                  <a:lnTo>
                    <a:pt x="12875" y="6793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3" name="Freeform 1252">
              <a:extLst>
                <a:ext uri="{FF2B5EF4-FFF2-40B4-BE49-F238E27FC236}">
                  <a16:creationId xmlns:a16="http://schemas.microsoft.com/office/drawing/2014/main" id="{B571DA86-5D26-ACA5-C489-59E389FAEC83}"/>
                </a:ext>
              </a:extLst>
            </p:cNvPr>
            <p:cNvSpPr/>
            <p:nvPr/>
          </p:nvSpPr>
          <p:spPr>
            <a:xfrm>
              <a:off x="4700990" y="4669772"/>
              <a:ext cx="12873" cy="79496"/>
            </a:xfrm>
            <a:custGeom>
              <a:avLst/>
              <a:gdLst>
                <a:gd name="csX0" fmla="*/ 0 w 12873"/>
                <a:gd name="csY0" fmla="*/ 0 h 79496"/>
                <a:gd name="csX1" fmla="*/ 0 w 12873"/>
                <a:gd name="csY1" fmla="*/ 79497 h 79496"/>
                <a:gd name="csX2" fmla="*/ 12874 w 12873"/>
                <a:gd name="csY2" fmla="*/ 79497 h 79496"/>
                <a:gd name="csX3" fmla="*/ 12874 w 12873"/>
                <a:gd name="csY3" fmla="*/ 0 h 79496"/>
                <a:gd name="csX4" fmla="*/ 0 w 12873"/>
                <a:gd name="csY4" fmla="*/ 0 h 79496"/>
                <a:gd name="csX5" fmla="*/ 0 w 12873"/>
                <a:gd name="csY5" fmla="*/ 0 h 7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79496">
                  <a:moveTo>
                    <a:pt x="0" y="0"/>
                  </a:moveTo>
                  <a:lnTo>
                    <a:pt x="0" y="79497"/>
                  </a:lnTo>
                  <a:lnTo>
                    <a:pt x="12874" y="79497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4" name="Freeform 1253">
              <a:extLst>
                <a:ext uri="{FF2B5EF4-FFF2-40B4-BE49-F238E27FC236}">
                  <a16:creationId xmlns:a16="http://schemas.microsoft.com/office/drawing/2014/main" id="{E9FDDDFF-6C13-ED54-0E86-ED29FED241C2}"/>
                </a:ext>
              </a:extLst>
            </p:cNvPr>
            <p:cNvSpPr/>
            <p:nvPr/>
          </p:nvSpPr>
          <p:spPr>
            <a:xfrm>
              <a:off x="4700990" y="4669772"/>
              <a:ext cx="12873" cy="79496"/>
            </a:xfrm>
            <a:custGeom>
              <a:avLst/>
              <a:gdLst>
                <a:gd name="csX0" fmla="*/ 0 w 12873"/>
                <a:gd name="csY0" fmla="*/ 0 h 79496"/>
                <a:gd name="csX1" fmla="*/ 0 w 12873"/>
                <a:gd name="csY1" fmla="*/ 79497 h 79496"/>
                <a:gd name="csX2" fmla="*/ 12874 w 12873"/>
                <a:gd name="csY2" fmla="*/ 79497 h 79496"/>
                <a:gd name="csX3" fmla="*/ 12874 w 12873"/>
                <a:gd name="csY3" fmla="*/ 0 h 79496"/>
                <a:gd name="csX4" fmla="*/ 0 w 12873"/>
                <a:gd name="csY4" fmla="*/ 0 h 7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79496">
                  <a:moveTo>
                    <a:pt x="0" y="0"/>
                  </a:moveTo>
                  <a:lnTo>
                    <a:pt x="0" y="79497"/>
                  </a:lnTo>
                  <a:lnTo>
                    <a:pt x="12874" y="79497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5" name="Freeform 1254">
              <a:extLst>
                <a:ext uri="{FF2B5EF4-FFF2-40B4-BE49-F238E27FC236}">
                  <a16:creationId xmlns:a16="http://schemas.microsoft.com/office/drawing/2014/main" id="{A917D52F-33CC-9B86-BEEE-2CEC8298CF0B}"/>
                </a:ext>
              </a:extLst>
            </p:cNvPr>
            <p:cNvSpPr/>
            <p:nvPr/>
          </p:nvSpPr>
          <p:spPr>
            <a:xfrm>
              <a:off x="4713864" y="4654691"/>
              <a:ext cx="12874" cy="94578"/>
            </a:xfrm>
            <a:custGeom>
              <a:avLst/>
              <a:gdLst>
                <a:gd name="csX0" fmla="*/ 0 w 12874"/>
                <a:gd name="csY0" fmla="*/ 0 h 94578"/>
                <a:gd name="csX1" fmla="*/ 0 w 12874"/>
                <a:gd name="csY1" fmla="*/ 94578 h 94578"/>
                <a:gd name="csX2" fmla="*/ 12875 w 12874"/>
                <a:gd name="csY2" fmla="*/ 94578 h 94578"/>
                <a:gd name="csX3" fmla="*/ 12875 w 12874"/>
                <a:gd name="csY3" fmla="*/ 0 h 94578"/>
                <a:gd name="csX4" fmla="*/ 0 w 12874"/>
                <a:gd name="csY4" fmla="*/ 0 h 94578"/>
                <a:gd name="csX5" fmla="*/ 0 w 12874"/>
                <a:gd name="csY5" fmla="*/ 0 h 94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4578">
                  <a:moveTo>
                    <a:pt x="0" y="0"/>
                  </a:moveTo>
                  <a:lnTo>
                    <a:pt x="0" y="94578"/>
                  </a:lnTo>
                  <a:lnTo>
                    <a:pt x="12875" y="9457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6" name="Freeform 1255">
              <a:extLst>
                <a:ext uri="{FF2B5EF4-FFF2-40B4-BE49-F238E27FC236}">
                  <a16:creationId xmlns:a16="http://schemas.microsoft.com/office/drawing/2014/main" id="{6EEAC1FF-ABEE-9B86-E0F9-835643349610}"/>
                </a:ext>
              </a:extLst>
            </p:cNvPr>
            <p:cNvSpPr/>
            <p:nvPr/>
          </p:nvSpPr>
          <p:spPr>
            <a:xfrm>
              <a:off x="4713864" y="4654691"/>
              <a:ext cx="12874" cy="94578"/>
            </a:xfrm>
            <a:custGeom>
              <a:avLst/>
              <a:gdLst>
                <a:gd name="csX0" fmla="*/ 0 w 12874"/>
                <a:gd name="csY0" fmla="*/ 0 h 94578"/>
                <a:gd name="csX1" fmla="*/ 0 w 12874"/>
                <a:gd name="csY1" fmla="*/ 94578 h 94578"/>
                <a:gd name="csX2" fmla="*/ 12875 w 12874"/>
                <a:gd name="csY2" fmla="*/ 94578 h 94578"/>
                <a:gd name="csX3" fmla="*/ 12875 w 12874"/>
                <a:gd name="csY3" fmla="*/ 0 h 94578"/>
                <a:gd name="csX4" fmla="*/ 0 w 12874"/>
                <a:gd name="csY4" fmla="*/ 0 h 94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4578">
                  <a:moveTo>
                    <a:pt x="0" y="0"/>
                  </a:moveTo>
                  <a:lnTo>
                    <a:pt x="0" y="94578"/>
                  </a:lnTo>
                  <a:lnTo>
                    <a:pt x="12875" y="9457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7" name="Freeform 1256">
              <a:extLst>
                <a:ext uri="{FF2B5EF4-FFF2-40B4-BE49-F238E27FC236}">
                  <a16:creationId xmlns:a16="http://schemas.microsoft.com/office/drawing/2014/main" id="{7712A66B-AF67-200D-9C01-5355EA98FA99}"/>
                </a:ext>
              </a:extLst>
            </p:cNvPr>
            <p:cNvSpPr/>
            <p:nvPr/>
          </p:nvSpPr>
          <p:spPr>
            <a:xfrm>
              <a:off x="4726738" y="4636535"/>
              <a:ext cx="12874" cy="112734"/>
            </a:xfrm>
            <a:custGeom>
              <a:avLst/>
              <a:gdLst>
                <a:gd name="csX0" fmla="*/ 0 w 12874"/>
                <a:gd name="csY0" fmla="*/ 0 h 112734"/>
                <a:gd name="csX1" fmla="*/ 0 w 12874"/>
                <a:gd name="csY1" fmla="*/ 112734 h 112734"/>
                <a:gd name="csX2" fmla="*/ 12875 w 12874"/>
                <a:gd name="csY2" fmla="*/ 112734 h 112734"/>
                <a:gd name="csX3" fmla="*/ 12875 w 12874"/>
                <a:gd name="csY3" fmla="*/ 0 h 112734"/>
                <a:gd name="csX4" fmla="*/ 0 w 12874"/>
                <a:gd name="csY4" fmla="*/ 0 h 112734"/>
                <a:gd name="csX5" fmla="*/ 0 w 12874"/>
                <a:gd name="csY5" fmla="*/ 0 h 112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12734">
                  <a:moveTo>
                    <a:pt x="0" y="0"/>
                  </a:moveTo>
                  <a:lnTo>
                    <a:pt x="0" y="112734"/>
                  </a:lnTo>
                  <a:lnTo>
                    <a:pt x="12875" y="1127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8" name="Freeform 1257">
              <a:extLst>
                <a:ext uri="{FF2B5EF4-FFF2-40B4-BE49-F238E27FC236}">
                  <a16:creationId xmlns:a16="http://schemas.microsoft.com/office/drawing/2014/main" id="{1AEB3E57-8734-AD4E-7CAE-B2AB130E2E00}"/>
                </a:ext>
              </a:extLst>
            </p:cNvPr>
            <p:cNvSpPr/>
            <p:nvPr/>
          </p:nvSpPr>
          <p:spPr>
            <a:xfrm>
              <a:off x="4726738" y="4636535"/>
              <a:ext cx="12874" cy="112734"/>
            </a:xfrm>
            <a:custGeom>
              <a:avLst/>
              <a:gdLst>
                <a:gd name="csX0" fmla="*/ 0 w 12874"/>
                <a:gd name="csY0" fmla="*/ 0 h 112734"/>
                <a:gd name="csX1" fmla="*/ 0 w 12874"/>
                <a:gd name="csY1" fmla="*/ 112734 h 112734"/>
                <a:gd name="csX2" fmla="*/ 12875 w 12874"/>
                <a:gd name="csY2" fmla="*/ 112734 h 112734"/>
                <a:gd name="csX3" fmla="*/ 12875 w 12874"/>
                <a:gd name="csY3" fmla="*/ 0 h 112734"/>
                <a:gd name="csX4" fmla="*/ 0 w 12874"/>
                <a:gd name="csY4" fmla="*/ 0 h 112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12734">
                  <a:moveTo>
                    <a:pt x="0" y="0"/>
                  </a:moveTo>
                  <a:lnTo>
                    <a:pt x="0" y="112734"/>
                  </a:lnTo>
                  <a:lnTo>
                    <a:pt x="12875" y="1127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9" name="Freeform 1258">
              <a:extLst>
                <a:ext uri="{FF2B5EF4-FFF2-40B4-BE49-F238E27FC236}">
                  <a16:creationId xmlns:a16="http://schemas.microsoft.com/office/drawing/2014/main" id="{1F0966DA-FD4B-03D0-E89B-BE629F0A4CD5}"/>
                </a:ext>
              </a:extLst>
            </p:cNvPr>
            <p:cNvSpPr/>
            <p:nvPr/>
          </p:nvSpPr>
          <p:spPr>
            <a:xfrm>
              <a:off x="4739613" y="4616919"/>
              <a:ext cx="12874" cy="132349"/>
            </a:xfrm>
            <a:custGeom>
              <a:avLst/>
              <a:gdLst>
                <a:gd name="csX0" fmla="*/ 0 w 12874"/>
                <a:gd name="csY0" fmla="*/ 0 h 132349"/>
                <a:gd name="csX1" fmla="*/ 0 w 12874"/>
                <a:gd name="csY1" fmla="*/ 132350 h 132349"/>
                <a:gd name="csX2" fmla="*/ 12875 w 12874"/>
                <a:gd name="csY2" fmla="*/ 132350 h 132349"/>
                <a:gd name="csX3" fmla="*/ 12875 w 12874"/>
                <a:gd name="csY3" fmla="*/ 0 h 132349"/>
                <a:gd name="csX4" fmla="*/ 0 w 12874"/>
                <a:gd name="csY4" fmla="*/ 0 h 132349"/>
                <a:gd name="csX5" fmla="*/ 0 w 12874"/>
                <a:gd name="csY5" fmla="*/ 0 h 1323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32349">
                  <a:moveTo>
                    <a:pt x="0" y="0"/>
                  </a:moveTo>
                  <a:lnTo>
                    <a:pt x="0" y="132350"/>
                  </a:lnTo>
                  <a:lnTo>
                    <a:pt x="12875" y="13235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0" name="Freeform 1259">
              <a:extLst>
                <a:ext uri="{FF2B5EF4-FFF2-40B4-BE49-F238E27FC236}">
                  <a16:creationId xmlns:a16="http://schemas.microsoft.com/office/drawing/2014/main" id="{135BDBD3-A6D9-7F73-AB41-A7AB3595F6D9}"/>
                </a:ext>
              </a:extLst>
            </p:cNvPr>
            <p:cNvSpPr/>
            <p:nvPr/>
          </p:nvSpPr>
          <p:spPr>
            <a:xfrm>
              <a:off x="4739613" y="4616919"/>
              <a:ext cx="12874" cy="132349"/>
            </a:xfrm>
            <a:custGeom>
              <a:avLst/>
              <a:gdLst>
                <a:gd name="csX0" fmla="*/ 0 w 12874"/>
                <a:gd name="csY0" fmla="*/ 0 h 132349"/>
                <a:gd name="csX1" fmla="*/ 0 w 12874"/>
                <a:gd name="csY1" fmla="*/ 132350 h 132349"/>
                <a:gd name="csX2" fmla="*/ 12875 w 12874"/>
                <a:gd name="csY2" fmla="*/ 132350 h 132349"/>
                <a:gd name="csX3" fmla="*/ 12875 w 12874"/>
                <a:gd name="csY3" fmla="*/ 0 h 132349"/>
                <a:gd name="csX4" fmla="*/ 0 w 12874"/>
                <a:gd name="csY4" fmla="*/ 0 h 1323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32349">
                  <a:moveTo>
                    <a:pt x="0" y="0"/>
                  </a:moveTo>
                  <a:lnTo>
                    <a:pt x="0" y="132350"/>
                  </a:lnTo>
                  <a:lnTo>
                    <a:pt x="12875" y="13235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1" name="Freeform 1260">
              <a:extLst>
                <a:ext uri="{FF2B5EF4-FFF2-40B4-BE49-F238E27FC236}">
                  <a16:creationId xmlns:a16="http://schemas.microsoft.com/office/drawing/2014/main" id="{3F5AF0B3-C084-6D9D-DA18-E71EED34D693}"/>
                </a:ext>
              </a:extLst>
            </p:cNvPr>
            <p:cNvSpPr/>
            <p:nvPr/>
          </p:nvSpPr>
          <p:spPr>
            <a:xfrm>
              <a:off x="4752488" y="4594406"/>
              <a:ext cx="12874" cy="154863"/>
            </a:xfrm>
            <a:custGeom>
              <a:avLst/>
              <a:gdLst>
                <a:gd name="csX0" fmla="*/ 0 w 12874"/>
                <a:gd name="csY0" fmla="*/ 0 h 154863"/>
                <a:gd name="csX1" fmla="*/ 0 w 12874"/>
                <a:gd name="csY1" fmla="*/ 154864 h 154863"/>
                <a:gd name="csX2" fmla="*/ 12875 w 12874"/>
                <a:gd name="csY2" fmla="*/ 154864 h 154863"/>
                <a:gd name="csX3" fmla="*/ 12875 w 12874"/>
                <a:gd name="csY3" fmla="*/ 0 h 154863"/>
                <a:gd name="csX4" fmla="*/ 0 w 12874"/>
                <a:gd name="csY4" fmla="*/ 0 h 154863"/>
                <a:gd name="csX5" fmla="*/ 0 w 12874"/>
                <a:gd name="csY5" fmla="*/ 0 h 15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54863">
                  <a:moveTo>
                    <a:pt x="0" y="0"/>
                  </a:moveTo>
                  <a:lnTo>
                    <a:pt x="0" y="154864"/>
                  </a:lnTo>
                  <a:lnTo>
                    <a:pt x="12875" y="15486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2" name="Freeform 1261">
              <a:extLst>
                <a:ext uri="{FF2B5EF4-FFF2-40B4-BE49-F238E27FC236}">
                  <a16:creationId xmlns:a16="http://schemas.microsoft.com/office/drawing/2014/main" id="{E36010CB-597C-72FA-317E-1C8EB1D884E4}"/>
                </a:ext>
              </a:extLst>
            </p:cNvPr>
            <p:cNvSpPr/>
            <p:nvPr/>
          </p:nvSpPr>
          <p:spPr>
            <a:xfrm>
              <a:off x="4752488" y="4594406"/>
              <a:ext cx="12874" cy="154863"/>
            </a:xfrm>
            <a:custGeom>
              <a:avLst/>
              <a:gdLst>
                <a:gd name="csX0" fmla="*/ 0 w 12874"/>
                <a:gd name="csY0" fmla="*/ 0 h 154863"/>
                <a:gd name="csX1" fmla="*/ 0 w 12874"/>
                <a:gd name="csY1" fmla="*/ 154864 h 154863"/>
                <a:gd name="csX2" fmla="*/ 12875 w 12874"/>
                <a:gd name="csY2" fmla="*/ 154864 h 154863"/>
                <a:gd name="csX3" fmla="*/ 12875 w 12874"/>
                <a:gd name="csY3" fmla="*/ 0 h 154863"/>
                <a:gd name="csX4" fmla="*/ 0 w 12874"/>
                <a:gd name="csY4" fmla="*/ 0 h 15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54863">
                  <a:moveTo>
                    <a:pt x="0" y="0"/>
                  </a:moveTo>
                  <a:lnTo>
                    <a:pt x="0" y="154864"/>
                  </a:lnTo>
                  <a:lnTo>
                    <a:pt x="12875" y="15486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3" name="Freeform 1262">
              <a:extLst>
                <a:ext uri="{FF2B5EF4-FFF2-40B4-BE49-F238E27FC236}">
                  <a16:creationId xmlns:a16="http://schemas.microsoft.com/office/drawing/2014/main" id="{B6814349-8920-EAB6-70C2-DF86232BCA79}"/>
                </a:ext>
              </a:extLst>
            </p:cNvPr>
            <p:cNvSpPr/>
            <p:nvPr/>
          </p:nvSpPr>
          <p:spPr>
            <a:xfrm>
              <a:off x="4765363" y="4570474"/>
              <a:ext cx="12873" cy="178795"/>
            </a:xfrm>
            <a:custGeom>
              <a:avLst/>
              <a:gdLst>
                <a:gd name="csX0" fmla="*/ 0 w 12873"/>
                <a:gd name="csY0" fmla="*/ 0 h 178795"/>
                <a:gd name="csX1" fmla="*/ 0 w 12873"/>
                <a:gd name="csY1" fmla="*/ 178795 h 178795"/>
                <a:gd name="csX2" fmla="*/ 12874 w 12873"/>
                <a:gd name="csY2" fmla="*/ 178795 h 178795"/>
                <a:gd name="csX3" fmla="*/ 12874 w 12873"/>
                <a:gd name="csY3" fmla="*/ 0 h 178795"/>
                <a:gd name="csX4" fmla="*/ 0 w 12873"/>
                <a:gd name="csY4" fmla="*/ 0 h 178795"/>
                <a:gd name="csX5" fmla="*/ 0 w 12873"/>
                <a:gd name="csY5" fmla="*/ 0 h 178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78795">
                  <a:moveTo>
                    <a:pt x="0" y="0"/>
                  </a:moveTo>
                  <a:lnTo>
                    <a:pt x="0" y="178795"/>
                  </a:lnTo>
                  <a:lnTo>
                    <a:pt x="12874" y="17879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4" name="Freeform 1263">
              <a:extLst>
                <a:ext uri="{FF2B5EF4-FFF2-40B4-BE49-F238E27FC236}">
                  <a16:creationId xmlns:a16="http://schemas.microsoft.com/office/drawing/2014/main" id="{924AA2FD-4A1F-0A7E-5451-D36719FC5071}"/>
                </a:ext>
              </a:extLst>
            </p:cNvPr>
            <p:cNvSpPr/>
            <p:nvPr/>
          </p:nvSpPr>
          <p:spPr>
            <a:xfrm>
              <a:off x="4765363" y="4570474"/>
              <a:ext cx="12873" cy="178795"/>
            </a:xfrm>
            <a:custGeom>
              <a:avLst/>
              <a:gdLst>
                <a:gd name="csX0" fmla="*/ 0 w 12873"/>
                <a:gd name="csY0" fmla="*/ 0 h 178795"/>
                <a:gd name="csX1" fmla="*/ 0 w 12873"/>
                <a:gd name="csY1" fmla="*/ 178795 h 178795"/>
                <a:gd name="csX2" fmla="*/ 12874 w 12873"/>
                <a:gd name="csY2" fmla="*/ 178795 h 178795"/>
                <a:gd name="csX3" fmla="*/ 12874 w 12873"/>
                <a:gd name="csY3" fmla="*/ 0 h 178795"/>
                <a:gd name="csX4" fmla="*/ 0 w 12873"/>
                <a:gd name="csY4" fmla="*/ 0 h 178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78795">
                  <a:moveTo>
                    <a:pt x="0" y="0"/>
                  </a:moveTo>
                  <a:lnTo>
                    <a:pt x="0" y="178795"/>
                  </a:lnTo>
                  <a:lnTo>
                    <a:pt x="12874" y="17879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01634F8A-5FEE-7467-3E11-FBC09ED45A8D}"/>
                </a:ext>
              </a:extLst>
            </p:cNvPr>
            <p:cNvSpPr/>
            <p:nvPr/>
          </p:nvSpPr>
          <p:spPr>
            <a:xfrm>
              <a:off x="4778236" y="4546314"/>
              <a:ext cx="12874" cy="202954"/>
            </a:xfrm>
            <a:custGeom>
              <a:avLst/>
              <a:gdLst>
                <a:gd name="csX0" fmla="*/ 0 w 12874"/>
                <a:gd name="csY0" fmla="*/ 0 h 202954"/>
                <a:gd name="csX1" fmla="*/ 0 w 12874"/>
                <a:gd name="csY1" fmla="*/ 202955 h 202954"/>
                <a:gd name="csX2" fmla="*/ 12875 w 12874"/>
                <a:gd name="csY2" fmla="*/ 202955 h 202954"/>
                <a:gd name="csX3" fmla="*/ 12875 w 12874"/>
                <a:gd name="csY3" fmla="*/ 0 h 202954"/>
                <a:gd name="csX4" fmla="*/ 0 w 12874"/>
                <a:gd name="csY4" fmla="*/ 0 h 202954"/>
                <a:gd name="csX5" fmla="*/ 0 w 12874"/>
                <a:gd name="csY5" fmla="*/ 0 h 202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02954">
                  <a:moveTo>
                    <a:pt x="0" y="0"/>
                  </a:moveTo>
                  <a:lnTo>
                    <a:pt x="0" y="202955"/>
                  </a:lnTo>
                  <a:lnTo>
                    <a:pt x="12875" y="20295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6" name="Freeform 1265">
              <a:extLst>
                <a:ext uri="{FF2B5EF4-FFF2-40B4-BE49-F238E27FC236}">
                  <a16:creationId xmlns:a16="http://schemas.microsoft.com/office/drawing/2014/main" id="{A7351178-59A8-4473-72A8-199D7B889F3C}"/>
                </a:ext>
              </a:extLst>
            </p:cNvPr>
            <p:cNvSpPr/>
            <p:nvPr/>
          </p:nvSpPr>
          <p:spPr>
            <a:xfrm>
              <a:off x="4778236" y="4546314"/>
              <a:ext cx="12874" cy="202954"/>
            </a:xfrm>
            <a:custGeom>
              <a:avLst/>
              <a:gdLst>
                <a:gd name="csX0" fmla="*/ 0 w 12874"/>
                <a:gd name="csY0" fmla="*/ 0 h 202954"/>
                <a:gd name="csX1" fmla="*/ 0 w 12874"/>
                <a:gd name="csY1" fmla="*/ 202955 h 202954"/>
                <a:gd name="csX2" fmla="*/ 12875 w 12874"/>
                <a:gd name="csY2" fmla="*/ 202955 h 202954"/>
                <a:gd name="csX3" fmla="*/ 12875 w 12874"/>
                <a:gd name="csY3" fmla="*/ 0 h 202954"/>
                <a:gd name="csX4" fmla="*/ 0 w 12874"/>
                <a:gd name="csY4" fmla="*/ 0 h 202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02954">
                  <a:moveTo>
                    <a:pt x="0" y="0"/>
                  </a:moveTo>
                  <a:lnTo>
                    <a:pt x="0" y="202955"/>
                  </a:lnTo>
                  <a:lnTo>
                    <a:pt x="12875" y="20295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8CFB68D6-371F-5154-231C-4C7C7D086BF2}"/>
                </a:ext>
              </a:extLst>
            </p:cNvPr>
            <p:cNvSpPr/>
            <p:nvPr/>
          </p:nvSpPr>
          <p:spPr>
            <a:xfrm>
              <a:off x="4791111" y="4519929"/>
              <a:ext cx="12874" cy="229340"/>
            </a:xfrm>
            <a:custGeom>
              <a:avLst/>
              <a:gdLst>
                <a:gd name="csX0" fmla="*/ 0 w 12874"/>
                <a:gd name="csY0" fmla="*/ 0 h 229340"/>
                <a:gd name="csX1" fmla="*/ 0 w 12874"/>
                <a:gd name="csY1" fmla="*/ 229340 h 229340"/>
                <a:gd name="csX2" fmla="*/ 12875 w 12874"/>
                <a:gd name="csY2" fmla="*/ 229340 h 229340"/>
                <a:gd name="csX3" fmla="*/ 12875 w 12874"/>
                <a:gd name="csY3" fmla="*/ 0 h 229340"/>
                <a:gd name="csX4" fmla="*/ 0 w 12874"/>
                <a:gd name="csY4" fmla="*/ 0 h 229340"/>
                <a:gd name="csX5" fmla="*/ 0 w 12874"/>
                <a:gd name="csY5" fmla="*/ 0 h 229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29340">
                  <a:moveTo>
                    <a:pt x="0" y="0"/>
                  </a:moveTo>
                  <a:lnTo>
                    <a:pt x="0" y="229340"/>
                  </a:lnTo>
                  <a:lnTo>
                    <a:pt x="12875" y="22934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8" name="Freeform 1267">
              <a:extLst>
                <a:ext uri="{FF2B5EF4-FFF2-40B4-BE49-F238E27FC236}">
                  <a16:creationId xmlns:a16="http://schemas.microsoft.com/office/drawing/2014/main" id="{C38E594C-5A7A-9512-D1DF-E3E87AED5790}"/>
                </a:ext>
              </a:extLst>
            </p:cNvPr>
            <p:cNvSpPr/>
            <p:nvPr/>
          </p:nvSpPr>
          <p:spPr>
            <a:xfrm>
              <a:off x="4791111" y="4519929"/>
              <a:ext cx="12874" cy="229340"/>
            </a:xfrm>
            <a:custGeom>
              <a:avLst/>
              <a:gdLst>
                <a:gd name="csX0" fmla="*/ 0 w 12874"/>
                <a:gd name="csY0" fmla="*/ 0 h 229340"/>
                <a:gd name="csX1" fmla="*/ 0 w 12874"/>
                <a:gd name="csY1" fmla="*/ 229340 h 229340"/>
                <a:gd name="csX2" fmla="*/ 12875 w 12874"/>
                <a:gd name="csY2" fmla="*/ 229340 h 229340"/>
                <a:gd name="csX3" fmla="*/ 12875 w 12874"/>
                <a:gd name="csY3" fmla="*/ 0 h 229340"/>
                <a:gd name="csX4" fmla="*/ 0 w 12874"/>
                <a:gd name="csY4" fmla="*/ 0 h 229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29340">
                  <a:moveTo>
                    <a:pt x="0" y="0"/>
                  </a:moveTo>
                  <a:lnTo>
                    <a:pt x="0" y="229340"/>
                  </a:lnTo>
                  <a:lnTo>
                    <a:pt x="12875" y="22934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A465ABF5-9B10-A39D-226C-E6CE580106D3}"/>
                </a:ext>
              </a:extLst>
            </p:cNvPr>
            <p:cNvSpPr/>
            <p:nvPr/>
          </p:nvSpPr>
          <p:spPr>
            <a:xfrm>
              <a:off x="4803986" y="4497467"/>
              <a:ext cx="12874" cy="251802"/>
            </a:xfrm>
            <a:custGeom>
              <a:avLst/>
              <a:gdLst>
                <a:gd name="csX0" fmla="*/ 0 w 12874"/>
                <a:gd name="csY0" fmla="*/ 0 h 251802"/>
                <a:gd name="csX1" fmla="*/ 0 w 12874"/>
                <a:gd name="csY1" fmla="*/ 251802 h 251802"/>
                <a:gd name="csX2" fmla="*/ 12875 w 12874"/>
                <a:gd name="csY2" fmla="*/ 251802 h 251802"/>
                <a:gd name="csX3" fmla="*/ 12875 w 12874"/>
                <a:gd name="csY3" fmla="*/ 0 h 251802"/>
                <a:gd name="csX4" fmla="*/ 0 w 12874"/>
                <a:gd name="csY4" fmla="*/ 0 h 251802"/>
                <a:gd name="csX5" fmla="*/ 0 w 12874"/>
                <a:gd name="csY5" fmla="*/ 0 h 251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51802">
                  <a:moveTo>
                    <a:pt x="0" y="0"/>
                  </a:moveTo>
                  <a:lnTo>
                    <a:pt x="0" y="251802"/>
                  </a:lnTo>
                  <a:lnTo>
                    <a:pt x="12875" y="251802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101C3850-41C4-227B-AAF7-E4FE24847792}"/>
                </a:ext>
              </a:extLst>
            </p:cNvPr>
            <p:cNvSpPr/>
            <p:nvPr/>
          </p:nvSpPr>
          <p:spPr>
            <a:xfrm>
              <a:off x="4803986" y="4497467"/>
              <a:ext cx="12874" cy="251802"/>
            </a:xfrm>
            <a:custGeom>
              <a:avLst/>
              <a:gdLst>
                <a:gd name="csX0" fmla="*/ 0 w 12874"/>
                <a:gd name="csY0" fmla="*/ 0 h 251802"/>
                <a:gd name="csX1" fmla="*/ 0 w 12874"/>
                <a:gd name="csY1" fmla="*/ 251802 h 251802"/>
                <a:gd name="csX2" fmla="*/ 12875 w 12874"/>
                <a:gd name="csY2" fmla="*/ 251802 h 251802"/>
                <a:gd name="csX3" fmla="*/ 12875 w 12874"/>
                <a:gd name="csY3" fmla="*/ 0 h 251802"/>
                <a:gd name="csX4" fmla="*/ 0 w 12874"/>
                <a:gd name="csY4" fmla="*/ 0 h 251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51802">
                  <a:moveTo>
                    <a:pt x="0" y="0"/>
                  </a:moveTo>
                  <a:lnTo>
                    <a:pt x="0" y="251802"/>
                  </a:lnTo>
                  <a:lnTo>
                    <a:pt x="12875" y="251802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1" name="Freeform 1270">
              <a:extLst>
                <a:ext uri="{FF2B5EF4-FFF2-40B4-BE49-F238E27FC236}">
                  <a16:creationId xmlns:a16="http://schemas.microsoft.com/office/drawing/2014/main" id="{25A5F840-A8D1-6807-21C4-738FF2C4D839}"/>
                </a:ext>
              </a:extLst>
            </p:cNvPr>
            <p:cNvSpPr/>
            <p:nvPr/>
          </p:nvSpPr>
          <p:spPr>
            <a:xfrm>
              <a:off x="4816861" y="4462004"/>
              <a:ext cx="12874" cy="287265"/>
            </a:xfrm>
            <a:custGeom>
              <a:avLst/>
              <a:gdLst>
                <a:gd name="csX0" fmla="*/ 0 w 12874"/>
                <a:gd name="csY0" fmla="*/ 0 h 287265"/>
                <a:gd name="csX1" fmla="*/ 0 w 12874"/>
                <a:gd name="csY1" fmla="*/ 287265 h 287265"/>
                <a:gd name="csX2" fmla="*/ 12875 w 12874"/>
                <a:gd name="csY2" fmla="*/ 287265 h 287265"/>
                <a:gd name="csX3" fmla="*/ 12875 w 12874"/>
                <a:gd name="csY3" fmla="*/ 0 h 287265"/>
                <a:gd name="csX4" fmla="*/ 0 w 12874"/>
                <a:gd name="csY4" fmla="*/ 0 h 287265"/>
                <a:gd name="csX5" fmla="*/ 0 w 12874"/>
                <a:gd name="csY5" fmla="*/ 0 h 287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87265">
                  <a:moveTo>
                    <a:pt x="0" y="0"/>
                  </a:moveTo>
                  <a:lnTo>
                    <a:pt x="0" y="287265"/>
                  </a:lnTo>
                  <a:lnTo>
                    <a:pt x="12875" y="28726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06C037E0-0A21-13D1-043F-1BA7F9D70715}"/>
                </a:ext>
              </a:extLst>
            </p:cNvPr>
            <p:cNvSpPr/>
            <p:nvPr/>
          </p:nvSpPr>
          <p:spPr>
            <a:xfrm>
              <a:off x="4816861" y="4462004"/>
              <a:ext cx="12874" cy="287265"/>
            </a:xfrm>
            <a:custGeom>
              <a:avLst/>
              <a:gdLst>
                <a:gd name="csX0" fmla="*/ 0 w 12874"/>
                <a:gd name="csY0" fmla="*/ 0 h 287265"/>
                <a:gd name="csX1" fmla="*/ 0 w 12874"/>
                <a:gd name="csY1" fmla="*/ 287265 h 287265"/>
                <a:gd name="csX2" fmla="*/ 12875 w 12874"/>
                <a:gd name="csY2" fmla="*/ 287265 h 287265"/>
                <a:gd name="csX3" fmla="*/ 12875 w 12874"/>
                <a:gd name="csY3" fmla="*/ 0 h 287265"/>
                <a:gd name="csX4" fmla="*/ 0 w 12874"/>
                <a:gd name="csY4" fmla="*/ 0 h 287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87265">
                  <a:moveTo>
                    <a:pt x="0" y="0"/>
                  </a:moveTo>
                  <a:lnTo>
                    <a:pt x="0" y="287265"/>
                  </a:lnTo>
                  <a:lnTo>
                    <a:pt x="12875" y="28726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5BA90820-9B28-4D24-A94B-8744B3207DC7}"/>
                </a:ext>
              </a:extLst>
            </p:cNvPr>
            <p:cNvSpPr/>
            <p:nvPr/>
          </p:nvSpPr>
          <p:spPr>
            <a:xfrm>
              <a:off x="4829735" y="4437938"/>
              <a:ext cx="12873" cy="311331"/>
            </a:xfrm>
            <a:custGeom>
              <a:avLst/>
              <a:gdLst>
                <a:gd name="csX0" fmla="*/ 0 w 12873"/>
                <a:gd name="csY0" fmla="*/ 0 h 311331"/>
                <a:gd name="csX1" fmla="*/ 0 w 12873"/>
                <a:gd name="csY1" fmla="*/ 311332 h 311331"/>
                <a:gd name="csX2" fmla="*/ 12874 w 12873"/>
                <a:gd name="csY2" fmla="*/ 311332 h 311331"/>
                <a:gd name="csX3" fmla="*/ 12874 w 12873"/>
                <a:gd name="csY3" fmla="*/ 0 h 311331"/>
                <a:gd name="csX4" fmla="*/ 0 w 12873"/>
                <a:gd name="csY4" fmla="*/ 0 h 311331"/>
                <a:gd name="csX5" fmla="*/ 0 w 12873"/>
                <a:gd name="csY5" fmla="*/ 0 h 311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311331">
                  <a:moveTo>
                    <a:pt x="0" y="0"/>
                  </a:moveTo>
                  <a:lnTo>
                    <a:pt x="0" y="311332"/>
                  </a:lnTo>
                  <a:lnTo>
                    <a:pt x="12874" y="31133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69467CE1-930E-7E79-4C42-58B654BA6006}"/>
                </a:ext>
              </a:extLst>
            </p:cNvPr>
            <p:cNvSpPr/>
            <p:nvPr/>
          </p:nvSpPr>
          <p:spPr>
            <a:xfrm>
              <a:off x="4829735" y="4437938"/>
              <a:ext cx="12873" cy="311331"/>
            </a:xfrm>
            <a:custGeom>
              <a:avLst/>
              <a:gdLst>
                <a:gd name="csX0" fmla="*/ 0 w 12873"/>
                <a:gd name="csY0" fmla="*/ 0 h 311331"/>
                <a:gd name="csX1" fmla="*/ 0 w 12873"/>
                <a:gd name="csY1" fmla="*/ 311332 h 311331"/>
                <a:gd name="csX2" fmla="*/ 12874 w 12873"/>
                <a:gd name="csY2" fmla="*/ 311332 h 311331"/>
                <a:gd name="csX3" fmla="*/ 12874 w 12873"/>
                <a:gd name="csY3" fmla="*/ 0 h 311331"/>
                <a:gd name="csX4" fmla="*/ 0 w 12873"/>
                <a:gd name="csY4" fmla="*/ 0 h 311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311331">
                  <a:moveTo>
                    <a:pt x="0" y="0"/>
                  </a:moveTo>
                  <a:lnTo>
                    <a:pt x="0" y="311332"/>
                  </a:lnTo>
                  <a:lnTo>
                    <a:pt x="12874" y="31133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5" name="Freeform 1274">
              <a:extLst>
                <a:ext uri="{FF2B5EF4-FFF2-40B4-BE49-F238E27FC236}">
                  <a16:creationId xmlns:a16="http://schemas.microsoft.com/office/drawing/2014/main" id="{293F1BF2-2247-4A24-E374-2F34F2877C4B}"/>
                </a:ext>
              </a:extLst>
            </p:cNvPr>
            <p:cNvSpPr/>
            <p:nvPr/>
          </p:nvSpPr>
          <p:spPr>
            <a:xfrm>
              <a:off x="4842609" y="4406708"/>
              <a:ext cx="12874" cy="342560"/>
            </a:xfrm>
            <a:custGeom>
              <a:avLst/>
              <a:gdLst>
                <a:gd name="csX0" fmla="*/ 0 w 12874"/>
                <a:gd name="csY0" fmla="*/ 0 h 342560"/>
                <a:gd name="csX1" fmla="*/ 0 w 12874"/>
                <a:gd name="csY1" fmla="*/ 342561 h 342560"/>
                <a:gd name="csX2" fmla="*/ 12875 w 12874"/>
                <a:gd name="csY2" fmla="*/ 342561 h 342560"/>
                <a:gd name="csX3" fmla="*/ 12875 w 12874"/>
                <a:gd name="csY3" fmla="*/ 0 h 342560"/>
                <a:gd name="csX4" fmla="*/ 0 w 12874"/>
                <a:gd name="csY4" fmla="*/ 0 h 342560"/>
                <a:gd name="csX5" fmla="*/ 0 w 12874"/>
                <a:gd name="csY5" fmla="*/ 0 h 342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42560">
                  <a:moveTo>
                    <a:pt x="0" y="0"/>
                  </a:moveTo>
                  <a:lnTo>
                    <a:pt x="0" y="342561"/>
                  </a:lnTo>
                  <a:lnTo>
                    <a:pt x="12875" y="34256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C262FB60-BCD4-B937-3F9B-BF12B056ABE4}"/>
                </a:ext>
              </a:extLst>
            </p:cNvPr>
            <p:cNvSpPr/>
            <p:nvPr/>
          </p:nvSpPr>
          <p:spPr>
            <a:xfrm>
              <a:off x="4842609" y="4406708"/>
              <a:ext cx="12874" cy="342560"/>
            </a:xfrm>
            <a:custGeom>
              <a:avLst/>
              <a:gdLst>
                <a:gd name="csX0" fmla="*/ 0 w 12874"/>
                <a:gd name="csY0" fmla="*/ 0 h 342560"/>
                <a:gd name="csX1" fmla="*/ 0 w 12874"/>
                <a:gd name="csY1" fmla="*/ 342561 h 342560"/>
                <a:gd name="csX2" fmla="*/ 12875 w 12874"/>
                <a:gd name="csY2" fmla="*/ 342561 h 342560"/>
                <a:gd name="csX3" fmla="*/ 12875 w 12874"/>
                <a:gd name="csY3" fmla="*/ 0 h 342560"/>
                <a:gd name="csX4" fmla="*/ 0 w 12874"/>
                <a:gd name="csY4" fmla="*/ 0 h 342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42560">
                  <a:moveTo>
                    <a:pt x="0" y="0"/>
                  </a:moveTo>
                  <a:lnTo>
                    <a:pt x="0" y="342561"/>
                  </a:lnTo>
                  <a:lnTo>
                    <a:pt x="12875" y="34256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85312B08-1F9A-08D1-D8A0-3F32021195D5}"/>
                </a:ext>
              </a:extLst>
            </p:cNvPr>
            <p:cNvSpPr/>
            <p:nvPr/>
          </p:nvSpPr>
          <p:spPr>
            <a:xfrm>
              <a:off x="4855484" y="4387976"/>
              <a:ext cx="12874" cy="361293"/>
            </a:xfrm>
            <a:custGeom>
              <a:avLst/>
              <a:gdLst>
                <a:gd name="csX0" fmla="*/ 0 w 12874"/>
                <a:gd name="csY0" fmla="*/ 0 h 361293"/>
                <a:gd name="csX1" fmla="*/ 0 w 12874"/>
                <a:gd name="csY1" fmla="*/ 361293 h 361293"/>
                <a:gd name="csX2" fmla="*/ 12875 w 12874"/>
                <a:gd name="csY2" fmla="*/ 361293 h 361293"/>
                <a:gd name="csX3" fmla="*/ 12875 w 12874"/>
                <a:gd name="csY3" fmla="*/ 0 h 361293"/>
                <a:gd name="csX4" fmla="*/ 0 w 12874"/>
                <a:gd name="csY4" fmla="*/ 0 h 361293"/>
                <a:gd name="csX5" fmla="*/ 0 w 12874"/>
                <a:gd name="csY5" fmla="*/ 0 h 36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61293">
                  <a:moveTo>
                    <a:pt x="0" y="0"/>
                  </a:moveTo>
                  <a:lnTo>
                    <a:pt x="0" y="361293"/>
                  </a:lnTo>
                  <a:lnTo>
                    <a:pt x="12875" y="36129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9FB2D282-0673-12B3-729F-24E660680ACE}"/>
                </a:ext>
              </a:extLst>
            </p:cNvPr>
            <p:cNvSpPr/>
            <p:nvPr/>
          </p:nvSpPr>
          <p:spPr>
            <a:xfrm>
              <a:off x="4855484" y="4387976"/>
              <a:ext cx="12874" cy="361293"/>
            </a:xfrm>
            <a:custGeom>
              <a:avLst/>
              <a:gdLst>
                <a:gd name="csX0" fmla="*/ 0 w 12874"/>
                <a:gd name="csY0" fmla="*/ 0 h 361293"/>
                <a:gd name="csX1" fmla="*/ 0 w 12874"/>
                <a:gd name="csY1" fmla="*/ 361293 h 361293"/>
                <a:gd name="csX2" fmla="*/ 12875 w 12874"/>
                <a:gd name="csY2" fmla="*/ 361293 h 361293"/>
                <a:gd name="csX3" fmla="*/ 12875 w 12874"/>
                <a:gd name="csY3" fmla="*/ 0 h 361293"/>
                <a:gd name="csX4" fmla="*/ 0 w 12874"/>
                <a:gd name="csY4" fmla="*/ 0 h 36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61293">
                  <a:moveTo>
                    <a:pt x="0" y="0"/>
                  </a:moveTo>
                  <a:lnTo>
                    <a:pt x="0" y="361293"/>
                  </a:lnTo>
                  <a:lnTo>
                    <a:pt x="12875" y="36129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9" name="Freeform 1278">
              <a:extLst>
                <a:ext uri="{FF2B5EF4-FFF2-40B4-BE49-F238E27FC236}">
                  <a16:creationId xmlns:a16="http://schemas.microsoft.com/office/drawing/2014/main" id="{1210D698-ACD3-7211-D0C6-06A2B44A720A}"/>
                </a:ext>
              </a:extLst>
            </p:cNvPr>
            <p:cNvSpPr/>
            <p:nvPr/>
          </p:nvSpPr>
          <p:spPr>
            <a:xfrm>
              <a:off x="4868359" y="4370803"/>
              <a:ext cx="12874" cy="378465"/>
            </a:xfrm>
            <a:custGeom>
              <a:avLst/>
              <a:gdLst>
                <a:gd name="csX0" fmla="*/ 0 w 12874"/>
                <a:gd name="csY0" fmla="*/ 0 h 378465"/>
                <a:gd name="csX1" fmla="*/ 0 w 12874"/>
                <a:gd name="csY1" fmla="*/ 378466 h 378465"/>
                <a:gd name="csX2" fmla="*/ 12875 w 12874"/>
                <a:gd name="csY2" fmla="*/ 378466 h 378465"/>
                <a:gd name="csX3" fmla="*/ 12875 w 12874"/>
                <a:gd name="csY3" fmla="*/ 0 h 378465"/>
                <a:gd name="csX4" fmla="*/ 0 w 12874"/>
                <a:gd name="csY4" fmla="*/ 0 h 378465"/>
                <a:gd name="csX5" fmla="*/ 0 w 12874"/>
                <a:gd name="csY5" fmla="*/ 0 h 378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78465">
                  <a:moveTo>
                    <a:pt x="0" y="0"/>
                  </a:moveTo>
                  <a:lnTo>
                    <a:pt x="0" y="378466"/>
                  </a:lnTo>
                  <a:lnTo>
                    <a:pt x="12875" y="378466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0" name="Freeform 1279">
              <a:extLst>
                <a:ext uri="{FF2B5EF4-FFF2-40B4-BE49-F238E27FC236}">
                  <a16:creationId xmlns:a16="http://schemas.microsoft.com/office/drawing/2014/main" id="{6198EB17-7D92-5C07-A393-CC2AF87EFDC3}"/>
                </a:ext>
              </a:extLst>
            </p:cNvPr>
            <p:cNvSpPr/>
            <p:nvPr/>
          </p:nvSpPr>
          <p:spPr>
            <a:xfrm>
              <a:off x="4868359" y="4370803"/>
              <a:ext cx="12874" cy="378465"/>
            </a:xfrm>
            <a:custGeom>
              <a:avLst/>
              <a:gdLst>
                <a:gd name="csX0" fmla="*/ 0 w 12874"/>
                <a:gd name="csY0" fmla="*/ 0 h 378465"/>
                <a:gd name="csX1" fmla="*/ 0 w 12874"/>
                <a:gd name="csY1" fmla="*/ 378466 h 378465"/>
                <a:gd name="csX2" fmla="*/ 12875 w 12874"/>
                <a:gd name="csY2" fmla="*/ 378466 h 378465"/>
                <a:gd name="csX3" fmla="*/ 12875 w 12874"/>
                <a:gd name="csY3" fmla="*/ 0 h 378465"/>
                <a:gd name="csX4" fmla="*/ 0 w 12874"/>
                <a:gd name="csY4" fmla="*/ 0 h 378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78465">
                  <a:moveTo>
                    <a:pt x="0" y="0"/>
                  </a:moveTo>
                  <a:lnTo>
                    <a:pt x="0" y="378466"/>
                  </a:lnTo>
                  <a:lnTo>
                    <a:pt x="12875" y="378466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1" name="Freeform 1280">
              <a:extLst>
                <a:ext uri="{FF2B5EF4-FFF2-40B4-BE49-F238E27FC236}">
                  <a16:creationId xmlns:a16="http://schemas.microsoft.com/office/drawing/2014/main" id="{1774A87D-14A5-6FA1-3F8C-659E84B5AC1A}"/>
                </a:ext>
              </a:extLst>
            </p:cNvPr>
            <p:cNvSpPr/>
            <p:nvPr/>
          </p:nvSpPr>
          <p:spPr>
            <a:xfrm>
              <a:off x="4881233" y="4349182"/>
              <a:ext cx="12874" cy="400087"/>
            </a:xfrm>
            <a:custGeom>
              <a:avLst/>
              <a:gdLst>
                <a:gd name="csX0" fmla="*/ 0 w 12874"/>
                <a:gd name="csY0" fmla="*/ 0 h 400087"/>
                <a:gd name="csX1" fmla="*/ 0 w 12874"/>
                <a:gd name="csY1" fmla="*/ 400087 h 400087"/>
                <a:gd name="csX2" fmla="*/ 12875 w 12874"/>
                <a:gd name="csY2" fmla="*/ 400087 h 400087"/>
                <a:gd name="csX3" fmla="*/ 12875 w 12874"/>
                <a:gd name="csY3" fmla="*/ 0 h 400087"/>
                <a:gd name="csX4" fmla="*/ 0 w 12874"/>
                <a:gd name="csY4" fmla="*/ 0 h 400087"/>
                <a:gd name="csX5" fmla="*/ 0 w 12874"/>
                <a:gd name="csY5" fmla="*/ 0 h 40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00087">
                  <a:moveTo>
                    <a:pt x="0" y="0"/>
                  </a:moveTo>
                  <a:lnTo>
                    <a:pt x="0" y="400087"/>
                  </a:lnTo>
                  <a:lnTo>
                    <a:pt x="12875" y="40008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2" name="Freeform 1281">
              <a:extLst>
                <a:ext uri="{FF2B5EF4-FFF2-40B4-BE49-F238E27FC236}">
                  <a16:creationId xmlns:a16="http://schemas.microsoft.com/office/drawing/2014/main" id="{3F1DA9E6-807A-1EC9-B3FC-FB8C003D3CBA}"/>
                </a:ext>
              </a:extLst>
            </p:cNvPr>
            <p:cNvSpPr/>
            <p:nvPr/>
          </p:nvSpPr>
          <p:spPr>
            <a:xfrm>
              <a:off x="4881233" y="4349182"/>
              <a:ext cx="12874" cy="400087"/>
            </a:xfrm>
            <a:custGeom>
              <a:avLst/>
              <a:gdLst>
                <a:gd name="csX0" fmla="*/ 0 w 12874"/>
                <a:gd name="csY0" fmla="*/ 0 h 400087"/>
                <a:gd name="csX1" fmla="*/ 0 w 12874"/>
                <a:gd name="csY1" fmla="*/ 400087 h 400087"/>
                <a:gd name="csX2" fmla="*/ 12875 w 12874"/>
                <a:gd name="csY2" fmla="*/ 400087 h 400087"/>
                <a:gd name="csX3" fmla="*/ 12875 w 12874"/>
                <a:gd name="csY3" fmla="*/ 0 h 400087"/>
                <a:gd name="csX4" fmla="*/ 0 w 12874"/>
                <a:gd name="csY4" fmla="*/ 0 h 40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00087">
                  <a:moveTo>
                    <a:pt x="0" y="0"/>
                  </a:moveTo>
                  <a:lnTo>
                    <a:pt x="0" y="400087"/>
                  </a:lnTo>
                  <a:lnTo>
                    <a:pt x="12875" y="40008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3" name="Freeform 1282">
              <a:extLst>
                <a:ext uri="{FF2B5EF4-FFF2-40B4-BE49-F238E27FC236}">
                  <a16:creationId xmlns:a16="http://schemas.microsoft.com/office/drawing/2014/main" id="{EF56E615-3D93-C699-CC1C-ADE56A939490}"/>
                </a:ext>
              </a:extLst>
            </p:cNvPr>
            <p:cNvSpPr/>
            <p:nvPr/>
          </p:nvSpPr>
          <p:spPr>
            <a:xfrm>
              <a:off x="4894108" y="4338104"/>
              <a:ext cx="12874" cy="411165"/>
            </a:xfrm>
            <a:custGeom>
              <a:avLst/>
              <a:gdLst>
                <a:gd name="csX0" fmla="*/ 0 w 12874"/>
                <a:gd name="csY0" fmla="*/ 0 h 411165"/>
                <a:gd name="csX1" fmla="*/ 0 w 12874"/>
                <a:gd name="csY1" fmla="*/ 411165 h 411165"/>
                <a:gd name="csX2" fmla="*/ 12875 w 12874"/>
                <a:gd name="csY2" fmla="*/ 411165 h 411165"/>
                <a:gd name="csX3" fmla="*/ 12875 w 12874"/>
                <a:gd name="csY3" fmla="*/ 0 h 411165"/>
                <a:gd name="csX4" fmla="*/ 0 w 12874"/>
                <a:gd name="csY4" fmla="*/ 0 h 411165"/>
                <a:gd name="csX5" fmla="*/ 0 w 12874"/>
                <a:gd name="csY5" fmla="*/ 0 h 411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1165">
                  <a:moveTo>
                    <a:pt x="0" y="0"/>
                  </a:moveTo>
                  <a:lnTo>
                    <a:pt x="0" y="411165"/>
                  </a:lnTo>
                  <a:lnTo>
                    <a:pt x="12875" y="41116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4" name="Freeform 1283">
              <a:extLst>
                <a:ext uri="{FF2B5EF4-FFF2-40B4-BE49-F238E27FC236}">
                  <a16:creationId xmlns:a16="http://schemas.microsoft.com/office/drawing/2014/main" id="{9E7BCDFB-A386-80B4-6CFE-E5861483276C}"/>
                </a:ext>
              </a:extLst>
            </p:cNvPr>
            <p:cNvSpPr/>
            <p:nvPr/>
          </p:nvSpPr>
          <p:spPr>
            <a:xfrm>
              <a:off x="4894108" y="4338104"/>
              <a:ext cx="12874" cy="411165"/>
            </a:xfrm>
            <a:custGeom>
              <a:avLst/>
              <a:gdLst>
                <a:gd name="csX0" fmla="*/ 0 w 12874"/>
                <a:gd name="csY0" fmla="*/ 0 h 411165"/>
                <a:gd name="csX1" fmla="*/ 0 w 12874"/>
                <a:gd name="csY1" fmla="*/ 411165 h 411165"/>
                <a:gd name="csX2" fmla="*/ 12875 w 12874"/>
                <a:gd name="csY2" fmla="*/ 411165 h 411165"/>
                <a:gd name="csX3" fmla="*/ 12875 w 12874"/>
                <a:gd name="csY3" fmla="*/ 0 h 411165"/>
                <a:gd name="csX4" fmla="*/ 0 w 12874"/>
                <a:gd name="csY4" fmla="*/ 0 h 411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1165">
                  <a:moveTo>
                    <a:pt x="0" y="0"/>
                  </a:moveTo>
                  <a:lnTo>
                    <a:pt x="0" y="411165"/>
                  </a:lnTo>
                  <a:lnTo>
                    <a:pt x="12875" y="41116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5" name="Freeform 1284">
              <a:extLst>
                <a:ext uri="{FF2B5EF4-FFF2-40B4-BE49-F238E27FC236}">
                  <a16:creationId xmlns:a16="http://schemas.microsoft.com/office/drawing/2014/main" id="{0509DFDD-9734-10C6-B307-EA1521E7F4C8}"/>
                </a:ext>
              </a:extLst>
            </p:cNvPr>
            <p:cNvSpPr/>
            <p:nvPr/>
          </p:nvSpPr>
          <p:spPr>
            <a:xfrm>
              <a:off x="4906983" y="4323690"/>
              <a:ext cx="12873" cy="425579"/>
            </a:xfrm>
            <a:custGeom>
              <a:avLst/>
              <a:gdLst>
                <a:gd name="csX0" fmla="*/ 0 w 12873"/>
                <a:gd name="csY0" fmla="*/ 0 h 425579"/>
                <a:gd name="csX1" fmla="*/ 0 w 12873"/>
                <a:gd name="csY1" fmla="*/ 425579 h 425579"/>
                <a:gd name="csX2" fmla="*/ 12874 w 12873"/>
                <a:gd name="csY2" fmla="*/ 425579 h 425579"/>
                <a:gd name="csX3" fmla="*/ 12874 w 12873"/>
                <a:gd name="csY3" fmla="*/ 0 h 425579"/>
                <a:gd name="csX4" fmla="*/ 0 w 12873"/>
                <a:gd name="csY4" fmla="*/ 0 h 425579"/>
                <a:gd name="csX5" fmla="*/ 0 w 12873"/>
                <a:gd name="csY5" fmla="*/ 0 h 425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425579">
                  <a:moveTo>
                    <a:pt x="0" y="0"/>
                  </a:moveTo>
                  <a:lnTo>
                    <a:pt x="0" y="425579"/>
                  </a:lnTo>
                  <a:lnTo>
                    <a:pt x="12874" y="425579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6" name="Freeform 1285">
              <a:extLst>
                <a:ext uri="{FF2B5EF4-FFF2-40B4-BE49-F238E27FC236}">
                  <a16:creationId xmlns:a16="http://schemas.microsoft.com/office/drawing/2014/main" id="{3AA82C1E-6424-E005-475B-D12C44321681}"/>
                </a:ext>
              </a:extLst>
            </p:cNvPr>
            <p:cNvSpPr/>
            <p:nvPr/>
          </p:nvSpPr>
          <p:spPr>
            <a:xfrm>
              <a:off x="4906983" y="4323690"/>
              <a:ext cx="12873" cy="425579"/>
            </a:xfrm>
            <a:custGeom>
              <a:avLst/>
              <a:gdLst>
                <a:gd name="csX0" fmla="*/ 0 w 12873"/>
                <a:gd name="csY0" fmla="*/ 0 h 425579"/>
                <a:gd name="csX1" fmla="*/ 0 w 12873"/>
                <a:gd name="csY1" fmla="*/ 425579 h 425579"/>
                <a:gd name="csX2" fmla="*/ 12874 w 12873"/>
                <a:gd name="csY2" fmla="*/ 425579 h 425579"/>
                <a:gd name="csX3" fmla="*/ 12874 w 12873"/>
                <a:gd name="csY3" fmla="*/ 0 h 425579"/>
                <a:gd name="csX4" fmla="*/ 0 w 12873"/>
                <a:gd name="csY4" fmla="*/ 0 h 425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425579">
                  <a:moveTo>
                    <a:pt x="0" y="0"/>
                  </a:moveTo>
                  <a:lnTo>
                    <a:pt x="0" y="425579"/>
                  </a:lnTo>
                  <a:lnTo>
                    <a:pt x="12874" y="425579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7" name="Freeform 1286">
              <a:extLst>
                <a:ext uri="{FF2B5EF4-FFF2-40B4-BE49-F238E27FC236}">
                  <a16:creationId xmlns:a16="http://schemas.microsoft.com/office/drawing/2014/main" id="{7B5B3AB1-DEE5-1633-BA4C-543B678CAB0E}"/>
                </a:ext>
              </a:extLst>
            </p:cNvPr>
            <p:cNvSpPr/>
            <p:nvPr/>
          </p:nvSpPr>
          <p:spPr>
            <a:xfrm>
              <a:off x="4919857" y="4314970"/>
              <a:ext cx="12874" cy="434299"/>
            </a:xfrm>
            <a:custGeom>
              <a:avLst/>
              <a:gdLst>
                <a:gd name="csX0" fmla="*/ 0 w 12874"/>
                <a:gd name="csY0" fmla="*/ 0 h 434299"/>
                <a:gd name="csX1" fmla="*/ 0 w 12874"/>
                <a:gd name="csY1" fmla="*/ 434299 h 434299"/>
                <a:gd name="csX2" fmla="*/ 12875 w 12874"/>
                <a:gd name="csY2" fmla="*/ 434299 h 434299"/>
                <a:gd name="csX3" fmla="*/ 12875 w 12874"/>
                <a:gd name="csY3" fmla="*/ 0 h 434299"/>
                <a:gd name="csX4" fmla="*/ 0 w 12874"/>
                <a:gd name="csY4" fmla="*/ 0 h 434299"/>
                <a:gd name="csX5" fmla="*/ 0 w 12874"/>
                <a:gd name="csY5" fmla="*/ 0 h 434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4299">
                  <a:moveTo>
                    <a:pt x="0" y="0"/>
                  </a:moveTo>
                  <a:lnTo>
                    <a:pt x="0" y="434299"/>
                  </a:lnTo>
                  <a:lnTo>
                    <a:pt x="12875" y="434299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8" name="Freeform 1287">
              <a:extLst>
                <a:ext uri="{FF2B5EF4-FFF2-40B4-BE49-F238E27FC236}">
                  <a16:creationId xmlns:a16="http://schemas.microsoft.com/office/drawing/2014/main" id="{4779A9D4-5DE3-FA72-BEFF-A6EBEF1C99F5}"/>
                </a:ext>
              </a:extLst>
            </p:cNvPr>
            <p:cNvSpPr/>
            <p:nvPr/>
          </p:nvSpPr>
          <p:spPr>
            <a:xfrm>
              <a:off x="4919857" y="4314970"/>
              <a:ext cx="12874" cy="434299"/>
            </a:xfrm>
            <a:custGeom>
              <a:avLst/>
              <a:gdLst>
                <a:gd name="csX0" fmla="*/ 0 w 12874"/>
                <a:gd name="csY0" fmla="*/ 0 h 434299"/>
                <a:gd name="csX1" fmla="*/ 0 w 12874"/>
                <a:gd name="csY1" fmla="*/ 434299 h 434299"/>
                <a:gd name="csX2" fmla="*/ 12875 w 12874"/>
                <a:gd name="csY2" fmla="*/ 434299 h 434299"/>
                <a:gd name="csX3" fmla="*/ 12875 w 12874"/>
                <a:gd name="csY3" fmla="*/ 0 h 434299"/>
                <a:gd name="csX4" fmla="*/ 0 w 12874"/>
                <a:gd name="csY4" fmla="*/ 0 h 434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4299">
                  <a:moveTo>
                    <a:pt x="0" y="0"/>
                  </a:moveTo>
                  <a:lnTo>
                    <a:pt x="0" y="434299"/>
                  </a:lnTo>
                  <a:lnTo>
                    <a:pt x="12875" y="434299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9" name="Freeform 1288">
              <a:extLst>
                <a:ext uri="{FF2B5EF4-FFF2-40B4-BE49-F238E27FC236}">
                  <a16:creationId xmlns:a16="http://schemas.microsoft.com/office/drawing/2014/main" id="{7983EAF9-4C36-E778-7EF1-4004034E9AAA}"/>
                </a:ext>
              </a:extLst>
            </p:cNvPr>
            <p:cNvSpPr/>
            <p:nvPr/>
          </p:nvSpPr>
          <p:spPr>
            <a:xfrm>
              <a:off x="4932731" y="4305138"/>
              <a:ext cx="12874" cy="444131"/>
            </a:xfrm>
            <a:custGeom>
              <a:avLst/>
              <a:gdLst>
                <a:gd name="csX0" fmla="*/ 0 w 12874"/>
                <a:gd name="csY0" fmla="*/ 0 h 444131"/>
                <a:gd name="csX1" fmla="*/ 0 w 12874"/>
                <a:gd name="csY1" fmla="*/ 444132 h 444131"/>
                <a:gd name="csX2" fmla="*/ 12875 w 12874"/>
                <a:gd name="csY2" fmla="*/ 444132 h 444131"/>
                <a:gd name="csX3" fmla="*/ 12875 w 12874"/>
                <a:gd name="csY3" fmla="*/ 0 h 444131"/>
                <a:gd name="csX4" fmla="*/ 0 w 12874"/>
                <a:gd name="csY4" fmla="*/ 0 h 444131"/>
                <a:gd name="csX5" fmla="*/ 0 w 12874"/>
                <a:gd name="csY5" fmla="*/ 0 h 444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44131">
                  <a:moveTo>
                    <a:pt x="0" y="0"/>
                  </a:moveTo>
                  <a:lnTo>
                    <a:pt x="0" y="444132"/>
                  </a:lnTo>
                  <a:lnTo>
                    <a:pt x="12875" y="444132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0" name="Freeform 1289">
              <a:extLst>
                <a:ext uri="{FF2B5EF4-FFF2-40B4-BE49-F238E27FC236}">
                  <a16:creationId xmlns:a16="http://schemas.microsoft.com/office/drawing/2014/main" id="{D485DCAC-8F39-AB45-ECB1-6C9C21C80650}"/>
                </a:ext>
              </a:extLst>
            </p:cNvPr>
            <p:cNvSpPr/>
            <p:nvPr/>
          </p:nvSpPr>
          <p:spPr>
            <a:xfrm>
              <a:off x="4932731" y="4305138"/>
              <a:ext cx="12874" cy="444131"/>
            </a:xfrm>
            <a:custGeom>
              <a:avLst/>
              <a:gdLst>
                <a:gd name="csX0" fmla="*/ 0 w 12874"/>
                <a:gd name="csY0" fmla="*/ 0 h 444131"/>
                <a:gd name="csX1" fmla="*/ 0 w 12874"/>
                <a:gd name="csY1" fmla="*/ 444132 h 444131"/>
                <a:gd name="csX2" fmla="*/ 12875 w 12874"/>
                <a:gd name="csY2" fmla="*/ 444132 h 444131"/>
                <a:gd name="csX3" fmla="*/ 12875 w 12874"/>
                <a:gd name="csY3" fmla="*/ 0 h 444131"/>
                <a:gd name="csX4" fmla="*/ 0 w 12874"/>
                <a:gd name="csY4" fmla="*/ 0 h 444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44131">
                  <a:moveTo>
                    <a:pt x="0" y="0"/>
                  </a:moveTo>
                  <a:lnTo>
                    <a:pt x="0" y="444132"/>
                  </a:lnTo>
                  <a:lnTo>
                    <a:pt x="12875" y="444132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1" name="Freeform 1290">
              <a:extLst>
                <a:ext uri="{FF2B5EF4-FFF2-40B4-BE49-F238E27FC236}">
                  <a16:creationId xmlns:a16="http://schemas.microsoft.com/office/drawing/2014/main" id="{3F9C92B5-BC8C-CDBF-AED1-C7413B2E3354}"/>
                </a:ext>
              </a:extLst>
            </p:cNvPr>
            <p:cNvSpPr/>
            <p:nvPr/>
          </p:nvSpPr>
          <p:spPr>
            <a:xfrm>
              <a:off x="4945606" y="4301935"/>
              <a:ext cx="12874" cy="447334"/>
            </a:xfrm>
            <a:custGeom>
              <a:avLst/>
              <a:gdLst>
                <a:gd name="csX0" fmla="*/ 0 w 12874"/>
                <a:gd name="csY0" fmla="*/ 0 h 447334"/>
                <a:gd name="csX1" fmla="*/ 0 w 12874"/>
                <a:gd name="csY1" fmla="*/ 447334 h 447334"/>
                <a:gd name="csX2" fmla="*/ 12875 w 12874"/>
                <a:gd name="csY2" fmla="*/ 447334 h 447334"/>
                <a:gd name="csX3" fmla="*/ 12875 w 12874"/>
                <a:gd name="csY3" fmla="*/ 0 h 447334"/>
                <a:gd name="csX4" fmla="*/ 0 w 12874"/>
                <a:gd name="csY4" fmla="*/ 0 h 447334"/>
                <a:gd name="csX5" fmla="*/ 0 w 12874"/>
                <a:gd name="csY5" fmla="*/ 0 h 447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47334">
                  <a:moveTo>
                    <a:pt x="0" y="0"/>
                  </a:moveTo>
                  <a:lnTo>
                    <a:pt x="0" y="447334"/>
                  </a:lnTo>
                  <a:lnTo>
                    <a:pt x="12875" y="4473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2" name="Freeform 1291">
              <a:extLst>
                <a:ext uri="{FF2B5EF4-FFF2-40B4-BE49-F238E27FC236}">
                  <a16:creationId xmlns:a16="http://schemas.microsoft.com/office/drawing/2014/main" id="{BF7BEE3E-4126-129D-AFB3-CA709FC0CA5E}"/>
                </a:ext>
              </a:extLst>
            </p:cNvPr>
            <p:cNvSpPr/>
            <p:nvPr/>
          </p:nvSpPr>
          <p:spPr>
            <a:xfrm>
              <a:off x="4945606" y="4301935"/>
              <a:ext cx="12874" cy="447334"/>
            </a:xfrm>
            <a:custGeom>
              <a:avLst/>
              <a:gdLst>
                <a:gd name="csX0" fmla="*/ 0 w 12874"/>
                <a:gd name="csY0" fmla="*/ 0 h 447334"/>
                <a:gd name="csX1" fmla="*/ 0 w 12874"/>
                <a:gd name="csY1" fmla="*/ 447334 h 447334"/>
                <a:gd name="csX2" fmla="*/ 12875 w 12874"/>
                <a:gd name="csY2" fmla="*/ 447334 h 447334"/>
                <a:gd name="csX3" fmla="*/ 12875 w 12874"/>
                <a:gd name="csY3" fmla="*/ 0 h 447334"/>
                <a:gd name="csX4" fmla="*/ 0 w 12874"/>
                <a:gd name="csY4" fmla="*/ 0 h 447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47334">
                  <a:moveTo>
                    <a:pt x="0" y="0"/>
                  </a:moveTo>
                  <a:lnTo>
                    <a:pt x="0" y="447334"/>
                  </a:lnTo>
                  <a:lnTo>
                    <a:pt x="12875" y="4473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3" name="Freeform 1292">
              <a:extLst>
                <a:ext uri="{FF2B5EF4-FFF2-40B4-BE49-F238E27FC236}">
                  <a16:creationId xmlns:a16="http://schemas.microsoft.com/office/drawing/2014/main" id="{550B22B9-FE81-2ABD-DF66-99BA9EF9768D}"/>
                </a:ext>
              </a:extLst>
            </p:cNvPr>
            <p:cNvSpPr/>
            <p:nvPr/>
          </p:nvSpPr>
          <p:spPr>
            <a:xfrm>
              <a:off x="4958481" y="4314659"/>
              <a:ext cx="12874" cy="434610"/>
            </a:xfrm>
            <a:custGeom>
              <a:avLst/>
              <a:gdLst>
                <a:gd name="csX0" fmla="*/ 0 w 12874"/>
                <a:gd name="csY0" fmla="*/ 0 h 434610"/>
                <a:gd name="csX1" fmla="*/ 0 w 12874"/>
                <a:gd name="csY1" fmla="*/ 434611 h 434610"/>
                <a:gd name="csX2" fmla="*/ 12875 w 12874"/>
                <a:gd name="csY2" fmla="*/ 434611 h 434610"/>
                <a:gd name="csX3" fmla="*/ 12875 w 12874"/>
                <a:gd name="csY3" fmla="*/ 0 h 434610"/>
                <a:gd name="csX4" fmla="*/ 0 w 12874"/>
                <a:gd name="csY4" fmla="*/ 0 h 434610"/>
                <a:gd name="csX5" fmla="*/ 0 w 12874"/>
                <a:gd name="csY5" fmla="*/ 0 h 43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4610">
                  <a:moveTo>
                    <a:pt x="0" y="0"/>
                  </a:moveTo>
                  <a:lnTo>
                    <a:pt x="0" y="434611"/>
                  </a:lnTo>
                  <a:lnTo>
                    <a:pt x="12875" y="43461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4" name="Freeform 1293">
              <a:extLst>
                <a:ext uri="{FF2B5EF4-FFF2-40B4-BE49-F238E27FC236}">
                  <a16:creationId xmlns:a16="http://schemas.microsoft.com/office/drawing/2014/main" id="{881908A4-58A6-5BBD-ED1B-A22C71B91B6C}"/>
                </a:ext>
              </a:extLst>
            </p:cNvPr>
            <p:cNvSpPr/>
            <p:nvPr/>
          </p:nvSpPr>
          <p:spPr>
            <a:xfrm>
              <a:off x="4958481" y="4314659"/>
              <a:ext cx="12874" cy="434610"/>
            </a:xfrm>
            <a:custGeom>
              <a:avLst/>
              <a:gdLst>
                <a:gd name="csX0" fmla="*/ 0 w 12874"/>
                <a:gd name="csY0" fmla="*/ 0 h 434610"/>
                <a:gd name="csX1" fmla="*/ 0 w 12874"/>
                <a:gd name="csY1" fmla="*/ 434611 h 434610"/>
                <a:gd name="csX2" fmla="*/ 12875 w 12874"/>
                <a:gd name="csY2" fmla="*/ 434611 h 434610"/>
                <a:gd name="csX3" fmla="*/ 12875 w 12874"/>
                <a:gd name="csY3" fmla="*/ 0 h 434610"/>
                <a:gd name="csX4" fmla="*/ 0 w 12874"/>
                <a:gd name="csY4" fmla="*/ 0 h 43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4610">
                  <a:moveTo>
                    <a:pt x="0" y="0"/>
                  </a:moveTo>
                  <a:lnTo>
                    <a:pt x="0" y="434611"/>
                  </a:lnTo>
                  <a:lnTo>
                    <a:pt x="12875" y="43461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5" name="Freeform 1294">
              <a:extLst>
                <a:ext uri="{FF2B5EF4-FFF2-40B4-BE49-F238E27FC236}">
                  <a16:creationId xmlns:a16="http://schemas.microsoft.com/office/drawing/2014/main" id="{A502B3DA-832F-6022-CDC1-5D2FAD6770B5}"/>
                </a:ext>
              </a:extLst>
            </p:cNvPr>
            <p:cNvSpPr/>
            <p:nvPr/>
          </p:nvSpPr>
          <p:spPr>
            <a:xfrm>
              <a:off x="4971356" y="4324002"/>
              <a:ext cx="12873" cy="425267"/>
            </a:xfrm>
            <a:custGeom>
              <a:avLst/>
              <a:gdLst>
                <a:gd name="csX0" fmla="*/ 0 w 12873"/>
                <a:gd name="csY0" fmla="*/ 0 h 425267"/>
                <a:gd name="csX1" fmla="*/ 0 w 12873"/>
                <a:gd name="csY1" fmla="*/ 425268 h 425267"/>
                <a:gd name="csX2" fmla="*/ 12874 w 12873"/>
                <a:gd name="csY2" fmla="*/ 425268 h 425267"/>
                <a:gd name="csX3" fmla="*/ 12874 w 12873"/>
                <a:gd name="csY3" fmla="*/ 0 h 425267"/>
                <a:gd name="csX4" fmla="*/ 0 w 12873"/>
                <a:gd name="csY4" fmla="*/ 0 h 425267"/>
                <a:gd name="csX5" fmla="*/ 0 w 12873"/>
                <a:gd name="csY5" fmla="*/ 0 h 425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425267">
                  <a:moveTo>
                    <a:pt x="0" y="0"/>
                  </a:moveTo>
                  <a:lnTo>
                    <a:pt x="0" y="425268"/>
                  </a:lnTo>
                  <a:lnTo>
                    <a:pt x="12874" y="425268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6" name="Freeform 1295">
              <a:extLst>
                <a:ext uri="{FF2B5EF4-FFF2-40B4-BE49-F238E27FC236}">
                  <a16:creationId xmlns:a16="http://schemas.microsoft.com/office/drawing/2014/main" id="{FDA52E74-2312-5484-98E8-A5EB4050E902}"/>
                </a:ext>
              </a:extLst>
            </p:cNvPr>
            <p:cNvSpPr/>
            <p:nvPr/>
          </p:nvSpPr>
          <p:spPr>
            <a:xfrm>
              <a:off x="4971356" y="4324002"/>
              <a:ext cx="12873" cy="425267"/>
            </a:xfrm>
            <a:custGeom>
              <a:avLst/>
              <a:gdLst>
                <a:gd name="csX0" fmla="*/ 0 w 12873"/>
                <a:gd name="csY0" fmla="*/ 0 h 425267"/>
                <a:gd name="csX1" fmla="*/ 0 w 12873"/>
                <a:gd name="csY1" fmla="*/ 425268 h 425267"/>
                <a:gd name="csX2" fmla="*/ 12874 w 12873"/>
                <a:gd name="csY2" fmla="*/ 425268 h 425267"/>
                <a:gd name="csX3" fmla="*/ 12874 w 12873"/>
                <a:gd name="csY3" fmla="*/ 0 h 425267"/>
                <a:gd name="csX4" fmla="*/ 0 w 12873"/>
                <a:gd name="csY4" fmla="*/ 0 h 425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425267">
                  <a:moveTo>
                    <a:pt x="0" y="0"/>
                  </a:moveTo>
                  <a:lnTo>
                    <a:pt x="0" y="425268"/>
                  </a:lnTo>
                  <a:lnTo>
                    <a:pt x="12874" y="425268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7" name="Freeform 1296">
              <a:extLst>
                <a:ext uri="{FF2B5EF4-FFF2-40B4-BE49-F238E27FC236}">
                  <a16:creationId xmlns:a16="http://schemas.microsoft.com/office/drawing/2014/main" id="{EAD02AD1-20F5-FFC6-412C-38EB87FF1FEF}"/>
                </a:ext>
              </a:extLst>
            </p:cNvPr>
            <p:cNvSpPr/>
            <p:nvPr/>
          </p:nvSpPr>
          <p:spPr>
            <a:xfrm>
              <a:off x="4984229" y="4324046"/>
              <a:ext cx="12874" cy="425223"/>
            </a:xfrm>
            <a:custGeom>
              <a:avLst/>
              <a:gdLst>
                <a:gd name="csX0" fmla="*/ 0 w 12874"/>
                <a:gd name="csY0" fmla="*/ 0 h 425223"/>
                <a:gd name="csX1" fmla="*/ 0 w 12874"/>
                <a:gd name="csY1" fmla="*/ 425223 h 425223"/>
                <a:gd name="csX2" fmla="*/ 12875 w 12874"/>
                <a:gd name="csY2" fmla="*/ 425223 h 425223"/>
                <a:gd name="csX3" fmla="*/ 12875 w 12874"/>
                <a:gd name="csY3" fmla="*/ 0 h 425223"/>
                <a:gd name="csX4" fmla="*/ 0 w 12874"/>
                <a:gd name="csY4" fmla="*/ 0 h 425223"/>
                <a:gd name="csX5" fmla="*/ 0 w 12874"/>
                <a:gd name="csY5" fmla="*/ 0 h 42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25223">
                  <a:moveTo>
                    <a:pt x="0" y="0"/>
                  </a:moveTo>
                  <a:lnTo>
                    <a:pt x="0" y="425223"/>
                  </a:lnTo>
                  <a:lnTo>
                    <a:pt x="12875" y="42522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8" name="Freeform 1297">
              <a:extLst>
                <a:ext uri="{FF2B5EF4-FFF2-40B4-BE49-F238E27FC236}">
                  <a16:creationId xmlns:a16="http://schemas.microsoft.com/office/drawing/2014/main" id="{84A5B812-2CBF-CAA6-AE52-588A8DC9CFE0}"/>
                </a:ext>
              </a:extLst>
            </p:cNvPr>
            <p:cNvSpPr/>
            <p:nvPr/>
          </p:nvSpPr>
          <p:spPr>
            <a:xfrm>
              <a:off x="4984229" y="4324046"/>
              <a:ext cx="12874" cy="425223"/>
            </a:xfrm>
            <a:custGeom>
              <a:avLst/>
              <a:gdLst>
                <a:gd name="csX0" fmla="*/ 0 w 12874"/>
                <a:gd name="csY0" fmla="*/ 0 h 425223"/>
                <a:gd name="csX1" fmla="*/ 0 w 12874"/>
                <a:gd name="csY1" fmla="*/ 425223 h 425223"/>
                <a:gd name="csX2" fmla="*/ 12875 w 12874"/>
                <a:gd name="csY2" fmla="*/ 425223 h 425223"/>
                <a:gd name="csX3" fmla="*/ 12875 w 12874"/>
                <a:gd name="csY3" fmla="*/ 0 h 425223"/>
                <a:gd name="csX4" fmla="*/ 0 w 12874"/>
                <a:gd name="csY4" fmla="*/ 0 h 42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25223">
                  <a:moveTo>
                    <a:pt x="0" y="0"/>
                  </a:moveTo>
                  <a:lnTo>
                    <a:pt x="0" y="425223"/>
                  </a:lnTo>
                  <a:lnTo>
                    <a:pt x="12875" y="42522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9" name="Freeform 1298">
              <a:extLst>
                <a:ext uri="{FF2B5EF4-FFF2-40B4-BE49-F238E27FC236}">
                  <a16:creationId xmlns:a16="http://schemas.microsoft.com/office/drawing/2014/main" id="{8518203E-D04A-1A59-6AE6-5CD34F12887D}"/>
                </a:ext>
              </a:extLst>
            </p:cNvPr>
            <p:cNvSpPr/>
            <p:nvPr/>
          </p:nvSpPr>
          <p:spPr>
            <a:xfrm>
              <a:off x="4997104" y="4348514"/>
              <a:ext cx="12874" cy="400755"/>
            </a:xfrm>
            <a:custGeom>
              <a:avLst/>
              <a:gdLst>
                <a:gd name="csX0" fmla="*/ 0 w 12874"/>
                <a:gd name="csY0" fmla="*/ 0 h 400755"/>
                <a:gd name="csX1" fmla="*/ 0 w 12874"/>
                <a:gd name="csY1" fmla="*/ 400755 h 400755"/>
                <a:gd name="csX2" fmla="*/ 12875 w 12874"/>
                <a:gd name="csY2" fmla="*/ 400755 h 400755"/>
                <a:gd name="csX3" fmla="*/ 12875 w 12874"/>
                <a:gd name="csY3" fmla="*/ 0 h 400755"/>
                <a:gd name="csX4" fmla="*/ 0 w 12874"/>
                <a:gd name="csY4" fmla="*/ 0 h 400755"/>
                <a:gd name="csX5" fmla="*/ 0 w 12874"/>
                <a:gd name="csY5" fmla="*/ 0 h 40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00755">
                  <a:moveTo>
                    <a:pt x="0" y="0"/>
                  </a:moveTo>
                  <a:lnTo>
                    <a:pt x="0" y="400755"/>
                  </a:lnTo>
                  <a:lnTo>
                    <a:pt x="12875" y="40075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0" name="Freeform 1299">
              <a:extLst>
                <a:ext uri="{FF2B5EF4-FFF2-40B4-BE49-F238E27FC236}">
                  <a16:creationId xmlns:a16="http://schemas.microsoft.com/office/drawing/2014/main" id="{1E31AF8E-629D-BA9E-729B-76C9E9724523}"/>
                </a:ext>
              </a:extLst>
            </p:cNvPr>
            <p:cNvSpPr/>
            <p:nvPr/>
          </p:nvSpPr>
          <p:spPr>
            <a:xfrm>
              <a:off x="4997104" y="4348514"/>
              <a:ext cx="12874" cy="400755"/>
            </a:xfrm>
            <a:custGeom>
              <a:avLst/>
              <a:gdLst>
                <a:gd name="csX0" fmla="*/ 0 w 12874"/>
                <a:gd name="csY0" fmla="*/ 0 h 400755"/>
                <a:gd name="csX1" fmla="*/ 0 w 12874"/>
                <a:gd name="csY1" fmla="*/ 400755 h 400755"/>
                <a:gd name="csX2" fmla="*/ 12875 w 12874"/>
                <a:gd name="csY2" fmla="*/ 400755 h 400755"/>
                <a:gd name="csX3" fmla="*/ 12875 w 12874"/>
                <a:gd name="csY3" fmla="*/ 0 h 400755"/>
                <a:gd name="csX4" fmla="*/ 0 w 12874"/>
                <a:gd name="csY4" fmla="*/ 0 h 40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00755">
                  <a:moveTo>
                    <a:pt x="0" y="0"/>
                  </a:moveTo>
                  <a:lnTo>
                    <a:pt x="0" y="400755"/>
                  </a:lnTo>
                  <a:lnTo>
                    <a:pt x="12875" y="40075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1" name="Freeform 1300">
              <a:extLst>
                <a:ext uri="{FF2B5EF4-FFF2-40B4-BE49-F238E27FC236}">
                  <a16:creationId xmlns:a16="http://schemas.microsoft.com/office/drawing/2014/main" id="{660D12B3-DA48-14C1-9063-C2B91514E5AE}"/>
                </a:ext>
              </a:extLst>
            </p:cNvPr>
            <p:cNvSpPr/>
            <p:nvPr/>
          </p:nvSpPr>
          <p:spPr>
            <a:xfrm>
              <a:off x="5009979" y="4364842"/>
              <a:ext cx="12874" cy="384427"/>
            </a:xfrm>
            <a:custGeom>
              <a:avLst/>
              <a:gdLst>
                <a:gd name="csX0" fmla="*/ 0 w 12874"/>
                <a:gd name="csY0" fmla="*/ 0 h 384427"/>
                <a:gd name="csX1" fmla="*/ 0 w 12874"/>
                <a:gd name="csY1" fmla="*/ 384427 h 384427"/>
                <a:gd name="csX2" fmla="*/ 12875 w 12874"/>
                <a:gd name="csY2" fmla="*/ 384427 h 384427"/>
                <a:gd name="csX3" fmla="*/ 12875 w 12874"/>
                <a:gd name="csY3" fmla="*/ 0 h 384427"/>
                <a:gd name="csX4" fmla="*/ 0 w 12874"/>
                <a:gd name="csY4" fmla="*/ 0 h 384427"/>
                <a:gd name="csX5" fmla="*/ 0 w 12874"/>
                <a:gd name="csY5" fmla="*/ 0 h 384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84427">
                  <a:moveTo>
                    <a:pt x="0" y="0"/>
                  </a:moveTo>
                  <a:lnTo>
                    <a:pt x="0" y="384427"/>
                  </a:lnTo>
                  <a:lnTo>
                    <a:pt x="12875" y="38442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2" name="Freeform 1301">
              <a:extLst>
                <a:ext uri="{FF2B5EF4-FFF2-40B4-BE49-F238E27FC236}">
                  <a16:creationId xmlns:a16="http://schemas.microsoft.com/office/drawing/2014/main" id="{B7A8C7E2-887B-841F-7535-E7CAB85381CC}"/>
                </a:ext>
              </a:extLst>
            </p:cNvPr>
            <p:cNvSpPr/>
            <p:nvPr/>
          </p:nvSpPr>
          <p:spPr>
            <a:xfrm>
              <a:off x="5009979" y="4364842"/>
              <a:ext cx="12874" cy="384427"/>
            </a:xfrm>
            <a:custGeom>
              <a:avLst/>
              <a:gdLst>
                <a:gd name="csX0" fmla="*/ 0 w 12874"/>
                <a:gd name="csY0" fmla="*/ 0 h 384427"/>
                <a:gd name="csX1" fmla="*/ 0 w 12874"/>
                <a:gd name="csY1" fmla="*/ 384427 h 384427"/>
                <a:gd name="csX2" fmla="*/ 12875 w 12874"/>
                <a:gd name="csY2" fmla="*/ 384427 h 384427"/>
                <a:gd name="csX3" fmla="*/ 12875 w 12874"/>
                <a:gd name="csY3" fmla="*/ 0 h 384427"/>
                <a:gd name="csX4" fmla="*/ 0 w 12874"/>
                <a:gd name="csY4" fmla="*/ 0 h 384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84427">
                  <a:moveTo>
                    <a:pt x="0" y="0"/>
                  </a:moveTo>
                  <a:lnTo>
                    <a:pt x="0" y="384427"/>
                  </a:lnTo>
                  <a:lnTo>
                    <a:pt x="12875" y="38442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3" name="Freeform 1302">
              <a:extLst>
                <a:ext uri="{FF2B5EF4-FFF2-40B4-BE49-F238E27FC236}">
                  <a16:creationId xmlns:a16="http://schemas.microsoft.com/office/drawing/2014/main" id="{E0D675C8-755B-E802-C611-1978CA319BFA}"/>
                </a:ext>
              </a:extLst>
            </p:cNvPr>
            <p:cNvSpPr/>
            <p:nvPr/>
          </p:nvSpPr>
          <p:spPr>
            <a:xfrm>
              <a:off x="5022854" y="4383171"/>
              <a:ext cx="12874" cy="366098"/>
            </a:xfrm>
            <a:custGeom>
              <a:avLst/>
              <a:gdLst>
                <a:gd name="csX0" fmla="*/ 0 w 12874"/>
                <a:gd name="csY0" fmla="*/ 0 h 366098"/>
                <a:gd name="csX1" fmla="*/ 0 w 12874"/>
                <a:gd name="csY1" fmla="*/ 366098 h 366098"/>
                <a:gd name="csX2" fmla="*/ 12875 w 12874"/>
                <a:gd name="csY2" fmla="*/ 366098 h 366098"/>
                <a:gd name="csX3" fmla="*/ 12875 w 12874"/>
                <a:gd name="csY3" fmla="*/ 0 h 366098"/>
                <a:gd name="csX4" fmla="*/ 0 w 12874"/>
                <a:gd name="csY4" fmla="*/ 0 h 366098"/>
                <a:gd name="csX5" fmla="*/ 0 w 12874"/>
                <a:gd name="csY5" fmla="*/ 0 h 36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66098">
                  <a:moveTo>
                    <a:pt x="0" y="0"/>
                  </a:moveTo>
                  <a:lnTo>
                    <a:pt x="0" y="366098"/>
                  </a:lnTo>
                  <a:lnTo>
                    <a:pt x="12875" y="36609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4" name="Freeform 1303">
              <a:extLst>
                <a:ext uri="{FF2B5EF4-FFF2-40B4-BE49-F238E27FC236}">
                  <a16:creationId xmlns:a16="http://schemas.microsoft.com/office/drawing/2014/main" id="{2DB170F2-F814-43A0-5F9C-1B8AEE5F8529}"/>
                </a:ext>
              </a:extLst>
            </p:cNvPr>
            <p:cNvSpPr/>
            <p:nvPr/>
          </p:nvSpPr>
          <p:spPr>
            <a:xfrm>
              <a:off x="5022854" y="4383171"/>
              <a:ext cx="12874" cy="366098"/>
            </a:xfrm>
            <a:custGeom>
              <a:avLst/>
              <a:gdLst>
                <a:gd name="csX0" fmla="*/ 0 w 12874"/>
                <a:gd name="csY0" fmla="*/ 0 h 366098"/>
                <a:gd name="csX1" fmla="*/ 0 w 12874"/>
                <a:gd name="csY1" fmla="*/ 366098 h 366098"/>
                <a:gd name="csX2" fmla="*/ 12875 w 12874"/>
                <a:gd name="csY2" fmla="*/ 366098 h 366098"/>
                <a:gd name="csX3" fmla="*/ 12875 w 12874"/>
                <a:gd name="csY3" fmla="*/ 0 h 366098"/>
                <a:gd name="csX4" fmla="*/ 0 w 12874"/>
                <a:gd name="csY4" fmla="*/ 0 h 36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66098">
                  <a:moveTo>
                    <a:pt x="0" y="0"/>
                  </a:moveTo>
                  <a:lnTo>
                    <a:pt x="0" y="366098"/>
                  </a:lnTo>
                  <a:lnTo>
                    <a:pt x="12875" y="36609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5" name="Freeform 1304">
              <a:extLst>
                <a:ext uri="{FF2B5EF4-FFF2-40B4-BE49-F238E27FC236}">
                  <a16:creationId xmlns:a16="http://schemas.microsoft.com/office/drawing/2014/main" id="{ED2E4D8D-4E62-59E4-8A64-276DCF668456}"/>
                </a:ext>
              </a:extLst>
            </p:cNvPr>
            <p:cNvSpPr/>
            <p:nvPr/>
          </p:nvSpPr>
          <p:spPr>
            <a:xfrm>
              <a:off x="5035728" y="4407857"/>
              <a:ext cx="12878" cy="341411"/>
            </a:xfrm>
            <a:custGeom>
              <a:avLst/>
              <a:gdLst>
                <a:gd name="csX0" fmla="*/ 0 w 12878"/>
                <a:gd name="csY0" fmla="*/ 0 h 341411"/>
                <a:gd name="csX1" fmla="*/ 0 w 12878"/>
                <a:gd name="csY1" fmla="*/ 341412 h 341411"/>
                <a:gd name="csX2" fmla="*/ 12879 w 12878"/>
                <a:gd name="csY2" fmla="*/ 341412 h 341411"/>
                <a:gd name="csX3" fmla="*/ 12879 w 12878"/>
                <a:gd name="csY3" fmla="*/ 0 h 341411"/>
                <a:gd name="csX4" fmla="*/ 0 w 12878"/>
                <a:gd name="csY4" fmla="*/ 0 h 341411"/>
                <a:gd name="csX5" fmla="*/ 0 w 12878"/>
                <a:gd name="csY5" fmla="*/ 0 h 341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8" h="341411">
                  <a:moveTo>
                    <a:pt x="0" y="0"/>
                  </a:moveTo>
                  <a:lnTo>
                    <a:pt x="0" y="341412"/>
                  </a:lnTo>
                  <a:lnTo>
                    <a:pt x="12879" y="341412"/>
                  </a:lnTo>
                  <a:lnTo>
                    <a:pt x="1287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6" name="Freeform 1305">
              <a:extLst>
                <a:ext uri="{FF2B5EF4-FFF2-40B4-BE49-F238E27FC236}">
                  <a16:creationId xmlns:a16="http://schemas.microsoft.com/office/drawing/2014/main" id="{5F88EC9D-34BE-BD65-F0D9-C9ABD6098862}"/>
                </a:ext>
              </a:extLst>
            </p:cNvPr>
            <p:cNvSpPr/>
            <p:nvPr/>
          </p:nvSpPr>
          <p:spPr>
            <a:xfrm>
              <a:off x="5035728" y="4407857"/>
              <a:ext cx="12878" cy="341411"/>
            </a:xfrm>
            <a:custGeom>
              <a:avLst/>
              <a:gdLst>
                <a:gd name="csX0" fmla="*/ 0 w 12878"/>
                <a:gd name="csY0" fmla="*/ 0 h 341411"/>
                <a:gd name="csX1" fmla="*/ 0 w 12878"/>
                <a:gd name="csY1" fmla="*/ 341412 h 341411"/>
                <a:gd name="csX2" fmla="*/ 12879 w 12878"/>
                <a:gd name="csY2" fmla="*/ 341412 h 341411"/>
                <a:gd name="csX3" fmla="*/ 12879 w 12878"/>
                <a:gd name="csY3" fmla="*/ 0 h 341411"/>
                <a:gd name="csX4" fmla="*/ 0 w 12878"/>
                <a:gd name="csY4" fmla="*/ 0 h 341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8" h="341411">
                  <a:moveTo>
                    <a:pt x="0" y="0"/>
                  </a:moveTo>
                  <a:lnTo>
                    <a:pt x="0" y="341412"/>
                  </a:lnTo>
                  <a:lnTo>
                    <a:pt x="12879" y="341412"/>
                  </a:lnTo>
                  <a:lnTo>
                    <a:pt x="12879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7" name="Freeform 1306">
              <a:extLst>
                <a:ext uri="{FF2B5EF4-FFF2-40B4-BE49-F238E27FC236}">
                  <a16:creationId xmlns:a16="http://schemas.microsoft.com/office/drawing/2014/main" id="{78DB83AE-827C-EF06-0604-3692D0A09F06}"/>
                </a:ext>
              </a:extLst>
            </p:cNvPr>
            <p:cNvSpPr/>
            <p:nvPr/>
          </p:nvSpPr>
          <p:spPr>
            <a:xfrm>
              <a:off x="5048607" y="4437399"/>
              <a:ext cx="12866" cy="311869"/>
            </a:xfrm>
            <a:custGeom>
              <a:avLst/>
              <a:gdLst>
                <a:gd name="csX0" fmla="*/ 0 w 12866"/>
                <a:gd name="csY0" fmla="*/ 0 h 311869"/>
                <a:gd name="csX1" fmla="*/ 0 w 12866"/>
                <a:gd name="csY1" fmla="*/ 311870 h 311869"/>
                <a:gd name="csX2" fmla="*/ 12867 w 12866"/>
                <a:gd name="csY2" fmla="*/ 311870 h 311869"/>
                <a:gd name="csX3" fmla="*/ 12867 w 12866"/>
                <a:gd name="csY3" fmla="*/ 0 h 311869"/>
                <a:gd name="csX4" fmla="*/ 0 w 12866"/>
                <a:gd name="csY4" fmla="*/ 0 h 311869"/>
                <a:gd name="csX5" fmla="*/ 0 w 12866"/>
                <a:gd name="csY5" fmla="*/ 0 h 311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311869">
                  <a:moveTo>
                    <a:pt x="0" y="0"/>
                  </a:moveTo>
                  <a:lnTo>
                    <a:pt x="0" y="311870"/>
                  </a:lnTo>
                  <a:lnTo>
                    <a:pt x="12867" y="31187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8" name="Freeform 1307">
              <a:extLst>
                <a:ext uri="{FF2B5EF4-FFF2-40B4-BE49-F238E27FC236}">
                  <a16:creationId xmlns:a16="http://schemas.microsoft.com/office/drawing/2014/main" id="{A11CC06E-2910-C6E4-CC83-D58D0F670CC9}"/>
                </a:ext>
              </a:extLst>
            </p:cNvPr>
            <p:cNvSpPr/>
            <p:nvPr/>
          </p:nvSpPr>
          <p:spPr>
            <a:xfrm>
              <a:off x="5048607" y="4437399"/>
              <a:ext cx="12866" cy="311869"/>
            </a:xfrm>
            <a:custGeom>
              <a:avLst/>
              <a:gdLst>
                <a:gd name="csX0" fmla="*/ 0 w 12866"/>
                <a:gd name="csY0" fmla="*/ 0 h 311869"/>
                <a:gd name="csX1" fmla="*/ 0 w 12866"/>
                <a:gd name="csY1" fmla="*/ 311870 h 311869"/>
                <a:gd name="csX2" fmla="*/ 12867 w 12866"/>
                <a:gd name="csY2" fmla="*/ 311870 h 311869"/>
                <a:gd name="csX3" fmla="*/ 12867 w 12866"/>
                <a:gd name="csY3" fmla="*/ 0 h 311869"/>
                <a:gd name="csX4" fmla="*/ 0 w 12866"/>
                <a:gd name="csY4" fmla="*/ 0 h 311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311869">
                  <a:moveTo>
                    <a:pt x="0" y="0"/>
                  </a:moveTo>
                  <a:lnTo>
                    <a:pt x="0" y="311870"/>
                  </a:lnTo>
                  <a:lnTo>
                    <a:pt x="12867" y="31187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9" name="Freeform 1308">
              <a:extLst>
                <a:ext uri="{FF2B5EF4-FFF2-40B4-BE49-F238E27FC236}">
                  <a16:creationId xmlns:a16="http://schemas.microsoft.com/office/drawing/2014/main" id="{031F13CC-3450-C869-BBCD-4543243B8605}"/>
                </a:ext>
              </a:extLst>
            </p:cNvPr>
            <p:cNvSpPr/>
            <p:nvPr/>
          </p:nvSpPr>
          <p:spPr>
            <a:xfrm>
              <a:off x="5061474" y="4472552"/>
              <a:ext cx="12876" cy="276717"/>
            </a:xfrm>
            <a:custGeom>
              <a:avLst/>
              <a:gdLst>
                <a:gd name="csX0" fmla="*/ 0 w 12876"/>
                <a:gd name="csY0" fmla="*/ 0 h 276717"/>
                <a:gd name="csX1" fmla="*/ 0 w 12876"/>
                <a:gd name="csY1" fmla="*/ 276717 h 276717"/>
                <a:gd name="csX2" fmla="*/ 12877 w 12876"/>
                <a:gd name="csY2" fmla="*/ 276717 h 276717"/>
                <a:gd name="csX3" fmla="*/ 12877 w 12876"/>
                <a:gd name="csY3" fmla="*/ 0 h 276717"/>
                <a:gd name="csX4" fmla="*/ 0 w 12876"/>
                <a:gd name="csY4" fmla="*/ 0 h 276717"/>
                <a:gd name="csX5" fmla="*/ 0 w 12876"/>
                <a:gd name="csY5" fmla="*/ 0 h 276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76717">
                  <a:moveTo>
                    <a:pt x="0" y="0"/>
                  </a:moveTo>
                  <a:lnTo>
                    <a:pt x="0" y="276717"/>
                  </a:lnTo>
                  <a:lnTo>
                    <a:pt x="12877" y="27671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0" name="Freeform 1309">
              <a:extLst>
                <a:ext uri="{FF2B5EF4-FFF2-40B4-BE49-F238E27FC236}">
                  <a16:creationId xmlns:a16="http://schemas.microsoft.com/office/drawing/2014/main" id="{C2DCB004-61F3-B9CF-A552-3C90B70BA3F7}"/>
                </a:ext>
              </a:extLst>
            </p:cNvPr>
            <p:cNvSpPr/>
            <p:nvPr/>
          </p:nvSpPr>
          <p:spPr>
            <a:xfrm>
              <a:off x="5061474" y="4472552"/>
              <a:ext cx="12876" cy="276717"/>
            </a:xfrm>
            <a:custGeom>
              <a:avLst/>
              <a:gdLst>
                <a:gd name="csX0" fmla="*/ 0 w 12876"/>
                <a:gd name="csY0" fmla="*/ 0 h 276717"/>
                <a:gd name="csX1" fmla="*/ 0 w 12876"/>
                <a:gd name="csY1" fmla="*/ 276717 h 276717"/>
                <a:gd name="csX2" fmla="*/ 12877 w 12876"/>
                <a:gd name="csY2" fmla="*/ 276717 h 276717"/>
                <a:gd name="csX3" fmla="*/ 12877 w 12876"/>
                <a:gd name="csY3" fmla="*/ 0 h 276717"/>
                <a:gd name="csX4" fmla="*/ 0 w 12876"/>
                <a:gd name="csY4" fmla="*/ 0 h 276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76717">
                  <a:moveTo>
                    <a:pt x="0" y="0"/>
                  </a:moveTo>
                  <a:lnTo>
                    <a:pt x="0" y="276717"/>
                  </a:lnTo>
                  <a:lnTo>
                    <a:pt x="12877" y="27671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C06B0979-2306-592E-4A14-902DBE727D50}"/>
                </a:ext>
              </a:extLst>
            </p:cNvPr>
            <p:cNvSpPr/>
            <p:nvPr/>
          </p:nvSpPr>
          <p:spPr>
            <a:xfrm>
              <a:off x="5074351" y="4497819"/>
              <a:ext cx="12876" cy="251450"/>
            </a:xfrm>
            <a:custGeom>
              <a:avLst/>
              <a:gdLst>
                <a:gd name="csX0" fmla="*/ 0 w 12876"/>
                <a:gd name="csY0" fmla="*/ 0 h 251450"/>
                <a:gd name="csX1" fmla="*/ 0 w 12876"/>
                <a:gd name="csY1" fmla="*/ 251450 h 251450"/>
                <a:gd name="csX2" fmla="*/ 12877 w 12876"/>
                <a:gd name="csY2" fmla="*/ 251450 h 251450"/>
                <a:gd name="csX3" fmla="*/ 12877 w 12876"/>
                <a:gd name="csY3" fmla="*/ 0 h 251450"/>
                <a:gd name="csX4" fmla="*/ 0 w 12876"/>
                <a:gd name="csY4" fmla="*/ 0 h 251450"/>
                <a:gd name="csX5" fmla="*/ 0 w 12876"/>
                <a:gd name="csY5" fmla="*/ 0 h 251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51450">
                  <a:moveTo>
                    <a:pt x="0" y="0"/>
                  </a:moveTo>
                  <a:lnTo>
                    <a:pt x="0" y="251450"/>
                  </a:lnTo>
                  <a:lnTo>
                    <a:pt x="12877" y="25145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2" name="Freeform 1311">
              <a:extLst>
                <a:ext uri="{FF2B5EF4-FFF2-40B4-BE49-F238E27FC236}">
                  <a16:creationId xmlns:a16="http://schemas.microsoft.com/office/drawing/2014/main" id="{B0A9E421-FEB4-F12E-81D1-CF64F7EE26D4}"/>
                </a:ext>
              </a:extLst>
            </p:cNvPr>
            <p:cNvSpPr/>
            <p:nvPr/>
          </p:nvSpPr>
          <p:spPr>
            <a:xfrm>
              <a:off x="5074351" y="4497819"/>
              <a:ext cx="12876" cy="251450"/>
            </a:xfrm>
            <a:custGeom>
              <a:avLst/>
              <a:gdLst>
                <a:gd name="csX0" fmla="*/ 0 w 12876"/>
                <a:gd name="csY0" fmla="*/ 0 h 251450"/>
                <a:gd name="csX1" fmla="*/ 0 w 12876"/>
                <a:gd name="csY1" fmla="*/ 251450 h 251450"/>
                <a:gd name="csX2" fmla="*/ 12877 w 12876"/>
                <a:gd name="csY2" fmla="*/ 251450 h 251450"/>
                <a:gd name="csX3" fmla="*/ 12877 w 12876"/>
                <a:gd name="csY3" fmla="*/ 0 h 251450"/>
                <a:gd name="csX4" fmla="*/ 0 w 12876"/>
                <a:gd name="csY4" fmla="*/ 0 h 251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51450">
                  <a:moveTo>
                    <a:pt x="0" y="0"/>
                  </a:moveTo>
                  <a:lnTo>
                    <a:pt x="0" y="251450"/>
                  </a:lnTo>
                  <a:lnTo>
                    <a:pt x="12877" y="25145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479B874C-75B9-D931-62FD-7DD8D71CBD46}"/>
                </a:ext>
              </a:extLst>
            </p:cNvPr>
            <p:cNvSpPr/>
            <p:nvPr/>
          </p:nvSpPr>
          <p:spPr>
            <a:xfrm>
              <a:off x="5087228" y="4519971"/>
              <a:ext cx="12876" cy="229298"/>
            </a:xfrm>
            <a:custGeom>
              <a:avLst/>
              <a:gdLst>
                <a:gd name="csX0" fmla="*/ 0 w 12876"/>
                <a:gd name="csY0" fmla="*/ 0 h 229298"/>
                <a:gd name="csX1" fmla="*/ 0 w 12876"/>
                <a:gd name="csY1" fmla="*/ 229299 h 229298"/>
                <a:gd name="csX2" fmla="*/ 12877 w 12876"/>
                <a:gd name="csY2" fmla="*/ 229299 h 229298"/>
                <a:gd name="csX3" fmla="*/ 12877 w 12876"/>
                <a:gd name="csY3" fmla="*/ 0 h 229298"/>
                <a:gd name="csX4" fmla="*/ 0 w 12876"/>
                <a:gd name="csY4" fmla="*/ 0 h 229298"/>
                <a:gd name="csX5" fmla="*/ 0 w 12876"/>
                <a:gd name="csY5" fmla="*/ 0 h 229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9298">
                  <a:moveTo>
                    <a:pt x="0" y="0"/>
                  </a:moveTo>
                  <a:lnTo>
                    <a:pt x="0" y="229299"/>
                  </a:lnTo>
                  <a:lnTo>
                    <a:pt x="12877" y="22929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89159C25-94E9-8A55-113F-6E0653CA198E}"/>
                </a:ext>
              </a:extLst>
            </p:cNvPr>
            <p:cNvSpPr/>
            <p:nvPr/>
          </p:nvSpPr>
          <p:spPr>
            <a:xfrm>
              <a:off x="5087228" y="4519971"/>
              <a:ext cx="12876" cy="229298"/>
            </a:xfrm>
            <a:custGeom>
              <a:avLst/>
              <a:gdLst>
                <a:gd name="csX0" fmla="*/ 0 w 12876"/>
                <a:gd name="csY0" fmla="*/ 0 h 229298"/>
                <a:gd name="csX1" fmla="*/ 0 w 12876"/>
                <a:gd name="csY1" fmla="*/ 229299 h 229298"/>
                <a:gd name="csX2" fmla="*/ 12877 w 12876"/>
                <a:gd name="csY2" fmla="*/ 229299 h 229298"/>
                <a:gd name="csX3" fmla="*/ 12877 w 12876"/>
                <a:gd name="csY3" fmla="*/ 0 h 229298"/>
                <a:gd name="csX4" fmla="*/ 0 w 12876"/>
                <a:gd name="csY4" fmla="*/ 0 h 229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9298">
                  <a:moveTo>
                    <a:pt x="0" y="0"/>
                  </a:moveTo>
                  <a:lnTo>
                    <a:pt x="0" y="229299"/>
                  </a:lnTo>
                  <a:lnTo>
                    <a:pt x="12877" y="22929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307206AE-E1DF-DDD9-B907-E86F47A18938}"/>
                </a:ext>
              </a:extLst>
            </p:cNvPr>
            <p:cNvSpPr/>
            <p:nvPr/>
          </p:nvSpPr>
          <p:spPr>
            <a:xfrm>
              <a:off x="5100104" y="4544399"/>
              <a:ext cx="12866" cy="204869"/>
            </a:xfrm>
            <a:custGeom>
              <a:avLst/>
              <a:gdLst>
                <a:gd name="csX0" fmla="*/ 0 w 12866"/>
                <a:gd name="csY0" fmla="*/ 0 h 204869"/>
                <a:gd name="csX1" fmla="*/ 0 w 12866"/>
                <a:gd name="csY1" fmla="*/ 204870 h 204869"/>
                <a:gd name="csX2" fmla="*/ 12867 w 12866"/>
                <a:gd name="csY2" fmla="*/ 204870 h 204869"/>
                <a:gd name="csX3" fmla="*/ 12867 w 12866"/>
                <a:gd name="csY3" fmla="*/ 0 h 204869"/>
                <a:gd name="csX4" fmla="*/ 0 w 12866"/>
                <a:gd name="csY4" fmla="*/ 0 h 204869"/>
                <a:gd name="csX5" fmla="*/ 0 w 12866"/>
                <a:gd name="csY5" fmla="*/ 0 h 20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04869">
                  <a:moveTo>
                    <a:pt x="0" y="0"/>
                  </a:moveTo>
                  <a:lnTo>
                    <a:pt x="0" y="204870"/>
                  </a:lnTo>
                  <a:lnTo>
                    <a:pt x="12867" y="20487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6" name="Freeform 1315">
              <a:extLst>
                <a:ext uri="{FF2B5EF4-FFF2-40B4-BE49-F238E27FC236}">
                  <a16:creationId xmlns:a16="http://schemas.microsoft.com/office/drawing/2014/main" id="{25E3D77C-D0EB-2AB2-C428-FE2EAE0330AD}"/>
                </a:ext>
              </a:extLst>
            </p:cNvPr>
            <p:cNvSpPr/>
            <p:nvPr/>
          </p:nvSpPr>
          <p:spPr>
            <a:xfrm>
              <a:off x="5100104" y="4544399"/>
              <a:ext cx="12866" cy="204869"/>
            </a:xfrm>
            <a:custGeom>
              <a:avLst/>
              <a:gdLst>
                <a:gd name="csX0" fmla="*/ 0 w 12866"/>
                <a:gd name="csY0" fmla="*/ 0 h 204869"/>
                <a:gd name="csX1" fmla="*/ 0 w 12866"/>
                <a:gd name="csY1" fmla="*/ 204870 h 204869"/>
                <a:gd name="csX2" fmla="*/ 12867 w 12866"/>
                <a:gd name="csY2" fmla="*/ 204870 h 204869"/>
                <a:gd name="csX3" fmla="*/ 12867 w 12866"/>
                <a:gd name="csY3" fmla="*/ 0 h 204869"/>
                <a:gd name="csX4" fmla="*/ 0 w 12866"/>
                <a:gd name="csY4" fmla="*/ 0 h 20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04869">
                  <a:moveTo>
                    <a:pt x="0" y="0"/>
                  </a:moveTo>
                  <a:lnTo>
                    <a:pt x="0" y="204870"/>
                  </a:lnTo>
                  <a:lnTo>
                    <a:pt x="12867" y="20487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A10E7922-E44A-1539-3329-B6D06ECB2B6A}"/>
                </a:ext>
              </a:extLst>
            </p:cNvPr>
            <p:cNvSpPr/>
            <p:nvPr/>
          </p:nvSpPr>
          <p:spPr>
            <a:xfrm>
              <a:off x="5112971" y="4568248"/>
              <a:ext cx="12876" cy="181020"/>
            </a:xfrm>
            <a:custGeom>
              <a:avLst/>
              <a:gdLst>
                <a:gd name="csX0" fmla="*/ 0 w 12876"/>
                <a:gd name="csY0" fmla="*/ 0 h 181020"/>
                <a:gd name="csX1" fmla="*/ 0 w 12876"/>
                <a:gd name="csY1" fmla="*/ 181021 h 181020"/>
                <a:gd name="csX2" fmla="*/ 12877 w 12876"/>
                <a:gd name="csY2" fmla="*/ 181021 h 181020"/>
                <a:gd name="csX3" fmla="*/ 12877 w 12876"/>
                <a:gd name="csY3" fmla="*/ 0 h 181020"/>
                <a:gd name="csX4" fmla="*/ 0 w 12876"/>
                <a:gd name="csY4" fmla="*/ 0 h 181020"/>
                <a:gd name="csX5" fmla="*/ 0 w 12876"/>
                <a:gd name="csY5" fmla="*/ 0 h 18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1020">
                  <a:moveTo>
                    <a:pt x="0" y="0"/>
                  </a:moveTo>
                  <a:lnTo>
                    <a:pt x="0" y="181021"/>
                  </a:lnTo>
                  <a:lnTo>
                    <a:pt x="12877" y="18102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F8ADD5EB-B13F-666C-4F85-D0097D0129B1}"/>
                </a:ext>
              </a:extLst>
            </p:cNvPr>
            <p:cNvSpPr/>
            <p:nvPr/>
          </p:nvSpPr>
          <p:spPr>
            <a:xfrm>
              <a:off x="5112971" y="4568248"/>
              <a:ext cx="12876" cy="181020"/>
            </a:xfrm>
            <a:custGeom>
              <a:avLst/>
              <a:gdLst>
                <a:gd name="csX0" fmla="*/ 0 w 12876"/>
                <a:gd name="csY0" fmla="*/ 0 h 181020"/>
                <a:gd name="csX1" fmla="*/ 0 w 12876"/>
                <a:gd name="csY1" fmla="*/ 181021 h 181020"/>
                <a:gd name="csX2" fmla="*/ 12877 w 12876"/>
                <a:gd name="csY2" fmla="*/ 181021 h 181020"/>
                <a:gd name="csX3" fmla="*/ 12877 w 12876"/>
                <a:gd name="csY3" fmla="*/ 0 h 181020"/>
                <a:gd name="csX4" fmla="*/ 0 w 12876"/>
                <a:gd name="csY4" fmla="*/ 0 h 18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1020">
                  <a:moveTo>
                    <a:pt x="0" y="0"/>
                  </a:moveTo>
                  <a:lnTo>
                    <a:pt x="0" y="181021"/>
                  </a:lnTo>
                  <a:lnTo>
                    <a:pt x="12877" y="18102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9" name="Freeform 1318">
              <a:extLst>
                <a:ext uri="{FF2B5EF4-FFF2-40B4-BE49-F238E27FC236}">
                  <a16:creationId xmlns:a16="http://schemas.microsoft.com/office/drawing/2014/main" id="{B88F0A4C-5350-CD06-8782-D27F031C71BF}"/>
                </a:ext>
              </a:extLst>
            </p:cNvPr>
            <p:cNvSpPr/>
            <p:nvPr/>
          </p:nvSpPr>
          <p:spPr>
            <a:xfrm>
              <a:off x="5125848" y="4595782"/>
              <a:ext cx="12876" cy="153486"/>
            </a:xfrm>
            <a:custGeom>
              <a:avLst/>
              <a:gdLst>
                <a:gd name="csX0" fmla="*/ 0 w 12876"/>
                <a:gd name="csY0" fmla="*/ 0 h 153486"/>
                <a:gd name="csX1" fmla="*/ 0 w 12876"/>
                <a:gd name="csY1" fmla="*/ 153487 h 153486"/>
                <a:gd name="csX2" fmla="*/ 12877 w 12876"/>
                <a:gd name="csY2" fmla="*/ 153487 h 153486"/>
                <a:gd name="csX3" fmla="*/ 12877 w 12876"/>
                <a:gd name="csY3" fmla="*/ 0 h 153486"/>
                <a:gd name="csX4" fmla="*/ 0 w 12876"/>
                <a:gd name="csY4" fmla="*/ 0 h 153486"/>
                <a:gd name="csX5" fmla="*/ 0 w 12876"/>
                <a:gd name="csY5" fmla="*/ 0 h 153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53486">
                  <a:moveTo>
                    <a:pt x="0" y="0"/>
                  </a:moveTo>
                  <a:lnTo>
                    <a:pt x="0" y="153487"/>
                  </a:lnTo>
                  <a:lnTo>
                    <a:pt x="12877" y="15348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865B3E44-E9C8-56EE-8997-DEF3384B86E8}"/>
                </a:ext>
              </a:extLst>
            </p:cNvPr>
            <p:cNvSpPr/>
            <p:nvPr/>
          </p:nvSpPr>
          <p:spPr>
            <a:xfrm>
              <a:off x="5125848" y="4595782"/>
              <a:ext cx="12876" cy="153486"/>
            </a:xfrm>
            <a:custGeom>
              <a:avLst/>
              <a:gdLst>
                <a:gd name="csX0" fmla="*/ 0 w 12876"/>
                <a:gd name="csY0" fmla="*/ 0 h 153486"/>
                <a:gd name="csX1" fmla="*/ 0 w 12876"/>
                <a:gd name="csY1" fmla="*/ 153487 h 153486"/>
                <a:gd name="csX2" fmla="*/ 12877 w 12876"/>
                <a:gd name="csY2" fmla="*/ 153487 h 153486"/>
                <a:gd name="csX3" fmla="*/ 12877 w 12876"/>
                <a:gd name="csY3" fmla="*/ 0 h 153486"/>
                <a:gd name="csX4" fmla="*/ 0 w 12876"/>
                <a:gd name="csY4" fmla="*/ 0 h 153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53486">
                  <a:moveTo>
                    <a:pt x="0" y="0"/>
                  </a:moveTo>
                  <a:lnTo>
                    <a:pt x="0" y="153487"/>
                  </a:lnTo>
                  <a:lnTo>
                    <a:pt x="12877" y="15348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494E8FF0-8EBC-D126-0DA8-4D9925966901}"/>
                </a:ext>
              </a:extLst>
            </p:cNvPr>
            <p:cNvSpPr/>
            <p:nvPr/>
          </p:nvSpPr>
          <p:spPr>
            <a:xfrm>
              <a:off x="5138725" y="4614601"/>
              <a:ext cx="12876" cy="134668"/>
            </a:xfrm>
            <a:custGeom>
              <a:avLst/>
              <a:gdLst>
                <a:gd name="csX0" fmla="*/ 0 w 12876"/>
                <a:gd name="csY0" fmla="*/ 0 h 134668"/>
                <a:gd name="csX1" fmla="*/ 0 w 12876"/>
                <a:gd name="csY1" fmla="*/ 134668 h 134668"/>
                <a:gd name="csX2" fmla="*/ 12877 w 12876"/>
                <a:gd name="csY2" fmla="*/ 134668 h 134668"/>
                <a:gd name="csX3" fmla="*/ 12877 w 12876"/>
                <a:gd name="csY3" fmla="*/ 0 h 134668"/>
                <a:gd name="csX4" fmla="*/ 0 w 12876"/>
                <a:gd name="csY4" fmla="*/ 0 h 134668"/>
                <a:gd name="csX5" fmla="*/ 0 w 12876"/>
                <a:gd name="csY5" fmla="*/ 0 h 134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4668">
                  <a:moveTo>
                    <a:pt x="0" y="0"/>
                  </a:moveTo>
                  <a:lnTo>
                    <a:pt x="0" y="134668"/>
                  </a:lnTo>
                  <a:lnTo>
                    <a:pt x="12877" y="13466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E21EC73A-7D9D-195C-8649-7D5F58C7EA6C}"/>
                </a:ext>
              </a:extLst>
            </p:cNvPr>
            <p:cNvSpPr/>
            <p:nvPr/>
          </p:nvSpPr>
          <p:spPr>
            <a:xfrm>
              <a:off x="5138725" y="4614601"/>
              <a:ext cx="12876" cy="134668"/>
            </a:xfrm>
            <a:custGeom>
              <a:avLst/>
              <a:gdLst>
                <a:gd name="csX0" fmla="*/ 0 w 12876"/>
                <a:gd name="csY0" fmla="*/ 0 h 134668"/>
                <a:gd name="csX1" fmla="*/ 0 w 12876"/>
                <a:gd name="csY1" fmla="*/ 134668 h 134668"/>
                <a:gd name="csX2" fmla="*/ 12877 w 12876"/>
                <a:gd name="csY2" fmla="*/ 134668 h 134668"/>
                <a:gd name="csX3" fmla="*/ 12877 w 12876"/>
                <a:gd name="csY3" fmla="*/ 0 h 134668"/>
                <a:gd name="csX4" fmla="*/ 0 w 12876"/>
                <a:gd name="csY4" fmla="*/ 0 h 134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4668">
                  <a:moveTo>
                    <a:pt x="0" y="0"/>
                  </a:moveTo>
                  <a:lnTo>
                    <a:pt x="0" y="134668"/>
                  </a:lnTo>
                  <a:lnTo>
                    <a:pt x="12877" y="13466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3" name="Freeform 1322">
              <a:extLst>
                <a:ext uri="{FF2B5EF4-FFF2-40B4-BE49-F238E27FC236}">
                  <a16:creationId xmlns:a16="http://schemas.microsoft.com/office/drawing/2014/main" id="{98D01CF5-8318-AD81-BDDD-1D967BA1C6BF}"/>
                </a:ext>
              </a:extLst>
            </p:cNvPr>
            <p:cNvSpPr/>
            <p:nvPr/>
          </p:nvSpPr>
          <p:spPr>
            <a:xfrm>
              <a:off x="5151601" y="4635645"/>
              <a:ext cx="12876" cy="113624"/>
            </a:xfrm>
            <a:custGeom>
              <a:avLst/>
              <a:gdLst>
                <a:gd name="csX0" fmla="*/ 0 w 12876"/>
                <a:gd name="csY0" fmla="*/ 0 h 113624"/>
                <a:gd name="csX1" fmla="*/ 0 w 12876"/>
                <a:gd name="csY1" fmla="*/ 113625 h 113624"/>
                <a:gd name="csX2" fmla="*/ 12877 w 12876"/>
                <a:gd name="csY2" fmla="*/ 113625 h 113624"/>
                <a:gd name="csX3" fmla="*/ 12877 w 12876"/>
                <a:gd name="csY3" fmla="*/ 0 h 113624"/>
                <a:gd name="csX4" fmla="*/ 0 w 12876"/>
                <a:gd name="csY4" fmla="*/ 0 h 113624"/>
                <a:gd name="csX5" fmla="*/ 0 w 12876"/>
                <a:gd name="csY5" fmla="*/ 0 h 113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3624">
                  <a:moveTo>
                    <a:pt x="0" y="0"/>
                  </a:moveTo>
                  <a:lnTo>
                    <a:pt x="0" y="113625"/>
                  </a:lnTo>
                  <a:lnTo>
                    <a:pt x="12877" y="1136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21EC6177-E8D7-F318-CD13-1D3D14139C47}"/>
                </a:ext>
              </a:extLst>
            </p:cNvPr>
            <p:cNvSpPr/>
            <p:nvPr/>
          </p:nvSpPr>
          <p:spPr>
            <a:xfrm>
              <a:off x="5151601" y="4635645"/>
              <a:ext cx="12876" cy="113624"/>
            </a:xfrm>
            <a:custGeom>
              <a:avLst/>
              <a:gdLst>
                <a:gd name="csX0" fmla="*/ 0 w 12876"/>
                <a:gd name="csY0" fmla="*/ 0 h 113624"/>
                <a:gd name="csX1" fmla="*/ 0 w 12876"/>
                <a:gd name="csY1" fmla="*/ 113625 h 113624"/>
                <a:gd name="csX2" fmla="*/ 12877 w 12876"/>
                <a:gd name="csY2" fmla="*/ 113625 h 113624"/>
                <a:gd name="csX3" fmla="*/ 12877 w 12876"/>
                <a:gd name="csY3" fmla="*/ 0 h 113624"/>
                <a:gd name="csX4" fmla="*/ 0 w 12876"/>
                <a:gd name="csY4" fmla="*/ 0 h 113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3624">
                  <a:moveTo>
                    <a:pt x="0" y="0"/>
                  </a:moveTo>
                  <a:lnTo>
                    <a:pt x="0" y="113625"/>
                  </a:lnTo>
                  <a:lnTo>
                    <a:pt x="12877" y="1136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76FA87E2-0D13-D132-752D-0791E41AF9C9}"/>
                </a:ext>
              </a:extLst>
            </p:cNvPr>
            <p:cNvSpPr/>
            <p:nvPr/>
          </p:nvSpPr>
          <p:spPr>
            <a:xfrm>
              <a:off x="5164478" y="4655084"/>
              <a:ext cx="12866" cy="94185"/>
            </a:xfrm>
            <a:custGeom>
              <a:avLst/>
              <a:gdLst>
                <a:gd name="csX0" fmla="*/ 0 w 12866"/>
                <a:gd name="csY0" fmla="*/ 0 h 94185"/>
                <a:gd name="csX1" fmla="*/ 0 w 12866"/>
                <a:gd name="csY1" fmla="*/ 94185 h 94185"/>
                <a:gd name="csX2" fmla="*/ 12866 w 12866"/>
                <a:gd name="csY2" fmla="*/ 94185 h 94185"/>
                <a:gd name="csX3" fmla="*/ 12866 w 12866"/>
                <a:gd name="csY3" fmla="*/ 0 h 94185"/>
                <a:gd name="csX4" fmla="*/ 0 w 12866"/>
                <a:gd name="csY4" fmla="*/ 0 h 94185"/>
                <a:gd name="csX5" fmla="*/ 0 w 12866"/>
                <a:gd name="csY5" fmla="*/ 0 h 94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94185">
                  <a:moveTo>
                    <a:pt x="0" y="0"/>
                  </a:moveTo>
                  <a:lnTo>
                    <a:pt x="0" y="94185"/>
                  </a:lnTo>
                  <a:lnTo>
                    <a:pt x="12866" y="94185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D6D6B514-CC15-4D48-0DC9-55708AF0A31C}"/>
                </a:ext>
              </a:extLst>
            </p:cNvPr>
            <p:cNvSpPr/>
            <p:nvPr/>
          </p:nvSpPr>
          <p:spPr>
            <a:xfrm>
              <a:off x="5164478" y="4655084"/>
              <a:ext cx="12866" cy="94185"/>
            </a:xfrm>
            <a:custGeom>
              <a:avLst/>
              <a:gdLst>
                <a:gd name="csX0" fmla="*/ 0 w 12866"/>
                <a:gd name="csY0" fmla="*/ 0 h 94185"/>
                <a:gd name="csX1" fmla="*/ 0 w 12866"/>
                <a:gd name="csY1" fmla="*/ 94185 h 94185"/>
                <a:gd name="csX2" fmla="*/ 12866 w 12866"/>
                <a:gd name="csY2" fmla="*/ 94185 h 94185"/>
                <a:gd name="csX3" fmla="*/ 12866 w 12866"/>
                <a:gd name="csY3" fmla="*/ 0 h 94185"/>
                <a:gd name="csX4" fmla="*/ 0 w 12866"/>
                <a:gd name="csY4" fmla="*/ 0 h 94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94185">
                  <a:moveTo>
                    <a:pt x="0" y="0"/>
                  </a:moveTo>
                  <a:lnTo>
                    <a:pt x="0" y="94185"/>
                  </a:lnTo>
                  <a:lnTo>
                    <a:pt x="12866" y="94185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D17F84D3-0BA7-71CF-5997-07352086FAE6}"/>
                </a:ext>
              </a:extLst>
            </p:cNvPr>
            <p:cNvSpPr/>
            <p:nvPr/>
          </p:nvSpPr>
          <p:spPr>
            <a:xfrm>
              <a:off x="5177345" y="4670217"/>
              <a:ext cx="12876" cy="79051"/>
            </a:xfrm>
            <a:custGeom>
              <a:avLst/>
              <a:gdLst>
                <a:gd name="csX0" fmla="*/ 0 w 12876"/>
                <a:gd name="csY0" fmla="*/ 0 h 79051"/>
                <a:gd name="csX1" fmla="*/ 0 w 12876"/>
                <a:gd name="csY1" fmla="*/ 79052 h 79051"/>
                <a:gd name="csX2" fmla="*/ 12877 w 12876"/>
                <a:gd name="csY2" fmla="*/ 79052 h 79051"/>
                <a:gd name="csX3" fmla="*/ 12877 w 12876"/>
                <a:gd name="csY3" fmla="*/ 0 h 79051"/>
                <a:gd name="csX4" fmla="*/ 0 w 12876"/>
                <a:gd name="csY4" fmla="*/ 0 h 79051"/>
                <a:gd name="csX5" fmla="*/ 0 w 12876"/>
                <a:gd name="csY5" fmla="*/ 0 h 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9051">
                  <a:moveTo>
                    <a:pt x="0" y="0"/>
                  </a:moveTo>
                  <a:lnTo>
                    <a:pt x="0" y="79052"/>
                  </a:lnTo>
                  <a:lnTo>
                    <a:pt x="12877" y="7905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3BCB3865-51ED-15A1-6091-0D60C83FD4D1}"/>
                </a:ext>
              </a:extLst>
            </p:cNvPr>
            <p:cNvSpPr/>
            <p:nvPr/>
          </p:nvSpPr>
          <p:spPr>
            <a:xfrm>
              <a:off x="5177345" y="4670217"/>
              <a:ext cx="12876" cy="79051"/>
            </a:xfrm>
            <a:custGeom>
              <a:avLst/>
              <a:gdLst>
                <a:gd name="csX0" fmla="*/ 0 w 12876"/>
                <a:gd name="csY0" fmla="*/ 0 h 79051"/>
                <a:gd name="csX1" fmla="*/ 0 w 12876"/>
                <a:gd name="csY1" fmla="*/ 79052 h 79051"/>
                <a:gd name="csX2" fmla="*/ 12877 w 12876"/>
                <a:gd name="csY2" fmla="*/ 79052 h 79051"/>
                <a:gd name="csX3" fmla="*/ 12877 w 12876"/>
                <a:gd name="csY3" fmla="*/ 0 h 79051"/>
                <a:gd name="csX4" fmla="*/ 0 w 12876"/>
                <a:gd name="csY4" fmla="*/ 0 h 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9051">
                  <a:moveTo>
                    <a:pt x="0" y="0"/>
                  </a:moveTo>
                  <a:lnTo>
                    <a:pt x="0" y="79052"/>
                  </a:lnTo>
                  <a:lnTo>
                    <a:pt x="12877" y="7905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A6A9FECF-34D7-4A12-484A-6796B0FDA1D9}"/>
                </a:ext>
              </a:extLst>
            </p:cNvPr>
            <p:cNvSpPr/>
            <p:nvPr/>
          </p:nvSpPr>
          <p:spPr>
            <a:xfrm>
              <a:off x="5190221" y="4682805"/>
              <a:ext cx="12876" cy="66464"/>
            </a:xfrm>
            <a:custGeom>
              <a:avLst/>
              <a:gdLst>
                <a:gd name="csX0" fmla="*/ 0 w 12876"/>
                <a:gd name="csY0" fmla="*/ 0 h 66464"/>
                <a:gd name="csX1" fmla="*/ 0 w 12876"/>
                <a:gd name="csY1" fmla="*/ 66465 h 66464"/>
                <a:gd name="csX2" fmla="*/ 12877 w 12876"/>
                <a:gd name="csY2" fmla="*/ 66465 h 66464"/>
                <a:gd name="csX3" fmla="*/ 12877 w 12876"/>
                <a:gd name="csY3" fmla="*/ 0 h 66464"/>
                <a:gd name="csX4" fmla="*/ 0 w 12876"/>
                <a:gd name="csY4" fmla="*/ 0 h 66464"/>
                <a:gd name="csX5" fmla="*/ 0 w 12876"/>
                <a:gd name="csY5" fmla="*/ 0 h 66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6464">
                  <a:moveTo>
                    <a:pt x="0" y="0"/>
                  </a:moveTo>
                  <a:lnTo>
                    <a:pt x="0" y="66465"/>
                  </a:lnTo>
                  <a:lnTo>
                    <a:pt x="12877" y="6646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0" name="Freeform 1329">
              <a:extLst>
                <a:ext uri="{FF2B5EF4-FFF2-40B4-BE49-F238E27FC236}">
                  <a16:creationId xmlns:a16="http://schemas.microsoft.com/office/drawing/2014/main" id="{55AEE308-C659-39B3-F7B7-D21B0E115E1D}"/>
                </a:ext>
              </a:extLst>
            </p:cNvPr>
            <p:cNvSpPr/>
            <p:nvPr/>
          </p:nvSpPr>
          <p:spPr>
            <a:xfrm>
              <a:off x="5190221" y="4682805"/>
              <a:ext cx="12876" cy="66464"/>
            </a:xfrm>
            <a:custGeom>
              <a:avLst/>
              <a:gdLst>
                <a:gd name="csX0" fmla="*/ 0 w 12876"/>
                <a:gd name="csY0" fmla="*/ 0 h 66464"/>
                <a:gd name="csX1" fmla="*/ 0 w 12876"/>
                <a:gd name="csY1" fmla="*/ 66465 h 66464"/>
                <a:gd name="csX2" fmla="*/ 12877 w 12876"/>
                <a:gd name="csY2" fmla="*/ 66465 h 66464"/>
                <a:gd name="csX3" fmla="*/ 12877 w 12876"/>
                <a:gd name="csY3" fmla="*/ 0 h 66464"/>
                <a:gd name="csX4" fmla="*/ 0 w 12876"/>
                <a:gd name="csY4" fmla="*/ 0 h 66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6464">
                  <a:moveTo>
                    <a:pt x="0" y="0"/>
                  </a:moveTo>
                  <a:lnTo>
                    <a:pt x="0" y="66465"/>
                  </a:lnTo>
                  <a:lnTo>
                    <a:pt x="12877" y="6646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1" name="Freeform 1330">
              <a:extLst>
                <a:ext uri="{FF2B5EF4-FFF2-40B4-BE49-F238E27FC236}">
                  <a16:creationId xmlns:a16="http://schemas.microsoft.com/office/drawing/2014/main" id="{5CA9260A-D3C2-EF00-6E2E-BA22C5DAD858}"/>
                </a:ext>
              </a:extLst>
            </p:cNvPr>
            <p:cNvSpPr/>
            <p:nvPr/>
          </p:nvSpPr>
          <p:spPr>
            <a:xfrm>
              <a:off x="5203098" y="4691831"/>
              <a:ext cx="12876" cy="57438"/>
            </a:xfrm>
            <a:custGeom>
              <a:avLst/>
              <a:gdLst>
                <a:gd name="csX0" fmla="*/ 0 w 12876"/>
                <a:gd name="csY0" fmla="*/ 0 h 57438"/>
                <a:gd name="csX1" fmla="*/ 0 w 12876"/>
                <a:gd name="csY1" fmla="*/ 57439 h 57438"/>
                <a:gd name="csX2" fmla="*/ 12877 w 12876"/>
                <a:gd name="csY2" fmla="*/ 57439 h 57438"/>
                <a:gd name="csX3" fmla="*/ 12877 w 12876"/>
                <a:gd name="csY3" fmla="*/ 0 h 57438"/>
                <a:gd name="csX4" fmla="*/ 0 w 12876"/>
                <a:gd name="csY4" fmla="*/ 0 h 57438"/>
                <a:gd name="csX5" fmla="*/ 0 w 12876"/>
                <a:gd name="csY5" fmla="*/ 0 h 57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7438">
                  <a:moveTo>
                    <a:pt x="0" y="0"/>
                  </a:moveTo>
                  <a:lnTo>
                    <a:pt x="0" y="57439"/>
                  </a:lnTo>
                  <a:lnTo>
                    <a:pt x="12877" y="5743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2" name="Freeform 1331">
              <a:extLst>
                <a:ext uri="{FF2B5EF4-FFF2-40B4-BE49-F238E27FC236}">
                  <a16:creationId xmlns:a16="http://schemas.microsoft.com/office/drawing/2014/main" id="{D4F94EEF-BDC7-5D1E-63D6-A7F87106C3D0}"/>
                </a:ext>
              </a:extLst>
            </p:cNvPr>
            <p:cNvSpPr/>
            <p:nvPr/>
          </p:nvSpPr>
          <p:spPr>
            <a:xfrm>
              <a:off x="5203098" y="4691831"/>
              <a:ext cx="12876" cy="57438"/>
            </a:xfrm>
            <a:custGeom>
              <a:avLst/>
              <a:gdLst>
                <a:gd name="csX0" fmla="*/ 0 w 12876"/>
                <a:gd name="csY0" fmla="*/ 0 h 57438"/>
                <a:gd name="csX1" fmla="*/ 0 w 12876"/>
                <a:gd name="csY1" fmla="*/ 57439 h 57438"/>
                <a:gd name="csX2" fmla="*/ 12877 w 12876"/>
                <a:gd name="csY2" fmla="*/ 57439 h 57438"/>
                <a:gd name="csX3" fmla="*/ 12877 w 12876"/>
                <a:gd name="csY3" fmla="*/ 0 h 57438"/>
                <a:gd name="csX4" fmla="*/ 0 w 12876"/>
                <a:gd name="csY4" fmla="*/ 0 h 57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7438">
                  <a:moveTo>
                    <a:pt x="0" y="0"/>
                  </a:moveTo>
                  <a:lnTo>
                    <a:pt x="0" y="57439"/>
                  </a:lnTo>
                  <a:lnTo>
                    <a:pt x="12877" y="5743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3" name="Freeform 1332">
              <a:extLst>
                <a:ext uri="{FF2B5EF4-FFF2-40B4-BE49-F238E27FC236}">
                  <a16:creationId xmlns:a16="http://schemas.microsoft.com/office/drawing/2014/main" id="{81BD7E3F-FD71-6077-FC21-3ADE131CE1BC}"/>
                </a:ext>
              </a:extLst>
            </p:cNvPr>
            <p:cNvSpPr/>
            <p:nvPr/>
          </p:nvSpPr>
          <p:spPr>
            <a:xfrm>
              <a:off x="5215975" y="4703175"/>
              <a:ext cx="12866" cy="46093"/>
            </a:xfrm>
            <a:custGeom>
              <a:avLst/>
              <a:gdLst>
                <a:gd name="csX0" fmla="*/ 0 w 12866"/>
                <a:gd name="csY0" fmla="*/ 0 h 46093"/>
                <a:gd name="csX1" fmla="*/ 0 w 12866"/>
                <a:gd name="csY1" fmla="*/ 46094 h 46093"/>
                <a:gd name="csX2" fmla="*/ 12866 w 12866"/>
                <a:gd name="csY2" fmla="*/ 46094 h 46093"/>
                <a:gd name="csX3" fmla="*/ 12866 w 12866"/>
                <a:gd name="csY3" fmla="*/ 0 h 46093"/>
                <a:gd name="csX4" fmla="*/ 0 w 12866"/>
                <a:gd name="csY4" fmla="*/ 0 h 46093"/>
                <a:gd name="csX5" fmla="*/ 0 w 12866"/>
                <a:gd name="csY5" fmla="*/ 0 h 46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6093">
                  <a:moveTo>
                    <a:pt x="0" y="0"/>
                  </a:moveTo>
                  <a:lnTo>
                    <a:pt x="0" y="46094"/>
                  </a:lnTo>
                  <a:lnTo>
                    <a:pt x="12866" y="46094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4" name="Freeform 1333">
              <a:extLst>
                <a:ext uri="{FF2B5EF4-FFF2-40B4-BE49-F238E27FC236}">
                  <a16:creationId xmlns:a16="http://schemas.microsoft.com/office/drawing/2014/main" id="{65EE7960-FCBA-6734-D0B2-B36CA5CEF7C5}"/>
                </a:ext>
              </a:extLst>
            </p:cNvPr>
            <p:cNvSpPr/>
            <p:nvPr/>
          </p:nvSpPr>
          <p:spPr>
            <a:xfrm>
              <a:off x="5215975" y="4703175"/>
              <a:ext cx="12866" cy="46093"/>
            </a:xfrm>
            <a:custGeom>
              <a:avLst/>
              <a:gdLst>
                <a:gd name="csX0" fmla="*/ 0 w 12866"/>
                <a:gd name="csY0" fmla="*/ 0 h 46093"/>
                <a:gd name="csX1" fmla="*/ 0 w 12866"/>
                <a:gd name="csY1" fmla="*/ 46094 h 46093"/>
                <a:gd name="csX2" fmla="*/ 12866 w 12866"/>
                <a:gd name="csY2" fmla="*/ 46094 h 46093"/>
                <a:gd name="csX3" fmla="*/ 12866 w 12866"/>
                <a:gd name="csY3" fmla="*/ 0 h 46093"/>
                <a:gd name="csX4" fmla="*/ 0 w 12866"/>
                <a:gd name="csY4" fmla="*/ 0 h 46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6093">
                  <a:moveTo>
                    <a:pt x="0" y="0"/>
                  </a:moveTo>
                  <a:lnTo>
                    <a:pt x="0" y="46094"/>
                  </a:lnTo>
                  <a:lnTo>
                    <a:pt x="12866" y="46094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5" name="Freeform 1334">
              <a:extLst>
                <a:ext uri="{FF2B5EF4-FFF2-40B4-BE49-F238E27FC236}">
                  <a16:creationId xmlns:a16="http://schemas.microsoft.com/office/drawing/2014/main" id="{DEC25952-2626-411C-8EFA-7F44BD4E7122}"/>
                </a:ext>
              </a:extLst>
            </p:cNvPr>
            <p:cNvSpPr/>
            <p:nvPr/>
          </p:nvSpPr>
          <p:spPr>
            <a:xfrm>
              <a:off x="5228842" y="4714210"/>
              <a:ext cx="12876" cy="35059"/>
            </a:xfrm>
            <a:custGeom>
              <a:avLst/>
              <a:gdLst>
                <a:gd name="csX0" fmla="*/ 0 w 12876"/>
                <a:gd name="csY0" fmla="*/ 0 h 35059"/>
                <a:gd name="csX1" fmla="*/ 0 w 12876"/>
                <a:gd name="csY1" fmla="*/ 35059 h 35059"/>
                <a:gd name="csX2" fmla="*/ 12877 w 12876"/>
                <a:gd name="csY2" fmla="*/ 35059 h 35059"/>
                <a:gd name="csX3" fmla="*/ 12877 w 12876"/>
                <a:gd name="csY3" fmla="*/ 0 h 35059"/>
                <a:gd name="csX4" fmla="*/ 0 w 12876"/>
                <a:gd name="csY4" fmla="*/ 0 h 35059"/>
                <a:gd name="csX5" fmla="*/ 0 w 12876"/>
                <a:gd name="csY5" fmla="*/ 0 h 35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5059">
                  <a:moveTo>
                    <a:pt x="0" y="0"/>
                  </a:moveTo>
                  <a:lnTo>
                    <a:pt x="0" y="35059"/>
                  </a:lnTo>
                  <a:lnTo>
                    <a:pt x="12877" y="3505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6" name="Freeform 1335">
              <a:extLst>
                <a:ext uri="{FF2B5EF4-FFF2-40B4-BE49-F238E27FC236}">
                  <a16:creationId xmlns:a16="http://schemas.microsoft.com/office/drawing/2014/main" id="{326E75B6-9250-8146-A0D2-D5C949CCE887}"/>
                </a:ext>
              </a:extLst>
            </p:cNvPr>
            <p:cNvSpPr/>
            <p:nvPr/>
          </p:nvSpPr>
          <p:spPr>
            <a:xfrm>
              <a:off x="5228842" y="4714210"/>
              <a:ext cx="12876" cy="35059"/>
            </a:xfrm>
            <a:custGeom>
              <a:avLst/>
              <a:gdLst>
                <a:gd name="csX0" fmla="*/ 0 w 12876"/>
                <a:gd name="csY0" fmla="*/ 0 h 35059"/>
                <a:gd name="csX1" fmla="*/ 0 w 12876"/>
                <a:gd name="csY1" fmla="*/ 35059 h 35059"/>
                <a:gd name="csX2" fmla="*/ 12877 w 12876"/>
                <a:gd name="csY2" fmla="*/ 35059 h 35059"/>
                <a:gd name="csX3" fmla="*/ 12877 w 12876"/>
                <a:gd name="csY3" fmla="*/ 0 h 35059"/>
                <a:gd name="csX4" fmla="*/ 0 w 12876"/>
                <a:gd name="csY4" fmla="*/ 0 h 35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5059">
                  <a:moveTo>
                    <a:pt x="0" y="0"/>
                  </a:moveTo>
                  <a:lnTo>
                    <a:pt x="0" y="35059"/>
                  </a:lnTo>
                  <a:lnTo>
                    <a:pt x="12877" y="3505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7" name="Freeform 1336">
              <a:extLst>
                <a:ext uri="{FF2B5EF4-FFF2-40B4-BE49-F238E27FC236}">
                  <a16:creationId xmlns:a16="http://schemas.microsoft.com/office/drawing/2014/main" id="{8B1B8567-1B0B-55E4-2A1E-B3283E40D552}"/>
                </a:ext>
              </a:extLst>
            </p:cNvPr>
            <p:cNvSpPr/>
            <p:nvPr/>
          </p:nvSpPr>
          <p:spPr>
            <a:xfrm>
              <a:off x="5241718" y="4720089"/>
              <a:ext cx="12876" cy="29179"/>
            </a:xfrm>
            <a:custGeom>
              <a:avLst/>
              <a:gdLst>
                <a:gd name="csX0" fmla="*/ 0 w 12876"/>
                <a:gd name="csY0" fmla="*/ 0 h 29179"/>
                <a:gd name="csX1" fmla="*/ 0 w 12876"/>
                <a:gd name="csY1" fmla="*/ 29180 h 29179"/>
                <a:gd name="csX2" fmla="*/ 12877 w 12876"/>
                <a:gd name="csY2" fmla="*/ 29180 h 29179"/>
                <a:gd name="csX3" fmla="*/ 12877 w 12876"/>
                <a:gd name="csY3" fmla="*/ 0 h 29179"/>
                <a:gd name="csX4" fmla="*/ 0 w 12876"/>
                <a:gd name="csY4" fmla="*/ 0 h 29179"/>
                <a:gd name="csX5" fmla="*/ 0 w 12876"/>
                <a:gd name="csY5" fmla="*/ 0 h 29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9179">
                  <a:moveTo>
                    <a:pt x="0" y="0"/>
                  </a:moveTo>
                  <a:lnTo>
                    <a:pt x="0" y="29180"/>
                  </a:lnTo>
                  <a:lnTo>
                    <a:pt x="12877" y="2918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8" name="Freeform 1337">
              <a:extLst>
                <a:ext uri="{FF2B5EF4-FFF2-40B4-BE49-F238E27FC236}">
                  <a16:creationId xmlns:a16="http://schemas.microsoft.com/office/drawing/2014/main" id="{748F84EB-7E22-5E4F-72D8-B5153022CD70}"/>
                </a:ext>
              </a:extLst>
            </p:cNvPr>
            <p:cNvSpPr/>
            <p:nvPr/>
          </p:nvSpPr>
          <p:spPr>
            <a:xfrm>
              <a:off x="5241718" y="4720089"/>
              <a:ext cx="12876" cy="29179"/>
            </a:xfrm>
            <a:custGeom>
              <a:avLst/>
              <a:gdLst>
                <a:gd name="csX0" fmla="*/ 0 w 12876"/>
                <a:gd name="csY0" fmla="*/ 0 h 29179"/>
                <a:gd name="csX1" fmla="*/ 0 w 12876"/>
                <a:gd name="csY1" fmla="*/ 29180 h 29179"/>
                <a:gd name="csX2" fmla="*/ 12877 w 12876"/>
                <a:gd name="csY2" fmla="*/ 29180 h 29179"/>
                <a:gd name="csX3" fmla="*/ 12877 w 12876"/>
                <a:gd name="csY3" fmla="*/ 0 h 29179"/>
                <a:gd name="csX4" fmla="*/ 0 w 12876"/>
                <a:gd name="csY4" fmla="*/ 0 h 29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9179">
                  <a:moveTo>
                    <a:pt x="0" y="0"/>
                  </a:moveTo>
                  <a:lnTo>
                    <a:pt x="0" y="29180"/>
                  </a:lnTo>
                  <a:lnTo>
                    <a:pt x="12877" y="2918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9" name="Freeform 1338">
              <a:extLst>
                <a:ext uri="{FF2B5EF4-FFF2-40B4-BE49-F238E27FC236}">
                  <a16:creationId xmlns:a16="http://schemas.microsoft.com/office/drawing/2014/main" id="{C6F89637-963F-80DB-3531-713CAF962DCF}"/>
                </a:ext>
              </a:extLst>
            </p:cNvPr>
            <p:cNvSpPr/>
            <p:nvPr/>
          </p:nvSpPr>
          <p:spPr>
            <a:xfrm>
              <a:off x="5254595" y="4724271"/>
              <a:ext cx="12876" cy="24998"/>
            </a:xfrm>
            <a:custGeom>
              <a:avLst/>
              <a:gdLst>
                <a:gd name="csX0" fmla="*/ 0 w 12876"/>
                <a:gd name="csY0" fmla="*/ 0 h 24998"/>
                <a:gd name="csX1" fmla="*/ 0 w 12876"/>
                <a:gd name="csY1" fmla="*/ 24998 h 24998"/>
                <a:gd name="csX2" fmla="*/ 12877 w 12876"/>
                <a:gd name="csY2" fmla="*/ 24998 h 24998"/>
                <a:gd name="csX3" fmla="*/ 12877 w 12876"/>
                <a:gd name="csY3" fmla="*/ 0 h 24998"/>
                <a:gd name="csX4" fmla="*/ 0 w 12876"/>
                <a:gd name="csY4" fmla="*/ 0 h 24998"/>
                <a:gd name="csX5" fmla="*/ 0 w 12876"/>
                <a:gd name="csY5" fmla="*/ 0 h 24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4998">
                  <a:moveTo>
                    <a:pt x="0" y="0"/>
                  </a:moveTo>
                  <a:lnTo>
                    <a:pt x="0" y="24998"/>
                  </a:lnTo>
                  <a:lnTo>
                    <a:pt x="12877" y="2499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0" name="Freeform 1339">
              <a:extLst>
                <a:ext uri="{FF2B5EF4-FFF2-40B4-BE49-F238E27FC236}">
                  <a16:creationId xmlns:a16="http://schemas.microsoft.com/office/drawing/2014/main" id="{71C57DBB-384C-B14E-2850-8DB9DD3C8575}"/>
                </a:ext>
              </a:extLst>
            </p:cNvPr>
            <p:cNvSpPr/>
            <p:nvPr/>
          </p:nvSpPr>
          <p:spPr>
            <a:xfrm>
              <a:off x="5254595" y="4724271"/>
              <a:ext cx="12876" cy="24998"/>
            </a:xfrm>
            <a:custGeom>
              <a:avLst/>
              <a:gdLst>
                <a:gd name="csX0" fmla="*/ 0 w 12876"/>
                <a:gd name="csY0" fmla="*/ 0 h 24998"/>
                <a:gd name="csX1" fmla="*/ 0 w 12876"/>
                <a:gd name="csY1" fmla="*/ 24998 h 24998"/>
                <a:gd name="csX2" fmla="*/ 12877 w 12876"/>
                <a:gd name="csY2" fmla="*/ 24998 h 24998"/>
                <a:gd name="csX3" fmla="*/ 12877 w 12876"/>
                <a:gd name="csY3" fmla="*/ 0 h 24998"/>
                <a:gd name="csX4" fmla="*/ 0 w 12876"/>
                <a:gd name="csY4" fmla="*/ 0 h 24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4998">
                  <a:moveTo>
                    <a:pt x="0" y="0"/>
                  </a:moveTo>
                  <a:lnTo>
                    <a:pt x="0" y="24998"/>
                  </a:lnTo>
                  <a:lnTo>
                    <a:pt x="12877" y="2499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1" name="Freeform 1340">
              <a:extLst>
                <a:ext uri="{FF2B5EF4-FFF2-40B4-BE49-F238E27FC236}">
                  <a16:creationId xmlns:a16="http://schemas.microsoft.com/office/drawing/2014/main" id="{978F5F2D-A585-CA5A-F465-46DC373B5BE9}"/>
                </a:ext>
              </a:extLst>
            </p:cNvPr>
            <p:cNvSpPr/>
            <p:nvPr/>
          </p:nvSpPr>
          <p:spPr>
            <a:xfrm>
              <a:off x="5267472" y="4728577"/>
              <a:ext cx="12876" cy="20691"/>
            </a:xfrm>
            <a:custGeom>
              <a:avLst/>
              <a:gdLst>
                <a:gd name="csX0" fmla="*/ 0 w 12876"/>
                <a:gd name="csY0" fmla="*/ 0 h 20691"/>
                <a:gd name="csX1" fmla="*/ 0 w 12876"/>
                <a:gd name="csY1" fmla="*/ 20692 h 20691"/>
                <a:gd name="csX2" fmla="*/ 12877 w 12876"/>
                <a:gd name="csY2" fmla="*/ 20692 h 20691"/>
                <a:gd name="csX3" fmla="*/ 12877 w 12876"/>
                <a:gd name="csY3" fmla="*/ 0 h 20691"/>
                <a:gd name="csX4" fmla="*/ 0 w 12876"/>
                <a:gd name="csY4" fmla="*/ 0 h 20691"/>
                <a:gd name="csX5" fmla="*/ 0 w 12876"/>
                <a:gd name="csY5" fmla="*/ 0 h 2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0691">
                  <a:moveTo>
                    <a:pt x="0" y="0"/>
                  </a:moveTo>
                  <a:lnTo>
                    <a:pt x="0" y="20692"/>
                  </a:lnTo>
                  <a:lnTo>
                    <a:pt x="12877" y="2069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2" name="Freeform 1341">
              <a:extLst>
                <a:ext uri="{FF2B5EF4-FFF2-40B4-BE49-F238E27FC236}">
                  <a16:creationId xmlns:a16="http://schemas.microsoft.com/office/drawing/2014/main" id="{11616AF9-B23B-6D0F-84C2-9F48B2FCA06A}"/>
                </a:ext>
              </a:extLst>
            </p:cNvPr>
            <p:cNvSpPr/>
            <p:nvPr/>
          </p:nvSpPr>
          <p:spPr>
            <a:xfrm>
              <a:off x="5267472" y="4728577"/>
              <a:ext cx="12876" cy="20691"/>
            </a:xfrm>
            <a:custGeom>
              <a:avLst/>
              <a:gdLst>
                <a:gd name="csX0" fmla="*/ 0 w 12876"/>
                <a:gd name="csY0" fmla="*/ 0 h 20691"/>
                <a:gd name="csX1" fmla="*/ 0 w 12876"/>
                <a:gd name="csY1" fmla="*/ 20692 h 20691"/>
                <a:gd name="csX2" fmla="*/ 12877 w 12876"/>
                <a:gd name="csY2" fmla="*/ 20692 h 20691"/>
                <a:gd name="csX3" fmla="*/ 12877 w 12876"/>
                <a:gd name="csY3" fmla="*/ 0 h 20691"/>
                <a:gd name="csX4" fmla="*/ 0 w 12876"/>
                <a:gd name="csY4" fmla="*/ 0 h 2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0691">
                  <a:moveTo>
                    <a:pt x="0" y="0"/>
                  </a:moveTo>
                  <a:lnTo>
                    <a:pt x="0" y="20692"/>
                  </a:lnTo>
                  <a:lnTo>
                    <a:pt x="12877" y="2069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3" name="Freeform 1342">
              <a:extLst>
                <a:ext uri="{FF2B5EF4-FFF2-40B4-BE49-F238E27FC236}">
                  <a16:creationId xmlns:a16="http://schemas.microsoft.com/office/drawing/2014/main" id="{5564E05E-4681-E540-9DB2-0FCB32F2FA88}"/>
                </a:ext>
              </a:extLst>
            </p:cNvPr>
            <p:cNvSpPr/>
            <p:nvPr/>
          </p:nvSpPr>
          <p:spPr>
            <a:xfrm>
              <a:off x="5280349" y="4731869"/>
              <a:ext cx="12866" cy="17400"/>
            </a:xfrm>
            <a:custGeom>
              <a:avLst/>
              <a:gdLst>
                <a:gd name="csX0" fmla="*/ 0 w 12866"/>
                <a:gd name="csY0" fmla="*/ 0 h 17400"/>
                <a:gd name="csX1" fmla="*/ 0 w 12866"/>
                <a:gd name="csY1" fmla="*/ 17400 h 17400"/>
                <a:gd name="csX2" fmla="*/ 12867 w 12866"/>
                <a:gd name="csY2" fmla="*/ 17400 h 17400"/>
                <a:gd name="csX3" fmla="*/ 12867 w 12866"/>
                <a:gd name="csY3" fmla="*/ 0 h 17400"/>
                <a:gd name="csX4" fmla="*/ 0 w 12866"/>
                <a:gd name="csY4" fmla="*/ 0 h 17400"/>
                <a:gd name="csX5" fmla="*/ 0 w 12866"/>
                <a:gd name="csY5" fmla="*/ 0 h 1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7400">
                  <a:moveTo>
                    <a:pt x="0" y="0"/>
                  </a:moveTo>
                  <a:lnTo>
                    <a:pt x="0" y="17400"/>
                  </a:lnTo>
                  <a:lnTo>
                    <a:pt x="12867" y="1740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4" name="Freeform 1343">
              <a:extLst>
                <a:ext uri="{FF2B5EF4-FFF2-40B4-BE49-F238E27FC236}">
                  <a16:creationId xmlns:a16="http://schemas.microsoft.com/office/drawing/2014/main" id="{70BDDBB1-B344-826C-EED2-607CC3DEB703}"/>
                </a:ext>
              </a:extLst>
            </p:cNvPr>
            <p:cNvSpPr/>
            <p:nvPr/>
          </p:nvSpPr>
          <p:spPr>
            <a:xfrm>
              <a:off x="5280349" y="4731869"/>
              <a:ext cx="12866" cy="17400"/>
            </a:xfrm>
            <a:custGeom>
              <a:avLst/>
              <a:gdLst>
                <a:gd name="csX0" fmla="*/ 0 w 12866"/>
                <a:gd name="csY0" fmla="*/ 0 h 17400"/>
                <a:gd name="csX1" fmla="*/ 0 w 12866"/>
                <a:gd name="csY1" fmla="*/ 17400 h 17400"/>
                <a:gd name="csX2" fmla="*/ 12867 w 12866"/>
                <a:gd name="csY2" fmla="*/ 17400 h 17400"/>
                <a:gd name="csX3" fmla="*/ 12867 w 12866"/>
                <a:gd name="csY3" fmla="*/ 0 h 17400"/>
                <a:gd name="csX4" fmla="*/ 0 w 12866"/>
                <a:gd name="csY4" fmla="*/ 0 h 1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7400">
                  <a:moveTo>
                    <a:pt x="0" y="0"/>
                  </a:moveTo>
                  <a:lnTo>
                    <a:pt x="0" y="17400"/>
                  </a:lnTo>
                  <a:lnTo>
                    <a:pt x="12867" y="1740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5" name="Freeform 1344">
              <a:extLst>
                <a:ext uri="{FF2B5EF4-FFF2-40B4-BE49-F238E27FC236}">
                  <a16:creationId xmlns:a16="http://schemas.microsoft.com/office/drawing/2014/main" id="{4B548F67-9198-2775-732F-B516492A4BB7}"/>
                </a:ext>
              </a:extLst>
            </p:cNvPr>
            <p:cNvSpPr/>
            <p:nvPr/>
          </p:nvSpPr>
          <p:spPr>
            <a:xfrm>
              <a:off x="5293215" y="4731921"/>
              <a:ext cx="12876" cy="17348"/>
            </a:xfrm>
            <a:custGeom>
              <a:avLst/>
              <a:gdLst>
                <a:gd name="csX0" fmla="*/ 0 w 12876"/>
                <a:gd name="csY0" fmla="*/ 0 h 17348"/>
                <a:gd name="csX1" fmla="*/ 0 w 12876"/>
                <a:gd name="csY1" fmla="*/ 17349 h 17348"/>
                <a:gd name="csX2" fmla="*/ 12877 w 12876"/>
                <a:gd name="csY2" fmla="*/ 17349 h 17348"/>
                <a:gd name="csX3" fmla="*/ 12877 w 12876"/>
                <a:gd name="csY3" fmla="*/ 0 h 17348"/>
                <a:gd name="csX4" fmla="*/ 0 w 12876"/>
                <a:gd name="csY4" fmla="*/ 0 h 17348"/>
                <a:gd name="csX5" fmla="*/ 0 w 12876"/>
                <a:gd name="csY5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7348">
                  <a:moveTo>
                    <a:pt x="0" y="0"/>
                  </a:moveTo>
                  <a:lnTo>
                    <a:pt x="0" y="17349"/>
                  </a:lnTo>
                  <a:lnTo>
                    <a:pt x="12877" y="173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6" name="Freeform 1345">
              <a:extLst>
                <a:ext uri="{FF2B5EF4-FFF2-40B4-BE49-F238E27FC236}">
                  <a16:creationId xmlns:a16="http://schemas.microsoft.com/office/drawing/2014/main" id="{6275805F-009A-55D0-7546-46BC3EEC9004}"/>
                </a:ext>
              </a:extLst>
            </p:cNvPr>
            <p:cNvSpPr/>
            <p:nvPr/>
          </p:nvSpPr>
          <p:spPr>
            <a:xfrm>
              <a:off x="5293215" y="4731921"/>
              <a:ext cx="12876" cy="17348"/>
            </a:xfrm>
            <a:custGeom>
              <a:avLst/>
              <a:gdLst>
                <a:gd name="csX0" fmla="*/ 0 w 12876"/>
                <a:gd name="csY0" fmla="*/ 0 h 17348"/>
                <a:gd name="csX1" fmla="*/ 0 w 12876"/>
                <a:gd name="csY1" fmla="*/ 17349 h 17348"/>
                <a:gd name="csX2" fmla="*/ 12877 w 12876"/>
                <a:gd name="csY2" fmla="*/ 17349 h 17348"/>
                <a:gd name="csX3" fmla="*/ 12877 w 12876"/>
                <a:gd name="csY3" fmla="*/ 0 h 17348"/>
                <a:gd name="csX4" fmla="*/ 0 w 12876"/>
                <a:gd name="csY4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7348">
                  <a:moveTo>
                    <a:pt x="0" y="0"/>
                  </a:moveTo>
                  <a:lnTo>
                    <a:pt x="0" y="17349"/>
                  </a:lnTo>
                  <a:lnTo>
                    <a:pt x="12877" y="173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7" name="Freeform 1346">
              <a:extLst>
                <a:ext uri="{FF2B5EF4-FFF2-40B4-BE49-F238E27FC236}">
                  <a16:creationId xmlns:a16="http://schemas.microsoft.com/office/drawing/2014/main" id="{D282701C-A2D8-45D0-C860-4C0D7D155012}"/>
                </a:ext>
              </a:extLst>
            </p:cNvPr>
            <p:cNvSpPr/>
            <p:nvPr/>
          </p:nvSpPr>
          <p:spPr>
            <a:xfrm>
              <a:off x="5306092" y="4732314"/>
              <a:ext cx="12876" cy="16955"/>
            </a:xfrm>
            <a:custGeom>
              <a:avLst/>
              <a:gdLst>
                <a:gd name="csX0" fmla="*/ 0 w 12876"/>
                <a:gd name="csY0" fmla="*/ 0 h 16955"/>
                <a:gd name="csX1" fmla="*/ 0 w 12876"/>
                <a:gd name="csY1" fmla="*/ 16955 h 16955"/>
                <a:gd name="csX2" fmla="*/ 12877 w 12876"/>
                <a:gd name="csY2" fmla="*/ 16955 h 16955"/>
                <a:gd name="csX3" fmla="*/ 12877 w 12876"/>
                <a:gd name="csY3" fmla="*/ 0 h 16955"/>
                <a:gd name="csX4" fmla="*/ 0 w 12876"/>
                <a:gd name="csY4" fmla="*/ 0 h 16955"/>
                <a:gd name="csX5" fmla="*/ 0 w 12876"/>
                <a:gd name="csY5" fmla="*/ 0 h 16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6955">
                  <a:moveTo>
                    <a:pt x="0" y="0"/>
                  </a:moveTo>
                  <a:lnTo>
                    <a:pt x="0" y="16955"/>
                  </a:lnTo>
                  <a:lnTo>
                    <a:pt x="12877" y="169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8" name="Freeform 1347">
              <a:extLst>
                <a:ext uri="{FF2B5EF4-FFF2-40B4-BE49-F238E27FC236}">
                  <a16:creationId xmlns:a16="http://schemas.microsoft.com/office/drawing/2014/main" id="{E66E2D54-42B1-27F0-25A9-7E970791D5A0}"/>
                </a:ext>
              </a:extLst>
            </p:cNvPr>
            <p:cNvSpPr/>
            <p:nvPr/>
          </p:nvSpPr>
          <p:spPr>
            <a:xfrm>
              <a:off x="5306092" y="4732314"/>
              <a:ext cx="12876" cy="16955"/>
            </a:xfrm>
            <a:custGeom>
              <a:avLst/>
              <a:gdLst>
                <a:gd name="csX0" fmla="*/ 0 w 12876"/>
                <a:gd name="csY0" fmla="*/ 0 h 16955"/>
                <a:gd name="csX1" fmla="*/ 0 w 12876"/>
                <a:gd name="csY1" fmla="*/ 16955 h 16955"/>
                <a:gd name="csX2" fmla="*/ 12877 w 12876"/>
                <a:gd name="csY2" fmla="*/ 16955 h 16955"/>
                <a:gd name="csX3" fmla="*/ 12877 w 12876"/>
                <a:gd name="csY3" fmla="*/ 0 h 16955"/>
                <a:gd name="csX4" fmla="*/ 0 w 12876"/>
                <a:gd name="csY4" fmla="*/ 0 h 16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6955">
                  <a:moveTo>
                    <a:pt x="0" y="0"/>
                  </a:moveTo>
                  <a:lnTo>
                    <a:pt x="0" y="16955"/>
                  </a:lnTo>
                  <a:lnTo>
                    <a:pt x="12877" y="169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9" name="Freeform 1348">
              <a:extLst>
                <a:ext uri="{FF2B5EF4-FFF2-40B4-BE49-F238E27FC236}">
                  <a16:creationId xmlns:a16="http://schemas.microsoft.com/office/drawing/2014/main" id="{0C01C5A0-EACD-068C-7045-987674175370}"/>
                </a:ext>
              </a:extLst>
            </p:cNvPr>
            <p:cNvSpPr/>
            <p:nvPr/>
          </p:nvSpPr>
          <p:spPr>
            <a:xfrm>
              <a:off x="5318969" y="4730544"/>
              <a:ext cx="12876" cy="18725"/>
            </a:xfrm>
            <a:custGeom>
              <a:avLst/>
              <a:gdLst>
                <a:gd name="csX0" fmla="*/ 0 w 12876"/>
                <a:gd name="csY0" fmla="*/ 0 h 18725"/>
                <a:gd name="csX1" fmla="*/ 0 w 12876"/>
                <a:gd name="csY1" fmla="*/ 18725 h 18725"/>
                <a:gd name="csX2" fmla="*/ 12877 w 12876"/>
                <a:gd name="csY2" fmla="*/ 18725 h 18725"/>
                <a:gd name="csX3" fmla="*/ 12877 w 12876"/>
                <a:gd name="csY3" fmla="*/ 0 h 18725"/>
                <a:gd name="csX4" fmla="*/ 0 w 12876"/>
                <a:gd name="csY4" fmla="*/ 0 h 18725"/>
                <a:gd name="csX5" fmla="*/ 0 w 12876"/>
                <a:gd name="csY5" fmla="*/ 0 h 18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725">
                  <a:moveTo>
                    <a:pt x="0" y="0"/>
                  </a:moveTo>
                  <a:lnTo>
                    <a:pt x="0" y="18725"/>
                  </a:lnTo>
                  <a:lnTo>
                    <a:pt x="12877" y="187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0" name="Freeform 1349">
              <a:extLst>
                <a:ext uri="{FF2B5EF4-FFF2-40B4-BE49-F238E27FC236}">
                  <a16:creationId xmlns:a16="http://schemas.microsoft.com/office/drawing/2014/main" id="{FC38908C-2E76-4457-F0FD-C951BC0B7A4F}"/>
                </a:ext>
              </a:extLst>
            </p:cNvPr>
            <p:cNvSpPr/>
            <p:nvPr/>
          </p:nvSpPr>
          <p:spPr>
            <a:xfrm>
              <a:off x="5318969" y="4730544"/>
              <a:ext cx="12876" cy="18725"/>
            </a:xfrm>
            <a:custGeom>
              <a:avLst/>
              <a:gdLst>
                <a:gd name="csX0" fmla="*/ 0 w 12876"/>
                <a:gd name="csY0" fmla="*/ 0 h 18725"/>
                <a:gd name="csX1" fmla="*/ 0 w 12876"/>
                <a:gd name="csY1" fmla="*/ 18725 h 18725"/>
                <a:gd name="csX2" fmla="*/ 12877 w 12876"/>
                <a:gd name="csY2" fmla="*/ 18725 h 18725"/>
                <a:gd name="csX3" fmla="*/ 12877 w 12876"/>
                <a:gd name="csY3" fmla="*/ 0 h 18725"/>
                <a:gd name="csX4" fmla="*/ 0 w 12876"/>
                <a:gd name="csY4" fmla="*/ 0 h 18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725">
                  <a:moveTo>
                    <a:pt x="0" y="0"/>
                  </a:moveTo>
                  <a:lnTo>
                    <a:pt x="0" y="18725"/>
                  </a:lnTo>
                  <a:lnTo>
                    <a:pt x="12877" y="187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1" name="Freeform 1350">
              <a:extLst>
                <a:ext uri="{FF2B5EF4-FFF2-40B4-BE49-F238E27FC236}">
                  <a16:creationId xmlns:a16="http://schemas.microsoft.com/office/drawing/2014/main" id="{3B1626CD-2BD6-783D-B6DA-D3293D867F4C}"/>
                </a:ext>
              </a:extLst>
            </p:cNvPr>
            <p:cNvSpPr/>
            <p:nvPr/>
          </p:nvSpPr>
          <p:spPr>
            <a:xfrm>
              <a:off x="5331846" y="4728712"/>
              <a:ext cx="12876" cy="20557"/>
            </a:xfrm>
            <a:custGeom>
              <a:avLst/>
              <a:gdLst>
                <a:gd name="csX0" fmla="*/ 0 w 12876"/>
                <a:gd name="csY0" fmla="*/ 0 h 20557"/>
                <a:gd name="csX1" fmla="*/ 0 w 12876"/>
                <a:gd name="csY1" fmla="*/ 20557 h 20557"/>
                <a:gd name="csX2" fmla="*/ 12877 w 12876"/>
                <a:gd name="csY2" fmla="*/ 20557 h 20557"/>
                <a:gd name="csX3" fmla="*/ 12877 w 12876"/>
                <a:gd name="csY3" fmla="*/ 0 h 20557"/>
                <a:gd name="csX4" fmla="*/ 0 w 12876"/>
                <a:gd name="csY4" fmla="*/ 0 h 20557"/>
                <a:gd name="csX5" fmla="*/ 0 w 12876"/>
                <a:gd name="csY5" fmla="*/ 0 h 20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0557">
                  <a:moveTo>
                    <a:pt x="0" y="0"/>
                  </a:moveTo>
                  <a:lnTo>
                    <a:pt x="0" y="20557"/>
                  </a:lnTo>
                  <a:lnTo>
                    <a:pt x="12877" y="2055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2" name="Freeform 1351">
              <a:extLst>
                <a:ext uri="{FF2B5EF4-FFF2-40B4-BE49-F238E27FC236}">
                  <a16:creationId xmlns:a16="http://schemas.microsoft.com/office/drawing/2014/main" id="{5D1FFCFB-F467-601D-DD40-A8C009D9A73E}"/>
                </a:ext>
              </a:extLst>
            </p:cNvPr>
            <p:cNvSpPr/>
            <p:nvPr/>
          </p:nvSpPr>
          <p:spPr>
            <a:xfrm>
              <a:off x="5331846" y="4728712"/>
              <a:ext cx="12876" cy="20557"/>
            </a:xfrm>
            <a:custGeom>
              <a:avLst/>
              <a:gdLst>
                <a:gd name="csX0" fmla="*/ 0 w 12876"/>
                <a:gd name="csY0" fmla="*/ 0 h 20557"/>
                <a:gd name="csX1" fmla="*/ 0 w 12876"/>
                <a:gd name="csY1" fmla="*/ 20557 h 20557"/>
                <a:gd name="csX2" fmla="*/ 12877 w 12876"/>
                <a:gd name="csY2" fmla="*/ 20557 h 20557"/>
                <a:gd name="csX3" fmla="*/ 12877 w 12876"/>
                <a:gd name="csY3" fmla="*/ 0 h 20557"/>
                <a:gd name="csX4" fmla="*/ 0 w 12876"/>
                <a:gd name="csY4" fmla="*/ 0 h 20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0557">
                  <a:moveTo>
                    <a:pt x="0" y="0"/>
                  </a:moveTo>
                  <a:lnTo>
                    <a:pt x="0" y="20557"/>
                  </a:lnTo>
                  <a:lnTo>
                    <a:pt x="12877" y="2055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3" name="Freeform 1352">
              <a:extLst>
                <a:ext uri="{FF2B5EF4-FFF2-40B4-BE49-F238E27FC236}">
                  <a16:creationId xmlns:a16="http://schemas.microsoft.com/office/drawing/2014/main" id="{DBCCA3E3-76EB-597F-C2B9-B5D9622FCBE1}"/>
                </a:ext>
              </a:extLst>
            </p:cNvPr>
            <p:cNvSpPr/>
            <p:nvPr/>
          </p:nvSpPr>
          <p:spPr>
            <a:xfrm>
              <a:off x="5344723" y="4722087"/>
              <a:ext cx="12866" cy="27182"/>
            </a:xfrm>
            <a:custGeom>
              <a:avLst/>
              <a:gdLst>
                <a:gd name="csX0" fmla="*/ 0 w 12866"/>
                <a:gd name="csY0" fmla="*/ 0 h 27182"/>
                <a:gd name="csX1" fmla="*/ 0 w 12866"/>
                <a:gd name="csY1" fmla="*/ 27182 h 27182"/>
                <a:gd name="csX2" fmla="*/ 12866 w 12866"/>
                <a:gd name="csY2" fmla="*/ 27182 h 27182"/>
                <a:gd name="csX3" fmla="*/ 12866 w 12866"/>
                <a:gd name="csY3" fmla="*/ 0 h 27182"/>
                <a:gd name="csX4" fmla="*/ 0 w 12866"/>
                <a:gd name="csY4" fmla="*/ 0 h 27182"/>
                <a:gd name="csX5" fmla="*/ 0 w 12866"/>
                <a:gd name="csY5" fmla="*/ 0 h 27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7182">
                  <a:moveTo>
                    <a:pt x="0" y="0"/>
                  </a:moveTo>
                  <a:lnTo>
                    <a:pt x="0" y="27182"/>
                  </a:lnTo>
                  <a:lnTo>
                    <a:pt x="12866" y="27182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4" name="Freeform 1353">
              <a:extLst>
                <a:ext uri="{FF2B5EF4-FFF2-40B4-BE49-F238E27FC236}">
                  <a16:creationId xmlns:a16="http://schemas.microsoft.com/office/drawing/2014/main" id="{307754B6-9385-5A30-783B-57D2E8560375}"/>
                </a:ext>
              </a:extLst>
            </p:cNvPr>
            <p:cNvSpPr/>
            <p:nvPr/>
          </p:nvSpPr>
          <p:spPr>
            <a:xfrm>
              <a:off x="5344723" y="4722087"/>
              <a:ext cx="12866" cy="27182"/>
            </a:xfrm>
            <a:custGeom>
              <a:avLst/>
              <a:gdLst>
                <a:gd name="csX0" fmla="*/ 0 w 12866"/>
                <a:gd name="csY0" fmla="*/ 0 h 27182"/>
                <a:gd name="csX1" fmla="*/ 0 w 12866"/>
                <a:gd name="csY1" fmla="*/ 27182 h 27182"/>
                <a:gd name="csX2" fmla="*/ 12866 w 12866"/>
                <a:gd name="csY2" fmla="*/ 27182 h 27182"/>
                <a:gd name="csX3" fmla="*/ 12866 w 12866"/>
                <a:gd name="csY3" fmla="*/ 0 h 27182"/>
                <a:gd name="csX4" fmla="*/ 0 w 12866"/>
                <a:gd name="csY4" fmla="*/ 0 h 27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7182">
                  <a:moveTo>
                    <a:pt x="0" y="0"/>
                  </a:moveTo>
                  <a:lnTo>
                    <a:pt x="0" y="27182"/>
                  </a:lnTo>
                  <a:lnTo>
                    <a:pt x="12866" y="27182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5" name="Freeform 1354">
              <a:extLst>
                <a:ext uri="{FF2B5EF4-FFF2-40B4-BE49-F238E27FC236}">
                  <a16:creationId xmlns:a16="http://schemas.microsoft.com/office/drawing/2014/main" id="{8D996E2E-CFD1-D0A1-8911-5396907209B2}"/>
                </a:ext>
              </a:extLst>
            </p:cNvPr>
            <p:cNvSpPr/>
            <p:nvPr/>
          </p:nvSpPr>
          <p:spPr>
            <a:xfrm>
              <a:off x="5357589" y="4714344"/>
              <a:ext cx="12876" cy="34924"/>
            </a:xfrm>
            <a:custGeom>
              <a:avLst/>
              <a:gdLst>
                <a:gd name="csX0" fmla="*/ 0 w 12876"/>
                <a:gd name="csY0" fmla="*/ 0 h 34924"/>
                <a:gd name="csX1" fmla="*/ 0 w 12876"/>
                <a:gd name="csY1" fmla="*/ 34925 h 34924"/>
                <a:gd name="csX2" fmla="*/ 12877 w 12876"/>
                <a:gd name="csY2" fmla="*/ 34925 h 34924"/>
                <a:gd name="csX3" fmla="*/ 12877 w 12876"/>
                <a:gd name="csY3" fmla="*/ 0 h 34924"/>
                <a:gd name="csX4" fmla="*/ 0 w 12876"/>
                <a:gd name="csY4" fmla="*/ 0 h 34924"/>
                <a:gd name="csX5" fmla="*/ 0 w 12876"/>
                <a:gd name="csY5" fmla="*/ 0 h 34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4924">
                  <a:moveTo>
                    <a:pt x="0" y="0"/>
                  </a:moveTo>
                  <a:lnTo>
                    <a:pt x="0" y="34925"/>
                  </a:lnTo>
                  <a:lnTo>
                    <a:pt x="12877" y="349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6" name="Freeform 1355">
              <a:extLst>
                <a:ext uri="{FF2B5EF4-FFF2-40B4-BE49-F238E27FC236}">
                  <a16:creationId xmlns:a16="http://schemas.microsoft.com/office/drawing/2014/main" id="{C898EB3B-D0B1-2F2D-EABA-4DBA90CEE1C5}"/>
                </a:ext>
              </a:extLst>
            </p:cNvPr>
            <p:cNvSpPr/>
            <p:nvPr/>
          </p:nvSpPr>
          <p:spPr>
            <a:xfrm>
              <a:off x="5357589" y="4714344"/>
              <a:ext cx="12876" cy="34924"/>
            </a:xfrm>
            <a:custGeom>
              <a:avLst/>
              <a:gdLst>
                <a:gd name="csX0" fmla="*/ 0 w 12876"/>
                <a:gd name="csY0" fmla="*/ 0 h 34924"/>
                <a:gd name="csX1" fmla="*/ 0 w 12876"/>
                <a:gd name="csY1" fmla="*/ 34925 h 34924"/>
                <a:gd name="csX2" fmla="*/ 12877 w 12876"/>
                <a:gd name="csY2" fmla="*/ 34925 h 34924"/>
                <a:gd name="csX3" fmla="*/ 12877 w 12876"/>
                <a:gd name="csY3" fmla="*/ 0 h 34924"/>
                <a:gd name="csX4" fmla="*/ 0 w 12876"/>
                <a:gd name="csY4" fmla="*/ 0 h 34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4924">
                  <a:moveTo>
                    <a:pt x="0" y="0"/>
                  </a:moveTo>
                  <a:lnTo>
                    <a:pt x="0" y="34925"/>
                  </a:lnTo>
                  <a:lnTo>
                    <a:pt x="12877" y="349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7" name="Freeform 1356">
              <a:extLst>
                <a:ext uri="{FF2B5EF4-FFF2-40B4-BE49-F238E27FC236}">
                  <a16:creationId xmlns:a16="http://schemas.microsoft.com/office/drawing/2014/main" id="{C17614B5-FB8A-71F6-A5D3-F877593EBE76}"/>
                </a:ext>
              </a:extLst>
            </p:cNvPr>
            <p:cNvSpPr/>
            <p:nvPr/>
          </p:nvSpPr>
          <p:spPr>
            <a:xfrm>
              <a:off x="5370466" y="4706778"/>
              <a:ext cx="12876" cy="42491"/>
            </a:xfrm>
            <a:custGeom>
              <a:avLst/>
              <a:gdLst>
                <a:gd name="csX0" fmla="*/ 0 w 12876"/>
                <a:gd name="csY0" fmla="*/ 0 h 42491"/>
                <a:gd name="csX1" fmla="*/ 0 w 12876"/>
                <a:gd name="csY1" fmla="*/ 42491 h 42491"/>
                <a:gd name="csX2" fmla="*/ 12877 w 12876"/>
                <a:gd name="csY2" fmla="*/ 42491 h 42491"/>
                <a:gd name="csX3" fmla="*/ 12877 w 12876"/>
                <a:gd name="csY3" fmla="*/ 0 h 42491"/>
                <a:gd name="csX4" fmla="*/ 0 w 12876"/>
                <a:gd name="csY4" fmla="*/ 0 h 42491"/>
                <a:gd name="csX5" fmla="*/ 0 w 12876"/>
                <a:gd name="csY5" fmla="*/ 0 h 42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2491">
                  <a:moveTo>
                    <a:pt x="0" y="0"/>
                  </a:moveTo>
                  <a:lnTo>
                    <a:pt x="0" y="42491"/>
                  </a:lnTo>
                  <a:lnTo>
                    <a:pt x="12877" y="4249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8" name="Freeform 1357">
              <a:extLst>
                <a:ext uri="{FF2B5EF4-FFF2-40B4-BE49-F238E27FC236}">
                  <a16:creationId xmlns:a16="http://schemas.microsoft.com/office/drawing/2014/main" id="{97496F00-4D3B-1CC2-E611-58B6F7F3E558}"/>
                </a:ext>
              </a:extLst>
            </p:cNvPr>
            <p:cNvSpPr/>
            <p:nvPr/>
          </p:nvSpPr>
          <p:spPr>
            <a:xfrm>
              <a:off x="5370466" y="4706778"/>
              <a:ext cx="12876" cy="42491"/>
            </a:xfrm>
            <a:custGeom>
              <a:avLst/>
              <a:gdLst>
                <a:gd name="csX0" fmla="*/ 0 w 12876"/>
                <a:gd name="csY0" fmla="*/ 0 h 42491"/>
                <a:gd name="csX1" fmla="*/ 0 w 12876"/>
                <a:gd name="csY1" fmla="*/ 42491 h 42491"/>
                <a:gd name="csX2" fmla="*/ 12877 w 12876"/>
                <a:gd name="csY2" fmla="*/ 42491 h 42491"/>
                <a:gd name="csX3" fmla="*/ 12877 w 12876"/>
                <a:gd name="csY3" fmla="*/ 0 h 42491"/>
                <a:gd name="csX4" fmla="*/ 0 w 12876"/>
                <a:gd name="csY4" fmla="*/ 0 h 42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2491">
                  <a:moveTo>
                    <a:pt x="0" y="0"/>
                  </a:moveTo>
                  <a:lnTo>
                    <a:pt x="0" y="42491"/>
                  </a:lnTo>
                  <a:lnTo>
                    <a:pt x="12877" y="4249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9" name="Freeform 1358">
              <a:extLst>
                <a:ext uri="{FF2B5EF4-FFF2-40B4-BE49-F238E27FC236}">
                  <a16:creationId xmlns:a16="http://schemas.microsoft.com/office/drawing/2014/main" id="{7249A6E1-F137-6ABE-8DDB-82AA990C9A66}"/>
                </a:ext>
              </a:extLst>
            </p:cNvPr>
            <p:cNvSpPr/>
            <p:nvPr/>
          </p:nvSpPr>
          <p:spPr>
            <a:xfrm>
              <a:off x="5383343" y="4696551"/>
              <a:ext cx="12876" cy="52718"/>
            </a:xfrm>
            <a:custGeom>
              <a:avLst/>
              <a:gdLst>
                <a:gd name="csX0" fmla="*/ 0 w 12876"/>
                <a:gd name="csY0" fmla="*/ 0 h 52718"/>
                <a:gd name="csX1" fmla="*/ 0 w 12876"/>
                <a:gd name="csY1" fmla="*/ 52718 h 52718"/>
                <a:gd name="csX2" fmla="*/ 12877 w 12876"/>
                <a:gd name="csY2" fmla="*/ 52718 h 52718"/>
                <a:gd name="csX3" fmla="*/ 12877 w 12876"/>
                <a:gd name="csY3" fmla="*/ 0 h 52718"/>
                <a:gd name="csX4" fmla="*/ 0 w 12876"/>
                <a:gd name="csY4" fmla="*/ 0 h 52718"/>
                <a:gd name="csX5" fmla="*/ 0 w 12876"/>
                <a:gd name="csY5" fmla="*/ 0 h 52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2718">
                  <a:moveTo>
                    <a:pt x="0" y="0"/>
                  </a:moveTo>
                  <a:lnTo>
                    <a:pt x="0" y="52718"/>
                  </a:lnTo>
                  <a:lnTo>
                    <a:pt x="12877" y="5271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0" name="Freeform 1359">
              <a:extLst>
                <a:ext uri="{FF2B5EF4-FFF2-40B4-BE49-F238E27FC236}">
                  <a16:creationId xmlns:a16="http://schemas.microsoft.com/office/drawing/2014/main" id="{1C177C17-76BD-A837-11E3-D2CB1552B4F7}"/>
                </a:ext>
              </a:extLst>
            </p:cNvPr>
            <p:cNvSpPr/>
            <p:nvPr/>
          </p:nvSpPr>
          <p:spPr>
            <a:xfrm>
              <a:off x="5383343" y="4696551"/>
              <a:ext cx="12876" cy="52718"/>
            </a:xfrm>
            <a:custGeom>
              <a:avLst/>
              <a:gdLst>
                <a:gd name="csX0" fmla="*/ 0 w 12876"/>
                <a:gd name="csY0" fmla="*/ 0 h 52718"/>
                <a:gd name="csX1" fmla="*/ 0 w 12876"/>
                <a:gd name="csY1" fmla="*/ 52718 h 52718"/>
                <a:gd name="csX2" fmla="*/ 12877 w 12876"/>
                <a:gd name="csY2" fmla="*/ 52718 h 52718"/>
                <a:gd name="csX3" fmla="*/ 12877 w 12876"/>
                <a:gd name="csY3" fmla="*/ 0 h 52718"/>
                <a:gd name="csX4" fmla="*/ 0 w 12876"/>
                <a:gd name="csY4" fmla="*/ 0 h 52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2718">
                  <a:moveTo>
                    <a:pt x="0" y="0"/>
                  </a:moveTo>
                  <a:lnTo>
                    <a:pt x="0" y="52718"/>
                  </a:lnTo>
                  <a:lnTo>
                    <a:pt x="12877" y="5271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1" name="Freeform 1360">
              <a:extLst>
                <a:ext uri="{FF2B5EF4-FFF2-40B4-BE49-F238E27FC236}">
                  <a16:creationId xmlns:a16="http://schemas.microsoft.com/office/drawing/2014/main" id="{682295D5-2174-B674-71D1-78773AE88CD3}"/>
                </a:ext>
              </a:extLst>
            </p:cNvPr>
            <p:cNvSpPr/>
            <p:nvPr/>
          </p:nvSpPr>
          <p:spPr>
            <a:xfrm>
              <a:off x="5396220" y="4682670"/>
              <a:ext cx="12866" cy="66599"/>
            </a:xfrm>
            <a:custGeom>
              <a:avLst/>
              <a:gdLst>
                <a:gd name="csX0" fmla="*/ 0 w 12866"/>
                <a:gd name="csY0" fmla="*/ 0 h 66599"/>
                <a:gd name="csX1" fmla="*/ 0 w 12866"/>
                <a:gd name="csY1" fmla="*/ 66599 h 66599"/>
                <a:gd name="csX2" fmla="*/ 12866 w 12866"/>
                <a:gd name="csY2" fmla="*/ 66599 h 66599"/>
                <a:gd name="csX3" fmla="*/ 12866 w 12866"/>
                <a:gd name="csY3" fmla="*/ 0 h 66599"/>
                <a:gd name="csX4" fmla="*/ 0 w 12866"/>
                <a:gd name="csY4" fmla="*/ 0 h 66599"/>
                <a:gd name="csX5" fmla="*/ 0 w 12866"/>
                <a:gd name="csY5" fmla="*/ 0 h 66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66599">
                  <a:moveTo>
                    <a:pt x="0" y="0"/>
                  </a:moveTo>
                  <a:lnTo>
                    <a:pt x="0" y="66599"/>
                  </a:lnTo>
                  <a:lnTo>
                    <a:pt x="12866" y="66599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2" name="Freeform 1361">
              <a:extLst>
                <a:ext uri="{FF2B5EF4-FFF2-40B4-BE49-F238E27FC236}">
                  <a16:creationId xmlns:a16="http://schemas.microsoft.com/office/drawing/2014/main" id="{97A07D0F-2D32-6A3E-B23C-CE3646C0C3D7}"/>
                </a:ext>
              </a:extLst>
            </p:cNvPr>
            <p:cNvSpPr/>
            <p:nvPr/>
          </p:nvSpPr>
          <p:spPr>
            <a:xfrm>
              <a:off x="5396220" y="4682670"/>
              <a:ext cx="12866" cy="66599"/>
            </a:xfrm>
            <a:custGeom>
              <a:avLst/>
              <a:gdLst>
                <a:gd name="csX0" fmla="*/ 0 w 12866"/>
                <a:gd name="csY0" fmla="*/ 0 h 66599"/>
                <a:gd name="csX1" fmla="*/ 0 w 12866"/>
                <a:gd name="csY1" fmla="*/ 66599 h 66599"/>
                <a:gd name="csX2" fmla="*/ 12866 w 12866"/>
                <a:gd name="csY2" fmla="*/ 66599 h 66599"/>
                <a:gd name="csX3" fmla="*/ 12866 w 12866"/>
                <a:gd name="csY3" fmla="*/ 0 h 66599"/>
                <a:gd name="csX4" fmla="*/ 0 w 12866"/>
                <a:gd name="csY4" fmla="*/ 0 h 66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66599">
                  <a:moveTo>
                    <a:pt x="0" y="0"/>
                  </a:moveTo>
                  <a:lnTo>
                    <a:pt x="0" y="66599"/>
                  </a:lnTo>
                  <a:lnTo>
                    <a:pt x="12866" y="66599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3" name="Freeform 1362">
              <a:extLst>
                <a:ext uri="{FF2B5EF4-FFF2-40B4-BE49-F238E27FC236}">
                  <a16:creationId xmlns:a16="http://schemas.microsoft.com/office/drawing/2014/main" id="{A3AC2196-A162-640E-A10C-3D0C1918C5D5}"/>
                </a:ext>
              </a:extLst>
            </p:cNvPr>
            <p:cNvSpPr/>
            <p:nvPr/>
          </p:nvSpPr>
          <p:spPr>
            <a:xfrm>
              <a:off x="5409086" y="4665673"/>
              <a:ext cx="12876" cy="83595"/>
            </a:xfrm>
            <a:custGeom>
              <a:avLst/>
              <a:gdLst>
                <a:gd name="csX0" fmla="*/ 0 w 12876"/>
                <a:gd name="csY0" fmla="*/ 0 h 83595"/>
                <a:gd name="csX1" fmla="*/ 0 w 12876"/>
                <a:gd name="csY1" fmla="*/ 83596 h 83595"/>
                <a:gd name="csX2" fmla="*/ 12877 w 12876"/>
                <a:gd name="csY2" fmla="*/ 83596 h 83595"/>
                <a:gd name="csX3" fmla="*/ 12877 w 12876"/>
                <a:gd name="csY3" fmla="*/ 0 h 83595"/>
                <a:gd name="csX4" fmla="*/ 0 w 12876"/>
                <a:gd name="csY4" fmla="*/ 0 h 83595"/>
                <a:gd name="csX5" fmla="*/ 0 w 12876"/>
                <a:gd name="csY5" fmla="*/ 0 h 83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3595">
                  <a:moveTo>
                    <a:pt x="0" y="0"/>
                  </a:moveTo>
                  <a:lnTo>
                    <a:pt x="0" y="83596"/>
                  </a:lnTo>
                  <a:lnTo>
                    <a:pt x="12877" y="8359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4" name="Freeform 1363">
              <a:extLst>
                <a:ext uri="{FF2B5EF4-FFF2-40B4-BE49-F238E27FC236}">
                  <a16:creationId xmlns:a16="http://schemas.microsoft.com/office/drawing/2014/main" id="{E4731223-FC04-BB99-F92C-C7504531D8C4}"/>
                </a:ext>
              </a:extLst>
            </p:cNvPr>
            <p:cNvSpPr/>
            <p:nvPr/>
          </p:nvSpPr>
          <p:spPr>
            <a:xfrm>
              <a:off x="5409086" y="4665673"/>
              <a:ext cx="12876" cy="83595"/>
            </a:xfrm>
            <a:custGeom>
              <a:avLst/>
              <a:gdLst>
                <a:gd name="csX0" fmla="*/ 0 w 12876"/>
                <a:gd name="csY0" fmla="*/ 0 h 83595"/>
                <a:gd name="csX1" fmla="*/ 0 w 12876"/>
                <a:gd name="csY1" fmla="*/ 83596 h 83595"/>
                <a:gd name="csX2" fmla="*/ 12877 w 12876"/>
                <a:gd name="csY2" fmla="*/ 83596 h 83595"/>
                <a:gd name="csX3" fmla="*/ 12877 w 12876"/>
                <a:gd name="csY3" fmla="*/ 0 h 83595"/>
                <a:gd name="csX4" fmla="*/ 0 w 12876"/>
                <a:gd name="csY4" fmla="*/ 0 h 83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3595">
                  <a:moveTo>
                    <a:pt x="0" y="0"/>
                  </a:moveTo>
                  <a:lnTo>
                    <a:pt x="0" y="83596"/>
                  </a:lnTo>
                  <a:lnTo>
                    <a:pt x="12877" y="8359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5" name="Freeform 1364">
              <a:extLst>
                <a:ext uri="{FF2B5EF4-FFF2-40B4-BE49-F238E27FC236}">
                  <a16:creationId xmlns:a16="http://schemas.microsoft.com/office/drawing/2014/main" id="{AB898858-BAB5-E448-D1F2-8793C2030E2E}"/>
                </a:ext>
              </a:extLst>
            </p:cNvPr>
            <p:cNvSpPr/>
            <p:nvPr/>
          </p:nvSpPr>
          <p:spPr>
            <a:xfrm>
              <a:off x="5421963" y="4646720"/>
              <a:ext cx="12876" cy="102548"/>
            </a:xfrm>
            <a:custGeom>
              <a:avLst/>
              <a:gdLst>
                <a:gd name="csX0" fmla="*/ 0 w 12876"/>
                <a:gd name="csY0" fmla="*/ 0 h 102548"/>
                <a:gd name="csX1" fmla="*/ 0 w 12876"/>
                <a:gd name="csY1" fmla="*/ 102549 h 102548"/>
                <a:gd name="csX2" fmla="*/ 12877 w 12876"/>
                <a:gd name="csY2" fmla="*/ 102549 h 102548"/>
                <a:gd name="csX3" fmla="*/ 12877 w 12876"/>
                <a:gd name="csY3" fmla="*/ 0 h 102548"/>
                <a:gd name="csX4" fmla="*/ 0 w 12876"/>
                <a:gd name="csY4" fmla="*/ 0 h 102548"/>
                <a:gd name="csX5" fmla="*/ 0 w 12876"/>
                <a:gd name="csY5" fmla="*/ 0 h 102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2548">
                  <a:moveTo>
                    <a:pt x="0" y="0"/>
                  </a:moveTo>
                  <a:lnTo>
                    <a:pt x="0" y="102549"/>
                  </a:lnTo>
                  <a:lnTo>
                    <a:pt x="12877" y="1025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6" name="Freeform 1365">
              <a:extLst>
                <a:ext uri="{FF2B5EF4-FFF2-40B4-BE49-F238E27FC236}">
                  <a16:creationId xmlns:a16="http://schemas.microsoft.com/office/drawing/2014/main" id="{9761C03B-0CF8-A4DF-9D07-41C7DE4752ED}"/>
                </a:ext>
              </a:extLst>
            </p:cNvPr>
            <p:cNvSpPr/>
            <p:nvPr/>
          </p:nvSpPr>
          <p:spPr>
            <a:xfrm>
              <a:off x="5421963" y="4646720"/>
              <a:ext cx="12876" cy="102548"/>
            </a:xfrm>
            <a:custGeom>
              <a:avLst/>
              <a:gdLst>
                <a:gd name="csX0" fmla="*/ 0 w 12876"/>
                <a:gd name="csY0" fmla="*/ 0 h 102548"/>
                <a:gd name="csX1" fmla="*/ 0 w 12876"/>
                <a:gd name="csY1" fmla="*/ 102549 h 102548"/>
                <a:gd name="csX2" fmla="*/ 12877 w 12876"/>
                <a:gd name="csY2" fmla="*/ 102549 h 102548"/>
                <a:gd name="csX3" fmla="*/ 12877 w 12876"/>
                <a:gd name="csY3" fmla="*/ 0 h 102548"/>
                <a:gd name="csX4" fmla="*/ 0 w 12876"/>
                <a:gd name="csY4" fmla="*/ 0 h 102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2548">
                  <a:moveTo>
                    <a:pt x="0" y="0"/>
                  </a:moveTo>
                  <a:lnTo>
                    <a:pt x="0" y="102549"/>
                  </a:lnTo>
                  <a:lnTo>
                    <a:pt x="12877" y="1025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7" name="Freeform 1366">
              <a:extLst>
                <a:ext uri="{FF2B5EF4-FFF2-40B4-BE49-F238E27FC236}">
                  <a16:creationId xmlns:a16="http://schemas.microsoft.com/office/drawing/2014/main" id="{9F4D59C6-F48D-C543-4EF2-CB3C483EC56F}"/>
                </a:ext>
              </a:extLst>
            </p:cNvPr>
            <p:cNvSpPr/>
            <p:nvPr/>
          </p:nvSpPr>
          <p:spPr>
            <a:xfrm>
              <a:off x="5434840" y="4615222"/>
              <a:ext cx="12876" cy="134047"/>
            </a:xfrm>
            <a:custGeom>
              <a:avLst/>
              <a:gdLst>
                <a:gd name="csX0" fmla="*/ 0 w 12876"/>
                <a:gd name="csY0" fmla="*/ 0 h 134047"/>
                <a:gd name="csX1" fmla="*/ 0 w 12876"/>
                <a:gd name="csY1" fmla="*/ 134047 h 134047"/>
                <a:gd name="csX2" fmla="*/ 12877 w 12876"/>
                <a:gd name="csY2" fmla="*/ 134047 h 134047"/>
                <a:gd name="csX3" fmla="*/ 12877 w 12876"/>
                <a:gd name="csY3" fmla="*/ 0 h 134047"/>
                <a:gd name="csX4" fmla="*/ 0 w 12876"/>
                <a:gd name="csY4" fmla="*/ 0 h 134047"/>
                <a:gd name="csX5" fmla="*/ 0 w 12876"/>
                <a:gd name="csY5" fmla="*/ 0 h 134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4047">
                  <a:moveTo>
                    <a:pt x="0" y="0"/>
                  </a:moveTo>
                  <a:lnTo>
                    <a:pt x="0" y="134047"/>
                  </a:lnTo>
                  <a:lnTo>
                    <a:pt x="12877" y="1340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8" name="Freeform 1367">
              <a:extLst>
                <a:ext uri="{FF2B5EF4-FFF2-40B4-BE49-F238E27FC236}">
                  <a16:creationId xmlns:a16="http://schemas.microsoft.com/office/drawing/2014/main" id="{0581AA87-2F32-BF57-0A57-BCFC66E7A6F0}"/>
                </a:ext>
              </a:extLst>
            </p:cNvPr>
            <p:cNvSpPr/>
            <p:nvPr/>
          </p:nvSpPr>
          <p:spPr>
            <a:xfrm>
              <a:off x="5434840" y="4615222"/>
              <a:ext cx="12876" cy="134047"/>
            </a:xfrm>
            <a:custGeom>
              <a:avLst/>
              <a:gdLst>
                <a:gd name="csX0" fmla="*/ 0 w 12876"/>
                <a:gd name="csY0" fmla="*/ 0 h 134047"/>
                <a:gd name="csX1" fmla="*/ 0 w 12876"/>
                <a:gd name="csY1" fmla="*/ 134047 h 134047"/>
                <a:gd name="csX2" fmla="*/ 12877 w 12876"/>
                <a:gd name="csY2" fmla="*/ 134047 h 134047"/>
                <a:gd name="csX3" fmla="*/ 12877 w 12876"/>
                <a:gd name="csY3" fmla="*/ 0 h 134047"/>
                <a:gd name="csX4" fmla="*/ 0 w 12876"/>
                <a:gd name="csY4" fmla="*/ 0 h 134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4047">
                  <a:moveTo>
                    <a:pt x="0" y="0"/>
                  </a:moveTo>
                  <a:lnTo>
                    <a:pt x="0" y="134047"/>
                  </a:lnTo>
                  <a:lnTo>
                    <a:pt x="12877" y="1340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9" name="Freeform 1368">
              <a:extLst>
                <a:ext uri="{FF2B5EF4-FFF2-40B4-BE49-F238E27FC236}">
                  <a16:creationId xmlns:a16="http://schemas.microsoft.com/office/drawing/2014/main" id="{D0A7FFE5-1D25-B670-2D92-03F989E18609}"/>
                </a:ext>
              </a:extLst>
            </p:cNvPr>
            <p:cNvSpPr/>
            <p:nvPr/>
          </p:nvSpPr>
          <p:spPr>
            <a:xfrm>
              <a:off x="5447717" y="4589551"/>
              <a:ext cx="12876" cy="159718"/>
            </a:xfrm>
            <a:custGeom>
              <a:avLst/>
              <a:gdLst>
                <a:gd name="csX0" fmla="*/ 0 w 12876"/>
                <a:gd name="csY0" fmla="*/ 0 h 159718"/>
                <a:gd name="csX1" fmla="*/ 0 w 12876"/>
                <a:gd name="csY1" fmla="*/ 159718 h 159718"/>
                <a:gd name="csX2" fmla="*/ 12877 w 12876"/>
                <a:gd name="csY2" fmla="*/ 159718 h 159718"/>
                <a:gd name="csX3" fmla="*/ 12877 w 12876"/>
                <a:gd name="csY3" fmla="*/ 0 h 159718"/>
                <a:gd name="csX4" fmla="*/ 0 w 12876"/>
                <a:gd name="csY4" fmla="*/ 0 h 159718"/>
                <a:gd name="csX5" fmla="*/ 0 w 12876"/>
                <a:gd name="csY5" fmla="*/ 0 h 159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59718">
                  <a:moveTo>
                    <a:pt x="0" y="0"/>
                  </a:moveTo>
                  <a:lnTo>
                    <a:pt x="0" y="159718"/>
                  </a:lnTo>
                  <a:lnTo>
                    <a:pt x="12877" y="15971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0" name="Freeform 1369">
              <a:extLst>
                <a:ext uri="{FF2B5EF4-FFF2-40B4-BE49-F238E27FC236}">
                  <a16:creationId xmlns:a16="http://schemas.microsoft.com/office/drawing/2014/main" id="{A2320F43-65A8-50E3-0EB5-E7C8CFE50D23}"/>
                </a:ext>
              </a:extLst>
            </p:cNvPr>
            <p:cNvSpPr/>
            <p:nvPr/>
          </p:nvSpPr>
          <p:spPr>
            <a:xfrm>
              <a:off x="5447717" y="4589551"/>
              <a:ext cx="12876" cy="159718"/>
            </a:xfrm>
            <a:custGeom>
              <a:avLst/>
              <a:gdLst>
                <a:gd name="csX0" fmla="*/ 0 w 12876"/>
                <a:gd name="csY0" fmla="*/ 0 h 159718"/>
                <a:gd name="csX1" fmla="*/ 0 w 12876"/>
                <a:gd name="csY1" fmla="*/ 159718 h 159718"/>
                <a:gd name="csX2" fmla="*/ 12877 w 12876"/>
                <a:gd name="csY2" fmla="*/ 159718 h 159718"/>
                <a:gd name="csX3" fmla="*/ 12877 w 12876"/>
                <a:gd name="csY3" fmla="*/ 0 h 159718"/>
                <a:gd name="csX4" fmla="*/ 0 w 12876"/>
                <a:gd name="csY4" fmla="*/ 0 h 159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59718">
                  <a:moveTo>
                    <a:pt x="0" y="0"/>
                  </a:moveTo>
                  <a:lnTo>
                    <a:pt x="0" y="159718"/>
                  </a:lnTo>
                  <a:lnTo>
                    <a:pt x="12877" y="15971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1" name="Freeform 1370">
              <a:extLst>
                <a:ext uri="{FF2B5EF4-FFF2-40B4-BE49-F238E27FC236}">
                  <a16:creationId xmlns:a16="http://schemas.microsoft.com/office/drawing/2014/main" id="{B0915CD3-0156-D786-FE99-BBE5702C5CF7}"/>
                </a:ext>
              </a:extLst>
            </p:cNvPr>
            <p:cNvSpPr/>
            <p:nvPr/>
          </p:nvSpPr>
          <p:spPr>
            <a:xfrm>
              <a:off x="5460593" y="4549958"/>
              <a:ext cx="12866" cy="199311"/>
            </a:xfrm>
            <a:custGeom>
              <a:avLst/>
              <a:gdLst>
                <a:gd name="csX0" fmla="*/ 0 w 12866"/>
                <a:gd name="csY0" fmla="*/ 0 h 199311"/>
                <a:gd name="csX1" fmla="*/ 0 w 12866"/>
                <a:gd name="csY1" fmla="*/ 199311 h 199311"/>
                <a:gd name="csX2" fmla="*/ 12867 w 12866"/>
                <a:gd name="csY2" fmla="*/ 199311 h 199311"/>
                <a:gd name="csX3" fmla="*/ 12867 w 12866"/>
                <a:gd name="csY3" fmla="*/ 0 h 199311"/>
                <a:gd name="csX4" fmla="*/ 0 w 12866"/>
                <a:gd name="csY4" fmla="*/ 0 h 199311"/>
                <a:gd name="csX5" fmla="*/ 0 w 12866"/>
                <a:gd name="csY5" fmla="*/ 0 h 199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99311">
                  <a:moveTo>
                    <a:pt x="0" y="0"/>
                  </a:moveTo>
                  <a:lnTo>
                    <a:pt x="0" y="199311"/>
                  </a:lnTo>
                  <a:lnTo>
                    <a:pt x="12867" y="199311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2" name="Freeform 1371">
              <a:extLst>
                <a:ext uri="{FF2B5EF4-FFF2-40B4-BE49-F238E27FC236}">
                  <a16:creationId xmlns:a16="http://schemas.microsoft.com/office/drawing/2014/main" id="{B88AEE8A-B078-5303-39D2-12E8C6DBDFF7}"/>
                </a:ext>
              </a:extLst>
            </p:cNvPr>
            <p:cNvSpPr/>
            <p:nvPr/>
          </p:nvSpPr>
          <p:spPr>
            <a:xfrm>
              <a:off x="5460593" y="4549958"/>
              <a:ext cx="12866" cy="199311"/>
            </a:xfrm>
            <a:custGeom>
              <a:avLst/>
              <a:gdLst>
                <a:gd name="csX0" fmla="*/ 0 w 12866"/>
                <a:gd name="csY0" fmla="*/ 0 h 199311"/>
                <a:gd name="csX1" fmla="*/ 0 w 12866"/>
                <a:gd name="csY1" fmla="*/ 199311 h 199311"/>
                <a:gd name="csX2" fmla="*/ 12867 w 12866"/>
                <a:gd name="csY2" fmla="*/ 199311 h 199311"/>
                <a:gd name="csX3" fmla="*/ 12867 w 12866"/>
                <a:gd name="csY3" fmla="*/ 0 h 199311"/>
                <a:gd name="csX4" fmla="*/ 0 w 12866"/>
                <a:gd name="csY4" fmla="*/ 0 h 199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99311">
                  <a:moveTo>
                    <a:pt x="0" y="0"/>
                  </a:moveTo>
                  <a:lnTo>
                    <a:pt x="0" y="199311"/>
                  </a:lnTo>
                  <a:lnTo>
                    <a:pt x="12867" y="199311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3" name="Freeform 1372">
              <a:extLst>
                <a:ext uri="{FF2B5EF4-FFF2-40B4-BE49-F238E27FC236}">
                  <a16:creationId xmlns:a16="http://schemas.microsoft.com/office/drawing/2014/main" id="{6A29D6DF-49E6-3321-2C59-30856278E1B9}"/>
                </a:ext>
              </a:extLst>
            </p:cNvPr>
            <p:cNvSpPr/>
            <p:nvPr/>
          </p:nvSpPr>
          <p:spPr>
            <a:xfrm>
              <a:off x="5473460" y="4510986"/>
              <a:ext cx="12876" cy="238283"/>
            </a:xfrm>
            <a:custGeom>
              <a:avLst/>
              <a:gdLst>
                <a:gd name="csX0" fmla="*/ 0 w 12876"/>
                <a:gd name="csY0" fmla="*/ 0 h 238283"/>
                <a:gd name="csX1" fmla="*/ 0 w 12876"/>
                <a:gd name="csY1" fmla="*/ 238283 h 238283"/>
                <a:gd name="csX2" fmla="*/ 12877 w 12876"/>
                <a:gd name="csY2" fmla="*/ 238283 h 238283"/>
                <a:gd name="csX3" fmla="*/ 12877 w 12876"/>
                <a:gd name="csY3" fmla="*/ 0 h 238283"/>
                <a:gd name="csX4" fmla="*/ 0 w 12876"/>
                <a:gd name="csY4" fmla="*/ 0 h 238283"/>
                <a:gd name="csX5" fmla="*/ 0 w 12876"/>
                <a:gd name="csY5" fmla="*/ 0 h 2382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38283">
                  <a:moveTo>
                    <a:pt x="0" y="0"/>
                  </a:moveTo>
                  <a:lnTo>
                    <a:pt x="0" y="238283"/>
                  </a:lnTo>
                  <a:lnTo>
                    <a:pt x="12877" y="23828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4" name="Freeform 1373">
              <a:extLst>
                <a:ext uri="{FF2B5EF4-FFF2-40B4-BE49-F238E27FC236}">
                  <a16:creationId xmlns:a16="http://schemas.microsoft.com/office/drawing/2014/main" id="{6B04AF42-3BAC-FAF4-07EC-0D18A89C3EAC}"/>
                </a:ext>
              </a:extLst>
            </p:cNvPr>
            <p:cNvSpPr/>
            <p:nvPr/>
          </p:nvSpPr>
          <p:spPr>
            <a:xfrm>
              <a:off x="5473460" y="4510986"/>
              <a:ext cx="12876" cy="238283"/>
            </a:xfrm>
            <a:custGeom>
              <a:avLst/>
              <a:gdLst>
                <a:gd name="csX0" fmla="*/ 0 w 12876"/>
                <a:gd name="csY0" fmla="*/ 0 h 238283"/>
                <a:gd name="csX1" fmla="*/ 0 w 12876"/>
                <a:gd name="csY1" fmla="*/ 238283 h 238283"/>
                <a:gd name="csX2" fmla="*/ 12877 w 12876"/>
                <a:gd name="csY2" fmla="*/ 238283 h 238283"/>
                <a:gd name="csX3" fmla="*/ 12877 w 12876"/>
                <a:gd name="csY3" fmla="*/ 0 h 238283"/>
                <a:gd name="csX4" fmla="*/ 0 w 12876"/>
                <a:gd name="csY4" fmla="*/ 0 h 2382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38283">
                  <a:moveTo>
                    <a:pt x="0" y="0"/>
                  </a:moveTo>
                  <a:lnTo>
                    <a:pt x="0" y="238283"/>
                  </a:lnTo>
                  <a:lnTo>
                    <a:pt x="12877" y="23828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5" name="Freeform 1374">
              <a:extLst>
                <a:ext uri="{FF2B5EF4-FFF2-40B4-BE49-F238E27FC236}">
                  <a16:creationId xmlns:a16="http://schemas.microsoft.com/office/drawing/2014/main" id="{8F3C4B85-8FCF-27D1-523A-942C4B8A759C}"/>
                </a:ext>
              </a:extLst>
            </p:cNvPr>
            <p:cNvSpPr/>
            <p:nvPr/>
          </p:nvSpPr>
          <p:spPr>
            <a:xfrm>
              <a:off x="5486337" y="4459510"/>
              <a:ext cx="12876" cy="289759"/>
            </a:xfrm>
            <a:custGeom>
              <a:avLst/>
              <a:gdLst>
                <a:gd name="csX0" fmla="*/ 0 w 12876"/>
                <a:gd name="csY0" fmla="*/ 0 h 289759"/>
                <a:gd name="csX1" fmla="*/ 0 w 12876"/>
                <a:gd name="csY1" fmla="*/ 289760 h 289759"/>
                <a:gd name="csX2" fmla="*/ 12877 w 12876"/>
                <a:gd name="csY2" fmla="*/ 289760 h 289759"/>
                <a:gd name="csX3" fmla="*/ 12877 w 12876"/>
                <a:gd name="csY3" fmla="*/ 0 h 289759"/>
                <a:gd name="csX4" fmla="*/ 0 w 12876"/>
                <a:gd name="csY4" fmla="*/ 0 h 289759"/>
                <a:gd name="csX5" fmla="*/ 0 w 12876"/>
                <a:gd name="csY5" fmla="*/ 0 h 289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89759">
                  <a:moveTo>
                    <a:pt x="0" y="0"/>
                  </a:moveTo>
                  <a:lnTo>
                    <a:pt x="0" y="289760"/>
                  </a:lnTo>
                  <a:lnTo>
                    <a:pt x="12877" y="28976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6" name="Freeform 1375">
              <a:extLst>
                <a:ext uri="{FF2B5EF4-FFF2-40B4-BE49-F238E27FC236}">
                  <a16:creationId xmlns:a16="http://schemas.microsoft.com/office/drawing/2014/main" id="{08805421-F2F1-199B-57AF-58A02959690B}"/>
                </a:ext>
              </a:extLst>
            </p:cNvPr>
            <p:cNvSpPr/>
            <p:nvPr/>
          </p:nvSpPr>
          <p:spPr>
            <a:xfrm>
              <a:off x="5486337" y="4459510"/>
              <a:ext cx="12876" cy="289759"/>
            </a:xfrm>
            <a:custGeom>
              <a:avLst/>
              <a:gdLst>
                <a:gd name="csX0" fmla="*/ 0 w 12876"/>
                <a:gd name="csY0" fmla="*/ 0 h 289759"/>
                <a:gd name="csX1" fmla="*/ 0 w 12876"/>
                <a:gd name="csY1" fmla="*/ 289760 h 289759"/>
                <a:gd name="csX2" fmla="*/ 12877 w 12876"/>
                <a:gd name="csY2" fmla="*/ 289760 h 289759"/>
                <a:gd name="csX3" fmla="*/ 12877 w 12876"/>
                <a:gd name="csY3" fmla="*/ 0 h 289759"/>
                <a:gd name="csX4" fmla="*/ 0 w 12876"/>
                <a:gd name="csY4" fmla="*/ 0 h 289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89759">
                  <a:moveTo>
                    <a:pt x="0" y="0"/>
                  </a:moveTo>
                  <a:lnTo>
                    <a:pt x="0" y="289760"/>
                  </a:lnTo>
                  <a:lnTo>
                    <a:pt x="12877" y="28976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7" name="Freeform 1376">
              <a:extLst>
                <a:ext uri="{FF2B5EF4-FFF2-40B4-BE49-F238E27FC236}">
                  <a16:creationId xmlns:a16="http://schemas.microsoft.com/office/drawing/2014/main" id="{743FCEAE-E18D-0C1C-E676-27DF9294B284}"/>
                </a:ext>
              </a:extLst>
            </p:cNvPr>
            <p:cNvSpPr/>
            <p:nvPr/>
          </p:nvSpPr>
          <p:spPr>
            <a:xfrm>
              <a:off x="5499214" y="4406398"/>
              <a:ext cx="12876" cy="342871"/>
            </a:xfrm>
            <a:custGeom>
              <a:avLst/>
              <a:gdLst>
                <a:gd name="csX0" fmla="*/ 0 w 12876"/>
                <a:gd name="csY0" fmla="*/ 0 h 342871"/>
                <a:gd name="csX1" fmla="*/ 0 w 12876"/>
                <a:gd name="csY1" fmla="*/ 342871 h 342871"/>
                <a:gd name="csX2" fmla="*/ 12877 w 12876"/>
                <a:gd name="csY2" fmla="*/ 342871 h 342871"/>
                <a:gd name="csX3" fmla="*/ 12877 w 12876"/>
                <a:gd name="csY3" fmla="*/ 0 h 342871"/>
                <a:gd name="csX4" fmla="*/ 0 w 12876"/>
                <a:gd name="csY4" fmla="*/ 0 h 342871"/>
                <a:gd name="csX5" fmla="*/ 0 w 12876"/>
                <a:gd name="csY5" fmla="*/ 0 h 342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42871">
                  <a:moveTo>
                    <a:pt x="0" y="0"/>
                  </a:moveTo>
                  <a:lnTo>
                    <a:pt x="0" y="342871"/>
                  </a:lnTo>
                  <a:lnTo>
                    <a:pt x="12877" y="34287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8" name="Freeform 1377">
              <a:extLst>
                <a:ext uri="{FF2B5EF4-FFF2-40B4-BE49-F238E27FC236}">
                  <a16:creationId xmlns:a16="http://schemas.microsoft.com/office/drawing/2014/main" id="{5ABDAC29-C629-2F5B-45A3-0503B003A561}"/>
                </a:ext>
              </a:extLst>
            </p:cNvPr>
            <p:cNvSpPr/>
            <p:nvPr/>
          </p:nvSpPr>
          <p:spPr>
            <a:xfrm>
              <a:off x="5499214" y="4406398"/>
              <a:ext cx="12876" cy="342871"/>
            </a:xfrm>
            <a:custGeom>
              <a:avLst/>
              <a:gdLst>
                <a:gd name="csX0" fmla="*/ 0 w 12876"/>
                <a:gd name="csY0" fmla="*/ 0 h 342871"/>
                <a:gd name="csX1" fmla="*/ 0 w 12876"/>
                <a:gd name="csY1" fmla="*/ 342871 h 342871"/>
                <a:gd name="csX2" fmla="*/ 12877 w 12876"/>
                <a:gd name="csY2" fmla="*/ 342871 h 342871"/>
                <a:gd name="csX3" fmla="*/ 12877 w 12876"/>
                <a:gd name="csY3" fmla="*/ 0 h 342871"/>
                <a:gd name="csX4" fmla="*/ 0 w 12876"/>
                <a:gd name="csY4" fmla="*/ 0 h 342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42871">
                  <a:moveTo>
                    <a:pt x="0" y="0"/>
                  </a:moveTo>
                  <a:lnTo>
                    <a:pt x="0" y="342871"/>
                  </a:lnTo>
                  <a:lnTo>
                    <a:pt x="12877" y="34287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9" name="Freeform 1378">
              <a:extLst>
                <a:ext uri="{FF2B5EF4-FFF2-40B4-BE49-F238E27FC236}">
                  <a16:creationId xmlns:a16="http://schemas.microsoft.com/office/drawing/2014/main" id="{42FDDC9E-1D6A-7CBC-A4D1-B1A21FFD3859}"/>
                </a:ext>
              </a:extLst>
            </p:cNvPr>
            <p:cNvSpPr/>
            <p:nvPr/>
          </p:nvSpPr>
          <p:spPr>
            <a:xfrm>
              <a:off x="5512090" y="4345800"/>
              <a:ext cx="12866" cy="403469"/>
            </a:xfrm>
            <a:custGeom>
              <a:avLst/>
              <a:gdLst>
                <a:gd name="csX0" fmla="*/ 0 w 12866"/>
                <a:gd name="csY0" fmla="*/ 0 h 403469"/>
                <a:gd name="csX1" fmla="*/ 0 w 12866"/>
                <a:gd name="csY1" fmla="*/ 403469 h 403469"/>
                <a:gd name="csX2" fmla="*/ 12867 w 12866"/>
                <a:gd name="csY2" fmla="*/ 403469 h 403469"/>
                <a:gd name="csX3" fmla="*/ 12867 w 12866"/>
                <a:gd name="csY3" fmla="*/ 0 h 403469"/>
                <a:gd name="csX4" fmla="*/ 0 w 12866"/>
                <a:gd name="csY4" fmla="*/ 0 h 403469"/>
                <a:gd name="csX5" fmla="*/ 0 w 12866"/>
                <a:gd name="csY5" fmla="*/ 0 h 40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03469">
                  <a:moveTo>
                    <a:pt x="0" y="0"/>
                  </a:moveTo>
                  <a:lnTo>
                    <a:pt x="0" y="403469"/>
                  </a:lnTo>
                  <a:lnTo>
                    <a:pt x="12867" y="403469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0" name="Freeform 1379">
              <a:extLst>
                <a:ext uri="{FF2B5EF4-FFF2-40B4-BE49-F238E27FC236}">
                  <a16:creationId xmlns:a16="http://schemas.microsoft.com/office/drawing/2014/main" id="{D75474E9-C9CF-5C51-8F85-3D21273FBDD1}"/>
                </a:ext>
              </a:extLst>
            </p:cNvPr>
            <p:cNvSpPr/>
            <p:nvPr/>
          </p:nvSpPr>
          <p:spPr>
            <a:xfrm>
              <a:off x="5512090" y="4345800"/>
              <a:ext cx="12866" cy="403469"/>
            </a:xfrm>
            <a:custGeom>
              <a:avLst/>
              <a:gdLst>
                <a:gd name="csX0" fmla="*/ 0 w 12866"/>
                <a:gd name="csY0" fmla="*/ 0 h 403469"/>
                <a:gd name="csX1" fmla="*/ 0 w 12866"/>
                <a:gd name="csY1" fmla="*/ 403469 h 403469"/>
                <a:gd name="csX2" fmla="*/ 12867 w 12866"/>
                <a:gd name="csY2" fmla="*/ 403469 h 403469"/>
                <a:gd name="csX3" fmla="*/ 12867 w 12866"/>
                <a:gd name="csY3" fmla="*/ 0 h 403469"/>
                <a:gd name="csX4" fmla="*/ 0 w 12866"/>
                <a:gd name="csY4" fmla="*/ 0 h 40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03469">
                  <a:moveTo>
                    <a:pt x="0" y="0"/>
                  </a:moveTo>
                  <a:lnTo>
                    <a:pt x="0" y="403469"/>
                  </a:lnTo>
                  <a:lnTo>
                    <a:pt x="12867" y="403469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1" name="Freeform 1380">
              <a:extLst>
                <a:ext uri="{FF2B5EF4-FFF2-40B4-BE49-F238E27FC236}">
                  <a16:creationId xmlns:a16="http://schemas.microsoft.com/office/drawing/2014/main" id="{6A41DB4A-DD53-8A84-FDD6-F633BC5A7737}"/>
                </a:ext>
              </a:extLst>
            </p:cNvPr>
            <p:cNvSpPr/>
            <p:nvPr/>
          </p:nvSpPr>
          <p:spPr>
            <a:xfrm>
              <a:off x="5524957" y="4282671"/>
              <a:ext cx="12876" cy="466597"/>
            </a:xfrm>
            <a:custGeom>
              <a:avLst/>
              <a:gdLst>
                <a:gd name="csX0" fmla="*/ 0 w 12876"/>
                <a:gd name="csY0" fmla="*/ 0 h 466597"/>
                <a:gd name="csX1" fmla="*/ 0 w 12876"/>
                <a:gd name="csY1" fmla="*/ 466598 h 466597"/>
                <a:gd name="csX2" fmla="*/ 12877 w 12876"/>
                <a:gd name="csY2" fmla="*/ 466598 h 466597"/>
                <a:gd name="csX3" fmla="*/ 12877 w 12876"/>
                <a:gd name="csY3" fmla="*/ 0 h 466597"/>
                <a:gd name="csX4" fmla="*/ 0 w 12876"/>
                <a:gd name="csY4" fmla="*/ 0 h 466597"/>
                <a:gd name="csX5" fmla="*/ 0 w 12876"/>
                <a:gd name="csY5" fmla="*/ 0 h 46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66597">
                  <a:moveTo>
                    <a:pt x="0" y="0"/>
                  </a:moveTo>
                  <a:lnTo>
                    <a:pt x="0" y="466598"/>
                  </a:lnTo>
                  <a:lnTo>
                    <a:pt x="12877" y="46659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2" name="Freeform 1381">
              <a:extLst>
                <a:ext uri="{FF2B5EF4-FFF2-40B4-BE49-F238E27FC236}">
                  <a16:creationId xmlns:a16="http://schemas.microsoft.com/office/drawing/2014/main" id="{E7B9A795-D51B-8526-17FA-94640C2BAE06}"/>
                </a:ext>
              </a:extLst>
            </p:cNvPr>
            <p:cNvSpPr/>
            <p:nvPr/>
          </p:nvSpPr>
          <p:spPr>
            <a:xfrm>
              <a:off x="5524957" y="4282671"/>
              <a:ext cx="12876" cy="466597"/>
            </a:xfrm>
            <a:custGeom>
              <a:avLst/>
              <a:gdLst>
                <a:gd name="csX0" fmla="*/ 0 w 12876"/>
                <a:gd name="csY0" fmla="*/ 0 h 466597"/>
                <a:gd name="csX1" fmla="*/ 0 w 12876"/>
                <a:gd name="csY1" fmla="*/ 466598 h 466597"/>
                <a:gd name="csX2" fmla="*/ 12877 w 12876"/>
                <a:gd name="csY2" fmla="*/ 466598 h 466597"/>
                <a:gd name="csX3" fmla="*/ 12877 w 12876"/>
                <a:gd name="csY3" fmla="*/ 0 h 466597"/>
                <a:gd name="csX4" fmla="*/ 0 w 12876"/>
                <a:gd name="csY4" fmla="*/ 0 h 46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66597">
                  <a:moveTo>
                    <a:pt x="0" y="0"/>
                  </a:moveTo>
                  <a:lnTo>
                    <a:pt x="0" y="466598"/>
                  </a:lnTo>
                  <a:lnTo>
                    <a:pt x="12877" y="46659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3" name="Freeform 1382">
              <a:extLst>
                <a:ext uri="{FF2B5EF4-FFF2-40B4-BE49-F238E27FC236}">
                  <a16:creationId xmlns:a16="http://schemas.microsoft.com/office/drawing/2014/main" id="{0D644DF0-86C8-3F94-648A-9AD46F3FAE7C}"/>
                </a:ext>
              </a:extLst>
            </p:cNvPr>
            <p:cNvSpPr/>
            <p:nvPr/>
          </p:nvSpPr>
          <p:spPr>
            <a:xfrm>
              <a:off x="5537834" y="4208820"/>
              <a:ext cx="12876" cy="540449"/>
            </a:xfrm>
            <a:custGeom>
              <a:avLst/>
              <a:gdLst>
                <a:gd name="csX0" fmla="*/ 0 w 12876"/>
                <a:gd name="csY0" fmla="*/ 0 h 540449"/>
                <a:gd name="csX1" fmla="*/ 0 w 12876"/>
                <a:gd name="csY1" fmla="*/ 540449 h 540449"/>
                <a:gd name="csX2" fmla="*/ 12877 w 12876"/>
                <a:gd name="csY2" fmla="*/ 540449 h 540449"/>
                <a:gd name="csX3" fmla="*/ 12877 w 12876"/>
                <a:gd name="csY3" fmla="*/ 0 h 540449"/>
                <a:gd name="csX4" fmla="*/ 0 w 12876"/>
                <a:gd name="csY4" fmla="*/ 0 h 540449"/>
                <a:gd name="csX5" fmla="*/ 0 w 12876"/>
                <a:gd name="csY5" fmla="*/ 0 h 540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40449">
                  <a:moveTo>
                    <a:pt x="0" y="0"/>
                  </a:moveTo>
                  <a:lnTo>
                    <a:pt x="0" y="540449"/>
                  </a:lnTo>
                  <a:lnTo>
                    <a:pt x="12877" y="5404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4" name="Freeform 1383">
              <a:extLst>
                <a:ext uri="{FF2B5EF4-FFF2-40B4-BE49-F238E27FC236}">
                  <a16:creationId xmlns:a16="http://schemas.microsoft.com/office/drawing/2014/main" id="{B4B72873-7618-CD3E-17FF-2D155E1A0650}"/>
                </a:ext>
              </a:extLst>
            </p:cNvPr>
            <p:cNvSpPr/>
            <p:nvPr/>
          </p:nvSpPr>
          <p:spPr>
            <a:xfrm>
              <a:off x="5537834" y="4208820"/>
              <a:ext cx="12876" cy="540449"/>
            </a:xfrm>
            <a:custGeom>
              <a:avLst/>
              <a:gdLst>
                <a:gd name="csX0" fmla="*/ 0 w 12876"/>
                <a:gd name="csY0" fmla="*/ 0 h 540449"/>
                <a:gd name="csX1" fmla="*/ 0 w 12876"/>
                <a:gd name="csY1" fmla="*/ 540449 h 540449"/>
                <a:gd name="csX2" fmla="*/ 12877 w 12876"/>
                <a:gd name="csY2" fmla="*/ 540449 h 540449"/>
                <a:gd name="csX3" fmla="*/ 12877 w 12876"/>
                <a:gd name="csY3" fmla="*/ 0 h 540449"/>
                <a:gd name="csX4" fmla="*/ 0 w 12876"/>
                <a:gd name="csY4" fmla="*/ 0 h 540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40449">
                  <a:moveTo>
                    <a:pt x="0" y="0"/>
                  </a:moveTo>
                  <a:lnTo>
                    <a:pt x="0" y="540449"/>
                  </a:lnTo>
                  <a:lnTo>
                    <a:pt x="12877" y="5404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5" name="Freeform 1384">
              <a:extLst>
                <a:ext uri="{FF2B5EF4-FFF2-40B4-BE49-F238E27FC236}">
                  <a16:creationId xmlns:a16="http://schemas.microsoft.com/office/drawing/2014/main" id="{248BE450-D9EA-4661-6D0C-EE2D53D0FEAE}"/>
                </a:ext>
              </a:extLst>
            </p:cNvPr>
            <p:cNvSpPr/>
            <p:nvPr/>
          </p:nvSpPr>
          <p:spPr>
            <a:xfrm>
              <a:off x="5550711" y="4141108"/>
              <a:ext cx="12876" cy="608161"/>
            </a:xfrm>
            <a:custGeom>
              <a:avLst/>
              <a:gdLst>
                <a:gd name="csX0" fmla="*/ 0 w 12876"/>
                <a:gd name="csY0" fmla="*/ 0 h 608161"/>
                <a:gd name="csX1" fmla="*/ 0 w 12876"/>
                <a:gd name="csY1" fmla="*/ 608161 h 608161"/>
                <a:gd name="csX2" fmla="*/ 12877 w 12876"/>
                <a:gd name="csY2" fmla="*/ 608161 h 608161"/>
                <a:gd name="csX3" fmla="*/ 12877 w 12876"/>
                <a:gd name="csY3" fmla="*/ 0 h 608161"/>
                <a:gd name="csX4" fmla="*/ 0 w 12876"/>
                <a:gd name="csY4" fmla="*/ 0 h 608161"/>
                <a:gd name="csX5" fmla="*/ 0 w 12876"/>
                <a:gd name="csY5" fmla="*/ 0 h 608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08161">
                  <a:moveTo>
                    <a:pt x="0" y="0"/>
                  </a:moveTo>
                  <a:lnTo>
                    <a:pt x="0" y="608161"/>
                  </a:lnTo>
                  <a:lnTo>
                    <a:pt x="12877" y="60816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6" name="Freeform 1385">
              <a:extLst>
                <a:ext uri="{FF2B5EF4-FFF2-40B4-BE49-F238E27FC236}">
                  <a16:creationId xmlns:a16="http://schemas.microsoft.com/office/drawing/2014/main" id="{4A497C33-4D42-8B3F-F787-E11874B2017E}"/>
                </a:ext>
              </a:extLst>
            </p:cNvPr>
            <p:cNvSpPr/>
            <p:nvPr/>
          </p:nvSpPr>
          <p:spPr>
            <a:xfrm>
              <a:off x="5550711" y="4141108"/>
              <a:ext cx="12876" cy="608161"/>
            </a:xfrm>
            <a:custGeom>
              <a:avLst/>
              <a:gdLst>
                <a:gd name="csX0" fmla="*/ 0 w 12876"/>
                <a:gd name="csY0" fmla="*/ 0 h 608161"/>
                <a:gd name="csX1" fmla="*/ 0 w 12876"/>
                <a:gd name="csY1" fmla="*/ 608161 h 608161"/>
                <a:gd name="csX2" fmla="*/ 12877 w 12876"/>
                <a:gd name="csY2" fmla="*/ 608161 h 608161"/>
                <a:gd name="csX3" fmla="*/ 12877 w 12876"/>
                <a:gd name="csY3" fmla="*/ 0 h 608161"/>
                <a:gd name="csX4" fmla="*/ 0 w 12876"/>
                <a:gd name="csY4" fmla="*/ 0 h 608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08161">
                  <a:moveTo>
                    <a:pt x="0" y="0"/>
                  </a:moveTo>
                  <a:lnTo>
                    <a:pt x="0" y="608161"/>
                  </a:lnTo>
                  <a:lnTo>
                    <a:pt x="12877" y="60816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7" name="Freeform 1386">
              <a:extLst>
                <a:ext uri="{FF2B5EF4-FFF2-40B4-BE49-F238E27FC236}">
                  <a16:creationId xmlns:a16="http://schemas.microsoft.com/office/drawing/2014/main" id="{2311BCA9-3076-48C8-7B68-810D2D2D054A}"/>
                </a:ext>
              </a:extLst>
            </p:cNvPr>
            <p:cNvSpPr/>
            <p:nvPr/>
          </p:nvSpPr>
          <p:spPr>
            <a:xfrm>
              <a:off x="5563587" y="4053420"/>
              <a:ext cx="12876" cy="695848"/>
            </a:xfrm>
            <a:custGeom>
              <a:avLst/>
              <a:gdLst>
                <a:gd name="csX0" fmla="*/ 0 w 12876"/>
                <a:gd name="csY0" fmla="*/ 0 h 695848"/>
                <a:gd name="csX1" fmla="*/ 0 w 12876"/>
                <a:gd name="csY1" fmla="*/ 695849 h 695848"/>
                <a:gd name="csX2" fmla="*/ 12877 w 12876"/>
                <a:gd name="csY2" fmla="*/ 695849 h 695848"/>
                <a:gd name="csX3" fmla="*/ 12877 w 12876"/>
                <a:gd name="csY3" fmla="*/ 0 h 695848"/>
                <a:gd name="csX4" fmla="*/ 0 w 12876"/>
                <a:gd name="csY4" fmla="*/ 0 h 695848"/>
                <a:gd name="csX5" fmla="*/ 0 w 12876"/>
                <a:gd name="csY5" fmla="*/ 0 h 695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95848">
                  <a:moveTo>
                    <a:pt x="0" y="0"/>
                  </a:moveTo>
                  <a:lnTo>
                    <a:pt x="0" y="695849"/>
                  </a:lnTo>
                  <a:lnTo>
                    <a:pt x="12877" y="6958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8" name="Freeform 1387">
              <a:extLst>
                <a:ext uri="{FF2B5EF4-FFF2-40B4-BE49-F238E27FC236}">
                  <a16:creationId xmlns:a16="http://schemas.microsoft.com/office/drawing/2014/main" id="{9485F96D-1E05-2A9D-B3A5-18D38F843FA0}"/>
                </a:ext>
              </a:extLst>
            </p:cNvPr>
            <p:cNvSpPr/>
            <p:nvPr/>
          </p:nvSpPr>
          <p:spPr>
            <a:xfrm>
              <a:off x="5563587" y="4053420"/>
              <a:ext cx="12876" cy="695848"/>
            </a:xfrm>
            <a:custGeom>
              <a:avLst/>
              <a:gdLst>
                <a:gd name="csX0" fmla="*/ 0 w 12876"/>
                <a:gd name="csY0" fmla="*/ 0 h 695848"/>
                <a:gd name="csX1" fmla="*/ 0 w 12876"/>
                <a:gd name="csY1" fmla="*/ 695849 h 695848"/>
                <a:gd name="csX2" fmla="*/ 12877 w 12876"/>
                <a:gd name="csY2" fmla="*/ 695849 h 695848"/>
                <a:gd name="csX3" fmla="*/ 12877 w 12876"/>
                <a:gd name="csY3" fmla="*/ 0 h 695848"/>
                <a:gd name="csX4" fmla="*/ 0 w 12876"/>
                <a:gd name="csY4" fmla="*/ 0 h 695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95848">
                  <a:moveTo>
                    <a:pt x="0" y="0"/>
                  </a:moveTo>
                  <a:lnTo>
                    <a:pt x="0" y="695849"/>
                  </a:lnTo>
                  <a:lnTo>
                    <a:pt x="12877" y="6958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9" name="Freeform 1388">
              <a:extLst>
                <a:ext uri="{FF2B5EF4-FFF2-40B4-BE49-F238E27FC236}">
                  <a16:creationId xmlns:a16="http://schemas.microsoft.com/office/drawing/2014/main" id="{DEB38841-56D8-ABC2-260B-8DC395812553}"/>
                </a:ext>
              </a:extLst>
            </p:cNvPr>
            <p:cNvSpPr/>
            <p:nvPr/>
          </p:nvSpPr>
          <p:spPr>
            <a:xfrm>
              <a:off x="5576464" y="3988422"/>
              <a:ext cx="12866" cy="760846"/>
            </a:xfrm>
            <a:custGeom>
              <a:avLst/>
              <a:gdLst>
                <a:gd name="csX0" fmla="*/ 0 w 12866"/>
                <a:gd name="csY0" fmla="*/ 0 h 760846"/>
                <a:gd name="csX1" fmla="*/ 0 w 12866"/>
                <a:gd name="csY1" fmla="*/ 760847 h 760846"/>
                <a:gd name="csX2" fmla="*/ 12866 w 12866"/>
                <a:gd name="csY2" fmla="*/ 760847 h 760846"/>
                <a:gd name="csX3" fmla="*/ 12866 w 12866"/>
                <a:gd name="csY3" fmla="*/ 0 h 760846"/>
                <a:gd name="csX4" fmla="*/ 0 w 12866"/>
                <a:gd name="csY4" fmla="*/ 0 h 760846"/>
                <a:gd name="csX5" fmla="*/ 0 w 12866"/>
                <a:gd name="csY5" fmla="*/ 0 h 760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760846">
                  <a:moveTo>
                    <a:pt x="0" y="0"/>
                  </a:moveTo>
                  <a:lnTo>
                    <a:pt x="0" y="760847"/>
                  </a:lnTo>
                  <a:lnTo>
                    <a:pt x="12866" y="760847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0" name="Freeform 1389">
              <a:extLst>
                <a:ext uri="{FF2B5EF4-FFF2-40B4-BE49-F238E27FC236}">
                  <a16:creationId xmlns:a16="http://schemas.microsoft.com/office/drawing/2014/main" id="{CD0BAD36-F5A5-7340-1328-917D33C50600}"/>
                </a:ext>
              </a:extLst>
            </p:cNvPr>
            <p:cNvSpPr/>
            <p:nvPr/>
          </p:nvSpPr>
          <p:spPr>
            <a:xfrm>
              <a:off x="5576464" y="3988422"/>
              <a:ext cx="12866" cy="760846"/>
            </a:xfrm>
            <a:custGeom>
              <a:avLst/>
              <a:gdLst>
                <a:gd name="csX0" fmla="*/ 0 w 12866"/>
                <a:gd name="csY0" fmla="*/ 0 h 760846"/>
                <a:gd name="csX1" fmla="*/ 0 w 12866"/>
                <a:gd name="csY1" fmla="*/ 760847 h 760846"/>
                <a:gd name="csX2" fmla="*/ 12866 w 12866"/>
                <a:gd name="csY2" fmla="*/ 760847 h 760846"/>
                <a:gd name="csX3" fmla="*/ 12866 w 12866"/>
                <a:gd name="csY3" fmla="*/ 0 h 760846"/>
                <a:gd name="csX4" fmla="*/ 0 w 12866"/>
                <a:gd name="csY4" fmla="*/ 0 h 760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760846">
                  <a:moveTo>
                    <a:pt x="0" y="0"/>
                  </a:moveTo>
                  <a:lnTo>
                    <a:pt x="0" y="760847"/>
                  </a:lnTo>
                  <a:lnTo>
                    <a:pt x="12866" y="760847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1" name="Freeform 1390">
              <a:extLst>
                <a:ext uri="{FF2B5EF4-FFF2-40B4-BE49-F238E27FC236}">
                  <a16:creationId xmlns:a16="http://schemas.microsoft.com/office/drawing/2014/main" id="{820C36FB-B6E9-ABA7-A4DE-E0C180B76F1A}"/>
                </a:ext>
              </a:extLst>
            </p:cNvPr>
            <p:cNvSpPr/>
            <p:nvPr/>
          </p:nvSpPr>
          <p:spPr>
            <a:xfrm>
              <a:off x="5589331" y="3907364"/>
              <a:ext cx="12876" cy="841905"/>
            </a:xfrm>
            <a:custGeom>
              <a:avLst/>
              <a:gdLst>
                <a:gd name="csX0" fmla="*/ 0 w 12876"/>
                <a:gd name="csY0" fmla="*/ 0 h 841905"/>
                <a:gd name="csX1" fmla="*/ 0 w 12876"/>
                <a:gd name="csY1" fmla="*/ 841906 h 841905"/>
                <a:gd name="csX2" fmla="*/ 12877 w 12876"/>
                <a:gd name="csY2" fmla="*/ 841906 h 841905"/>
                <a:gd name="csX3" fmla="*/ 12877 w 12876"/>
                <a:gd name="csY3" fmla="*/ 0 h 841905"/>
                <a:gd name="csX4" fmla="*/ 0 w 12876"/>
                <a:gd name="csY4" fmla="*/ 0 h 841905"/>
                <a:gd name="csX5" fmla="*/ 0 w 12876"/>
                <a:gd name="csY5" fmla="*/ 0 h 841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41905">
                  <a:moveTo>
                    <a:pt x="0" y="0"/>
                  </a:moveTo>
                  <a:lnTo>
                    <a:pt x="0" y="841906"/>
                  </a:lnTo>
                  <a:lnTo>
                    <a:pt x="12877" y="84190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2" name="Freeform 1391">
              <a:extLst>
                <a:ext uri="{FF2B5EF4-FFF2-40B4-BE49-F238E27FC236}">
                  <a16:creationId xmlns:a16="http://schemas.microsoft.com/office/drawing/2014/main" id="{E567220F-9F6B-0F59-5942-B86F70F6E3D2}"/>
                </a:ext>
              </a:extLst>
            </p:cNvPr>
            <p:cNvSpPr/>
            <p:nvPr/>
          </p:nvSpPr>
          <p:spPr>
            <a:xfrm>
              <a:off x="5589331" y="3907364"/>
              <a:ext cx="12876" cy="841905"/>
            </a:xfrm>
            <a:custGeom>
              <a:avLst/>
              <a:gdLst>
                <a:gd name="csX0" fmla="*/ 0 w 12876"/>
                <a:gd name="csY0" fmla="*/ 0 h 841905"/>
                <a:gd name="csX1" fmla="*/ 0 w 12876"/>
                <a:gd name="csY1" fmla="*/ 841906 h 841905"/>
                <a:gd name="csX2" fmla="*/ 12877 w 12876"/>
                <a:gd name="csY2" fmla="*/ 841906 h 841905"/>
                <a:gd name="csX3" fmla="*/ 12877 w 12876"/>
                <a:gd name="csY3" fmla="*/ 0 h 841905"/>
                <a:gd name="csX4" fmla="*/ 0 w 12876"/>
                <a:gd name="csY4" fmla="*/ 0 h 841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41905">
                  <a:moveTo>
                    <a:pt x="0" y="0"/>
                  </a:moveTo>
                  <a:lnTo>
                    <a:pt x="0" y="841906"/>
                  </a:lnTo>
                  <a:lnTo>
                    <a:pt x="12877" y="84190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3" name="Freeform 1392">
              <a:extLst>
                <a:ext uri="{FF2B5EF4-FFF2-40B4-BE49-F238E27FC236}">
                  <a16:creationId xmlns:a16="http://schemas.microsoft.com/office/drawing/2014/main" id="{02F00F9E-3707-9BDE-2142-22C3EBE367F2}"/>
                </a:ext>
              </a:extLst>
            </p:cNvPr>
            <p:cNvSpPr/>
            <p:nvPr/>
          </p:nvSpPr>
          <p:spPr>
            <a:xfrm>
              <a:off x="5602208" y="3812514"/>
              <a:ext cx="12876" cy="936755"/>
            </a:xfrm>
            <a:custGeom>
              <a:avLst/>
              <a:gdLst>
                <a:gd name="csX0" fmla="*/ 0 w 12876"/>
                <a:gd name="csY0" fmla="*/ 0 h 936755"/>
                <a:gd name="csX1" fmla="*/ 0 w 12876"/>
                <a:gd name="csY1" fmla="*/ 936755 h 936755"/>
                <a:gd name="csX2" fmla="*/ 12877 w 12876"/>
                <a:gd name="csY2" fmla="*/ 936755 h 936755"/>
                <a:gd name="csX3" fmla="*/ 12877 w 12876"/>
                <a:gd name="csY3" fmla="*/ 0 h 936755"/>
                <a:gd name="csX4" fmla="*/ 0 w 12876"/>
                <a:gd name="csY4" fmla="*/ 0 h 936755"/>
                <a:gd name="csX5" fmla="*/ 0 w 12876"/>
                <a:gd name="csY5" fmla="*/ 0 h 936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6755">
                  <a:moveTo>
                    <a:pt x="0" y="0"/>
                  </a:moveTo>
                  <a:lnTo>
                    <a:pt x="0" y="936755"/>
                  </a:lnTo>
                  <a:lnTo>
                    <a:pt x="12877" y="9367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4" name="Freeform 1393">
              <a:extLst>
                <a:ext uri="{FF2B5EF4-FFF2-40B4-BE49-F238E27FC236}">
                  <a16:creationId xmlns:a16="http://schemas.microsoft.com/office/drawing/2014/main" id="{67475395-94A9-75D1-04F4-9AC3AE824777}"/>
                </a:ext>
              </a:extLst>
            </p:cNvPr>
            <p:cNvSpPr/>
            <p:nvPr/>
          </p:nvSpPr>
          <p:spPr>
            <a:xfrm>
              <a:off x="5602208" y="3812514"/>
              <a:ext cx="12876" cy="936755"/>
            </a:xfrm>
            <a:custGeom>
              <a:avLst/>
              <a:gdLst>
                <a:gd name="csX0" fmla="*/ 0 w 12876"/>
                <a:gd name="csY0" fmla="*/ 0 h 936755"/>
                <a:gd name="csX1" fmla="*/ 0 w 12876"/>
                <a:gd name="csY1" fmla="*/ 936755 h 936755"/>
                <a:gd name="csX2" fmla="*/ 12877 w 12876"/>
                <a:gd name="csY2" fmla="*/ 936755 h 936755"/>
                <a:gd name="csX3" fmla="*/ 12877 w 12876"/>
                <a:gd name="csY3" fmla="*/ 0 h 936755"/>
                <a:gd name="csX4" fmla="*/ 0 w 12876"/>
                <a:gd name="csY4" fmla="*/ 0 h 936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6755">
                  <a:moveTo>
                    <a:pt x="0" y="0"/>
                  </a:moveTo>
                  <a:lnTo>
                    <a:pt x="0" y="936755"/>
                  </a:lnTo>
                  <a:lnTo>
                    <a:pt x="12877" y="9367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5" name="Freeform 1394">
              <a:extLst>
                <a:ext uri="{FF2B5EF4-FFF2-40B4-BE49-F238E27FC236}">
                  <a16:creationId xmlns:a16="http://schemas.microsoft.com/office/drawing/2014/main" id="{3605010B-F583-A34A-ED49-D7D7FE56567C}"/>
                </a:ext>
              </a:extLst>
            </p:cNvPr>
            <p:cNvSpPr/>
            <p:nvPr/>
          </p:nvSpPr>
          <p:spPr>
            <a:xfrm>
              <a:off x="5615084" y="3735548"/>
              <a:ext cx="12876" cy="1013721"/>
            </a:xfrm>
            <a:custGeom>
              <a:avLst/>
              <a:gdLst>
                <a:gd name="csX0" fmla="*/ 0 w 12876"/>
                <a:gd name="csY0" fmla="*/ 0 h 1013721"/>
                <a:gd name="csX1" fmla="*/ 0 w 12876"/>
                <a:gd name="csY1" fmla="*/ 1013721 h 1013721"/>
                <a:gd name="csX2" fmla="*/ 12877 w 12876"/>
                <a:gd name="csY2" fmla="*/ 1013721 h 1013721"/>
                <a:gd name="csX3" fmla="*/ 12877 w 12876"/>
                <a:gd name="csY3" fmla="*/ 0 h 1013721"/>
                <a:gd name="csX4" fmla="*/ 0 w 12876"/>
                <a:gd name="csY4" fmla="*/ 0 h 1013721"/>
                <a:gd name="csX5" fmla="*/ 0 w 12876"/>
                <a:gd name="csY5" fmla="*/ 0 h 1013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13721">
                  <a:moveTo>
                    <a:pt x="0" y="0"/>
                  </a:moveTo>
                  <a:lnTo>
                    <a:pt x="0" y="1013721"/>
                  </a:lnTo>
                  <a:lnTo>
                    <a:pt x="12877" y="101372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6" name="Freeform 1395">
              <a:extLst>
                <a:ext uri="{FF2B5EF4-FFF2-40B4-BE49-F238E27FC236}">
                  <a16:creationId xmlns:a16="http://schemas.microsoft.com/office/drawing/2014/main" id="{48E042B9-151D-265C-948F-A4F4620BCA92}"/>
                </a:ext>
              </a:extLst>
            </p:cNvPr>
            <p:cNvSpPr/>
            <p:nvPr/>
          </p:nvSpPr>
          <p:spPr>
            <a:xfrm>
              <a:off x="5615084" y="3735548"/>
              <a:ext cx="12876" cy="1013721"/>
            </a:xfrm>
            <a:custGeom>
              <a:avLst/>
              <a:gdLst>
                <a:gd name="csX0" fmla="*/ 0 w 12876"/>
                <a:gd name="csY0" fmla="*/ 0 h 1013721"/>
                <a:gd name="csX1" fmla="*/ 0 w 12876"/>
                <a:gd name="csY1" fmla="*/ 1013721 h 1013721"/>
                <a:gd name="csX2" fmla="*/ 12877 w 12876"/>
                <a:gd name="csY2" fmla="*/ 1013721 h 1013721"/>
                <a:gd name="csX3" fmla="*/ 12877 w 12876"/>
                <a:gd name="csY3" fmla="*/ 0 h 1013721"/>
                <a:gd name="csX4" fmla="*/ 0 w 12876"/>
                <a:gd name="csY4" fmla="*/ 0 h 1013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13721">
                  <a:moveTo>
                    <a:pt x="0" y="0"/>
                  </a:moveTo>
                  <a:lnTo>
                    <a:pt x="0" y="1013721"/>
                  </a:lnTo>
                  <a:lnTo>
                    <a:pt x="12877" y="101372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7" name="Freeform 1396">
              <a:extLst>
                <a:ext uri="{FF2B5EF4-FFF2-40B4-BE49-F238E27FC236}">
                  <a16:creationId xmlns:a16="http://schemas.microsoft.com/office/drawing/2014/main" id="{5F57D33F-82E3-CB10-13CE-371145719C6C}"/>
                </a:ext>
              </a:extLst>
            </p:cNvPr>
            <p:cNvSpPr/>
            <p:nvPr/>
          </p:nvSpPr>
          <p:spPr>
            <a:xfrm>
              <a:off x="5627961" y="3693906"/>
              <a:ext cx="12866" cy="1055362"/>
            </a:xfrm>
            <a:custGeom>
              <a:avLst/>
              <a:gdLst>
                <a:gd name="csX0" fmla="*/ 0 w 12866"/>
                <a:gd name="csY0" fmla="*/ 0 h 1055362"/>
                <a:gd name="csX1" fmla="*/ 0 w 12866"/>
                <a:gd name="csY1" fmla="*/ 1055363 h 1055362"/>
                <a:gd name="csX2" fmla="*/ 12866 w 12866"/>
                <a:gd name="csY2" fmla="*/ 1055363 h 1055362"/>
                <a:gd name="csX3" fmla="*/ 12866 w 12866"/>
                <a:gd name="csY3" fmla="*/ 0 h 1055362"/>
                <a:gd name="csX4" fmla="*/ 0 w 12866"/>
                <a:gd name="csY4" fmla="*/ 0 h 1055362"/>
                <a:gd name="csX5" fmla="*/ 0 w 12866"/>
                <a:gd name="csY5" fmla="*/ 0 h 10553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055362">
                  <a:moveTo>
                    <a:pt x="0" y="0"/>
                  </a:moveTo>
                  <a:lnTo>
                    <a:pt x="0" y="1055363"/>
                  </a:lnTo>
                  <a:lnTo>
                    <a:pt x="12866" y="1055363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8" name="Freeform 1397">
              <a:extLst>
                <a:ext uri="{FF2B5EF4-FFF2-40B4-BE49-F238E27FC236}">
                  <a16:creationId xmlns:a16="http://schemas.microsoft.com/office/drawing/2014/main" id="{B1CD8DDE-F90F-11DE-5500-A57E58913EC3}"/>
                </a:ext>
              </a:extLst>
            </p:cNvPr>
            <p:cNvSpPr/>
            <p:nvPr/>
          </p:nvSpPr>
          <p:spPr>
            <a:xfrm>
              <a:off x="5627961" y="3693906"/>
              <a:ext cx="12866" cy="1055362"/>
            </a:xfrm>
            <a:custGeom>
              <a:avLst/>
              <a:gdLst>
                <a:gd name="csX0" fmla="*/ 0 w 12866"/>
                <a:gd name="csY0" fmla="*/ 0 h 1055362"/>
                <a:gd name="csX1" fmla="*/ 0 w 12866"/>
                <a:gd name="csY1" fmla="*/ 1055363 h 1055362"/>
                <a:gd name="csX2" fmla="*/ 12866 w 12866"/>
                <a:gd name="csY2" fmla="*/ 1055363 h 1055362"/>
                <a:gd name="csX3" fmla="*/ 12866 w 12866"/>
                <a:gd name="csY3" fmla="*/ 0 h 1055362"/>
                <a:gd name="csX4" fmla="*/ 0 w 12866"/>
                <a:gd name="csY4" fmla="*/ 0 h 10553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055362">
                  <a:moveTo>
                    <a:pt x="0" y="0"/>
                  </a:moveTo>
                  <a:lnTo>
                    <a:pt x="0" y="1055363"/>
                  </a:lnTo>
                  <a:lnTo>
                    <a:pt x="12866" y="1055363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9" name="Freeform 1398">
              <a:extLst>
                <a:ext uri="{FF2B5EF4-FFF2-40B4-BE49-F238E27FC236}">
                  <a16:creationId xmlns:a16="http://schemas.microsoft.com/office/drawing/2014/main" id="{F5E1B67B-67B4-BD90-CDDB-FEB7DB090F58}"/>
                </a:ext>
              </a:extLst>
            </p:cNvPr>
            <p:cNvSpPr/>
            <p:nvPr/>
          </p:nvSpPr>
          <p:spPr>
            <a:xfrm>
              <a:off x="5640828" y="3605463"/>
              <a:ext cx="12876" cy="1143806"/>
            </a:xfrm>
            <a:custGeom>
              <a:avLst/>
              <a:gdLst>
                <a:gd name="csX0" fmla="*/ 0 w 12876"/>
                <a:gd name="csY0" fmla="*/ 0 h 1143806"/>
                <a:gd name="csX1" fmla="*/ 0 w 12876"/>
                <a:gd name="csY1" fmla="*/ 1143806 h 1143806"/>
                <a:gd name="csX2" fmla="*/ 12877 w 12876"/>
                <a:gd name="csY2" fmla="*/ 1143806 h 1143806"/>
                <a:gd name="csX3" fmla="*/ 12877 w 12876"/>
                <a:gd name="csY3" fmla="*/ 0 h 1143806"/>
                <a:gd name="csX4" fmla="*/ 0 w 12876"/>
                <a:gd name="csY4" fmla="*/ 0 h 1143806"/>
                <a:gd name="csX5" fmla="*/ 0 w 12876"/>
                <a:gd name="csY5" fmla="*/ 0 h 1143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43806">
                  <a:moveTo>
                    <a:pt x="0" y="0"/>
                  </a:moveTo>
                  <a:lnTo>
                    <a:pt x="0" y="1143806"/>
                  </a:lnTo>
                  <a:lnTo>
                    <a:pt x="12877" y="114380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0" name="Freeform 1399">
              <a:extLst>
                <a:ext uri="{FF2B5EF4-FFF2-40B4-BE49-F238E27FC236}">
                  <a16:creationId xmlns:a16="http://schemas.microsoft.com/office/drawing/2014/main" id="{121312F2-EFBC-04BD-B01D-6904E5C0860B}"/>
                </a:ext>
              </a:extLst>
            </p:cNvPr>
            <p:cNvSpPr/>
            <p:nvPr/>
          </p:nvSpPr>
          <p:spPr>
            <a:xfrm>
              <a:off x="5640828" y="3605463"/>
              <a:ext cx="12876" cy="1143806"/>
            </a:xfrm>
            <a:custGeom>
              <a:avLst/>
              <a:gdLst>
                <a:gd name="csX0" fmla="*/ 0 w 12876"/>
                <a:gd name="csY0" fmla="*/ 0 h 1143806"/>
                <a:gd name="csX1" fmla="*/ 0 w 12876"/>
                <a:gd name="csY1" fmla="*/ 1143806 h 1143806"/>
                <a:gd name="csX2" fmla="*/ 12877 w 12876"/>
                <a:gd name="csY2" fmla="*/ 1143806 h 1143806"/>
                <a:gd name="csX3" fmla="*/ 12877 w 12876"/>
                <a:gd name="csY3" fmla="*/ 0 h 1143806"/>
                <a:gd name="csX4" fmla="*/ 0 w 12876"/>
                <a:gd name="csY4" fmla="*/ 0 h 1143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43806">
                  <a:moveTo>
                    <a:pt x="0" y="0"/>
                  </a:moveTo>
                  <a:lnTo>
                    <a:pt x="0" y="1143806"/>
                  </a:lnTo>
                  <a:lnTo>
                    <a:pt x="12877" y="114380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1" name="Freeform 1400">
              <a:extLst>
                <a:ext uri="{FF2B5EF4-FFF2-40B4-BE49-F238E27FC236}">
                  <a16:creationId xmlns:a16="http://schemas.microsoft.com/office/drawing/2014/main" id="{240AA731-F3C1-9ACA-D008-D8396F7EACA8}"/>
                </a:ext>
              </a:extLst>
            </p:cNvPr>
            <p:cNvSpPr/>
            <p:nvPr/>
          </p:nvSpPr>
          <p:spPr>
            <a:xfrm>
              <a:off x="5653705" y="3544914"/>
              <a:ext cx="12876" cy="1204355"/>
            </a:xfrm>
            <a:custGeom>
              <a:avLst/>
              <a:gdLst>
                <a:gd name="csX0" fmla="*/ 0 w 12876"/>
                <a:gd name="csY0" fmla="*/ 0 h 1204355"/>
                <a:gd name="csX1" fmla="*/ 0 w 12876"/>
                <a:gd name="csY1" fmla="*/ 1204355 h 1204355"/>
                <a:gd name="csX2" fmla="*/ 12877 w 12876"/>
                <a:gd name="csY2" fmla="*/ 1204355 h 1204355"/>
                <a:gd name="csX3" fmla="*/ 12877 w 12876"/>
                <a:gd name="csY3" fmla="*/ 0 h 1204355"/>
                <a:gd name="csX4" fmla="*/ 0 w 12876"/>
                <a:gd name="csY4" fmla="*/ 0 h 1204355"/>
                <a:gd name="csX5" fmla="*/ 0 w 12876"/>
                <a:gd name="csY5" fmla="*/ 0 h 1204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04355">
                  <a:moveTo>
                    <a:pt x="0" y="0"/>
                  </a:moveTo>
                  <a:lnTo>
                    <a:pt x="0" y="1204355"/>
                  </a:lnTo>
                  <a:lnTo>
                    <a:pt x="12877" y="12043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2" name="Freeform 1401">
              <a:extLst>
                <a:ext uri="{FF2B5EF4-FFF2-40B4-BE49-F238E27FC236}">
                  <a16:creationId xmlns:a16="http://schemas.microsoft.com/office/drawing/2014/main" id="{ECAF5CA4-AF65-FDF4-8D68-78A822FB0677}"/>
                </a:ext>
              </a:extLst>
            </p:cNvPr>
            <p:cNvSpPr/>
            <p:nvPr/>
          </p:nvSpPr>
          <p:spPr>
            <a:xfrm>
              <a:off x="5653705" y="3544914"/>
              <a:ext cx="12876" cy="1204355"/>
            </a:xfrm>
            <a:custGeom>
              <a:avLst/>
              <a:gdLst>
                <a:gd name="csX0" fmla="*/ 0 w 12876"/>
                <a:gd name="csY0" fmla="*/ 0 h 1204355"/>
                <a:gd name="csX1" fmla="*/ 0 w 12876"/>
                <a:gd name="csY1" fmla="*/ 1204355 h 1204355"/>
                <a:gd name="csX2" fmla="*/ 12877 w 12876"/>
                <a:gd name="csY2" fmla="*/ 1204355 h 1204355"/>
                <a:gd name="csX3" fmla="*/ 12877 w 12876"/>
                <a:gd name="csY3" fmla="*/ 0 h 1204355"/>
                <a:gd name="csX4" fmla="*/ 0 w 12876"/>
                <a:gd name="csY4" fmla="*/ 0 h 1204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04355">
                  <a:moveTo>
                    <a:pt x="0" y="0"/>
                  </a:moveTo>
                  <a:lnTo>
                    <a:pt x="0" y="1204355"/>
                  </a:lnTo>
                  <a:lnTo>
                    <a:pt x="12877" y="12043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3" name="Freeform 1402">
              <a:extLst>
                <a:ext uri="{FF2B5EF4-FFF2-40B4-BE49-F238E27FC236}">
                  <a16:creationId xmlns:a16="http://schemas.microsoft.com/office/drawing/2014/main" id="{B09D2B5B-A896-16FC-57BC-2D6EFE4FF8D6}"/>
                </a:ext>
              </a:extLst>
            </p:cNvPr>
            <p:cNvSpPr/>
            <p:nvPr/>
          </p:nvSpPr>
          <p:spPr>
            <a:xfrm>
              <a:off x="5666581" y="3500337"/>
              <a:ext cx="12876" cy="1248932"/>
            </a:xfrm>
            <a:custGeom>
              <a:avLst/>
              <a:gdLst>
                <a:gd name="csX0" fmla="*/ 0 w 12876"/>
                <a:gd name="csY0" fmla="*/ 0 h 1248932"/>
                <a:gd name="csX1" fmla="*/ 0 w 12876"/>
                <a:gd name="csY1" fmla="*/ 1248933 h 1248932"/>
                <a:gd name="csX2" fmla="*/ 12877 w 12876"/>
                <a:gd name="csY2" fmla="*/ 1248933 h 1248932"/>
                <a:gd name="csX3" fmla="*/ 12877 w 12876"/>
                <a:gd name="csY3" fmla="*/ 0 h 1248932"/>
                <a:gd name="csX4" fmla="*/ 0 w 12876"/>
                <a:gd name="csY4" fmla="*/ 0 h 1248932"/>
                <a:gd name="csX5" fmla="*/ 0 w 12876"/>
                <a:gd name="csY5" fmla="*/ 0 h 12489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48932">
                  <a:moveTo>
                    <a:pt x="0" y="0"/>
                  </a:moveTo>
                  <a:lnTo>
                    <a:pt x="0" y="1248933"/>
                  </a:lnTo>
                  <a:lnTo>
                    <a:pt x="12877" y="124893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4" name="Freeform 1403">
              <a:extLst>
                <a:ext uri="{FF2B5EF4-FFF2-40B4-BE49-F238E27FC236}">
                  <a16:creationId xmlns:a16="http://schemas.microsoft.com/office/drawing/2014/main" id="{7B9D48B6-9828-68A0-0082-D34C4E821592}"/>
                </a:ext>
              </a:extLst>
            </p:cNvPr>
            <p:cNvSpPr/>
            <p:nvPr/>
          </p:nvSpPr>
          <p:spPr>
            <a:xfrm>
              <a:off x="5666581" y="3500337"/>
              <a:ext cx="12876" cy="1248932"/>
            </a:xfrm>
            <a:custGeom>
              <a:avLst/>
              <a:gdLst>
                <a:gd name="csX0" fmla="*/ 0 w 12876"/>
                <a:gd name="csY0" fmla="*/ 0 h 1248932"/>
                <a:gd name="csX1" fmla="*/ 0 w 12876"/>
                <a:gd name="csY1" fmla="*/ 1248933 h 1248932"/>
                <a:gd name="csX2" fmla="*/ 12877 w 12876"/>
                <a:gd name="csY2" fmla="*/ 1248933 h 1248932"/>
                <a:gd name="csX3" fmla="*/ 12877 w 12876"/>
                <a:gd name="csY3" fmla="*/ 0 h 1248932"/>
                <a:gd name="csX4" fmla="*/ 0 w 12876"/>
                <a:gd name="csY4" fmla="*/ 0 h 12489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48932">
                  <a:moveTo>
                    <a:pt x="0" y="0"/>
                  </a:moveTo>
                  <a:lnTo>
                    <a:pt x="0" y="1248933"/>
                  </a:lnTo>
                  <a:lnTo>
                    <a:pt x="12877" y="124893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5" name="Freeform 1404">
              <a:extLst>
                <a:ext uri="{FF2B5EF4-FFF2-40B4-BE49-F238E27FC236}">
                  <a16:creationId xmlns:a16="http://schemas.microsoft.com/office/drawing/2014/main" id="{24181DA1-D4F1-044E-D452-6B6B7C39CB4D}"/>
                </a:ext>
              </a:extLst>
            </p:cNvPr>
            <p:cNvSpPr/>
            <p:nvPr/>
          </p:nvSpPr>
          <p:spPr>
            <a:xfrm>
              <a:off x="5679458" y="3448640"/>
              <a:ext cx="12876" cy="1300628"/>
            </a:xfrm>
            <a:custGeom>
              <a:avLst/>
              <a:gdLst>
                <a:gd name="csX0" fmla="*/ 0 w 12876"/>
                <a:gd name="csY0" fmla="*/ 0 h 1300628"/>
                <a:gd name="csX1" fmla="*/ 0 w 12876"/>
                <a:gd name="csY1" fmla="*/ 1300629 h 1300628"/>
                <a:gd name="csX2" fmla="*/ 12877 w 12876"/>
                <a:gd name="csY2" fmla="*/ 1300629 h 1300628"/>
                <a:gd name="csX3" fmla="*/ 12877 w 12876"/>
                <a:gd name="csY3" fmla="*/ 0 h 1300628"/>
                <a:gd name="csX4" fmla="*/ 0 w 12876"/>
                <a:gd name="csY4" fmla="*/ 0 h 1300628"/>
                <a:gd name="csX5" fmla="*/ 0 w 12876"/>
                <a:gd name="csY5" fmla="*/ 0 h 1300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00628">
                  <a:moveTo>
                    <a:pt x="0" y="0"/>
                  </a:moveTo>
                  <a:lnTo>
                    <a:pt x="0" y="1300629"/>
                  </a:lnTo>
                  <a:lnTo>
                    <a:pt x="12877" y="130062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6" name="Freeform 1405">
              <a:extLst>
                <a:ext uri="{FF2B5EF4-FFF2-40B4-BE49-F238E27FC236}">
                  <a16:creationId xmlns:a16="http://schemas.microsoft.com/office/drawing/2014/main" id="{D9A56D03-0648-215B-CCEB-67220D65AA89}"/>
                </a:ext>
              </a:extLst>
            </p:cNvPr>
            <p:cNvSpPr/>
            <p:nvPr/>
          </p:nvSpPr>
          <p:spPr>
            <a:xfrm>
              <a:off x="5679458" y="3448640"/>
              <a:ext cx="12876" cy="1300628"/>
            </a:xfrm>
            <a:custGeom>
              <a:avLst/>
              <a:gdLst>
                <a:gd name="csX0" fmla="*/ 0 w 12876"/>
                <a:gd name="csY0" fmla="*/ 0 h 1300628"/>
                <a:gd name="csX1" fmla="*/ 0 w 12876"/>
                <a:gd name="csY1" fmla="*/ 1300629 h 1300628"/>
                <a:gd name="csX2" fmla="*/ 12877 w 12876"/>
                <a:gd name="csY2" fmla="*/ 1300629 h 1300628"/>
                <a:gd name="csX3" fmla="*/ 12877 w 12876"/>
                <a:gd name="csY3" fmla="*/ 0 h 1300628"/>
                <a:gd name="csX4" fmla="*/ 0 w 12876"/>
                <a:gd name="csY4" fmla="*/ 0 h 1300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00628">
                  <a:moveTo>
                    <a:pt x="0" y="0"/>
                  </a:moveTo>
                  <a:lnTo>
                    <a:pt x="0" y="1300629"/>
                  </a:lnTo>
                  <a:lnTo>
                    <a:pt x="12877" y="130062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7" name="Freeform 1406">
              <a:extLst>
                <a:ext uri="{FF2B5EF4-FFF2-40B4-BE49-F238E27FC236}">
                  <a16:creationId xmlns:a16="http://schemas.microsoft.com/office/drawing/2014/main" id="{A598091D-BDF3-C5F1-A293-3F7DA3DF81E2}"/>
                </a:ext>
              </a:extLst>
            </p:cNvPr>
            <p:cNvSpPr/>
            <p:nvPr/>
          </p:nvSpPr>
          <p:spPr>
            <a:xfrm>
              <a:off x="5692335" y="3430489"/>
              <a:ext cx="12866" cy="1318780"/>
            </a:xfrm>
            <a:custGeom>
              <a:avLst/>
              <a:gdLst>
                <a:gd name="csX0" fmla="*/ 0 w 12866"/>
                <a:gd name="csY0" fmla="*/ 0 h 1318780"/>
                <a:gd name="csX1" fmla="*/ 0 w 12866"/>
                <a:gd name="csY1" fmla="*/ 1318780 h 1318780"/>
                <a:gd name="csX2" fmla="*/ 12867 w 12866"/>
                <a:gd name="csY2" fmla="*/ 1318780 h 1318780"/>
                <a:gd name="csX3" fmla="*/ 12867 w 12866"/>
                <a:gd name="csY3" fmla="*/ 0 h 1318780"/>
                <a:gd name="csX4" fmla="*/ 0 w 12866"/>
                <a:gd name="csY4" fmla="*/ 0 h 1318780"/>
                <a:gd name="csX5" fmla="*/ 0 w 12866"/>
                <a:gd name="csY5" fmla="*/ 0 h 1318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318780">
                  <a:moveTo>
                    <a:pt x="0" y="0"/>
                  </a:moveTo>
                  <a:lnTo>
                    <a:pt x="0" y="1318780"/>
                  </a:lnTo>
                  <a:lnTo>
                    <a:pt x="12867" y="131878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8" name="Freeform 1407">
              <a:extLst>
                <a:ext uri="{FF2B5EF4-FFF2-40B4-BE49-F238E27FC236}">
                  <a16:creationId xmlns:a16="http://schemas.microsoft.com/office/drawing/2014/main" id="{856C9F76-9799-41CA-3847-212457968140}"/>
                </a:ext>
              </a:extLst>
            </p:cNvPr>
            <p:cNvSpPr/>
            <p:nvPr/>
          </p:nvSpPr>
          <p:spPr>
            <a:xfrm>
              <a:off x="5692335" y="3430489"/>
              <a:ext cx="12866" cy="1318780"/>
            </a:xfrm>
            <a:custGeom>
              <a:avLst/>
              <a:gdLst>
                <a:gd name="csX0" fmla="*/ 0 w 12866"/>
                <a:gd name="csY0" fmla="*/ 0 h 1318780"/>
                <a:gd name="csX1" fmla="*/ 0 w 12866"/>
                <a:gd name="csY1" fmla="*/ 1318780 h 1318780"/>
                <a:gd name="csX2" fmla="*/ 12867 w 12866"/>
                <a:gd name="csY2" fmla="*/ 1318780 h 1318780"/>
                <a:gd name="csX3" fmla="*/ 12867 w 12866"/>
                <a:gd name="csY3" fmla="*/ 0 h 1318780"/>
                <a:gd name="csX4" fmla="*/ 0 w 12866"/>
                <a:gd name="csY4" fmla="*/ 0 h 1318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318780">
                  <a:moveTo>
                    <a:pt x="0" y="0"/>
                  </a:moveTo>
                  <a:lnTo>
                    <a:pt x="0" y="1318780"/>
                  </a:lnTo>
                  <a:lnTo>
                    <a:pt x="12867" y="131878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9" name="Freeform 1408">
              <a:extLst>
                <a:ext uri="{FF2B5EF4-FFF2-40B4-BE49-F238E27FC236}">
                  <a16:creationId xmlns:a16="http://schemas.microsoft.com/office/drawing/2014/main" id="{43ADF23D-648C-C405-98B2-9E23C468C8B7}"/>
                </a:ext>
              </a:extLst>
            </p:cNvPr>
            <p:cNvSpPr/>
            <p:nvPr/>
          </p:nvSpPr>
          <p:spPr>
            <a:xfrm>
              <a:off x="5705202" y="3425328"/>
              <a:ext cx="12876" cy="1323941"/>
            </a:xfrm>
            <a:custGeom>
              <a:avLst/>
              <a:gdLst>
                <a:gd name="csX0" fmla="*/ 0 w 12876"/>
                <a:gd name="csY0" fmla="*/ 0 h 1323941"/>
                <a:gd name="csX1" fmla="*/ 0 w 12876"/>
                <a:gd name="csY1" fmla="*/ 1323941 h 1323941"/>
                <a:gd name="csX2" fmla="*/ 12877 w 12876"/>
                <a:gd name="csY2" fmla="*/ 1323941 h 1323941"/>
                <a:gd name="csX3" fmla="*/ 12877 w 12876"/>
                <a:gd name="csY3" fmla="*/ 0 h 1323941"/>
                <a:gd name="csX4" fmla="*/ 0 w 12876"/>
                <a:gd name="csY4" fmla="*/ 0 h 1323941"/>
                <a:gd name="csX5" fmla="*/ 0 w 12876"/>
                <a:gd name="csY5" fmla="*/ 0 h 132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23941">
                  <a:moveTo>
                    <a:pt x="0" y="0"/>
                  </a:moveTo>
                  <a:lnTo>
                    <a:pt x="0" y="1323941"/>
                  </a:lnTo>
                  <a:lnTo>
                    <a:pt x="12877" y="132394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0" name="Freeform 1409">
              <a:extLst>
                <a:ext uri="{FF2B5EF4-FFF2-40B4-BE49-F238E27FC236}">
                  <a16:creationId xmlns:a16="http://schemas.microsoft.com/office/drawing/2014/main" id="{E2C6B47D-4E20-4541-D363-5191EDEAD771}"/>
                </a:ext>
              </a:extLst>
            </p:cNvPr>
            <p:cNvSpPr/>
            <p:nvPr/>
          </p:nvSpPr>
          <p:spPr>
            <a:xfrm>
              <a:off x="5705202" y="3425328"/>
              <a:ext cx="12876" cy="1323941"/>
            </a:xfrm>
            <a:custGeom>
              <a:avLst/>
              <a:gdLst>
                <a:gd name="csX0" fmla="*/ 0 w 12876"/>
                <a:gd name="csY0" fmla="*/ 0 h 1323941"/>
                <a:gd name="csX1" fmla="*/ 0 w 12876"/>
                <a:gd name="csY1" fmla="*/ 1323941 h 1323941"/>
                <a:gd name="csX2" fmla="*/ 12877 w 12876"/>
                <a:gd name="csY2" fmla="*/ 1323941 h 1323941"/>
                <a:gd name="csX3" fmla="*/ 12877 w 12876"/>
                <a:gd name="csY3" fmla="*/ 0 h 1323941"/>
                <a:gd name="csX4" fmla="*/ 0 w 12876"/>
                <a:gd name="csY4" fmla="*/ 0 h 132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23941">
                  <a:moveTo>
                    <a:pt x="0" y="0"/>
                  </a:moveTo>
                  <a:lnTo>
                    <a:pt x="0" y="1323941"/>
                  </a:lnTo>
                  <a:lnTo>
                    <a:pt x="12877" y="132394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1" name="Freeform 1410">
              <a:extLst>
                <a:ext uri="{FF2B5EF4-FFF2-40B4-BE49-F238E27FC236}">
                  <a16:creationId xmlns:a16="http://schemas.microsoft.com/office/drawing/2014/main" id="{5F7EF071-7F37-2B19-80B2-352F1512E0C9}"/>
                </a:ext>
              </a:extLst>
            </p:cNvPr>
            <p:cNvSpPr/>
            <p:nvPr/>
          </p:nvSpPr>
          <p:spPr>
            <a:xfrm>
              <a:off x="5718078" y="3409980"/>
              <a:ext cx="12876" cy="1339289"/>
            </a:xfrm>
            <a:custGeom>
              <a:avLst/>
              <a:gdLst>
                <a:gd name="csX0" fmla="*/ 0 w 12876"/>
                <a:gd name="csY0" fmla="*/ 0 h 1339289"/>
                <a:gd name="csX1" fmla="*/ 0 w 12876"/>
                <a:gd name="csY1" fmla="*/ 1339290 h 1339289"/>
                <a:gd name="csX2" fmla="*/ 12877 w 12876"/>
                <a:gd name="csY2" fmla="*/ 1339290 h 1339289"/>
                <a:gd name="csX3" fmla="*/ 12877 w 12876"/>
                <a:gd name="csY3" fmla="*/ 0 h 1339289"/>
                <a:gd name="csX4" fmla="*/ 0 w 12876"/>
                <a:gd name="csY4" fmla="*/ 0 h 1339289"/>
                <a:gd name="csX5" fmla="*/ 0 w 12876"/>
                <a:gd name="csY5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39289">
                  <a:moveTo>
                    <a:pt x="0" y="0"/>
                  </a:moveTo>
                  <a:lnTo>
                    <a:pt x="0" y="1339290"/>
                  </a:lnTo>
                  <a:lnTo>
                    <a:pt x="12877" y="133929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2" name="Freeform 1411">
              <a:extLst>
                <a:ext uri="{FF2B5EF4-FFF2-40B4-BE49-F238E27FC236}">
                  <a16:creationId xmlns:a16="http://schemas.microsoft.com/office/drawing/2014/main" id="{DF9F354E-7F16-30A8-E8E7-F18283B259ED}"/>
                </a:ext>
              </a:extLst>
            </p:cNvPr>
            <p:cNvSpPr/>
            <p:nvPr/>
          </p:nvSpPr>
          <p:spPr>
            <a:xfrm>
              <a:off x="5718078" y="3409980"/>
              <a:ext cx="12876" cy="1339289"/>
            </a:xfrm>
            <a:custGeom>
              <a:avLst/>
              <a:gdLst>
                <a:gd name="csX0" fmla="*/ 0 w 12876"/>
                <a:gd name="csY0" fmla="*/ 0 h 1339289"/>
                <a:gd name="csX1" fmla="*/ 0 w 12876"/>
                <a:gd name="csY1" fmla="*/ 1339290 h 1339289"/>
                <a:gd name="csX2" fmla="*/ 12877 w 12876"/>
                <a:gd name="csY2" fmla="*/ 1339290 h 1339289"/>
                <a:gd name="csX3" fmla="*/ 12877 w 12876"/>
                <a:gd name="csY3" fmla="*/ 0 h 1339289"/>
                <a:gd name="csX4" fmla="*/ 0 w 12876"/>
                <a:gd name="csY4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39289">
                  <a:moveTo>
                    <a:pt x="0" y="0"/>
                  </a:moveTo>
                  <a:lnTo>
                    <a:pt x="0" y="1339290"/>
                  </a:lnTo>
                  <a:lnTo>
                    <a:pt x="12877" y="133929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3" name="Freeform 1412">
              <a:extLst>
                <a:ext uri="{FF2B5EF4-FFF2-40B4-BE49-F238E27FC236}">
                  <a16:creationId xmlns:a16="http://schemas.microsoft.com/office/drawing/2014/main" id="{BF227AC9-4533-057A-AF59-3F656EC85C4A}"/>
                </a:ext>
              </a:extLst>
            </p:cNvPr>
            <p:cNvSpPr/>
            <p:nvPr/>
          </p:nvSpPr>
          <p:spPr>
            <a:xfrm>
              <a:off x="5730955" y="3433603"/>
              <a:ext cx="12876" cy="1315666"/>
            </a:xfrm>
            <a:custGeom>
              <a:avLst/>
              <a:gdLst>
                <a:gd name="csX0" fmla="*/ 0 w 12876"/>
                <a:gd name="csY0" fmla="*/ 0 h 1315666"/>
                <a:gd name="csX1" fmla="*/ 0 w 12876"/>
                <a:gd name="csY1" fmla="*/ 1315666 h 1315666"/>
                <a:gd name="csX2" fmla="*/ 12877 w 12876"/>
                <a:gd name="csY2" fmla="*/ 1315666 h 1315666"/>
                <a:gd name="csX3" fmla="*/ 12877 w 12876"/>
                <a:gd name="csY3" fmla="*/ 0 h 1315666"/>
                <a:gd name="csX4" fmla="*/ 0 w 12876"/>
                <a:gd name="csY4" fmla="*/ 0 h 1315666"/>
                <a:gd name="csX5" fmla="*/ 0 w 12876"/>
                <a:gd name="csY5" fmla="*/ 0 h 1315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15666">
                  <a:moveTo>
                    <a:pt x="0" y="0"/>
                  </a:moveTo>
                  <a:lnTo>
                    <a:pt x="0" y="1315666"/>
                  </a:lnTo>
                  <a:lnTo>
                    <a:pt x="12877" y="13156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4" name="Freeform 1413">
              <a:extLst>
                <a:ext uri="{FF2B5EF4-FFF2-40B4-BE49-F238E27FC236}">
                  <a16:creationId xmlns:a16="http://schemas.microsoft.com/office/drawing/2014/main" id="{AB55AD53-2042-1861-0B65-D38AE2EFA715}"/>
                </a:ext>
              </a:extLst>
            </p:cNvPr>
            <p:cNvSpPr/>
            <p:nvPr/>
          </p:nvSpPr>
          <p:spPr>
            <a:xfrm>
              <a:off x="5730955" y="3433603"/>
              <a:ext cx="12876" cy="1315666"/>
            </a:xfrm>
            <a:custGeom>
              <a:avLst/>
              <a:gdLst>
                <a:gd name="csX0" fmla="*/ 0 w 12876"/>
                <a:gd name="csY0" fmla="*/ 0 h 1315666"/>
                <a:gd name="csX1" fmla="*/ 0 w 12876"/>
                <a:gd name="csY1" fmla="*/ 1315666 h 1315666"/>
                <a:gd name="csX2" fmla="*/ 12877 w 12876"/>
                <a:gd name="csY2" fmla="*/ 1315666 h 1315666"/>
                <a:gd name="csX3" fmla="*/ 12877 w 12876"/>
                <a:gd name="csY3" fmla="*/ 0 h 1315666"/>
                <a:gd name="csX4" fmla="*/ 0 w 12876"/>
                <a:gd name="csY4" fmla="*/ 0 h 1315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15666">
                  <a:moveTo>
                    <a:pt x="0" y="0"/>
                  </a:moveTo>
                  <a:lnTo>
                    <a:pt x="0" y="1315666"/>
                  </a:lnTo>
                  <a:lnTo>
                    <a:pt x="12877" y="13156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5" name="Freeform 1414">
              <a:extLst>
                <a:ext uri="{FF2B5EF4-FFF2-40B4-BE49-F238E27FC236}">
                  <a16:creationId xmlns:a16="http://schemas.microsoft.com/office/drawing/2014/main" id="{997AAD58-E100-6945-DADB-C08BF87FD50D}"/>
                </a:ext>
              </a:extLst>
            </p:cNvPr>
            <p:cNvSpPr/>
            <p:nvPr/>
          </p:nvSpPr>
          <p:spPr>
            <a:xfrm>
              <a:off x="5743832" y="3463722"/>
              <a:ext cx="12876" cy="1285547"/>
            </a:xfrm>
            <a:custGeom>
              <a:avLst/>
              <a:gdLst>
                <a:gd name="csX0" fmla="*/ 0 w 12876"/>
                <a:gd name="csY0" fmla="*/ 0 h 1285547"/>
                <a:gd name="csX1" fmla="*/ 0 w 12876"/>
                <a:gd name="csY1" fmla="*/ 1285547 h 1285547"/>
                <a:gd name="csX2" fmla="*/ 12877 w 12876"/>
                <a:gd name="csY2" fmla="*/ 1285547 h 1285547"/>
                <a:gd name="csX3" fmla="*/ 12877 w 12876"/>
                <a:gd name="csY3" fmla="*/ 0 h 1285547"/>
                <a:gd name="csX4" fmla="*/ 0 w 12876"/>
                <a:gd name="csY4" fmla="*/ 0 h 1285547"/>
                <a:gd name="csX5" fmla="*/ 0 w 12876"/>
                <a:gd name="csY5" fmla="*/ 0 h 1285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85547">
                  <a:moveTo>
                    <a:pt x="0" y="0"/>
                  </a:moveTo>
                  <a:lnTo>
                    <a:pt x="0" y="1285547"/>
                  </a:lnTo>
                  <a:lnTo>
                    <a:pt x="12877" y="12855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6" name="Freeform 1415">
              <a:extLst>
                <a:ext uri="{FF2B5EF4-FFF2-40B4-BE49-F238E27FC236}">
                  <a16:creationId xmlns:a16="http://schemas.microsoft.com/office/drawing/2014/main" id="{06040424-8548-5AD3-D2EE-949197755DF7}"/>
                </a:ext>
              </a:extLst>
            </p:cNvPr>
            <p:cNvSpPr/>
            <p:nvPr/>
          </p:nvSpPr>
          <p:spPr>
            <a:xfrm>
              <a:off x="5743832" y="3463722"/>
              <a:ext cx="12876" cy="1285547"/>
            </a:xfrm>
            <a:custGeom>
              <a:avLst/>
              <a:gdLst>
                <a:gd name="csX0" fmla="*/ 0 w 12876"/>
                <a:gd name="csY0" fmla="*/ 0 h 1285547"/>
                <a:gd name="csX1" fmla="*/ 0 w 12876"/>
                <a:gd name="csY1" fmla="*/ 1285547 h 1285547"/>
                <a:gd name="csX2" fmla="*/ 12877 w 12876"/>
                <a:gd name="csY2" fmla="*/ 1285547 h 1285547"/>
                <a:gd name="csX3" fmla="*/ 12877 w 12876"/>
                <a:gd name="csY3" fmla="*/ 0 h 1285547"/>
                <a:gd name="csX4" fmla="*/ 0 w 12876"/>
                <a:gd name="csY4" fmla="*/ 0 h 1285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85547">
                  <a:moveTo>
                    <a:pt x="0" y="0"/>
                  </a:moveTo>
                  <a:lnTo>
                    <a:pt x="0" y="1285547"/>
                  </a:lnTo>
                  <a:lnTo>
                    <a:pt x="12877" y="12855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7" name="Freeform 1416">
              <a:extLst>
                <a:ext uri="{FF2B5EF4-FFF2-40B4-BE49-F238E27FC236}">
                  <a16:creationId xmlns:a16="http://schemas.microsoft.com/office/drawing/2014/main" id="{D5A2EB76-296A-6E55-818B-5357F59F107A}"/>
                </a:ext>
              </a:extLst>
            </p:cNvPr>
            <p:cNvSpPr/>
            <p:nvPr/>
          </p:nvSpPr>
          <p:spPr>
            <a:xfrm>
              <a:off x="5756709" y="3485299"/>
              <a:ext cx="12866" cy="1263970"/>
            </a:xfrm>
            <a:custGeom>
              <a:avLst/>
              <a:gdLst>
                <a:gd name="csX0" fmla="*/ 0 w 12866"/>
                <a:gd name="csY0" fmla="*/ 0 h 1263970"/>
                <a:gd name="csX1" fmla="*/ 0 w 12866"/>
                <a:gd name="csY1" fmla="*/ 1263971 h 1263970"/>
                <a:gd name="csX2" fmla="*/ 12866 w 12866"/>
                <a:gd name="csY2" fmla="*/ 1263971 h 1263970"/>
                <a:gd name="csX3" fmla="*/ 12866 w 12866"/>
                <a:gd name="csY3" fmla="*/ 0 h 1263970"/>
                <a:gd name="csX4" fmla="*/ 0 w 12866"/>
                <a:gd name="csY4" fmla="*/ 0 h 1263970"/>
                <a:gd name="csX5" fmla="*/ 0 w 12866"/>
                <a:gd name="csY5" fmla="*/ 0 h 1263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263970">
                  <a:moveTo>
                    <a:pt x="0" y="0"/>
                  </a:moveTo>
                  <a:lnTo>
                    <a:pt x="0" y="1263971"/>
                  </a:lnTo>
                  <a:lnTo>
                    <a:pt x="12866" y="1263971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8" name="Freeform 1417">
              <a:extLst>
                <a:ext uri="{FF2B5EF4-FFF2-40B4-BE49-F238E27FC236}">
                  <a16:creationId xmlns:a16="http://schemas.microsoft.com/office/drawing/2014/main" id="{79A3258F-61FE-166D-500A-B9E943BE153A}"/>
                </a:ext>
              </a:extLst>
            </p:cNvPr>
            <p:cNvSpPr/>
            <p:nvPr/>
          </p:nvSpPr>
          <p:spPr>
            <a:xfrm>
              <a:off x="5756709" y="3485299"/>
              <a:ext cx="12866" cy="1263970"/>
            </a:xfrm>
            <a:custGeom>
              <a:avLst/>
              <a:gdLst>
                <a:gd name="csX0" fmla="*/ 0 w 12866"/>
                <a:gd name="csY0" fmla="*/ 0 h 1263970"/>
                <a:gd name="csX1" fmla="*/ 0 w 12866"/>
                <a:gd name="csY1" fmla="*/ 1263971 h 1263970"/>
                <a:gd name="csX2" fmla="*/ 12866 w 12866"/>
                <a:gd name="csY2" fmla="*/ 1263971 h 1263970"/>
                <a:gd name="csX3" fmla="*/ 12866 w 12866"/>
                <a:gd name="csY3" fmla="*/ 0 h 1263970"/>
                <a:gd name="csX4" fmla="*/ 0 w 12866"/>
                <a:gd name="csY4" fmla="*/ 0 h 1263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263970">
                  <a:moveTo>
                    <a:pt x="0" y="0"/>
                  </a:moveTo>
                  <a:lnTo>
                    <a:pt x="0" y="1263971"/>
                  </a:lnTo>
                  <a:lnTo>
                    <a:pt x="12866" y="1263971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9" name="Freeform 1418">
              <a:extLst>
                <a:ext uri="{FF2B5EF4-FFF2-40B4-BE49-F238E27FC236}">
                  <a16:creationId xmlns:a16="http://schemas.microsoft.com/office/drawing/2014/main" id="{AA80FC45-4C05-11C2-4981-98B95FE8CC22}"/>
                </a:ext>
              </a:extLst>
            </p:cNvPr>
            <p:cNvSpPr/>
            <p:nvPr/>
          </p:nvSpPr>
          <p:spPr>
            <a:xfrm>
              <a:off x="5769575" y="3557415"/>
              <a:ext cx="12876" cy="1191854"/>
            </a:xfrm>
            <a:custGeom>
              <a:avLst/>
              <a:gdLst>
                <a:gd name="csX0" fmla="*/ 0 w 12876"/>
                <a:gd name="csY0" fmla="*/ 0 h 1191854"/>
                <a:gd name="csX1" fmla="*/ 0 w 12876"/>
                <a:gd name="csY1" fmla="*/ 1191854 h 1191854"/>
                <a:gd name="csX2" fmla="*/ 12877 w 12876"/>
                <a:gd name="csY2" fmla="*/ 1191854 h 1191854"/>
                <a:gd name="csX3" fmla="*/ 12877 w 12876"/>
                <a:gd name="csY3" fmla="*/ 0 h 1191854"/>
                <a:gd name="csX4" fmla="*/ 0 w 12876"/>
                <a:gd name="csY4" fmla="*/ 0 h 1191854"/>
                <a:gd name="csX5" fmla="*/ 0 w 12876"/>
                <a:gd name="csY5" fmla="*/ 0 h 1191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91854">
                  <a:moveTo>
                    <a:pt x="0" y="0"/>
                  </a:moveTo>
                  <a:lnTo>
                    <a:pt x="0" y="1191854"/>
                  </a:lnTo>
                  <a:lnTo>
                    <a:pt x="12877" y="1191854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0" name="Freeform 1419">
              <a:extLst>
                <a:ext uri="{FF2B5EF4-FFF2-40B4-BE49-F238E27FC236}">
                  <a16:creationId xmlns:a16="http://schemas.microsoft.com/office/drawing/2014/main" id="{D24EC862-F181-03AF-A330-1AD2869FEFAD}"/>
                </a:ext>
              </a:extLst>
            </p:cNvPr>
            <p:cNvSpPr/>
            <p:nvPr/>
          </p:nvSpPr>
          <p:spPr>
            <a:xfrm>
              <a:off x="5769575" y="3557415"/>
              <a:ext cx="12876" cy="1191854"/>
            </a:xfrm>
            <a:custGeom>
              <a:avLst/>
              <a:gdLst>
                <a:gd name="csX0" fmla="*/ 0 w 12876"/>
                <a:gd name="csY0" fmla="*/ 0 h 1191854"/>
                <a:gd name="csX1" fmla="*/ 0 w 12876"/>
                <a:gd name="csY1" fmla="*/ 1191854 h 1191854"/>
                <a:gd name="csX2" fmla="*/ 12877 w 12876"/>
                <a:gd name="csY2" fmla="*/ 1191854 h 1191854"/>
                <a:gd name="csX3" fmla="*/ 12877 w 12876"/>
                <a:gd name="csY3" fmla="*/ 0 h 1191854"/>
                <a:gd name="csX4" fmla="*/ 0 w 12876"/>
                <a:gd name="csY4" fmla="*/ 0 h 1191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91854">
                  <a:moveTo>
                    <a:pt x="0" y="0"/>
                  </a:moveTo>
                  <a:lnTo>
                    <a:pt x="0" y="1191854"/>
                  </a:lnTo>
                  <a:lnTo>
                    <a:pt x="12877" y="1191854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1" name="Freeform 1420">
              <a:extLst>
                <a:ext uri="{FF2B5EF4-FFF2-40B4-BE49-F238E27FC236}">
                  <a16:creationId xmlns:a16="http://schemas.microsoft.com/office/drawing/2014/main" id="{781F94CE-CE56-BD0A-D9EE-D2180AF6B626}"/>
                </a:ext>
              </a:extLst>
            </p:cNvPr>
            <p:cNvSpPr/>
            <p:nvPr/>
          </p:nvSpPr>
          <p:spPr>
            <a:xfrm>
              <a:off x="5782452" y="3616897"/>
              <a:ext cx="12876" cy="1132372"/>
            </a:xfrm>
            <a:custGeom>
              <a:avLst/>
              <a:gdLst>
                <a:gd name="csX0" fmla="*/ 0 w 12876"/>
                <a:gd name="csY0" fmla="*/ 0 h 1132372"/>
                <a:gd name="csX1" fmla="*/ 0 w 12876"/>
                <a:gd name="csY1" fmla="*/ 1132372 h 1132372"/>
                <a:gd name="csX2" fmla="*/ 12877 w 12876"/>
                <a:gd name="csY2" fmla="*/ 1132372 h 1132372"/>
                <a:gd name="csX3" fmla="*/ 12877 w 12876"/>
                <a:gd name="csY3" fmla="*/ 0 h 1132372"/>
                <a:gd name="csX4" fmla="*/ 0 w 12876"/>
                <a:gd name="csY4" fmla="*/ 0 h 1132372"/>
                <a:gd name="csX5" fmla="*/ 0 w 12876"/>
                <a:gd name="csY5" fmla="*/ 0 h 1132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32372">
                  <a:moveTo>
                    <a:pt x="0" y="0"/>
                  </a:moveTo>
                  <a:lnTo>
                    <a:pt x="0" y="1132372"/>
                  </a:lnTo>
                  <a:lnTo>
                    <a:pt x="12877" y="113237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2" name="Freeform 1421">
              <a:extLst>
                <a:ext uri="{FF2B5EF4-FFF2-40B4-BE49-F238E27FC236}">
                  <a16:creationId xmlns:a16="http://schemas.microsoft.com/office/drawing/2014/main" id="{0F5F7D19-32BC-F09F-F97A-3FBF4D97BD04}"/>
                </a:ext>
              </a:extLst>
            </p:cNvPr>
            <p:cNvSpPr/>
            <p:nvPr/>
          </p:nvSpPr>
          <p:spPr>
            <a:xfrm>
              <a:off x="5782452" y="3616897"/>
              <a:ext cx="12876" cy="1132372"/>
            </a:xfrm>
            <a:custGeom>
              <a:avLst/>
              <a:gdLst>
                <a:gd name="csX0" fmla="*/ 0 w 12876"/>
                <a:gd name="csY0" fmla="*/ 0 h 1132372"/>
                <a:gd name="csX1" fmla="*/ 0 w 12876"/>
                <a:gd name="csY1" fmla="*/ 1132372 h 1132372"/>
                <a:gd name="csX2" fmla="*/ 12877 w 12876"/>
                <a:gd name="csY2" fmla="*/ 1132372 h 1132372"/>
                <a:gd name="csX3" fmla="*/ 12877 w 12876"/>
                <a:gd name="csY3" fmla="*/ 0 h 1132372"/>
                <a:gd name="csX4" fmla="*/ 0 w 12876"/>
                <a:gd name="csY4" fmla="*/ 0 h 1132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32372">
                  <a:moveTo>
                    <a:pt x="0" y="0"/>
                  </a:moveTo>
                  <a:lnTo>
                    <a:pt x="0" y="1132372"/>
                  </a:lnTo>
                  <a:lnTo>
                    <a:pt x="12877" y="113237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3" name="Freeform 1422">
              <a:extLst>
                <a:ext uri="{FF2B5EF4-FFF2-40B4-BE49-F238E27FC236}">
                  <a16:creationId xmlns:a16="http://schemas.microsoft.com/office/drawing/2014/main" id="{B0C65C27-76D1-58DA-BA98-45D910D7A9E9}"/>
                </a:ext>
              </a:extLst>
            </p:cNvPr>
            <p:cNvSpPr/>
            <p:nvPr/>
          </p:nvSpPr>
          <p:spPr>
            <a:xfrm>
              <a:off x="5795329" y="3668771"/>
              <a:ext cx="12876" cy="1080498"/>
            </a:xfrm>
            <a:custGeom>
              <a:avLst/>
              <a:gdLst>
                <a:gd name="csX0" fmla="*/ 0 w 12876"/>
                <a:gd name="csY0" fmla="*/ 0 h 1080498"/>
                <a:gd name="csX1" fmla="*/ 0 w 12876"/>
                <a:gd name="csY1" fmla="*/ 1080499 h 1080498"/>
                <a:gd name="csX2" fmla="*/ 12877 w 12876"/>
                <a:gd name="csY2" fmla="*/ 1080499 h 1080498"/>
                <a:gd name="csX3" fmla="*/ 12877 w 12876"/>
                <a:gd name="csY3" fmla="*/ 0 h 1080498"/>
                <a:gd name="csX4" fmla="*/ 0 w 12876"/>
                <a:gd name="csY4" fmla="*/ 0 h 1080498"/>
                <a:gd name="csX5" fmla="*/ 0 w 12876"/>
                <a:gd name="csY5" fmla="*/ 0 h 1080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80498">
                  <a:moveTo>
                    <a:pt x="0" y="0"/>
                  </a:moveTo>
                  <a:lnTo>
                    <a:pt x="0" y="1080499"/>
                  </a:lnTo>
                  <a:lnTo>
                    <a:pt x="12877" y="108049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4" name="Freeform 1423">
              <a:extLst>
                <a:ext uri="{FF2B5EF4-FFF2-40B4-BE49-F238E27FC236}">
                  <a16:creationId xmlns:a16="http://schemas.microsoft.com/office/drawing/2014/main" id="{FF1569D0-49BF-4C94-E0D0-FCB3DEAB28B1}"/>
                </a:ext>
              </a:extLst>
            </p:cNvPr>
            <p:cNvSpPr/>
            <p:nvPr/>
          </p:nvSpPr>
          <p:spPr>
            <a:xfrm>
              <a:off x="5795329" y="3668771"/>
              <a:ext cx="12876" cy="1080498"/>
            </a:xfrm>
            <a:custGeom>
              <a:avLst/>
              <a:gdLst>
                <a:gd name="csX0" fmla="*/ 0 w 12876"/>
                <a:gd name="csY0" fmla="*/ 0 h 1080498"/>
                <a:gd name="csX1" fmla="*/ 0 w 12876"/>
                <a:gd name="csY1" fmla="*/ 1080499 h 1080498"/>
                <a:gd name="csX2" fmla="*/ 12877 w 12876"/>
                <a:gd name="csY2" fmla="*/ 1080499 h 1080498"/>
                <a:gd name="csX3" fmla="*/ 12877 w 12876"/>
                <a:gd name="csY3" fmla="*/ 0 h 1080498"/>
                <a:gd name="csX4" fmla="*/ 0 w 12876"/>
                <a:gd name="csY4" fmla="*/ 0 h 1080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80498">
                  <a:moveTo>
                    <a:pt x="0" y="0"/>
                  </a:moveTo>
                  <a:lnTo>
                    <a:pt x="0" y="1080499"/>
                  </a:lnTo>
                  <a:lnTo>
                    <a:pt x="12877" y="108049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5" name="Freeform 1424">
              <a:extLst>
                <a:ext uri="{FF2B5EF4-FFF2-40B4-BE49-F238E27FC236}">
                  <a16:creationId xmlns:a16="http://schemas.microsoft.com/office/drawing/2014/main" id="{F9A6B538-6420-D043-9D54-D4CD0FABE404}"/>
                </a:ext>
              </a:extLst>
            </p:cNvPr>
            <p:cNvSpPr/>
            <p:nvPr/>
          </p:nvSpPr>
          <p:spPr>
            <a:xfrm>
              <a:off x="5808206" y="3737195"/>
              <a:ext cx="12866" cy="1012074"/>
            </a:xfrm>
            <a:custGeom>
              <a:avLst/>
              <a:gdLst>
                <a:gd name="csX0" fmla="*/ 0 w 12866"/>
                <a:gd name="csY0" fmla="*/ 0 h 1012074"/>
                <a:gd name="csX1" fmla="*/ 0 w 12866"/>
                <a:gd name="csY1" fmla="*/ 1012074 h 1012074"/>
                <a:gd name="csX2" fmla="*/ 12866 w 12866"/>
                <a:gd name="csY2" fmla="*/ 1012074 h 1012074"/>
                <a:gd name="csX3" fmla="*/ 12866 w 12866"/>
                <a:gd name="csY3" fmla="*/ 0 h 1012074"/>
                <a:gd name="csX4" fmla="*/ 0 w 12866"/>
                <a:gd name="csY4" fmla="*/ 0 h 1012074"/>
                <a:gd name="csX5" fmla="*/ 0 w 12866"/>
                <a:gd name="csY5" fmla="*/ 0 h 1012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012074">
                  <a:moveTo>
                    <a:pt x="0" y="0"/>
                  </a:moveTo>
                  <a:lnTo>
                    <a:pt x="0" y="1012074"/>
                  </a:lnTo>
                  <a:lnTo>
                    <a:pt x="12866" y="1012074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6" name="Freeform 1425">
              <a:extLst>
                <a:ext uri="{FF2B5EF4-FFF2-40B4-BE49-F238E27FC236}">
                  <a16:creationId xmlns:a16="http://schemas.microsoft.com/office/drawing/2014/main" id="{961FC40C-4480-5E15-466B-6EF37247D199}"/>
                </a:ext>
              </a:extLst>
            </p:cNvPr>
            <p:cNvSpPr/>
            <p:nvPr/>
          </p:nvSpPr>
          <p:spPr>
            <a:xfrm>
              <a:off x="5808206" y="3737195"/>
              <a:ext cx="12866" cy="1012074"/>
            </a:xfrm>
            <a:custGeom>
              <a:avLst/>
              <a:gdLst>
                <a:gd name="csX0" fmla="*/ 0 w 12866"/>
                <a:gd name="csY0" fmla="*/ 0 h 1012074"/>
                <a:gd name="csX1" fmla="*/ 0 w 12866"/>
                <a:gd name="csY1" fmla="*/ 1012074 h 1012074"/>
                <a:gd name="csX2" fmla="*/ 12866 w 12866"/>
                <a:gd name="csY2" fmla="*/ 1012074 h 1012074"/>
                <a:gd name="csX3" fmla="*/ 12866 w 12866"/>
                <a:gd name="csY3" fmla="*/ 0 h 1012074"/>
                <a:gd name="csX4" fmla="*/ 0 w 12866"/>
                <a:gd name="csY4" fmla="*/ 0 h 1012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012074">
                  <a:moveTo>
                    <a:pt x="0" y="0"/>
                  </a:moveTo>
                  <a:lnTo>
                    <a:pt x="0" y="1012074"/>
                  </a:lnTo>
                  <a:lnTo>
                    <a:pt x="12866" y="1012074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7" name="Freeform 1426">
              <a:extLst>
                <a:ext uri="{FF2B5EF4-FFF2-40B4-BE49-F238E27FC236}">
                  <a16:creationId xmlns:a16="http://schemas.microsoft.com/office/drawing/2014/main" id="{C0ED4485-3B43-04D9-CF7A-4D936D872656}"/>
                </a:ext>
              </a:extLst>
            </p:cNvPr>
            <p:cNvSpPr/>
            <p:nvPr/>
          </p:nvSpPr>
          <p:spPr>
            <a:xfrm>
              <a:off x="5821072" y="3816117"/>
              <a:ext cx="12876" cy="933152"/>
            </a:xfrm>
            <a:custGeom>
              <a:avLst/>
              <a:gdLst>
                <a:gd name="csX0" fmla="*/ 0 w 12876"/>
                <a:gd name="csY0" fmla="*/ 0 h 933152"/>
                <a:gd name="csX1" fmla="*/ 0 w 12876"/>
                <a:gd name="csY1" fmla="*/ 933152 h 933152"/>
                <a:gd name="csX2" fmla="*/ 12877 w 12876"/>
                <a:gd name="csY2" fmla="*/ 933152 h 933152"/>
                <a:gd name="csX3" fmla="*/ 12877 w 12876"/>
                <a:gd name="csY3" fmla="*/ 0 h 933152"/>
                <a:gd name="csX4" fmla="*/ 0 w 12876"/>
                <a:gd name="csY4" fmla="*/ 0 h 933152"/>
                <a:gd name="csX5" fmla="*/ 0 w 12876"/>
                <a:gd name="csY5" fmla="*/ 0 h 933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3152">
                  <a:moveTo>
                    <a:pt x="0" y="0"/>
                  </a:moveTo>
                  <a:lnTo>
                    <a:pt x="0" y="933152"/>
                  </a:lnTo>
                  <a:lnTo>
                    <a:pt x="12877" y="93315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8" name="Freeform 1427">
              <a:extLst>
                <a:ext uri="{FF2B5EF4-FFF2-40B4-BE49-F238E27FC236}">
                  <a16:creationId xmlns:a16="http://schemas.microsoft.com/office/drawing/2014/main" id="{9707BA0A-7DF8-6EC7-8BF4-529775352793}"/>
                </a:ext>
              </a:extLst>
            </p:cNvPr>
            <p:cNvSpPr/>
            <p:nvPr/>
          </p:nvSpPr>
          <p:spPr>
            <a:xfrm>
              <a:off x="5821072" y="3816117"/>
              <a:ext cx="12876" cy="933152"/>
            </a:xfrm>
            <a:custGeom>
              <a:avLst/>
              <a:gdLst>
                <a:gd name="csX0" fmla="*/ 0 w 12876"/>
                <a:gd name="csY0" fmla="*/ 0 h 933152"/>
                <a:gd name="csX1" fmla="*/ 0 w 12876"/>
                <a:gd name="csY1" fmla="*/ 933152 h 933152"/>
                <a:gd name="csX2" fmla="*/ 12877 w 12876"/>
                <a:gd name="csY2" fmla="*/ 933152 h 933152"/>
                <a:gd name="csX3" fmla="*/ 12877 w 12876"/>
                <a:gd name="csY3" fmla="*/ 0 h 933152"/>
                <a:gd name="csX4" fmla="*/ 0 w 12876"/>
                <a:gd name="csY4" fmla="*/ 0 h 933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3152">
                  <a:moveTo>
                    <a:pt x="0" y="0"/>
                  </a:moveTo>
                  <a:lnTo>
                    <a:pt x="0" y="933152"/>
                  </a:lnTo>
                  <a:lnTo>
                    <a:pt x="12877" y="93315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9" name="Freeform 1428">
              <a:extLst>
                <a:ext uri="{FF2B5EF4-FFF2-40B4-BE49-F238E27FC236}">
                  <a16:creationId xmlns:a16="http://schemas.microsoft.com/office/drawing/2014/main" id="{C854E43F-9993-7BC7-1B30-90B9BBA8BE3A}"/>
                </a:ext>
              </a:extLst>
            </p:cNvPr>
            <p:cNvSpPr/>
            <p:nvPr/>
          </p:nvSpPr>
          <p:spPr>
            <a:xfrm>
              <a:off x="5833949" y="3910167"/>
              <a:ext cx="12876" cy="839102"/>
            </a:xfrm>
            <a:custGeom>
              <a:avLst/>
              <a:gdLst>
                <a:gd name="csX0" fmla="*/ 0 w 12876"/>
                <a:gd name="csY0" fmla="*/ 0 h 839102"/>
                <a:gd name="csX1" fmla="*/ 0 w 12876"/>
                <a:gd name="csY1" fmla="*/ 839103 h 839102"/>
                <a:gd name="csX2" fmla="*/ 12877 w 12876"/>
                <a:gd name="csY2" fmla="*/ 839103 h 839102"/>
                <a:gd name="csX3" fmla="*/ 12877 w 12876"/>
                <a:gd name="csY3" fmla="*/ 0 h 839102"/>
                <a:gd name="csX4" fmla="*/ 0 w 12876"/>
                <a:gd name="csY4" fmla="*/ 0 h 839102"/>
                <a:gd name="csX5" fmla="*/ 0 w 12876"/>
                <a:gd name="csY5" fmla="*/ 0 h 839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39102">
                  <a:moveTo>
                    <a:pt x="0" y="0"/>
                  </a:moveTo>
                  <a:lnTo>
                    <a:pt x="0" y="839103"/>
                  </a:lnTo>
                  <a:lnTo>
                    <a:pt x="12877" y="83910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0" name="Freeform 1429">
              <a:extLst>
                <a:ext uri="{FF2B5EF4-FFF2-40B4-BE49-F238E27FC236}">
                  <a16:creationId xmlns:a16="http://schemas.microsoft.com/office/drawing/2014/main" id="{1CE77867-EAE0-D075-0B48-27F1A2BFFAC5}"/>
                </a:ext>
              </a:extLst>
            </p:cNvPr>
            <p:cNvSpPr/>
            <p:nvPr/>
          </p:nvSpPr>
          <p:spPr>
            <a:xfrm>
              <a:off x="5833949" y="3910167"/>
              <a:ext cx="12876" cy="839102"/>
            </a:xfrm>
            <a:custGeom>
              <a:avLst/>
              <a:gdLst>
                <a:gd name="csX0" fmla="*/ 0 w 12876"/>
                <a:gd name="csY0" fmla="*/ 0 h 839102"/>
                <a:gd name="csX1" fmla="*/ 0 w 12876"/>
                <a:gd name="csY1" fmla="*/ 839103 h 839102"/>
                <a:gd name="csX2" fmla="*/ 12877 w 12876"/>
                <a:gd name="csY2" fmla="*/ 839103 h 839102"/>
                <a:gd name="csX3" fmla="*/ 12877 w 12876"/>
                <a:gd name="csY3" fmla="*/ 0 h 839102"/>
                <a:gd name="csX4" fmla="*/ 0 w 12876"/>
                <a:gd name="csY4" fmla="*/ 0 h 839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39102">
                  <a:moveTo>
                    <a:pt x="0" y="0"/>
                  </a:moveTo>
                  <a:lnTo>
                    <a:pt x="0" y="839103"/>
                  </a:lnTo>
                  <a:lnTo>
                    <a:pt x="12877" y="83910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1" name="Freeform 1430">
              <a:extLst>
                <a:ext uri="{FF2B5EF4-FFF2-40B4-BE49-F238E27FC236}">
                  <a16:creationId xmlns:a16="http://schemas.microsoft.com/office/drawing/2014/main" id="{39147F06-4E7E-98C7-9DB3-17EBE887307A}"/>
                </a:ext>
              </a:extLst>
            </p:cNvPr>
            <p:cNvSpPr/>
            <p:nvPr/>
          </p:nvSpPr>
          <p:spPr>
            <a:xfrm>
              <a:off x="5846826" y="3990602"/>
              <a:ext cx="12876" cy="758666"/>
            </a:xfrm>
            <a:custGeom>
              <a:avLst/>
              <a:gdLst>
                <a:gd name="csX0" fmla="*/ 0 w 12876"/>
                <a:gd name="csY0" fmla="*/ 0 h 758666"/>
                <a:gd name="csX1" fmla="*/ 0 w 12876"/>
                <a:gd name="csY1" fmla="*/ 758667 h 758666"/>
                <a:gd name="csX2" fmla="*/ 12877 w 12876"/>
                <a:gd name="csY2" fmla="*/ 758667 h 758666"/>
                <a:gd name="csX3" fmla="*/ 12877 w 12876"/>
                <a:gd name="csY3" fmla="*/ 0 h 758666"/>
                <a:gd name="csX4" fmla="*/ 0 w 12876"/>
                <a:gd name="csY4" fmla="*/ 0 h 758666"/>
                <a:gd name="csX5" fmla="*/ 0 w 12876"/>
                <a:gd name="csY5" fmla="*/ 0 h 758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58666">
                  <a:moveTo>
                    <a:pt x="0" y="0"/>
                  </a:moveTo>
                  <a:lnTo>
                    <a:pt x="0" y="758667"/>
                  </a:lnTo>
                  <a:lnTo>
                    <a:pt x="12877" y="75866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2" name="Freeform 1431">
              <a:extLst>
                <a:ext uri="{FF2B5EF4-FFF2-40B4-BE49-F238E27FC236}">
                  <a16:creationId xmlns:a16="http://schemas.microsoft.com/office/drawing/2014/main" id="{43B88AFC-CC45-18FB-BC14-2D37F88D3ECA}"/>
                </a:ext>
              </a:extLst>
            </p:cNvPr>
            <p:cNvSpPr/>
            <p:nvPr/>
          </p:nvSpPr>
          <p:spPr>
            <a:xfrm>
              <a:off x="5846826" y="3990602"/>
              <a:ext cx="12876" cy="758666"/>
            </a:xfrm>
            <a:custGeom>
              <a:avLst/>
              <a:gdLst>
                <a:gd name="csX0" fmla="*/ 0 w 12876"/>
                <a:gd name="csY0" fmla="*/ 0 h 758666"/>
                <a:gd name="csX1" fmla="*/ 0 w 12876"/>
                <a:gd name="csY1" fmla="*/ 758667 h 758666"/>
                <a:gd name="csX2" fmla="*/ 12877 w 12876"/>
                <a:gd name="csY2" fmla="*/ 758667 h 758666"/>
                <a:gd name="csX3" fmla="*/ 12877 w 12876"/>
                <a:gd name="csY3" fmla="*/ 0 h 758666"/>
                <a:gd name="csX4" fmla="*/ 0 w 12876"/>
                <a:gd name="csY4" fmla="*/ 0 h 758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58666">
                  <a:moveTo>
                    <a:pt x="0" y="0"/>
                  </a:moveTo>
                  <a:lnTo>
                    <a:pt x="0" y="758667"/>
                  </a:lnTo>
                  <a:lnTo>
                    <a:pt x="12877" y="75866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3" name="Freeform 1432">
              <a:extLst>
                <a:ext uri="{FF2B5EF4-FFF2-40B4-BE49-F238E27FC236}">
                  <a16:creationId xmlns:a16="http://schemas.microsoft.com/office/drawing/2014/main" id="{A8F525B5-2491-FEC7-E363-765C6F8B447E}"/>
                </a:ext>
              </a:extLst>
            </p:cNvPr>
            <p:cNvSpPr/>
            <p:nvPr/>
          </p:nvSpPr>
          <p:spPr>
            <a:xfrm>
              <a:off x="5859703" y="4065344"/>
              <a:ext cx="12876" cy="683925"/>
            </a:xfrm>
            <a:custGeom>
              <a:avLst/>
              <a:gdLst>
                <a:gd name="csX0" fmla="*/ 0 w 12876"/>
                <a:gd name="csY0" fmla="*/ 0 h 683925"/>
                <a:gd name="csX1" fmla="*/ 0 w 12876"/>
                <a:gd name="csY1" fmla="*/ 683925 h 683925"/>
                <a:gd name="csX2" fmla="*/ 12877 w 12876"/>
                <a:gd name="csY2" fmla="*/ 683925 h 683925"/>
                <a:gd name="csX3" fmla="*/ 12877 w 12876"/>
                <a:gd name="csY3" fmla="*/ 0 h 683925"/>
                <a:gd name="csX4" fmla="*/ 0 w 12876"/>
                <a:gd name="csY4" fmla="*/ 0 h 683925"/>
                <a:gd name="csX5" fmla="*/ 0 w 12876"/>
                <a:gd name="csY5" fmla="*/ 0 h 68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83925">
                  <a:moveTo>
                    <a:pt x="0" y="0"/>
                  </a:moveTo>
                  <a:lnTo>
                    <a:pt x="0" y="683925"/>
                  </a:lnTo>
                  <a:lnTo>
                    <a:pt x="12877" y="6839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4" name="Freeform 1433">
              <a:extLst>
                <a:ext uri="{FF2B5EF4-FFF2-40B4-BE49-F238E27FC236}">
                  <a16:creationId xmlns:a16="http://schemas.microsoft.com/office/drawing/2014/main" id="{0C356717-7991-F10E-2B7D-8B786DEE1E8C}"/>
                </a:ext>
              </a:extLst>
            </p:cNvPr>
            <p:cNvSpPr/>
            <p:nvPr/>
          </p:nvSpPr>
          <p:spPr>
            <a:xfrm>
              <a:off x="5859703" y="4065344"/>
              <a:ext cx="12876" cy="683925"/>
            </a:xfrm>
            <a:custGeom>
              <a:avLst/>
              <a:gdLst>
                <a:gd name="csX0" fmla="*/ 0 w 12876"/>
                <a:gd name="csY0" fmla="*/ 0 h 683925"/>
                <a:gd name="csX1" fmla="*/ 0 w 12876"/>
                <a:gd name="csY1" fmla="*/ 683925 h 683925"/>
                <a:gd name="csX2" fmla="*/ 12877 w 12876"/>
                <a:gd name="csY2" fmla="*/ 683925 h 683925"/>
                <a:gd name="csX3" fmla="*/ 12877 w 12876"/>
                <a:gd name="csY3" fmla="*/ 0 h 683925"/>
                <a:gd name="csX4" fmla="*/ 0 w 12876"/>
                <a:gd name="csY4" fmla="*/ 0 h 68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83925">
                  <a:moveTo>
                    <a:pt x="0" y="0"/>
                  </a:moveTo>
                  <a:lnTo>
                    <a:pt x="0" y="683925"/>
                  </a:lnTo>
                  <a:lnTo>
                    <a:pt x="12877" y="6839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5" name="Freeform 1434">
              <a:extLst>
                <a:ext uri="{FF2B5EF4-FFF2-40B4-BE49-F238E27FC236}">
                  <a16:creationId xmlns:a16="http://schemas.microsoft.com/office/drawing/2014/main" id="{141080D3-E966-533C-3032-C3D17A0E1368}"/>
                </a:ext>
              </a:extLst>
            </p:cNvPr>
            <p:cNvSpPr/>
            <p:nvPr/>
          </p:nvSpPr>
          <p:spPr>
            <a:xfrm>
              <a:off x="5872580" y="4142264"/>
              <a:ext cx="12866" cy="607004"/>
            </a:xfrm>
            <a:custGeom>
              <a:avLst/>
              <a:gdLst>
                <a:gd name="csX0" fmla="*/ 0 w 12866"/>
                <a:gd name="csY0" fmla="*/ 0 h 607004"/>
                <a:gd name="csX1" fmla="*/ 0 w 12866"/>
                <a:gd name="csY1" fmla="*/ 607005 h 607004"/>
                <a:gd name="csX2" fmla="*/ 12867 w 12866"/>
                <a:gd name="csY2" fmla="*/ 607005 h 607004"/>
                <a:gd name="csX3" fmla="*/ 12867 w 12866"/>
                <a:gd name="csY3" fmla="*/ 0 h 607004"/>
                <a:gd name="csX4" fmla="*/ 0 w 12866"/>
                <a:gd name="csY4" fmla="*/ 0 h 607004"/>
                <a:gd name="csX5" fmla="*/ 0 w 12866"/>
                <a:gd name="csY5" fmla="*/ 0 h 607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607004">
                  <a:moveTo>
                    <a:pt x="0" y="0"/>
                  </a:moveTo>
                  <a:lnTo>
                    <a:pt x="0" y="607005"/>
                  </a:lnTo>
                  <a:lnTo>
                    <a:pt x="12867" y="607005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6" name="Freeform 1435">
              <a:extLst>
                <a:ext uri="{FF2B5EF4-FFF2-40B4-BE49-F238E27FC236}">
                  <a16:creationId xmlns:a16="http://schemas.microsoft.com/office/drawing/2014/main" id="{64F712F1-4B87-CB06-1B65-82747EC6698A}"/>
                </a:ext>
              </a:extLst>
            </p:cNvPr>
            <p:cNvSpPr/>
            <p:nvPr/>
          </p:nvSpPr>
          <p:spPr>
            <a:xfrm>
              <a:off x="5872580" y="4142264"/>
              <a:ext cx="12866" cy="607004"/>
            </a:xfrm>
            <a:custGeom>
              <a:avLst/>
              <a:gdLst>
                <a:gd name="csX0" fmla="*/ 0 w 12866"/>
                <a:gd name="csY0" fmla="*/ 0 h 607004"/>
                <a:gd name="csX1" fmla="*/ 0 w 12866"/>
                <a:gd name="csY1" fmla="*/ 607005 h 607004"/>
                <a:gd name="csX2" fmla="*/ 12867 w 12866"/>
                <a:gd name="csY2" fmla="*/ 607005 h 607004"/>
                <a:gd name="csX3" fmla="*/ 12867 w 12866"/>
                <a:gd name="csY3" fmla="*/ 0 h 607004"/>
                <a:gd name="csX4" fmla="*/ 0 w 12866"/>
                <a:gd name="csY4" fmla="*/ 0 h 607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607004">
                  <a:moveTo>
                    <a:pt x="0" y="0"/>
                  </a:moveTo>
                  <a:lnTo>
                    <a:pt x="0" y="607005"/>
                  </a:lnTo>
                  <a:lnTo>
                    <a:pt x="12867" y="607005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7" name="Freeform 1436">
              <a:extLst>
                <a:ext uri="{FF2B5EF4-FFF2-40B4-BE49-F238E27FC236}">
                  <a16:creationId xmlns:a16="http://schemas.microsoft.com/office/drawing/2014/main" id="{19B7F68C-EC39-84A5-EC51-D5BF51C226A0}"/>
                </a:ext>
              </a:extLst>
            </p:cNvPr>
            <p:cNvSpPr/>
            <p:nvPr/>
          </p:nvSpPr>
          <p:spPr>
            <a:xfrm>
              <a:off x="5885446" y="4213091"/>
              <a:ext cx="12876" cy="536178"/>
            </a:xfrm>
            <a:custGeom>
              <a:avLst/>
              <a:gdLst>
                <a:gd name="csX0" fmla="*/ 0 w 12876"/>
                <a:gd name="csY0" fmla="*/ 0 h 536178"/>
                <a:gd name="csX1" fmla="*/ 0 w 12876"/>
                <a:gd name="csY1" fmla="*/ 536178 h 536178"/>
                <a:gd name="csX2" fmla="*/ 12877 w 12876"/>
                <a:gd name="csY2" fmla="*/ 536178 h 536178"/>
                <a:gd name="csX3" fmla="*/ 12877 w 12876"/>
                <a:gd name="csY3" fmla="*/ 0 h 536178"/>
                <a:gd name="csX4" fmla="*/ 0 w 12876"/>
                <a:gd name="csY4" fmla="*/ 0 h 536178"/>
                <a:gd name="csX5" fmla="*/ 0 w 12876"/>
                <a:gd name="csY5" fmla="*/ 0 h 536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36178">
                  <a:moveTo>
                    <a:pt x="0" y="0"/>
                  </a:moveTo>
                  <a:lnTo>
                    <a:pt x="0" y="536178"/>
                  </a:lnTo>
                  <a:lnTo>
                    <a:pt x="12877" y="53617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8" name="Freeform 1437">
              <a:extLst>
                <a:ext uri="{FF2B5EF4-FFF2-40B4-BE49-F238E27FC236}">
                  <a16:creationId xmlns:a16="http://schemas.microsoft.com/office/drawing/2014/main" id="{894F83BB-FB34-E3A4-A79A-827B57EE5B6F}"/>
                </a:ext>
              </a:extLst>
            </p:cNvPr>
            <p:cNvSpPr/>
            <p:nvPr/>
          </p:nvSpPr>
          <p:spPr>
            <a:xfrm>
              <a:off x="5885446" y="4213091"/>
              <a:ext cx="12876" cy="536178"/>
            </a:xfrm>
            <a:custGeom>
              <a:avLst/>
              <a:gdLst>
                <a:gd name="csX0" fmla="*/ 0 w 12876"/>
                <a:gd name="csY0" fmla="*/ 0 h 536178"/>
                <a:gd name="csX1" fmla="*/ 0 w 12876"/>
                <a:gd name="csY1" fmla="*/ 536178 h 536178"/>
                <a:gd name="csX2" fmla="*/ 12877 w 12876"/>
                <a:gd name="csY2" fmla="*/ 536178 h 536178"/>
                <a:gd name="csX3" fmla="*/ 12877 w 12876"/>
                <a:gd name="csY3" fmla="*/ 0 h 536178"/>
                <a:gd name="csX4" fmla="*/ 0 w 12876"/>
                <a:gd name="csY4" fmla="*/ 0 h 536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36178">
                  <a:moveTo>
                    <a:pt x="0" y="0"/>
                  </a:moveTo>
                  <a:lnTo>
                    <a:pt x="0" y="536178"/>
                  </a:lnTo>
                  <a:lnTo>
                    <a:pt x="12877" y="53617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9" name="Freeform 1438">
              <a:extLst>
                <a:ext uri="{FF2B5EF4-FFF2-40B4-BE49-F238E27FC236}">
                  <a16:creationId xmlns:a16="http://schemas.microsoft.com/office/drawing/2014/main" id="{44556A71-0748-92B3-A70C-09DA48B074C5}"/>
                </a:ext>
              </a:extLst>
            </p:cNvPr>
            <p:cNvSpPr/>
            <p:nvPr/>
          </p:nvSpPr>
          <p:spPr>
            <a:xfrm>
              <a:off x="5898323" y="4282137"/>
              <a:ext cx="12876" cy="467131"/>
            </a:xfrm>
            <a:custGeom>
              <a:avLst/>
              <a:gdLst>
                <a:gd name="csX0" fmla="*/ 0 w 12876"/>
                <a:gd name="csY0" fmla="*/ 0 h 467131"/>
                <a:gd name="csX1" fmla="*/ 0 w 12876"/>
                <a:gd name="csY1" fmla="*/ 467132 h 467131"/>
                <a:gd name="csX2" fmla="*/ 12877 w 12876"/>
                <a:gd name="csY2" fmla="*/ 467132 h 467131"/>
                <a:gd name="csX3" fmla="*/ 12877 w 12876"/>
                <a:gd name="csY3" fmla="*/ 0 h 467131"/>
                <a:gd name="csX4" fmla="*/ 0 w 12876"/>
                <a:gd name="csY4" fmla="*/ 0 h 467131"/>
                <a:gd name="csX5" fmla="*/ 0 w 12876"/>
                <a:gd name="csY5" fmla="*/ 0 h 46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67131">
                  <a:moveTo>
                    <a:pt x="0" y="0"/>
                  </a:moveTo>
                  <a:lnTo>
                    <a:pt x="0" y="467132"/>
                  </a:lnTo>
                  <a:lnTo>
                    <a:pt x="12877" y="46713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0" name="Freeform 1439">
              <a:extLst>
                <a:ext uri="{FF2B5EF4-FFF2-40B4-BE49-F238E27FC236}">
                  <a16:creationId xmlns:a16="http://schemas.microsoft.com/office/drawing/2014/main" id="{24F2B761-1A06-6F97-19D1-ADC354317357}"/>
                </a:ext>
              </a:extLst>
            </p:cNvPr>
            <p:cNvSpPr/>
            <p:nvPr/>
          </p:nvSpPr>
          <p:spPr>
            <a:xfrm>
              <a:off x="5898323" y="4282137"/>
              <a:ext cx="12876" cy="467131"/>
            </a:xfrm>
            <a:custGeom>
              <a:avLst/>
              <a:gdLst>
                <a:gd name="csX0" fmla="*/ 0 w 12876"/>
                <a:gd name="csY0" fmla="*/ 0 h 467131"/>
                <a:gd name="csX1" fmla="*/ 0 w 12876"/>
                <a:gd name="csY1" fmla="*/ 467132 h 467131"/>
                <a:gd name="csX2" fmla="*/ 12877 w 12876"/>
                <a:gd name="csY2" fmla="*/ 467132 h 467131"/>
                <a:gd name="csX3" fmla="*/ 12877 w 12876"/>
                <a:gd name="csY3" fmla="*/ 0 h 467131"/>
                <a:gd name="csX4" fmla="*/ 0 w 12876"/>
                <a:gd name="csY4" fmla="*/ 0 h 46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67131">
                  <a:moveTo>
                    <a:pt x="0" y="0"/>
                  </a:moveTo>
                  <a:lnTo>
                    <a:pt x="0" y="467132"/>
                  </a:lnTo>
                  <a:lnTo>
                    <a:pt x="12877" y="46713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1" name="Freeform 1440">
              <a:extLst>
                <a:ext uri="{FF2B5EF4-FFF2-40B4-BE49-F238E27FC236}">
                  <a16:creationId xmlns:a16="http://schemas.microsoft.com/office/drawing/2014/main" id="{3E1271D1-4B91-7157-B39E-04B008B29F18}"/>
                </a:ext>
              </a:extLst>
            </p:cNvPr>
            <p:cNvSpPr/>
            <p:nvPr/>
          </p:nvSpPr>
          <p:spPr>
            <a:xfrm>
              <a:off x="5911200" y="4347625"/>
              <a:ext cx="12876" cy="401644"/>
            </a:xfrm>
            <a:custGeom>
              <a:avLst/>
              <a:gdLst>
                <a:gd name="csX0" fmla="*/ 0 w 12876"/>
                <a:gd name="csY0" fmla="*/ 0 h 401644"/>
                <a:gd name="csX1" fmla="*/ 0 w 12876"/>
                <a:gd name="csY1" fmla="*/ 401644 h 401644"/>
                <a:gd name="csX2" fmla="*/ 12877 w 12876"/>
                <a:gd name="csY2" fmla="*/ 401644 h 401644"/>
                <a:gd name="csX3" fmla="*/ 12877 w 12876"/>
                <a:gd name="csY3" fmla="*/ 0 h 401644"/>
                <a:gd name="csX4" fmla="*/ 0 w 12876"/>
                <a:gd name="csY4" fmla="*/ 0 h 401644"/>
                <a:gd name="csX5" fmla="*/ 0 w 12876"/>
                <a:gd name="csY5" fmla="*/ 0 h 401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01644">
                  <a:moveTo>
                    <a:pt x="0" y="0"/>
                  </a:moveTo>
                  <a:lnTo>
                    <a:pt x="0" y="401644"/>
                  </a:lnTo>
                  <a:lnTo>
                    <a:pt x="12877" y="401644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2" name="Freeform 1441">
              <a:extLst>
                <a:ext uri="{FF2B5EF4-FFF2-40B4-BE49-F238E27FC236}">
                  <a16:creationId xmlns:a16="http://schemas.microsoft.com/office/drawing/2014/main" id="{55BA72EC-A096-797C-20D4-DF93E3BEFA05}"/>
                </a:ext>
              </a:extLst>
            </p:cNvPr>
            <p:cNvSpPr/>
            <p:nvPr/>
          </p:nvSpPr>
          <p:spPr>
            <a:xfrm>
              <a:off x="5911200" y="4347625"/>
              <a:ext cx="12876" cy="401644"/>
            </a:xfrm>
            <a:custGeom>
              <a:avLst/>
              <a:gdLst>
                <a:gd name="csX0" fmla="*/ 0 w 12876"/>
                <a:gd name="csY0" fmla="*/ 0 h 401644"/>
                <a:gd name="csX1" fmla="*/ 0 w 12876"/>
                <a:gd name="csY1" fmla="*/ 401644 h 401644"/>
                <a:gd name="csX2" fmla="*/ 12877 w 12876"/>
                <a:gd name="csY2" fmla="*/ 401644 h 401644"/>
                <a:gd name="csX3" fmla="*/ 12877 w 12876"/>
                <a:gd name="csY3" fmla="*/ 0 h 401644"/>
                <a:gd name="csX4" fmla="*/ 0 w 12876"/>
                <a:gd name="csY4" fmla="*/ 0 h 401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01644">
                  <a:moveTo>
                    <a:pt x="0" y="0"/>
                  </a:moveTo>
                  <a:lnTo>
                    <a:pt x="0" y="401644"/>
                  </a:lnTo>
                  <a:lnTo>
                    <a:pt x="12877" y="401644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3" name="Freeform 1442">
              <a:extLst>
                <a:ext uri="{FF2B5EF4-FFF2-40B4-BE49-F238E27FC236}">
                  <a16:creationId xmlns:a16="http://schemas.microsoft.com/office/drawing/2014/main" id="{5790CDF0-C366-81C2-C738-71E558BCF372}"/>
                </a:ext>
              </a:extLst>
            </p:cNvPr>
            <p:cNvSpPr/>
            <p:nvPr/>
          </p:nvSpPr>
          <p:spPr>
            <a:xfrm>
              <a:off x="5924077" y="4409948"/>
              <a:ext cx="12866" cy="339321"/>
            </a:xfrm>
            <a:custGeom>
              <a:avLst/>
              <a:gdLst>
                <a:gd name="csX0" fmla="*/ 0 w 12866"/>
                <a:gd name="csY0" fmla="*/ 0 h 339321"/>
                <a:gd name="csX1" fmla="*/ 0 w 12866"/>
                <a:gd name="csY1" fmla="*/ 339321 h 339321"/>
                <a:gd name="csX2" fmla="*/ 12867 w 12866"/>
                <a:gd name="csY2" fmla="*/ 339321 h 339321"/>
                <a:gd name="csX3" fmla="*/ 12867 w 12866"/>
                <a:gd name="csY3" fmla="*/ 0 h 339321"/>
                <a:gd name="csX4" fmla="*/ 0 w 12866"/>
                <a:gd name="csY4" fmla="*/ 0 h 339321"/>
                <a:gd name="csX5" fmla="*/ 0 w 12866"/>
                <a:gd name="csY5" fmla="*/ 0 h 339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339321">
                  <a:moveTo>
                    <a:pt x="0" y="0"/>
                  </a:moveTo>
                  <a:lnTo>
                    <a:pt x="0" y="339321"/>
                  </a:lnTo>
                  <a:lnTo>
                    <a:pt x="12867" y="339321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4" name="Freeform 1443">
              <a:extLst>
                <a:ext uri="{FF2B5EF4-FFF2-40B4-BE49-F238E27FC236}">
                  <a16:creationId xmlns:a16="http://schemas.microsoft.com/office/drawing/2014/main" id="{CECC5A4F-23BA-3588-CAD5-01CFC4DDD973}"/>
                </a:ext>
              </a:extLst>
            </p:cNvPr>
            <p:cNvSpPr/>
            <p:nvPr/>
          </p:nvSpPr>
          <p:spPr>
            <a:xfrm>
              <a:off x="5924077" y="4409948"/>
              <a:ext cx="12866" cy="339321"/>
            </a:xfrm>
            <a:custGeom>
              <a:avLst/>
              <a:gdLst>
                <a:gd name="csX0" fmla="*/ 0 w 12866"/>
                <a:gd name="csY0" fmla="*/ 0 h 339321"/>
                <a:gd name="csX1" fmla="*/ 0 w 12866"/>
                <a:gd name="csY1" fmla="*/ 339321 h 339321"/>
                <a:gd name="csX2" fmla="*/ 12867 w 12866"/>
                <a:gd name="csY2" fmla="*/ 339321 h 339321"/>
                <a:gd name="csX3" fmla="*/ 12867 w 12866"/>
                <a:gd name="csY3" fmla="*/ 0 h 339321"/>
                <a:gd name="csX4" fmla="*/ 0 w 12866"/>
                <a:gd name="csY4" fmla="*/ 0 h 339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339321">
                  <a:moveTo>
                    <a:pt x="0" y="0"/>
                  </a:moveTo>
                  <a:lnTo>
                    <a:pt x="0" y="339321"/>
                  </a:lnTo>
                  <a:lnTo>
                    <a:pt x="12867" y="339321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5" name="Freeform 1444">
              <a:extLst>
                <a:ext uri="{FF2B5EF4-FFF2-40B4-BE49-F238E27FC236}">
                  <a16:creationId xmlns:a16="http://schemas.microsoft.com/office/drawing/2014/main" id="{B166122D-FF7A-B850-ADC8-2B43FB404326}"/>
                </a:ext>
              </a:extLst>
            </p:cNvPr>
            <p:cNvSpPr/>
            <p:nvPr/>
          </p:nvSpPr>
          <p:spPr>
            <a:xfrm>
              <a:off x="5936943" y="4464716"/>
              <a:ext cx="12876" cy="284553"/>
            </a:xfrm>
            <a:custGeom>
              <a:avLst/>
              <a:gdLst>
                <a:gd name="csX0" fmla="*/ 0 w 12876"/>
                <a:gd name="csY0" fmla="*/ 0 h 284553"/>
                <a:gd name="csX1" fmla="*/ 0 w 12876"/>
                <a:gd name="csY1" fmla="*/ 284553 h 284553"/>
                <a:gd name="csX2" fmla="*/ 12877 w 12876"/>
                <a:gd name="csY2" fmla="*/ 284553 h 284553"/>
                <a:gd name="csX3" fmla="*/ 12877 w 12876"/>
                <a:gd name="csY3" fmla="*/ 0 h 284553"/>
                <a:gd name="csX4" fmla="*/ 0 w 12876"/>
                <a:gd name="csY4" fmla="*/ 0 h 284553"/>
                <a:gd name="csX5" fmla="*/ 0 w 12876"/>
                <a:gd name="csY5" fmla="*/ 0 h 284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84553">
                  <a:moveTo>
                    <a:pt x="0" y="0"/>
                  </a:moveTo>
                  <a:lnTo>
                    <a:pt x="0" y="284553"/>
                  </a:lnTo>
                  <a:lnTo>
                    <a:pt x="12877" y="28455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6" name="Freeform 1445">
              <a:extLst>
                <a:ext uri="{FF2B5EF4-FFF2-40B4-BE49-F238E27FC236}">
                  <a16:creationId xmlns:a16="http://schemas.microsoft.com/office/drawing/2014/main" id="{EE047C9D-D55F-6C92-4026-19D477C127B6}"/>
                </a:ext>
              </a:extLst>
            </p:cNvPr>
            <p:cNvSpPr/>
            <p:nvPr/>
          </p:nvSpPr>
          <p:spPr>
            <a:xfrm>
              <a:off x="5936943" y="4464716"/>
              <a:ext cx="12876" cy="284553"/>
            </a:xfrm>
            <a:custGeom>
              <a:avLst/>
              <a:gdLst>
                <a:gd name="csX0" fmla="*/ 0 w 12876"/>
                <a:gd name="csY0" fmla="*/ 0 h 284553"/>
                <a:gd name="csX1" fmla="*/ 0 w 12876"/>
                <a:gd name="csY1" fmla="*/ 284553 h 284553"/>
                <a:gd name="csX2" fmla="*/ 12877 w 12876"/>
                <a:gd name="csY2" fmla="*/ 284553 h 284553"/>
                <a:gd name="csX3" fmla="*/ 12877 w 12876"/>
                <a:gd name="csY3" fmla="*/ 0 h 284553"/>
                <a:gd name="csX4" fmla="*/ 0 w 12876"/>
                <a:gd name="csY4" fmla="*/ 0 h 284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84553">
                  <a:moveTo>
                    <a:pt x="0" y="0"/>
                  </a:moveTo>
                  <a:lnTo>
                    <a:pt x="0" y="284553"/>
                  </a:lnTo>
                  <a:lnTo>
                    <a:pt x="12877" y="28455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7" name="Freeform 1446">
              <a:extLst>
                <a:ext uri="{FF2B5EF4-FFF2-40B4-BE49-F238E27FC236}">
                  <a16:creationId xmlns:a16="http://schemas.microsoft.com/office/drawing/2014/main" id="{B09078FA-B3EC-33E4-BF55-C6109D223705}"/>
                </a:ext>
              </a:extLst>
            </p:cNvPr>
            <p:cNvSpPr/>
            <p:nvPr/>
          </p:nvSpPr>
          <p:spPr>
            <a:xfrm>
              <a:off x="5949820" y="4512280"/>
              <a:ext cx="12876" cy="236989"/>
            </a:xfrm>
            <a:custGeom>
              <a:avLst/>
              <a:gdLst>
                <a:gd name="csX0" fmla="*/ 0 w 12876"/>
                <a:gd name="csY0" fmla="*/ 0 h 236989"/>
                <a:gd name="csX1" fmla="*/ 0 w 12876"/>
                <a:gd name="csY1" fmla="*/ 236990 h 236989"/>
                <a:gd name="csX2" fmla="*/ 12877 w 12876"/>
                <a:gd name="csY2" fmla="*/ 236990 h 236989"/>
                <a:gd name="csX3" fmla="*/ 12877 w 12876"/>
                <a:gd name="csY3" fmla="*/ 0 h 236989"/>
                <a:gd name="csX4" fmla="*/ 0 w 12876"/>
                <a:gd name="csY4" fmla="*/ 0 h 236989"/>
                <a:gd name="csX5" fmla="*/ 0 w 12876"/>
                <a:gd name="csY5" fmla="*/ 0 h 236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36989">
                  <a:moveTo>
                    <a:pt x="0" y="0"/>
                  </a:moveTo>
                  <a:lnTo>
                    <a:pt x="0" y="236990"/>
                  </a:lnTo>
                  <a:lnTo>
                    <a:pt x="12877" y="23699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8" name="Freeform 1447">
              <a:extLst>
                <a:ext uri="{FF2B5EF4-FFF2-40B4-BE49-F238E27FC236}">
                  <a16:creationId xmlns:a16="http://schemas.microsoft.com/office/drawing/2014/main" id="{E60C9FF8-2C38-D2A2-AECF-DBA5BD40471E}"/>
                </a:ext>
              </a:extLst>
            </p:cNvPr>
            <p:cNvSpPr/>
            <p:nvPr/>
          </p:nvSpPr>
          <p:spPr>
            <a:xfrm>
              <a:off x="5949820" y="4512280"/>
              <a:ext cx="12876" cy="236989"/>
            </a:xfrm>
            <a:custGeom>
              <a:avLst/>
              <a:gdLst>
                <a:gd name="csX0" fmla="*/ 0 w 12876"/>
                <a:gd name="csY0" fmla="*/ 0 h 236989"/>
                <a:gd name="csX1" fmla="*/ 0 w 12876"/>
                <a:gd name="csY1" fmla="*/ 236990 h 236989"/>
                <a:gd name="csX2" fmla="*/ 12877 w 12876"/>
                <a:gd name="csY2" fmla="*/ 236990 h 236989"/>
                <a:gd name="csX3" fmla="*/ 12877 w 12876"/>
                <a:gd name="csY3" fmla="*/ 0 h 236989"/>
                <a:gd name="csX4" fmla="*/ 0 w 12876"/>
                <a:gd name="csY4" fmla="*/ 0 h 236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36989">
                  <a:moveTo>
                    <a:pt x="0" y="0"/>
                  </a:moveTo>
                  <a:lnTo>
                    <a:pt x="0" y="236990"/>
                  </a:lnTo>
                  <a:lnTo>
                    <a:pt x="12877" y="23699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9" name="Freeform 1448">
              <a:extLst>
                <a:ext uri="{FF2B5EF4-FFF2-40B4-BE49-F238E27FC236}">
                  <a16:creationId xmlns:a16="http://schemas.microsoft.com/office/drawing/2014/main" id="{DC92B24B-3D37-6854-16CC-0CC432BC7253}"/>
                </a:ext>
              </a:extLst>
            </p:cNvPr>
            <p:cNvSpPr/>
            <p:nvPr/>
          </p:nvSpPr>
          <p:spPr>
            <a:xfrm>
              <a:off x="5962697" y="4553964"/>
              <a:ext cx="12876" cy="195305"/>
            </a:xfrm>
            <a:custGeom>
              <a:avLst/>
              <a:gdLst>
                <a:gd name="csX0" fmla="*/ 0 w 12876"/>
                <a:gd name="csY0" fmla="*/ 0 h 195305"/>
                <a:gd name="csX1" fmla="*/ 0 w 12876"/>
                <a:gd name="csY1" fmla="*/ 195305 h 195305"/>
                <a:gd name="csX2" fmla="*/ 12877 w 12876"/>
                <a:gd name="csY2" fmla="*/ 195305 h 195305"/>
                <a:gd name="csX3" fmla="*/ 12877 w 12876"/>
                <a:gd name="csY3" fmla="*/ 0 h 195305"/>
                <a:gd name="csX4" fmla="*/ 0 w 12876"/>
                <a:gd name="csY4" fmla="*/ 0 h 195305"/>
                <a:gd name="csX5" fmla="*/ 0 w 12876"/>
                <a:gd name="csY5" fmla="*/ 0 h 1953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95305">
                  <a:moveTo>
                    <a:pt x="0" y="0"/>
                  </a:moveTo>
                  <a:lnTo>
                    <a:pt x="0" y="195305"/>
                  </a:lnTo>
                  <a:lnTo>
                    <a:pt x="12877" y="19530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0" name="Freeform 1449">
              <a:extLst>
                <a:ext uri="{FF2B5EF4-FFF2-40B4-BE49-F238E27FC236}">
                  <a16:creationId xmlns:a16="http://schemas.microsoft.com/office/drawing/2014/main" id="{F35BEECA-234E-36BF-DD35-7903D99D207C}"/>
                </a:ext>
              </a:extLst>
            </p:cNvPr>
            <p:cNvSpPr/>
            <p:nvPr/>
          </p:nvSpPr>
          <p:spPr>
            <a:xfrm>
              <a:off x="5962697" y="4553964"/>
              <a:ext cx="12876" cy="195305"/>
            </a:xfrm>
            <a:custGeom>
              <a:avLst/>
              <a:gdLst>
                <a:gd name="csX0" fmla="*/ 0 w 12876"/>
                <a:gd name="csY0" fmla="*/ 0 h 195305"/>
                <a:gd name="csX1" fmla="*/ 0 w 12876"/>
                <a:gd name="csY1" fmla="*/ 195305 h 195305"/>
                <a:gd name="csX2" fmla="*/ 12877 w 12876"/>
                <a:gd name="csY2" fmla="*/ 195305 h 195305"/>
                <a:gd name="csX3" fmla="*/ 12877 w 12876"/>
                <a:gd name="csY3" fmla="*/ 0 h 195305"/>
                <a:gd name="csX4" fmla="*/ 0 w 12876"/>
                <a:gd name="csY4" fmla="*/ 0 h 1953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95305">
                  <a:moveTo>
                    <a:pt x="0" y="0"/>
                  </a:moveTo>
                  <a:lnTo>
                    <a:pt x="0" y="195305"/>
                  </a:lnTo>
                  <a:lnTo>
                    <a:pt x="12877" y="19530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1" name="Freeform 1450">
              <a:extLst>
                <a:ext uri="{FF2B5EF4-FFF2-40B4-BE49-F238E27FC236}">
                  <a16:creationId xmlns:a16="http://schemas.microsoft.com/office/drawing/2014/main" id="{4C39FCBE-5DDC-3C42-6ED5-542765C047E9}"/>
                </a:ext>
              </a:extLst>
            </p:cNvPr>
            <p:cNvSpPr/>
            <p:nvPr/>
          </p:nvSpPr>
          <p:spPr>
            <a:xfrm>
              <a:off x="5975574" y="4584303"/>
              <a:ext cx="12876" cy="164966"/>
            </a:xfrm>
            <a:custGeom>
              <a:avLst/>
              <a:gdLst>
                <a:gd name="csX0" fmla="*/ 0 w 12876"/>
                <a:gd name="csY0" fmla="*/ 0 h 164966"/>
                <a:gd name="csX1" fmla="*/ 0 w 12876"/>
                <a:gd name="csY1" fmla="*/ 164966 h 164966"/>
                <a:gd name="csX2" fmla="*/ 12877 w 12876"/>
                <a:gd name="csY2" fmla="*/ 164966 h 164966"/>
                <a:gd name="csX3" fmla="*/ 12877 w 12876"/>
                <a:gd name="csY3" fmla="*/ 0 h 164966"/>
                <a:gd name="csX4" fmla="*/ 0 w 12876"/>
                <a:gd name="csY4" fmla="*/ 0 h 164966"/>
                <a:gd name="csX5" fmla="*/ 0 w 12876"/>
                <a:gd name="csY5" fmla="*/ 0 h 1649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64966">
                  <a:moveTo>
                    <a:pt x="0" y="0"/>
                  </a:moveTo>
                  <a:lnTo>
                    <a:pt x="0" y="164966"/>
                  </a:lnTo>
                  <a:lnTo>
                    <a:pt x="12877" y="1649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2" name="Freeform 1451">
              <a:extLst>
                <a:ext uri="{FF2B5EF4-FFF2-40B4-BE49-F238E27FC236}">
                  <a16:creationId xmlns:a16="http://schemas.microsoft.com/office/drawing/2014/main" id="{14E3006A-D812-B528-A6FD-A0FD8B4EE10C}"/>
                </a:ext>
              </a:extLst>
            </p:cNvPr>
            <p:cNvSpPr/>
            <p:nvPr/>
          </p:nvSpPr>
          <p:spPr>
            <a:xfrm>
              <a:off x="5975574" y="4584303"/>
              <a:ext cx="12876" cy="164966"/>
            </a:xfrm>
            <a:custGeom>
              <a:avLst/>
              <a:gdLst>
                <a:gd name="csX0" fmla="*/ 0 w 12876"/>
                <a:gd name="csY0" fmla="*/ 0 h 164966"/>
                <a:gd name="csX1" fmla="*/ 0 w 12876"/>
                <a:gd name="csY1" fmla="*/ 164966 h 164966"/>
                <a:gd name="csX2" fmla="*/ 12877 w 12876"/>
                <a:gd name="csY2" fmla="*/ 164966 h 164966"/>
                <a:gd name="csX3" fmla="*/ 12877 w 12876"/>
                <a:gd name="csY3" fmla="*/ 0 h 164966"/>
                <a:gd name="csX4" fmla="*/ 0 w 12876"/>
                <a:gd name="csY4" fmla="*/ 0 h 1649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64966">
                  <a:moveTo>
                    <a:pt x="0" y="0"/>
                  </a:moveTo>
                  <a:lnTo>
                    <a:pt x="0" y="164966"/>
                  </a:lnTo>
                  <a:lnTo>
                    <a:pt x="12877" y="1649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3" name="Freeform 1452">
              <a:extLst>
                <a:ext uri="{FF2B5EF4-FFF2-40B4-BE49-F238E27FC236}">
                  <a16:creationId xmlns:a16="http://schemas.microsoft.com/office/drawing/2014/main" id="{D719CAC5-7047-279B-C678-10FD39BF2D40}"/>
                </a:ext>
              </a:extLst>
            </p:cNvPr>
            <p:cNvSpPr/>
            <p:nvPr/>
          </p:nvSpPr>
          <p:spPr>
            <a:xfrm>
              <a:off x="5988450" y="4617623"/>
              <a:ext cx="12866" cy="131645"/>
            </a:xfrm>
            <a:custGeom>
              <a:avLst/>
              <a:gdLst>
                <a:gd name="csX0" fmla="*/ 0 w 12866"/>
                <a:gd name="csY0" fmla="*/ 0 h 131645"/>
                <a:gd name="csX1" fmla="*/ 0 w 12866"/>
                <a:gd name="csY1" fmla="*/ 131646 h 131645"/>
                <a:gd name="csX2" fmla="*/ 12866 w 12866"/>
                <a:gd name="csY2" fmla="*/ 131646 h 131645"/>
                <a:gd name="csX3" fmla="*/ 12866 w 12866"/>
                <a:gd name="csY3" fmla="*/ 0 h 131645"/>
                <a:gd name="csX4" fmla="*/ 0 w 12866"/>
                <a:gd name="csY4" fmla="*/ 0 h 131645"/>
                <a:gd name="csX5" fmla="*/ 0 w 12866"/>
                <a:gd name="csY5" fmla="*/ 0 h 131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31645">
                  <a:moveTo>
                    <a:pt x="0" y="0"/>
                  </a:moveTo>
                  <a:lnTo>
                    <a:pt x="0" y="131646"/>
                  </a:lnTo>
                  <a:lnTo>
                    <a:pt x="12866" y="131646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4" name="Freeform 1453">
              <a:extLst>
                <a:ext uri="{FF2B5EF4-FFF2-40B4-BE49-F238E27FC236}">
                  <a16:creationId xmlns:a16="http://schemas.microsoft.com/office/drawing/2014/main" id="{13A69BC7-11BF-9B40-F167-2773F2254EC4}"/>
                </a:ext>
              </a:extLst>
            </p:cNvPr>
            <p:cNvSpPr/>
            <p:nvPr/>
          </p:nvSpPr>
          <p:spPr>
            <a:xfrm>
              <a:off x="5988450" y="4617623"/>
              <a:ext cx="12866" cy="131645"/>
            </a:xfrm>
            <a:custGeom>
              <a:avLst/>
              <a:gdLst>
                <a:gd name="csX0" fmla="*/ 0 w 12866"/>
                <a:gd name="csY0" fmla="*/ 0 h 131645"/>
                <a:gd name="csX1" fmla="*/ 0 w 12866"/>
                <a:gd name="csY1" fmla="*/ 131646 h 131645"/>
                <a:gd name="csX2" fmla="*/ 12866 w 12866"/>
                <a:gd name="csY2" fmla="*/ 131646 h 131645"/>
                <a:gd name="csX3" fmla="*/ 12866 w 12866"/>
                <a:gd name="csY3" fmla="*/ 0 h 131645"/>
                <a:gd name="csX4" fmla="*/ 0 w 12866"/>
                <a:gd name="csY4" fmla="*/ 0 h 131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31645">
                  <a:moveTo>
                    <a:pt x="0" y="0"/>
                  </a:moveTo>
                  <a:lnTo>
                    <a:pt x="0" y="131646"/>
                  </a:lnTo>
                  <a:lnTo>
                    <a:pt x="12866" y="131646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5" name="Freeform 1454">
              <a:extLst>
                <a:ext uri="{FF2B5EF4-FFF2-40B4-BE49-F238E27FC236}">
                  <a16:creationId xmlns:a16="http://schemas.microsoft.com/office/drawing/2014/main" id="{CBED097E-BA50-C56C-0F1E-66DE285B423B}"/>
                </a:ext>
              </a:extLst>
            </p:cNvPr>
            <p:cNvSpPr/>
            <p:nvPr/>
          </p:nvSpPr>
          <p:spPr>
            <a:xfrm>
              <a:off x="6001317" y="4648190"/>
              <a:ext cx="12876" cy="101079"/>
            </a:xfrm>
            <a:custGeom>
              <a:avLst/>
              <a:gdLst>
                <a:gd name="csX0" fmla="*/ 0 w 12876"/>
                <a:gd name="csY0" fmla="*/ 0 h 101079"/>
                <a:gd name="csX1" fmla="*/ 0 w 12876"/>
                <a:gd name="csY1" fmla="*/ 101079 h 101079"/>
                <a:gd name="csX2" fmla="*/ 12877 w 12876"/>
                <a:gd name="csY2" fmla="*/ 101079 h 101079"/>
                <a:gd name="csX3" fmla="*/ 12877 w 12876"/>
                <a:gd name="csY3" fmla="*/ 0 h 101079"/>
                <a:gd name="csX4" fmla="*/ 0 w 12876"/>
                <a:gd name="csY4" fmla="*/ 0 h 101079"/>
                <a:gd name="csX5" fmla="*/ 0 w 12876"/>
                <a:gd name="csY5" fmla="*/ 0 h 10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1079">
                  <a:moveTo>
                    <a:pt x="0" y="0"/>
                  </a:moveTo>
                  <a:lnTo>
                    <a:pt x="0" y="101079"/>
                  </a:lnTo>
                  <a:lnTo>
                    <a:pt x="12877" y="10107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6" name="Freeform 1455">
              <a:extLst>
                <a:ext uri="{FF2B5EF4-FFF2-40B4-BE49-F238E27FC236}">
                  <a16:creationId xmlns:a16="http://schemas.microsoft.com/office/drawing/2014/main" id="{0F799612-685B-0B01-4511-35D30FB87D80}"/>
                </a:ext>
              </a:extLst>
            </p:cNvPr>
            <p:cNvSpPr/>
            <p:nvPr/>
          </p:nvSpPr>
          <p:spPr>
            <a:xfrm>
              <a:off x="6001317" y="4648190"/>
              <a:ext cx="12876" cy="101079"/>
            </a:xfrm>
            <a:custGeom>
              <a:avLst/>
              <a:gdLst>
                <a:gd name="csX0" fmla="*/ 0 w 12876"/>
                <a:gd name="csY0" fmla="*/ 0 h 101079"/>
                <a:gd name="csX1" fmla="*/ 0 w 12876"/>
                <a:gd name="csY1" fmla="*/ 101079 h 101079"/>
                <a:gd name="csX2" fmla="*/ 12877 w 12876"/>
                <a:gd name="csY2" fmla="*/ 101079 h 101079"/>
                <a:gd name="csX3" fmla="*/ 12877 w 12876"/>
                <a:gd name="csY3" fmla="*/ 0 h 101079"/>
                <a:gd name="csX4" fmla="*/ 0 w 12876"/>
                <a:gd name="csY4" fmla="*/ 0 h 10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1079">
                  <a:moveTo>
                    <a:pt x="0" y="0"/>
                  </a:moveTo>
                  <a:lnTo>
                    <a:pt x="0" y="101079"/>
                  </a:lnTo>
                  <a:lnTo>
                    <a:pt x="12877" y="10107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7" name="Freeform 1456">
              <a:extLst>
                <a:ext uri="{FF2B5EF4-FFF2-40B4-BE49-F238E27FC236}">
                  <a16:creationId xmlns:a16="http://schemas.microsoft.com/office/drawing/2014/main" id="{C113E66F-76FA-BC9F-8F28-391C40920719}"/>
                </a:ext>
              </a:extLst>
            </p:cNvPr>
            <p:cNvSpPr/>
            <p:nvPr/>
          </p:nvSpPr>
          <p:spPr>
            <a:xfrm>
              <a:off x="6014194" y="4666522"/>
              <a:ext cx="12876" cy="82747"/>
            </a:xfrm>
            <a:custGeom>
              <a:avLst/>
              <a:gdLst>
                <a:gd name="csX0" fmla="*/ 0 w 12876"/>
                <a:gd name="csY0" fmla="*/ 0 h 82747"/>
                <a:gd name="csX1" fmla="*/ 0 w 12876"/>
                <a:gd name="csY1" fmla="*/ 82747 h 82747"/>
                <a:gd name="csX2" fmla="*/ 12877 w 12876"/>
                <a:gd name="csY2" fmla="*/ 82747 h 82747"/>
                <a:gd name="csX3" fmla="*/ 12877 w 12876"/>
                <a:gd name="csY3" fmla="*/ 0 h 82747"/>
                <a:gd name="csX4" fmla="*/ 0 w 12876"/>
                <a:gd name="csY4" fmla="*/ 0 h 82747"/>
                <a:gd name="csX5" fmla="*/ 0 w 12876"/>
                <a:gd name="csY5" fmla="*/ 0 h 82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2747">
                  <a:moveTo>
                    <a:pt x="0" y="0"/>
                  </a:moveTo>
                  <a:lnTo>
                    <a:pt x="0" y="82747"/>
                  </a:lnTo>
                  <a:lnTo>
                    <a:pt x="12877" y="827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8" name="Freeform 1457">
              <a:extLst>
                <a:ext uri="{FF2B5EF4-FFF2-40B4-BE49-F238E27FC236}">
                  <a16:creationId xmlns:a16="http://schemas.microsoft.com/office/drawing/2014/main" id="{C46417B6-7420-7D87-0AD4-63AC49960D53}"/>
                </a:ext>
              </a:extLst>
            </p:cNvPr>
            <p:cNvSpPr/>
            <p:nvPr/>
          </p:nvSpPr>
          <p:spPr>
            <a:xfrm>
              <a:off x="6014194" y="4666522"/>
              <a:ext cx="12876" cy="82747"/>
            </a:xfrm>
            <a:custGeom>
              <a:avLst/>
              <a:gdLst>
                <a:gd name="csX0" fmla="*/ 0 w 12876"/>
                <a:gd name="csY0" fmla="*/ 0 h 82747"/>
                <a:gd name="csX1" fmla="*/ 0 w 12876"/>
                <a:gd name="csY1" fmla="*/ 82747 h 82747"/>
                <a:gd name="csX2" fmla="*/ 12877 w 12876"/>
                <a:gd name="csY2" fmla="*/ 82747 h 82747"/>
                <a:gd name="csX3" fmla="*/ 12877 w 12876"/>
                <a:gd name="csY3" fmla="*/ 0 h 82747"/>
                <a:gd name="csX4" fmla="*/ 0 w 12876"/>
                <a:gd name="csY4" fmla="*/ 0 h 82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2747">
                  <a:moveTo>
                    <a:pt x="0" y="0"/>
                  </a:moveTo>
                  <a:lnTo>
                    <a:pt x="0" y="82747"/>
                  </a:lnTo>
                  <a:lnTo>
                    <a:pt x="12877" y="827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9" name="Freeform 1458">
              <a:extLst>
                <a:ext uri="{FF2B5EF4-FFF2-40B4-BE49-F238E27FC236}">
                  <a16:creationId xmlns:a16="http://schemas.microsoft.com/office/drawing/2014/main" id="{33CAD797-9122-2647-4292-E0D3A73F751F}"/>
                </a:ext>
              </a:extLst>
            </p:cNvPr>
            <p:cNvSpPr/>
            <p:nvPr/>
          </p:nvSpPr>
          <p:spPr>
            <a:xfrm>
              <a:off x="6027071" y="4679244"/>
              <a:ext cx="12876" cy="70025"/>
            </a:xfrm>
            <a:custGeom>
              <a:avLst/>
              <a:gdLst>
                <a:gd name="csX0" fmla="*/ 0 w 12876"/>
                <a:gd name="csY0" fmla="*/ 0 h 70025"/>
                <a:gd name="csX1" fmla="*/ 0 w 12876"/>
                <a:gd name="csY1" fmla="*/ 70026 h 70025"/>
                <a:gd name="csX2" fmla="*/ 12877 w 12876"/>
                <a:gd name="csY2" fmla="*/ 70026 h 70025"/>
                <a:gd name="csX3" fmla="*/ 12877 w 12876"/>
                <a:gd name="csY3" fmla="*/ 0 h 70025"/>
                <a:gd name="csX4" fmla="*/ 0 w 12876"/>
                <a:gd name="csY4" fmla="*/ 0 h 70025"/>
                <a:gd name="csX5" fmla="*/ 0 w 12876"/>
                <a:gd name="csY5" fmla="*/ 0 h 7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0025">
                  <a:moveTo>
                    <a:pt x="0" y="0"/>
                  </a:moveTo>
                  <a:lnTo>
                    <a:pt x="0" y="70026"/>
                  </a:lnTo>
                  <a:lnTo>
                    <a:pt x="12877" y="7002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0" name="Freeform 1459">
              <a:extLst>
                <a:ext uri="{FF2B5EF4-FFF2-40B4-BE49-F238E27FC236}">
                  <a16:creationId xmlns:a16="http://schemas.microsoft.com/office/drawing/2014/main" id="{C0357F21-2BC5-9E44-824B-A1E11E134A1A}"/>
                </a:ext>
              </a:extLst>
            </p:cNvPr>
            <p:cNvSpPr/>
            <p:nvPr/>
          </p:nvSpPr>
          <p:spPr>
            <a:xfrm>
              <a:off x="6027071" y="4679244"/>
              <a:ext cx="12876" cy="70025"/>
            </a:xfrm>
            <a:custGeom>
              <a:avLst/>
              <a:gdLst>
                <a:gd name="csX0" fmla="*/ 0 w 12876"/>
                <a:gd name="csY0" fmla="*/ 0 h 70025"/>
                <a:gd name="csX1" fmla="*/ 0 w 12876"/>
                <a:gd name="csY1" fmla="*/ 70026 h 70025"/>
                <a:gd name="csX2" fmla="*/ 12877 w 12876"/>
                <a:gd name="csY2" fmla="*/ 70026 h 70025"/>
                <a:gd name="csX3" fmla="*/ 12877 w 12876"/>
                <a:gd name="csY3" fmla="*/ 0 h 70025"/>
                <a:gd name="csX4" fmla="*/ 0 w 12876"/>
                <a:gd name="csY4" fmla="*/ 0 h 7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0025">
                  <a:moveTo>
                    <a:pt x="0" y="0"/>
                  </a:moveTo>
                  <a:lnTo>
                    <a:pt x="0" y="70026"/>
                  </a:lnTo>
                  <a:lnTo>
                    <a:pt x="12877" y="7002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1" name="Freeform 1460">
              <a:extLst>
                <a:ext uri="{FF2B5EF4-FFF2-40B4-BE49-F238E27FC236}">
                  <a16:creationId xmlns:a16="http://schemas.microsoft.com/office/drawing/2014/main" id="{6D5A7EBD-3056-F046-0C69-2DF784F57156}"/>
                </a:ext>
              </a:extLst>
            </p:cNvPr>
            <p:cNvSpPr/>
            <p:nvPr/>
          </p:nvSpPr>
          <p:spPr>
            <a:xfrm>
              <a:off x="6039947" y="4696861"/>
              <a:ext cx="12866" cy="52407"/>
            </a:xfrm>
            <a:custGeom>
              <a:avLst/>
              <a:gdLst>
                <a:gd name="csX0" fmla="*/ 0 w 12866"/>
                <a:gd name="csY0" fmla="*/ 0 h 52407"/>
                <a:gd name="csX1" fmla="*/ 0 w 12866"/>
                <a:gd name="csY1" fmla="*/ 52408 h 52407"/>
                <a:gd name="csX2" fmla="*/ 12866 w 12866"/>
                <a:gd name="csY2" fmla="*/ 52408 h 52407"/>
                <a:gd name="csX3" fmla="*/ 12866 w 12866"/>
                <a:gd name="csY3" fmla="*/ 0 h 52407"/>
                <a:gd name="csX4" fmla="*/ 0 w 12866"/>
                <a:gd name="csY4" fmla="*/ 0 h 52407"/>
                <a:gd name="csX5" fmla="*/ 0 w 12866"/>
                <a:gd name="csY5" fmla="*/ 0 h 52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52407">
                  <a:moveTo>
                    <a:pt x="0" y="0"/>
                  </a:moveTo>
                  <a:lnTo>
                    <a:pt x="0" y="52408"/>
                  </a:lnTo>
                  <a:lnTo>
                    <a:pt x="12866" y="52408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2" name="Freeform 1461">
              <a:extLst>
                <a:ext uri="{FF2B5EF4-FFF2-40B4-BE49-F238E27FC236}">
                  <a16:creationId xmlns:a16="http://schemas.microsoft.com/office/drawing/2014/main" id="{DAE9E600-DBE7-651F-C892-FFBA6A5661EC}"/>
                </a:ext>
              </a:extLst>
            </p:cNvPr>
            <p:cNvSpPr/>
            <p:nvPr/>
          </p:nvSpPr>
          <p:spPr>
            <a:xfrm>
              <a:off x="6039947" y="4696861"/>
              <a:ext cx="12866" cy="52407"/>
            </a:xfrm>
            <a:custGeom>
              <a:avLst/>
              <a:gdLst>
                <a:gd name="csX0" fmla="*/ 0 w 12866"/>
                <a:gd name="csY0" fmla="*/ 0 h 52407"/>
                <a:gd name="csX1" fmla="*/ 0 w 12866"/>
                <a:gd name="csY1" fmla="*/ 52408 h 52407"/>
                <a:gd name="csX2" fmla="*/ 12866 w 12866"/>
                <a:gd name="csY2" fmla="*/ 52408 h 52407"/>
                <a:gd name="csX3" fmla="*/ 12866 w 12866"/>
                <a:gd name="csY3" fmla="*/ 0 h 52407"/>
                <a:gd name="csX4" fmla="*/ 0 w 12866"/>
                <a:gd name="csY4" fmla="*/ 0 h 52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52407">
                  <a:moveTo>
                    <a:pt x="0" y="0"/>
                  </a:moveTo>
                  <a:lnTo>
                    <a:pt x="0" y="52408"/>
                  </a:lnTo>
                  <a:lnTo>
                    <a:pt x="12866" y="52408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3" name="Freeform 1462">
              <a:extLst>
                <a:ext uri="{FF2B5EF4-FFF2-40B4-BE49-F238E27FC236}">
                  <a16:creationId xmlns:a16="http://schemas.microsoft.com/office/drawing/2014/main" id="{7670AEDC-45F6-9F83-014B-1C542B24285C}"/>
                </a:ext>
              </a:extLst>
            </p:cNvPr>
            <p:cNvSpPr/>
            <p:nvPr/>
          </p:nvSpPr>
          <p:spPr>
            <a:xfrm>
              <a:off x="6052814" y="4709272"/>
              <a:ext cx="12876" cy="39996"/>
            </a:xfrm>
            <a:custGeom>
              <a:avLst/>
              <a:gdLst>
                <a:gd name="csX0" fmla="*/ 0 w 12876"/>
                <a:gd name="csY0" fmla="*/ 0 h 39996"/>
                <a:gd name="csX1" fmla="*/ 0 w 12876"/>
                <a:gd name="csY1" fmla="*/ 39997 h 39996"/>
                <a:gd name="csX2" fmla="*/ 12877 w 12876"/>
                <a:gd name="csY2" fmla="*/ 39997 h 39996"/>
                <a:gd name="csX3" fmla="*/ 12877 w 12876"/>
                <a:gd name="csY3" fmla="*/ 0 h 39996"/>
                <a:gd name="csX4" fmla="*/ 0 w 12876"/>
                <a:gd name="csY4" fmla="*/ 0 h 39996"/>
                <a:gd name="csX5" fmla="*/ 0 w 12876"/>
                <a:gd name="csY5" fmla="*/ 0 h 39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9996">
                  <a:moveTo>
                    <a:pt x="0" y="0"/>
                  </a:moveTo>
                  <a:lnTo>
                    <a:pt x="0" y="39997"/>
                  </a:lnTo>
                  <a:lnTo>
                    <a:pt x="12877" y="3999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4" name="Freeform 1463">
              <a:extLst>
                <a:ext uri="{FF2B5EF4-FFF2-40B4-BE49-F238E27FC236}">
                  <a16:creationId xmlns:a16="http://schemas.microsoft.com/office/drawing/2014/main" id="{0025F02A-F268-EABF-3CDB-64365EF20394}"/>
                </a:ext>
              </a:extLst>
            </p:cNvPr>
            <p:cNvSpPr/>
            <p:nvPr/>
          </p:nvSpPr>
          <p:spPr>
            <a:xfrm>
              <a:off x="6052814" y="4709272"/>
              <a:ext cx="12876" cy="39996"/>
            </a:xfrm>
            <a:custGeom>
              <a:avLst/>
              <a:gdLst>
                <a:gd name="csX0" fmla="*/ 0 w 12876"/>
                <a:gd name="csY0" fmla="*/ 0 h 39996"/>
                <a:gd name="csX1" fmla="*/ 0 w 12876"/>
                <a:gd name="csY1" fmla="*/ 39997 h 39996"/>
                <a:gd name="csX2" fmla="*/ 12877 w 12876"/>
                <a:gd name="csY2" fmla="*/ 39997 h 39996"/>
                <a:gd name="csX3" fmla="*/ 12877 w 12876"/>
                <a:gd name="csY3" fmla="*/ 0 h 39996"/>
                <a:gd name="csX4" fmla="*/ 0 w 12876"/>
                <a:gd name="csY4" fmla="*/ 0 h 39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9996">
                  <a:moveTo>
                    <a:pt x="0" y="0"/>
                  </a:moveTo>
                  <a:lnTo>
                    <a:pt x="0" y="39997"/>
                  </a:lnTo>
                  <a:lnTo>
                    <a:pt x="12877" y="3999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5" name="Freeform 1464">
              <a:extLst>
                <a:ext uri="{FF2B5EF4-FFF2-40B4-BE49-F238E27FC236}">
                  <a16:creationId xmlns:a16="http://schemas.microsoft.com/office/drawing/2014/main" id="{DC24B947-B64B-D568-8BEE-012D76D3C9ED}"/>
                </a:ext>
              </a:extLst>
            </p:cNvPr>
            <p:cNvSpPr/>
            <p:nvPr/>
          </p:nvSpPr>
          <p:spPr>
            <a:xfrm>
              <a:off x="6065691" y="4718040"/>
              <a:ext cx="12876" cy="31229"/>
            </a:xfrm>
            <a:custGeom>
              <a:avLst/>
              <a:gdLst>
                <a:gd name="csX0" fmla="*/ 0 w 12876"/>
                <a:gd name="csY0" fmla="*/ 0 h 31229"/>
                <a:gd name="csX1" fmla="*/ 0 w 12876"/>
                <a:gd name="csY1" fmla="*/ 31229 h 31229"/>
                <a:gd name="csX2" fmla="*/ 12877 w 12876"/>
                <a:gd name="csY2" fmla="*/ 31229 h 31229"/>
                <a:gd name="csX3" fmla="*/ 12877 w 12876"/>
                <a:gd name="csY3" fmla="*/ 0 h 31229"/>
                <a:gd name="csX4" fmla="*/ 0 w 12876"/>
                <a:gd name="csY4" fmla="*/ 0 h 31229"/>
                <a:gd name="csX5" fmla="*/ 0 w 12876"/>
                <a:gd name="csY5" fmla="*/ 0 h 312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1229">
                  <a:moveTo>
                    <a:pt x="0" y="0"/>
                  </a:moveTo>
                  <a:lnTo>
                    <a:pt x="0" y="31229"/>
                  </a:lnTo>
                  <a:lnTo>
                    <a:pt x="12877" y="3122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E1A22EED-70AB-0ED8-8D40-D46FDF271473}"/>
                </a:ext>
              </a:extLst>
            </p:cNvPr>
            <p:cNvSpPr/>
            <p:nvPr/>
          </p:nvSpPr>
          <p:spPr>
            <a:xfrm>
              <a:off x="6065691" y="4718040"/>
              <a:ext cx="12876" cy="31229"/>
            </a:xfrm>
            <a:custGeom>
              <a:avLst/>
              <a:gdLst>
                <a:gd name="csX0" fmla="*/ 0 w 12876"/>
                <a:gd name="csY0" fmla="*/ 0 h 31229"/>
                <a:gd name="csX1" fmla="*/ 0 w 12876"/>
                <a:gd name="csY1" fmla="*/ 31229 h 31229"/>
                <a:gd name="csX2" fmla="*/ 12877 w 12876"/>
                <a:gd name="csY2" fmla="*/ 31229 h 31229"/>
                <a:gd name="csX3" fmla="*/ 12877 w 12876"/>
                <a:gd name="csY3" fmla="*/ 0 h 31229"/>
                <a:gd name="csX4" fmla="*/ 0 w 12876"/>
                <a:gd name="csY4" fmla="*/ 0 h 312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1229">
                  <a:moveTo>
                    <a:pt x="0" y="0"/>
                  </a:moveTo>
                  <a:lnTo>
                    <a:pt x="0" y="31229"/>
                  </a:lnTo>
                  <a:lnTo>
                    <a:pt x="12877" y="3122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7" name="Freeform 1466">
              <a:extLst>
                <a:ext uri="{FF2B5EF4-FFF2-40B4-BE49-F238E27FC236}">
                  <a16:creationId xmlns:a16="http://schemas.microsoft.com/office/drawing/2014/main" id="{A43658D3-CFA6-58D8-8FC5-E7A43FF418FF}"/>
                </a:ext>
              </a:extLst>
            </p:cNvPr>
            <p:cNvSpPr/>
            <p:nvPr/>
          </p:nvSpPr>
          <p:spPr>
            <a:xfrm>
              <a:off x="6078567" y="4724354"/>
              <a:ext cx="12876" cy="24915"/>
            </a:xfrm>
            <a:custGeom>
              <a:avLst/>
              <a:gdLst>
                <a:gd name="csX0" fmla="*/ 0 w 12876"/>
                <a:gd name="csY0" fmla="*/ 0 h 24915"/>
                <a:gd name="csX1" fmla="*/ 0 w 12876"/>
                <a:gd name="csY1" fmla="*/ 24915 h 24915"/>
                <a:gd name="csX2" fmla="*/ 12877 w 12876"/>
                <a:gd name="csY2" fmla="*/ 24915 h 24915"/>
                <a:gd name="csX3" fmla="*/ 12877 w 12876"/>
                <a:gd name="csY3" fmla="*/ 0 h 24915"/>
                <a:gd name="csX4" fmla="*/ 0 w 12876"/>
                <a:gd name="csY4" fmla="*/ 0 h 24915"/>
                <a:gd name="csX5" fmla="*/ 0 w 12876"/>
                <a:gd name="csY5" fmla="*/ 0 h 24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4915">
                  <a:moveTo>
                    <a:pt x="0" y="0"/>
                  </a:moveTo>
                  <a:lnTo>
                    <a:pt x="0" y="24915"/>
                  </a:lnTo>
                  <a:lnTo>
                    <a:pt x="12877" y="2491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8" name="Freeform 1467">
              <a:extLst>
                <a:ext uri="{FF2B5EF4-FFF2-40B4-BE49-F238E27FC236}">
                  <a16:creationId xmlns:a16="http://schemas.microsoft.com/office/drawing/2014/main" id="{8EEFB729-2C40-0A7D-8DCF-F73FA13D60BB}"/>
                </a:ext>
              </a:extLst>
            </p:cNvPr>
            <p:cNvSpPr/>
            <p:nvPr/>
          </p:nvSpPr>
          <p:spPr>
            <a:xfrm>
              <a:off x="6078567" y="4724354"/>
              <a:ext cx="12876" cy="24915"/>
            </a:xfrm>
            <a:custGeom>
              <a:avLst/>
              <a:gdLst>
                <a:gd name="csX0" fmla="*/ 0 w 12876"/>
                <a:gd name="csY0" fmla="*/ 0 h 24915"/>
                <a:gd name="csX1" fmla="*/ 0 w 12876"/>
                <a:gd name="csY1" fmla="*/ 24915 h 24915"/>
                <a:gd name="csX2" fmla="*/ 12877 w 12876"/>
                <a:gd name="csY2" fmla="*/ 24915 h 24915"/>
                <a:gd name="csX3" fmla="*/ 12877 w 12876"/>
                <a:gd name="csY3" fmla="*/ 0 h 24915"/>
                <a:gd name="csX4" fmla="*/ 0 w 12876"/>
                <a:gd name="csY4" fmla="*/ 0 h 24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4915">
                  <a:moveTo>
                    <a:pt x="0" y="0"/>
                  </a:moveTo>
                  <a:lnTo>
                    <a:pt x="0" y="24915"/>
                  </a:lnTo>
                  <a:lnTo>
                    <a:pt x="12877" y="2491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9" name="Freeform 1468">
              <a:extLst>
                <a:ext uri="{FF2B5EF4-FFF2-40B4-BE49-F238E27FC236}">
                  <a16:creationId xmlns:a16="http://schemas.microsoft.com/office/drawing/2014/main" id="{E29F2E12-025C-E71A-0312-8066DEAC2069}"/>
                </a:ext>
              </a:extLst>
            </p:cNvPr>
            <p:cNvSpPr/>
            <p:nvPr/>
          </p:nvSpPr>
          <p:spPr>
            <a:xfrm>
              <a:off x="6091444" y="4730803"/>
              <a:ext cx="12876" cy="18466"/>
            </a:xfrm>
            <a:custGeom>
              <a:avLst/>
              <a:gdLst>
                <a:gd name="csX0" fmla="*/ 0 w 12876"/>
                <a:gd name="csY0" fmla="*/ 0 h 18466"/>
                <a:gd name="csX1" fmla="*/ 0 w 12876"/>
                <a:gd name="csY1" fmla="*/ 18466 h 18466"/>
                <a:gd name="csX2" fmla="*/ 12877 w 12876"/>
                <a:gd name="csY2" fmla="*/ 18466 h 18466"/>
                <a:gd name="csX3" fmla="*/ 12877 w 12876"/>
                <a:gd name="csY3" fmla="*/ 0 h 18466"/>
                <a:gd name="csX4" fmla="*/ 0 w 12876"/>
                <a:gd name="csY4" fmla="*/ 0 h 18466"/>
                <a:gd name="csX5" fmla="*/ 0 w 12876"/>
                <a:gd name="csY5" fmla="*/ 0 h 18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466">
                  <a:moveTo>
                    <a:pt x="0" y="0"/>
                  </a:moveTo>
                  <a:lnTo>
                    <a:pt x="0" y="18466"/>
                  </a:lnTo>
                  <a:lnTo>
                    <a:pt x="12877" y="184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0" name="Freeform 1469">
              <a:extLst>
                <a:ext uri="{FF2B5EF4-FFF2-40B4-BE49-F238E27FC236}">
                  <a16:creationId xmlns:a16="http://schemas.microsoft.com/office/drawing/2014/main" id="{EEA29DAC-DAF6-450F-D5B1-A574D4361F85}"/>
                </a:ext>
              </a:extLst>
            </p:cNvPr>
            <p:cNvSpPr/>
            <p:nvPr/>
          </p:nvSpPr>
          <p:spPr>
            <a:xfrm>
              <a:off x="6091444" y="4730803"/>
              <a:ext cx="12876" cy="18466"/>
            </a:xfrm>
            <a:custGeom>
              <a:avLst/>
              <a:gdLst>
                <a:gd name="csX0" fmla="*/ 0 w 12876"/>
                <a:gd name="csY0" fmla="*/ 0 h 18466"/>
                <a:gd name="csX1" fmla="*/ 0 w 12876"/>
                <a:gd name="csY1" fmla="*/ 18466 h 18466"/>
                <a:gd name="csX2" fmla="*/ 12877 w 12876"/>
                <a:gd name="csY2" fmla="*/ 18466 h 18466"/>
                <a:gd name="csX3" fmla="*/ 12877 w 12876"/>
                <a:gd name="csY3" fmla="*/ 0 h 18466"/>
                <a:gd name="csX4" fmla="*/ 0 w 12876"/>
                <a:gd name="csY4" fmla="*/ 0 h 18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466">
                  <a:moveTo>
                    <a:pt x="0" y="0"/>
                  </a:moveTo>
                  <a:lnTo>
                    <a:pt x="0" y="18466"/>
                  </a:lnTo>
                  <a:lnTo>
                    <a:pt x="12877" y="184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1" name="Freeform 1470">
              <a:extLst>
                <a:ext uri="{FF2B5EF4-FFF2-40B4-BE49-F238E27FC236}">
                  <a16:creationId xmlns:a16="http://schemas.microsoft.com/office/drawing/2014/main" id="{627E963E-2887-864A-C698-585D9CBD1D9E}"/>
                </a:ext>
              </a:extLst>
            </p:cNvPr>
            <p:cNvSpPr/>
            <p:nvPr/>
          </p:nvSpPr>
          <p:spPr>
            <a:xfrm>
              <a:off x="6104321" y="4736724"/>
              <a:ext cx="12866" cy="12545"/>
            </a:xfrm>
            <a:custGeom>
              <a:avLst/>
              <a:gdLst>
                <a:gd name="csX0" fmla="*/ 0 w 12866"/>
                <a:gd name="csY0" fmla="*/ 0 h 12545"/>
                <a:gd name="csX1" fmla="*/ 0 w 12866"/>
                <a:gd name="csY1" fmla="*/ 12546 h 12545"/>
                <a:gd name="csX2" fmla="*/ 12867 w 12866"/>
                <a:gd name="csY2" fmla="*/ 12546 h 12545"/>
                <a:gd name="csX3" fmla="*/ 12867 w 12866"/>
                <a:gd name="csY3" fmla="*/ 0 h 12545"/>
                <a:gd name="csX4" fmla="*/ 0 w 12866"/>
                <a:gd name="csY4" fmla="*/ 0 h 12545"/>
                <a:gd name="csX5" fmla="*/ 0 w 12866"/>
                <a:gd name="csY5" fmla="*/ 0 h 12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2545">
                  <a:moveTo>
                    <a:pt x="0" y="0"/>
                  </a:moveTo>
                  <a:lnTo>
                    <a:pt x="0" y="12546"/>
                  </a:lnTo>
                  <a:lnTo>
                    <a:pt x="12867" y="12546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2" name="Freeform 1471">
              <a:extLst>
                <a:ext uri="{FF2B5EF4-FFF2-40B4-BE49-F238E27FC236}">
                  <a16:creationId xmlns:a16="http://schemas.microsoft.com/office/drawing/2014/main" id="{489B8D69-725A-31DB-A757-F2984572AF1A}"/>
                </a:ext>
              </a:extLst>
            </p:cNvPr>
            <p:cNvSpPr/>
            <p:nvPr/>
          </p:nvSpPr>
          <p:spPr>
            <a:xfrm>
              <a:off x="6104321" y="4736724"/>
              <a:ext cx="12866" cy="12545"/>
            </a:xfrm>
            <a:custGeom>
              <a:avLst/>
              <a:gdLst>
                <a:gd name="csX0" fmla="*/ 0 w 12866"/>
                <a:gd name="csY0" fmla="*/ 0 h 12545"/>
                <a:gd name="csX1" fmla="*/ 0 w 12866"/>
                <a:gd name="csY1" fmla="*/ 12546 h 12545"/>
                <a:gd name="csX2" fmla="*/ 12867 w 12866"/>
                <a:gd name="csY2" fmla="*/ 12546 h 12545"/>
                <a:gd name="csX3" fmla="*/ 12867 w 12866"/>
                <a:gd name="csY3" fmla="*/ 0 h 12545"/>
                <a:gd name="csX4" fmla="*/ 0 w 12866"/>
                <a:gd name="csY4" fmla="*/ 0 h 12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2545">
                  <a:moveTo>
                    <a:pt x="0" y="0"/>
                  </a:moveTo>
                  <a:lnTo>
                    <a:pt x="0" y="12546"/>
                  </a:lnTo>
                  <a:lnTo>
                    <a:pt x="12867" y="12546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3" name="Freeform 1472">
              <a:extLst>
                <a:ext uri="{FF2B5EF4-FFF2-40B4-BE49-F238E27FC236}">
                  <a16:creationId xmlns:a16="http://schemas.microsoft.com/office/drawing/2014/main" id="{1BE51FC4-D738-187F-9E8D-74988E1014F6}"/>
                </a:ext>
              </a:extLst>
            </p:cNvPr>
            <p:cNvSpPr/>
            <p:nvPr/>
          </p:nvSpPr>
          <p:spPr>
            <a:xfrm>
              <a:off x="6117188" y="4740057"/>
              <a:ext cx="12876" cy="9212"/>
            </a:xfrm>
            <a:custGeom>
              <a:avLst/>
              <a:gdLst>
                <a:gd name="csX0" fmla="*/ 0 w 12876"/>
                <a:gd name="csY0" fmla="*/ 0 h 9212"/>
                <a:gd name="csX1" fmla="*/ 0 w 12876"/>
                <a:gd name="csY1" fmla="*/ 9213 h 9212"/>
                <a:gd name="csX2" fmla="*/ 12877 w 12876"/>
                <a:gd name="csY2" fmla="*/ 9213 h 9212"/>
                <a:gd name="csX3" fmla="*/ 12877 w 12876"/>
                <a:gd name="csY3" fmla="*/ 0 h 9212"/>
                <a:gd name="csX4" fmla="*/ 0 w 12876"/>
                <a:gd name="csY4" fmla="*/ 0 h 9212"/>
                <a:gd name="csX5" fmla="*/ 0 w 12876"/>
                <a:gd name="csY5" fmla="*/ 0 h 9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212">
                  <a:moveTo>
                    <a:pt x="0" y="0"/>
                  </a:moveTo>
                  <a:lnTo>
                    <a:pt x="0" y="9213"/>
                  </a:lnTo>
                  <a:lnTo>
                    <a:pt x="12877" y="921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4" name="Freeform 1473">
              <a:extLst>
                <a:ext uri="{FF2B5EF4-FFF2-40B4-BE49-F238E27FC236}">
                  <a16:creationId xmlns:a16="http://schemas.microsoft.com/office/drawing/2014/main" id="{49199A7F-5B11-DB75-CDE7-3E72EAA57DB8}"/>
                </a:ext>
              </a:extLst>
            </p:cNvPr>
            <p:cNvSpPr/>
            <p:nvPr/>
          </p:nvSpPr>
          <p:spPr>
            <a:xfrm>
              <a:off x="6117188" y="4740057"/>
              <a:ext cx="12876" cy="9212"/>
            </a:xfrm>
            <a:custGeom>
              <a:avLst/>
              <a:gdLst>
                <a:gd name="csX0" fmla="*/ 0 w 12876"/>
                <a:gd name="csY0" fmla="*/ 0 h 9212"/>
                <a:gd name="csX1" fmla="*/ 0 w 12876"/>
                <a:gd name="csY1" fmla="*/ 9213 h 9212"/>
                <a:gd name="csX2" fmla="*/ 12877 w 12876"/>
                <a:gd name="csY2" fmla="*/ 9213 h 9212"/>
                <a:gd name="csX3" fmla="*/ 12877 w 12876"/>
                <a:gd name="csY3" fmla="*/ 0 h 9212"/>
                <a:gd name="csX4" fmla="*/ 0 w 12876"/>
                <a:gd name="csY4" fmla="*/ 0 h 9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212">
                  <a:moveTo>
                    <a:pt x="0" y="0"/>
                  </a:moveTo>
                  <a:lnTo>
                    <a:pt x="0" y="9213"/>
                  </a:lnTo>
                  <a:lnTo>
                    <a:pt x="12877" y="921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5" name="Freeform 1474">
              <a:extLst>
                <a:ext uri="{FF2B5EF4-FFF2-40B4-BE49-F238E27FC236}">
                  <a16:creationId xmlns:a16="http://schemas.microsoft.com/office/drawing/2014/main" id="{7C02BEFA-87D3-7149-C4AD-C0D0ABBA9EE7}"/>
                </a:ext>
              </a:extLst>
            </p:cNvPr>
            <p:cNvSpPr/>
            <p:nvPr/>
          </p:nvSpPr>
          <p:spPr>
            <a:xfrm>
              <a:off x="6130065" y="4742241"/>
              <a:ext cx="12876" cy="7028"/>
            </a:xfrm>
            <a:custGeom>
              <a:avLst/>
              <a:gdLst>
                <a:gd name="csX0" fmla="*/ 0 w 12876"/>
                <a:gd name="csY0" fmla="*/ 0 h 7028"/>
                <a:gd name="csX1" fmla="*/ 0 w 12876"/>
                <a:gd name="csY1" fmla="*/ 7028 h 7028"/>
                <a:gd name="csX2" fmla="*/ 12877 w 12876"/>
                <a:gd name="csY2" fmla="*/ 7028 h 7028"/>
                <a:gd name="csX3" fmla="*/ 12877 w 12876"/>
                <a:gd name="csY3" fmla="*/ 0 h 7028"/>
                <a:gd name="csX4" fmla="*/ 0 w 12876"/>
                <a:gd name="csY4" fmla="*/ 0 h 7028"/>
                <a:gd name="csX5" fmla="*/ 0 w 12876"/>
                <a:gd name="csY5" fmla="*/ 0 h 7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028">
                  <a:moveTo>
                    <a:pt x="0" y="0"/>
                  </a:moveTo>
                  <a:lnTo>
                    <a:pt x="0" y="7028"/>
                  </a:lnTo>
                  <a:lnTo>
                    <a:pt x="12877" y="70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6" name="Freeform 1475">
              <a:extLst>
                <a:ext uri="{FF2B5EF4-FFF2-40B4-BE49-F238E27FC236}">
                  <a16:creationId xmlns:a16="http://schemas.microsoft.com/office/drawing/2014/main" id="{4528B87F-724D-98ED-FDE6-A73FCB946BD0}"/>
                </a:ext>
              </a:extLst>
            </p:cNvPr>
            <p:cNvSpPr/>
            <p:nvPr/>
          </p:nvSpPr>
          <p:spPr>
            <a:xfrm>
              <a:off x="6130065" y="4742241"/>
              <a:ext cx="12876" cy="7028"/>
            </a:xfrm>
            <a:custGeom>
              <a:avLst/>
              <a:gdLst>
                <a:gd name="csX0" fmla="*/ 0 w 12876"/>
                <a:gd name="csY0" fmla="*/ 0 h 7028"/>
                <a:gd name="csX1" fmla="*/ 0 w 12876"/>
                <a:gd name="csY1" fmla="*/ 7028 h 7028"/>
                <a:gd name="csX2" fmla="*/ 12877 w 12876"/>
                <a:gd name="csY2" fmla="*/ 7028 h 7028"/>
                <a:gd name="csX3" fmla="*/ 12877 w 12876"/>
                <a:gd name="csY3" fmla="*/ 0 h 7028"/>
                <a:gd name="csX4" fmla="*/ 0 w 12876"/>
                <a:gd name="csY4" fmla="*/ 0 h 7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028">
                  <a:moveTo>
                    <a:pt x="0" y="0"/>
                  </a:moveTo>
                  <a:lnTo>
                    <a:pt x="0" y="7028"/>
                  </a:lnTo>
                  <a:lnTo>
                    <a:pt x="12877" y="70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7" name="Freeform 1476">
              <a:extLst>
                <a:ext uri="{FF2B5EF4-FFF2-40B4-BE49-F238E27FC236}">
                  <a16:creationId xmlns:a16="http://schemas.microsoft.com/office/drawing/2014/main" id="{0BF82F97-F3E2-5E0B-AC5E-63E67003486B}"/>
                </a:ext>
              </a:extLst>
            </p:cNvPr>
            <p:cNvSpPr/>
            <p:nvPr/>
          </p:nvSpPr>
          <p:spPr>
            <a:xfrm>
              <a:off x="6142941" y="4744818"/>
              <a:ext cx="12876" cy="4450"/>
            </a:xfrm>
            <a:custGeom>
              <a:avLst/>
              <a:gdLst>
                <a:gd name="csX0" fmla="*/ 0 w 12876"/>
                <a:gd name="csY0" fmla="*/ 0 h 4450"/>
                <a:gd name="csX1" fmla="*/ 0 w 12876"/>
                <a:gd name="csY1" fmla="*/ 4451 h 4450"/>
                <a:gd name="csX2" fmla="*/ 12877 w 12876"/>
                <a:gd name="csY2" fmla="*/ 4451 h 4450"/>
                <a:gd name="csX3" fmla="*/ 12877 w 12876"/>
                <a:gd name="csY3" fmla="*/ 0 h 4450"/>
                <a:gd name="csX4" fmla="*/ 0 w 12876"/>
                <a:gd name="csY4" fmla="*/ 0 h 4450"/>
                <a:gd name="csX5" fmla="*/ 0 w 12876"/>
                <a:gd name="csY5" fmla="*/ 0 h 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450">
                  <a:moveTo>
                    <a:pt x="0" y="0"/>
                  </a:moveTo>
                  <a:lnTo>
                    <a:pt x="0" y="4451"/>
                  </a:lnTo>
                  <a:lnTo>
                    <a:pt x="12877" y="445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8" name="Freeform 1477">
              <a:extLst>
                <a:ext uri="{FF2B5EF4-FFF2-40B4-BE49-F238E27FC236}">
                  <a16:creationId xmlns:a16="http://schemas.microsoft.com/office/drawing/2014/main" id="{B6FEE5A3-37F0-2C82-5F21-CA9138259A24}"/>
                </a:ext>
              </a:extLst>
            </p:cNvPr>
            <p:cNvSpPr/>
            <p:nvPr/>
          </p:nvSpPr>
          <p:spPr>
            <a:xfrm>
              <a:off x="6142941" y="4744818"/>
              <a:ext cx="12876" cy="4450"/>
            </a:xfrm>
            <a:custGeom>
              <a:avLst/>
              <a:gdLst>
                <a:gd name="csX0" fmla="*/ 0 w 12876"/>
                <a:gd name="csY0" fmla="*/ 0 h 4450"/>
                <a:gd name="csX1" fmla="*/ 0 w 12876"/>
                <a:gd name="csY1" fmla="*/ 4451 h 4450"/>
                <a:gd name="csX2" fmla="*/ 12877 w 12876"/>
                <a:gd name="csY2" fmla="*/ 4451 h 4450"/>
                <a:gd name="csX3" fmla="*/ 12877 w 12876"/>
                <a:gd name="csY3" fmla="*/ 0 h 4450"/>
                <a:gd name="csX4" fmla="*/ 0 w 12876"/>
                <a:gd name="csY4" fmla="*/ 0 h 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450">
                  <a:moveTo>
                    <a:pt x="0" y="0"/>
                  </a:moveTo>
                  <a:lnTo>
                    <a:pt x="0" y="4451"/>
                  </a:lnTo>
                  <a:lnTo>
                    <a:pt x="12877" y="445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9" name="Freeform 1478">
              <a:extLst>
                <a:ext uri="{FF2B5EF4-FFF2-40B4-BE49-F238E27FC236}">
                  <a16:creationId xmlns:a16="http://schemas.microsoft.com/office/drawing/2014/main" id="{8CA1E39B-52DB-1D9B-FCF9-9DB6773A4D07}"/>
                </a:ext>
              </a:extLst>
            </p:cNvPr>
            <p:cNvSpPr/>
            <p:nvPr/>
          </p:nvSpPr>
          <p:spPr>
            <a:xfrm>
              <a:off x="6155818" y="4745884"/>
              <a:ext cx="12876" cy="3384"/>
            </a:xfrm>
            <a:custGeom>
              <a:avLst/>
              <a:gdLst>
                <a:gd name="csX0" fmla="*/ 0 w 12876"/>
                <a:gd name="csY0" fmla="*/ 0 h 3384"/>
                <a:gd name="csX1" fmla="*/ 0 w 12876"/>
                <a:gd name="csY1" fmla="*/ 3385 h 3384"/>
                <a:gd name="csX2" fmla="*/ 12877 w 12876"/>
                <a:gd name="csY2" fmla="*/ 3385 h 3384"/>
                <a:gd name="csX3" fmla="*/ 12877 w 12876"/>
                <a:gd name="csY3" fmla="*/ 0 h 3384"/>
                <a:gd name="csX4" fmla="*/ 0 w 12876"/>
                <a:gd name="csY4" fmla="*/ 0 h 3384"/>
                <a:gd name="csX5" fmla="*/ 0 w 12876"/>
                <a:gd name="csY5" fmla="*/ 0 h 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384">
                  <a:moveTo>
                    <a:pt x="0" y="0"/>
                  </a:moveTo>
                  <a:lnTo>
                    <a:pt x="0" y="3385"/>
                  </a:lnTo>
                  <a:lnTo>
                    <a:pt x="12877" y="338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0" name="Freeform 1479">
              <a:extLst>
                <a:ext uri="{FF2B5EF4-FFF2-40B4-BE49-F238E27FC236}">
                  <a16:creationId xmlns:a16="http://schemas.microsoft.com/office/drawing/2014/main" id="{7C58B8C1-1143-A416-6D16-7267087F306A}"/>
                </a:ext>
              </a:extLst>
            </p:cNvPr>
            <p:cNvSpPr/>
            <p:nvPr/>
          </p:nvSpPr>
          <p:spPr>
            <a:xfrm>
              <a:off x="6155818" y="4745884"/>
              <a:ext cx="12876" cy="3384"/>
            </a:xfrm>
            <a:custGeom>
              <a:avLst/>
              <a:gdLst>
                <a:gd name="csX0" fmla="*/ 0 w 12876"/>
                <a:gd name="csY0" fmla="*/ 0 h 3384"/>
                <a:gd name="csX1" fmla="*/ 0 w 12876"/>
                <a:gd name="csY1" fmla="*/ 3385 h 3384"/>
                <a:gd name="csX2" fmla="*/ 12877 w 12876"/>
                <a:gd name="csY2" fmla="*/ 3385 h 3384"/>
                <a:gd name="csX3" fmla="*/ 12877 w 12876"/>
                <a:gd name="csY3" fmla="*/ 0 h 3384"/>
                <a:gd name="csX4" fmla="*/ 0 w 12876"/>
                <a:gd name="csY4" fmla="*/ 0 h 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384">
                  <a:moveTo>
                    <a:pt x="0" y="0"/>
                  </a:moveTo>
                  <a:lnTo>
                    <a:pt x="0" y="3385"/>
                  </a:lnTo>
                  <a:lnTo>
                    <a:pt x="12877" y="338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1" name="Freeform 1480">
              <a:extLst>
                <a:ext uri="{FF2B5EF4-FFF2-40B4-BE49-F238E27FC236}">
                  <a16:creationId xmlns:a16="http://schemas.microsoft.com/office/drawing/2014/main" id="{86D4EC15-6681-C496-428D-812B6E01DC4B}"/>
                </a:ext>
              </a:extLst>
            </p:cNvPr>
            <p:cNvSpPr/>
            <p:nvPr/>
          </p:nvSpPr>
          <p:spPr>
            <a:xfrm>
              <a:off x="6168695" y="4746423"/>
              <a:ext cx="12866" cy="2846"/>
            </a:xfrm>
            <a:custGeom>
              <a:avLst/>
              <a:gdLst>
                <a:gd name="csX0" fmla="*/ 0 w 12866"/>
                <a:gd name="csY0" fmla="*/ 0 h 2846"/>
                <a:gd name="csX1" fmla="*/ 0 w 12866"/>
                <a:gd name="csY1" fmla="*/ 2847 h 2846"/>
                <a:gd name="csX2" fmla="*/ 12867 w 12866"/>
                <a:gd name="csY2" fmla="*/ 2847 h 2846"/>
                <a:gd name="csX3" fmla="*/ 12867 w 12866"/>
                <a:gd name="csY3" fmla="*/ 0 h 2846"/>
                <a:gd name="csX4" fmla="*/ 0 w 12866"/>
                <a:gd name="csY4" fmla="*/ 0 h 2846"/>
                <a:gd name="csX5" fmla="*/ 0 w 12866"/>
                <a:gd name="csY5" fmla="*/ 0 h 2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846">
                  <a:moveTo>
                    <a:pt x="0" y="0"/>
                  </a:moveTo>
                  <a:lnTo>
                    <a:pt x="0" y="2847"/>
                  </a:lnTo>
                  <a:lnTo>
                    <a:pt x="12867" y="2847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2" name="Freeform 1481">
              <a:extLst>
                <a:ext uri="{FF2B5EF4-FFF2-40B4-BE49-F238E27FC236}">
                  <a16:creationId xmlns:a16="http://schemas.microsoft.com/office/drawing/2014/main" id="{EFD65B4B-5248-A4B6-6C08-1E71BF9CCD18}"/>
                </a:ext>
              </a:extLst>
            </p:cNvPr>
            <p:cNvSpPr/>
            <p:nvPr/>
          </p:nvSpPr>
          <p:spPr>
            <a:xfrm>
              <a:off x="6168695" y="4746423"/>
              <a:ext cx="12866" cy="2846"/>
            </a:xfrm>
            <a:custGeom>
              <a:avLst/>
              <a:gdLst>
                <a:gd name="csX0" fmla="*/ 0 w 12866"/>
                <a:gd name="csY0" fmla="*/ 0 h 2846"/>
                <a:gd name="csX1" fmla="*/ 0 w 12866"/>
                <a:gd name="csY1" fmla="*/ 2847 h 2846"/>
                <a:gd name="csX2" fmla="*/ 12867 w 12866"/>
                <a:gd name="csY2" fmla="*/ 2847 h 2846"/>
                <a:gd name="csX3" fmla="*/ 12867 w 12866"/>
                <a:gd name="csY3" fmla="*/ 0 h 2846"/>
                <a:gd name="csX4" fmla="*/ 0 w 12866"/>
                <a:gd name="csY4" fmla="*/ 0 h 2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846">
                  <a:moveTo>
                    <a:pt x="0" y="0"/>
                  </a:moveTo>
                  <a:lnTo>
                    <a:pt x="0" y="2847"/>
                  </a:lnTo>
                  <a:lnTo>
                    <a:pt x="12867" y="2847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3" name="Freeform 1482">
              <a:extLst>
                <a:ext uri="{FF2B5EF4-FFF2-40B4-BE49-F238E27FC236}">
                  <a16:creationId xmlns:a16="http://schemas.microsoft.com/office/drawing/2014/main" id="{5D316D44-3617-C2F4-2E09-1440A036DA52}"/>
                </a:ext>
              </a:extLst>
            </p:cNvPr>
            <p:cNvSpPr/>
            <p:nvPr/>
          </p:nvSpPr>
          <p:spPr>
            <a:xfrm>
              <a:off x="6181562" y="4747313"/>
              <a:ext cx="12876" cy="1956"/>
            </a:xfrm>
            <a:custGeom>
              <a:avLst/>
              <a:gdLst>
                <a:gd name="csX0" fmla="*/ 0 w 12876"/>
                <a:gd name="csY0" fmla="*/ 0 h 1956"/>
                <a:gd name="csX1" fmla="*/ 0 w 12876"/>
                <a:gd name="csY1" fmla="*/ 1956 h 1956"/>
                <a:gd name="csX2" fmla="*/ 12877 w 12876"/>
                <a:gd name="csY2" fmla="*/ 1956 h 1956"/>
                <a:gd name="csX3" fmla="*/ 12877 w 12876"/>
                <a:gd name="csY3" fmla="*/ 0 h 1956"/>
                <a:gd name="csX4" fmla="*/ 0 w 12876"/>
                <a:gd name="csY4" fmla="*/ 0 h 1956"/>
                <a:gd name="csX5" fmla="*/ 0 w 12876"/>
                <a:gd name="csY5" fmla="*/ 0 h 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956">
                  <a:moveTo>
                    <a:pt x="0" y="0"/>
                  </a:moveTo>
                  <a:lnTo>
                    <a:pt x="0" y="1956"/>
                  </a:lnTo>
                  <a:lnTo>
                    <a:pt x="12877" y="195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4" name="Freeform 1483">
              <a:extLst>
                <a:ext uri="{FF2B5EF4-FFF2-40B4-BE49-F238E27FC236}">
                  <a16:creationId xmlns:a16="http://schemas.microsoft.com/office/drawing/2014/main" id="{56E47568-90F3-AB9E-EE17-E5AB61B43216}"/>
                </a:ext>
              </a:extLst>
            </p:cNvPr>
            <p:cNvSpPr/>
            <p:nvPr/>
          </p:nvSpPr>
          <p:spPr>
            <a:xfrm>
              <a:off x="6181562" y="4747313"/>
              <a:ext cx="12876" cy="1956"/>
            </a:xfrm>
            <a:custGeom>
              <a:avLst/>
              <a:gdLst>
                <a:gd name="csX0" fmla="*/ 0 w 12876"/>
                <a:gd name="csY0" fmla="*/ 0 h 1956"/>
                <a:gd name="csX1" fmla="*/ 0 w 12876"/>
                <a:gd name="csY1" fmla="*/ 1956 h 1956"/>
                <a:gd name="csX2" fmla="*/ 12877 w 12876"/>
                <a:gd name="csY2" fmla="*/ 1956 h 1956"/>
                <a:gd name="csX3" fmla="*/ 12877 w 12876"/>
                <a:gd name="csY3" fmla="*/ 0 h 1956"/>
                <a:gd name="csX4" fmla="*/ 0 w 12876"/>
                <a:gd name="csY4" fmla="*/ 0 h 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956">
                  <a:moveTo>
                    <a:pt x="0" y="0"/>
                  </a:moveTo>
                  <a:lnTo>
                    <a:pt x="0" y="1956"/>
                  </a:lnTo>
                  <a:lnTo>
                    <a:pt x="12877" y="195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5" name="Freeform 1484">
              <a:extLst>
                <a:ext uri="{FF2B5EF4-FFF2-40B4-BE49-F238E27FC236}">
                  <a16:creationId xmlns:a16="http://schemas.microsoft.com/office/drawing/2014/main" id="{0EB8F707-9FC1-9E06-C821-69AB37CD095C}"/>
                </a:ext>
              </a:extLst>
            </p:cNvPr>
            <p:cNvSpPr/>
            <p:nvPr/>
          </p:nvSpPr>
          <p:spPr>
            <a:xfrm>
              <a:off x="6194438" y="4748244"/>
              <a:ext cx="12876" cy="1024"/>
            </a:xfrm>
            <a:custGeom>
              <a:avLst/>
              <a:gdLst>
                <a:gd name="csX0" fmla="*/ 0 w 12876"/>
                <a:gd name="csY0" fmla="*/ 0 h 1024"/>
                <a:gd name="csX1" fmla="*/ 0 w 12876"/>
                <a:gd name="csY1" fmla="*/ 1025 h 1024"/>
                <a:gd name="csX2" fmla="*/ 12877 w 12876"/>
                <a:gd name="csY2" fmla="*/ 1025 h 1024"/>
                <a:gd name="csX3" fmla="*/ 12877 w 12876"/>
                <a:gd name="csY3" fmla="*/ 0 h 1024"/>
                <a:gd name="csX4" fmla="*/ 0 w 12876"/>
                <a:gd name="csY4" fmla="*/ 0 h 1024"/>
                <a:gd name="csX5" fmla="*/ 0 w 12876"/>
                <a:gd name="csY5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24">
                  <a:moveTo>
                    <a:pt x="0" y="0"/>
                  </a:moveTo>
                  <a:lnTo>
                    <a:pt x="0" y="1025"/>
                  </a:lnTo>
                  <a:lnTo>
                    <a:pt x="12877" y="10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6" name="Freeform 1485">
              <a:extLst>
                <a:ext uri="{FF2B5EF4-FFF2-40B4-BE49-F238E27FC236}">
                  <a16:creationId xmlns:a16="http://schemas.microsoft.com/office/drawing/2014/main" id="{9E6B91E0-64ED-1973-222C-CC09CC456169}"/>
                </a:ext>
              </a:extLst>
            </p:cNvPr>
            <p:cNvSpPr/>
            <p:nvPr/>
          </p:nvSpPr>
          <p:spPr>
            <a:xfrm>
              <a:off x="6194438" y="4748244"/>
              <a:ext cx="12876" cy="1024"/>
            </a:xfrm>
            <a:custGeom>
              <a:avLst/>
              <a:gdLst>
                <a:gd name="csX0" fmla="*/ 0 w 12876"/>
                <a:gd name="csY0" fmla="*/ 0 h 1024"/>
                <a:gd name="csX1" fmla="*/ 0 w 12876"/>
                <a:gd name="csY1" fmla="*/ 1025 h 1024"/>
                <a:gd name="csX2" fmla="*/ 12877 w 12876"/>
                <a:gd name="csY2" fmla="*/ 1025 h 1024"/>
                <a:gd name="csX3" fmla="*/ 12877 w 12876"/>
                <a:gd name="csY3" fmla="*/ 0 h 1024"/>
                <a:gd name="csX4" fmla="*/ 0 w 12876"/>
                <a:gd name="csY4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24">
                  <a:moveTo>
                    <a:pt x="0" y="0"/>
                  </a:moveTo>
                  <a:lnTo>
                    <a:pt x="0" y="1025"/>
                  </a:lnTo>
                  <a:lnTo>
                    <a:pt x="12877" y="10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7" name="Freeform 1486">
              <a:extLst>
                <a:ext uri="{FF2B5EF4-FFF2-40B4-BE49-F238E27FC236}">
                  <a16:creationId xmlns:a16="http://schemas.microsoft.com/office/drawing/2014/main" id="{1193502C-C59F-A55D-2884-85AB808DFD44}"/>
                </a:ext>
              </a:extLst>
            </p:cNvPr>
            <p:cNvSpPr/>
            <p:nvPr/>
          </p:nvSpPr>
          <p:spPr>
            <a:xfrm>
              <a:off x="6207315" y="4748286"/>
              <a:ext cx="12876" cy="983"/>
            </a:xfrm>
            <a:custGeom>
              <a:avLst/>
              <a:gdLst>
                <a:gd name="csX0" fmla="*/ 0 w 12876"/>
                <a:gd name="csY0" fmla="*/ 0 h 983"/>
                <a:gd name="csX1" fmla="*/ 0 w 12876"/>
                <a:gd name="csY1" fmla="*/ 983 h 983"/>
                <a:gd name="csX2" fmla="*/ 12877 w 12876"/>
                <a:gd name="csY2" fmla="*/ 983 h 983"/>
                <a:gd name="csX3" fmla="*/ 12877 w 12876"/>
                <a:gd name="csY3" fmla="*/ 0 h 983"/>
                <a:gd name="csX4" fmla="*/ 0 w 12876"/>
                <a:gd name="csY4" fmla="*/ 0 h 983"/>
                <a:gd name="csX5" fmla="*/ 0 w 12876"/>
                <a:gd name="csY5" fmla="*/ 0 h 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83">
                  <a:moveTo>
                    <a:pt x="0" y="0"/>
                  </a:moveTo>
                  <a:lnTo>
                    <a:pt x="0" y="983"/>
                  </a:lnTo>
                  <a:lnTo>
                    <a:pt x="12877" y="98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8" name="Freeform 1487">
              <a:extLst>
                <a:ext uri="{FF2B5EF4-FFF2-40B4-BE49-F238E27FC236}">
                  <a16:creationId xmlns:a16="http://schemas.microsoft.com/office/drawing/2014/main" id="{E4ECA6D6-60E3-A685-02AA-4B164D387C57}"/>
                </a:ext>
              </a:extLst>
            </p:cNvPr>
            <p:cNvSpPr/>
            <p:nvPr/>
          </p:nvSpPr>
          <p:spPr>
            <a:xfrm>
              <a:off x="6207315" y="4748286"/>
              <a:ext cx="12876" cy="983"/>
            </a:xfrm>
            <a:custGeom>
              <a:avLst/>
              <a:gdLst>
                <a:gd name="csX0" fmla="*/ 0 w 12876"/>
                <a:gd name="csY0" fmla="*/ 0 h 983"/>
                <a:gd name="csX1" fmla="*/ 0 w 12876"/>
                <a:gd name="csY1" fmla="*/ 983 h 983"/>
                <a:gd name="csX2" fmla="*/ 12877 w 12876"/>
                <a:gd name="csY2" fmla="*/ 983 h 983"/>
                <a:gd name="csX3" fmla="*/ 12877 w 12876"/>
                <a:gd name="csY3" fmla="*/ 0 h 983"/>
                <a:gd name="csX4" fmla="*/ 0 w 12876"/>
                <a:gd name="csY4" fmla="*/ 0 h 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83">
                  <a:moveTo>
                    <a:pt x="0" y="0"/>
                  </a:moveTo>
                  <a:lnTo>
                    <a:pt x="0" y="983"/>
                  </a:lnTo>
                  <a:lnTo>
                    <a:pt x="12877" y="98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9" name="Freeform 1488">
              <a:extLst>
                <a:ext uri="{FF2B5EF4-FFF2-40B4-BE49-F238E27FC236}">
                  <a16:creationId xmlns:a16="http://schemas.microsoft.com/office/drawing/2014/main" id="{F41068F6-96E8-2493-D01F-DA82C992FA0F}"/>
                </a:ext>
              </a:extLst>
            </p:cNvPr>
            <p:cNvSpPr/>
            <p:nvPr/>
          </p:nvSpPr>
          <p:spPr>
            <a:xfrm>
              <a:off x="6220192" y="4748865"/>
              <a:ext cx="12866" cy="403"/>
            </a:xfrm>
            <a:custGeom>
              <a:avLst/>
              <a:gdLst>
                <a:gd name="csX0" fmla="*/ 0 w 12866"/>
                <a:gd name="csY0" fmla="*/ 0 h 403"/>
                <a:gd name="csX1" fmla="*/ 0 w 12866"/>
                <a:gd name="csY1" fmla="*/ 404 h 403"/>
                <a:gd name="csX2" fmla="*/ 12867 w 12866"/>
                <a:gd name="csY2" fmla="*/ 404 h 403"/>
                <a:gd name="csX3" fmla="*/ 12867 w 12866"/>
                <a:gd name="csY3" fmla="*/ 0 h 403"/>
                <a:gd name="csX4" fmla="*/ 0 w 12866"/>
                <a:gd name="csY4" fmla="*/ 0 h 403"/>
                <a:gd name="csX5" fmla="*/ 0 w 12866"/>
                <a:gd name="csY5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03">
                  <a:moveTo>
                    <a:pt x="0" y="0"/>
                  </a:moveTo>
                  <a:lnTo>
                    <a:pt x="0" y="404"/>
                  </a:lnTo>
                  <a:lnTo>
                    <a:pt x="12867" y="404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0" name="Freeform 1489">
              <a:extLst>
                <a:ext uri="{FF2B5EF4-FFF2-40B4-BE49-F238E27FC236}">
                  <a16:creationId xmlns:a16="http://schemas.microsoft.com/office/drawing/2014/main" id="{F37BEE22-2DD9-0545-71CC-F9E0DBEBE885}"/>
                </a:ext>
              </a:extLst>
            </p:cNvPr>
            <p:cNvSpPr/>
            <p:nvPr/>
          </p:nvSpPr>
          <p:spPr>
            <a:xfrm>
              <a:off x="6220192" y="4748865"/>
              <a:ext cx="12866" cy="403"/>
            </a:xfrm>
            <a:custGeom>
              <a:avLst/>
              <a:gdLst>
                <a:gd name="csX0" fmla="*/ 0 w 12866"/>
                <a:gd name="csY0" fmla="*/ 0 h 403"/>
                <a:gd name="csX1" fmla="*/ 0 w 12866"/>
                <a:gd name="csY1" fmla="*/ 404 h 403"/>
                <a:gd name="csX2" fmla="*/ 12867 w 12866"/>
                <a:gd name="csY2" fmla="*/ 404 h 403"/>
                <a:gd name="csX3" fmla="*/ 12867 w 12866"/>
                <a:gd name="csY3" fmla="*/ 0 h 403"/>
                <a:gd name="csX4" fmla="*/ 0 w 12866"/>
                <a:gd name="csY4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03">
                  <a:moveTo>
                    <a:pt x="0" y="0"/>
                  </a:moveTo>
                  <a:lnTo>
                    <a:pt x="0" y="404"/>
                  </a:lnTo>
                  <a:lnTo>
                    <a:pt x="12867" y="404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1" name="Freeform 1490">
              <a:extLst>
                <a:ext uri="{FF2B5EF4-FFF2-40B4-BE49-F238E27FC236}">
                  <a16:creationId xmlns:a16="http://schemas.microsoft.com/office/drawing/2014/main" id="{6B1FFCAE-3184-6A32-59FC-900D58B85256}"/>
                </a:ext>
              </a:extLst>
            </p:cNvPr>
            <p:cNvSpPr/>
            <p:nvPr/>
          </p:nvSpPr>
          <p:spPr>
            <a:xfrm>
              <a:off x="6233059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  <a:gd name="csX5" fmla="*/ 0 w 12876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2" name="Freeform 1491">
              <a:extLst>
                <a:ext uri="{FF2B5EF4-FFF2-40B4-BE49-F238E27FC236}">
                  <a16:creationId xmlns:a16="http://schemas.microsoft.com/office/drawing/2014/main" id="{A4018364-38A9-9014-3A64-5352F89C2DE4}"/>
                </a:ext>
              </a:extLst>
            </p:cNvPr>
            <p:cNvSpPr/>
            <p:nvPr/>
          </p:nvSpPr>
          <p:spPr>
            <a:xfrm>
              <a:off x="6233059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3" name="Freeform 1492">
              <a:extLst>
                <a:ext uri="{FF2B5EF4-FFF2-40B4-BE49-F238E27FC236}">
                  <a16:creationId xmlns:a16="http://schemas.microsoft.com/office/drawing/2014/main" id="{49D93361-0B18-2493-C217-5E281E836F8D}"/>
                </a:ext>
              </a:extLst>
            </p:cNvPr>
            <p:cNvSpPr/>
            <p:nvPr/>
          </p:nvSpPr>
          <p:spPr>
            <a:xfrm>
              <a:off x="6245935" y="4749093"/>
              <a:ext cx="12876" cy="175"/>
            </a:xfrm>
            <a:custGeom>
              <a:avLst/>
              <a:gdLst>
                <a:gd name="csX0" fmla="*/ 0 w 12876"/>
                <a:gd name="csY0" fmla="*/ 0 h 175"/>
                <a:gd name="csX1" fmla="*/ 0 w 12876"/>
                <a:gd name="csY1" fmla="*/ 176 h 175"/>
                <a:gd name="csX2" fmla="*/ 12877 w 12876"/>
                <a:gd name="csY2" fmla="*/ 176 h 175"/>
                <a:gd name="csX3" fmla="*/ 12877 w 12876"/>
                <a:gd name="csY3" fmla="*/ 0 h 175"/>
                <a:gd name="csX4" fmla="*/ 0 w 12876"/>
                <a:gd name="csY4" fmla="*/ 0 h 175"/>
                <a:gd name="csX5" fmla="*/ 0 w 12876"/>
                <a:gd name="csY5" fmla="*/ 0 h 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75">
                  <a:moveTo>
                    <a:pt x="0" y="0"/>
                  </a:moveTo>
                  <a:lnTo>
                    <a:pt x="0" y="176"/>
                  </a:lnTo>
                  <a:lnTo>
                    <a:pt x="12877" y="17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4" name="Freeform 1493">
              <a:extLst>
                <a:ext uri="{FF2B5EF4-FFF2-40B4-BE49-F238E27FC236}">
                  <a16:creationId xmlns:a16="http://schemas.microsoft.com/office/drawing/2014/main" id="{6EDDDB2F-D4C2-62DD-10E7-640CB091BC4D}"/>
                </a:ext>
              </a:extLst>
            </p:cNvPr>
            <p:cNvSpPr/>
            <p:nvPr/>
          </p:nvSpPr>
          <p:spPr>
            <a:xfrm>
              <a:off x="6245935" y="4749093"/>
              <a:ext cx="12876" cy="175"/>
            </a:xfrm>
            <a:custGeom>
              <a:avLst/>
              <a:gdLst>
                <a:gd name="csX0" fmla="*/ 0 w 12876"/>
                <a:gd name="csY0" fmla="*/ 0 h 175"/>
                <a:gd name="csX1" fmla="*/ 0 w 12876"/>
                <a:gd name="csY1" fmla="*/ 176 h 175"/>
                <a:gd name="csX2" fmla="*/ 12877 w 12876"/>
                <a:gd name="csY2" fmla="*/ 176 h 175"/>
                <a:gd name="csX3" fmla="*/ 12877 w 12876"/>
                <a:gd name="csY3" fmla="*/ 0 h 175"/>
                <a:gd name="csX4" fmla="*/ 0 w 12876"/>
                <a:gd name="csY4" fmla="*/ 0 h 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75">
                  <a:moveTo>
                    <a:pt x="0" y="0"/>
                  </a:moveTo>
                  <a:lnTo>
                    <a:pt x="0" y="176"/>
                  </a:lnTo>
                  <a:lnTo>
                    <a:pt x="12877" y="17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5" name="Freeform 1494">
              <a:extLst>
                <a:ext uri="{FF2B5EF4-FFF2-40B4-BE49-F238E27FC236}">
                  <a16:creationId xmlns:a16="http://schemas.microsoft.com/office/drawing/2014/main" id="{C5F0CD05-A6C5-C407-ADB7-6CDAAF0E396B}"/>
                </a:ext>
              </a:extLst>
            </p:cNvPr>
            <p:cNvSpPr/>
            <p:nvPr/>
          </p:nvSpPr>
          <p:spPr>
            <a:xfrm>
              <a:off x="6258812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  <a:gd name="csX5" fmla="*/ 0 w 1287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6" name="Freeform 1495">
              <a:extLst>
                <a:ext uri="{FF2B5EF4-FFF2-40B4-BE49-F238E27FC236}">
                  <a16:creationId xmlns:a16="http://schemas.microsoft.com/office/drawing/2014/main" id="{03E3F4DE-9FCA-26AB-712F-B8227BFB9C6A}"/>
                </a:ext>
              </a:extLst>
            </p:cNvPr>
            <p:cNvSpPr/>
            <p:nvPr/>
          </p:nvSpPr>
          <p:spPr>
            <a:xfrm>
              <a:off x="6258812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7" name="Freeform 1496">
              <a:extLst>
                <a:ext uri="{FF2B5EF4-FFF2-40B4-BE49-F238E27FC236}">
                  <a16:creationId xmlns:a16="http://schemas.microsoft.com/office/drawing/2014/main" id="{F376970F-7317-3ED0-56E0-4E80CA38D1B4}"/>
                </a:ext>
              </a:extLst>
            </p:cNvPr>
            <p:cNvSpPr/>
            <p:nvPr/>
          </p:nvSpPr>
          <p:spPr>
            <a:xfrm>
              <a:off x="6271689" y="4749228"/>
              <a:ext cx="12876" cy="41"/>
            </a:xfrm>
            <a:custGeom>
              <a:avLst/>
              <a:gdLst>
                <a:gd name="csX0" fmla="*/ 0 w 12876"/>
                <a:gd name="csY0" fmla="*/ 0 h 41"/>
                <a:gd name="csX1" fmla="*/ 0 w 12876"/>
                <a:gd name="csY1" fmla="*/ 41 h 41"/>
                <a:gd name="csX2" fmla="*/ 12877 w 12876"/>
                <a:gd name="csY2" fmla="*/ 41 h 41"/>
                <a:gd name="csX3" fmla="*/ 12877 w 12876"/>
                <a:gd name="csY3" fmla="*/ 0 h 41"/>
                <a:gd name="csX4" fmla="*/ 0 w 12876"/>
                <a:gd name="csY4" fmla="*/ 0 h 41"/>
                <a:gd name="csX5" fmla="*/ 0 w 12876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1">
                  <a:moveTo>
                    <a:pt x="0" y="0"/>
                  </a:moveTo>
                  <a:lnTo>
                    <a:pt x="0" y="41"/>
                  </a:lnTo>
                  <a:lnTo>
                    <a:pt x="12877" y="4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8" name="Freeform 1497">
              <a:extLst>
                <a:ext uri="{FF2B5EF4-FFF2-40B4-BE49-F238E27FC236}">
                  <a16:creationId xmlns:a16="http://schemas.microsoft.com/office/drawing/2014/main" id="{EE68FA17-7170-C973-53F5-1E0F1729E6CC}"/>
                </a:ext>
              </a:extLst>
            </p:cNvPr>
            <p:cNvSpPr/>
            <p:nvPr/>
          </p:nvSpPr>
          <p:spPr>
            <a:xfrm>
              <a:off x="6271689" y="4749228"/>
              <a:ext cx="12876" cy="41"/>
            </a:xfrm>
            <a:custGeom>
              <a:avLst/>
              <a:gdLst>
                <a:gd name="csX0" fmla="*/ 0 w 12876"/>
                <a:gd name="csY0" fmla="*/ 0 h 41"/>
                <a:gd name="csX1" fmla="*/ 0 w 12876"/>
                <a:gd name="csY1" fmla="*/ 41 h 41"/>
                <a:gd name="csX2" fmla="*/ 12877 w 12876"/>
                <a:gd name="csY2" fmla="*/ 41 h 41"/>
                <a:gd name="csX3" fmla="*/ 12877 w 12876"/>
                <a:gd name="csY3" fmla="*/ 0 h 41"/>
                <a:gd name="csX4" fmla="*/ 0 w 12876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1">
                  <a:moveTo>
                    <a:pt x="0" y="0"/>
                  </a:moveTo>
                  <a:lnTo>
                    <a:pt x="0" y="41"/>
                  </a:lnTo>
                  <a:lnTo>
                    <a:pt x="12877" y="4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9" name="Freeform 1498">
              <a:extLst>
                <a:ext uri="{FF2B5EF4-FFF2-40B4-BE49-F238E27FC236}">
                  <a16:creationId xmlns:a16="http://schemas.microsoft.com/office/drawing/2014/main" id="{92F39B80-3CAF-3A88-8933-4D61E9FC2AA5}"/>
                </a:ext>
              </a:extLst>
            </p:cNvPr>
            <p:cNvSpPr/>
            <p:nvPr/>
          </p:nvSpPr>
          <p:spPr>
            <a:xfrm>
              <a:off x="6284566" y="4749176"/>
              <a:ext cx="12866" cy="93"/>
            </a:xfrm>
            <a:custGeom>
              <a:avLst/>
              <a:gdLst>
                <a:gd name="csX0" fmla="*/ 0 w 12866"/>
                <a:gd name="csY0" fmla="*/ 0 h 93"/>
                <a:gd name="csX1" fmla="*/ 0 w 12866"/>
                <a:gd name="csY1" fmla="*/ 93 h 93"/>
                <a:gd name="csX2" fmla="*/ 12867 w 12866"/>
                <a:gd name="csY2" fmla="*/ 93 h 93"/>
                <a:gd name="csX3" fmla="*/ 12867 w 12866"/>
                <a:gd name="csY3" fmla="*/ 0 h 93"/>
                <a:gd name="csX4" fmla="*/ 0 w 12866"/>
                <a:gd name="csY4" fmla="*/ 0 h 93"/>
                <a:gd name="csX5" fmla="*/ 0 w 1286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93">
                  <a:moveTo>
                    <a:pt x="0" y="0"/>
                  </a:moveTo>
                  <a:lnTo>
                    <a:pt x="0" y="93"/>
                  </a:lnTo>
                  <a:lnTo>
                    <a:pt x="12867" y="93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0" name="Freeform 1499">
              <a:extLst>
                <a:ext uri="{FF2B5EF4-FFF2-40B4-BE49-F238E27FC236}">
                  <a16:creationId xmlns:a16="http://schemas.microsoft.com/office/drawing/2014/main" id="{520B92B2-3863-E70D-B767-53A6531DAF06}"/>
                </a:ext>
              </a:extLst>
            </p:cNvPr>
            <p:cNvSpPr/>
            <p:nvPr/>
          </p:nvSpPr>
          <p:spPr>
            <a:xfrm>
              <a:off x="6284566" y="4749176"/>
              <a:ext cx="12866" cy="93"/>
            </a:xfrm>
            <a:custGeom>
              <a:avLst/>
              <a:gdLst>
                <a:gd name="csX0" fmla="*/ 0 w 12866"/>
                <a:gd name="csY0" fmla="*/ 0 h 93"/>
                <a:gd name="csX1" fmla="*/ 0 w 12866"/>
                <a:gd name="csY1" fmla="*/ 93 h 93"/>
                <a:gd name="csX2" fmla="*/ 12867 w 12866"/>
                <a:gd name="csY2" fmla="*/ 93 h 93"/>
                <a:gd name="csX3" fmla="*/ 12867 w 12866"/>
                <a:gd name="csY3" fmla="*/ 0 h 93"/>
                <a:gd name="csX4" fmla="*/ 0 w 1286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93">
                  <a:moveTo>
                    <a:pt x="0" y="0"/>
                  </a:moveTo>
                  <a:lnTo>
                    <a:pt x="0" y="93"/>
                  </a:lnTo>
                  <a:lnTo>
                    <a:pt x="12867" y="93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1" name="Freeform 1500">
              <a:extLst>
                <a:ext uri="{FF2B5EF4-FFF2-40B4-BE49-F238E27FC236}">
                  <a16:creationId xmlns:a16="http://schemas.microsoft.com/office/drawing/2014/main" id="{538F0A89-111A-EE98-6E24-BBF3902CEA1D}"/>
                </a:ext>
              </a:extLst>
            </p:cNvPr>
            <p:cNvSpPr/>
            <p:nvPr/>
          </p:nvSpPr>
          <p:spPr>
            <a:xfrm>
              <a:off x="6297432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  <a:gd name="csX5" fmla="*/ 0 w 12876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2" name="Freeform 1501">
              <a:extLst>
                <a:ext uri="{FF2B5EF4-FFF2-40B4-BE49-F238E27FC236}">
                  <a16:creationId xmlns:a16="http://schemas.microsoft.com/office/drawing/2014/main" id="{CDF933F3-A025-CCE1-13CF-96B231004E79}"/>
                </a:ext>
              </a:extLst>
            </p:cNvPr>
            <p:cNvSpPr/>
            <p:nvPr/>
          </p:nvSpPr>
          <p:spPr>
            <a:xfrm>
              <a:off x="6297432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3" name="Freeform 1502">
              <a:extLst>
                <a:ext uri="{FF2B5EF4-FFF2-40B4-BE49-F238E27FC236}">
                  <a16:creationId xmlns:a16="http://schemas.microsoft.com/office/drawing/2014/main" id="{0AA12E04-97EE-6871-9DDD-A08DFB6BAE1B}"/>
                </a:ext>
              </a:extLst>
            </p:cNvPr>
            <p:cNvSpPr/>
            <p:nvPr/>
          </p:nvSpPr>
          <p:spPr>
            <a:xfrm>
              <a:off x="6310309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  <a:gd name="csX5" fmla="*/ 0 w 1287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4" name="Freeform 1503">
              <a:extLst>
                <a:ext uri="{FF2B5EF4-FFF2-40B4-BE49-F238E27FC236}">
                  <a16:creationId xmlns:a16="http://schemas.microsoft.com/office/drawing/2014/main" id="{2532FED7-2B6F-1E9B-F7F1-F44AFECDBF88}"/>
                </a:ext>
              </a:extLst>
            </p:cNvPr>
            <p:cNvSpPr/>
            <p:nvPr/>
          </p:nvSpPr>
          <p:spPr>
            <a:xfrm>
              <a:off x="6310309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5" name="Oval 1504">
              <a:extLst>
                <a:ext uri="{FF2B5EF4-FFF2-40B4-BE49-F238E27FC236}">
                  <a16:creationId xmlns:a16="http://schemas.microsoft.com/office/drawing/2014/main" id="{5954B10F-1428-EB88-EDC8-70A54BBF1250}"/>
                </a:ext>
              </a:extLst>
            </p:cNvPr>
            <p:cNvSpPr/>
            <p:nvPr/>
          </p:nvSpPr>
          <p:spPr>
            <a:xfrm>
              <a:off x="4383492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6" name="Oval 1505">
              <a:extLst>
                <a:ext uri="{FF2B5EF4-FFF2-40B4-BE49-F238E27FC236}">
                  <a16:creationId xmlns:a16="http://schemas.microsoft.com/office/drawing/2014/main" id="{431FFA36-45F9-04C8-224C-7BFC66E13695}"/>
                </a:ext>
              </a:extLst>
            </p:cNvPr>
            <p:cNvSpPr/>
            <p:nvPr/>
          </p:nvSpPr>
          <p:spPr>
            <a:xfrm>
              <a:off x="4396367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7" name="Oval 1506">
              <a:extLst>
                <a:ext uri="{FF2B5EF4-FFF2-40B4-BE49-F238E27FC236}">
                  <a16:creationId xmlns:a16="http://schemas.microsoft.com/office/drawing/2014/main" id="{4119C5D7-4EDA-03DF-FBD1-5D880FE1FDA7}"/>
                </a:ext>
              </a:extLst>
            </p:cNvPr>
            <p:cNvSpPr/>
            <p:nvPr/>
          </p:nvSpPr>
          <p:spPr>
            <a:xfrm>
              <a:off x="4409242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8" name="Oval 1507">
              <a:extLst>
                <a:ext uri="{FF2B5EF4-FFF2-40B4-BE49-F238E27FC236}">
                  <a16:creationId xmlns:a16="http://schemas.microsoft.com/office/drawing/2014/main" id="{E5BA1E1C-DC15-28F6-9367-54E246DD33D8}"/>
                </a:ext>
              </a:extLst>
            </p:cNvPr>
            <p:cNvSpPr/>
            <p:nvPr/>
          </p:nvSpPr>
          <p:spPr>
            <a:xfrm>
              <a:off x="4422116" y="474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9" name="Oval 1508">
              <a:extLst>
                <a:ext uri="{FF2B5EF4-FFF2-40B4-BE49-F238E27FC236}">
                  <a16:creationId xmlns:a16="http://schemas.microsoft.com/office/drawing/2014/main" id="{9695DFFF-86E2-5B2A-9360-DD116473E341}"/>
                </a:ext>
              </a:extLst>
            </p:cNvPr>
            <p:cNvSpPr/>
            <p:nvPr/>
          </p:nvSpPr>
          <p:spPr>
            <a:xfrm>
              <a:off x="4434990" y="474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0" name="Oval 1509">
              <a:extLst>
                <a:ext uri="{FF2B5EF4-FFF2-40B4-BE49-F238E27FC236}">
                  <a16:creationId xmlns:a16="http://schemas.microsoft.com/office/drawing/2014/main" id="{5613F9E0-D89B-2D29-C8DC-E0648B693A7E}"/>
                </a:ext>
              </a:extLst>
            </p:cNvPr>
            <p:cNvSpPr/>
            <p:nvPr/>
          </p:nvSpPr>
          <p:spPr>
            <a:xfrm>
              <a:off x="4447865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1" name="Oval 1510">
              <a:extLst>
                <a:ext uri="{FF2B5EF4-FFF2-40B4-BE49-F238E27FC236}">
                  <a16:creationId xmlns:a16="http://schemas.microsoft.com/office/drawing/2014/main" id="{D22A1D00-7D23-BE8B-FD04-250A76211E5E}"/>
                </a:ext>
              </a:extLst>
            </p:cNvPr>
            <p:cNvSpPr/>
            <p:nvPr/>
          </p:nvSpPr>
          <p:spPr>
            <a:xfrm>
              <a:off x="4460740" y="47466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2" name="Oval 1511">
              <a:extLst>
                <a:ext uri="{FF2B5EF4-FFF2-40B4-BE49-F238E27FC236}">
                  <a16:creationId xmlns:a16="http://schemas.microsoft.com/office/drawing/2014/main" id="{03CC3D33-BE9E-8581-0D66-A1F411C37AA1}"/>
                </a:ext>
              </a:extLst>
            </p:cNvPr>
            <p:cNvSpPr/>
            <p:nvPr/>
          </p:nvSpPr>
          <p:spPr>
            <a:xfrm>
              <a:off x="4473614" y="47466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3" name="Oval 1512">
              <a:extLst>
                <a:ext uri="{FF2B5EF4-FFF2-40B4-BE49-F238E27FC236}">
                  <a16:creationId xmlns:a16="http://schemas.microsoft.com/office/drawing/2014/main" id="{306342D7-BC4E-503A-D73D-6CC589D57A68}"/>
                </a:ext>
              </a:extLst>
            </p:cNvPr>
            <p:cNvSpPr/>
            <p:nvPr/>
          </p:nvSpPr>
          <p:spPr>
            <a:xfrm>
              <a:off x="4486489" y="47461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4" name="Oval 1513">
              <a:extLst>
                <a:ext uri="{FF2B5EF4-FFF2-40B4-BE49-F238E27FC236}">
                  <a16:creationId xmlns:a16="http://schemas.microsoft.com/office/drawing/2014/main" id="{9ED8013A-1BFE-AF08-957D-2DF33E46F655}"/>
                </a:ext>
              </a:extLst>
            </p:cNvPr>
            <p:cNvSpPr/>
            <p:nvPr/>
          </p:nvSpPr>
          <p:spPr>
            <a:xfrm>
              <a:off x="4499363" y="47461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5" name="Oval 1514">
              <a:extLst>
                <a:ext uri="{FF2B5EF4-FFF2-40B4-BE49-F238E27FC236}">
                  <a16:creationId xmlns:a16="http://schemas.microsoft.com/office/drawing/2014/main" id="{2FB76D06-7C1A-944B-32FE-AB954E628EF4}"/>
                </a:ext>
              </a:extLst>
            </p:cNvPr>
            <p:cNvSpPr/>
            <p:nvPr/>
          </p:nvSpPr>
          <p:spPr>
            <a:xfrm>
              <a:off x="4512238" y="47457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6" name="Oval 1515">
              <a:extLst>
                <a:ext uri="{FF2B5EF4-FFF2-40B4-BE49-F238E27FC236}">
                  <a16:creationId xmlns:a16="http://schemas.microsoft.com/office/drawing/2014/main" id="{9EE36C69-DC33-2CE6-1101-601E887F610C}"/>
                </a:ext>
              </a:extLst>
            </p:cNvPr>
            <p:cNvSpPr/>
            <p:nvPr/>
          </p:nvSpPr>
          <p:spPr>
            <a:xfrm>
              <a:off x="4525112" y="474475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7" name="Oval 1516">
              <a:extLst>
                <a:ext uri="{FF2B5EF4-FFF2-40B4-BE49-F238E27FC236}">
                  <a16:creationId xmlns:a16="http://schemas.microsoft.com/office/drawing/2014/main" id="{E6D852EC-588C-FD0E-8465-F46246586DC2}"/>
                </a:ext>
              </a:extLst>
            </p:cNvPr>
            <p:cNvSpPr/>
            <p:nvPr/>
          </p:nvSpPr>
          <p:spPr>
            <a:xfrm>
              <a:off x="4537987" y="47442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8" name="Oval 1517">
              <a:extLst>
                <a:ext uri="{FF2B5EF4-FFF2-40B4-BE49-F238E27FC236}">
                  <a16:creationId xmlns:a16="http://schemas.microsoft.com/office/drawing/2014/main" id="{70F6C9EF-A8E8-8ECC-B747-A07558824033}"/>
                </a:ext>
              </a:extLst>
            </p:cNvPr>
            <p:cNvSpPr/>
            <p:nvPr/>
          </p:nvSpPr>
          <p:spPr>
            <a:xfrm>
              <a:off x="4550862" y="47429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9" name="Oval 1518">
              <a:extLst>
                <a:ext uri="{FF2B5EF4-FFF2-40B4-BE49-F238E27FC236}">
                  <a16:creationId xmlns:a16="http://schemas.microsoft.com/office/drawing/2014/main" id="{701C48C6-2BFD-6A2D-761B-4C531B5411FD}"/>
                </a:ext>
              </a:extLst>
            </p:cNvPr>
            <p:cNvSpPr/>
            <p:nvPr/>
          </p:nvSpPr>
          <p:spPr>
            <a:xfrm>
              <a:off x="4563737" y="474123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0" name="Oval 1519">
              <a:extLst>
                <a:ext uri="{FF2B5EF4-FFF2-40B4-BE49-F238E27FC236}">
                  <a16:creationId xmlns:a16="http://schemas.microsoft.com/office/drawing/2014/main" id="{F45FDB4D-7C0E-774C-941C-A438ED6DC968}"/>
                </a:ext>
              </a:extLst>
            </p:cNvPr>
            <p:cNvSpPr/>
            <p:nvPr/>
          </p:nvSpPr>
          <p:spPr>
            <a:xfrm>
              <a:off x="4576610" y="47401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1" name="Oval 1520">
              <a:extLst>
                <a:ext uri="{FF2B5EF4-FFF2-40B4-BE49-F238E27FC236}">
                  <a16:creationId xmlns:a16="http://schemas.microsoft.com/office/drawing/2014/main" id="{B08DEC8B-9347-F0A5-2D77-2C6A91A239A6}"/>
                </a:ext>
              </a:extLst>
            </p:cNvPr>
            <p:cNvSpPr/>
            <p:nvPr/>
          </p:nvSpPr>
          <p:spPr>
            <a:xfrm>
              <a:off x="4589485" y="47373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2" name="Oval 1521">
              <a:extLst>
                <a:ext uri="{FF2B5EF4-FFF2-40B4-BE49-F238E27FC236}">
                  <a16:creationId xmlns:a16="http://schemas.microsoft.com/office/drawing/2014/main" id="{5820AEBB-6263-7BE6-6FD6-5B77DF612DF2}"/>
                </a:ext>
              </a:extLst>
            </p:cNvPr>
            <p:cNvSpPr/>
            <p:nvPr/>
          </p:nvSpPr>
          <p:spPr>
            <a:xfrm>
              <a:off x="4602360" y="47343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3" name="Oval 1522">
              <a:extLst>
                <a:ext uri="{FF2B5EF4-FFF2-40B4-BE49-F238E27FC236}">
                  <a16:creationId xmlns:a16="http://schemas.microsoft.com/office/drawing/2014/main" id="{BF1A12B4-2CD0-6A5A-1F1E-9493E6D4EF69}"/>
                </a:ext>
              </a:extLst>
            </p:cNvPr>
            <p:cNvSpPr/>
            <p:nvPr/>
          </p:nvSpPr>
          <p:spPr>
            <a:xfrm>
              <a:off x="4615235" y="47298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4" name="Oval 1523">
              <a:extLst>
                <a:ext uri="{FF2B5EF4-FFF2-40B4-BE49-F238E27FC236}">
                  <a16:creationId xmlns:a16="http://schemas.microsoft.com/office/drawing/2014/main" id="{E891443E-AC03-8B5F-0E87-B78F9CA5E1A5}"/>
                </a:ext>
              </a:extLst>
            </p:cNvPr>
            <p:cNvSpPr/>
            <p:nvPr/>
          </p:nvSpPr>
          <p:spPr>
            <a:xfrm>
              <a:off x="4628109" y="47241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" name="Oval 1524">
              <a:extLst>
                <a:ext uri="{FF2B5EF4-FFF2-40B4-BE49-F238E27FC236}">
                  <a16:creationId xmlns:a16="http://schemas.microsoft.com/office/drawing/2014/main" id="{74D5FC2A-58E1-064F-2CB0-F46B6EC77542}"/>
                </a:ext>
              </a:extLst>
            </p:cNvPr>
            <p:cNvSpPr/>
            <p:nvPr/>
          </p:nvSpPr>
          <p:spPr>
            <a:xfrm>
              <a:off x="4640983" y="47182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6" name="Oval 1525">
              <a:extLst>
                <a:ext uri="{FF2B5EF4-FFF2-40B4-BE49-F238E27FC236}">
                  <a16:creationId xmlns:a16="http://schemas.microsoft.com/office/drawing/2014/main" id="{AA7775E3-02CD-B8BC-B649-6A913E615CE9}"/>
                </a:ext>
              </a:extLst>
            </p:cNvPr>
            <p:cNvSpPr/>
            <p:nvPr/>
          </p:nvSpPr>
          <p:spPr>
            <a:xfrm>
              <a:off x="4653858" y="47117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7" name="Oval 1526">
              <a:extLst>
                <a:ext uri="{FF2B5EF4-FFF2-40B4-BE49-F238E27FC236}">
                  <a16:creationId xmlns:a16="http://schemas.microsoft.com/office/drawing/2014/main" id="{B8AF31E1-0D17-B37B-48C1-31372C5BB53C}"/>
                </a:ext>
              </a:extLst>
            </p:cNvPr>
            <p:cNvSpPr/>
            <p:nvPr/>
          </p:nvSpPr>
          <p:spPr>
            <a:xfrm>
              <a:off x="4666733" y="470404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8" name="Oval 1527">
              <a:extLst>
                <a:ext uri="{FF2B5EF4-FFF2-40B4-BE49-F238E27FC236}">
                  <a16:creationId xmlns:a16="http://schemas.microsoft.com/office/drawing/2014/main" id="{43DF3B90-EB66-8D94-F59D-81E6AF22502F}"/>
                </a:ext>
              </a:extLst>
            </p:cNvPr>
            <p:cNvSpPr/>
            <p:nvPr/>
          </p:nvSpPr>
          <p:spPr>
            <a:xfrm>
              <a:off x="4679607" y="468834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9" name="Oval 1528">
              <a:extLst>
                <a:ext uri="{FF2B5EF4-FFF2-40B4-BE49-F238E27FC236}">
                  <a16:creationId xmlns:a16="http://schemas.microsoft.com/office/drawing/2014/main" id="{197E4244-DB21-5375-CE8B-698E3FEA00EA}"/>
                </a:ext>
              </a:extLst>
            </p:cNvPr>
            <p:cNvSpPr/>
            <p:nvPr/>
          </p:nvSpPr>
          <p:spPr>
            <a:xfrm>
              <a:off x="4692482" y="46792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0" name="Oval 1529">
              <a:extLst>
                <a:ext uri="{FF2B5EF4-FFF2-40B4-BE49-F238E27FC236}">
                  <a16:creationId xmlns:a16="http://schemas.microsoft.com/office/drawing/2014/main" id="{1998C934-ABAD-4C61-F005-93F096837144}"/>
                </a:ext>
              </a:extLst>
            </p:cNvPr>
            <p:cNvSpPr/>
            <p:nvPr/>
          </p:nvSpPr>
          <p:spPr>
            <a:xfrm>
              <a:off x="4705356" y="466770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1" name="Oval 1530">
              <a:extLst>
                <a:ext uri="{FF2B5EF4-FFF2-40B4-BE49-F238E27FC236}">
                  <a16:creationId xmlns:a16="http://schemas.microsoft.com/office/drawing/2014/main" id="{DCDFBB31-0FC6-8472-AE65-F6CB9BE11557}"/>
                </a:ext>
              </a:extLst>
            </p:cNvPr>
            <p:cNvSpPr/>
            <p:nvPr/>
          </p:nvSpPr>
          <p:spPr>
            <a:xfrm>
              <a:off x="4718231" y="465262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2" name="Oval 1531">
              <a:extLst>
                <a:ext uri="{FF2B5EF4-FFF2-40B4-BE49-F238E27FC236}">
                  <a16:creationId xmlns:a16="http://schemas.microsoft.com/office/drawing/2014/main" id="{5F2CFEFE-4097-EE6C-F04F-2088F8553FD4}"/>
                </a:ext>
              </a:extLst>
            </p:cNvPr>
            <p:cNvSpPr/>
            <p:nvPr/>
          </p:nvSpPr>
          <p:spPr>
            <a:xfrm>
              <a:off x="4731106" y="46344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3" name="Oval 1532">
              <a:extLst>
                <a:ext uri="{FF2B5EF4-FFF2-40B4-BE49-F238E27FC236}">
                  <a16:creationId xmlns:a16="http://schemas.microsoft.com/office/drawing/2014/main" id="{B1BF991A-D2F2-323B-709B-25B4D1C6B3B0}"/>
                </a:ext>
              </a:extLst>
            </p:cNvPr>
            <p:cNvSpPr/>
            <p:nvPr/>
          </p:nvSpPr>
          <p:spPr>
            <a:xfrm>
              <a:off x="4743980" y="46148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4" name="Oval 1533">
              <a:extLst>
                <a:ext uri="{FF2B5EF4-FFF2-40B4-BE49-F238E27FC236}">
                  <a16:creationId xmlns:a16="http://schemas.microsoft.com/office/drawing/2014/main" id="{7A2E8CC2-9CB6-30CB-D52E-29CAD75AF6C3}"/>
                </a:ext>
              </a:extLst>
            </p:cNvPr>
            <p:cNvSpPr/>
            <p:nvPr/>
          </p:nvSpPr>
          <p:spPr>
            <a:xfrm>
              <a:off x="4756855" y="45923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5" name="Oval 1534">
              <a:extLst>
                <a:ext uri="{FF2B5EF4-FFF2-40B4-BE49-F238E27FC236}">
                  <a16:creationId xmlns:a16="http://schemas.microsoft.com/office/drawing/2014/main" id="{F318A40A-91D2-80E0-B595-D0904237161D}"/>
                </a:ext>
              </a:extLst>
            </p:cNvPr>
            <p:cNvSpPr/>
            <p:nvPr/>
          </p:nvSpPr>
          <p:spPr>
            <a:xfrm>
              <a:off x="4769730" y="45684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6" name="Oval 1535">
              <a:extLst>
                <a:ext uri="{FF2B5EF4-FFF2-40B4-BE49-F238E27FC236}">
                  <a16:creationId xmlns:a16="http://schemas.microsoft.com/office/drawing/2014/main" id="{05374E07-F83E-484E-8A39-360BE3D23454}"/>
                </a:ext>
              </a:extLst>
            </p:cNvPr>
            <p:cNvSpPr/>
            <p:nvPr/>
          </p:nvSpPr>
          <p:spPr>
            <a:xfrm>
              <a:off x="4782604" y="45442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7" name="Oval 1536">
              <a:extLst>
                <a:ext uri="{FF2B5EF4-FFF2-40B4-BE49-F238E27FC236}">
                  <a16:creationId xmlns:a16="http://schemas.microsoft.com/office/drawing/2014/main" id="{88D2AF9E-926F-47B0-681A-E27D6C050E99}"/>
                </a:ext>
              </a:extLst>
            </p:cNvPr>
            <p:cNvSpPr/>
            <p:nvPr/>
          </p:nvSpPr>
          <p:spPr>
            <a:xfrm>
              <a:off x="4795478" y="45178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8" name="Oval 1537">
              <a:extLst>
                <a:ext uri="{FF2B5EF4-FFF2-40B4-BE49-F238E27FC236}">
                  <a16:creationId xmlns:a16="http://schemas.microsoft.com/office/drawing/2014/main" id="{10EEB3D9-B42A-16A5-CC05-623A1BBE302F}"/>
                </a:ext>
              </a:extLst>
            </p:cNvPr>
            <p:cNvSpPr/>
            <p:nvPr/>
          </p:nvSpPr>
          <p:spPr>
            <a:xfrm>
              <a:off x="4808353" y="449539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9" name="Oval 1538">
              <a:extLst>
                <a:ext uri="{FF2B5EF4-FFF2-40B4-BE49-F238E27FC236}">
                  <a16:creationId xmlns:a16="http://schemas.microsoft.com/office/drawing/2014/main" id="{D3DA31AC-9174-E2CC-30B5-4FEC8B101C0D}"/>
                </a:ext>
              </a:extLst>
            </p:cNvPr>
            <p:cNvSpPr/>
            <p:nvPr/>
          </p:nvSpPr>
          <p:spPr>
            <a:xfrm>
              <a:off x="4821228" y="44599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0" name="Oval 1539">
              <a:extLst>
                <a:ext uri="{FF2B5EF4-FFF2-40B4-BE49-F238E27FC236}">
                  <a16:creationId xmlns:a16="http://schemas.microsoft.com/office/drawing/2014/main" id="{FAB0D8C3-C18B-26EA-5D19-F054A57DA2AB}"/>
                </a:ext>
              </a:extLst>
            </p:cNvPr>
            <p:cNvSpPr/>
            <p:nvPr/>
          </p:nvSpPr>
          <p:spPr>
            <a:xfrm>
              <a:off x="4834103" y="44358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1" name="Oval 1540">
              <a:extLst>
                <a:ext uri="{FF2B5EF4-FFF2-40B4-BE49-F238E27FC236}">
                  <a16:creationId xmlns:a16="http://schemas.microsoft.com/office/drawing/2014/main" id="{D18CCC99-4775-18BE-3121-B7845DC7FA3E}"/>
                </a:ext>
              </a:extLst>
            </p:cNvPr>
            <p:cNvSpPr/>
            <p:nvPr/>
          </p:nvSpPr>
          <p:spPr>
            <a:xfrm>
              <a:off x="4846976" y="44046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2" name="Oval 1541">
              <a:extLst>
                <a:ext uri="{FF2B5EF4-FFF2-40B4-BE49-F238E27FC236}">
                  <a16:creationId xmlns:a16="http://schemas.microsoft.com/office/drawing/2014/main" id="{EA55CE1A-5059-252F-6BCE-1C25200CFEBE}"/>
                </a:ext>
              </a:extLst>
            </p:cNvPr>
            <p:cNvSpPr/>
            <p:nvPr/>
          </p:nvSpPr>
          <p:spPr>
            <a:xfrm>
              <a:off x="4859851" y="43859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3" name="Oval 1542">
              <a:extLst>
                <a:ext uri="{FF2B5EF4-FFF2-40B4-BE49-F238E27FC236}">
                  <a16:creationId xmlns:a16="http://schemas.microsoft.com/office/drawing/2014/main" id="{2BECE425-B7C0-A1A4-340D-8DA49BAA54C3}"/>
                </a:ext>
              </a:extLst>
            </p:cNvPr>
            <p:cNvSpPr/>
            <p:nvPr/>
          </p:nvSpPr>
          <p:spPr>
            <a:xfrm>
              <a:off x="4872726" y="43687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4" name="Oval 1543">
              <a:extLst>
                <a:ext uri="{FF2B5EF4-FFF2-40B4-BE49-F238E27FC236}">
                  <a16:creationId xmlns:a16="http://schemas.microsoft.com/office/drawing/2014/main" id="{6AA69308-9C5F-2A42-D756-665B09E6ED1F}"/>
                </a:ext>
              </a:extLst>
            </p:cNvPr>
            <p:cNvSpPr/>
            <p:nvPr/>
          </p:nvSpPr>
          <p:spPr>
            <a:xfrm>
              <a:off x="4885601" y="434711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5" name="Oval 1544">
              <a:extLst>
                <a:ext uri="{FF2B5EF4-FFF2-40B4-BE49-F238E27FC236}">
                  <a16:creationId xmlns:a16="http://schemas.microsoft.com/office/drawing/2014/main" id="{5A0A6DAC-48F0-0C86-F5DD-440F77EF4D11}"/>
                </a:ext>
              </a:extLst>
            </p:cNvPr>
            <p:cNvSpPr/>
            <p:nvPr/>
          </p:nvSpPr>
          <p:spPr>
            <a:xfrm>
              <a:off x="4898475" y="43360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6" name="Oval 1545">
              <a:extLst>
                <a:ext uri="{FF2B5EF4-FFF2-40B4-BE49-F238E27FC236}">
                  <a16:creationId xmlns:a16="http://schemas.microsoft.com/office/drawing/2014/main" id="{9A88CC65-58BD-DE08-8C4F-C95C9ACCE5E6}"/>
                </a:ext>
              </a:extLst>
            </p:cNvPr>
            <p:cNvSpPr/>
            <p:nvPr/>
          </p:nvSpPr>
          <p:spPr>
            <a:xfrm>
              <a:off x="4911349" y="43216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7" name="Oval 1546">
              <a:extLst>
                <a:ext uri="{FF2B5EF4-FFF2-40B4-BE49-F238E27FC236}">
                  <a16:creationId xmlns:a16="http://schemas.microsoft.com/office/drawing/2014/main" id="{D231F7BD-F5CA-77FD-5911-FE44A32BB3A9}"/>
                </a:ext>
              </a:extLst>
            </p:cNvPr>
            <p:cNvSpPr/>
            <p:nvPr/>
          </p:nvSpPr>
          <p:spPr>
            <a:xfrm>
              <a:off x="4924224" y="43129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8" name="Oval 1547">
              <a:extLst>
                <a:ext uri="{FF2B5EF4-FFF2-40B4-BE49-F238E27FC236}">
                  <a16:creationId xmlns:a16="http://schemas.microsoft.com/office/drawing/2014/main" id="{3051CF38-6306-5580-E967-664F6F7F4841}"/>
                </a:ext>
              </a:extLst>
            </p:cNvPr>
            <p:cNvSpPr/>
            <p:nvPr/>
          </p:nvSpPr>
          <p:spPr>
            <a:xfrm>
              <a:off x="4937099" y="43030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9" name="Oval 1548">
              <a:extLst>
                <a:ext uri="{FF2B5EF4-FFF2-40B4-BE49-F238E27FC236}">
                  <a16:creationId xmlns:a16="http://schemas.microsoft.com/office/drawing/2014/main" id="{7C745B9A-8F45-BFA5-A145-9D9566FC42D8}"/>
                </a:ext>
              </a:extLst>
            </p:cNvPr>
            <p:cNvSpPr/>
            <p:nvPr/>
          </p:nvSpPr>
          <p:spPr>
            <a:xfrm>
              <a:off x="4949973" y="42998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0" name="Oval 1549">
              <a:extLst>
                <a:ext uri="{FF2B5EF4-FFF2-40B4-BE49-F238E27FC236}">
                  <a16:creationId xmlns:a16="http://schemas.microsoft.com/office/drawing/2014/main" id="{2E749F95-8506-D87F-12E1-69A7BEC45727}"/>
                </a:ext>
              </a:extLst>
            </p:cNvPr>
            <p:cNvSpPr/>
            <p:nvPr/>
          </p:nvSpPr>
          <p:spPr>
            <a:xfrm>
              <a:off x="4962848" y="431258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1" name="Oval 1550">
              <a:extLst>
                <a:ext uri="{FF2B5EF4-FFF2-40B4-BE49-F238E27FC236}">
                  <a16:creationId xmlns:a16="http://schemas.microsoft.com/office/drawing/2014/main" id="{CFE9ECBC-65D1-5535-8094-3F99F7A4F366}"/>
                </a:ext>
              </a:extLst>
            </p:cNvPr>
            <p:cNvSpPr/>
            <p:nvPr/>
          </p:nvSpPr>
          <p:spPr>
            <a:xfrm>
              <a:off x="4975722" y="43219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2" name="Oval 1551">
              <a:extLst>
                <a:ext uri="{FF2B5EF4-FFF2-40B4-BE49-F238E27FC236}">
                  <a16:creationId xmlns:a16="http://schemas.microsoft.com/office/drawing/2014/main" id="{07D2071A-4525-0671-3DD9-2DB9E22782BA}"/>
                </a:ext>
              </a:extLst>
            </p:cNvPr>
            <p:cNvSpPr/>
            <p:nvPr/>
          </p:nvSpPr>
          <p:spPr>
            <a:xfrm>
              <a:off x="4988597" y="43219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3" name="Oval 1552">
              <a:extLst>
                <a:ext uri="{FF2B5EF4-FFF2-40B4-BE49-F238E27FC236}">
                  <a16:creationId xmlns:a16="http://schemas.microsoft.com/office/drawing/2014/main" id="{4F06D66D-A666-E0EC-BE5A-556E568BFBF0}"/>
                </a:ext>
              </a:extLst>
            </p:cNvPr>
            <p:cNvSpPr/>
            <p:nvPr/>
          </p:nvSpPr>
          <p:spPr>
            <a:xfrm>
              <a:off x="5001471" y="43464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4" name="Oval 1553">
              <a:extLst>
                <a:ext uri="{FF2B5EF4-FFF2-40B4-BE49-F238E27FC236}">
                  <a16:creationId xmlns:a16="http://schemas.microsoft.com/office/drawing/2014/main" id="{4C9FDC02-9C25-BD10-28A7-61CC63C65A8E}"/>
                </a:ext>
              </a:extLst>
            </p:cNvPr>
            <p:cNvSpPr/>
            <p:nvPr/>
          </p:nvSpPr>
          <p:spPr>
            <a:xfrm>
              <a:off x="5014346" y="436277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5" name="Oval 1554">
              <a:extLst>
                <a:ext uri="{FF2B5EF4-FFF2-40B4-BE49-F238E27FC236}">
                  <a16:creationId xmlns:a16="http://schemas.microsoft.com/office/drawing/2014/main" id="{1AD614F9-3D33-E589-CA75-A918C8625340}"/>
                </a:ext>
              </a:extLst>
            </p:cNvPr>
            <p:cNvSpPr/>
            <p:nvPr/>
          </p:nvSpPr>
          <p:spPr>
            <a:xfrm>
              <a:off x="5027221" y="43811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6" name="Oval 1555">
              <a:extLst>
                <a:ext uri="{FF2B5EF4-FFF2-40B4-BE49-F238E27FC236}">
                  <a16:creationId xmlns:a16="http://schemas.microsoft.com/office/drawing/2014/main" id="{026D19C3-B448-3D21-D7B0-1668BF7AB2F8}"/>
                </a:ext>
              </a:extLst>
            </p:cNvPr>
            <p:cNvSpPr/>
            <p:nvPr/>
          </p:nvSpPr>
          <p:spPr>
            <a:xfrm>
              <a:off x="5040096" y="440578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7" name="Oval 1556">
              <a:extLst>
                <a:ext uri="{FF2B5EF4-FFF2-40B4-BE49-F238E27FC236}">
                  <a16:creationId xmlns:a16="http://schemas.microsoft.com/office/drawing/2014/main" id="{24D86A66-F033-A0A7-4A23-86A7C5EDAB51}"/>
                </a:ext>
              </a:extLst>
            </p:cNvPr>
            <p:cNvSpPr/>
            <p:nvPr/>
          </p:nvSpPr>
          <p:spPr>
            <a:xfrm>
              <a:off x="5052965" y="44353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8" name="Oval 1557">
              <a:extLst>
                <a:ext uri="{FF2B5EF4-FFF2-40B4-BE49-F238E27FC236}">
                  <a16:creationId xmlns:a16="http://schemas.microsoft.com/office/drawing/2014/main" id="{3BA25340-8767-050C-03A9-A2D82F50E3E1}"/>
                </a:ext>
              </a:extLst>
            </p:cNvPr>
            <p:cNvSpPr/>
            <p:nvPr/>
          </p:nvSpPr>
          <p:spPr>
            <a:xfrm>
              <a:off x="5065842" y="447048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9" name="Oval 1558">
              <a:extLst>
                <a:ext uri="{FF2B5EF4-FFF2-40B4-BE49-F238E27FC236}">
                  <a16:creationId xmlns:a16="http://schemas.microsoft.com/office/drawing/2014/main" id="{3DE42FDA-8C50-1FC6-FB07-6BDE193A6BED}"/>
                </a:ext>
              </a:extLst>
            </p:cNvPr>
            <p:cNvSpPr/>
            <p:nvPr/>
          </p:nvSpPr>
          <p:spPr>
            <a:xfrm>
              <a:off x="5078719" y="44957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0" name="Oval 1559">
              <a:extLst>
                <a:ext uri="{FF2B5EF4-FFF2-40B4-BE49-F238E27FC236}">
                  <a16:creationId xmlns:a16="http://schemas.microsoft.com/office/drawing/2014/main" id="{9C2C7C7F-00B2-DF0A-92AB-45FE2B05FFD8}"/>
                </a:ext>
              </a:extLst>
            </p:cNvPr>
            <p:cNvSpPr/>
            <p:nvPr/>
          </p:nvSpPr>
          <p:spPr>
            <a:xfrm>
              <a:off x="5091596" y="45179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1" name="Oval 1560">
              <a:extLst>
                <a:ext uri="{FF2B5EF4-FFF2-40B4-BE49-F238E27FC236}">
                  <a16:creationId xmlns:a16="http://schemas.microsoft.com/office/drawing/2014/main" id="{20D75CDB-544B-A7E1-5628-B384B101F7E9}"/>
                </a:ext>
              </a:extLst>
            </p:cNvPr>
            <p:cNvSpPr/>
            <p:nvPr/>
          </p:nvSpPr>
          <p:spPr>
            <a:xfrm>
              <a:off x="5104473" y="45423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2" name="Oval 1561">
              <a:extLst>
                <a:ext uri="{FF2B5EF4-FFF2-40B4-BE49-F238E27FC236}">
                  <a16:creationId xmlns:a16="http://schemas.microsoft.com/office/drawing/2014/main" id="{AF9D7713-05D1-2B06-E8EF-27514DC3BAED}"/>
                </a:ext>
              </a:extLst>
            </p:cNvPr>
            <p:cNvSpPr/>
            <p:nvPr/>
          </p:nvSpPr>
          <p:spPr>
            <a:xfrm>
              <a:off x="5117339" y="45661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3" name="Oval 1562">
              <a:extLst>
                <a:ext uri="{FF2B5EF4-FFF2-40B4-BE49-F238E27FC236}">
                  <a16:creationId xmlns:a16="http://schemas.microsoft.com/office/drawing/2014/main" id="{81B12B96-E65B-4EC6-A381-2D477CC19475}"/>
                </a:ext>
              </a:extLst>
            </p:cNvPr>
            <p:cNvSpPr/>
            <p:nvPr/>
          </p:nvSpPr>
          <p:spPr>
            <a:xfrm>
              <a:off x="5130216" y="459371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4" name="Oval 1563">
              <a:extLst>
                <a:ext uri="{FF2B5EF4-FFF2-40B4-BE49-F238E27FC236}">
                  <a16:creationId xmlns:a16="http://schemas.microsoft.com/office/drawing/2014/main" id="{7747365B-BE0B-AF19-2546-4018194D85C4}"/>
                </a:ext>
              </a:extLst>
            </p:cNvPr>
            <p:cNvSpPr/>
            <p:nvPr/>
          </p:nvSpPr>
          <p:spPr>
            <a:xfrm>
              <a:off x="5143093" y="46125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5" name="Oval 1564">
              <a:extLst>
                <a:ext uri="{FF2B5EF4-FFF2-40B4-BE49-F238E27FC236}">
                  <a16:creationId xmlns:a16="http://schemas.microsoft.com/office/drawing/2014/main" id="{04440F58-4FAF-2016-C7B0-39ACDCBF9BFE}"/>
                </a:ext>
              </a:extLst>
            </p:cNvPr>
            <p:cNvSpPr/>
            <p:nvPr/>
          </p:nvSpPr>
          <p:spPr>
            <a:xfrm>
              <a:off x="5155969" y="46335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6" name="Oval 1565">
              <a:extLst>
                <a:ext uri="{FF2B5EF4-FFF2-40B4-BE49-F238E27FC236}">
                  <a16:creationId xmlns:a16="http://schemas.microsoft.com/office/drawing/2014/main" id="{2701FE9A-4D4E-70BD-7907-2A97A6A4C6E1}"/>
                </a:ext>
              </a:extLst>
            </p:cNvPr>
            <p:cNvSpPr/>
            <p:nvPr/>
          </p:nvSpPr>
          <p:spPr>
            <a:xfrm>
              <a:off x="5168836" y="46530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7" name="Oval 1566">
              <a:extLst>
                <a:ext uri="{FF2B5EF4-FFF2-40B4-BE49-F238E27FC236}">
                  <a16:creationId xmlns:a16="http://schemas.microsoft.com/office/drawing/2014/main" id="{B8B62D16-1453-DC16-CDD5-2D0B9355F80A}"/>
                </a:ext>
              </a:extLst>
            </p:cNvPr>
            <p:cNvSpPr/>
            <p:nvPr/>
          </p:nvSpPr>
          <p:spPr>
            <a:xfrm>
              <a:off x="5181713" y="466814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8" name="Oval 1567">
              <a:extLst>
                <a:ext uri="{FF2B5EF4-FFF2-40B4-BE49-F238E27FC236}">
                  <a16:creationId xmlns:a16="http://schemas.microsoft.com/office/drawing/2014/main" id="{D99D04E8-80CA-C1A2-0290-45BAE6CD2155}"/>
                </a:ext>
              </a:extLst>
            </p:cNvPr>
            <p:cNvSpPr/>
            <p:nvPr/>
          </p:nvSpPr>
          <p:spPr>
            <a:xfrm>
              <a:off x="5194590" y="46807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9" name="Oval 1568">
              <a:extLst>
                <a:ext uri="{FF2B5EF4-FFF2-40B4-BE49-F238E27FC236}">
                  <a16:creationId xmlns:a16="http://schemas.microsoft.com/office/drawing/2014/main" id="{FE24BE80-3A59-D793-5736-3748C6FF22FD}"/>
                </a:ext>
              </a:extLst>
            </p:cNvPr>
            <p:cNvSpPr/>
            <p:nvPr/>
          </p:nvSpPr>
          <p:spPr>
            <a:xfrm>
              <a:off x="5207466" y="468976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0" name="Oval 1569">
              <a:extLst>
                <a:ext uri="{FF2B5EF4-FFF2-40B4-BE49-F238E27FC236}">
                  <a16:creationId xmlns:a16="http://schemas.microsoft.com/office/drawing/2014/main" id="{78FB36DC-DAD2-5443-8FAA-01599D8A9257}"/>
                </a:ext>
              </a:extLst>
            </p:cNvPr>
            <p:cNvSpPr/>
            <p:nvPr/>
          </p:nvSpPr>
          <p:spPr>
            <a:xfrm>
              <a:off x="5220343" y="470110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1" name="Oval 1570">
              <a:extLst>
                <a:ext uri="{FF2B5EF4-FFF2-40B4-BE49-F238E27FC236}">
                  <a16:creationId xmlns:a16="http://schemas.microsoft.com/office/drawing/2014/main" id="{633E02AB-80B7-7C27-AF5E-574FF7752F58}"/>
                </a:ext>
              </a:extLst>
            </p:cNvPr>
            <p:cNvSpPr/>
            <p:nvPr/>
          </p:nvSpPr>
          <p:spPr>
            <a:xfrm>
              <a:off x="5233210" y="471214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2" name="Oval 1571">
              <a:extLst>
                <a:ext uri="{FF2B5EF4-FFF2-40B4-BE49-F238E27FC236}">
                  <a16:creationId xmlns:a16="http://schemas.microsoft.com/office/drawing/2014/main" id="{5C3C3A7F-1BBE-9728-BF6A-210511D40A5E}"/>
                </a:ext>
              </a:extLst>
            </p:cNvPr>
            <p:cNvSpPr/>
            <p:nvPr/>
          </p:nvSpPr>
          <p:spPr>
            <a:xfrm>
              <a:off x="5246087" y="47180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3" name="Oval 1572">
              <a:extLst>
                <a:ext uri="{FF2B5EF4-FFF2-40B4-BE49-F238E27FC236}">
                  <a16:creationId xmlns:a16="http://schemas.microsoft.com/office/drawing/2014/main" id="{1E47D2CB-2E96-1BF3-D749-F1E2CE624275}"/>
                </a:ext>
              </a:extLst>
            </p:cNvPr>
            <p:cNvSpPr/>
            <p:nvPr/>
          </p:nvSpPr>
          <p:spPr>
            <a:xfrm>
              <a:off x="5258963" y="47222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4" name="Oval 1573">
              <a:extLst>
                <a:ext uri="{FF2B5EF4-FFF2-40B4-BE49-F238E27FC236}">
                  <a16:creationId xmlns:a16="http://schemas.microsoft.com/office/drawing/2014/main" id="{5714B56E-F57E-4B46-2D94-8870293EE44E}"/>
                </a:ext>
              </a:extLst>
            </p:cNvPr>
            <p:cNvSpPr/>
            <p:nvPr/>
          </p:nvSpPr>
          <p:spPr>
            <a:xfrm>
              <a:off x="5271840" y="472650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5" name="Oval 1574">
              <a:extLst>
                <a:ext uri="{FF2B5EF4-FFF2-40B4-BE49-F238E27FC236}">
                  <a16:creationId xmlns:a16="http://schemas.microsoft.com/office/drawing/2014/main" id="{FD4A5F38-769A-78EE-A315-A3D01B21147C}"/>
                </a:ext>
              </a:extLst>
            </p:cNvPr>
            <p:cNvSpPr/>
            <p:nvPr/>
          </p:nvSpPr>
          <p:spPr>
            <a:xfrm>
              <a:off x="5284707" y="47297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6" name="Oval 1575">
              <a:extLst>
                <a:ext uri="{FF2B5EF4-FFF2-40B4-BE49-F238E27FC236}">
                  <a16:creationId xmlns:a16="http://schemas.microsoft.com/office/drawing/2014/main" id="{B0B30763-6349-3E20-A135-7949154C8AC0}"/>
                </a:ext>
              </a:extLst>
            </p:cNvPr>
            <p:cNvSpPr/>
            <p:nvPr/>
          </p:nvSpPr>
          <p:spPr>
            <a:xfrm>
              <a:off x="5297584" y="47298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7" name="Oval 1576">
              <a:extLst>
                <a:ext uri="{FF2B5EF4-FFF2-40B4-BE49-F238E27FC236}">
                  <a16:creationId xmlns:a16="http://schemas.microsoft.com/office/drawing/2014/main" id="{5E9BFA95-CD38-4826-88B0-774206A7E7D6}"/>
                </a:ext>
              </a:extLst>
            </p:cNvPr>
            <p:cNvSpPr/>
            <p:nvPr/>
          </p:nvSpPr>
          <p:spPr>
            <a:xfrm>
              <a:off x="5310460" y="47302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8" name="Oval 1577">
              <a:extLst>
                <a:ext uri="{FF2B5EF4-FFF2-40B4-BE49-F238E27FC236}">
                  <a16:creationId xmlns:a16="http://schemas.microsoft.com/office/drawing/2014/main" id="{0A736372-2BD1-80EA-0CC8-A18743A326F5}"/>
                </a:ext>
              </a:extLst>
            </p:cNvPr>
            <p:cNvSpPr/>
            <p:nvPr/>
          </p:nvSpPr>
          <p:spPr>
            <a:xfrm>
              <a:off x="5323337" y="47284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9" name="Oval 1578">
              <a:extLst>
                <a:ext uri="{FF2B5EF4-FFF2-40B4-BE49-F238E27FC236}">
                  <a16:creationId xmlns:a16="http://schemas.microsoft.com/office/drawing/2014/main" id="{B33474CA-C6DB-465F-F942-9EC5D0FA3872}"/>
                </a:ext>
              </a:extLst>
            </p:cNvPr>
            <p:cNvSpPr/>
            <p:nvPr/>
          </p:nvSpPr>
          <p:spPr>
            <a:xfrm>
              <a:off x="5336214" y="472664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0" name="Oval 1579">
              <a:extLst>
                <a:ext uri="{FF2B5EF4-FFF2-40B4-BE49-F238E27FC236}">
                  <a16:creationId xmlns:a16="http://schemas.microsoft.com/office/drawing/2014/main" id="{CAD6F98F-DD7A-68AD-35D7-4DC7A302E483}"/>
                </a:ext>
              </a:extLst>
            </p:cNvPr>
            <p:cNvSpPr/>
            <p:nvPr/>
          </p:nvSpPr>
          <p:spPr>
            <a:xfrm>
              <a:off x="5349081" y="472001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1" name="Oval 1580">
              <a:extLst>
                <a:ext uri="{FF2B5EF4-FFF2-40B4-BE49-F238E27FC236}">
                  <a16:creationId xmlns:a16="http://schemas.microsoft.com/office/drawing/2014/main" id="{7A486EF0-FED1-E309-7317-0EF4DD5E4966}"/>
                </a:ext>
              </a:extLst>
            </p:cNvPr>
            <p:cNvSpPr/>
            <p:nvPr/>
          </p:nvSpPr>
          <p:spPr>
            <a:xfrm>
              <a:off x="5361957" y="47122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2" name="Oval 1581">
              <a:extLst>
                <a:ext uri="{FF2B5EF4-FFF2-40B4-BE49-F238E27FC236}">
                  <a16:creationId xmlns:a16="http://schemas.microsoft.com/office/drawing/2014/main" id="{FF171963-2813-DA96-F514-F9073D847A0D}"/>
                </a:ext>
              </a:extLst>
            </p:cNvPr>
            <p:cNvSpPr/>
            <p:nvPr/>
          </p:nvSpPr>
          <p:spPr>
            <a:xfrm>
              <a:off x="5374834" y="470470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3" name="Oval 1582">
              <a:extLst>
                <a:ext uri="{FF2B5EF4-FFF2-40B4-BE49-F238E27FC236}">
                  <a16:creationId xmlns:a16="http://schemas.microsoft.com/office/drawing/2014/main" id="{11B791A9-29B1-2D5A-7E54-EC1192938952}"/>
                </a:ext>
              </a:extLst>
            </p:cNvPr>
            <p:cNvSpPr/>
            <p:nvPr/>
          </p:nvSpPr>
          <p:spPr>
            <a:xfrm>
              <a:off x="5387711" y="469448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4" name="Oval 1583">
              <a:extLst>
                <a:ext uri="{FF2B5EF4-FFF2-40B4-BE49-F238E27FC236}">
                  <a16:creationId xmlns:a16="http://schemas.microsoft.com/office/drawing/2014/main" id="{0A7B4685-F2EC-7448-0FDD-A73CB0CC9F01}"/>
                </a:ext>
              </a:extLst>
            </p:cNvPr>
            <p:cNvSpPr/>
            <p:nvPr/>
          </p:nvSpPr>
          <p:spPr>
            <a:xfrm>
              <a:off x="5400588" y="46806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5" name="Oval 1584">
              <a:extLst>
                <a:ext uri="{FF2B5EF4-FFF2-40B4-BE49-F238E27FC236}">
                  <a16:creationId xmlns:a16="http://schemas.microsoft.com/office/drawing/2014/main" id="{6E75DC78-210D-C3A0-638A-369FA802D285}"/>
                </a:ext>
              </a:extLst>
            </p:cNvPr>
            <p:cNvSpPr/>
            <p:nvPr/>
          </p:nvSpPr>
          <p:spPr>
            <a:xfrm>
              <a:off x="5413454" y="466360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6" name="Oval 1585">
              <a:extLst>
                <a:ext uri="{FF2B5EF4-FFF2-40B4-BE49-F238E27FC236}">
                  <a16:creationId xmlns:a16="http://schemas.microsoft.com/office/drawing/2014/main" id="{D9A74034-0EA1-B352-4A67-741741E20A1C}"/>
                </a:ext>
              </a:extLst>
            </p:cNvPr>
            <p:cNvSpPr/>
            <p:nvPr/>
          </p:nvSpPr>
          <p:spPr>
            <a:xfrm>
              <a:off x="5426331" y="46446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7" name="Oval 1586">
              <a:extLst>
                <a:ext uri="{FF2B5EF4-FFF2-40B4-BE49-F238E27FC236}">
                  <a16:creationId xmlns:a16="http://schemas.microsoft.com/office/drawing/2014/main" id="{37170D24-7C7A-7E9A-DFAA-1961C197653C}"/>
                </a:ext>
              </a:extLst>
            </p:cNvPr>
            <p:cNvSpPr/>
            <p:nvPr/>
          </p:nvSpPr>
          <p:spPr>
            <a:xfrm>
              <a:off x="5439208" y="46131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8" name="Oval 1587">
              <a:extLst>
                <a:ext uri="{FF2B5EF4-FFF2-40B4-BE49-F238E27FC236}">
                  <a16:creationId xmlns:a16="http://schemas.microsoft.com/office/drawing/2014/main" id="{D94493D6-2022-A040-3CC2-2AAEDC000335}"/>
                </a:ext>
              </a:extLst>
            </p:cNvPr>
            <p:cNvSpPr/>
            <p:nvPr/>
          </p:nvSpPr>
          <p:spPr>
            <a:xfrm>
              <a:off x="5452085" y="458748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9" name="Oval 1588">
              <a:extLst>
                <a:ext uri="{FF2B5EF4-FFF2-40B4-BE49-F238E27FC236}">
                  <a16:creationId xmlns:a16="http://schemas.microsoft.com/office/drawing/2014/main" id="{A789C92E-D464-46E0-E8B7-0C4F857648E9}"/>
                </a:ext>
              </a:extLst>
            </p:cNvPr>
            <p:cNvSpPr/>
            <p:nvPr/>
          </p:nvSpPr>
          <p:spPr>
            <a:xfrm>
              <a:off x="5464951" y="454788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0" name="Oval 1589">
              <a:extLst>
                <a:ext uri="{FF2B5EF4-FFF2-40B4-BE49-F238E27FC236}">
                  <a16:creationId xmlns:a16="http://schemas.microsoft.com/office/drawing/2014/main" id="{4E066F6D-1415-BF84-B66A-1E0CBB5601F1}"/>
                </a:ext>
              </a:extLst>
            </p:cNvPr>
            <p:cNvSpPr/>
            <p:nvPr/>
          </p:nvSpPr>
          <p:spPr>
            <a:xfrm>
              <a:off x="5477828" y="45089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1" name="Oval 1590">
              <a:extLst>
                <a:ext uri="{FF2B5EF4-FFF2-40B4-BE49-F238E27FC236}">
                  <a16:creationId xmlns:a16="http://schemas.microsoft.com/office/drawing/2014/main" id="{5D44F02E-5E96-2768-AA88-1D13390C2A94}"/>
                </a:ext>
              </a:extLst>
            </p:cNvPr>
            <p:cNvSpPr/>
            <p:nvPr/>
          </p:nvSpPr>
          <p:spPr>
            <a:xfrm>
              <a:off x="5490705" y="445743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2" name="Oval 1591">
              <a:extLst>
                <a:ext uri="{FF2B5EF4-FFF2-40B4-BE49-F238E27FC236}">
                  <a16:creationId xmlns:a16="http://schemas.microsoft.com/office/drawing/2014/main" id="{743267FF-530B-5C46-F819-979475B49B50}"/>
                </a:ext>
              </a:extLst>
            </p:cNvPr>
            <p:cNvSpPr/>
            <p:nvPr/>
          </p:nvSpPr>
          <p:spPr>
            <a:xfrm>
              <a:off x="5503582" y="440432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3" name="Oval 1592">
              <a:extLst>
                <a:ext uri="{FF2B5EF4-FFF2-40B4-BE49-F238E27FC236}">
                  <a16:creationId xmlns:a16="http://schemas.microsoft.com/office/drawing/2014/main" id="{447DC21B-C1F3-4EA7-774B-E757B361D653}"/>
                </a:ext>
              </a:extLst>
            </p:cNvPr>
            <p:cNvSpPr/>
            <p:nvPr/>
          </p:nvSpPr>
          <p:spPr>
            <a:xfrm>
              <a:off x="5516459" y="434373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4" name="Oval 1593">
              <a:extLst>
                <a:ext uri="{FF2B5EF4-FFF2-40B4-BE49-F238E27FC236}">
                  <a16:creationId xmlns:a16="http://schemas.microsoft.com/office/drawing/2014/main" id="{B4DE7C68-92BF-6800-3126-2B6FC79CD017}"/>
                </a:ext>
              </a:extLst>
            </p:cNvPr>
            <p:cNvSpPr/>
            <p:nvPr/>
          </p:nvSpPr>
          <p:spPr>
            <a:xfrm>
              <a:off x="5529325" y="42806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5" name="Oval 1594">
              <a:extLst>
                <a:ext uri="{FF2B5EF4-FFF2-40B4-BE49-F238E27FC236}">
                  <a16:creationId xmlns:a16="http://schemas.microsoft.com/office/drawing/2014/main" id="{8D55F056-7585-051C-674D-2E3B1D4DFB52}"/>
                </a:ext>
              </a:extLst>
            </p:cNvPr>
            <p:cNvSpPr/>
            <p:nvPr/>
          </p:nvSpPr>
          <p:spPr>
            <a:xfrm>
              <a:off x="5542202" y="42067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6" name="Oval 1595">
              <a:extLst>
                <a:ext uri="{FF2B5EF4-FFF2-40B4-BE49-F238E27FC236}">
                  <a16:creationId xmlns:a16="http://schemas.microsoft.com/office/drawing/2014/main" id="{BDF7156B-9E3F-1D03-CB36-BF49FC51DE86}"/>
                </a:ext>
              </a:extLst>
            </p:cNvPr>
            <p:cNvSpPr/>
            <p:nvPr/>
          </p:nvSpPr>
          <p:spPr>
            <a:xfrm>
              <a:off x="5555079" y="41390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7" name="Oval 1596">
              <a:extLst>
                <a:ext uri="{FF2B5EF4-FFF2-40B4-BE49-F238E27FC236}">
                  <a16:creationId xmlns:a16="http://schemas.microsoft.com/office/drawing/2014/main" id="{671F8C9E-BE51-3602-F8DF-D03127611EEB}"/>
                </a:ext>
              </a:extLst>
            </p:cNvPr>
            <p:cNvSpPr/>
            <p:nvPr/>
          </p:nvSpPr>
          <p:spPr>
            <a:xfrm>
              <a:off x="5567956" y="40513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8" name="Oval 1597">
              <a:extLst>
                <a:ext uri="{FF2B5EF4-FFF2-40B4-BE49-F238E27FC236}">
                  <a16:creationId xmlns:a16="http://schemas.microsoft.com/office/drawing/2014/main" id="{842A3773-FA01-DBA8-3493-685D8DDE1398}"/>
                </a:ext>
              </a:extLst>
            </p:cNvPr>
            <p:cNvSpPr/>
            <p:nvPr/>
          </p:nvSpPr>
          <p:spPr>
            <a:xfrm>
              <a:off x="5580822" y="3986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9" name="Oval 1598">
              <a:extLst>
                <a:ext uri="{FF2B5EF4-FFF2-40B4-BE49-F238E27FC236}">
                  <a16:creationId xmlns:a16="http://schemas.microsoft.com/office/drawing/2014/main" id="{21FAE404-1EDD-5EF4-1B71-FF3FBB313A4A}"/>
                </a:ext>
              </a:extLst>
            </p:cNvPr>
            <p:cNvSpPr/>
            <p:nvPr/>
          </p:nvSpPr>
          <p:spPr>
            <a:xfrm>
              <a:off x="5593699" y="39052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0B373060-7EF5-B921-D404-4F99750268E2}"/>
                </a:ext>
              </a:extLst>
            </p:cNvPr>
            <p:cNvSpPr/>
            <p:nvPr/>
          </p:nvSpPr>
          <p:spPr>
            <a:xfrm>
              <a:off x="5606576" y="38104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1" name="Oval 1600">
              <a:extLst>
                <a:ext uri="{FF2B5EF4-FFF2-40B4-BE49-F238E27FC236}">
                  <a16:creationId xmlns:a16="http://schemas.microsoft.com/office/drawing/2014/main" id="{6F52DFA9-C4BD-889E-7904-95EB11167E0A}"/>
                </a:ext>
              </a:extLst>
            </p:cNvPr>
            <p:cNvSpPr/>
            <p:nvPr/>
          </p:nvSpPr>
          <p:spPr>
            <a:xfrm>
              <a:off x="5619453" y="37334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2" name="Oval 1601">
              <a:extLst>
                <a:ext uri="{FF2B5EF4-FFF2-40B4-BE49-F238E27FC236}">
                  <a16:creationId xmlns:a16="http://schemas.microsoft.com/office/drawing/2014/main" id="{912B371E-229A-E44D-948B-31D98733607B}"/>
                </a:ext>
              </a:extLst>
            </p:cNvPr>
            <p:cNvSpPr/>
            <p:nvPr/>
          </p:nvSpPr>
          <p:spPr>
            <a:xfrm>
              <a:off x="5632329" y="36918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3" name="Oval 1602">
              <a:extLst>
                <a:ext uri="{FF2B5EF4-FFF2-40B4-BE49-F238E27FC236}">
                  <a16:creationId xmlns:a16="http://schemas.microsoft.com/office/drawing/2014/main" id="{2BB8CFFF-37B1-199A-E55C-3BCF0EA83642}"/>
                </a:ext>
              </a:extLst>
            </p:cNvPr>
            <p:cNvSpPr/>
            <p:nvPr/>
          </p:nvSpPr>
          <p:spPr>
            <a:xfrm>
              <a:off x="5645196" y="36033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4" name="Oval 1603">
              <a:extLst>
                <a:ext uri="{FF2B5EF4-FFF2-40B4-BE49-F238E27FC236}">
                  <a16:creationId xmlns:a16="http://schemas.microsoft.com/office/drawing/2014/main" id="{356E0F3D-E262-90F4-2B6C-B66EDAC0166F}"/>
                </a:ext>
              </a:extLst>
            </p:cNvPr>
            <p:cNvSpPr/>
            <p:nvPr/>
          </p:nvSpPr>
          <p:spPr>
            <a:xfrm>
              <a:off x="5658073" y="35428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5" name="Oval 1604">
              <a:extLst>
                <a:ext uri="{FF2B5EF4-FFF2-40B4-BE49-F238E27FC236}">
                  <a16:creationId xmlns:a16="http://schemas.microsoft.com/office/drawing/2014/main" id="{FE0E162A-B010-9E94-A081-103207829978}"/>
                </a:ext>
              </a:extLst>
            </p:cNvPr>
            <p:cNvSpPr/>
            <p:nvPr/>
          </p:nvSpPr>
          <p:spPr>
            <a:xfrm>
              <a:off x="5670950" y="34982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6" name="Oval 1605">
              <a:extLst>
                <a:ext uri="{FF2B5EF4-FFF2-40B4-BE49-F238E27FC236}">
                  <a16:creationId xmlns:a16="http://schemas.microsoft.com/office/drawing/2014/main" id="{806D7765-5BBA-3953-5ED1-067017702B8F}"/>
                </a:ext>
              </a:extLst>
            </p:cNvPr>
            <p:cNvSpPr/>
            <p:nvPr/>
          </p:nvSpPr>
          <p:spPr>
            <a:xfrm>
              <a:off x="5683826" y="34465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7" name="Oval 1606">
              <a:extLst>
                <a:ext uri="{FF2B5EF4-FFF2-40B4-BE49-F238E27FC236}">
                  <a16:creationId xmlns:a16="http://schemas.microsoft.com/office/drawing/2014/main" id="{893920A3-70D9-6602-E779-F09C0814E24C}"/>
                </a:ext>
              </a:extLst>
            </p:cNvPr>
            <p:cNvSpPr/>
            <p:nvPr/>
          </p:nvSpPr>
          <p:spPr>
            <a:xfrm>
              <a:off x="5696693" y="34284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8" name="Oval 1607">
              <a:extLst>
                <a:ext uri="{FF2B5EF4-FFF2-40B4-BE49-F238E27FC236}">
                  <a16:creationId xmlns:a16="http://schemas.microsoft.com/office/drawing/2014/main" id="{B381FE3A-6F7E-0C76-1392-568B1A041C85}"/>
                </a:ext>
              </a:extLst>
            </p:cNvPr>
            <p:cNvSpPr/>
            <p:nvPr/>
          </p:nvSpPr>
          <p:spPr>
            <a:xfrm>
              <a:off x="5709570" y="34232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58AA1020-2C3D-F27A-056A-B1A088BAB825}"/>
                </a:ext>
              </a:extLst>
            </p:cNvPr>
            <p:cNvSpPr/>
            <p:nvPr/>
          </p:nvSpPr>
          <p:spPr>
            <a:xfrm>
              <a:off x="5722447" y="34079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0" name="Oval 1609">
              <a:extLst>
                <a:ext uri="{FF2B5EF4-FFF2-40B4-BE49-F238E27FC236}">
                  <a16:creationId xmlns:a16="http://schemas.microsoft.com/office/drawing/2014/main" id="{8A16C12F-0D83-959B-C8FE-0802FCF8CA73}"/>
                </a:ext>
              </a:extLst>
            </p:cNvPr>
            <p:cNvSpPr/>
            <p:nvPr/>
          </p:nvSpPr>
          <p:spPr>
            <a:xfrm>
              <a:off x="5735323" y="34315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1" name="Oval 1610">
              <a:extLst>
                <a:ext uri="{FF2B5EF4-FFF2-40B4-BE49-F238E27FC236}">
                  <a16:creationId xmlns:a16="http://schemas.microsoft.com/office/drawing/2014/main" id="{1A6EA5BD-CCF9-E61B-31F6-B8C5FBED9D22}"/>
                </a:ext>
              </a:extLst>
            </p:cNvPr>
            <p:cNvSpPr/>
            <p:nvPr/>
          </p:nvSpPr>
          <p:spPr>
            <a:xfrm>
              <a:off x="5748200" y="34616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2" name="Oval 1611">
              <a:extLst>
                <a:ext uri="{FF2B5EF4-FFF2-40B4-BE49-F238E27FC236}">
                  <a16:creationId xmlns:a16="http://schemas.microsoft.com/office/drawing/2014/main" id="{04306C73-4F96-11C6-C904-014345349D5B}"/>
                </a:ext>
              </a:extLst>
            </p:cNvPr>
            <p:cNvSpPr/>
            <p:nvPr/>
          </p:nvSpPr>
          <p:spPr>
            <a:xfrm>
              <a:off x="5761067" y="348322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3" name="Oval 1612">
              <a:extLst>
                <a:ext uri="{FF2B5EF4-FFF2-40B4-BE49-F238E27FC236}">
                  <a16:creationId xmlns:a16="http://schemas.microsoft.com/office/drawing/2014/main" id="{61E57465-588D-77B8-807B-32320690BA72}"/>
                </a:ext>
              </a:extLst>
            </p:cNvPr>
            <p:cNvSpPr/>
            <p:nvPr/>
          </p:nvSpPr>
          <p:spPr>
            <a:xfrm>
              <a:off x="5773943" y="355534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4" name="Oval 1613">
              <a:extLst>
                <a:ext uri="{FF2B5EF4-FFF2-40B4-BE49-F238E27FC236}">
                  <a16:creationId xmlns:a16="http://schemas.microsoft.com/office/drawing/2014/main" id="{08BF28ED-C995-E4B3-D1FD-06061B116FB1}"/>
                </a:ext>
              </a:extLst>
            </p:cNvPr>
            <p:cNvSpPr/>
            <p:nvPr/>
          </p:nvSpPr>
          <p:spPr>
            <a:xfrm>
              <a:off x="5786820" y="361482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5" name="Oval 1614">
              <a:extLst>
                <a:ext uri="{FF2B5EF4-FFF2-40B4-BE49-F238E27FC236}">
                  <a16:creationId xmlns:a16="http://schemas.microsoft.com/office/drawing/2014/main" id="{35A17720-70CE-7B23-9A42-36BEF3D443E8}"/>
                </a:ext>
              </a:extLst>
            </p:cNvPr>
            <p:cNvSpPr/>
            <p:nvPr/>
          </p:nvSpPr>
          <p:spPr>
            <a:xfrm>
              <a:off x="5799697" y="36667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67818326-371E-9214-0F78-D537C2D77385}"/>
                </a:ext>
              </a:extLst>
            </p:cNvPr>
            <p:cNvSpPr/>
            <p:nvPr/>
          </p:nvSpPr>
          <p:spPr>
            <a:xfrm>
              <a:off x="5812574" y="373512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1DADEAA5-81CA-2B92-4733-8D5D285FDA73}"/>
                </a:ext>
              </a:extLst>
            </p:cNvPr>
            <p:cNvSpPr/>
            <p:nvPr/>
          </p:nvSpPr>
          <p:spPr>
            <a:xfrm>
              <a:off x="5825440" y="381404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CBF5FC14-2B33-FC0F-1DBB-0B535FB23C29}"/>
                </a:ext>
              </a:extLst>
            </p:cNvPr>
            <p:cNvSpPr/>
            <p:nvPr/>
          </p:nvSpPr>
          <p:spPr>
            <a:xfrm>
              <a:off x="5838317" y="390809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9" name="Oval 1618">
              <a:extLst>
                <a:ext uri="{FF2B5EF4-FFF2-40B4-BE49-F238E27FC236}">
                  <a16:creationId xmlns:a16="http://schemas.microsoft.com/office/drawing/2014/main" id="{0A41E5D1-A7E6-B143-E7DC-1A051783389C}"/>
                </a:ext>
              </a:extLst>
            </p:cNvPr>
            <p:cNvSpPr/>
            <p:nvPr/>
          </p:nvSpPr>
          <p:spPr>
            <a:xfrm>
              <a:off x="5851194" y="398853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0" name="Oval 1619">
              <a:extLst>
                <a:ext uri="{FF2B5EF4-FFF2-40B4-BE49-F238E27FC236}">
                  <a16:creationId xmlns:a16="http://schemas.microsoft.com/office/drawing/2014/main" id="{25DB9070-8648-5374-A43D-AEC51F915DDE}"/>
                </a:ext>
              </a:extLst>
            </p:cNvPr>
            <p:cNvSpPr/>
            <p:nvPr/>
          </p:nvSpPr>
          <p:spPr>
            <a:xfrm>
              <a:off x="5864071" y="40632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1" name="Oval 1620">
              <a:extLst>
                <a:ext uri="{FF2B5EF4-FFF2-40B4-BE49-F238E27FC236}">
                  <a16:creationId xmlns:a16="http://schemas.microsoft.com/office/drawing/2014/main" id="{1BCF40F5-0EA0-C49E-59DE-3418BA5E2FBE}"/>
                </a:ext>
              </a:extLst>
            </p:cNvPr>
            <p:cNvSpPr/>
            <p:nvPr/>
          </p:nvSpPr>
          <p:spPr>
            <a:xfrm>
              <a:off x="5876937" y="414019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2" name="Oval 1621">
              <a:extLst>
                <a:ext uri="{FF2B5EF4-FFF2-40B4-BE49-F238E27FC236}">
                  <a16:creationId xmlns:a16="http://schemas.microsoft.com/office/drawing/2014/main" id="{AB0C2243-FB0D-8D0A-F65B-1EF6F8ED838A}"/>
                </a:ext>
              </a:extLst>
            </p:cNvPr>
            <p:cNvSpPr/>
            <p:nvPr/>
          </p:nvSpPr>
          <p:spPr>
            <a:xfrm>
              <a:off x="5889814" y="421102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3" name="Oval 1622">
              <a:extLst>
                <a:ext uri="{FF2B5EF4-FFF2-40B4-BE49-F238E27FC236}">
                  <a16:creationId xmlns:a16="http://schemas.microsoft.com/office/drawing/2014/main" id="{B6521976-839B-1084-33A5-62F1AD0DC10B}"/>
                </a:ext>
              </a:extLst>
            </p:cNvPr>
            <p:cNvSpPr/>
            <p:nvPr/>
          </p:nvSpPr>
          <p:spPr>
            <a:xfrm>
              <a:off x="5902691" y="42800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4" name="Oval 1623">
              <a:extLst>
                <a:ext uri="{FF2B5EF4-FFF2-40B4-BE49-F238E27FC236}">
                  <a16:creationId xmlns:a16="http://schemas.microsoft.com/office/drawing/2014/main" id="{CE6F688E-A5E5-5634-4D72-25986AA4E7E6}"/>
                </a:ext>
              </a:extLst>
            </p:cNvPr>
            <p:cNvSpPr/>
            <p:nvPr/>
          </p:nvSpPr>
          <p:spPr>
            <a:xfrm>
              <a:off x="5915568" y="43455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5" name="Oval 1624">
              <a:extLst>
                <a:ext uri="{FF2B5EF4-FFF2-40B4-BE49-F238E27FC236}">
                  <a16:creationId xmlns:a16="http://schemas.microsoft.com/office/drawing/2014/main" id="{160872EB-B9DA-00B5-6A38-F80ECE1C006D}"/>
                </a:ext>
              </a:extLst>
            </p:cNvPr>
            <p:cNvSpPr/>
            <p:nvPr/>
          </p:nvSpPr>
          <p:spPr>
            <a:xfrm>
              <a:off x="5928445" y="44078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6" name="Oval 1625">
              <a:extLst>
                <a:ext uri="{FF2B5EF4-FFF2-40B4-BE49-F238E27FC236}">
                  <a16:creationId xmlns:a16="http://schemas.microsoft.com/office/drawing/2014/main" id="{93D58D34-90B7-9CB1-57D8-1642A47DDCC5}"/>
                </a:ext>
              </a:extLst>
            </p:cNvPr>
            <p:cNvSpPr/>
            <p:nvPr/>
          </p:nvSpPr>
          <p:spPr>
            <a:xfrm>
              <a:off x="5941311" y="44626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7" name="Oval 1626">
              <a:extLst>
                <a:ext uri="{FF2B5EF4-FFF2-40B4-BE49-F238E27FC236}">
                  <a16:creationId xmlns:a16="http://schemas.microsoft.com/office/drawing/2014/main" id="{B1DBBA09-07C9-312D-DB75-8C3ED8252199}"/>
                </a:ext>
              </a:extLst>
            </p:cNvPr>
            <p:cNvSpPr/>
            <p:nvPr/>
          </p:nvSpPr>
          <p:spPr>
            <a:xfrm>
              <a:off x="5954188" y="45102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8" name="Oval 1627">
              <a:extLst>
                <a:ext uri="{FF2B5EF4-FFF2-40B4-BE49-F238E27FC236}">
                  <a16:creationId xmlns:a16="http://schemas.microsoft.com/office/drawing/2014/main" id="{8477A2DA-D548-D21F-3B63-55E1B3A326E0}"/>
                </a:ext>
              </a:extLst>
            </p:cNvPr>
            <p:cNvSpPr/>
            <p:nvPr/>
          </p:nvSpPr>
          <p:spPr>
            <a:xfrm>
              <a:off x="5967065" y="45518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9" name="Oval 1628">
              <a:extLst>
                <a:ext uri="{FF2B5EF4-FFF2-40B4-BE49-F238E27FC236}">
                  <a16:creationId xmlns:a16="http://schemas.microsoft.com/office/drawing/2014/main" id="{548409D4-B421-F7C5-3384-F5C3F03FD5C8}"/>
                </a:ext>
              </a:extLst>
            </p:cNvPr>
            <p:cNvSpPr/>
            <p:nvPr/>
          </p:nvSpPr>
          <p:spPr>
            <a:xfrm>
              <a:off x="5979942" y="45822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0" name="Oval 1629">
              <a:extLst>
                <a:ext uri="{FF2B5EF4-FFF2-40B4-BE49-F238E27FC236}">
                  <a16:creationId xmlns:a16="http://schemas.microsoft.com/office/drawing/2014/main" id="{B51DC090-5F5D-8C05-8131-B3F3011F0181}"/>
                </a:ext>
              </a:extLst>
            </p:cNvPr>
            <p:cNvSpPr/>
            <p:nvPr/>
          </p:nvSpPr>
          <p:spPr>
            <a:xfrm>
              <a:off x="5992808" y="46155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1" name="Oval 1630">
              <a:extLst>
                <a:ext uri="{FF2B5EF4-FFF2-40B4-BE49-F238E27FC236}">
                  <a16:creationId xmlns:a16="http://schemas.microsoft.com/office/drawing/2014/main" id="{013A898A-113F-118D-142F-12E501DAB04E}"/>
                </a:ext>
              </a:extLst>
            </p:cNvPr>
            <p:cNvSpPr/>
            <p:nvPr/>
          </p:nvSpPr>
          <p:spPr>
            <a:xfrm>
              <a:off x="6005685" y="46461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2" name="Oval 1631">
              <a:extLst>
                <a:ext uri="{FF2B5EF4-FFF2-40B4-BE49-F238E27FC236}">
                  <a16:creationId xmlns:a16="http://schemas.microsoft.com/office/drawing/2014/main" id="{FE984923-1580-120A-8DF3-E1F47611DB88}"/>
                </a:ext>
              </a:extLst>
            </p:cNvPr>
            <p:cNvSpPr/>
            <p:nvPr/>
          </p:nvSpPr>
          <p:spPr>
            <a:xfrm>
              <a:off x="6018562" y="46644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3" name="Oval 1632">
              <a:extLst>
                <a:ext uri="{FF2B5EF4-FFF2-40B4-BE49-F238E27FC236}">
                  <a16:creationId xmlns:a16="http://schemas.microsoft.com/office/drawing/2014/main" id="{72911379-6319-6655-F98F-04D47C129D8B}"/>
                </a:ext>
              </a:extLst>
            </p:cNvPr>
            <p:cNvSpPr/>
            <p:nvPr/>
          </p:nvSpPr>
          <p:spPr>
            <a:xfrm>
              <a:off x="6031439" y="467717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4" name="Oval 1633">
              <a:extLst>
                <a:ext uri="{FF2B5EF4-FFF2-40B4-BE49-F238E27FC236}">
                  <a16:creationId xmlns:a16="http://schemas.microsoft.com/office/drawing/2014/main" id="{E50CFD49-EC90-9977-15EE-7D7F50172CC5}"/>
                </a:ext>
              </a:extLst>
            </p:cNvPr>
            <p:cNvSpPr/>
            <p:nvPr/>
          </p:nvSpPr>
          <p:spPr>
            <a:xfrm>
              <a:off x="6044316" y="469479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5" name="Oval 1634">
              <a:extLst>
                <a:ext uri="{FF2B5EF4-FFF2-40B4-BE49-F238E27FC236}">
                  <a16:creationId xmlns:a16="http://schemas.microsoft.com/office/drawing/2014/main" id="{BCED8D24-EEBC-CA8A-E640-996E3B559288}"/>
                </a:ext>
              </a:extLst>
            </p:cNvPr>
            <p:cNvSpPr/>
            <p:nvPr/>
          </p:nvSpPr>
          <p:spPr>
            <a:xfrm>
              <a:off x="6057182" y="470720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6" name="Oval 1635">
              <a:extLst>
                <a:ext uri="{FF2B5EF4-FFF2-40B4-BE49-F238E27FC236}">
                  <a16:creationId xmlns:a16="http://schemas.microsoft.com/office/drawing/2014/main" id="{843961F7-2E46-6C1C-1CD7-3BC4A9042ECD}"/>
                </a:ext>
              </a:extLst>
            </p:cNvPr>
            <p:cNvSpPr/>
            <p:nvPr/>
          </p:nvSpPr>
          <p:spPr>
            <a:xfrm>
              <a:off x="6070059" y="47159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7" name="Oval 1636">
              <a:extLst>
                <a:ext uri="{FF2B5EF4-FFF2-40B4-BE49-F238E27FC236}">
                  <a16:creationId xmlns:a16="http://schemas.microsoft.com/office/drawing/2014/main" id="{5CBC3A02-A04F-C36A-15AA-EC51AD079097}"/>
                </a:ext>
              </a:extLst>
            </p:cNvPr>
            <p:cNvSpPr/>
            <p:nvPr/>
          </p:nvSpPr>
          <p:spPr>
            <a:xfrm>
              <a:off x="6082936" y="47222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8" name="Oval 1637">
              <a:extLst>
                <a:ext uri="{FF2B5EF4-FFF2-40B4-BE49-F238E27FC236}">
                  <a16:creationId xmlns:a16="http://schemas.microsoft.com/office/drawing/2014/main" id="{B683E731-920C-057B-3E4D-3458D3481333}"/>
                </a:ext>
              </a:extLst>
            </p:cNvPr>
            <p:cNvSpPr/>
            <p:nvPr/>
          </p:nvSpPr>
          <p:spPr>
            <a:xfrm>
              <a:off x="6095813" y="47287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9" name="Oval 1638">
              <a:extLst>
                <a:ext uri="{FF2B5EF4-FFF2-40B4-BE49-F238E27FC236}">
                  <a16:creationId xmlns:a16="http://schemas.microsoft.com/office/drawing/2014/main" id="{3FEB3256-8841-2F3C-553F-7357D9980280}"/>
                </a:ext>
              </a:extLst>
            </p:cNvPr>
            <p:cNvSpPr/>
            <p:nvPr/>
          </p:nvSpPr>
          <p:spPr>
            <a:xfrm>
              <a:off x="6108679" y="47346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0" name="Oval 1639">
              <a:extLst>
                <a:ext uri="{FF2B5EF4-FFF2-40B4-BE49-F238E27FC236}">
                  <a16:creationId xmlns:a16="http://schemas.microsoft.com/office/drawing/2014/main" id="{4B810953-3E50-1D5F-8466-5AFD4BACBFE1}"/>
                </a:ext>
              </a:extLst>
            </p:cNvPr>
            <p:cNvSpPr/>
            <p:nvPr/>
          </p:nvSpPr>
          <p:spPr>
            <a:xfrm>
              <a:off x="6121556" y="473798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1" name="Oval 1640">
              <a:extLst>
                <a:ext uri="{FF2B5EF4-FFF2-40B4-BE49-F238E27FC236}">
                  <a16:creationId xmlns:a16="http://schemas.microsoft.com/office/drawing/2014/main" id="{9275B423-6660-3232-7A29-C2A9083A1529}"/>
                </a:ext>
              </a:extLst>
            </p:cNvPr>
            <p:cNvSpPr/>
            <p:nvPr/>
          </p:nvSpPr>
          <p:spPr>
            <a:xfrm>
              <a:off x="6134433" y="47401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2" name="Oval 1641">
              <a:extLst>
                <a:ext uri="{FF2B5EF4-FFF2-40B4-BE49-F238E27FC236}">
                  <a16:creationId xmlns:a16="http://schemas.microsoft.com/office/drawing/2014/main" id="{742ED5D3-50B9-4754-52A2-3A50CC3D7A18}"/>
                </a:ext>
              </a:extLst>
            </p:cNvPr>
            <p:cNvSpPr/>
            <p:nvPr/>
          </p:nvSpPr>
          <p:spPr>
            <a:xfrm>
              <a:off x="6147309" y="47427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3" name="Oval 1642">
              <a:extLst>
                <a:ext uri="{FF2B5EF4-FFF2-40B4-BE49-F238E27FC236}">
                  <a16:creationId xmlns:a16="http://schemas.microsoft.com/office/drawing/2014/main" id="{A86C34F1-B532-39C3-AC01-717BF7C99BF4}"/>
                </a:ext>
              </a:extLst>
            </p:cNvPr>
            <p:cNvSpPr/>
            <p:nvPr/>
          </p:nvSpPr>
          <p:spPr>
            <a:xfrm>
              <a:off x="6160186" y="47438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4" name="Oval 1643">
              <a:extLst>
                <a:ext uri="{FF2B5EF4-FFF2-40B4-BE49-F238E27FC236}">
                  <a16:creationId xmlns:a16="http://schemas.microsoft.com/office/drawing/2014/main" id="{1B468794-4AF5-4539-49C5-999DB155C6F1}"/>
                </a:ext>
              </a:extLst>
            </p:cNvPr>
            <p:cNvSpPr/>
            <p:nvPr/>
          </p:nvSpPr>
          <p:spPr>
            <a:xfrm>
              <a:off x="6173053" y="4744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5" name="Oval 1644">
              <a:extLst>
                <a:ext uri="{FF2B5EF4-FFF2-40B4-BE49-F238E27FC236}">
                  <a16:creationId xmlns:a16="http://schemas.microsoft.com/office/drawing/2014/main" id="{71824F5D-B6C1-7611-13E7-1BF80FDA6970}"/>
                </a:ext>
              </a:extLst>
            </p:cNvPr>
            <p:cNvSpPr/>
            <p:nvPr/>
          </p:nvSpPr>
          <p:spPr>
            <a:xfrm>
              <a:off x="6185930" y="474524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6" name="Oval 1645">
              <a:extLst>
                <a:ext uri="{FF2B5EF4-FFF2-40B4-BE49-F238E27FC236}">
                  <a16:creationId xmlns:a16="http://schemas.microsoft.com/office/drawing/2014/main" id="{5A34706F-9EC9-E15F-4778-F054BDDA7170}"/>
                </a:ext>
              </a:extLst>
            </p:cNvPr>
            <p:cNvSpPr/>
            <p:nvPr/>
          </p:nvSpPr>
          <p:spPr>
            <a:xfrm>
              <a:off x="6198806" y="47461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7" name="Oval 1646">
              <a:extLst>
                <a:ext uri="{FF2B5EF4-FFF2-40B4-BE49-F238E27FC236}">
                  <a16:creationId xmlns:a16="http://schemas.microsoft.com/office/drawing/2014/main" id="{DF2D6291-F281-807C-CE53-35634A188F66}"/>
                </a:ext>
              </a:extLst>
            </p:cNvPr>
            <p:cNvSpPr/>
            <p:nvPr/>
          </p:nvSpPr>
          <p:spPr>
            <a:xfrm>
              <a:off x="6211683" y="47462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8" name="Oval 1647">
              <a:extLst>
                <a:ext uri="{FF2B5EF4-FFF2-40B4-BE49-F238E27FC236}">
                  <a16:creationId xmlns:a16="http://schemas.microsoft.com/office/drawing/2014/main" id="{058D66EA-713D-9F09-E1E2-F624608B99C1}"/>
                </a:ext>
              </a:extLst>
            </p:cNvPr>
            <p:cNvSpPr/>
            <p:nvPr/>
          </p:nvSpPr>
          <p:spPr>
            <a:xfrm>
              <a:off x="6224560" y="47467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9" name="Oval 1648">
              <a:extLst>
                <a:ext uri="{FF2B5EF4-FFF2-40B4-BE49-F238E27FC236}">
                  <a16:creationId xmlns:a16="http://schemas.microsoft.com/office/drawing/2014/main" id="{2471D177-50AF-F8D7-D01B-015FF7E27BA3}"/>
                </a:ext>
              </a:extLst>
            </p:cNvPr>
            <p:cNvSpPr/>
            <p:nvPr/>
          </p:nvSpPr>
          <p:spPr>
            <a:xfrm>
              <a:off x="6237427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0" name="Oval 1649">
              <a:extLst>
                <a:ext uri="{FF2B5EF4-FFF2-40B4-BE49-F238E27FC236}">
                  <a16:creationId xmlns:a16="http://schemas.microsoft.com/office/drawing/2014/main" id="{ED9DF1E3-C04C-AAEE-356A-382916BD42B7}"/>
                </a:ext>
              </a:extLst>
            </p:cNvPr>
            <p:cNvSpPr/>
            <p:nvPr/>
          </p:nvSpPr>
          <p:spPr>
            <a:xfrm>
              <a:off x="6250303" y="474702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AE2B15A6-8790-B02E-D867-6736FA8431BF}"/>
                </a:ext>
              </a:extLst>
            </p:cNvPr>
            <p:cNvSpPr/>
            <p:nvPr/>
          </p:nvSpPr>
          <p:spPr>
            <a:xfrm>
              <a:off x="6263180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2" name="Oval 1651">
              <a:extLst>
                <a:ext uri="{FF2B5EF4-FFF2-40B4-BE49-F238E27FC236}">
                  <a16:creationId xmlns:a16="http://schemas.microsoft.com/office/drawing/2014/main" id="{9A3974A3-CEA5-A2AB-C6CF-DAA7F58175C9}"/>
                </a:ext>
              </a:extLst>
            </p:cNvPr>
            <p:cNvSpPr/>
            <p:nvPr/>
          </p:nvSpPr>
          <p:spPr>
            <a:xfrm>
              <a:off x="6276057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3" name="Oval 1652">
              <a:extLst>
                <a:ext uri="{FF2B5EF4-FFF2-40B4-BE49-F238E27FC236}">
                  <a16:creationId xmlns:a16="http://schemas.microsoft.com/office/drawing/2014/main" id="{4A274EB3-5791-9C71-08CD-37BCA45E5DEB}"/>
                </a:ext>
              </a:extLst>
            </p:cNvPr>
            <p:cNvSpPr/>
            <p:nvPr/>
          </p:nvSpPr>
          <p:spPr>
            <a:xfrm>
              <a:off x="6288924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4" name="Oval 1653">
              <a:extLst>
                <a:ext uri="{FF2B5EF4-FFF2-40B4-BE49-F238E27FC236}">
                  <a16:creationId xmlns:a16="http://schemas.microsoft.com/office/drawing/2014/main" id="{084137DF-35A7-599B-E91B-54C4F39F778E}"/>
                </a:ext>
              </a:extLst>
            </p:cNvPr>
            <p:cNvSpPr/>
            <p:nvPr/>
          </p:nvSpPr>
          <p:spPr>
            <a:xfrm>
              <a:off x="6301800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5" name="Oval 1654">
              <a:extLst>
                <a:ext uri="{FF2B5EF4-FFF2-40B4-BE49-F238E27FC236}">
                  <a16:creationId xmlns:a16="http://schemas.microsoft.com/office/drawing/2014/main" id="{74D895A5-06AA-A4AD-B1F2-8372C34BD606}"/>
                </a:ext>
              </a:extLst>
            </p:cNvPr>
            <p:cNvSpPr/>
            <p:nvPr/>
          </p:nvSpPr>
          <p:spPr>
            <a:xfrm>
              <a:off x="6314677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055250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500"/>
                                        <p:tgtEl>
                                          <p:spTgt spid="1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1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3" dur="500"/>
                                        <p:tgtEl>
                                          <p:spTgt spid="16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9" grpId="0" animBg="1"/>
      <p:bldP spid="19" grpId="0" animBg="1"/>
      <p:bldP spid="22" grpId="0" animBg="1"/>
      <p:bldP spid="34" grpId="0"/>
      <p:bldP spid="36" grpId="0"/>
      <p:bldP spid="42" grpId="0"/>
      <p:bldP spid="49" grpId="0"/>
      <p:bldP spid="54" grpId="0"/>
      <p:bldP spid="58" grpId="0"/>
      <p:bldP spid="59" grpId="0"/>
      <p:bldP spid="60" grpId="0"/>
      <p:bldP spid="917" grpId="0"/>
      <p:bldP spid="918" grpId="0"/>
      <p:bldP spid="919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342E8-517D-6CB6-492B-940A63E75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79D3B97-CB0D-B63D-32AB-CB96FCE6AD4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251520" y="1239837"/>
                <a:ext cx="6877051" cy="3563938"/>
              </a:xfrm>
            </p:spPr>
            <p:txBody>
              <a:bodyPr/>
              <a:lstStyle/>
              <a:p>
                <a:r>
                  <a:rPr lang="en-US" b="1" dirty="0"/>
                  <a:t>Expectation Propagation</a:t>
                </a:r>
                <a:r>
                  <a:rPr lang="en-US" dirty="0"/>
                  <a:t>: Since</a:t>
                </a:r>
                <a:r>
                  <a:rPr lang="en-US" b="1" dirty="0"/>
                  <a:t> </a:t>
                </a:r>
                <a:r>
                  <a:rPr lang="en-US" dirty="0"/>
                  <a:t>the message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not a Gaussian, we approximate the 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by virtue of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pPr lvl="1"/>
                <a:r>
                  <a:rPr lang="en-US" sz="1200" b="1" dirty="0"/>
                  <a:t>Idea</a:t>
                </a:r>
                <a:r>
                  <a:rPr lang="en-US" sz="1200" dirty="0"/>
                  <a:t>: Instead of algebraic integration, use importance sampling with the proposal</a:t>
                </a:r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79D3B97-CB0D-B63D-32AB-CB96FCE6A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251520" y="1239837"/>
                <a:ext cx="6877051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E945AD-69DC-AD77-E0D9-2A7FF5595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Mixture Models (</a:t>
            </a:r>
            <a:r>
              <a:rPr lang="en-US" dirty="0" err="1"/>
              <a:t>ctd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834A97C-7766-409D-445C-E5DCD3349C93}"/>
                  </a:ext>
                </a:extLst>
              </p:cNvPr>
              <p:cNvSpPr/>
              <p:nvPr/>
            </p:nvSpPr>
            <p:spPr bwMode="gray">
              <a:xfrm>
                <a:off x="8261069" y="18381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834A97C-7766-409D-445C-E5DCD3349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61069" y="183810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77252A0-9C6E-047D-89FE-32EE2D3A2658}"/>
              </a:ext>
            </a:extLst>
          </p:cNvPr>
          <p:cNvSpPr/>
          <p:nvPr/>
        </p:nvSpPr>
        <p:spPr bwMode="gray">
          <a:xfrm>
            <a:off x="7894401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1FE59D-4A50-5EFD-917E-D1856C2ABCCB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 bwMode="gray">
          <a:xfrm>
            <a:off x="8020400" y="1964104"/>
            <a:ext cx="24066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23ABDD-3C0F-FEE0-9A5E-75F7A66ECF56}"/>
                  </a:ext>
                </a:extLst>
              </p:cNvPr>
              <p:cNvSpPr/>
              <p:nvPr/>
            </p:nvSpPr>
            <p:spPr bwMode="gray">
              <a:xfrm>
                <a:off x="7360998" y="151686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23ABDD-3C0F-FEE0-9A5E-75F7A66ECF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0998" y="1516861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B42921-1CB7-495A-2315-E58DC78785CC}"/>
              </a:ext>
            </a:extLst>
          </p:cNvPr>
          <p:cNvCxnSpPr>
            <a:cxnSpLocks/>
            <a:stCxn id="7" idx="1"/>
            <a:endCxn id="9" idx="5"/>
          </p:cNvCxnSpPr>
          <p:nvPr/>
        </p:nvCxnSpPr>
        <p:spPr bwMode="gray">
          <a:xfrm flipH="1" flipV="1">
            <a:off x="7576093" y="1731956"/>
            <a:ext cx="318308" cy="23214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6CE737-E386-D058-1269-C5875796D7CC}"/>
                  </a:ext>
                </a:extLst>
              </p:cNvPr>
              <p:cNvSpPr/>
              <p:nvPr/>
            </p:nvSpPr>
            <p:spPr bwMode="gray">
              <a:xfrm>
                <a:off x="7357405" y="215934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6CE737-E386-D058-1269-C5875796D7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405" y="2159347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1F6233F-1E64-12D9-9D81-AC3A90FE06A6}"/>
              </a:ext>
            </a:extLst>
          </p:cNvPr>
          <p:cNvCxnSpPr>
            <a:cxnSpLocks/>
            <a:stCxn id="7" idx="1"/>
            <a:endCxn id="19" idx="7"/>
          </p:cNvCxnSpPr>
          <p:nvPr/>
        </p:nvCxnSpPr>
        <p:spPr bwMode="gray">
          <a:xfrm flipH="1">
            <a:off x="7572500" y="1964104"/>
            <a:ext cx="321901" cy="2321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ADF3C51-3EE8-EE6E-DC66-9C8595ECF58B}"/>
                  </a:ext>
                </a:extLst>
              </p:cNvPr>
              <p:cNvSpPr/>
              <p:nvPr/>
            </p:nvSpPr>
            <p:spPr bwMode="gray">
              <a:xfrm>
                <a:off x="7831400" y="144485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ADF3C51-3EE8-EE6E-DC66-9C8595ECF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31400" y="1444853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7910A5-814E-A3F0-CE29-D8BEBB279181}"/>
              </a:ext>
            </a:extLst>
          </p:cNvPr>
          <p:cNvCxnSpPr>
            <a:cxnSpLocks/>
            <a:stCxn id="7" idx="0"/>
            <a:endCxn id="22" idx="4"/>
          </p:cNvCxnSpPr>
          <p:nvPr/>
        </p:nvCxnSpPr>
        <p:spPr bwMode="gray">
          <a:xfrm flipH="1" flipV="1">
            <a:off x="7957400" y="1696852"/>
            <a:ext cx="1" cy="20425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B6BD806-F2C5-4031-5856-875167D79B13}"/>
                  </a:ext>
                </a:extLst>
              </p:cNvPr>
              <p:cNvSpPr txBox="1"/>
              <p:nvPr/>
            </p:nvSpPr>
            <p:spPr bwMode="gray">
              <a:xfrm>
                <a:off x="7600044" y="2028419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B6BD806-F2C5-4031-5856-875167D79B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00044" y="2028419"/>
                <a:ext cx="746069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57F874-D14E-4F42-86C6-59811948685A}"/>
                  </a:ext>
                </a:extLst>
              </p:cNvPr>
              <p:cNvSpPr txBox="1"/>
              <p:nvPr/>
            </p:nvSpPr>
            <p:spPr bwMode="gray">
              <a:xfrm>
                <a:off x="899592" y="2720551"/>
                <a:ext cx="4608512" cy="2807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57F874-D14E-4F42-86C6-598119486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2720551"/>
                <a:ext cx="4608512" cy="280718"/>
              </a:xfrm>
              <a:prstGeom prst="rect">
                <a:avLst/>
              </a:prstGeom>
              <a:blipFill>
                <a:blip r:embed="rId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8" name="Group 877">
            <a:extLst>
              <a:ext uri="{FF2B5EF4-FFF2-40B4-BE49-F238E27FC236}">
                <a16:creationId xmlns:a16="http://schemas.microsoft.com/office/drawing/2014/main" id="{37B57A3E-67CF-787F-6B34-C9807FA81F66}"/>
              </a:ext>
            </a:extLst>
          </p:cNvPr>
          <p:cNvGrpSpPr/>
          <p:nvPr/>
        </p:nvGrpSpPr>
        <p:grpSpPr>
          <a:xfrm>
            <a:off x="1534584" y="3333227"/>
            <a:ext cx="2533360" cy="1691640"/>
            <a:chOff x="1027722" y="3333227"/>
            <a:chExt cx="2533360" cy="1691640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90D878B-791B-46ED-C2B0-820B6AD07B95}"/>
                </a:ext>
              </a:extLst>
            </p:cNvPr>
            <p:cNvSpPr/>
            <p:nvPr/>
          </p:nvSpPr>
          <p:spPr>
            <a:xfrm>
              <a:off x="1554174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745CAAC-AF83-2C0D-7879-FB5E37BFDF3A}"/>
                </a:ext>
              </a:extLst>
            </p:cNvPr>
            <p:cNvSpPr/>
            <p:nvPr/>
          </p:nvSpPr>
          <p:spPr>
            <a:xfrm>
              <a:off x="1956850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7E50C858-B467-907E-91AB-0CF7D5832F92}"/>
                </a:ext>
              </a:extLst>
            </p:cNvPr>
            <p:cNvSpPr/>
            <p:nvPr/>
          </p:nvSpPr>
          <p:spPr>
            <a:xfrm>
              <a:off x="2762201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D84324E5-0438-FBB9-8E8B-B0D04BB06BD5}"/>
                </a:ext>
              </a:extLst>
            </p:cNvPr>
            <p:cNvSpPr/>
            <p:nvPr/>
          </p:nvSpPr>
          <p:spPr>
            <a:xfrm>
              <a:off x="3164883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60F8F7E-70CA-72DE-36FD-024ABD8EEA46}"/>
                </a:ext>
              </a:extLst>
            </p:cNvPr>
            <p:cNvSpPr/>
            <p:nvPr/>
          </p:nvSpPr>
          <p:spPr>
            <a:xfrm>
              <a:off x="1238512" y="475726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764B45BE-717B-6538-BAC4-A80C9A7FF077}"/>
                </a:ext>
              </a:extLst>
            </p:cNvPr>
            <p:cNvSpPr/>
            <p:nvPr/>
          </p:nvSpPr>
          <p:spPr>
            <a:xfrm>
              <a:off x="1238512" y="4400808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52F5B067-EFE3-149F-6F77-A7840D3EC0F0}"/>
                </a:ext>
              </a:extLst>
            </p:cNvPr>
            <p:cNvSpPr/>
            <p:nvPr/>
          </p:nvSpPr>
          <p:spPr>
            <a:xfrm>
              <a:off x="1238512" y="404435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EB0F3A7-B970-DF09-4623-B74B58424EFE}"/>
                </a:ext>
              </a:extLst>
            </p:cNvPr>
            <p:cNvSpPr/>
            <p:nvPr/>
          </p:nvSpPr>
          <p:spPr>
            <a:xfrm>
              <a:off x="1238512" y="3687900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E42E824-0DBE-CDBE-63F5-10599E188E92}"/>
                </a:ext>
              </a:extLst>
            </p:cNvPr>
            <p:cNvSpPr/>
            <p:nvPr/>
          </p:nvSpPr>
          <p:spPr>
            <a:xfrm>
              <a:off x="1238512" y="475726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87870633-69CB-44D7-3C9D-955C766EBDE4}"/>
                </a:ext>
              </a:extLst>
            </p:cNvPr>
            <p:cNvSpPr/>
            <p:nvPr/>
          </p:nvSpPr>
          <p:spPr>
            <a:xfrm>
              <a:off x="1478564" y="4843707"/>
              <a:ext cx="73488" cy="9740"/>
            </a:xfrm>
            <a:custGeom>
              <a:avLst/>
              <a:gdLst>
                <a:gd name="csX0" fmla="*/ 0 w 73488"/>
                <a:gd name="csY0" fmla="*/ 0 h 9740"/>
                <a:gd name="csX1" fmla="*/ 73488 w 73488"/>
                <a:gd name="csY1" fmla="*/ 0 h 9740"/>
                <a:gd name="csX2" fmla="*/ 73488 w 73488"/>
                <a:gd name="csY2" fmla="*/ 9740 h 9740"/>
                <a:gd name="csX3" fmla="*/ 0 w 73488"/>
                <a:gd name="csY3" fmla="*/ 9740 h 9740"/>
                <a:gd name="csX4" fmla="*/ 0 w 73488"/>
                <a:gd name="csY4" fmla="*/ 0 h 9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3488" h="9740">
                  <a:moveTo>
                    <a:pt x="0" y="0"/>
                  </a:moveTo>
                  <a:lnTo>
                    <a:pt x="73488" y="0"/>
                  </a:lnTo>
                  <a:lnTo>
                    <a:pt x="73488" y="9740"/>
                  </a:lnTo>
                  <a:lnTo>
                    <a:pt x="0" y="97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D19F2920-CC40-1DD4-A1D8-D036AE26ECDF}"/>
                </a:ext>
              </a:extLst>
            </p:cNvPr>
            <p:cNvSpPr/>
            <p:nvPr/>
          </p:nvSpPr>
          <p:spPr>
            <a:xfrm>
              <a:off x="1573433" y="4798240"/>
              <a:ext cx="56349" cy="88797"/>
            </a:xfrm>
            <a:custGeom>
              <a:avLst/>
              <a:gdLst>
                <a:gd name="csX0" fmla="*/ 38693 w 56349"/>
                <a:gd name="csY0" fmla="*/ 40987 h 88797"/>
                <a:gd name="csX1" fmla="*/ 51649 w 56349"/>
                <a:gd name="csY1" fmla="*/ 48383 h 88797"/>
                <a:gd name="csX2" fmla="*/ 56349 w 56349"/>
                <a:gd name="csY2" fmla="*/ 62262 h 88797"/>
                <a:gd name="csX3" fmla="*/ 47636 w 56349"/>
                <a:gd name="csY3" fmla="*/ 81864 h 88797"/>
                <a:gd name="csX4" fmla="*/ 22873 w 56349"/>
                <a:gd name="csY4" fmla="*/ 88798 h 88797"/>
                <a:gd name="csX5" fmla="*/ 11751 w 56349"/>
                <a:gd name="csY5" fmla="*/ 87708 h 88797"/>
                <a:gd name="csX6" fmla="*/ 0 w 56349"/>
                <a:gd name="csY6" fmla="*/ 84560 h 88797"/>
                <a:gd name="csX7" fmla="*/ 0 w 56349"/>
                <a:gd name="csY7" fmla="*/ 73378 h 88797"/>
                <a:gd name="csX8" fmla="*/ 10548 w 56349"/>
                <a:gd name="csY8" fmla="*/ 77615 h 88797"/>
                <a:gd name="csX9" fmla="*/ 22528 w 56349"/>
                <a:gd name="csY9" fmla="*/ 79057 h 88797"/>
                <a:gd name="csX10" fmla="*/ 39095 w 56349"/>
                <a:gd name="csY10" fmla="*/ 74754 h 88797"/>
                <a:gd name="csX11" fmla="*/ 44827 w 56349"/>
                <a:gd name="csY11" fmla="*/ 62262 h 88797"/>
                <a:gd name="csX12" fmla="*/ 39497 w 56349"/>
                <a:gd name="csY12" fmla="*/ 50452 h 88797"/>
                <a:gd name="csX13" fmla="*/ 24764 w 56349"/>
                <a:gd name="csY13" fmla="*/ 46149 h 88797"/>
                <a:gd name="csX14" fmla="*/ 14790 w 56349"/>
                <a:gd name="csY14" fmla="*/ 46149 h 88797"/>
                <a:gd name="csX15" fmla="*/ 14790 w 56349"/>
                <a:gd name="csY15" fmla="*/ 36629 h 88797"/>
                <a:gd name="csX16" fmla="*/ 25223 w 56349"/>
                <a:gd name="csY16" fmla="*/ 36629 h 88797"/>
                <a:gd name="csX17" fmla="*/ 38293 w 56349"/>
                <a:gd name="csY17" fmla="*/ 33250 h 88797"/>
                <a:gd name="csX18" fmla="*/ 42821 w 56349"/>
                <a:gd name="csY18" fmla="*/ 23388 h 88797"/>
                <a:gd name="csX19" fmla="*/ 38121 w 56349"/>
                <a:gd name="csY19" fmla="*/ 13307 h 88797"/>
                <a:gd name="csX20" fmla="*/ 24764 w 56349"/>
                <a:gd name="csY20" fmla="*/ 9751 h 88797"/>
                <a:gd name="csX21" fmla="*/ 14561 w 56349"/>
                <a:gd name="csY21" fmla="*/ 10786 h 88797"/>
                <a:gd name="csX22" fmla="*/ 2580 w 56349"/>
                <a:gd name="csY22" fmla="*/ 13989 h 88797"/>
                <a:gd name="csX23" fmla="*/ 2580 w 56349"/>
                <a:gd name="csY23" fmla="*/ 3676 h 88797"/>
                <a:gd name="csX24" fmla="*/ 14905 w 56349"/>
                <a:gd name="csY24" fmla="*/ 925 h 88797"/>
                <a:gd name="csX25" fmla="*/ 25796 w 56349"/>
                <a:gd name="csY25" fmla="*/ 0 h 88797"/>
                <a:gd name="csX26" fmla="*/ 46662 w 56349"/>
                <a:gd name="csY26" fmla="*/ 6020 h 88797"/>
                <a:gd name="csX27" fmla="*/ 54343 w 56349"/>
                <a:gd name="csY27" fmla="*/ 22188 h 88797"/>
                <a:gd name="csX28" fmla="*/ 50273 w 56349"/>
                <a:gd name="csY28" fmla="*/ 34229 h 88797"/>
                <a:gd name="csX29" fmla="*/ 38693 w 56349"/>
                <a:gd name="csY29" fmla="*/ 4098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49" h="88797">
                  <a:moveTo>
                    <a:pt x="38693" y="40987"/>
                  </a:moveTo>
                  <a:cubicBezTo>
                    <a:pt x="44235" y="42176"/>
                    <a:pt x="48554" y="44641"/>
                    <a:pt x="51649" y="48383"/>
                  </a:cubicBezTo>
                  <a:cubicBezTo>
                    <a:pt x="54782" y="52133"/>
                    <a:pt x="56349" y="56759"/>
                    <a:pt x="56349" y="62262"/>
                  </a:cubicBezTo>
                  <a:cubicBezTo>
                    <a:pt x="56349" y="70707"/>
                    <a:pt x="53445" y="77241"/>
                    <a:pt x="47636" y="81864"/>
                  </a:cubicBezTo>
                  <a:cubicBezTo>
                    <a:pt x="41827" y="86486"/>
                    <a:pt x="33573" y="88798"/>
                    <a:pt x="22873" y="88798"/>
                  </a:cubicBezTo>
                  <a:cubicBezTo>
                    <a:pt x="19281" y="88798"/>
                    <a:pt x="15573" y="88435"/>
                    <a:pt x="11751" y="87708"/>
                  </a:cubicBezTo>
                  <a:cubicBezTo>
                    <a:pt x="7968" y="87018"/>
                    <a:pt x="4051" y="85969"/>
                    <a:pt x="0" y="84560"/>
                  </a:cubicBezTo>
                  <a:lnTo>
                    <a:pt x="0" y="73378"/>
                  </a:lnTo>
                  <a:cubicBezTo>
                    <a:pt x="3210" y="75249"/>
                    <a:pt x="6726" y="76661"/>
                    <a:pt x="10548" y="77615"/>
                  </a:cubicBezTo>
                  <a:cubicBezTo>
                    <a:pt x="14370" y="78577"/>
                    <a:pt x="18363" y="79057"/>
                    <a:pt x="22528" y="79057"/>
                  </a:cubicBezTo>
                  <a:cubicBezTo>
                    <a:pt x="29790" y="79057"/>
                    <a:pt x="35312" y="77623"/>
                    <a:pt x="39095" y="74754"/>
                  </a:cubicBezTo>
                  <a:cubicBezTo>
                    <a:pt x="42916" y="71885"/>
                    <a:pt x="44827" y="67721"/>
                    <a:pt x="44827" y="62262"/>
                  </a:cubicBezTo>
                  <a:cubicBezTo>
                    <a:pt x="44827" y="57214"/>
                    <a:pt x="43050" y="53277"/>
                    <a:pt x="39497" y="50452"/>
                  </a:cubicBezTo>
                  <a:cubicBezTo>
                    <a:pt x="35981" y="47583"/>
                    <a:pt x="31070" y="46149"/>
                    <a:pt x="24764" y="46149"/>
                  </a:cubicBezTo>
                  <a:lnTo>
                    <a:pt x="14790" y="46149"/>
                  </a:lnTo>
                  <a:lnTo>
                    <a:pt x="14790" y="36629"/>
                  </a:lnTo>
                  <a:lnTo>
                    <a:pt x="25223" y="36629"/>
                  </a:lnTo>
                  <a:cubicBezTo>
                    <a:pt x="30917" y="36629"/>
                    <a:pt x="35273" y="35502"/>
                    <a:pt x="38293" y="33250"/>
                  </a:cubicBezTo>
                  <a:cubicBezTo>
                    <a:pt x="41311" y="30960"/>
                    <a:pt x="42821" y="27673"/>
                    <a:pt x="42821" y="23388"/>
                  </a:cubicBezTo>
                  <a:cubicBezTo>
                    <a:pt x="42821" y="18993"/>
                    <a:pt x="41254" y="15632"/>
                    <a:pt x="38121" y="13307"/>
                  </a:cubicBezTo>
                  <a:cubicBezTo>
                    <a:pt x="35025" y="10937"/>
                    <a:pt x="30573" y="9751"/>
                    <a:pt x="24764" y="9751"/>
                  </a:cubicBezTo>
                  <a:cubicBezTo>
                    <a:pt x="21592" y="9751"/>
                    <a:pt x="18191" y="10096"/>
                    <a:pt x="14561" y="10786"/>
                  </a:cubicBezTo>
                  <a:cubicBezTo>
                    <a:pt x="10931" y="11468"/>
                    <a:pt x="6937" y="12536"/>
                    <a:pt x="2580" y="13989"/>
                  </a:cubicBezTo>
                  <a:lnTo>
                    <a:pt x="2580" y="3676"/>
                  </a:lnTo>
                  <a:cubicBezTo>
                    <a:pt x="6975" y="2451"/>
                    <a:pt x="11083" y="1534"/>
                    <a:pt x="14905" y="925"/>
                  </a:cubicBezTo>
                  <a:cubicBezTo>
                    <a:pt x="18764" y="308"/>
                    <a:pt x="22395" y="0"/>
                    <a:pt x="25796" y="0"/>
                  </a:cubicBezTo>
                  <a:cubicBezTo>
                    <a:pt x="34586" y="0"/>
                    <a:pt x="41541" y="2007"/>
                    <a:pt x="46662" y="6020"/>
                  </a:cubicBezTo>
                  <a:cubicBezTo>
                    <a:pt x="51783" y="9997"/>
                    <a:pt x="54343" y="15387"/>
                    <a:pt x="54343" y="22188"/>
                  </a:cubicBezTo>
                  <a:cubicBezTo>
                    <a:pt x="54343" y="26928"/>
                    <a:pt x="52986" y="30942"/>
                    <a:pt x="50273" y="34229"/>
                  </a:cubicBezTo>
                  <a:cubicBezTo>
                    <a:pt x="47559" y="37472"/>
                    <a:pt x="43700" y="39725"/>
                    <a:pt x="38693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FE100D8-7A1F-4008-ED8A-B0AB60F243B7}"/>
                </a:ext>
              </a:extLst>
            </p:cNvPr>
            <p:cNvSpPr/>
            <p:nvPr/>
          </p:nvSpPr>
          <p:spPr>
            <a:xfrm>
              <a:off x="1927271" y="4798240"/>
              <a:ext cx="59158" cy="88797"/>
            </a:xfrm>
            <a:custGeom>
              <a:avLst/>
              <a:gdLst>
                <a:gd name="csX0" fmla="*/ 29579 w 59158"/>
                <a:gd name="csY0" fmla="*/ 9179 h 88797"/>
                <a:gd name="csX1" fmla="*/ 16108 w 59158"/>
                <a:gd name="csY1" fmla="*/ 18006 h 88797"/>
                <a:gd name="csX2" fmla="*/ 11637 w 59158"/>
                <a:gd name="csY2" fmla="*/ 44432 h 88797"/>
                <a:gd name="csX3" fmla="*/ 16108 w 59158"/>
                <a:gd name="csY3" fmla="*/ 70858 h 88797"/>
                <a:gd name="csX4" fmla="*/ 29579 w 59158"/>
                <a:gd name="csY4" fmla="*/ 79630 h 88797"/>
                <a:gd name="csX5" fmla="*/ 43051 w 59158"/>
                <a:gd name="csY5" fmla="*/ 70858 h 88797"/>
                <a:gd name="csX6" fmla="*/ 47578 w 59158"/>
                <a:gd name="csY6" fmla="*/ 44432 h 88797"/>
                <a:gd name="csX7" fmla="*/ 43051 w 59158"/>
                <a:gd name="csY7" fmla="*/ 18006 h 88797"/>
                <a:gd name="csX8" fmla="*/ 29579 w 59158"/>
                <a:gd name="csY8" fmla="*/ 9179 h 88797"/>
                <a:gd name="csX9" fmla="*/ 29579 w 59158"/>
                <a:gd name="csY9" fmla="*/ 0 h 88797"/>
                <a:gd name="csX10" fmla="*/ 51534 w 59158"/>
                <a:gd name="csY10" fmla="*/ 11413 h 88797"/>
                <a:gd name="csX11" fmla="*/ 59158 w 59158"/>
                <a:gd name="csY11" fmla="*/ 44432 h 88797"/>
                <a:gd name="csX12" fmla="*/ 51534 w 59158"/>
                <a:gd name="csY12" fmla="*/ 77450 h 88797"/>
                <a:gd name="csX13" fmla="*/ 29579 w 59158"/>
                <a:gd name="csY13" fmla="*/ 88798 h 88797"/>
                <a:gd name="csX14" fmla="*/ 7567 w 59158"/>
                <a:gd name="csY14" fmla="*/ 77450 h 88797"/>
                <a:gd name="csX15" fmla="*/ 0 w 59158"/>
                <a:gd name="csY15" fmla="*/ 44432 h 88797"/>
                <a:gd name="csX16" fmla="*/ 7567 w 59158"/>
                <a:gd name="csY16" fmla="*/ 11413 h 88797"/>
                <a:gd name="csX17" fmla="*/ 29579 w 59158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7">
                  <a:moveTo>
                    <a:pt x="29579" y="9179"/>
                  </a:moveTo>
                  <a:cubicBezTo>
                    <a:pt x="23617" y="9179"/>
                    <a:pt x="19127" y="12122"/>
                    <a:pt x="16108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8" y="70858"/>
                  </a:cubicBezTo>
                  <a:cubicBezTo>
                    <a:pt x="19127" y="76706"/>
                    <a:pt x="23617" y="79630"/>
                    <a:pt x="29579" y="79630"/>
                  </a:cubicBezTo>
                  <a:cubicBezTo>
                    <a:pt x="35579" y="79630"/>
                    <a:pt x="40069" y="76706"/>
                    <a:pt x="43051" y="70858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1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90" y="3804"/>
                    <a:pt x="51534" y="11413"/>
                  </a:cubicBezTo>
                  <a:cubicBezTo>
                    <a:pt x="56617" y="18978"/>
                    <a:pt x="59158" y="29985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90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5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72D549E3-CC79-976A-58BE-7A23483E9050}"/>
                </a:ext>
              </a:extLst>
            </p:cNvPr>
            <p:cNvSpPr/>
            <p:nvPr/>
          </p:nvSpPr>
          <p:spPr>
            <a:xfrm>
              <a:off x="2732650" y="4798240"/>
              <a:ext cx="59102" cy="88797"/>
            </a:xfrm>
            <a:custGeom>
              <a:avLst/>
              <a:gdLst>
                <a:gd name="csX0" fmla="*/ 30553 w 59102"/>
                <a:gd name="csY0" fmla="*/ 39732 h 88797"/>
                <a:gd name="csX1" fmla="*/ 18171 w 59102"/>
                <a:gd name="csY1" fmla="*/ 45059 h 88797"/>
                <a:gd name="csX2" fmla="*/ 13648 w 59102"/>
                <a:gd name="csY2" fmla="*/ 59675 h 88797"/>
                <a:gd name="csX3" fmla="*/ 18171 w 59102"/>
                <a:gd name="csY3" fmla="*/ 74292 h 88797"/>
                <a:gd name="csX4" fmla="*/ 30553 w 59102"/>
                <a:gd name="csY4" fmla="*/ 79630 h 88797"/>
                <a:gd name="csX5" fmla="*/ 42880 w 59102"/>
                <a:gd name="csY5" fmla="*/ 74292 h 88797"/>
                <a:gd name="csX6" fmla="*/ 47469 w 59102"/>
                <a:gd name="csY6" fmla="*/ 59675 h 88797"/>
                <a:gd name="csX7" fmla="*/ 42880 w 59102"/>
                <a:gd name="csY7" fmla="*/ 45059 h 88797"/>
                <a:gd name="csX8" fmla="*/ 30553 w 59102"/>
                <a:gd name="csY8" fmla="*/ 39732 h 88797"/>
                <a:gd name="csX9" fmla="*/ 53545 w 59102"/>
                <a:gd name="csY9" fmla="*/ 3445 h 88797"/>
                <a:gd name="csX10" fmla="*/ 53545 w 59102"/>
                <a:gd name="csY10" fmla="*/ 13989 h 88797"/>
                <a:gd name="csX11" fmla="*/ 44718 w 59102"/>
                <a:gd name="csY11" fmla="*/ 10841 h 88797"/>
                <a:gd name="csX12" fmla="*/ 35946 w 59102"/>
                <a:gd name="csY12" fmla="*/ 9751 h 88797"/>
                <a:gd name="csX13" fmla="*/ 18402 w 59102"/>
                <a:gd name="csY13" fmla="*/ 17489 h 88797"/>
                <a:gd name="csX14" fmla="*/ 11523 w 59102"/>
                <a:gd name="csY14" fmla="*/ 40877 h 88797"/>
                <a:gd name="csX15" fmla="*/ 20009 w 59102"/>
                <a:gd name="csY15" fmla="*/ 33250 h 88797"/>
                <a:gd name="csX16" fmla="*/ 31246 w 59102"/>
                <a:gd name="csY16" fmla="*/ 30553 h 88797"/>
                <a:gd name="csX17" fmla="*/ 51597 w 59102"/>
                <a:gd name="csY17" fmla="*/ 38411 h 88797"/>
                <a:gd name="csX18" fmla="*/ 59103 w 59102"/>
                <a:gd name="csY18" fmla="*/ 59675 h 88797"/>
                <a:gd name="csX19" fmla="*/ 51311 w 59102"/>
                <a:gd name="csY19" fmla="*/ 80829 h 88797"/>
                <a:gd name="csX20" fmla="*/ 30553 w 59102"/>
                <a:gd name="csY20" fmla="*/ 88798 h 88797"/>
                <a:gd name="csX21" fmla="*/ 7858 w 59102"/>
                <a:gd name="csY21" fmla="*/ 77450 h 88797"/>
                <a:gd name="csX22" fmla="*/ 0 w 59102"/>
                <a:gd name="csY22" fmla="*/ 44432 h 88797"/>
                <a:gd name="csX23" fmla="*/ 9630 w 59102"/>
                <a:gd name="csY23" fmla="*/ 12096 h 88797"/>
                <a:gd name="csX24" fmla="*/ 35484 w 59102"/>
                <a:gd name="csY24" fmla="*/ 0 h 88797"/>
                <a:gd name="csX25" fmla="*/ 44256 w 59102"/>
                <a:gd name="csY25" fmla="*/ 859 h 88797"/>
                <a:gd name="csX26" fmla="*/ 53545 w 59102"/>
                <a:gd name="csY26" fmla="*/ 3445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9102" h="88797">
                  <a:moveTo>
                    <a:pt x="30553" y="39732"/>
                  </a:moveTo>
                  <a:cubicBezTo>
                    <a:pt x="25358" y="39732"/>
                    <a:pt x="21231" y="41508"/>
                    <a:pt x="18171" y="45059"/>
                  </a:cubicBezTo>
                  <a:cubicBezTo>
                    <a:pt x="15155" y="48611"/>
                    <a:pt x="13648" y="53483"/>
                    <a:pt x="13648" y="59675"/>
                  </a:cubicBezTo>
                  <a:cubicBezTo>
                    <a:pt x="13648" y="65831"/>
                    <a:pt x="15155" y="70704"/>
                    <a:pt x="18171" y="74292"/>
                  </a:cubicBezTo>
                  <a:cubicBezTo>
                    <a:pt x="21231" y="77850"/>
                    <a:pt x="25358" y="79630"/>
                    <a:pt x="30553" y="79630"/>
                  </a:cubicBezTo>
                  <a:cubicBezTo>
                    <a:pt x="35755" y="79630"/>
                    <a:pt x="39864" y="77850"/>
                    <a:pt x="42880" y="74292"/>
                  </a:cubicBezTo>
                  <a:cubicBezTo>
                    <a:pt x="45940" y="70704"/>
                    <a:pt x="47469" y="65831"/>
                    <a:pt x="47469" y="59675"/>
                  </a:cubicBezTo>
                  <a:cubicBezTo>
                    <a:pt x="47469" y="53483"/>
                    <a:pt x="45940" y="48611"/>
                    <a:pt x="42880" y="45059"/>
                  </a:cubicBezTo>
                  <a:cubicBezTo>
                    <a:pt x="39864" y="41508"/>
                    <a:pt x="35755" y="39732"/>
                    <a:pt x="30553" y="39732"/>
                  </a:cubicBezTo>
                  <a:moveTo>
                    <a:pt x="53545" y="3445"/>
                  </a:moveTo>
                  <a:lnTo>
                    <a:pt x="53545" y="13989"/>
                  </a:lnTo>
                  <a:cubicBezTo>
                    <a:pt x="50639" y="12617"/>
                    <a:pt x="47697" y="11567"/>
                    <a:pt x="44718" y="10841"/>
                  </a:cubicBezTo>
                  <a:cubicBezTo>
                    <a:pt x="41776" y="10115"/>
                    <a:pt x="38852" y="9751"/>
                    <a:pt x="35946" y="9751"/>
                  </a:cubicBezTo>
                  <a:cubicBezTo>
                    <a:pt x="28300" y="9751"/>
                    <a:pt x="22452" y="12331"/>
                    <a:pt x="18402" y="17489"/>
                  </a:cubicBezTo>
                  <a:cubicBezTo>
                    <a:pt x="14389" y="22647"/>
                    <a:pt x="12096" y="30443"/>
                    <a:pt x="11523" y="40877"/>
                  </a:cubicBezTo>
                  <a:cubicBezTo>
                    <a:pt x="13783" y="37553"/>
                    <a:pt x="16612" y="35011"/>
                    <a:pt x="20009" y="33250"/>
                  </a:cubicBezTo>
                  <a:cubicBezTo>
                    <a:pt x="23414" y="31452"/>
                    <a:pt x="27159" y="30553"/>
                    <a:pt x="31246" y="30553"/>
                  </a:cubicBezTo>
                  <a:cubicBezTo>
                    <a:pt x="39846" y="30553"/>
                    <a:pt x="46629" y="33173"/>
                    <a:pt x="51597" y="38411"/>
                  </a:cubicBezTo>
                  <a:cubicBezTo>
                    <a:pt x="56601" y="43606"/>
                    <a:pt x="59103" y="50694"/>
                    <a:pt x="59103" y="59675"/>
                  </a:cubicBezTo>
                  <a:cubicBezTo>
                    <a:pt x="59103" y="68466"/>
                    <a:pt x="56506" y="75517"/>
                    <a:pt x="51311" y="80829"/>
                  </a:cubicBezTo>
                  <a:cubicBezTo>
                    <a:pt x="46116" y="86142"/>
                    <a:pt x="39197" y="88798"/>
                    <a:pt x="30553" y="88798"/>
                  </a:cubicBezTo>
                  <a:cubicBezTo>
                    <a:pt x="20655" y="88798"/>
                    <a:pt x="13090" y="85015"/>
                    <a:pt x="7858" y="77450"/>
                  </a:cubicBezTo>
                  <a:cubicBezTo>
                    <a:pt x="2619" y="69841"/>
                    <a:pt x="0" y="58835"/>
                    <a:pt x="0" y="44432"/>
                  </a:cubicBezTo>
                  <a:cubicBezTo>
                    <a:pt x="0" y="30902"/>
                    <a:pt x="3210" y="20123"/>
                    <a:pt x="9630" y="12096"/>
                  </a:cubicBezTo>
                  <a:cubicBezTo>
                    <a:pt x="16051" y="4032"/>
                    <a:pt x="24668" y="0"/>
                    <a:pt x="35484" y="0"/>
                  </a:cubicBezTo>
                  <a:cubicBezTo>
                    <a:pt x="38389" y="0"/>
                    <a:pt x="41313" y="286"/>
                    <a:pt x="44256" y="859"/>
                  </a:cubicBezTo>
                  <a:cubicBezTo>
                    <a:pt x="47235" y="1438"/>
                    <a:pt x="50331" y="2300"/>
                    <a:pt x="53545" y="3445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1B346AB-8752-7AF7-B5A8-981765EAD81F}"/>
                </a:ext>
              </a:extLst>
            </p:cNvPr>
            <p:cNvSpPr/>
            <p:nvPr/>
          </p:nvSpPr>
          <p:spPr>
            <a:xfrm>
              <a:off x="3135365" y="4798240"/>
              <a:ext cx="59037" cy="88797"/>
            </a:xfrm>
            <a:custGeom>
              <a:avLst/>
              <a:gdLst>
                <a:gd name="csX0" fmla="*/ 5503 w 59037"/>
                <a:gd name="csY0" fmla="*/ 85364 h 88797"/>
                <a:gd name="csX1" fmla="*/ 5503 w 59037"/>
                <a:gd name="csY1" fmla="*/ 74809 h 88797"/>
                <a:gd name="csX2" fmla="*/ 14330 w 59037"/>
                <a:gd name="csY2" fmla="*/ 77968 h 88797"/>
                <a:gd name="csX3" fmla="*/ 23102 w 59037"/>
                <a:gd name="csY3" fmla="*/ 79057 h 88797"/>
                <a:gd name="csX4" fmla="*/ 40580 w 59037"/>
                <a:gd name="csY4" fmla="*/ 71375 h 88797"/>
                <a:gd name="csX5" fmla="*/ 47514 w 59037"/>
                <a:gd name="csY5" fmla="*/ 47932 h 88797"/>
                <a:gd name="csX6" fmla="*/ 39094 w 59037"/>
                <a:gd name="csY6" fmla="*/ 55493 h 88797"/>
                <a:gd name="csX7" fmla="*/ 27802 w 59037"/>
                <a:gd name="csY7" fmla="*/ 58135 h 88797"/>
                <a:gd name="csX8" fmla="*/ 7451 w 59037"/>
                <a:gd name="csY8" fmla="*/ 50386 h 88797"/>
                <a:gd name="csX9" fmla="*/ 0 w 59037"/>
                <a:gd name="csY9" fmla="*/ 29122 h 88797"/>
                <a:gd name="csX10" fmla="*/ 7792 w 59037"/>
                <a:gd name="csY10" fmla="*/ 7968 h 88797"/>
                <a:gd name="csX11" fmla="*/ 28539 w 59037"/>
                <a:gd name="csY11" fmla="*/ 0 h 88797"/>
                <a:gd name="csX12" fmla="*/ 51190 w 59037"/>
                <a:gd name="csY12" fmla="*/ 11413 h 88797"/>
                <a:gd name="csX13" fmla="*/ 59037 w 59037"/>
                <a:gd name="csY13" fmla="*/ 44432 h 88797"/>
                <a:gd name="csX14" fmla="*/ 49407 w 59037"/>
                <a:gd name="csY14" fmla="*/ 76757 h 88797"/>
                <a:gd name="csX15" fmla="*/ 23608 w 59037"/>
                <a:gd name="csY15" fmla="*/ 88798 h 88797"/>
                <a:gd name="csX16" fmla="*/ 14781 w 59037"/>
                <a:gd name="csY16" fmla="*/ 87939 h 88797"/>
                <a:gd name="csX17" fmla="*/ 5503 w 59037"/>
                <a:gd name="csY17" fmla="*/ 85364 h 88797"/>
                <a:gd name="csX18" fmla="*/ 28539 w 59037"/>
                <a:gd name="csY18" fmla="*/ 49077 h 88797"/>
                <a:gd name="csX19" fmla="*/ 40866 w 59037"/>
                <a:gd name="csY19" fmla="*/ 43738 h 88797"/>
                <a:gd name="csX20" fmla="*/ 45455 w 59037"/>
                <a:gd name="csY20" fmla="*/ 29122 h 88797"/>
                <a:gd name="csX21" fmla="*/ 40866 w 59037"/>
                <a:gd name="csY21" fmla="*/ 14561 h 88797"/>
                <a:gd name="csX22" fmla="*/ 28539 w 59037"/>
                <a:gd name="csY22" fmla="*/ 9179 h 88797"/>
                <a:gd name="csX23" fmla="*/ 16157 w 59037"/>
                <a:gd name="csY23" fmla="*/ 14561 h 88797"/>
                <a:gd name="csX24" fmla="*/ 11634 w 59037"/>
                <a:gd name="csY24" fmla="*/ 29122 h 88797"/>
                <a:gd name="csX25" fmla="*/ 16157 w 59037"/>
                <a:gd name="csY25" fmla="*/ 43738 h 88797"/>
                <a:gd name="csX26" fmla="*/ 28539 w 59037"/>
                <a:gd name="csY26" fmla="*/ 4907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9037" h="88797">
                  <a:moveTo>
                    <a:pt x="5503" y="85364"/>
                  </a:moveTo>
                  <a:lnTo>
                    <a:pt x="5503" y="74809"/>
                  </a:lnTo>
                  <a:cubicBezTo>
                    <a:pt x="8401" y="76188"/>
                    <a:pt x="11344" y="77241"/>
                    <a:pt x="14330" y="77968"/>
                  </a:cubicBezTo>
                  <a:cubicBezTo>
                    <a:pt x="17309" y="78694"/>
                    <a:pt x="20233" y="79057"/>
                    <a:pt x="23102" y="79057"/>
                  </a:cubicBezTo>
                  <a:cubicBezTo>
                    <a:pt x="30740" y="79057"/>
                    <a:pt x="36566" y="76497"/>
                    <a:pt x="40580" y="71375"/>
                  </a:cubicBezTo>
                  <a:cubicBezTo>
                    <a:pt x="44630" y="66217"/>
                    <a:pt x="46941" y="58402"/>
                    <a:pt x="47514" y="47932"/>
                  </a:cubicBezTo>
                  <a:cubicBezTo>
                    <a:pt x="45298" y="51212"/>
                    <a:pt x="42491" y="53732"/>
                    <a:pt x="39094" y="55493"/>
                  </a:cubicBezTo>
                  <a:cubicBezTo>
                    <a:pt x="35689" y="57254"/>
                    <a:pt x="31925" y="58135"/>
                    <a:pt x="27802" y="58135"/>
                  </a:cubicBezTo>
                  <a:cubicBezTo>
                    <a:pt x="19239" y="58135"/>
                    <a:pt x="12455" y="55552"/>
                    <a:pt x="7451" y="50386"/>
                  </a:cubicBezTo>
                  <a:cubicBezTo>
                    <a:pt x="2484" y="45191"/>
                    <a:pt x="0" y="38103"/>
                    <a:pt x="0" y="29122"/>
                  </a:cubicBezTo>
                  <a:cubicBezTo>
                    <a:pt x="0" y="20332"/>
                    <a:pt x="2597" y="13281"/>
                    <a:pt x="7792" y="7968"/>
                  </a:cubicBezTo>
                  <a:cubicBezTo>
                    <a:pt x="12987" y="2656"/>
                    <a:pt x="19903" y="0"/>
                    <a:pt x="28539" y="0"/>
                  </a:cubicBezTo>
                  <a:cubicBezTo>
                    <a:pt x="38437" y="0"/>
                    <a:pt x="45987" y="3804"/>
                    <a:pt x="51190" y="11413"/>
                  </a:cubicBezTo>
                  <a:cubicBezTo>
                    <a:pt x="56421" y="18978"/>
                    <a:pt x="59037" y="29985"/>
                    <a:pt x="59037" y="44432"/>
                  </a:cubicBezTo>
                  <a:cubicBezTo>
                    <a:pt x="59037" y="57918"/>
                    <a:pt x="55827" y="68693"/>
                    <a:pt x="49407" y="76757"/>
                  </a:cubicBezTo>
                  <a:cubicBezTo>
                    <a:pt x="43023" y="84784"/>
                    <a:pt x="34424" y="88798"/>
                    <a:pt x="23608" y="88798"/>
                  </a:cubicBezTo>
                  <a:cubicBezTo>
                    <a:pt x="20710" y="88798"/>
                    <a:pt x="17768" y="88512"/>
                    <a:pt x="14781" y="87939"/>
                  </a:cubicBezTo>
                  <a:cubicBezTo>
                    <a:pt x="11802" y="87367"/>
                    <a:pt x="8710" y="86508"/>
                    <a:pt x="5503" y="85364"/>
                  </a:cubicBezTo>
                  <a:moveTo>
                    <a:pt x="28539" y="49077"/>
                  </a:moveTo>
                  <a:cubicBezTo>
                    <a:pt x="33741" y="49077"/>
                    <a:pt x="37850" y="47297"/>
                    <a:pt x="40866" y="43738"/>
                  </a:cubicBezTo>
                  <a:cubicBezTo>
                    <a:pt x="43926" y="40187"/>
                    <a:pt x="45455" y="35315"/>
                    <a:pt x="45455" y="29122"/>
                  </a:cubicBezTo>
                  <a:cubicBezTo>
                    <a:pt x="45455" y="22974"/>
                    <a:pt x="43926" y="18120"/>
                    <a:pt x="40866" y="14561"/>
                  </a:cubicBezTo>
                  <a:cubicBezTo>
                    <a:pt x="37850" y="10973"/>
                    <a:pt x="33741" y="9179"/>
                    <a:pt x="28539" y="9179"/>
                  </a:cubicBezTo>
                  <a:cubicBezTo>
                    <a:pt x="23344" y="9179"/>
                    <a:pt x="19217" y="10973"/>
                    <a:pt x="16157" y="14561"/>
                  </a:cubicBezTo>
                  <a:cubicBezTo>
                    <a:pt x="13141" y="18120"/>
                    <a:pt x="11634" y="22974"/>
                    <a:pt x="11634" y="29122"/>
                  </a:cubicBezTo>
                  <a:cubicBezTo>
                    <a:pt x="11634" y="35315"/>
                    <a:pt x="13141" y="40187"/>
                    <a:pt x="16157" y="43738"/>
                  </a:cubicBezTo>
                  <a:cubicBezTo>
                    <a:pt x="19217" y="47297"/>
                    <a:pt x="23344" y="49077"/>
                    <a:pt x="28539" y="4907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3A0A4E33-0CA0-D729-8151-A1B40655E3ED}"/>
                </a:ext>
              </a:extLst>
            </p:cNvPr>
            <p:cNvSpPr/>
            <p:nvPr/>
          </p:nvSpPr>
          <p:spPr>
            <a:xfrm>
              <a:off x="1238512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9446692-3B93-931B-E01B-0509E8D55281}"/>
                </a:ext>
              </a:extLst>
            </p:cNvPr>
            <p:cNvSpPr/>
            <p:nvPr/>
          </p:nvSpPr>
          <p:spPr>
            <a:xfrm>
              <a:off x="1238512" y="4757264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466C8FBE-F373-DF2D-0417-37029815AE11}"/>
                </a:ext>
              </a:extLst>
            </p:cNvPr>
            <p:cNvSpPr/>
            <p:nvPr/>
          </p:nvSpPr>
          <p:spPr>
            <a:xfrm>
              <a:off x="1238512" y="4400808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6DB6BC5C-22F9-92F1-749D-6E24DF811C26}"/>
                </a:ext>
              </a:extLst>
            </p:cNvPr>
            <p:cNvSpPr/>
            <p:nvPr/>
          </p:nvSpPr>
          <p:spPr>
            <a:xfrm>
              <a:off x="1238512" y="4044354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39D6100F-C8ED-B762-C5EF-960B030E17DE}"/>
                </a:ext>
              </a:extLst>
            </p:cNvPr>
            <p:cNvSpPr/>
            <p:nvPr/>
          </p:nvSpPr>
          <p:spPr>
            <a:xfrm>
              <a:off x="1238512" y="3687900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550DBDB1-5DEC-5E48-F852-127E5C68BEF2}"/>
                </a:ext>
              </a:extLst>
            </p:cNvPr>
            <p:cNvSpPr/>
            <p:nvPr/>
          </p:nvSpPr>
          <p:spPr>
            <a:xfrm>
              <a:off x="1027722" y="4712921"/>
              <a:ext cx="59157" cy="88797"/>
            </a:xfrm>
            <a:custGeom>
              <a:avLst/>
              <a:gdLst>
                <a:gd name="csX0" fmla="*/ 29579 w 59157"/>
                <a:gd name="csY0" fmla="*/ 9179 h 88797"/>
                <a:gd name="csX1" fmla="*/ 16108 w 59157"/>
                <a:gd name="csY1" fmla="*/ 18006 h 88797"/>
                <a:gd name="csX2" fmla="*/ 11637 w 59157"/>
                <a:gd name="csY2" fmla="*/ 44432 h 88797"/>
                <a:gd name="csX3" fmla="*/ 16108 w 59157"/>
                <a:gd name="csY3" fmla="*/ 70857 h 88797"/>
                <a:gd name="csX4" fmla="*/ 29579 w 59157"/>
                <a:gd name="csY4" fmla="*/ 79629 h 88797"/>
                <a:gd name="csX5" fmla="*/ 43050 w 59157"/>
                <a:gd name="csY5" fmla="*/ 70857 h 88797"/>
                <a:gd name="csX6" fmla="*/ 47578 w 59157"/>
                <a:gd name="csY6" fmla="*/ 44432 h 88797"/>
                <a:gd name="csX7" fmla="*/ 43050 w 59157"/>
                <a:gd name="csY7" fmla="*/ 18006 h 88797"/>
                <a:gd name="csX8" fmla="*/ 29579 w 59157"/>
                <a:gd name="csY8" fmla="*/ 9179 h 88797"/>
                <a:gd name="csX9" fmla="*/ 29579 w 59157"/>
                <a:gd name="csY9" fmla="*/ 0 h 88797"/>
                <a:gd name="csX10" fmla="*/ 51534 w 59157"/>
                <a:gd name="csY10" fmla="*/ 11413 h 88797"/>
                <a:gd name="csX11" fmla="*/ 59158 w 59157"/>
                <a:gd name="csY11" fmla="*/ 44432 h 88797"/>
                <a:gd name="csX12" fmla="*/ 51534 w 59157"/>
                <a:gd name="csY12" fmla="*/ 77450 h 88797"/>
                <a:gd name="csX13" fmla="*/ 29579 w 59157"/>
                <a:gd name="csY13" fmla="*/ 88798 h 88797"/>
                <a:gd name="csX14" fmla="*/ 7567 w 59157"/>
                <a:gd name="csY14" fmla="*/ 77450 h 88797"/>
                <a:gd name="csX15" fmla="*/ 0 w 59157"/>
                <a:gd name="csY15" fmla="*/ 44432 h 88797"/>
                <a:gd name="csX16" fmla="*/ 7567 w 59157"/>
                <a:gd name="csY16" fmla="*/ 11413 h 88797"/>
                <a:gd name="csX17" fmla="*/ 29579 w 59157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7">
                  <a:moveTo>
                    <a:pt x="29579" y="9179"/>
                  </a:moveTo>
                  <a:cubicBezTo>
                    <a:pt x="23617" y="9179"/>
                    <a:pt x="19127" y="12121"/>
                    <a:pt x="16108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8" y="70857"/>
                  </a:cubicBezTo>
                  <a:cubicBezTo>
                    <a:pt x="19127" y="76705"/>
                    <a:pt x="23617" y="79629"/>
                    <a:pt x="29579" y="79629"/>
                  </a:cubicBezTo>
                  <a:cubicBezTo>
                    <a:pt x="35579" y="79629"/>
                    <a:pt x="40069" y="76705"/>
                    <a:pt x="43050" y="70857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0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89" y="3804"/>
                    <a:pt x="51534" y="11413"/>
                  </a:cubicBezTo>
                  <a:cubicBezTo>
                    <a:pt x="56617" y="18978"/>
                    <a:pt x="59158" y="29984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89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4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21AD4A20-7E75-1481-2F0D-E4F2604B602E}"/>
                </a:ext>
              </a:extLst>
            </p:cNvPr>
            <p:cNvSpPr/>
            <p:nvPr/>
          </p:nvSpPr>
          <p:spPr>
            <a:xfrm>
              <a:off x="1107229" y="4785495"/>
              <a:ext cx="12095" cy="14561"/>
            </a:xfrm>
            <a:custGeom>
              <a:avLst/>
              <a:gdLst>
                <a:gd name="csX0" fmla="*/ 0 w 12095"/>
                <a:gd name="csY0" fmla="*/ 0 h 14561"/>
                <a:gd name="csX1" fmla="*/ 12096 w 12095"/>
                <a:gd name="csY1" fmla="*/ 0 h 14561"/>
                <a:gd name="csX2" fmla="*/ 12096 w 12095"/>
                <a:gd name="csY2" fmla="*/ 14561 h 14561"/>
                <a:gd name="csX3" fmla="*/ 0 w 12095"/>
                <a:gd name="csY3" fmla="*/ 14561 h 14561"/>
                <a:gd name="csX4" fmla="*/ 0 w 12095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5" h="14561">
                  <a:moveTo>
                    <a:pt x="0" y="0"/>
                  </a:moveTo>
                  <a:lnTo>
                    <a:pt x="12096" y="0"/>
                  </a:lnTo>
                  <a:lnTo>
                    <a:pt x="12096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C98B803-D0D0-028A-7846-0015BDEC5D90}"/>
                </a:ext>
              </a:extLst>
            </p:cNvPr>
            <p:cNvSpPr/>
            <p:nvPr/>
          </p:nvSpPr>
          <p:spPr>
            <a:xfrm>
              <a:off x="1139732" y="4712921"/>
              <a:ext cx="59158" cy="88797"/>
            </a:xfrm>
            <a:custGeom>
              <a:avLst/>
              <a:gdLst>
                <a:gd name="csX0" fmla="*/ 29579 w 59158"/>
                <a:gd name="csY0" fmla="*/ 9179 h 88797"/>
                <a:gd name="csX1" fmla="*/ 16109 w 59158"/>
                <a:gd name="csY1" fmla="*/ 18006 h 88797"/>
                <a:gd name="csX2" fmla="*/ 11637 w 59158"/>
                <a:gd name="csY2" fmla="*/ 44432 h 88797"/>
                <a:gd name="csX3" fmla="*/ 16109 w 59158"/>
                <a:gd name="csY3" fmla="*/ 70857 h 88797"/>
                <a:gd name="csX4" fmla="*/ 29579 w 59158"/>
                <a:gd name="csY4" fmla="*/ 79629 h 88797"/>
                <a:gd name="csX5" fmla="*/ 43051 w 59158"/>
                <a:gd name="csY5" fmla="*/ 70857 h 88797"/>
                <a:gd name="csX6" fmla="*/ 47578 w 59158"/>
                <a:gd name="csY6" fmla="*/ 44432 h 88797"/>
                <a:gd name="csX7" fmla="*/ 43051 w 59158"/>
                <a:gd name="csY7" fmla="*/ 18006 h 88797"/>
                <a:gd name="csX8" fmla="*/ 29579 w 59158"/>
                <a:gd name="csY8" fmla="*/ 9179 h 88797"/>
                <a:gd name="csX9" fmla="*/ 29579 w 59158"/>
                <a:gd name="csY9" fmla="*/ 0 h 88797"/>
                <a:gd name="csX10" fmla="*/ 51534 w 59158"/>
                <a:gd name="csY10" fmla="*/ 11413 h 88797"/>
                <a:gd name="csX11" fmla="*/ 59158 w 59158"/>
                <a:gd name="csY11" fmla="*/ 44432 h 88797"/>
                <a:gd name="csX12" fmla="*/ 51534 w 59158"/>
                <a:gd name="csY12" fmla="*/ 77450 h 88797"/>
                <a:gd name="csX13" fmla="*/ 29579 w 59158"/>
                <a:gd name="csY13" fmla="*/ 88798 h 88797"/>
                <a:gd name="csX14" fmla="*/ 7567 w 59158"/>
                <a:gd name="csY14" fmla="*/ 77450 h 88797"/>
                <a:gd name="csX15" fmla="*/ 0 w 59158"/>
                <a:gd name="csY15" fmla="*/ 44432 h 88797"/>
                <a:gd name="csX16" fmla="*/ 7567 w 59158"/>
                <a:gd name="csY16" fmla="*/ 11413 h 88797"/>
                <a:gd name="csX17" fmla="*/ 29579 w 59158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7">
                  <a:moveTo>
                    <a:pt x="29579" y="9179"/>
                  </a:moveTo>
                  <a:cubicBezTo>
                    <a:pt x="23617" y="9179"/>
                    <a:pt x="19127" y="12121"/>
                    <a:pt x="16109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9" y="70857"/>
                  </a:cubicBezTo>
                  <a:cubicBezTo>
                    <a:pt x="19127" y="76705"/>
                    <a:pt x="23617" y="79629"/>
                    <a:pt x="29579" y="79629"/>
                  </a:cubicBezTo>
                  <a:cubicBezTo>
                    <a:pt x="35579" y="79629"/>
                    <a:pt x="40069" y="76705"/>
                    <a:pt x="43051" y="70857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1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90" y="3804"/>
                    <a:pt x="51534" y="11413"/>
                  </a:cubicBezTo>
                  <a:cubicBezTo>
                    <a:pt x="56617" y="18978"/>
                    <a:pt x="59158" y="29984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90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4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0E95694-68AD-166B-B141-07537360C13A}"/>
                </a:ext>
              </a:extLst>
            </p:cNvPr>
            <p:cNvSpPr/>
            <p:nvPr/>
          </p:nvSpPr>
          <p:spPr>
            <a:xfrm>
              <a:off x="1030760" y="4356470"/>
              <a:ext cx="59157" cy="88792"/>
            </a:xfrm>
            <a:custGeom>
              <a:avLst/>
              <a:gdLst>
                <a:gd name="csX0" fmla="*/ 29579 w 59157"/>
                <a:gd name="csY0" fmla="*/ 9171 h 88792"/>
                <a:gd name="csX1" fmla="*/ 16108 w 59157"/>
                <a:gd name="csY1" fmla="*/ 17999 h 88792"/>
                <a:gd name="csX2" fmla="*/ 11637 w 59157"/>
                <a:gd name="csY2" fmla="*/ 44426 h 88792"/>
                <a:gd name="csX3" fmla="*/ 16108 w 59157"/>
                <a:gd name="csY3" fmla="*/ 70852 h 88792"/>
                <a:gd name="csX4" fmla="*/ 29579 w 59157"/>
                <a:gd name="csY4" fmla="*/ 79624 h 88792"/>
                <a:gd name="csX5" fmla="*/ 43050 w 59157"/>
                <a:gd name="csY5" fmla="*/ 70852 h 88792"/>
                <a:gd name="csX6" fmla="*/ 47578 w 59157"/>
                <a:gd name="csY6" fmla="*/ 44426 h 88792"/>
                <a:gd name="csX7" fmla="*/ 43050 w 59157"/>
                <a:gd name="csY7" fmla="*/ 17999 h 88792"/>
                <a:gd name="csX8" fmla="*/ 29579 w 59157"/>
                <a:gd name="csY8" fmla="*/ 9171 h 88792"/>
                <a:gd name="csX9" fmla="*/ 29579 w 59157"/>
                <a:gd name="csY9" fmla="*/ 0 h 88792"/>
                <a:gd name="csX10" fmla="*/ 51534 w 59157"/>
                <a:gd name="csY10" fmla="*/ 11407 h 88792"/>
                <a:gd name="csX11" fmla="*/ 59158 w 59157"/>
                <a:gd name="csY11" fmla="*/ 44426 h 88792"/>
                <a:gd name="csX12" fmla="*/ 51534 w 59157"/>
                <a:gd name="csY12" fmla="*/ 77445 h 88792"/>
                <a:gd name="csX13" fmla="*/ 29579 w 59157"/>
                <a:gd name="csY13" fmla="*/ 88792 h 88792"/>
                <a:gd name="csX14" fmla="*/ 7567 w 59157"/>
                <a:gd name="csY14" fmla="*/ 77445 h 88792"/>
                <a:gd name="csX15" fmla="*/ 0 w 59157"/>
                <a:gd name="csY15" fmla="*/ 44426 h 88792"/>
                <a:gd name="csX16" fmla="*/ 7567 w 59157"/>
                <a:gd name="csY16" fmla="*/ 11407 h 88792"/>
                <a:gd name="csX17" fmla="*/ 29579 w 59157"/>
                <a:gd name="csY17" fmla="*/ 0 h 887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2">
                  <a:moveTo>
                    <a:pt x="29579" y="9171"/>
                  </a:moveTo>
                  <a:cubicBezTo>
                    <a:pt x="23617" y="9171"/>
                    <a:pt x="19127" y="12114"/>
                    <a:pt x="16108" y="17999"/>
                  </a:cubicBezTo>
                  <a:cubicBezTo>
                    <a:pt x="13127" y="23848"/>
                    <a:pt x="11637" y="32657"/>
                    <a:pt x="11637" y="44426"/>
                  </a:cubicBezTo>
                  <a:cubicBezTo>
                    <a:pt x="11637" y="56159"/>
                    <a:pt x="13127" y="64968"/>
                    <a:pt x="16108" y="70852"/>
                  </a:cubicBezTo>
                  <a:cubicBezTo>
                    <a:pt x="19127" y="76700"/>
                    <a:pt x="23617" y="79624"/>
                    <a:pt x="29579" y="79624"/>
                  </a:cubicBezTo>
                  <a:cubicBezTo>
                    <a:pt x="35579" y="79624"/>
                    <a:pt x="40069" y="76700"/>
                    <a:pt x="43050" y="70852"/>
                  </a:cubicBezTo>
                  <a:cubicBezTo>
                    <a:pt x="46069" y="64967"/>
                    <a:pt x="47578" y="56159"/>
                    <a:pt x="47578" y="44426"/>
                  </a:cubicBezTo>
                  <a:cubicBezTo>
                    <a:pt x="47578" y="32657"/>
                    <a:pt x="46069" y="23848"/>
                    <a:pt x="43050" y="17999"/>
                  </a:cubicBezTo>
                  <a:cubicBezTo>
                    <a:pt x="40069" y="12114"/>
                    <a:pt x="35579" y="9171"/>
                    <a:pt x="29579" y="9171"/>
                  </a:cubicBezTo>
                  <a:moveTo>
                    <a:pt x="29579" y="0"/>
                  </a:moveTo>
                  <a:cubicBezTo>
                    <a:pt x="39171" y="0"/>
                    <a:pt x="46489" y="3802"/>
                    <a:pt x="51534" y="11407"/>
                  </a:cubicBezTo>
                  <a:cubicBezTo>
                    <a:pt x="56616" y="18974"/>
                    <a:pt x="59158" y="29980"/>
                    <a:pt x="59158" y="44426"/>
                  </a:cubicBezTo>
                  <a:cubicBezTo>
                    <a:pt x="59158" y="58830"/>
                    <a:pt x="56616" y="69836"/>
                    <a:pt x="51534" y="77445"/>
                  </a:cubicBezTo>
                  <a:cubicBezTo>
                    <a:pt x="46489" y="85010"/>
                    <a:pt x="39171" y="88792"/>
                    <a:pt x="29579" y="88792"/>
                  </a:cubicBezTo>
                  <a:cubicBezTo>
                    <a:pt x="19987" y="88792"/>
                    <a:pt x="12649" y="85010"/>
                    <a:pt x="7567" y="77445"/>
                  </a:cubicBezTo>
                  <a:cubicBezTo>
                    <a:pt x="2522" y="69836"/>
                    <a:pt x="0" y="58830"/>
                    <a:pt x="0" y="44426"/>
                  </a:cubicBezTo>
                  <a:cubicBezTo>
                    <a:pt x="0" y="29980"/>
                    <a:pt x="2522" y="18974"/>
                    <a:pt x="7567" y="11407"/>
                  </a:cubicBezTo>
                  <a:cubicBezTo>
                    <a:pt x="12649" y="3802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F79EB19E-B3A2-2E2A-91AC-2148CECAD491}"/>
                </a:ext>
              </a:extLst>
            </p:cNvPr>
            <p:cNvSpPr/>
            <p:nvPr/>
          </p:nvSpPr>
          <p:spPr>
            <a:xfrm>
              <a:off x="1110268" y="4429039"/>
              <a:ext cx="12094" cy="14561"/>
            </a:xfrm>
            <a:custGeom>
              <a:avLst/>
              <a:gdLst>
                <a:gd name="csX0" fmla="*/ 0 w 12094"/>
                <a:gd name="csY0" fmla="*/ 0 h 14561"/>
                <a:gd name="csX1" fmla="*/ 12095 w 12094"/>
                <a:gd name="csY1" fmla="*/ 0 h 14561"/>
                <a:gd name="csX2" fmla="*/ 12095 w 12094"/>
                <a:gd name="csY2" fmla="*/ 14561 h 14561"/>
                <a:gd name="csX3" fmla="*/ 0 w 12094"/>
                <a:gd name="csY3" fmla="*/ 14561 h 14561"/>
                <a:gd name="csX4" fmla="*/ 0 w 12094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4" h="14561">
                  <a:moveTo>
                    <a:pt x="0" y="0"/>
                  </a:moveTo>
                  <a:lnTo>
                    <a:pt x="12095" y="0"/>
                  </a:lnTo>
                  <a:lnTo>
                    <a:pt x="12095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15C3314-7425-B6FD-EDF0-F237AC10C892}"/>
                </a:ext>
              </a:extLst>
            </p:cNvPr>
            <p:cNvSpPr/>
            <p:nvPr/>
          </p:nvSpPr>
          <p:spPr>
            <a:xfrm>
              <a:off x="1147929" y="4358017"/>
              <a:ext cx="50960" cy="85582"/>
            </a:xfrm>
            <a:custGeom>
              <a:avLst/>
              <a:gdLst>
                <a:gd name="csX0" fmla="*/ 1663 w 50960"/>
                <a:gd name="csY0" fmla="*/ 75842 h 85582"/>
                <a:gd name="csX1" fmla="*/ 20579 w 50960"/>
                <a:gd name="csY1" fmla="*/ 75842 h 85582"/>
                <a:gd name="csX2" fmla="*/ 20579 w 50960"/>
                <a:gd name="csY2" fmla="*/ 10547 h 85582"/>
                <a:gd name="csX3" fmla="*/ 0 w 50960"/>
                <a:gd name="csY3" fmla="*/ 14675 h 85582"/>
                <a:gd name="csX4" fmla="*/ 0 w 50960"/>
                <a:gd name="csY4" fmla="*/ 4127 h 85582"/>
                <a:gd name="csX5" fmla="*/ 20465 w 50960"/>
                <a:gd name="csY5" fmla="*/ 0 h 85582"/>
                <a:gd name="csX6" fmla="*/ 32044 w 50960"/>
                <a:gd name="csY6" fmla="*/ 0 h 85582"/>
                <a:gd name="csX7" fmla="*/ 32044 w 50960"/>
                <a:gd name="csY7" fmla="*/ 75842 h 85582"/>
                <a:gd name="csX8" fmla="*/ 50961 w 50960"/>
                <a:gd name="csY8" fmla="*/ 75842 h 85582"/>
                <a:gd name="csX9" fmla="*/ 50961 w 50960"/>
                <a:gd name="csY9" fmla="*/ 85583 h 85582"/>
                <a:gd name="csX10" fmla="*/ 1663 w 50960"/>
                <a:gd name="csY10" fmla="*/ 85583 h 85582"/>
                <a:gd name="csX11" fmla="*/ 1663 w 50960"/>
                <a:gd name="csY11" fmla="*/ 75842 h 85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0960" h="85582">
                  <a:moveTo>
                    <a:pt x="1663" y="75842"/>
                  </a:moveTo>
                  <a:lnTo>
                    <a:pt x="20579" y="75842"/>
                  </a:lnTo>
                  <a:lnTo>
                    <a:pt x="20579" y="10547"/>
                  </a:lnTo>
                  <a:lnTo>
                    <a:pt x="0" y="14675"/>
                  </a:lnTo>
                  <a:lnTo>
                    <a:pt x="0" y="4127"/>
                  </a:lnTo>
                  <a:lnTo>
                    <a:pt x="20465" y="0"/>
                  </a:lnTo>
                  <a:lnTo>
                    <a:pt x="32044" y="0"/>
                  </a:lnTo>
                  <a:lnTo>
                    <a:pt x="32044" y="75842"/>
                  </a:lnTo>
                  <a:lnTo>
                    <a:pt x="50961" y="75842"/>
                  </a:lnTo>
                  <a:lnTo>
                    <a:pt x="50961" y="85583"/>
                  </a:lnTo>
                  <a:lnTo>
                    <a:pt x="1663" y="85583"/>
                  </a:lnTo>
                  <a:lnTo>
                    <a:pt x="1663" y="75842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4E16B6A-CD29-06DC-7EEC-84DE4B06DDE2}"/>
                </a:ext>
              </a:extLst>
            </p:cNvPr>
            <p:cNvSpPr/>
            <p:nvPr/>
          </p:nvSpPr>
          <p:spPr>
            <a:xfrm>
              <a:off x="1031678" y="4000015"/>
              <a:ext cx="59158" cy="88794"/>
            </a:xfrm>
            <a:custGeom>
              <a:avLst/>
              <a:gdLst>
                <a:gd name="csX0" fmla="*/ 29579 w 59158"/>
                <a:gd name="csY0" fmla="*/ 9171 h 88794"/>
                <a:gd name="csX1" fmla="*/ 16108 w 59158"/>
                <a:gd name="csY1" fmla="*/ 17999 h 88794"/>
                <a:gd name="csX2" fmla="*/ 11637 w 59158"/>
                <a:gd name="csY2" fmla="*/ 44425 h 88794"/>
                <a:gd name="csX3" fmla="*/ 16108 w 59158"/>
                <a:gd name="csY3" fmla="*/ 70852 h 88794"/>
                <a:gd name="csX4" fmla="*/ 29579 w 59158"/>
                <a:gd name="csY4" fmla="*/ 79622 h 88794"/>
                <a:gd name="csX5" fmla="*/ 43050 w 59158"/>
                <a:gd name="csY5" fmla="*/ 70852 h 88794"/>
                <a:gd name="csX6" fmla="*/ 47578 w 59158"/>
                <a:gd name="csY6" fmla="*/ 44425 h 88794"/>
                <a:gd name="csX7" fmla="*/ 43050 w 59158"/>
                <a:gd name="csY7" fmla="*/ 17999 h 88794"/>
                <a:gd name="csX8" fmla="*/ 29579 w 59158"/>
                <a:gd name="csY8" fmla="*/ 9171 h 88794"/>
                <a:gd name="csX9" fmla="*/ 29579 w 59158"/>
                <a:gd name="csY9" fmla="*/ 0 h 88794"/>
                <a:gd name="csX10" fmla="*/ 51534 w 59158"/>
                <a:gd name="csY10" fmla="*/ 11408 h 88794"/>
                <a:gd name="csX11" fmla="*/ 59158 w 59158"/>
                <a:gd name="csY11" fmla="*/ 44425 h 88794"/>
                <a:gd name="csX12" fmla="*/ 51534 w 59158"/>
                <a:gd name="csY12" fmla="*/ 77444 h 88794"/>
                <a:gd name="csX13" fmla="*/ 29579 w 59158"/>
                <a:gd name="csY13" fmla="*/ 88794 h 88794"/>
                <a:gd name="csX14" fmla="*/ 7567 w 59158"/>
                <a:gd name="csY14" fmla="*/ 77444 h 88794"/>
                <a:gd name="csX15" fmla="*/ 0 w 59158"/>
                <a:gd name="csY15" fmla="*/ 44425 h 88794"/>
                <a:gd name="csX16" fmla="*/ 7567 w 59158"/>
                <a:gd name="csY16" fmla="*/ 11408 h 88794"/>
                <a:gd name="csX17" fmla="*/ 29579 w 59158"/>
                <a:gd name="csY17" fmla="*/ 0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4">
                  <a:moveTo>
                    <a:pt x="29579" y="9171"/>
                  </a:moveTo>
                  <a:cubicBezTo>
                    <a:pt x="23617" y="9171"/>
                    <a:pt x="19127" y="12114"/>
                    <a:pt x="16108" y="17999"/>
                  </a:cubicBezTo>
                  <a:cubicBezTo>
                    <a:pt x="13127" y="23847"/>
                    <a:pt x="11637" y="32655"/>
                    <a:pt x="11637" y="44425"/>
                  </a:cubicBezTo>
                  <a:cubicBezTo>
                    <a:pt x="11637" y="56158"/>
                    <a:pt x="13127" y="64967"/>
                    <a:pt x="16108" y="70852"/>
                  </a:cubicBezTo>
                  <a:cubicBezTo>
                    <a:pt x="19127" y="76699"/>
                    <a:pt x="23617" y="79622"/>
                    <a:pt x="29579" y="79622"/>
                  </a:cubicBezTo>
                  <a:cubicBezTo>
                    <a:pt x="35579" y="79622"/>
                    <a:pt x="40069" y="76699"/>
                    <a:pt x="43050" y="70852"/>
                  </a:cubicBezTo>
                  <a:cubicBezTo>
                    <a:pt x="46069" y="64967"/>
                    <a:pt x="47578" y="56158"/>
                    <a:pt x="47578" y="44425"/>
                  </a:cubicBezTo>
                  <a:cubicBezTo>
                    <a:pt x="47578" y="32655"/>
                    <a:pt x="46069" y="23847"/>
                    <a:pt x="43050" y="17999"/>
                  </a:cubicBezTo>
                  <a:cubicBezTo>
                    <a:pt x="40069" y="12114"/>
                    <a:pt x="35579" y="9171"/>
                    <a:pt x="29579" y="9171"/>
                  </a:cubicBezTo>
                  <a:moveTo>
                    <a:pt x="29579" y="0"/>
                  </a:moveTo>
                  <a:cubicBezTo>
                    <a:pt x="39171" y="0"/>
                    <a:pt x="46489" y="3803"/>
                    <a:pt x="51534" y="11408"/>
                  </a:cubicBezTo>
                  <a:cubicBezTo>
                    <a:pt x="56617" y="18974"/>
                    <a:pt x="59158" y="29980"/>
                    <a:pt x="59158" y="44425"/>
                  </a:cubicBezTo>
                  <a:cubicBezTo>
                    <a:pt x="59158" y="58833"/>
                    <a:pt x="56617" y="69839"/>
                    <a:pt x="51534" y="77444"/>
                  </a:cubicBezTo>
                  <a:cubicBezTo>
                    <a:pt x="46489" y="85011"/>
                    <a:pt x="39171" y="88794"/>
                    <a:pt x="29579" y="88794"/>
                  </a:cubicBezTo>
                  <a:cubicBezTo>
                    <a:pt x="19987" y="88794"/>
                    <a:pt x="12649" y="85011"/>
                    <a:pt x="7567" y="77444"/>
                  </a:cubicBezTo>
                  <a:cubicBezTo>
                    <a:pt x="2522" y="69839"/>
                    <a:pt x="0" y="58833"/>
                    <a:pt x="0" y="44425"/>
                  </a:cubicBezTo>
                  <a:cubicBezTo>
                    <a:pt x="0" y="29980"/>
                    <a:pt x="2522" y="18974"/>
                    <a:pt x="7567" y="11408"/>
                  </a:cubicBezTo>
                  <a:cubicBezTo>
                    <a:pt x="12649" y="3803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B8FBBCE0-7662-EFAD-7966-2C3D1F05CA2F}"/>
                </a:ext>
              </a:extLst>
            </p:cNvPr>
            <p:cNvSpPr/>
            <p:nvPr/>
          </p:nvSpPr>
          <p:spPr>
            <a:xfrm>
              <a:off x="1111185" y="4072586"/>
              <a:ext cx="12095" cy="14560"/>
            </a:xfrm>
            <a:custGeom>
              <a:avLst/>
              <a:gdLst>
                <a:gd name="csX0" fmla="*/ 0 w 12095"/>
                <a:gd name="csY0" fmla="*/ 0 h 14560"/>
                <a:gd name="csX1" fmla="*/ 12096 w 12095"/>
                <a:gd name="csY1" fmla="*/ 0 h 14560"/>
                <a:gd name="csX2" fmla="*/ 12096 w 12095"/>
                <a:gd name="csY2" fmla="*/ 14560 h 14560"/>
                <a:gd name="csX3" fmla="*/ 0 w 12095"/>
                <a:gd name="csY3" fmla="*/ 14560 h 14560"/>
                <a:gd name="csX4" fmla="*/ 0 w 12095"/>
                <a:gd name="csY4" fmla="*/ 0 h 1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5" h="14560">
                  <a:moveTo>
                    <a:pt x="0" y="0"/>
                  </a:moveTo>
                  <a:lnTo>
                    <a:pt x="12096" y="0"/>
                  </a:lnTo>
                  <a:lnTo>
                    <a:pt x="12096" y="14560"/>
                  </a:lnTo>
                  <a:lnTo>
                    <a:pt x="0" y="145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3C74EF8-FE94-BE6E-E6B6-0F5F71DC1CC4}"/>
                </a:ext>
              </a:extLst>
            </p:cNvPr>
            <p:cNvSpPr/>
            <p:nvPr/>
          </p:nvSpPr>
          <p:spPr>
            <a:xfrm>
              <a:off x="1144547" y="4000015"/>
              <a:ext cx="54342" cy="87131"/>
            </a:xfrm>
            <a:custGeom>
              <a:avLst/>
              <a:gdLst>
                <a:gd name="csX0" fmla="*/ 13930 w 54342"/>
                <a:gd name="csY0" fmla="*/ 77386 h 87131"/>
                <a:gd name="csX1" fmla="*/ 54343 w 54342"/>
                <a:gd name="csY1" fmla="*/ 77386 h 87131"/>
                <a:gd name="csX2" fmla="*/ 54343 w 54342"/>
                <a:gd name="csY2" fmla="*/ 87131 h 87131"/>
                <a:gd name="csX3" fmla="*/ 0 w 54342"/>
                <a:gd name="csY3" fmla="*/ 87131 h 87131"/>
                <a:gd name="csX4" fmla="*/ 0 w 54342"/>
                <a:gd name="csY4" fmla="*/ 77386 h 87131"/>
                <a:gd name="csX5" fmla="*/ 17942 w 54342"/>
                <a:gd name="csY5" fmla="*/ 59101 h 87131"/>
                <a:gd name="csX6" fmla="*/ 32273 w 54342"/>
                <a:gd name="csY6" fmla="*/ 44254 h 87131"/>
                <a:gd name="csX7" fmla="*/ 40012 w 54342"/>
                <a:gd name="csY7" fmla="*/ 33706 h 87131"/>
                <a:gd name="csX8" fmla="*/ 42248 w 54342"/>
                <a:gd name="csY8" fmla="*/ 25166 h 87131"/>
                <a:gd name="csX9" fmla="*/ 37433 w 54342"/>
                <a:gd name="csY9" fmla="*/ 14044 h 87131"/>
                <a:gd name="csX10" fmla="*/ 24994 w 54342"/>
                <a:gd name="csY10" fmla="*/ 9745 h 87131"/>
                <a:gd name="csX11" fmla="*/ 13472 w 54342"/>
                <a:gd name="csY11" fmla="*/ 11637 h 87131"/>
                <a:gd name="csX12" fmla="*/ 573 w 54342"/>
                <a:gd name="csY12" fmla="*/ 17369 h 87131"/>
                <a:gd name="csX13" fmla="*/ 573 w 54342"/>
                <a:gd name="csY13" fmla="*/ 5675 h 87131"/>
                <a:gd name="csX14" fmla="*/ 13643 w 54342"/>
                <a:gd name="csY14" fmla="*/ 1433 h 87131"/>
                <a:gd name="csX15" fmla="*/ 24764 w 54342"/>
                <a:gd name="csY15" fmla="*/ 0 h 87131"/>
                <a:gd name="csX16" fmla="*/ 45974 w 54342"/>
                <a:gd name="csY16" fmla="*/ 6650 h 87131"/>
                <a:gd name="csX17" fmla="*/ 53884 w 54342"/>
                <a:gd name="csY17" fmla="*/ 24419 h 87131"/>
                <a:gd name="csX18" fmla="*/ 51879 w 54342"/>
                <a:gd name="csY18" fmla="*/ 34451 h 87131"/>
                <a:gd name="csX19" fmla="*/ 44712 w 54342"/>
                <a:gd name="csY19" fmla="*/ 45572 h 87131"/>
                <a:gd name="csX20" fmla="*/ 35598 w 54342"/>
                <a:gd name="csY20" fmla="*/ 55202 h 87131"/>
                <a:gd name="csX21" fmla="*/ 13930 w 54342"/>
                <a:gd name="csY21" fmla="*/ 77386 h 8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4342" h="87131">
                  <a:moveTo>
                    <a:pt x="13930" y="77386"/>
                  </a:moveTo>
                  <a:lnTo>
                    <a:pt x="54343" y="77386"/>
                  </a:lnTo>
                  <a:lnTo>
                    <a:pt x="54343" y="87131"/>
                  </a:lnTo>
                  <a:lnTo>
                    <a:pt x="0" y="87131"/>
                  </a:lnTo>
                  <a:lnTo>
                    <a:pt x="0" y="77386"/>
                  </a:lnTo>
                  <a:cubicBezTo>
                    <a:pt x="4395" y="72839"/>
                    <a:pt x="10376" y="66744"/>
                    <a:pt x="17942" y="59101"/>
                  </a:cubicBezTo>
                  <a:cubicBezTo>
                    <a:pt x="25547" y="51419"/>
                    <a:pt x="30325" y="46470"/>
                    <a:pt x="32273" y="44254"/>
                  </a:cubicBezTo>
                  <a:cubicBezTo>
                    <a:pt x="35980" y="40088"/>
                    <a:pt x="38560" y="36572"/>
                    <a:pt x="40012" y="33706"/>
                  </a:cubicBezTo>
                  <a:cubicBezTo>
                    <a:pt x="41503" y="30802"/>
                    <a:pt x="42248" y="27955"/>
                    <a:pt x="42248" y="25166"/>
                  </a:cubicBezTo>
                  <a:cubicBezTo>
                    <a:pt x="42248" y="20618"/>
                    <a:pt x="40643" y="16911"/>
                    <a:pt x="37433" y="14044"/>
                  </a:cubicBezTo>
                  <a:cubicBezTo>
                    <a:pt x="34261" y="11178"/>
                    <a:pt x="30115" y="9745"/>
                    <a:pt x="24994" y="9745"/>
                  </a:cubicBezTo>
                  <a:cubicBezTo>
                    <a:pt x="21363" y="9745"/>
                    <a:pt x="17523" y="10376"/>
                    <a:pt x="13472" y="11637"/>
                  </a:cubicBezTo>
                  <a:cubicBezTo>
                    <a:pt x="9459" y="12898"/>
                    <a:pt x="5159" y="14809"/>
                    <a:pt x="573" y="17369"/>
                  </a:cubicBezTo>
                  <a:lnTo>
                    <a:pt x="573" y="5675"/>
                  </a:lnTo>
                  <a:cubicBezTo>
                    <a:pt x="5236" y="3802"/>
                    <a:pt x="9592" y="2388"/>
                    <a:pt x="13643" y="1433"/>
                  </a:cubicBezTo>
                  <a:cubicBezTo>
                    <a:pt x="17694" y="478"/>
                    <a:pt x="21401" y="0"/>
                    <a:pt x="24764" y="0"/>
                  </a:cubicBezTo>
                  <a:cubicBezTo>
                    <a:pt x="33630" y="0"/>
                    <a:pt x="40700" y="2217"/>
                    <a:pt x="45974" y="6650"/>
                  </a:cubicBezTo>
                  <a:cubicBezTo>
                    <a:pt x="51247" y="11082"/>
                    <a:pt x="53884" y="17006"/>
                    <a:pt x="53884" y="24419"/>
                  </a:cubicBezTo>
                  <a:cubicBezTo>
                    <a:pt x="53884" y="27935"/>
                    <a:pt x="53215" y="31279"/>
                    <a:pt x="51879" y="34451"/>
                  </a:cubicBezTo>
                  <a:cubicBezTo>
                    <a:pt x="50579" y="37585"/>
                    <a:pt x="48190" y="41292"/>
                    <a:pt x="44712" y="45572"/>
                  </a:cubicBezTo>
                  <a:cubicBezTo>
                    <a:pt x="43757" y="46680"/>
                    <a:pt x="40719" y="49890"/>
                    <a:pt x="35598" y="55202"/>
                  </a:cubicBezTo>
                  <a:cubicBezTo>
                    <a:pt x="30478" y="60476"/>
                    <a:pt x="23255" y="67871"/>
                    <a:pt x="13930" y="77386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297543E-B6D2-EF3D-5335-7DFBBFC7991C}"/>
                </a:ext>
              </a:extLst>
            </p:cNvPr>
            <p:cNvSpPr/>
            <p:nvPr/>
          </p:nvSpPr>
          <p:spPr>
            <a:xfrm>
              <a:off x="1029327" y="3643560"/>
              <a:ext cx="59157" cy="88794"/>
            </a:xfrm>
            <a:custGeom>
              <a:avLst/>
              <a:gdLst>
                <a:gd name="csX0" fmla="*/ 29579 w 59157"/>
                <a:gd name="csY0" fmla="*/ 9173 h 88794"/>
                <a:gd name="csX1" fmla="*/ 16108 w 59157"/>
                <a:gd name="csY1" fmla="*/ 17999 h 88794"/>
                <a:gd name="csX2" fmla="*/ 11637 w 59157"/>
                <a:gd name="csY2" fmla="*/ 44426 h 88794"/>
                <a:gd name="csX3" fmla="*/ 16108 w 59157"/>
                <a:gd name="csY3" fmla="*/ 70852 h 88794"/>
                <a:gd name="csX4" fmla="*/ 29579 w 59157"/>
                <a:gd name="csY4" fmla="*/ 79623 h 88794"/>
                <a:gd name="csX5" fmla="*/ 43050 w 59157"/>
                <a:gd name="csY5" fmla="*/ 70852 h 88794"/>
                <a:gd name="csX6" fmla="*/ 47578 w 59157"/>
                <a:gd name="csY6" fmla="*/ 44426 h 88794"/>
                <a:gd name="csX7" fmla="*/ 43050 w 59157"/>
                <a:gd name="csY7" fmla="*/ 17999 h 88794"/>
                <a:gd name="csX8" fmla="*/ 29579 w 59157"/>
                <a:gd name="csY8" fmla="*/ 9173 h 88794"/>
                <a:gd name="csX9" fmla="*/ 29579 w 59157"/>
                <a:gd name="csY9" fmla="*/ 0 h 88794"/>
                <a:gd name="csX10" fmla="*/ 51534 w 59157"/>
                <a:gd name="csY10" fmla="*/ 11408 h 88794"/>
                <a:gd name="csX11" fmla="*/ 59158 w 59157"/>
                <a:gd name="csY11" fmla="*/ 44426 h 88794"/>
                <a:gd name="csX12" fmla="*/ 51534 w 59157"/>
                <a:gd name="csY12" fmla="*/ 77444 h 88794"/>
                <a:gd name="csX13" fmla="*/ 29579 w 59157"/>
                <a:gd name="csY13" fmla="*/ 88794 h 88794"/>
                <a:gd name="csX14" fmla="*/ 7567 w 59157"/>
                <a:gd name="csY14" fmla="*/ 77444 h 88794"/>
                <a:gd name="csX15" fmla="*/ 0 w 59157"/>
                <a:gd name="csY15" fmla="*/ 44426 h 88794"/>
                <a:gd name="csX16" fmla="*/ 7567 w 59157"/>
                <a:gd name="csY16" fmla="*/ 11408 h 88794"/>
                <a:gd name="csX17" fmla="*/ 29579 w 59157"/>
                <a:gd name="csY17" fmla="*/ 0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4">
                  <a:moveTo>
                    <a:pt x="29579" y="9173"/>
                  </a:moveTo>
                  <a:cubicBezTo>
                    <a:pt x="23617" y="9173"/>
                    <a:pt x="19127" y="12115"/>
                    <a:pt x="16108" y="17999"/>
                  </a:cubicBezTo>
                  <a:cubicBezTo>
                    <a:pt x="13127" y="23847"/>
                    <a:pt x="11637" y="32656"/>
                    <a:pt x="11637" y="44426"/>
                  </a:cubicBezTo>
                  <a:cubicBezTo>
                    <a:pt x="11637" y="56158"/>
                    <a:pt x="13127" y="64967"/>
                    <a:pt x="16108" y="70852"/>
                  </a:cubicBezTo>
                  <a:cubicBezTo>
                    <a:pt x="19127" y="76699"/>
                    <a:pt x="23617" y="79623"/>
                    <a:pt x="29579" y="79623"/>
                  </a:cubicBezTo>
                  <a:cubicBezTo>
                    <a:pt x="35579" y="79623"/>
                    <a:pt x="40069" y="76699"/>
                    <a:pt x="43050" y="70852"/>
                  </a:cubicBezTo>
                  <a:cubicBezTo>
                    <a:pt x="46069" y="64967"/>
                    <a:pt x="47578" y="56158"/>
                    <a:pt x="47578" y="44426"/>
                  </a:cubicBezTo>
                  <a:cubicBezTo>
                    <a:pt x="47578" y="32656"/>
                    <a:pt x="46069" y="23847"/>
                    <a:pt x="43050" y="17999"/>
                  </a:cubicBezTo>
                  <a:cubicBezTo>
                    <a:pt x="40069" y="12115"/>
                    <a:pt x="35579" y="9173"/>
                    <a:pt x="29579" y="9173"/>
                  </a:cubicBezTo>
                  <a:moveTo>
                    <a:pt x="29579" y="0"/>
                  </a:moveTo>
                  <a:cubicBezTo>
                    <a:pt x="39171" y="0"/>
                    <a:pt x="46489" y="3803"/>
                    <a:pt x="51534" y="11408"/>
                  </a:cubicBezTo>
                  <a:cubicBezTo>
                    <a:pt x="56616" y="18974"/>
                    <a:pt x="59158" y="29980"/>
                    <a:pt x="59158" y="44426"/>
                  </a:cubicBezTo>
                  <a:cubicBezTo>
                    <a:pt x="59158" y="58833"/>
                    <a:pt x="56616" y="69839"/>
                    <a:pt x="51534" y="77444"/>
                  </a:cubicBezTo>
                  <a:cubicBezTo>
                    <a:pt x="46489" y="85011"/>
                    <a:pt x="39171" y="88794"/>
                    <a:pt x="29579" y="88794"/>
                  </a:cubicBezTo>
                  <a:cubicBezTo>
                    <a:pt x="19987" y="88794"/>
                    <a:pt x="12649" y="85011"/>
                    <a:pt x="7567" y="77444"/>
                  </a:cubicBezTo>
                  <a:cubicBezTo>
                    <a:pt x="2522" y="69839"/>
                    <a:pt x="0" y="58833"/>
                    <a:pt x="0" y="44426"/>
                  </a:cubicBezTo>
                  <a:cubicBezTo>
                    <a:pt x="0" y="29980"/>
                    <a:pt x="2522" y="18974"/>
                    <a:pt x="7567" y="11408"/>
                  </a:cubicBezTo>
                  <a:cubicBezTo>
                    <a:pt x="12649" y="3803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04FB7C79-E824-3802-3B84-73B8B63640BE}"/>
                </a:ext>
              </a:extLst>
            </p:cNvPr>
            <p:cNvSpPr/>
            <p:nvPr/>
          </p:nvSpPr>
          <p:spPr>
            <a:xfrm>
              <a:off x="1108835" y="3716131"/>
              <a:ext cx="12094" cy="14561"/>
            </a:xfrm>
            <a:custGeom>
              <a:avLst/>
              <a:gdLst>
                <a:gd name="csX0" fmla="*/ 0 w 12094"/>
                <a:gd name="csY0" fmla="*/ 0 h 14561"/>
                <a:gd name="csX1" fmla="*/ 12095 w 12094"/>
                <a:gd name="csY1" fmla="*/ 0 h 14561"/>
                <a:gd name="csX2" fmla="*/ 12095 w 12094"/>
                <a:gd name="csY2" fmla="*/ 14561 h 14561"/>
                <a:gd name="csX3" fmla="*/ 0 w 12094"/>
                <a:gd name="csY3" fmla="*/ 14561 h 14561"/>
                <a:gd name="csX4" fmla="*/ 0 w 12094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4" h="14561">
                  <a:moveTo>
                    <a:pt x="0" y="0"/>
                  </a:moveTo>
                  <a:lnTo>
                    <a:pt x="12095" y="0"/>
                  </a:lnTo>
                  <a:lnTo>
                    <a:pt x="12095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7AC428E-A913-413B-3543-BC4AE04F9FF4}"/>
                </a:ext>
              </a:extLst>
            </p:cNvPr>
            <p:cNvSpPr/>
            <p:nvPr/>
          </p:nvSpPr>
          <p:spPr>
            <a:xfrm>
              <a:off x="1142540" y="3643560"/>
              <a:ext cx="56349" cy="88794"/>
            </a:xfrm>
            <a:custGeom>
              <a:avLst/>
              <a:gdLst>
                <a:gd name="csX0" fmla="*/ 38694 w 56349"/>
                <a:gd name="csY0" fmla="*/ 40987 h 88794"/>
                <a:gd name="csX1" fmla="*/ 51649 w 56349"/>
                <a:gd name="csY1" fmla="*/ 48381 h 88794"/>
                <a:gd name="csX2" fmla="*/ 56349 w 56349"/>
                <a:gd name="csY2" fmla="*/ 62253 h 88794"/>
                <a:gd name="csX3" fmla="*/ 47637 w 56349"/>
                <a:gd name="csY3" fmla="*/ 81858 h 88794"/>
                <a:gd name="csX4" fmla="*/ 22873 w 56349"/>
                <a:gd name="csY4" fmla="*/ 88794 h 88794"/>
                <a:gd name="csX5" fmla="*/ 11752 w 56349"/>
                <a:gd name="csY5" fmla="*/ 87705 h 88794"/>
                <a:gd name="csX6" fmla="*/ 0 w 56349"/>
                <a:gd name="csY6" fmla="*/ 84553 h 88794"/>
                <a:gd name="csX7" fmla="*/ 0 w 56349"/>
                <a:gd name="csY7" fmla="*/ 73375 h 88794"/>
                <a:gd name="csX8" fmla="*/ 10548 w 56349"/>
                <a:gd name="csY8" fmla="*/ 77616 h 88794"/>
                <a:gd name="csX9" fmla="*/ 22528 w 56349"/>
                <a:gd name="csY9" fmla="*/ 79049 h 88794"/>
                <a:gd name="csX10" fmla="*/ 39095 w 56349"/>
                <a:gd name="csY10" fmla="*/ 74750 h 88794"/>
                <a:gd name="csX11" fmla="*/ 44827 w 56349"/>
                <a:gd name="csY11" fmla="*/ 62253 h 88794"/>
                <a:gd name="csX12" fmla="*/ 39497 w 56349"/>
                <a:gd name="csY12" fmla="*/ 50444 h 88794"/>
                <a:gd name="csX13" fmla="*/ 24764 w 56349"/>
                <a:gd name="csY13" fmla="*/ 46145 h 88794"/>
                <a:gd name="csX14" fmla="*/ 14790 w 56349"/>
                <a:gd name="csY14" fmla="*/ 46145 h 88794"/>
                <a:gd name="csX15" fmla="*/ 14790 w 56349"/>
                <a:gd name="csY15" fmla="*/ 36630 h 88794"/>
                <a:gd name="csX16" fmla="*/ 25223 w 56349"/>
                <a:gd name="csY16" fmla="*/ 36630 h 88794"/>
                <a:gd name="csX17" fmla="*/ 38293 w 56349"/>
                <a:gd name="csY17" fmla="*/ 33247 h 88794"/>
                <a:gd name="csX18" fmla="*/ 42822 w 56349"/>
                <a:gd name="csY18" fmla="*/ 23388 h 88794"/>
                <a:gd name="csX19" fmla="*/ 38121 w 56349"/>
                <a:gd name="csY19" fmla="*/ 13300 h 88794"/>
                <a:gd name="csX20" fmla="*/ 24764 w 56349"/>
                <a:gd name="csY20" fmla="*/ 9745 h 88794"/>
                <a:gd name="csX21" fmla="*/ 14561 w 56349"/>
                <a:gd name="csY21" fmla="*/ 10777 h 88794"/>
                <a:gd name="csX22" fmla="*/ 2580 w 56349"/>
                <a:gd name="csY22" fmla="*/ 13988 h 88794"/>
                <a:gd name="csX23" fmla="*/ 2580 w 56349"/>
                <a:gd name="csY23" fmla="*/ 3669 h 88794"/>
                <a:gd name="csX24" fmla="*/ 14905 w 56349"/>
                <a:gd name="csY24" fmla="*/ 918 h 88794"/>
                <a:gd name="csX25" fmla="*/ 25796 w 56349"/>
                <a:gd name="csY25" fmla="*/ 0 h 88794"/>
                <a:gd name="csX26" fmla="*/ 46662 w 56349"/>
                <a:gd name="csY26" fmla="*/ 6019 h 88794"/>
                <a:gd name="csX27" fmla="*/ 54343 w 56349"/>
                <a:gd name="csY27" fmla="*/ 22184 h 88794"/>
                <a:gd name="csX28" fmla="*/ 50273 w 56349"/>
                <a:gd name="csY28" fmla="*/ 34223 h 88794"/>
                <a:gd name="csX29" fmla="*/ 38694 w 56349"/>
                <a:gd name="csY29" fmla="*/ 40987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49" h="88794">
                  <a:moveTo>
                    <a:pt x="38694" y="40987"/>
                  </a:moveTo>
                  <a:cubicBezTo>
                    <a:pt x="44236" y="42171"/>
                    <a:pt x="48554" y="44636"/>
                    <a:pt x="51649" y="48381"/>
                  </a:cubicBezTo>
                  <a:cubicBezTo>
                    <a:pt x="54782" y="52127"/>
                    <a:pt x="56349" y="56751"/>
                    <a:pt x="56349" y="62253"/>
                  </a:cubicBezTo>
                  <a:cubicBezTo>
                    <a:pt x="56349" y="70699"/>
                    <a:pt x="53445" y="77234"/>
                    <a:pt x="47637" y="81858"/>
                  </a:cubicBezTo>
                  <a:cubicBezTo>
                    <a:pt x="41828" y="86482"/>
                    <a:pt x="33573" y="88794"/>
                    <a:pt x="22873" y="88794"/>
                  </a:cubicBezTo>
                  <a:cubicBezTo>
                    <a:pt x="19281" y="88794"/>
                    <a:pt x="15574" y="88431"/>
                    <a:pt x="11752" y="87705"/>
                  </a:cubicBezTo>
                  <a:cubicBezTo>
                    <a:pt x="7968" y="87017"/>
                    <a:pt x="4051" y="85966"/>
                    <a:pt x="0" y="84553"/>
                  </a:cubicBezTo>
                  <a:lnTo>
                    <a:pt x="0" y="73375"/>
                  </a:lnTo>
                  <a:cubicBezTo>
                    <a:pt x="3210" y="75247"/>
                    <a:pt x="6726" y="76661"/>
                    <a:pt x="10548" y="77616"/>
                  </a:cubicBezTo>
                  <a:cubicBezTo>
                    <a:pt x="14370" y="78572"/>
                    <a:pt x="18363" y="79049"/>
                    <a:pt x="22528" y="79049"/>
                  </a:cubicBezTo>
                  <a:cubicBezTo>
                    <a:pt x="29790" y="79049"/>
                    <a:pt x="35312" y="77616"/>
                    <a:pt x="39095" y="74750"/>
                  </a:cubicBezTo>
                  <a:cubicBezTo>
                    <a:pt x="42916" y="71884"/>
                    <a:pt x="44827" y="67718"/>
                    <a:pt x="44827" y="62253"/>
                  </a:cubicBezTo>
                  <a:cubicBezTo>
                    <a:pt x="44827" y="57209"/>
                    <a:pt x="43050" y="53273"/>
                    <a:pt x="39497" y="50444"/>
                  </a:cubicBezTo>
                  <a:cubicBezTo>
                    <a:pt x="35981" y="47578"/>
                    <a:pt x="31070" y="46145"/>
                    <a:pt x="24764" y="46145"/>
                  </a:cubicBezTo>
                  <a:lnTo>
                    <a:pt x="14790" y="46145"/>
                  </a:lnTo>
                  <a:lnTo>
                    <a:pt x="14790" y="36630"/>
                  </a:lnTo>
                  <a:lnTo>
                    <a:pt x="25223" y="36630"/>
                  </a:lnTo>
                  <a:cubicBezTo>
                    <a:pt x="30917" y="36630"/>
                    <a:pt x="35273" y="35502"/>
                    <a:pt x="38293" y="33247"/>
                  </a:cubicBezTo>
                  <a:cubicBezTo>
                    <a:pt x="41312" y="30954"/>
                    <a:pt x="42822" y="27668"/>
                    <a:pt x="42822" y="23388"/>
                  </a:cubicBezTo>
                  <a:cubicBezTo>
                    <a:pt x="42822" y="18994"/>
                    <a:pt x="41255" y="15631"/>
                    <a:pt x="38121" y="13300"/>
                  </a:cubicBezTo>
                  <a:cubicBezTo>
                    <a:pt x="35025" y="10930"/>
                    <a:pt x="30573" y="9745"/>
                    <a:pt x="24764" y="9745"/>
                  </a:cubicBezTo>
                  <a:cubicBezTo>
                    <a:pt x="21592" y="9745"/>
                    <a:pt x="18191" y="10089"/>
                    <a:pt x="14561" y="10777"/>
                  </a:cubicBezTo>
                  <a:cubicBezTo>
                    <a:pt x="10931" y="11465"/>
                    <a:pt x="6937" y="12535"/>
                    <a:pt x="2580" y="13988"/>
                  </a:cubicBezTo>
                  <a:lnTo>
                    <a:pt x="2580" y="3669"/>
                  </a:lnTo>
                  <a:cubicBezTo>
                    <a:pt x="6975" y="2446"/>
                    <a:pt x="11083" y="1529"/>
                    <a:pt x="14905" y="918"/>
                  </a:cubicBezTo>
                  <a:cubicBezTo>
                    <a:pt x="18764" y="306"/>
                    <a:pt x="22395" y="0"/>
                    <a:pt x="25796" y="0"/>
                  </a:cubicBezTo>
                  <a:cubicBezTo>
                    <a:pt x="34586" y="0"/>
                    <a:pt x="41541" y="2006"/>
                    <a:pt x="46662" y="6019"/>
                  </a:cubicBezTo>
                  <a:cubicBezTo>
                    <a:pt x="51782" y="9994"/>
                    <a:pt x="54343" y="15382"/>
                    <a:pt x="54343" y="22184"/>
                  </a:cubicBezTo>
                  <a:cubicBezTo>
                    <a:pt x="54343" y="26923"/>
                    <a:pt x="52986" y="30936"/>
                    <a:pt x="50273" y="34223"/>
                  </a:cubicBezTo>
                  <a:cubicBezTo>
                    <a:pt x="47559" y="37471"/>
                    <a:pt x="43700" y="39726"/>
                    <a:pt x="38694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9CCA6DA0-B7D3-BEC2-DB29-5C7B171EDC5A}"/>
                </a:ext>
              </a:extLst>
            </p:cNvPr>
            <p:cNvSpPr/>
            <p:nvPr/>
          </p:nvSpPr>
          <p:spPr>
            <a:xfrm>
              <a:off x="2331354" y="4798240"/>
              <a:ext cx="56351" cy="88797"/>
            </a:xfrm>
            <a:custGeom>
              <a:avLst/>
              <a:gdLst>
                <a:gd name="csX0" fmla="*/ 38687 w 56351"/>
                <a:gd name="csY0" fmla="*/ 40987 h 88797"/>
                <a:gd name="csX1" fmla="*/ 51652 w 56351"/>
                <a:gd name="csY1" fmla="*/ 48383 h 88797"/>
                <a:gd name="csX2" fmla="*/ 56352 w 56351"/>
                <a:gd name="csY2" fmla="*/ 62262 h 88797"/>
                <a:gd name="csX3" fmla="*/ 47635 w 56351"/>
                <a:gd name="csY3" fmla="*/ 81864 h 88797"/>
                <a:gd name="csX4" fmla="*/ 22871 w 56351"/>
                <a:gd name="csY4" fmla="*/ 88798 h 88797"/>
                <a:gd name="csX5" fmla="*/ 11755 w 56351"/>
                <a:gd name="csY5" fmla="*/ 87708 h 88797"/>
                <a:gd name="csX6" fmla="*/ 0 w 56351"/>
                <a:gd name="csY6" fmla="*/ 84560 h 88797"/>
                <a:gd name="csX7" fmla="*/ 0 w 56351"/>
                <a:gd name="csY7" fmla="*/ 73378 h 88797"/>
                <a:gd name="csX8" fmla="*/ 10544 w 56351"/>
                <a:gd name="csY8" fmla="*/ 77615 h 88797"/>
                <a:gd name="csX9" fmla="*/ 22530 w 56351"/>
                <a:gd name="csY9" fmla="*/ 79057 h 88797"/>
                <a:gd name="csX10" fmla="*/ 39094 w 56351"/>
                <a:gd name="csY10" fmla="*/ 74754 h 88797"/>
                <a:gd name="csX11" fmla="*/ 44828 w 56351"/>
                <a:gd name="csY11" fmla="*/ 62262 h 88797"/>
                <a:gd name="csX12" fmla="*/ 39490 w 56351"/>
                <a:gd name="csY12" fmla="*/ 50452 h 88797"/>
                <a:gd name="csX13" fmla="*/ 24764 w 56351"/>
                <a:gd name="csY13" fmla="*/ 46149 h 88797"/>
                <a:gd name="csX14" fmla="*/ 14792 w 56351"/>
                <a:gd name="csY14" fmla="*/ 46149 h 88797"/>
                <a:gd name="csX15" fmla="*/ 14792 w 56351"/>
                <a:gd name="csY15" fmla="*/ 36629 h 88797"/>
                <a:gd name="csX16" fmla="*/ 25226 w 56351"/>
                <a:gd name="csY16" fmla="*/ 36629 h 88797"/>
                <a:gd name="csX17" fmla="*/ 38290 w 56351"/>
                <a:gd name="csY17" fmla="*/ 33250 h 88797"/>
                <a:gd name="csX18" fmla="*/ 42814 w 56351"/>
                <a:gd name="csY18" fmla="*/ 23388 h 88797"/>
                <a:gd name="csX19" fmla="*/ 38114 w 56351"/>
                <a:gd name="csY19" fmla="*/ 13307 h 88797"/>
                <a:gd name="csX20" fmla="*/ 24764 w 56351"/>
                <a:gd name="csY20" fmla="*/ 9751 h 88797"/>
                <a:gd name="csX21" fmla="*/ 14561 w 56351"/>
                <a:gd name="csY21" fmla="*/ 10786 h 88797"/>
                <a:gd name="csX22" fmla="*/ 2576 w 56351"/>
                <a:gd name="csY22" fmla="*/ 13989 h 88797"/>
                <a:gd name="csX23" fmla="*/ 2576 w 56351"/>
                <a:gd name="csY23" fmla="*/ 3676 h 88797"/>
                <a:gd name="csX24" fmla="*/ 14902 w 56351"/>
                <a:gd name="csY24" fmla="*/ 925 h 88797"/>
                <a:gd name="csX25" fmla="*/ 25798 w 56351"/>
                <a:gd name="csY25" fmla="*/ 0 h 88797"/>
                <a:gd name="csX26" fmla="*/ 46655 w 56351"/>
                <a:gd name="csY26" fmla="*/ 6020 h 88797"/>
                <a:gd name="csX27" fmla="*/ 54337 w 56351"/>
                <a:gd name="csY27" fmla="*/ 22188 h 88797"/>
                <a:gd name="csX28" fmla="*/ 50276 w 56351"/>
                <a:gd name="csY28" fmla="*/ 34229 h 88797"/>
                <a:gd name="csX29" fmla="*/ 38687 w 56351"/>
                <a:gd name="csY29" fmla="*/ 4098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51" h="88797">
                  <a:moveTo>
                    <a:pt x="38687" y="40987"/>
                  </a:moveTo>
                  <a:cubicBezTo>
                    <a:pt x="44234" y="42176"/>
                    <a:pt x="48556" y="44641"/>
                    <a:pt x="51652" y="48383"/>
                  </a:cubicBezTo>
                  <a:cubicBezTo>
                    <a:pt x="54785" y="52133"/>
                    <a:pt x="56352" y="56759"/>
                    <a:pt x="56352" y="62262"/>
                  </a:cubicBezTo>
                  <a:cubicBezTo>
                    <a:pt x="56352" y="70707"/>
                    <a:pt x="53446" y="77241"/>
                    <a:pt x="47635" y="81864"/>
                  </a:cubicBezTo>
                  <a:cubicBezTo>
                    <a:pt x="41823" y="86486"/>
                    <a:pt x="33569" y="88798"/>
                    <a:pt x="22871" y="88798"/>
                  </a:cubicBezTo>
                  <a:cubicBezTo>
                    <a:pt x="19276" y="88798"/>
                    <a:pt x="15570" y="88435"/>
                    <a:pt x="11755" y="87708"/>
                  </a:cubicBezTo>
                  <a:cubicBezTo>
                    <a:pt x="7968" y="87018"/>
                    <a:pt x="4050" y="85969"/>
                    <a:pt x="0" y="84560"/>
                  </a:cubicBezTo>
                  <a:lnTo>
                    <a:pt x="0" y="73378"/>
                  </a:lnTo>
                  <a:cubicBezTo>
                    <a:pt x="3206" y="75249"/>
                    <a:pt x="6721" y="76661"/>
                    <a:pt x="10544" y="77615"/>
                  </a:cubicBezTo>
                  <a:cubicBezTo>
                    <a:pt x="14367" y="78577"/>
                    <a:pt x="18362" y="79057"/>
                    <a:pt x="22530" y="79057"/>
                  </a:cubicBezTo>
                  <a:cubicBezTo>
                    <a:pt x="29786" y="79057"/>
                    <a:pt x="35308" y="77623"/>
                    <a:pt x="39094" y="74754"/>
                  </a:cubicBezTo>
                  <a:cubicBezTo>
                    <a:pt x="42917" y="71885"/>
                    <a:pt x="44828" y="67721"/>
                    <a:pt x="44828" y="62262"/>
                  </a:cubicBezTo>
                  <a:cubicBezTo>
                    <a:pt x="44828" y="57214"/>
                    <a:pt x="43049" y="53277"/>
                    <a:pt x="39490" y="50452"/>
                  </a:cubicBezTo>
                  <a:cubicBezTo>
                    <a:pt x="35975" y="47583"/>
                    <a:pt x="31067" y="46149"/>
                    <a:pt x="24764" y="46149"/>
                  </a:cubicBezTo>
                  <a:lnTo>
                    <a:pt x="14792" y="46149"/>
                  </a:lnTo>
                  <a:lnTo>
                    <a:pt x="14792" y="36629"/>
                  </a:lnTo>
                  <a:lnTo>
                    <a:pt x="25226" y="36629"/>
                  </a:lnTo>
                  <a:cubicBezTo>
                    <a:pt x="30920" y="36629"/>
                    <a:pt x="35275" y="35502"/>
                    <a:pt x="38290" y="33250"/>
                  </a:cubicBezTo>
                  <a:cubicBezTo>
                    <a:pt x="41306" y="30960"/>
                    <a:pt x="42814" y="27673"/>
                    <a:pt x="42814" y="23388"/>
                  </a:cubicBezTo>
                  <a:cubicBezTo>
                    <a:pt x="42814" y="18993"/>
                    <a:pt x="41247" y="15632"/>
                    <a:pt x="38114" y="13307"/>
                  </a:cubicBezTo>
                  <a:cubicBezTo>
                    <a:pt x="35025" y="10937"/>
                    <a:pt x="30575" y="9751"/>
                    <a:pt x="24764" y="9751"/>
                  </a:cubicBezTo>
                  <a:cubicBezTo>
                    <a:pt x="21594" y="9751"/>
                    <a:pt x="18193" y="10096"/>
                    <a:pt x="14561" y="10786"/>
                  </a:cubicBezTo>
                  <a:cubicBezTo>
                    <a:pt x="10929" y="11468"/>
                    <a:pt x="6934" y="12536"/>
                    <a:pt x="2576" y="13989"/>
                  </a:cubicBezTo>
                  <a:lnTo>
                    <a:pt x="2576" y="3676"/>
                  </a:lnTo>
                  <a:cubicBezTo>
                    <a:pt x="6971" y="2451"/>
                    <a:pt x="11080" y="1534"/>
                    <a:pt x="14902" y="925"/>
                  </a:cubicBezTo>
                  <a:cubicBezTo>
                    <a:pt x="18762" y="308"/>
                    <a:pt x="22394" y="0"/>
                    <a:pt x="25798" y="0"/>
                  </a:cubicBezTo>
                  <a:cubicBezTo>
                    <a:pt x="34589" y="0"/>
                    <a:pt x="41541" y="2007"/>
                    <a:pt x="46655" y="6020"/>
                  </a:cubicBezTo>
                  <a:cubicBezTo>
                    <a:pt x="51777" y="9997"/>
                    <a:pt x="54337" y="15387"/>
                    <a:pt x="54337" y="22188"/>
                  </a:cubicBezTo>
                  <a:cubicBezTo>
                    <a:pt x="54337" y="26928"/>
                    <a:pt x="52984" y="30942"/>
                    <a:pt x="50276" y="34229"/>
                  </a:cubicBezTo>
                  <a:cubicBezTo>
                    <a:pt x="47561" y="37472"/>
                    <a:pt x="43698" y="39725"/>
                    <a:pt x="38687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74B0D0A6-23CA-B4F7-3502-D4A55C7A2AA0}"/>
                </a:ext>
              </a:extLst>
            </p:cNvPr>
            <p:cNvSpPr/>
            <p:nvPr/>
          </p:nvSpPr>
          <p:spPr>
            <a:xfrm>
              <a:off x="2367785" y="4939471"/>
              <a:ext cx="60896" cy="85396"/>
            </a:xfrm>
            <a:custGeom>
              <a:avLst/>
              <a:gdLst>
                <a:gd name="csX0" fmla="*/ 60897 w 60896"/>
                <a:gd name="csY0" fmla="*/ 5030 h 85396"/>
                <a:gd name="csX1" fmla="*/ 60325 w 60896"/>
                <a:gd name="csY1" fmla="*/ 8056 h 85396"/>
                <a:gd name="csX2" fmla="*/ 47690 w 60896"/>
                <a:gd name="csY2" fmla="*/ 58454 h 85396"/>
                <a:gd name="csX3" fmla="*/ 35891 w 60896"/>
                <a:gd name="csY3" fmla="*/ 77527 h 85396"/>
                <a:gd name="csX4" fmla="*/ 16751 w 60896"/>
                <a:gd name="csY4" fmla="*/ 85397 h 85396"/>
                <a:gd name="csX5" fmla="*/ 6703 w 60896"/>
                <a:gd name="csY5" fmla="*/ 82106 h 85396"/>
                <a:gd name="csX6" fmla="*/ 2773 w 60896"/>
                <a:gd name="csY6" fmla="*/ 73917 h 85396"/>
                <a:gd name="csX7" fmla="*/ 5085 w 60896"/>
                <a:gd name="csY7" fmla="*/ 67413 h 85396"/>
                <a:gd name="csX8" fmla="*/ 10181 w 60896"/>
                <a:gd name="csY8" fmla="*/ 65344 h 85396"/>
                <a:gd name="csX9" fmla="*/ 12052 w 60896"/>
                <a:gd name="csY9" fmla="*/ 65608 h 85396"/>
                <a:gd name="csX10" fmla="*/ 14044 w 60896"/>
                <a:gd name="csY10" fmla="*/ 66961 h 85396"/>
                <a:gd name="csX11" fmla="*/ 15078 w 60896"/>
                <a:gd name="csY11" fmla="*/ 69922 h 85396"/>
                <a:gd name="csX12" fmla="*/ 12437 w 60896"/>
                <a:gd name="csY12" fmla="*/ 75337 h 85396"/>
                <a:gd name="csX13" fmla="*/ 9927 w 60896"/>
                <a:gd name="csY13" fmla="*/ 76691 h 85396"/>
                <a:gd name="csX14" fmla="*/ 6769 w 60896"/>
                <a:gd name="csY14" fmla="*/ 76955 h 85396"/>
                <a:gd name="csX15" fmla="*/ 8959 w 60896"/>
                <a:gd name="csY15" fmla="*/ 79982 h 85396"/>
                <a:gd name="csX16" fmla="*/ 11986 w 60896"/>
                <a:gd name="csY16" fmla="*/ 81655 h 85396"/>
                <a:gd name="csX17" fmla="*/ 14627 w 60896"/>
                <a:gd name="csY17" fmla="*/ 82304 h 85396"/>
                <a:gd name="csX18" fmla="*/ 16751 w 60896"/>
                <a:gd name="csY18" fmla="*/ 82491 h 85396"/>
                <a:gd name="csX19" fmla="*/ 31323 w 60896"/>
                <a:gd name="csY19" fmla="*/ 74181 h 85396"/>
                <a:gd name="csX20" fmla="*/ 34537 w 60896"/>
                <a:gd name="csY20" fmla="*/ 69152 h 85396"/>
                <a:gd name="csX21" fmla="*/ 36992 w 60896"/>
                <a:gd name="csY21" fmla="*/ 63671 h 85396"/>
                <a:gd name="csX22" fmla="*/ 38477 w 60896"/>
                <a:gd name="csY22" fmla="*/ 59103 h 85396"/>
                <a:gd name="csX23" fmla="*/ 39886 w 60896"/>
                <a:gd name="csY23" fmla="*/ 53809 h 85396"/>
                <a:gd name="csX24" fmla="*/ 26547 w 60896"/>
                <a:gd name="csY24" fmla="*/ 59807 h 85396"/>
                <a:gd name="csX25" fmla="*/ 20680 w 60896"/>
                <a:gd name="csY25" fmla="*/ 58971 h 85396"/>
                <a:gd name="csX26" fmla="*/ 15596 w 60896"/>
                <a:gd name="csY26" fmla="*/ 56396 h 85396"/>
                <a:gd name="csX27" fmla="*/ 11788 w 60896"/>
                <a:gd name="csY27" fmla="*/ 51432 h 85396"/>
                <a:gd name="csX28" fmla="*/ 10434 w 60896"/>
                <a:gd name="csY28" fmla="*/ 44080 h 85396"/>
                <a:gd name="csX29" fmla="*/ 12173 w 60896"/>
                <a:gd name="csY29" fmla="*/ 33580 h 85396"/>
                <a:gd name="csX30" fmla="*/ 18105 w 60896"/>
                <a:gd name="csY30" fmla="*/ 16366 h 85396"/>
                <a:gd name="csX31" fmla="*/ 20361 w 60896"/>
                <a:gd name="csY31" fmla="*/ 7088 h 85396"/>
                <a:gd name="csX32" fmla="*/ 20042 w 60896"/>
                <a:gd name="csY32" fmla="*/ 4700 h 85396"/>
                <a:gd name="csX33" fmla="*/ 19074 w 60896"/>
                <a:gd name="csY33" fmla="*/ 3412 h 85396"/>
                <a:gd name="csX34" fmla="*/ 18039 w 60896"/>
                <a:gd name="csY34" fmla="*/ 2961 h 85396"/>
                <a:gd name="csX35" fmla="*/ 17081 w 60896"/>
                <a:gd name="csY35" fmla="*/ 2895 h 85396"/>
                <a:gd name="csX36" fmla="*/ 9729 w 60896"/>
                <a:gd name="csY36" fmla="*/ 6769 h 85396"/>
                <a:gd name="csX37" fmla="*/ 3731 w 60896"/>
                <a:gd name="csY37" fmla="*/ 19272 h 85396"/>
                <a:gd name="csX38" fmla="*/ 2895 w 60896"/>
                <a:gd name="csY38" fmla="*/ 21264 h 85396"/>
                <a:gd name="csX39" fmla="*/ 1607 w 60896"/>
                <a:gd name="csY39" fmla="*/ 21649 h 85396"/>
                <a:gd name="csX40" fmla="*/ 0 w 60896"/>
                <a:gd name="csY40" fmla="*/ 20295 h 85396"/>
                <a:gd name="csX41" fmla="*/ 572 w 60896"/>
                <a:gd name="csY41" fmla="*/ 17786 h 85396"/>
                <a:gd name="csX42" fmla="*/ 2509 w 60896"/>
                <a:gd name="csY42" fmla="*/ 12690 h 85396"/>
                <a:gd name="csX43" fmla="*/ 5866 w 60896"/>
                <a:gd name="csY43" fmla="*/ 6835 h 85396"/>
                <a:gd name="csX44" fmla="*/ 10830 w 60896"/>
                <a:gd name="csY44" fmla="*/ 1992 h 85396"/>
                <a:gd name="csX45" fmla="*/ 17467 w 60896"/>
                <a:gd name="csY45" fmla="*/ 0 h 85396"/>
                <a:gd name="csX46" fmla="*/ 25259 w 60896"/>
                <a:gd name="csY46" fmla="*/ 3159 h 85396"/>
                <a:gd name="csX47" fmla="*/ 28286 w 60896"/>
                <a:gd name="csY47" fmla="*/ 10830 h 85396"/>
                <a:gd name="csX48" fmla="*/ 27780 w 60896"/>
                <a:gd name="csY48" fmla="*/ 14374 h 85396"/>
                <a:gd name="csX49" fmla="*/ 25644 w 60896"/>
                <a:gd name="csY49" fmla="*/ 20295 h 85396"/>
                <a:gd name="csX50" fmla="*/ 18875 w 60896"/>
                <a:gd name="csY50" fmla="*/ 46204 h 85396"/>
                <a:gd name="csX51" fmla="*/ 19206 w 60896"/>
                <a:gd name="csY51" fmla="*/ 50012 h 85396"/>
                <a:gd name="csX52" fmla="*/ 20427 w 60896"/>
                <a:gd name="csY52" fmla="*/ 53358 h 85396"/>
                <a:gd name="csX53" fmla="*/ 22937 w 60896"/>
                <a:gd name="csY53" fmla="*/ 55944 h 85396"/>
                <a:gd name="csX54" fmla="*/ 27064 w 60896"/>
                <a:gd name="csY54" fmla="*/ 56847 h 85396"/>
                <a:gd name="csX55" fmla="*/ 32930 w 60896"/>
                <a:gd name="csY55" fmla="*/ 55427 h 85396"/>
                <a:gd name="csX56" fmla="*/ 37630 w 60896"/>
                <a:gd name="csY56" fmla="*/ 51949 h 85396"/>
                <a:gd name="csX57" fmla="*/ 40602 w 60896"/>
                <a:gd name="csY57" fmla="*/ 48273 h 85396"/>
                <a:gd name="csX58" fmla="*/ 42021 w 60896"/>
                <a:gd name="csY58" fmla="*/ 45631 h 85396"/>
                <a:gd name="csX59" fmla="*/ 47943 w 60896"/>
                <a:gd name="csY59" fmla="*/ 21913 h 85396"/>
                <a:gd name="csX60" fmla="*/ 50584 w 60896"/>
                <a:gd name="csY60" fmla="*/ 11336 h 85396"/>
                <a:gd name="csX61" fmla="*/ 52389 w 60896"/>
                <a:gd name="csY61" fmla="*/ 4193 h 85396"/>
                <a:gd name="csX62" fmla="*/ 54524 w 60896"/>
                <a:gd name="csY62" fmla="*/ 2124 h 85396"/>
                <a:gd name="csX63" fmla="*/ 57034 w 60896"/>
                <a:gd name="csY63" fmla="*/ 1420 h 85396"/>
                <a:gd name="csX64" fmla="*/ 59741 w 60896"/>
                <a:gd name="csY64" fmla="*/ 2388 h 85396"/>
                <a:gd name="csX65" fmla="*/ 60897 w 60896"/>
                <a:gd name="csY65" fmla="*/ 5030 h 85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896" h="85396">
                  <a:moveTo>
                    <a:pt x="60897" y="5030"/>
                  </a:moveTo>
                  <a:cubicBezTo>
                    <a:pt x="60897" y="5631"/>
                    <a:pt x="60706" y="6640"/>
                    <a:pt x="60325" y="8056"/>
                  </a:cubicBezTo>
                  <a:lnTo>
                    <a:pt x="47690" y="58454"/>
                  </a:lnTo>
                  <a:cubicBezTo>
                    <a:pt x="45841" y="65930"/>
                    <a:pt x="41908" y="72288"/>
                    <a:pt x="35891" y="77527"/>
                  </a:cubicBezTo>
                  <a:cubicBezTo>
                    <a:pt x="29918" y="82774"/>
                    <a:pt x="23538" y="85397"/>
                    <a:pt x="16751" y="85397"/>
                  </a:cubicBezTo>
                  <a:cubicBezTo>
                    <a:pt x="12672" y="85397"/>
                    <a:pt x="9322" y="84300"/>
                    <a:pt x="6703" y="82106"/>
                  </a:cubicBezTo>
                  <a:cubicBezTo>
                    <a:pt x="4083" y="79956"/>
                    <a:pt x="2773" y="77226"/>
                    <a:pt x="2773" y="73917"/>
                  </a:cubicBezTo>
                  <a:cubicBezTo>
                    <a:pt x="2773" y="70997"/>
                    <a:pt x="3544" y="68829"/>
                    <a:pt x="5085" y="67413"/>
                  </a:cubicBezTo>
                  <a:cubicBezTo>
                    <a:pt x="6633" y="66033"/>
                    <a:pt x="8332" y="65344"/>
                    <a:pt x="10181" y="65344"/>
                  </a:cubicBezTo>
                  <a:cubicBezTo>
                    <a:pt x="10782" y="65344"/>
                    <a:pt x="11406" y="65432"/>
                    <a:pt x="12052" y="65608"/>
                  </a:cubicBezTo>
                  <a:cubicBezTo>
                    <a:pt x="12697" y="65776"/>
                    <a:pt x="13361" y="66228"/>
                    <a:pt x="14044" y="66961"/>
                  </a:cubicBezTo>
                  <a:cubicBezTo>
                    <a:pt x="14733" y="67688"/>
                    <a:pt x="15078" y="68675"/>
                    <a:pt x="15078" y="69922"/>
                  </a:cubicBezTo>
                  <a:cubicBezTo>
                    <a:pt x="15078" y="71940"/>
                    <a:pt x="14198" y="73745"/>
                    <a:pt x="12437" y="75337"/>
                  </a:cubicBezTo>
                  <a:cubicBezTo>
                    <a:pt x="11578" y="76071"/>
                    <a:pt x="10742" y="76522"/>
                    <a:pt x="9927" y="76691"/>
                  </a:cubicBezTo>
                  <a:cubicBezTo>
                    <a:pt x="9150" y="76867"/>
                    <a:pt x="8097" y="76955"/>
                    <a:pt x="6769" y="76955"/>
                  </a:cubicBezTo>
                  <a:cubicBezTo>
                    <a:pt x="7282" y="78151"/>
                    <a:pt x="8012" y="79160"/>
                    <a:pt x="8959" y="79982"/>
                  </a:cubicBezTo>
                  <a:cubicBezTo>
                    <a:pt x="9905" y="80796"/>
                    <a:pt x="10914" y="81354"/>
                    <a:pt x="11986" y="81655"/>
                  </a:cubicBezTo>
                  <a:cubicBezTo>
                    <a:pt x="13057" y="81999"/>
                    <a:pt x="13937" y="82216"/>
                    <a:pt x="14627" y="82304"/>
                  </a:cubicBezTo>
                  <a:cubicBezTo>
                    <a:pt x="15361" y="82429"/>
                    <a:pt x="16069" y="82491"/>
                    <a:pt x="16751" y="82491"/>
                  </a:cubicBezTo>
                  <a:cubicBezTo>
                    <a:pt x="22254" y="82491"/>
                    <a:pt x="27112" y="79721"/>
                    <a:pt x="31323" y="74181"/>
                  </a:cubicBezTo>
                  <a:cubicBezTo>
                    <a:pt x="32564" y="72501"/>
                    <a:pt x="33635" y="70825"/>
                    <a:pt x="34537" y="69152"/>
                  </a:cubicBezTo>
                  <a:cubicBezTo>
                    <a:pt x="35484" y="67515"/>
                    <a:pt x="36302" y="65688"/>
                    <a:pt x="36992" y="63671"/>
                  </a:cubicBezTo>
                  <a:cubicBezTo>
                    <a:pt x="37681" y="61697"/>
                    <a:pt x="38177" y="60174"/>
                    <a:pt x="38477" y="59103"/>
                  </a:cubicBezTo>
                  <a:cubicBezTo>
                    <a:pt x="38815" y="58024"/>
                    <a:pt x="39285" y="56260"/>
                    <a:pt x="39886" y="53809"/>
                  </a:cubicBezTo>
                  <a:cubicBezTo>
                    <a:pt x="35895" y="57808"/>
                    <a:pt x="31448" y="59807"/>
                    <a:pt x="26547" y="59807"/>
                  </a:cubicBezTo>
                  <a:cubicBezTo>
                    <a:pt x="24485" y="59807"/>
                    <a:pt x="22530" y="59529"/>
                    <a:pt x="20680" y="58971"/>
                  </a:cubicBezTo>
                  <a:cubicBezTo>
                    <a:pt x="18875" y="58413"/>
                    <a:pt x="17181" y="57555"/>
                    <a:pt x="15596" y="56396"/>
                  </a:cubicBezTo>
                  <a:cubicBezTo>
                    <a:pt x="14003" y="55192"/>
                    <a:pt x="12734" y="53538"/>
                    <a:pt x="11788" y="51432"/>
                  </a:cubicBezTo>
                  <a:cubicBezTo>
                    <a:pt x="10885" y="49326"/>
                    <a:pt x="10434" y="46875"/>
                    <a:pt x="10434" y="44080"/>
                  </a:cubicBezTo>
                  <a:cubicBezTo>
                    <a:pt x="10434" y="41115"/>
                    <a:pt x="11013" y="37615"/>
                    <a:pt x="12173" y="33580"/>
                  </a:cubicBezTo>
                  <a:cubicBezTo>
                    <a:pt x="13339" y="29537"/>
                    <a:pt x="15317" y="23799"/>
                    <a:pt x="18105" y="16366"/>
                  </a:cubicBezTo>
                  <a:cubicBezTo>
                    <a:pt x="19609" y="12199"/>
                    <a:pt x="20361" y="9106"/>
                    <a:pt x="20361" y="7088"/>
                  </a:cubicBezTo>
                  <a:cubicBezTo>
                    <a:pt x="20361" y="6097"/>
                    <a:pt x="20255" y="5301"/>
                    <a:pt x="20042" y="4700"/>
                  </a:cubicBezTo>
                  <a:cubicBezTo>
                    <a:pt x="19829" y="4061"/>
                    <a:pt x="19506" y="3632"/>
                    <a:pt x="19074" y="3412"/>
                  </a:cubicBezTo>
                  <a:cubicBezTo>
                    <a:pt x="18641" y="3155"/>
                    <a:pt x="18296" y="3005"/>
                    <a:pt x="18039" y="2961"/>
                  </a:cubicBezTo>
                  <a:cubicBezTo>
                    <a:pt x="17826" y="2917"/>
                    <a:pt x="17507" y="2895"/>
                    <a:pt x="17081" y="2895"/>
                  </a:cubicBezTo>
                  <a:cubicBezTo>
                    <a:pt x="14543" y="2895"/>
                    <a:pt x="12092" y="4186"/>
                    <a:pt x="9729" y="6769"/>
                  </a:cubicBezTo>
                  <a:cubicBezTo>
                    <a:pt x="7367" y="9344"/>
                    <a:pt x="5367" y="13512"/>
                    <a:pt x="3731" y="19272"/>
                  </a:cubicBezTo>
                  <a:cubicBezTo>
                    <a:pt x="3393" y="20343"/>
                    <a:pt x="3115" y="21007"/>
                    <a:pt x="2895" y="21264"/>
                  </a:cubicBezTo>
                  <a:cubicBezTo>
                    <a:pt x="2682" y="21521"/>
                    <a:pt x="2253" y="21649"/>
                    <a:pt x="1607" y="21649"/>
                  </a:cubicBezTo>
                  <a:cubicBezTo>
                    <a:pt x="536" y="21612"/>
                    <a:pt x="0" y="21161"/>
                    <a:pt x="0" y="20295"/>
                  </a:cubicBezTo>
                  <a:cubicBezTo>
                    <a:pt x="0" y="19958"/>
                    <a:pt x="191" y="19121"/>
                    <a:pt x="572" y="17786"/>
                  </a:cubicBezTo>
                  <a:cubicBezTo>
                    <a:pt x="961" y="16414"/>
                    <a:pt x="1607" y="14715"/>
                    <a:pt x="2509" y="12690"/>
                  </a:cubicBezTo>
                  <a:cubicBezTo>
                    <a:pt x="3456" y="10628"/>
                    <a:pt x="4575" y="8676"/>
                    <a:pt x="5866" y="6835"/>
                  </a:cubicBezTo>
                  <a:cubicBezTo>
                    <a:pt x="7150" y="4942"/>
                    <a:pt x="8805" y="3328"/>
                    <a:pt x="10830" y="1992"/>
                  </a:cubicBezTo>
                  <a:cubicBezTo>
                    <a:pt x="12892" y="664"/>
                    <a:pt x="15104" y="0"/>
                    <a:pt x="17467" y="0"/>
                  </a:cubicBezTo>
                  <a:cubicBezTo>
                    <a:pt x="20688" y="0"/>
                    <a:pt x="23285" y="1053"/>
                    <a:pt x="25259" y="3159"/>
                  </a:cubicBezTo>
                  <a:cubicBezTo>
                    <a:pt x="27277" y="5221"/>
                    <a:pt x="28286" y="7778"/>
                    <a:pt x="28286" y="10830"/>
                  </a:cubicBezTo>
                  <a:cubicBezTo>
                    <a:pt x="28286" y="12070"/>
                    <a:pt x="28117" y="13251"/>
                    <a:pt x="27780" y="14374"/>
                  </a:cubicBezTo>
                  <a:cubicBezTo>
                    <a:pt x="27479" y="15445"/>
                    <a:pt x="26767" y="17419"/>
                    <a:pt x="25644" y="20295"/>
                  </a:cubicBezTo>
                  <a:cubicBezTo>
                    <a:pt x="21132" y="31896"/>
                    <a:pt x="18875" y="40532"/>
                    <a:pt x="18875" y="46204"/>
                  </a:cubicBezTo>
                  <a:cubicBezTo>
                    <a:pt x="18875" y="47583"/>
                    <a:pt x="18986" y="48853"/>
                    <a:pt x="19206" y="50012"/>
                  </a:cubicBezTo>
                  <a:cubicBezTo>
                    <a:pt x="19462" y="51127"/>
                    <a:pt x="19870" y="52243"/>
                    <a:pt x="20427" y="53358"/>
                  </a:cubicBezTo>
                  <a:cubicBezTo>
                    <a:pt x="20985" y="54436"/>
                    <a:pt x="21822" y="55299"/>
                    <a:pt x="22937" y="55944"/>
                  </a:cubicBezTo>
                  <a:cubicBezTo>
                    <a:pt x="24096" y="56546"/>
                    <a:pt x="25472" y="56847"/>
                    <a:pt x="27064" y="56847"/>
                  </a:cubicBezTo>
                  <a:cubicBezTo>
                    <a:pt x="29082" y="56847"/>
                    <a:pt x="31037" y="56373"/>
                    <a:pt x="32930" y="55427"/>
                  </a:cubicBezTo>
                  <a:cubicBezTo>
                    <a:pt x="34860" y="54436"/>
                    <a:pt x="36427" y="53277"/>
                    <a:pt x="37630" y="51949"/>
                  </a:cubicBezTo>
                  <a:cubicBezTo>
                    <a:pt x="38877" y="50614"/>
                    <a:pt x="39868" y="49388"/>
                    <a:pt x="40602" y="48273"/>
                  </a:cubicBezTo>
                  <a:cubicBezTo>
                    <a:pt x="41372" y="47114"/>
                    <a:pt x="41845" y="46233"/>
                    <a:pt x="42021" y="45631"/>
                  </a:cubicBezTo>
                  <a:lnTo>
                    <a:pt x="47943" y="21913"/>
                  </a:lnTo>
                  <a:lnTo>
                    <a:pt x="50584" y="11336"/>
                  </a:lnTo>
                  <a:cubicBezTo>
                    <a:pt x="51406" y="7514"/>
                    <a:pt x="52008" y="5133"/>
                    <a:pt x="52389" y="4193"/>
                  </a:cubicBezTo>
                  <a:cubicBezTo>
                    <a:pt x="52910" y="3291"/>
                    <a:pt x="53622" y="2601"/>
                    <a:pt x="54524" y="2124"/>
                  </a:cubicBezTo>
                  <a:cubicBezTo>
                    <a:pt x="55427" y="1655"/>
                    <a:pt x="56263" y="1420"/>
                    <a:pt x="57034" y="1420"/>
                  </a:cubicBezTo>
                  <a:cubicBezTo>
                    <a:pt x="58105" y="1420"/>
                    <a:pt x="59008" y="1743"/>
                    <a:pt x="59741" y="2388"/>
                  </a:cubicBezTo>
                  <a:cubicBezTo>
                    <a:pt x="60512" y="3027"/>
                    <a:pt x="60897" y="3907"/>
                    <a:pt x="60897" y="503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77" name="Group 876">
            <a:extLst>
              <a:ext uri="{FF2B5EF4-FFF2-40B4-BE49-F238E27FC236}">
                <a16:creationId xmlns:a16="http://schemas.microsoft.com/office/drawing/2014/main" id="{C6706DA2-DAB6-EE6D-B57D-C092049C5DC6}"/>
              </a:ext>
            </a:extLst>
          </p:cNvPr>
          <p:cNvGrpSpPr/>
          <p:nvPr/>
        </p:nvGrpSpPr>
        <p:grpSpPr>
          <a:xfrm>
            <a:off x="1873119" y="3331026"/>
            <a:ext cx="2067076" cy="1428439"/>
            <a:chOff x="1366257" y="3331026"/>
            <a:chExt cx="2067076" cy="1428439"/>
          </a:xfrm>
        </p:grpSpPr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C7785966-DDF9-9FC6-0D7D-2DD8D7040AE8}"/>
                </a:ext>
              </a:extLst>
            </p:cNvPr>
            <p:cNvSpPr/>
            <p:nvPr/>
          </p:nvSpPr>
          <p:spPr>
            <a:xfrm>
              <a:off x="1554174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C78AADA4-4DAF-067F-A1F7-924AB923EE94}"/>
                </a:ext>
              </a:extLst>
            </p:cNvPr>
            <p:cNvSpPr/>
            <p:nvPr/>
          </p:nvSpPr>
          <p:spPr>
            <a:xfrm>
              <a:off x="1956850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CBC3ECD7-9E72-F190-70CD-FEC1E5B8FDC7}"/>
                </a:ext>
              </a:extLst>
            </p:cNvPr>
            <p:cNvSpPr/>
            <p:nvPr/>
          </p:nvSpPr>
          <p:spPr>
            <a:xfrm>
              <a:off x="2762201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34A007C7-CB2A-74BF-F1F2-C40313C1BF57}"/>
                </a:ext>
              </a:extLst>
            </p:cNvPr>
            <p:cNvSpPr/>
            <p:nvPr/>
          </p:nvSpPr>
          <p:spPr>
            <a:xfrm>
              <a:off x="3164883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A8DBAE7F-5133-9CBC-38DA-BD543E7C98B2}"/>
                </a:ext>
              </a:extLst>
            </p:cNvPr>
            <p:cNvSpPr/>
            <p:nvPr/>
          </p:nvSpPr>
          <p:spPr>
            <a:xfrm>
              <a:off x="1715244" y="4757198"/>
              <a:ext cx="6710" cy="65"/>
            </a:xfrm>
            <a:custGeom>
              <a:avLst/>
              <a:gdLst>
                <a:gd name="csX0" fmla="*/ 0 w 6710"/>
                <a:gd name="csY0" fmla="*/ 0 h 65"/>
                <a:gd name="csX1" fmla="*/ 0 w 6710"/>
                <a:gd name="csY1" fmla="*/ 66 h 65"/>
                <a:gd name="csX2" fmla="*/ 6710 w 6710"/>
                <a:gd name="csY2" fmla="*/ 66 h 65"/>
                <a:gd name="csX3" fmla="*/ 6710 w 6710"/>
                <a:gd name="csY3" fmla="*/ 0 h 65"/>
                <a:gd name="csX4" fmla="*/ 0 w 6710"/>
                <a:gd name="csY4" fmla="*/ 0 h 65"/>
                <a:gd name="csX5" fmla="*/ 0 w 6710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5">
                  <a:moveTo>
                    <a:pt x="0" y="0"/>
                  </a:moveTo>
                  <a:lnTo>
                    <a:pt x="0" y="66"/>
                  </a:lnTo>
                  <a:lnTo>
                    <a:pt x="6710" y="66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1603CA1-76BB-792E-D643-635C8B82367A}"/>
                </a:ext>
              </a:extLst>
            </p:cNvPr>
            <p:cNvSpPr/>
            <p:nvPr/>
          </p:nvSpPr>
          <p:spPr>
            <a:xfrm>
              <a:off x="1715244" y="4757198"/>
              <a:ext cx="6710" cy="65"/>
            </a:xfrm>
            <a:custGeom>
              <a:avLst/>
              <a:gdLst>
                <a:gd name="csX0" fmla="*/ 0 w 6710"/>
                <a:gd name="csY0" fmla="*/ 0 h 65"/>
                <a:gd name="csX1" fmla="*/ 0 w 6710"/>
                <a:gd name="csY1" fmla="*/ 66 h 65"/>
                <a:gd name="csX2" fmla="*/ 6710 w 6710"/>
                <a:gd name="csY2" fmla="*/ 66 h 65"/>
                <a:gd name="csX3" fmla="*/ 6710 w 6710"/>
                <a:gd name="csY3" fmla="*/ 0 h 65"/>
                <a:gd name="csX4" fmla="*/ 0 w 6710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5">
                  <a:moveTo>
                    <a:pt x="0" y="0"/>
                  </a:moveTo>
                  <a:lnTo>
                    <a:pt x="0" y="66"/>
                  </a:lnTo>
                  <a:lnTo>
                    <a:pt x="6710" y="66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A4DA80B-9E79-94B4-2DB1-9AA21268CB4B}"/>
                </a:ext>
              </a:extLst>
            </p:cNvPr>
            <p:cNvSpPr/>
            <p:nvPr/>
          </p:nvSpPr>
          <p:spPr>
            <a:xfrm>
              <a:off x="1721955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D6646542-61EE-162A-4822-56A189C3979D}"/>
                </a:ext>
              </a:extLst>
            </p:cNvPr>
            <p:cNvSpPr/>
            <p:nvPr/>
          </p:nvSpPr>
          <p:spPr>
            <a:xfrm>
              <a:off x="1721955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56B0E399-C29D-0876-623F-AA5C72A22F60}"/>
                </a:ext>
              </a:extLst>
            </p:cNvPr>
            <p:cNvSpPr/>
            <p:nvPr/>
          </p:nvSpPr>
          <p:spPr>
            <a:xfrm>
              <a:off x="1728666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165D637-20F1-C925-7E0B-F15D98153AF6}"/>
                </a:ext>
              </a:extLst>
            </p:cNvPr>
            <p:cNvSpPr/>
            <p:nvPr/>
          </p:nvSpPr>
          <p:spPr>
            <a:xfrm>
              <a:off x="1728666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C4F70409-1B39-1C19-1937-2F4B85061AB1}"/>
                </a:ext>
              </a:extLst>
            </p:cNvPr>
            <p:cNvSpPr/>
            <p:nvPr/>
          </p:nvSpPr>
          <p:spPr>
            <a:xfrm>
              <a:off x="1735378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28FD0B84-C4AF-10BE-0BE7-E33D376D387F}"/>
                </a:ext>
              </a:extLst>
            </p:cNvPr>
            <p:cNvSpPr/>
            <p:nvPr/>
          </p:nvSpPr>
          <p:spPr>
            <a:xfrm>
              <a:off x="1735378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AB282AA-C4D8-E5E9-617C-26FC077B0B3A}"/>
                </a:ext>
              </a:extLst>
            </p:cNvPr>
            <p:cNvSpPr/>
            <p:nvPr/>
          </p:nvSpPr>
          <p:spPr>
            <a:xfrm>
              <a:off x="1742089" y="4757264"/>
              <a:ext cx="6710" cy="1100"/>
            </a:xfrm>
            <a:custGeom>
              <a:avLst/>
              <a:gdLst>
                <a:gd name="csX0" fmla="*/ 0 w 6710"/>
                <a:gd name="csY0" fmla="*/ 0 h 1100"/>
                <a:gd name="csX1" fmla="*/ 0 w 6710"/>
                <a:gd name="csY1" fmla="*/ 0 h 1100"/>
                <a:gd name="csX2" fmla="*/ 6710 w 6710"/>
                <a:gd name="csY2" fmla="*/ 0 h 1100"/>
                <a:gd name="csX3" fmla="*/ 6710 w 6710"/>
                <a:gd name="csY3" fmla="*/ 0 h 1100"/>
                <a:gd name="csX4" fmla="*/ 0 w 6710"/>
                <a:gd name="csY4" fmla="*/ 0 h 1100"/>
                <a:gd name="csX5" fmla="*/ 0 w 6710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100">
                  <a:moveTo>
                    <a:pt x="0" y="0"/>
                  </a:moveTo>
                  <a:lnTo>
                    <a:pt x="0" y="0"/>
                  </a:lnTo>
                  <a:lnTo>
                    <a:pt x="6710" y="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7A47C77-465C-0E60-D86E-ECA70AC09735}"/>
                </a:ext>
              </a:extLst>
            </p:cNvPr>
            <p:cNvSpPr/>
            <p:nvPr/>
          </p:nvSpPr>
          <p:spPr>
            <a:xfrm>
              <a:off x="1742089" y="4757264"/>
              <a:ext cx="6710" cy="1100"/>
            </a:xfrm>
            <a:custGeom>
              <a:avLst/>
              <a:gdLst>
                <a:gd name="csX0" fmla="*/ 0 w 6710"/>
                <a:gd name="csY0" fmla="*/ 0 h 1100"/>
                <a:gd name="csX1" fmla="*/ 0 w 6710"/>
                <a:gd name="csY1" fmla="*/ 0 h 1100"/>
                <a:gd name="csX2" fmla="*/ 6710 w 6710"/>
                <a:gd name="csY2" fmla="*/ 0 h 1100"/>
                <a:gd name="csX3" fmla="*/ 0 w 6710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0" h="1100">
                  <a:moveTo>
                    <a:pt x="0" y="0"/>
                  </a:moveTo>
                  <a:lnTo>
                    <a:pt x="0" y="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96FEC760-F181-CF81-F675-D3C669683A3F}"/>
                </a:ext>
              </a:extLst>
            </p:cNvPr>
            <p:cNvSpPr/>
            <p:nvPr/>
          </p:nvSpPr>
          <p:spPr>
            <a:xfrm>
              <a:off x="1748800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00273B1-D05C-CE41-B662-6694FEB74533}"/>
                </a:ext>
              </a:extLst>
            </p:cNvPr>
            <p:cNvSpPr/>
            <p:nvPr/>
          </p:nvSpPr>
          <p:spPr>
            <a:xfrm>
              <a:off x="1748800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26737914-9E90-C4D0-893B-63B4A23ABEB1}"/>
                </a:ext>
              </a:extLst>
            </p:cNvPr>
            <p:cNvSpPr/>
            <p:nvPr/>
          </p:nvSpPr>
          <p:spPr>
            <a:xfrm>
              <a:off x="1755511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  <a:gd name="csX5" fmla="*/ 0 w 6711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31E12FEE-5571-A4AD-FE7D-D3DC449C8BC8}"/>
                </a:ext>
              </a:extLst>
            </p:cNvPr>
            <p:cNvSpPr/>
            <p:nvPr/>
          </p:nvSpPr>
          <p:spPr>
            <a:xfrm>
              <a:off x="1755511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7240365D-8C8D-45BF-0DD3-7555E64219E9}"/>
                </a:ext>
              </a:extLst>
            </p:cNvPr>
            <p:cNvSpPr/>
            <p:nvPr/>
          </p:nvSpPr>
          <p:spPr>
            <a:xfrm>
              <a:off x="1762223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  <a:gd name="csX5" fmla="*/ 0 w 6711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9162E8B0-C900-1F93-4E43-AFB74961825A}"/>
                </a:ext>
              </a:extLst>
            </p:cNvPr>
            <p:cNvSpPr/>
            <p:nvPr/>
          </p:nvSpPr>
          <p:spPr>
            <a:xfrm>
              <a:off x="1762223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EA9BDD9F-C97B-3D07-EBEB-E9A4E0A3843D}"/>
                </a:ext>
              </a:extLst>
            </p:cNvPr>
            <p:cNvSpPr/>
            <p:nvPr/>
          </p:nvSpPr>
          <p:spPr>
            <a:xfrm>
              <a:off x="1768935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D88AFDC-28ED-72BB-E555-EC0FFC7F0A22}"/>
                </a:ext>
              </a:extLst>
            </p:cNvPr>
            <p:cNvSpPr/>
            <p:nvPr/>
          </p:nvSpPr>
          <p:spPr>
            <a:xfrm>
              <a:off x="1768935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1465D529-A91E-CE8A-D699-0D914020FDBE}"/>
                </a:ext>
              </a:extLst>
            </p:cNvPr>
            <p:cNvSpPr/>
            <p:nvPr/>
          </p:nvSpPr>
          <p:spPr>
            <a:xfrm>
              <a:off x="1775646" y="4757121"/>
              <a:ext cx="6710" cy="143"/>
            </a:xfrm>
            <a:custGeom>
              <a:avLst/>
              <a:gdLst>
                <a:gd name="csX0" fmla="*/ 0 w 6710"/>
                <a:gd name="csY0" fmla="*/ 0 h 143"/>
                <a:gd name="csX1" fmla="*/ 0 w 6710"/>
                <a:gd name="csY1" fmla="*/ 143 h 143"/>
                <a:gd name="csX2" fmla="*/ 6710 w 6710"/>
                <a:gd name="csY2" fmla="*/ 143 h 143"/>
                <a:gd name="csX3" fmla="*/ 6710 w 6710"/>
                <a:gd name="csY3" fmla="*/ 0 h 143"/>
                <a:gd name="csX4" fmla="*/ 0 w 6710"/>
                <a:gd name="csY4" fmla="*/ 0 h 143"/>
                <a:gd name="csX5" fmla="*/ 0 w 6710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43">
                  <a:moveTo>
                    <a:pt x="0" y="0"/>
                  </a:moveTo>
                  <a:lnTo>
                    <a:pt x="0" y="143"/>
                  </a:lnTo>
                  <a:lnTo>
                    <a:pt x="6710" y="143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F1250DB6-92DD-9E53-5747-2C81D49B7B72}"/>
                </a:ext>
              </a:extLst>
            </p:cNvPr>
            <p:cNvSpPr/>
            <p:nvPr/>
          </p:nvSpPr>
          <p:spPr>
            <a:xfrm>
              <a:off x="1775646" y="4757121"/>
              <a:ext cx="6710" cy="143"/>
            </a:xfrm>
            <a:custGeom>
              <a:avLst/>
              <a:gdLst>
                <a:gd name="csX0" fmla="*/ 0 w 6710"/>
                <a:gd name="csY0" fmla="*/ 0 h 143"/>
                <a:gd name="csX1" fmla="*/ 0 w 6710"/>
                <a:gd name="csY1" fmla="*/ 143 h 143"/>
                <a:gd name="csX2" fmla="*/ 6710 w 6710"/>
                <a:gd name="csY2" fmla="*/ 143 h 143"/>
                <a:gd name="csX3" fmla="*/ 6710 w 6710"/>
                <a:gd name="csY3" fmla="*/ 0 h 143"/>
                <a:gd name="csX4" fmla="*/ 0 w 6710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43">
                  <a:moveTo>
                    <a:pt x="0" y="0"/>
                  </a:moveTo>
                  <a:lnTo>
                    <a:pt x="0" y="143"/>
                  </a:lnTo>
                  <a:lnTo>
                    <a:pt x="6710" y="143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90FEC2E4-2D20-404F-35AC-F65CBA793500}"/>
                </a:ext>
              </a:extLst>
            </p:cNvPr>
            <p:cNvSpPr/>
            <p:nvPr/>
          </p:nvSpPr>
          <p:spPr>
            <a:xfrm>
              <a:off x="1782357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19B4ADE9-72A1-852F-ECD6-FE38C98A6AA3}"/>
                </a:ext>
              </a:extLst>
            </p:cNvPr>
            <p:cNvSpPr/>
            <p:nvPr/>
          </p:nvSpPr>
          <p:spPr>
            <a:xfrm>
              <a:off x="1782357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D3DA619-701A-7EFE-3318-AC2C0CE032D5}"/>
                </a:ext>
              </a:extLst>
            </p:cNvPr>
            <p:cNvSpPr/>
            <p:nvPr/>
          </p:nvSpPr>
          <p:spPr>
            <a:xfrm>
              <a:off x="1789068" y="4756912"/>
              <a:ext cx="6711" cy="352"/>
            </a:xfrm>
            <a:custGeom>
              <a:avLst/>
              <a:gdLst>
                <a:gd name="csX0" fmla="*/ 0 w 6711"/>
                <a:gd name="csY0" fmla="*/ 0 h 352"/>
                <a:gd name="csX1" fmla="*/ 0 w 6711"/>
                <a:gd name="csY1" fmla="*/ 352 h 352"/>
                <a:gd name="csX2" fmla="*/ 6712 w 6711"/>
                <a:gd name="csY2" fmla="*/ 352 h 352"/>
                <a:gd name="csX3" fmla="*/ 6712 w 6711"/>
                <a:gd name="csY3" fmla="*/ 0 h 352"/>
                <a:gd name="csX4" fmla="*/ 0 w 6711"/>
                <a:gd name="csY4" fmla="*/ 0 h 352"/>
                <a:gd name="csX5" fmla="*/ 0 w 6711"/>
                <a:gd name="csY5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52">
                  <a:moveTo>
                    <a:pt x="0" y="0"/>
                  </a:moveTo>
                  <a:lnTo>
                    <a:pt x="0" y="352"/>
                  </a:lnTo>
                  <a:lnTo>
                    <a:pt x="6712" y="35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B9C1C30F-1085-A31A-3554-9A3BBAD9A920}"/>
                </a:ext>
              </a:extLst>
            </p:cNvPr>
            <p:cNvSpPr/>
            <p:nvPr/>
          </p:nvSpPr>
          <p:spPr>
            <a:xfrm>
              <a:off x="1789068" y="4756912"/>
              <a:ext cx="6711" cy="352"/>
            </a:xfrm>
            <a:custGeom>
              <a:avLst/>
              <a:gdLst>
                <a:gd name="csX0" fmla="*/ 0 w 6711"/>
                <a:gd name="csY0" fmla="*/ 0 h 352"/>
                <a:gd name="csX1" fmla="*/ 0 w 6711"/>
                <a:gd name="csY1" fmla="*/ 352 h 352"/>
                <a:gd name="csX2" fmla="*/ 6712 w 6711"/>
                <a:gd name="csY2" fmla="*/ 352 h 352"/>
                <a:gd name="csX3" fmla="*/ 6712 w 6711"/>
                <a:gd name="csY3" fmla="*/ 0 h 352"/>
                <a:gd name="csX4" fmla="*/ 0 w 6711"/>
                <a:gd name="csY4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52">
                  <a:moveTo>
                    <a:pt x="0" y="0"/>
                  </a:moveTo>
                  <a:lnTo>
                    <a:pt x="0" y="352"/>
                  </a:lnTo>
                  <a:lnTo>
                    <a:pt x="6712" y="35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3D3A4610-6451-D56E-7C8E-9E4AFCAADF27}"/>
                </a:ext>
              </a:extLst>
            </p:cNvPr>
            <p:cNvSpPr/>
            <p:nvPr/>
          </p:nvSpPr>
          <p:spPr>
            <a:xfrm>
              <a:off x="1795780" y="4757055"/>
              <a:ext cx="6711" cy="209"/>
            </a:xfrm>
            <a:custGeom>
              <a:avLst/>
              <a:gdLst>
                <a:gd name="csX0" fmla="*/ 0 w 6711"/>
                <a:gd name="csY0" fmla="*/ 0 h 209"/>
                <a:gd name="csX1" fmla="*/ 0 w 6711"/>
                <a:gd name="csY1" fmla="*/ 209 h 209"/>
                <a:gd name="csX2" fmla="*/ 6712 w 6711"/>
                <a:gd name="csY2" fmla="*/ 209 h 209"/>
                <a:gd name="csX3" fmla="*/ 6712 w 6711"/>
                <a:gd name="csY3" fmla="*/ 0 h 209"/>
                <a:gd name="csX4" fmla="*/ 0 w 6711"/>
                <a:gd name="csY4" fmla="*/ 0 h 209"/>
                <a:gd name="csX5" fmla="*/ 0 w 6711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09">
                  <a:moveTo>
                    <a:pt x="0" y="0"/>
                  </a:moveTo>
                  <a:lnTo>
                    <a:pt x="0" y="209"/>
                  </a:lnTo>
                  <a:lnTo>
                    <a:pt x="6712" y="20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C20C155-C5C7-8874-D401-FF9BBED3EF93}"/>
                </a:ext>
              </a:extLst>
            </p:cNvPr>
            <p:cNvSpPr/>
            <p:nvPr/>
          </p:nvSpPr>
          <p:spPr>
            <a:xfrm>
              <a:off x="1795780" y="4757055"/>
              <a:ext cx="6711" cy="209"/>
            </a:xfrm>
            <a:custGeom>
              <a:avLst/>
              <a:gdLst>
                <a:gd name="csX0" fmla="*/ 0 w 6711"/>
                <a:gd name="csY0" fmla="*/ 0 h 209"/>
                <a:gd name="csX1" fmla="*/ 0 w 6711"/>
                <a:gd name="csY1" fmla="*/ 209 h 209"/>
                <a:gd name="csX2" fmla="*/ 6712 w 6711"/>
                <a:gd name="csY2" fmla="*/ 209 h 209"/>
                <a:gd name="csX3" fmla="*/ 6712 w 6711"/>
                <a:gd name="csY3" fmla="*/ 0 h 209"/>
                <a:gd name="csX4" fmla="*/ 0 w 6711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09">
                  <a:moveTo>
                    <a:pt x="0" y="0"/>
                  </a:moveTo>
                  <a:lnTo>
                    <a:pt x="0" y="209"/>
                  </a:lnTo>
                  <a:lnTo>
                    <a:pt x="6712" y="20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AF8627A5-A224-3260-7943-ADA2EE028728}"/>
                </a:ext>
              </a:extLst>
            </p:cNvPr>
            <p:cNvSpPr/>
            <p:nvPr/>
          </p:nvSpPr>
          <p:spPr>
            <a:xfrm>
              <a:off x="1802491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  <a:gd name="csX5" fmla="*/ 0 w 6710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2EE15577-4AAF-116D-7141-FAD14973B7B7}"/>
                </a:ext>
              </a:extLst>
            </p:cNvPr>
            <p:cNvSpPr/>
            <p:nvPr/>
          </p:nvSpPr>
          <p:spPr>
            <a:xfrm>
              <a:off x="1802491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23CC3492-7C39-E627-09AF-9A3509981A9C}"/>
                </a:ext>
              </a:extLst>
            </p:cNvPr>
            <p:cNvSpPr/>
            <p:nvPr/>
          </p:nvSpPr>
          <p:spPr>
            <a:xfrm>
              <a:off x="1809202" y="4756835"/>
              <a:ext cx="6711" cy="429"/>
            </a:xfrm>
            <a:custGeom>
              <a:avLst/>
              <a:gdLst>
                <a:gd name="csX0" fmla="*/ 0 w 6711"/>
                <a:gd name="csY0" fmla="*/ 0 h 429"/>
                <a:gd name="csX1" fmla="*/ 0 w 6711"/>
                <a:gd name="csY1" fmla="*/ 429 h 429"/>
                <a:gd name="csX2" fmla="*/ 6712 w 6711"/>
                <a:gd name="csY2" fmla="*/ 429 h 429"/>
                <a:gd name="csX3" fmla="*/ 6712 w 6711"/>
                <a:gd name="csY3" fmla="*/ 0 h 429"/>
                <a:gd name="csX4" fmla="*/ 0 w 6711"/>
                <a:gd name="csY4" fmla="*/ 0 h 429"/>
                <a:gd name="csX5" fmla="*/ 0 w 6711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29">
                  <a:moveTo>
                    <a:pt x="0" y="0"/>
                  </a:moveTo>
                  <a:lnTo>
                    <a:pt x="0" y="429"/>
                  </a:lnTo>
                  <a:lnTo>
                    <a:pt x="6712" y="42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BE41C474-1D67-5EAA-B6CA-C95EECB85BC0}"/>
                </a:ext>
              </a:extLst>
            </p:cNvPr>
            <p:cNvSpPr/>
            <p:nvPr/>
          </p:nvSpPr>
          <p:spPr>
            <a:xfrm>
              <a:off x="1809202" y="4756835"/>
              <a:ext cx="6711" cy="429"/>
            </a:xfrm>
            <a:custGeom>
              <a:avLst/>
              <a:gdLst>
                <a:gd name="csX0" fmla="*/ 0 w 6711"/>
                <a:gd name="csY0" fmla="*/ 0 h 429"/>
                <a:gd name="csX1" fmla="*/ 0 w 6711"/>
                <a:gd name="csY1" fmla="*/ 429 h 429"/>
                <a:gd name="csX2" fmla="*/ 6712 w 6711"/>
                <a:gd name="csY2" fmla="*/ 429 h 429"/>
                <a:gd name="csX3" fmla="*/ 6712 w 6711"/>
                <a:gd name="csY3" fmla="*/ 0 h 429"/>
                <a:gd name="csX4" fmla="*/ 0 w 6711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29">
                  <a:moveTo>
                    <a:pt x="0" y="0"/>
                  </a:moveTo>
                  <a:lnTo>
                    <a:pt x="0" y="429"/>
                  </a:lnTo>
                  <a:lnTo>
                    <a:pt x="6712" y="42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62F0BB4-2FD1-B30B-F24D-475BFE9DEC9E}"/>
                </a:ext>
              </a:extLst>
            </p:cNvPr>
            <p:cNvSpPr/>
            <p:nvPr/>
          </p:nvSpPr>
          <p:spPr>
            <a:xfrm>
              <a:off x="1815913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  <a:gd name="csX5" fmla="*/ 0 w 6711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93A78C76-DA40-5EDE-4EBA-7DE45E4F7AFE}"/>
                </a:ext>
              </a:extLst>
            </p:cNvPr>
            <p:cNvSpPr/>
            <p:nvPr/>
          </p:nvSpPr>
          <p:spPr>
            <a:xfrm>
              <a:off x="1815913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2AE585F-C2FF-F875-CD67-3E27E4831B8B}"/>
                </a:ext>
              </a:extLst>
            </p:cNvPr>
            <p:cNvSpPr/>
            <p:nvPr/>
          </p:nvSpPr>
          <p:spPr>
            <a:xfrm>
              <a:off x="1822625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  <a:gd name="csX5" fmla="*/ 0 w 6711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6BFD1769-4089-5D28-2429-1E2A2AD01F40}"/>
                </a:ext>
              </a:extLst>
            </p:cNvPr>
            <p:cNvSpPr/>
            <p:nvPr/>
          </p:nvSpPr>
          <p:spPr>
            <a:xfrm>
              <a:off x="1822625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7275A155-BC2D-1599-FB93-16C2CCDD480C}"/>
                </a:ext>
              </a:extLst>
            </p:cNvPr>
            <p:cNvSpPr/>
            <p:nvPr/>
          </p:nvSpPr>
          <p:spPr>
            <a:xfrm>
              <a:off x="1829336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  <a:gd name="csX5" fmla="*/ 0 w 6710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C47EA9F6-8BBC-C274-AE9F-7DBCAC4BE927}"/>
                </a:ext>
              </a:extLst>
            </p:cNvPr>
            <p:cNvSpPr/>
            <p:nvPr/>
          </p:nvSpPr>
          <p:spPr>
            <a:xfrm>
              <a:off x="1829336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469743EA-CEF5-FBD4-3260-11162A237181}"/>
                </a:ext>
              </a:extLst>
            </p:cNvPr>
            <p:cNvSpPr/>
            <p:nvPr/>
          </p:nvSpPr>
          <p:spPr>
            <a:xfrm>
              <a:off x="1836047" y="4756549"/>
              <a:ext cx="6711" cy="715"/>
            </a:xfrm>
            <a:custGeom>
              <a:avLst/>
              <a:gdLst>
                <a:gd name="csX0" fmla="*/ 0 w 6711"/>
                <a:gd name="csY0" fmla="*/ 0 h 715"/>
                <a:gd name="csX1" fmla="*/ 0 w 6711"/>
                <a:gd name="csY1" fmla="*/ 715 h 715"/>
                <a:gd name="csX2" fmla="*/ 6712 w 6711"/>
                <a:gd name="csY2" fmla="*/ 715 h 715"/>
                <a:gd name="csX3" fmla="*/ 6712 w 6711"/>
                <a:gd name="csY3" fmla="*/ 0 h 715"/>
                <a:gd name="csX4" fmla="*/ 0 w 6711"/>
                <a:gd name="csY4" fmla="*/ 0 h 715"/>
                <a:gd name="csX5" fmla="*/ 0 w 6711"/>
                <a:gd name="csY5" fmla="*/ 0 h 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715">
                  <a:moveTo>
                    <a:pt x="0" y="0"/>
                  </a:moveTo>
                  <a:lnTo>
                    <a:pt x="0" y="715"/>
                  </a:lnTo>
                  <a:lnTo>
                    <a:pt x="6712" y="71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C2FD8680-3549-837F-8092-16E117D74882}"/>
                </a:ext>
              </a:extLst>
            </p:cNvPr>
            <p:cNvSpPr/>
            <p:nvPr/>
          </p:nvSpPr>
          <p:spPr>
            <a:xfrm>
              <a:off x="1836047" y="4756549"/>
              <a:ext cx="6711" cy="715"/>
            </a:xfrm>
            <a:custGeom>
              <a:avLst/>
              <a:gdLst>
                <a:gd name="csX0" fmla="*/ 0 w 6711"/>
                <a:gd name="csY0" fmla="*/ 0 h 715"/>
                <a:gd name="csX1" fmla="*/ 0 w 6711"/>
                <a:gd name="csY1" fmla="*/ 715 h 715"/>
                <a:gd name="csX2" fmla="*/ 6712 w 6711"/>
                <a:gd name="csY2" fmla="*/ 715 h 715"/>
                <a:gd name="csX3" fmla="*/ 6712 w 6711"/>
                <a:gd name="csY3" fmla="*/ 0 h 715"/>
                <a:gd name="csX4" fmla="*/ 0 w 6711"/>
                <a:gd name="csY4" fmla="*/ 0 h 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715">
                  <a:moveTo>
                    <a:pt x="0" y="0"/>
                  </a:moveTo>
                  <a:lnTo>
                    <a:pt x="0" y="715"/>
                  </a:lnTo>
                  <a:lnTo>
                    <a:pt x="6712" y="71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1F2F5C0-D5AD-565F-5DD7-A98E94224C8F}"/>
                </a:ext>
              </a:extLst>
            </p:cNvPr>
            <p:cNvSpPr/>
            <p:nvPr/>
          </p:nvSpPr>
          <p:spPr>
            <a:xfrm>
              <a:off x="1842758" y="4756406"/>
              <a:ext cx="6711" cy="858"/>
            </a:xfrm>
            <a:custGeom>
              <a:avLst/>
              <a:gdLst>
                <a:gd name="csX0" fmla="*/ 0 w 6711"/>
                <a:gd name="csY0" fmla="*/ 0 h 858"/>
                <a:gd name="csX1" fmla="*/ 0 w 6711"/>
                <a:gd name="csY1" fmla="*/ 859 h 858"/>
                <a:gd name="csX2" fmla="*/ 6712 w 6711"/>
                <a:gd name="csY2" fmla="*/ 859 h 858"/>
                <a:gd name="csX3" fmla="*/ 6712 w 6711"/>
                <a:gd name="csY3" fmla="*/ 0 h 858"/>
                <a:gd name="csX4" fmla="*/ 0 w 6711"/>
                <a:gd name="csY4" fmla="*/ 0 h 858"/>
                <a:gd name="csX5" fmla="*/ 0 w 6711"/>
                <a:gd name="csY5" fmla="*/ 0 h 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58">
                  <a:moveTo>
                    <a:pt x="0" y="0"/>
                  </a:moveTo>
                  <a:lnTo>
                    <a:pt x="0" y="859"/>
                  </a:lnTo>
                  <a:lnTo>
                    <a:pt x="6712" y="85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C314DA93-46F9-FE33-4B1D-84BF2912EAB1}"/>
                </a:ext>
              </a:extLst>
            </p:cNvPr>
            <p:cNvSpPr/>
            <p:nvPr/>
          </p:nvSpPr>
          <p:spPr>
            <a:xfrm>
              <a:off x="1842758" y="4756406"/>
              <a:ext cx="6711" cy="858"/>
            </a:xfrm>
            <a:custGeom>
              <a:avLst/>
              <a:gdLst>
                <a:gd name="csX0" fmla="*/ 0 w 6711"/>
                <a:gd name="csY0" fmla="*/ 0 h 858"/>
                <a:gd name="csX1" fmla="*/ 0 w 6711"/>
                <a:gd name="csY1" fmla="*/ 859 h 858"/>
                <a:gd name="csX2" fmla="*/ 6712 w 6711"/>
                <a:gd name="csY2" fmla="*/ 859 h 858"/>
                <a:gd name="csX3" fmla="*/ 6712 w 6711"/>
                <a:gd name="csY3" fmla="*/ 0 h 858"/>
                <a:gd name="csX4" fmla="*/ 0 w 6711"/>
                <a:gd name="csY4" fmla="*/ 0 h 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58">
                  <a:moveTo>
                    <a:pt x="0" y="0"/>
                  </a:moveTo>
                  <a:lnTo>
                    <a:pt x="0" y="859"/>
                  </a:lnTo>
                  <a:lnTo>
                    <a:pt x="6712" y="85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858EFE49-037E-069B-33BC-879ECB9A0F4B}"/>
                </a:ext>
              </a:extLst>
            </p:cNvPr>
            <p:cNvSpPr/>
            <p:nvPr/>
          </p:nvSpPr>
          <p:spPr>
            <a:xfrm>
              <a:off x="1849470" y="4755911"/>
              <a:ext cx="6711" cy="1353"/>
            </a:xfrm>
            <a:custGeom>
              <a:avLst/>
              <a:gdLst>
                <a:gd name="csX0" fmla="*/ 0 w 6711"/>
                <a:gd name="csY0" fmla="*/ 0 h 1353"/>
                <a:gd name="csX1" fmla="*/ 0 w 6711"/>
                <a:gd name="csY1" fmla="*/ 1354 h 1353"/>
                <a:gd name="csX2" fmla="*/ 6712 w 6711"/>
                <a:gd name="csY2" fmla="*/ 1354 h 1353"/>
                <a:gd name="csX3" fmla="*/ 6712 w 6711"/>
                <a:gd name="csY3" fmla="*/ 0 h 1353"/>
                <a:gd name="csX4" fmla="*/ 0 w 6711"/>
                <a:gd name="csY4" fmla="*/ 0 h 1353"/>
                <a:gd name="csX5" fmla="*/ 0 w 6711"/>
                <a:gd name="csY5" fmla="*/ 0 h 1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353">
                  <a:moveTo>
                    <a:pt x="0" y="0"/>
                  </a:moveTo>
                  <a:lnTo>
                    <a:pt x="0" y="1354"/>
                  </a:lnTo>
                  <a:lnTo>
                    <a:pt x="6712" y="1354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E459B685-47CB-D9DF-D755-4A756E29B258}"/>
                </a:ext>
              </a:extLst>
            </p:cNvPr>
            <p:cNvSpPr/>
            <p:nvPr/>
          </p:nvSpPr>
          <p:spPr>
            <a:xfrm>
              <a:off x="1849470" y="4755911"/>
              <a:ext cx="6711" cy="1353"/>
            </a:xfrm>
            <a:custGeom>
              <a:avLst/>
              <a:gdLst>
                <a:gd name="csX0" fmla="*/ 0 w 6711"/>
                <a:gd name="csY0" fmla="*/ 0 h 1353"/>
                <a:gd name="csX1" fmla="*/ 0 w 6711"/>
                <a:gd name="csY1" fmla="*/ 1354 h 1353"/>
                <a:gd name="csX2" fmla="*/ 6712 w 6711"/>
                <a:gd name="csY2" fmla="*/ 1354 h 1353"/>
                <a:gd name="csX3" fmla="*/ 6712 w 6711"/>
                <a:gd name="csY3" fmla="*/ 0 h 1353"/>
                <a:gd name="csX4" fmla="*/ 0 w 6711"/>
                <a:gd name="csY4" fmla="*/ 0 h 1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353">
                  <a:moveTo>
                    <a:pt x="0" y="0"/>
                  </a:moveTo>
                  <a:lnTo>
                    <a:pt x="0" y="1354"/>
                  </a:lnTo>
                  <a:lnTo>
                    <a:pt x="6712" y="1354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EE95209A-F32C-9385-A968-F0CC0C39AF5B}"/>
                </a:ext>
              </a:extLst>
            </p:cNvPr>
            <p:cNvSpPr/>
            <p:nvPr/>
          </p:nvSpPr>
          <p:spPr>
            <a:xfrm>
              <a:off x="1856181" y="4755977"/>
              <a:ext cx="6710" cy="1287"/>
            </a:xfrm>
            <a:custGeom>
              <a:avLst/>
              <a:gdLst>
                <a:gd name="csX0" fmla="*/ 0 w 6710"/>
                <a:gd name="csY0" fmla="*/ 0 h 1287"/>
                <a:gd name="csX1" fmla="*/ 0 w 6710"/>
                <a:gd name="csY1" fmla="*/ 1288 h 1287"/>
                <a:gd name="csX2" fmla="*/ 6710 w 6710"/>
                <a:gd name="csY2" fmla="*/ 1288 h 1287"/>
                <a:gd name="csX3" fmla="*/ 6710 w 6710"/>
                <a:gd name="csY3" fmla="*/ 0 h 1287"/>
                <a:gd name="csX4" fmla="*/ 0 w 6710"/>
                <a:gd name="csY4" fmla="*/ 0 h 1287"/>
                <a:gd name="csX5" fmla="*/ 0 w 6710"/>
                <a:gd name="csY5" fmla="*/ 0 h 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287">
                  <a:moveTo>
                    <a:pt x="0" y="0"/>
                  </a:moveTo>
                  <a:lnTo>
                    <a:pt x="0" y="1288"/>
                  </a:lnTo>
                  <a:lnTo>
                    <a:pt x="6710" y="1288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3E6D1F30-02B9-77E2-4E44-69C750AA3AF7}"/>
                </a:ext>
              </a:extLst>
            </p:cNvPr>
            <p:cNvSpPr/>
            <p:nvPr/>
          </p:nvSpPr>
          <p:spPr>
            <a:xfrm>
              <a:off x="1856181" y="4755977"/>
              <a:ext cx="6710" cy="1287"/>
            </a:xfrm>
            <a:custGeom>
              <a:avLst/>
              <a:gdLst>
                <a:gd name="csX0" fmla="*/ 0 w 6710"/>
                <a:gd name="csY0" fmla="*/ 0 h 1287"/>
                <a:gd name="csX1" fmla="*/ 0 w 6710"/>
                <a:gd name="csY1" fmla="*/ 1288 h 1287"/>
                <a:gd name="csX2" fmla="*/ 6710 w 6710"/>
                <a:gd name="csY2" fmla="*/ 1288 h 1287"/>
                <a:gd name="csX3" fmla="*/ 6710 w 6710"/>
                <a:gd name="csY3" fmla="*/ 0 h 1287"/>
                <a:gd name="csX4" fmla="*/ 0 w 6710"/>
                <a:gd name="csY4" fmla="*/ 0 h 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287">
                  <a:moveTo>
                    <a:pt x="0" y="0"/>
                  </a:moveTo>
                  <a:lnTo>
                    <a:pt x="0" y="1288"/>
                  </a:lnTo>
                  <a:lnTo>
                    <a:pt x="6710" y="1288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E95DDC48-A172-5B11-7092-C70EB75A3AD3}"/>
                </a:ext>
              </a:extLst>
            </p:cNvPr>
            <p:cNvSpPr/>
            <p:nvPr/>
          </p:nvSpPr>
          <p:spPr>
            <a:xfrm>
              <a:off x="1862892" y="4755767"/>
              <a:ext cx="6711" cy="1496"/>
            </a:xfrm>
            <a:custGeom>
              <a:avLst/>
              <a:gdLst>
                <a:gd name="csX0" fmla="*/ 0 w 6711"/>
                <a:gd name="csY0" fmla="*/ 0 h 1496"/>
                <a:gd name="csX1" fmla="*/ 0 w 6711"/>
                <a:gd name="csY1" fmla="*/ 1497 h 1496"/>
                <a:gd name="csX2" fmla="*/ 6712 w 6711"/>
                <a:gd name="csY2" fmla="*/ 1497 h 1496"/>
                <a:gd name="csX3" fmla="*/ 6712 w 6711"/>
                <a:gd name="csY3" fmla="*/ 0 h 1496"/>
                <a:gd name="csX4" fmla="*/ 0 w 6711"/>
                <a:gd name="csY4" fmla="*/ 0 h 1496"/>
                <a:gd name="csX5" fmla="*/ 0 w 6711"/>
                <a:gd name="csY5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96">
                  <a:moveTo>
                    <a:pt x="0" y="0"/>
                  </a:moveTo>
                  <a:lnTo>
                    <a:pt x="0" y="1497"/>
                  </a:lnTo>
                  <a:lnTo>
                    <a:pt x="6712" y="1497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A3CFA04D-5783-174C-2623-D1C733C25C38}"/>
                </a:ext>
              </a:extLst>
            </p:cNvPr>
            <p:cNvSpPr/>
            <p:nvPr/>
          </p:nvSpPr>
          <p:spPr>
            <a:xfrm>
              <a:off x="1862892" y="4755767"/>
              <a:ext cx="6711" cy="1496"/>
            </a:xfrm>
            <a:custGeom>
              <a:avLst/>
              <a:gdLst>
                <a:gd name="csX0" fmla="*/ 0 w 6711"/>
                <a:gd name="csY0" fmla="*/ 0 h 1496"/>
                <a:gd name="csX1" fmla="*/ 0 w 6711"/>
                <a:gd name="csY1" fmla="*/ 1497 h 1496"/>
                <a:gd name="csX2" fmla="*/ 6712 w 6711"/>
                <a:gd name="csY2" fmla="*/ 1497 h 1496"/>
                <a:gd name="csX3" fmla="*/ 6712 w 6711"/>
                <a:gd name="csY3" fmla="*/ 0 h 1496"/>
                <a:gd name="csX4" fmla="*/ 0 w 6711"/>
                <a:gd name="csY4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96">
                  <a:moveTo>
                    <a:pt x="0" y="0"/>
                  </a:moveTo>
                  <a:lnTo>
                    <a:pt x="0" y="1497"/>
                  </a:lnTo>
                  <a:lnTo>
                    <a:pt x="6712" y="1497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B369FB7-2419-6E7D-7C3C-08FC46BC2D77}"/>
                </a:ext>
              </a:extLst>
            </p:cNvPr>
            <p:cNvSpPr/>
            <p:nvPr/>
          </p:nvSpPr>
          <p:spPr>
            <a:xfrm>
              <a:off x="1869603" y="4755690"/>
              <a:ext cx="6711" cy="1573"/>
            </a:xfrm>
            <a:custGeom>
              <a:avLst/>
              <a:gdLst>
                <a:gd name="csX0" fmla="*/ 0 w 6711"/>
                <a:gd name="csY0" fmla="*/ 0 h 1573"/>
                <a:gd name="csX1" fmla="*/ 0 w 6711"/>
                <a:gd name="csY1" fmla="*/ 1574 h 1573"/>
                <a:gd name="csX2" fmla="*/ 6712 w 6711"/>
                <a:gd name="csY2" fmla="*/ 1574 h 1573"/>
                <a:gd name="csX3" fmla="*/ 6712 w 6711"/>
                <a:gd name="csY3" fmla="*/ 0 h 1573"/>
                <a:gd name="csX4" fmla="*/ 0 w 6711"/>
                <a:gd name="csY4" fmla="*/ 0 h 1573"/>
                <a:gd name="csX5" fmla="*/ 0 w 6711"/>
                <a:gd name="csY5" fmla="*/ 0 h 1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573">
                  <a:moveTo>
                    <a:pt x="0" y="0"/>
                  </a:moveTo>
                  <a:lnTo>
                    <a:pt x="0" y="1574"/>
                  </a:lnTo>
                  <a:lnTo>
                    <a:pt x="6712" y="1574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66F56862-C227-BBD7-0491-1249884BB182}"/>
                </a:ext>
              </a:extLst>
            </p:cNvPr>
            <p:cNvSpPr/>
            <p:nvPr/>
          </p:nvSpPr>
          <p:spPr>
            <a:xfrm>
              <a:off x="1869603" y="4755690"/>
              <a:ext cx="6711" cy="1573"/>
            </a:xfrm>
            <a:custGeom>
              <a:avLst/>
              <a:gdLst>
                <a:gd name="csX0" fmla="*/ 0 w 6711"/>
                <a:gd name="csY0" fmla="*/ 0 h 1573"/>
                <a:gd name="csX1" fmla="*/ 0 w 6711"/>
                <a:gd name="csY1" fmla="*/ 1574 h 1573"/>
                <a:gd name="csX2" fmla="*/ 6712 w 6711"/>
                <a:gd name="csY2" fmla="*/ 1574 h 1573"/>
                <a:gd name="csX3" fmla="*/ 6712 w 6711"/>
                <a:gd name="csY3" fmla="*/ 0 h 1573"/>
                <a:gd name="csX4" fmla="*/ 0 w 6711"/>
                <a:gd name="csY4" fmla="*/ 0 h 1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573">
                  <a:moveTo>
                    <a:pt x="0" y="0"/>
                  </a:moveTo>
                  <a:lnTo>
                    <a:pt x="0" y="1574"/>
                  </a:lnTo>
                  <a:lnTo>
                    <a:pt x="6712" y="1574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212DCBDE-D828-4D52-773E-06E4034831A7}"/>
                </a:ext>
              </a:extLst>
            </p:cNvPr>
            <p:cNvSpPr/>
            <p:nvPr/>
          </p:nvSpPr>
          <p:spPr>
            <a:xfrm>
              <a:off x="1876315" y="4755052"/>
              <a:ext cx="6711" cy="2212"/>
            </a:xfrm>
            <a:custGeom>
              <a:avLst/>
              <a:gdLst>
                <a:gd name="csX0" fmla="*/ 0 w 6711"/>
                <a:gd name="csY0" fmla="*/ 0 h 2212"/>
                <a:gd name="csX1" fmla="*/ 0 w 6711"/>
                <a:gd name="csY1" fmla="*/ 2212 h 2212"/>
                <a:gd name="csX2" fmla="*/ 6712 w 6711"/>
                <a:gd name="csY2" fmla="*/ 2212 h 2212"/>
                <a:gd name="csX3" fmla="*/ 6712 w 6711"/>
                <a:gd name="csY3" fmla="*/ 0 h 2212"/>
                <a:gd name="csX4" fmla="*/ 0 w 6711"/>
                <a:gd name="csY4" fmla="*/ 0 h 2212"/>
                <a:gd name="csX5" fmla="*/ 0 w 6711"/>
                <a:gd name="csY5" fmla="*/ 0 h 2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212">
                  <a:moveTo>
                    <a:pt x="0" y="0"/>
                  </a:moveTo>
                  <a:lnTo>
                    <a:pt x="0" y="2212"/>
                  </a:lnTo>
                  <a:lnTo>
                    <a:pt x="6712" y="221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462FBA4-EE6C-EA54-7A38-C87842490C5C}"/>
                </a:ext>
              </a:extLst>
            </p:cNvPr>
            <p:cNvSpPr/>
            <p:nvPr/>
          </p:nvSpPr>
          <p:spPr>
            <a:xfrm>
              <a:off x="1876315" y="4755052"/>
              <a:ext cx="6711" cy="2212"/>
            </a:xfrm>
            <a:custGeom>
              <a:avLst/>
              <a:gdLst>
                <a:gd name="csX0" fmla="*/ 0 w 6711"/>
                <a:gd name="csY0" fmla="*/ 0 h 2212"/>
                <a:gd name="csX1" fmla="*/ 0 w 6711"/>
                <a:gd name="csY1" fmla="*/ 2212 h 2212"/>
                <a:gd name="csX2" fmla="*/ 6712 w 6711"/>
                <a:gd name="csY2" fmla="*/ 2212 h 2212"/>
                <a:gd name="csX3" fmla="*/ 6712 w 6711"/>
                <a:gd name="csY3" fmla="*/ 0 h 2212"/>
                <a:gd name="csX4" fmla="*/ 0 w 6711"/>
                <a:gd name="csY4" fmla="*/ 0 h 2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212">
                  <a:moveTo>
                    <a:pt x="0" y="0"/>
                  </a:moveTo>
                  <a:lnTo>
                    <a:pt x="0" y="2212"/>
                  </a:lnTo>
                  <a:lnTo>
                    <a:pt x="6712" y="221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4038A841-7279-4D54-84D2-601836C0A3AA}"/>
                </a:ext>
              </a:extLst>
            </p:cNvPr>
            <p:cNvSpPr/>
            <p:nvPr/>
          </p:nvSpPr>
          <p:spPr>
            <a:xfrm>
              <a:off x="1883026" y="4754480"/>
              <a:ext cx="6710" cy="2784"/>
            </a:xfrm>
            <a:custGeom>
              <a:avLst/>
              <a:gdLst>
                <a:gd name="csX0" fmla="*/ 0 w 6710"/>
                <a:gd name="csY0" fmla="*/ 0 h 2784"/>
                <a:gd name="csX1" fmla="*/ 0 w 6710"/>
                <a:gd name="csY1" fmla="*/ 2785 h 2784"/>
                <a:gd name="csX2" fmla="*/ 6710 w 6710"/>
                <a:gd name="csY2" fmla="*/ 2785 h 2784"/>
                <a:gd name="csX3" fmla="*/ 6710 w 6710"/>
                <a:gd name="csY3" fmla="*/ 0 h 2784"/>
                <a:gd name="csX4" fmla="*/ 0 w 6710"/>
                <a:gd name="csY4" fmla="*/ 0 h 2784"/>
                <a:gd name="csX5" fmla="*/ 0 w 6710"/>
                <a:gd name="csY5" fmla="*/ 0 h 2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2784">
                  <a:moveTo>
                    <a:pt x="0" y="0"/>
                  </a:moveTo>
                  <a:lnTo>
                    <a:pt x="0" y="2785"/>
                  </a:lnTo>
                  <a:lnTo>
                    <a:pt x="6710" y="2785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4DF3F444-92C9-92C2-290F-913EC0EB9A2A}"/>
                </a:ext>
              </a:extLst>
            </p:cNvPr>
            <p:cNvSpPr/>
            <p:nvPr/>
          </p:nvSpPr>
          <p:spPr>
            <a:xfrm>
              <a:off x="1883026" y="4754480"/>
              <a:ext cx="6710" cy="2784"/>
            </a:xfrm>
            <a:custGeom>
              <a:avLst/>
              <a:gdLst>
                <a:gd name="csX0" fmla="*/ 0 w 6710"/>
                <a:gd name="csY0" fmla="*/ 0 h 2784"/>
                <a:gd name="csX1" fmla="*/ 0 w 6710"/>
                <a:gd name="csY1" fmla="*/ 2785 h 2784"/>
                <a:gd name="csX2" fmla="*/ 6710 w 6710"/>
                <a:gd name="csY2" fmla="*/ 2785 h 2784"/>
                <a:gd name="csX3" fmla="*/ 6710 w 6710"/>
                <a:gd name="csY3" fmla="*/ 0 h 2784"/>
                <a:gd name="csX4" fmla="*/ 0 w 6710"/>
                <a:gd name="csY4" fmla="*/ 0 h 2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2784">
                  <a:moveTo>
                    <a:pt x="0" y="0"/>
                  </a:moveTo>
                  <a:lnTo>
                    <a:pt x="0" y="2785"/>
                  </a:lnTo>
                  <a:lnTo>
                    <a:pt x="6710" y="2785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7B175F0-08E2-4930-14F5-A21B72348292}"/>
                </a:ext>
              </a:extLst>
            </p:cNvPr>
            <p:cNvSpPr/>
            <p:nvPr/>
          </p:nvSpPr>
          <p:spPr>
            <a:xfrm>
              <a:off x="1889737" y="4754194"/>
              <a:ext cx="6711" cy="3070"/>
            </a:xfrm>
            <a:custGeom>
              <a:avLst/>
              <a:gdLst>
                <a:gd name="csX0" fmla="*/ 0 w 6711"/>
                <a:gd name="csY0" fmla="*/ 0 h 3070"/>
                <a:gd name="csX1" fmla="*/ 0 w 6711"/>
                <a:gd name="csY1" fmla="*/ 3071 h 3070"/>
                <a:gd name="csX2" fmla="*/ 6712 w 6711"/>
                <a:gd name="csY2" fmla="*/ 3071 h 3070"/>
                <a:gd name="csX3" fmla="*/ 6712 w 6711"/>
                <a:gd name="csY3" fmla="*/ 0 h 3070"/>
                <a:gd name="csX4" fmla="*/ 0 w 6711"/>
                <a:gd name="csY4" fmla="*/ 0 h 3070"/>
                <a:gd name="csX5" fmla="*/ 0 w 6711"/>
                <a:gd name="csY5" fmla="*/ 0 h 3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070">
                  <a:moveTo>
                    <a:pt x="0" y="0"/>
                  </a:moveTo>
                  <a:lnTo>
                    <a:pt x="0" y="3071"/>
                  </a:lnTo>
                  <a:lnTo>
                    <a:pt x="6712" y="307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13DB5DA3-FBFA-85F8-9344-B57D9A11EDDE}"/>
                </a:ext>
              </a:extLst>
            </p:cNvPr>
            <p:cNvSpPr/>
            <p:nvPr/>
          </p:nvSpPr>
          <p:spPr>
            <a:xfrm>
              <a:off x="1889737" y="4754194"/>
              <a:ext cx="6711" cy="3070"/>
            </a:xfrm>
            <a:custGeom>
              <a:avLst/>
              <a:gdLst>
                <a:gd name="csX0" fmla="*/ 0 w 6711"/>
                <a:gd name="csY0" fmla="*/ 0 h 3070"/>
                <a:gd name="csX1" fmla="*/ 0 w 6711"/>
                <a:gd name="csY1" fmla="*/ 3071 h 3070"/>
                <a:gd name="csX2" fmla="*/ 6712 w 6711"/>
                <a:gd name="csY2" fmla="*/ 3071 h 3070"/>
                <a:gd name="csX3" fmla="*/ 6712 w 6711"/>
                <a:gd name="csY3" fmla="*/ 0 h 3070"/>
                <a:gd name="csX4" fmla="*/ 0 w 6711"/>
                <a:gd name="csY4" fmla="*/ 0 h 3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070">
                  <a:moveTo>
                    <a:pt x="0" y="0"/>
                  </a:moveTo>
                  <a:lnTo>
                    <a:pt x="0" y="3071"/>
                  </a:lnTo>
                  <a:lnTo>
                    <a:pt x="6712" y="307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2CCCDA33-54C2-AF07-636E-486DD80EDBF2}"/>
                </a:ext>
              </a:extLst>
            </p:cNvPr>
            <p:cNvSpPr/>
            <p:nvPr/>
          </p:nvSpPr>
          <p:spPr>
            <a:xfrm>
              <a:off x="1896448" y="4753203"/>
              <a:ext cx="6711" cy="4061"/>
            </a:xfrm>
            <a:custGeom>
              <a:avLst/>
              <a:gdLst>
                <a:gd name="csX0" fmla="*/ 0 w 6711"/>
                <a:gd name="csY0" fmla="*/ 0 h 4061"/>
                <a:gd name="csX1" fmla="*/ 0 w 6711"/>
                <a:gd name="csY1" fmla="*/ 4061 h 4061"/>
                <a:gd name="csX2" fmla="*/ 6712 w 6711"/>
                <a:gd name="csY2" fmla="*/ 4061 h 4061"/>
                <a:gd name="csX3" fmla="*/ 6712 w 6711"/>
                <a:gd name="csY3" fmla="*/ 0 h 4061"/>
                <a:gd name="csX4" fmla="*/ 0 w 6711"/>
                <a:gd name="csY4" fmla="*/ 0 h 4061"/>
                <a:gd name="csX5" fmla="*/ 0 w 6711"/>
                <a:gd name="csY5" fmla="*/ 0 h 4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061">
                  <a:moveTo>
                    <a:pt x="0" y="0"/>
                  </a:moveTo>
                  <a:lnTo>
                    <a:pt x="0" y="4061"/>
                  </a:lnTo>
                  <a:lnTo>
                    <a:pt x="6712" y="406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726CF260-8377-8E70-ED3B-6A97EAB7CFBE}"/>
                </a:ext>
              </a:extLst>
            </p:cNvPr>
            <p:cNvSpPr/>
            <p:nvPr/>
          </p:nvSpPr>
          <p:spPr>
            <a:xfrm>
              <a:off x="1896448" y="4753203"/>
              <a:ext cx="6711" cy="4061"/>
            </a:xfrm>
            <a:custGeom>
              <a:avLst/>
              <a:gdLst>
                <a:gd name="csX0" fmla="*/ 0 w 6711"/>
                <a:gd name="csY0" fmla="*/ 0 h 4061"/>
                <a:gd name="csX1" fmla="*/ 0 w 6711"/>
                <a:gd name="csY1" fmla="*/ 4061 h 4061"/>
                <a:gd name="csX2" fmla="*/ 6712 w 6711"/>
                <a:gd name="csY2" fmla="*/ 4061 h 4061"/>
                <a:gd name="csX3" fmla="*/ 6712 w 6711"/>
                <a:gd name="csY3" fmla="*/ 0 h 4061"/>
                <a:gd name="csX4" fmla="*/ 0 w 6711"/>
                <a:gd name="csY4" fmla="*/ 0 h 4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061">
                  <a:moveTo>
                    <a:pt x="0" y="0"/>
                  </a:moveTo>
                  <a:lnTo>
                    <a:pt x="0" y="4061"/>
                  </a:lnTo>
                  <a:lnTo>
                    <a:pt x="6712" y="406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FC7352D-6753-42A2-ED3E-5234466335B5}"/>
                </a:ext>
              </a:extLst>
            </p:cNvPr>
            <p:cNvSpPr/>
            <p:nvPr/>
          </p:nvSpPr>
          <p:spPr>
            <a:xfrm>
              <a:off x="1903160" y="4751772"/>
              <a:ext cx="6711" cy="5492"/>
            </a:xfrm>
            <a:custGeom>
              <a:avLst/>
              <a:gdLst>
                <a:gd name="csX0" fmla="*/ 0 w 6711"/>
                <a:gd name="csY0" fmla="*/ 0 h 5492"/>
                <a:gd name="csX1" fmla="*/ 0 w 6711"/>
                <a:gd name="csY1" fmla="*/ 5492 h 5492"/>
                <a:gd name="csX2" fmla="*/ 6712 w 6711"/>
                <a:gd name="csY2" fmla="*/ 5492 h 5492"/>
                <a:gd name="csX3" fmla="*/ 6712 w 6711"/>
                <a:gd name="csY3" fmla="*/ 0 h 5492"/>
                <a:gd name="csX4" fmla="*/ 0 w 6711"/>
                <a:gd name="csY4" fmla="*/ 0 h 5492"/>
                <a:gd name="csX5" fmla="*/ 0 w 6711"/>
                <a:gd name="csY5" fmla="*/ 0 h 5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492">
                  <a:moveTo>
                    <a:pt x="0" y="0"/>
                  </a:moveTo>
                  <a:lnTo>
                    <a:pt x="0" y="5492"/>
                  </a:lnTo>
                  <a:lnTo>
                    <a:pt x="6712" y="549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A79B941-B614-1A1D-BA56-398AD02436EB}"/>
                </a:ext>
              </a:extLst>
            </p:cNvPr>
            <p:cNvSpPr/>
            <p:nvPr/>
          </p:nvSpPr>
          <p:spPr>
            <a:xfrm>
              <a:off x="1903160" y="4751772"/>
              <a:ext cx="6711" cy="5492"/>
            </a:xfrm>
            <a:custGeom>
              <a:avLst/>
              <a:gdLst>
                <a:gd name="csX0" fmla="*/ 0 w 6711"/>
                <a:gd name="csY0" fmla="*/ 0 h 5492"/>
                <a:gd name="csX1" fmla="*/ 0 w 6711"/>
                <a:gd name="csY1" fmla="*/ 5492 h 5492"/>
                <a:gd name="csX2" fmla="*/ 6712 w 6711"/>
                <a:gd name="csY2" fmla="*/ 5492 h 5492"/>
                <a:gd name="csX3" fmla="*/ 6712 w 6711"/>
                <a:gd name="csY3" fmla="*/ 0 h 5492"/>
                <a:gd name="csX4" fmla="*/ 0 w 6711"/>
                <a:gd name="csY4" fmla="*/ 0 h 5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492">
                  <a:moveTo>
                    <a:pt x="0" y="0"/>
                  </a:moveTo>
                  <a:lnTo>
                    <a:pt x="0" y="5492"/>
                  </a:lnTo>
                  <a:lnTo>
                    <a:pt x="6712" y="549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A57D1B9-159B-79F3-D454-9883B457B1E3}"/>
                </a:ext>
              </a:extLst>
            </p:cNvPr>
            <p:cNvSpPr/>
            <p:nvPr/>
          </p:nvSpPr>
          <p:spPr>
            <a:xfrm>
              <a:off x="1909872" y="4750705"/>
              <a:ext cx="6710" cy="6559"/>
            </a:xfrm>
            <a:custGeom>
              <a:avLst/>
              <a:gdLst>
                <a:gd name="csX0" fmla="*/ 0 w 6710"/>
                <a:gd name="csY0" fmla="*/ 0 h 6559"/>
                <a:gd name="csX1" fmla="*/ 0 w 6710"/>
                <a:gd name="csY1" fmla="*/ 6560 h 6559"/>
                <a:gd name="csX2" fmla="*/ 6710 w 6710"/>
                <a:gd name="csY2" fmla="*/ 6560 h 6559"/>
                <a:gd name="csX3" fmla="*/ 6710 w 6710"/>
                <a:gd name="csY3" fmla="*/ 0 h 6559"/>
                <a:gd name="csX4" fmla="*/ 0 w 6710"/>
                <a:gd name="csY4" fmla="*/ 0 h 6559"/>
                <a:gd name="csX5" fmla="*/ 0 w 6710"/>
                <a:gd name="csY5" fmla="*/ 0 h 6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559">
                  <a:moveTo>
                    <a:pt x="0" y="0"/>
                  </a:moveTo>
                  <a:lnTo>
                    <a:pt x="0" y="6560"/>
                  </a:lnTo>
                  <a:lnTo>
                    <a:pt x="6710" y="656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99F1397-EF9E-9B29-9EA2-1D28C5300EFA}"/>
                </a:ext>
              </a:extLst>
            </p:cNvPr>
            <p:cNvSpPr/>
            <p:nvPr/>
          </p:nvSpPr>
          <p:spPr>
            <a:xfrm>
              <a:off x="1909872" y="4750705"/>
              <a:ext cx="6710" cy="6559"/>
            </a:xfrm>
            <a:custGeom>
              <a:avLst/>
              <a:gdLst>
                <a:gd name="csX0" fmla="*/ 0 w 6710"/>
                <a:gd name="csY0" fmla="*/ 0 h 6559"/>
                <a:gd name="csX1" fmla="*/ 0 w 6710"/>
                <a:gd name="csY1" fmla="*/ 6560 h 6559"/>
                <a:gd name="csX2" fmla="*/ 6710 w 6710"/>
                <a:gd name="csY2" fmla="*/ 6560 h 6559"/>
                <a:gd name="csX3" fmla="*/ 6710 w 6710"/>
                <a:gd name="csY3" fmla="*/ 0 h 6559"/>
                <a:gd name="csX4" fmla="*/ 0 w 6710"/>
                <a:gd name="csY4" fmla="*/ 0 h 6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559">
                  <a:moveTo>
                    <a:pt x="0" y="0"/>
                  </a:moveTo>
                  <a:lnTo>
                    <a:pt x="0" y="6560"/>
                  </a:lnTo>
                  <a:lnTo>
                    <a:pt x="6710" y="656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8FCB53DE-097E-235B-F78C-3D4382D4B02D}"/>
                </a:ext>
              </a:extLst>
            </p:cNvPr>
            <p:cNvSpPr/>
            <p:nvPr/>
          </p:nvSpPr>
          <p:spPr>
            <a:xfrm>
              <a:off x="1916582" y="4750991"/>
              <a:ext cx="6711" cy="6273"/>
            </a:xfrm>
            <a:custGeom>
              <a:avLst/>
              <a:gdLst>
                <a:gd name="csX0" fmla="*/ 0 w 6711"/>
                <a:gd name="csY0" fmla="*/ 0 h 6273"/>
                <a:gd name="csX1" fmla="*/ 0 w 6711"/>
                <a:gd name="csY1" fmla="*/ 6273 h 6273"/>
                <a:gd name="csX2" fmla="*/ 6712 w 6711"/>
                <a:gd name="csY2" fmla="*/ 6273 h 6273"/>
                <a:gd name="csX3" fmla="*/ 6712 w 6711"/>
                <a:gd name="csY3" fmla="*/ 0 h 6273"/>
                <a:gd name="csX4" fmla="*/ 0 w 6711"/>
                <a:gd name="csY4" fmla="*/ 0 h 6273"/>
                <a:gd name="csX5" fmla="*/ 0 w 6711"/>
                <a:gd name="csY5" fmla="*/ 0 h 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273">
                  <a:moveTo>
                    <a:pt x="0" y="0"/>
                  </a:moveTo>
                  <a:lnTo>
                    <a:pt x="0" y="6273"/>
                  </a:lnTo>
                  <a:lnTo>
                    <a:pt x="6712" y="627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D943D2A7-41D3-EB7E-748C-D580E3A12BB3}"/>
                </a:ext>
              </a:extLst>
            </p:cNvPr>
            <p:cNvSpPr/>
            <p:nvPr/>
          </p:nvSpPr>
          <p:spPr>
            <a:xfrm>
              <a:off x="1916582" y="4750991"/>
              <a:ext cx="6711" cy="6273"/>
            </a:xfrm>
            <a:custGeom>
              <a:avLst/>
              <a:gdLst>
                <a:gd name="csX0" fmla="*/ 0 w 6711"/>
                <a:gd name="csY0" fmla="*/ 0 h 6273"/>
                <a:gd name="csX1" fmla="*/ 0 w 6711"/>
                <a:gd name="csY1" fmla="*/ 6273 h 6273"/>
                <a:gd name="csX2" fmla="*/ 6712 w 6711"/>
                <a:gd name="csY2" fmla="*/ 6273 h 6273"/>
                <a:gd name="csX3" fmla="*/ 6712 w 6711"/>
                <a:gd name="csY3" fmla="*/ 0 h 6273"/>
                <a:gd name="csX4" fmla="*/ 0 w 6711"/>
                <a:gd name="csY4" fmla="*/ 0 h 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273">
                  <a:moveTo>
                    <a:pt x="0" y="0"/>
                  </a:moveTo>
                  <a:lnTo>
                    <a:pt x="0" y="6273"/>
                  </a:lnTo>
                  <a:lnTo>
                    <a:pt x="6712" y="627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B49844E6-FF1F-CFC1-1846-92662714332B}"/>
                </a:ext>
              </a:extLst>
            </p:cNvPr>
            <p:cNvSpPr/>
            <p:nvPr/>
          </p:nvSpPr>
          <p:spPr>
            <a:xfrm>
              <a:off x="1923294" y="4748999"/>
              <a:ext cx="6711" cy="8265"/>
            </a:xfrm>
            <a:custGeom>
              <a:avLst/>
              <a:gdLst>
                <a:gd name="csX0" fmla="*/ 0 w 6711"/>
                <a:gd name="csY0" fmla="*/ 0 h 8265"/>
                <a:gd name="csX1" fmla="*/ 0 w 6711"/>
                <a:gd name="csY1" fmla="*/ 8266 h 8265"/>
                <a:gd name="csX2" fmla="*/ 6712 w 6711"/>
                <a:gd name="csY2" fmla="*/ 8266 h 8265"/>
                <a:gd name="csX3" fmla="*/ 6712 w 6711"/>
                <a:gd name="csY3" fmla="*/ 0 h 8265"/>
                <a:gd name="csX4" fmla="*/ 0 w 6711"/>
                <a:gd name="csY4" fmla="*/ 0 h 8265"/>
                <a:gd name="csX5" fmla="*/ 0 w 6711"/>
                <a:gd name="csY5" fmla="*/ 0 h 8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265">
                  <a:moveTo>
                    <a:pt x="0" y="0"/>
                  </a:moveTo>
                  <a:lnTo>
                    <a:pt x="0" y="8266"/>
                  </a:lnTo>
                  <a:lnTo>
                    <a:pt x="6712" y="82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7E86BB27-B07A-FF84-FB26-F4A3D3A092A7}"/>
                </a:ext>
              </a:extLst>
            </p:cNvPr>
            <p:cNvSpPr/>
            <p:nvPr/>
          </p:nvSpPr>
          <p:spPr>
            <a:xfrm>
              <a:off x="1923294" y="4748999"/>
              <a:ext cx="6711" cy="8265"/>
            </a:xfrm>
            <a:custGeom>
              <a:avLst/>
              <a:gdLst>
                <a:gd name="csX0" fmla="*/ 0 w 6711"/>
                <a:gd name="csY0" fmla="*/ 0 h 8265"/>
                <a:gd name="csX1" fmla="*/ 0 w 6711"/>
                <a:gd name="csY1" fmla="*/ 8266 h 8265"/>
                <a:gd name="csX2" fmla="*/ 6712 w 6711"/>
                <a:gd name="csY2" fmla="*/ 8266 h 8265"/>
                <a:gd name="csX3" fmla="*/ 6712 w 6711"/>
                <a:gd name="csY3" fmla="*/ 0 h 8265"/>
                <a:gd name="csX4" fmla="*/ 0 w 6711"/>
                <a:gd name="csY4" fmla="*/ 0 h 8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265">
                  <a:moveTo>
                    <a:pt x="0" y="0"/>
                  </a:moveTo>
                  <a:lnTo>
                    <a:pt x="0" y="8266"/>
                  </a:lnTo>
                  <a:lnTo>
                    <a:pt x="6712" y="82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3A80EC2-55AE-80E9-3858-5283FC9D15B0}"/>
                </a:ext>
              </a:extLst>
            </p:cNvPr>
            <p:cNvSpPr/>
            <p:nvPr/>
          </p:nvSpPr>
          <p:spPr>
            <a:xfrm>
              <a:off x="1930005" y="4748635"/>
              <a:ext cx="6711" cy="8628"/>
            </a:xfrm>
            <a:custGeom>
              <a:avLst/>
              <a:gdLst>
                <a:gd name="csX0" fmla="*/ 0 w 6711"/>
                <a:gd name="csY0" fmla="*/ 0 h 8628"/>
                <a:gd name="csX1" fmla="*/ 0 w 6711"/>
                <a:gd name="csY1" fmla="*/ 8629 h 8628"/>
                <a:gd name="csX2" fmla="*/ 6712 w 6711"/>
                <a:gd name="csY2" fmla="*/ 8629 h 8628"/>
                <a:gd name="csX3" fmla="*/ 6712 w 6711"/>
                <a:gd name="csY3" fmla="*/ 0 h 8628"/>
                <a:gd name="csX4" fmla="*/ 0 w 6711"/>
                <a:gd name="csY4" fmla="*/ 0 h 8628"/>
                <a:gd name="csX5" fmla="*/ 0 w 6711"/>
                <a:gd name="csY5" fmla="*/ 0 h 8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628">
                  <a:moveTo>
                    <a:pt x="0" y="0"/>
                  </a:moveTo>
                  <a:lnTo>
                    <a:pt x="0" y="8629"/>
                  </a:lnTo>
                  <a:lnTo>
                    <a:pt x="6712" y="862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EDB8245-BDF9-1A7C-553D-E07B21634BED}"/>
                </a:ext>
              </a:extLst>
            </p:cNvPr>
            <p:cNvSpPr/>
            <p:nvPr/>
          </p:nvSpPr>
          <p:spPr>
            <a:xfrm>
              <a:off x="1930005" y="4748635"/>
              <a:ext cx="6711" cy="8628"/>
            </a:xfrm>
            <a:custGeom>
              <a:avLst/>
              <a:gdLst>
                <a:gd name="csX0" fmla="*/ 0 w 6711"/>
                <a:gd name="csY0" fmla="*/ 0 h 8628"/>
                <a:gd name="csX1" fmla="*/ 0 w 6711"/>
                <a:gd name="csY1" fmla="*/ 8629 h 8628"/>
                <a:gd name="csX2" fmla="*/ 6712 w 6711"/>
                <a:gd name="csY2" fmla="*/ 8629 h 8628"/>
                <a:gd name="csX3" fmla="*/ 6712 w 6711"/>
                <a:gd name="csY3" fmla="*/ 0 h 8628"/>
                <a:gd name="csX4" fmla="*/ 0 w 6711"/>
                <a:gd name="csY4" fmla="*/ 0 h 8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628">
                  <a:moveTo>
                    <a:pt x="0" y="0"/>
                  </a:moveTo>
                  <a:lnTo>
                    <a:pt x="0" y="8629"/>
                  </a:lnTo>
                  <a:lnTo>
                    <a:pt x="6712" y="862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00F086A-495E-1B5E-0FAA-B2301FF0CA83}"/>
                </a:ext>
              </a:extLst>
            </p:cNvPr>
            <p:cNvSpPr/>
            <p:nvPr/>
          </p:nvSpPr>
          <p:spPr>
            <a:xfrm>
              <a:off x="1936717" y="4747073"/>
              <a:ext cx="6710" cy="10191"/>
            </a:xfrm>
            <a:custGeom>
              <a:avLst/>
              <a:gdLst>
                <a:gd name="csX0" fmla="*/ 0 w 6710"/>
                <a:gd name="csY0" fmla="*/ 0 h 10191"/>
                <a:gd name="csX1" fmla="*/ 0 w 6710"/>
                <a:gd name="csY1" fmla="*/ 10192 h 10191"/>
                <a:gd name="csX2" fmla="*/ 6711 w 6710"/>
                <a:gd name="csY2" fmla="*/ 10192 h 10191"/>
                <a:gd name="csX3" fmla="*/ 6711 w 6710"/>
                <a:gd name="csY3" fmla="*/ 0 h 10191"/>
                <a:gd name="csX4" fmla="*/ 0 w 6710"/>
                <a:gd name="csY4" fmla="*/ 0 h 10191"/>
                <a:gd name="csX5" fmla="*/ 0 w 6710"/>
                <a:gd name="csY5" fmla="*/ 0 h 10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0191">
                  <a:moveTo>
                    <a:pt x="0" y="0"/>
                  </a:moveTo>
                  <a:lnTo>
                    <a:pt x="0" y="10192"/>
                  </a:lnTo>
                  <a:lnTo>
                    <a:pt x="6711" y="10192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07A539A4-CC6A-D642-FCB2-6AB1A99B3783}"/>
                </a:ext>
              </a:extLst>
            </p:cNvPr>
            <p:cNvSpPr/>
            <p:nvPr/>
          </p:nvSpPr>
          <p:spPr>
            <a:xfrm>
              <a:off x="1936717" y="4747073"/>
              <a:ext cx="6710" cy="10191"/>
            </a:xfrm>
            <a:custGeom>
              <a:avLst/>
              <a:gdLst>
                <a:gd name="csX0" fmla="*/ 0 w 6710"/>
                <a:gd name="csY0" fmla="*/ 0 h 10191"/>
                <a:gd name="csX1" fmla="*/ 0 w 6710"/>
                <a:gd name="csY1" fmla="*/ 10192 h 10191"/>
                <a:gd name="csX2" fmla="*/ 6711 w 6710"/>
                <a:gd name="csY2" fmla="*/ 10192 h 10191"/>
                <a:gd name="csX3" fmla="*/ 6711 w 6710"/>
                <a:gd name="csY3" fmla="*/ 0 h 10191"/>
                <a:gd name="csX4" fmla="*/ 0 w 6710"/>
                <a:gd name="csY4" fmla="*/ 0 h 10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0191">
                  <a:moveTo>
                    <a:pt x="0" y="0"/>
                  </a:moveTo>
                  <a:lnTo>
                    <a:pt x="0" y="10192"/>
                  </a:lnTo>
                  <a:lnTo>
                    <a:pt x="6711" y="10192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8C4ED3DB-0B54-AA96-31DE-54175AEE67D3}"/>
                </a:ext>
              </a:extLst>
            </p:cNvPr>
            <p:cNvSpPr/>
            <p:nvPr/>
          </p:nvSpPr>
          <p:spPr>
            <a:xfrm>
              <a:off x="1943427" y="4745290"/>
              <a:ext cx="6711" cy="11974"/>
            </a:xfrm>
            <a:custGeom>
              <a:avLst/>
              <a:gdLst>
                <a:gd name="csX0" fmla="*/ 0 w 6711"/>
                <a:gd name="csY0" fmla="*/ 0 h 11974"/>
                <a:gd name="csX1" fmla="*/ 0 w 6711"/>
                <a:gd name="csY1" fmla="*/ 11975 h 11974"/>
                <a:gd name="csX2" fmla="*/ 6712 w 6711"/>
                <a:gd name="csY2" fmla="*/ 11975 h 11974"/>
                <a:gd name="csX3" fmla="*/ 6712 w 6711"/>
                <a:gd name="csY3" fmla="*/ 0 h 11974"/>
                <a:gd name="csX4" fmla="*/ 0 w 6711"/>
                <a:gd name="csY4" fmla="*/ 0 h 11974"/>
                <a:gd name="csX5" fmla="*/ 0 w 6711"/>
                <a:gd name="csY5" fmla="*/ 0 h 11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974">
                  <a:moveTo>
                    <a:pt x="0" y="0"/>
                  </a:moveTo>
                  <a:lnTo>
                    <a:pt x="0" y="11975"/>
                  </a:lnTo>
                  <a:lnTo>
                    <a:pt x="6712" y="1197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7CFBA2EF-D9C3-80F4-97CF-1B92372CEB75}"/>
                </a:ext>
              </a:extLst>
            </p:cNvPr>
            <p:cNvSpPr/>
            <p:nvPr/>
          </p:nvSpPr>
          <p:spPr>
            <a:xfrm>
              <a:off x="1943427" y="4745290"/>
              <a:ext cx="6711" cy="11974"/>
            </a:xfrm>
            <a:custGeom>
              <a:avLst/>
              <a:gdLst>
                <a:gd name="csX0" fmla="*/ 0 w 6711"/>
                <a:gd name="csY0" fmla="*/ 0 h 11974"/>
                <a:gd name="csX1" fmla="*/ 0 w 6711"/>
                <a:gd name="csY1" fmla="*/ 11975 h 11974"/>
                <a:gd name="csX2" fmla="*/ 6712 w 6711"/>
                <a:gd name="csY2" fmla="*/ 11975 h 11974"/>
                <a:gd name="csX3" fmla="*/ 6712 w 6711"/>
                <a:gd name="csY3" fmla="*/ 0 h 11974"/>
                <a:gd name="csX4" fmla="*/ 0 w 6711"/>
                <a:gd name="csY4" fmla="*/ 0 h 11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1974">
                  <a:moveTo>
                    <a:pt x="0" y="0"/>
                  </a:moveTo>
                  <a:lnTo>
                    <a:pt x="0" y="11975"/>
                  </a:lnTo>
                  <a:lnTo>
                    <a:pt x="6712" y="1197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583927E-9E7F-1938-4325-FF094A14E35B}"/>
                </a:ext>
              </a:extLst>
            </p:cNvPr>
            <p:cNvSpPr/>
            <p:nvPr/>
          </p:nvSpPr>
          <p:spPr>
            <a:xfrm>
              <a:off x="1950139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  <a:gd name="csX5" fmla="*/ 0 w 6711"/>
                <a:gd name="csY5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780EFCC9-EC4F-4676-65B6-D0717208FF08}"/>
                </a:ext>
              </a:extLst>
            </p:cNvPr>
            <p:cNvSpPr/>
            <p:nvPr/>
          </p:nvSpPr>
          <p:spPr>
            <a:xfrm>
              <a:off x="1950139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D008F668-238B-3A99-A78D-6980BA690F82}"/>
                </a:ext>
              </a:extLst>
            </p:cNvPr>
            <p:cNvSpPr/>
            <p:nvPr/>
          </p:nvSpPr>
          <p:spPr>
            <a:xfrm>
              <a:off x="1956850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  <a:gd name="csX5" fmla="*/ 0 w 6711"/>
                <a:gd name="csY5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BEFDEAB-7B0B-9A7F-655E-AA992B2720D9}"/>
                </a:ext>
              </a:extLst>
            </p:cNvPr>
            <p:cNvSpPr/>
            <p:nvPr/>
          </p:nvSpPr>
          <p:spPr>
            <a:xfrm>
              <a:off x="1956850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F026FB2-E131-3E91-F354-068BC7A3EDB9}"/>
                </a:ext>
              </a:extLst>
            </p:cNvPr>
            <p:cNvSpPr/>
            <p:nvPr/>
          </p:nvSpPr>
          <p:spPr>
            <a:xfrm>
              <a:off x="1963562" y="4737013"/>
              <a:ext cx="6711" cy="20251"/>
            </a:xfrm>
            <a:custGeom>
              <a:avLst/>
              <a:gdLst>
                <a:gd name="csX0" fmla="*/ 0 w 6711"/>
                <a:gd name="csY0" fmla="*/ 0 h 20251"/>
                <a:gd name="csX1" fmla="*/ 0 w 6711"/>
                <a:gd name="csY1" fmla="*/ 20251 h 20251"/>
                <a:gd name="csX2" fmla="*/ 6712 w 6711"/>
                <a:gd name="csY2" fmla="*/ 20251 h 20251"/>
                <a:gd name="csX3" fmla="*/ 6712 w 6711"/>
                <a:gd name="csY3" fmla="*/ 0 h 20251"/>
                <a:gd name="csX4" fmla="*/ 0 w 6711"/>
                <a:gd name="csY4" fmla="*/ 0 h 20251"/>
                <a:gd name="csX5" fmla="*/ 0 w 6711"/>
                <a:gd name="csY5" fmla="*/ 0 h 20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0251">
                  <a:moveTo>
                    <a:pt x="0" y="0"/>
                  </a:moveTo>
                  <a:lnTo>
                    <a:pt x="0" y="20251"/>
                  </a:lnTo>
                  <a:lnTo>
                    <a:pt x="6712" y="2025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45241DD6-1BD4-E7FE-6A15-2DE3B6218845}"/>
                </a:ext>
              </a:extLst>
            </p:cNvPr>
            <p:cNvSpPr/>
            <p:nvPr/>
          </p:nvSpPr>
          <p:spPr>
            <a:xfrm>
              <a:off x="1963562" y="4737013"/>
              <a:ext cx="6711" cy="20251"/>
            </a:xfrm>
            <a:custGeom>
              <a:avLst/>
              <a:gdLst>
                <a:gd name="csX0" fmla="*/ 0 w 6711"/>
                <a:gd name="csY0" fmla="*/ 0 h 20251"/>
                <a:gd name="csX1" fmla="*/ 0 w 6711"/>
                <a:gd name="csY1" fmla="*/ 20251 h 20251"/>
                <a:gd name="csX2" fmla="*/ 6712 w 6711"/>
                <a:gd name="csY2" fmla="*/ 20251 h 20251"/>
                <a:gd name="csX3" fmla="*/ 6712 w 6711"/>
                <a:gd name="csY3" fmla="*/ 0 h 20251"/>
                <a:gd name="csX4" fmla="*/ 0 w 6711"/>
                <a:gd name="csY4" fmla="*/ 0 h 20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0251">
                  <a:moveTo>
                    <a:pt x="0" y="0"/>
                  </a:moveTo>
                  <a:lnTo>
                    <a:pt x="0" y="20251"/>
                  </a:lnTo>
                  <a:lnTo>
                    <a:pt x="6712" y="2025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4B968B28-EF25-C3C2-258D-E43B25D1C1DD}"/>
                </a:ext>
              </a:extLst>
            </p:cNvPr>
            <p:cNvSpPr/>
            <p:nvPr/>
          </p:nvSpPr>
          <p:spPr>
            <a:xfrm>
              <a:off x="1970273" y="4734592"/>
              <a:ext cx="6710" cy="22672"/>
            </a:xfrm>
            <a:custGeom>
              <a:avLst/>
              <a:gdLst>
                <a:gd name="csX0" fmla="*/ 0 w 6710"/>
                <a:gd name="csY0" fmla="*/ 0 h 22672"/>
                <a:gd name="csX1" fmla="*/ 0 w 6710"/>
                <a:gd name="csY1" fmla="*/ 22673 h 22672"/>
                <a:gd name="csX2" fmla="*/ 6710 w 6710"/>
                <a:gd name="csY2" fmla="*/ 22673 h 22672"/>
                <a:gd name="csX3" fmla="*/ 6710 w 6710"/>
                <a:gd name="csY3" fmla="*/ 0 h 22672"/>
                <a:gd name="csX4" fmla="*/ 0 w 6710"/>
                <a:gd name="csY4" fmla="*/ 0 h 22672"/>
                <a:gd name="csX5" fmla="*/ 0 w 6710"/>
                <a:gd name="csY5" fmla="*/ 0 h 22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22672">
                  <a:moveTo>
                    <a:pt x="0" y="0"/>
                  </a:moveTo>
                  <a:lnTo>
                    <a:pt x="0" y="22673"/>
                  </a:lnTo>
                  <a:lnTo>
                    <a:pt x="6710" y="22673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451F64B0-62FE-C461-81F3-E93B7C031C8E}"/>
                </a:ext>
              </a:extLst>
            </p:cNvPr>
            <p:cNvSpPr/>
            <p:nvPr/>
          </p:nvSpPr>
          <p:spPr>
            <a:xfrm>
              <a:off x="1970273" y="4734592"/>
              <a:ext cx="6710" cy="22672"/>
            </a:xfrm>
            <a:custGeom>
              <a:avLst/>
              <a:gdLst>
                <a:gd name="csX0" fmla="*/ 0 w 6710"/>
                <a:gd name="csY0" fmla="*/ 0 h 22672"/>
                <a:gd name="csX1" fmla="*/ 0 w 6710"/>
                <a:gd name="csY1" fmla="*/ 22673 h 22672"/>
                <a:gd name="csX2" fmla="*/ 6710 w 6710"/>
                <a:gd name="csY2" fmla="*/ 22673 h 22672"/>
                <a:gd name="csX3" fmla="*/ 6710 w 6710"/>
                <a:gd name="csY3" fmla="*/ 0 h 22672"/>
                <a:gd name="csX4" fmla="*/ 0 w 6710"/>
                <a:gd name="csY4" fmla="*/ 0 h 22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22672">
                  <a:moveTo>
                    <a:pt x="0" y="0"/>
                  </a:moveTo>
                  <a:lnTo>
                    <a:pt x="0" y="22673"/>
                  </a:lnTo>
                  <a:lnTo>
                    <a:pt x="6710" y="22673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A12C865-F06F-409D-AEC7-9CA135452E17}"/>
                </a:ext>
              </a:extLst>
            </p:cNvPr>
            <p:cNvSpPr/>
            <p:nvPr/>
          </p:nvSpPr>
          <p:spPr>
            <a:xfrm>
              <a:off x="1976984" y="4730101"/>
              <a:ext cx="6711" cy="27163"/>
            </a:xfrm>
            <a:custGeom>
              <a:avLst/>
              <a:gdLst>
                <a:gd name="csX0" fmla="*/ 0 w 6711"/>
                <a:gd name="csY0" fmla="*/ 0 h 27163"/>
                <a:gd name="csX1" fmla="*/ 0 w 6711"/>
                <a:gd name="csY1" fmla="*/ 27163 h 27163"/>
                <a:gd name="csX2" fmla="*/ 6712 w 6711"/>
                <a:gd name="csY2" fmla="*/ 27163 h 27163"/>
                <a:gd name="csX3" fmla="*/ 6712 w 6711"/>
                <a:gd name="csY3" fmla="*/ 0 h 27163"/>
                <a:gd name="csX4" fmla="*/ 0 w 6711"/>
                <a:gd name="csY4" fmla="*/ 0 h 27163"/>
                <a:gd name="csX5" fmla="*/ 0 w 6711"/>
                <a:gd name="csY5" fmla="*/ 0 h 27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7163">
                  <a:moveTo>
                    <a:pt x="0" y="0"/>
                  </a:moveTo>
                  <a:lnTo>
                    <a:pt x="0" y="27163"/>
                  </a:lnTo>
                  <a:lnTo>
                    <a:pt x="6712" y="2716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FA6A286D-BBFA-F582-B0FA-2F79ACA81DE8}"/>
                </a:ext>
              </a:extLst>
            </p:cNvPr>
            <p:cNvSpPr/>
            <p:nvPr/>
          </p:nvSpPr>
          <p:spPr>
            <a:xfrm>
              <a:off x="1976984" y="4730101"/>
              <a:ext cx="6711" cy="27163"/>
            </a:xfrm>
            <a:custGeom>
              <a:avLst/>
              <a:gdLst>
                <a:gd name="csX0" fmla="*/ 0 w 6711"/>
                <a:gd name="csY0" fmla="*/ 0 h 27163"/>
                <a:gd name="csX1" fmla="*/ 0 w 6711"/>
                <a:gd name="csY1" fmla="*/ 27163 h 27163"/>
                <a:gd name="csX2" fmla="*/ 6712 w 6711"/>
                <a:gd name="csY2" fmla="*/ 27163 h 27163"/>
                <a:gd name="csX3" fmla="*/ 6712 w 6711"/>
                <a:gd name="csY3" fmla="*/ 0 h 27163"/>
                <a:gd name="csX4" fmla="*/ 0 w 6711"/>
                <a:gd name="csY4" fmla="*/ 0 h 27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7163">
                  <a:moveTo>
                    <a:pt x="0" y="0"/>
                  </a:moveTo>
                  <a:lnTo>
                    <a:pt x="0" y="27163"/>
                  </a:lnTo>
                  <a:lnTo>
                    <a:pt x="6712" y="2716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F3482B9-EEED-4D60-07C8-8D9C92E60DDC}"/>
                </a:ext>
              </a:extLst>
            </p:cNvPr>
            <p:cNvSpPr/>
            <p:nvPr/>
          </p:nvSpPr>
          <p:spPr>
            <a:xfrm>
              <a:off x="1983695" y="4726755"/>
              <a:ext cx="6711" cy="30509"/>
            </a:xfrm>
            <a:custGeom>
              <a:avLst/>
              <a:gdLst>
                <a:gd name="csX0" fmla="*/ 0 w 6711"/>
                <a:gd name="csY0" fmla="*/ 0 h 30509"/>
                <a:gd name="csX1" fmla="*/ 0 w 6711"/>
                <a:gd name="csY1" fmla="*/ 30509 h 30509"/>
                <a:gd name="csX2" fmla="*/ 6712 w 6711"/>
                <a:gd name="csY2" fmla="*/ 30509 h 30509"/>
                <a:gd name="csX3" fmla="*/ 6712 w 6711"/>
                <a:gd name="csY3" fmla="*/ 0 h 30509"/>
                <a:gd name="csX4" fmla="*/ 0 w 6711"/>
                <a:gd name="csY4" fmla="*/ 0 h 30509"/>
                <a:gd name="csX5" fmla="*/ 0 w 6711"/>
                <a:gd name="csY5" fmla="*/ 0 h 3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0509">
                  <a:moveTo>
                    <a:pt x="0" y="0"/>
                  </a:moveTo>
                  <a:lnTo>
                    <a:pt x="0" y="30509"/>
                  </a:lnTo>
                  <a:lnTo>
                    <a:pt x="6712" y="3050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7BF099A4-878A-2D3B-0F07-1875E8185B37}"/>
                </a:ext>
              </a:extLst>
            </p:cNvPr>
            <p:cNvSpPr/>
            <p:nvPr/>
          </p:nvSpPr>
          <p:spPr>
            <a:xfrm>
              <a:off x="1983695" y="4726755"/>
              <a:ext cx="6711" cy="30509"/>
            </a:xfrm>
            <a:custGeom>
              <a:avLst/>
              <a:gdLst>
                <a:gd name="csX0" fmla="*/ 0 w 6711"/>
                <a:gd name="csY0" fmla="*/ 0 h 30509"/>
                <a:gd name="csX1" fmla="*/ 0 w 6711"/>
                <a:gd name="csY1" fmla="*/ 30509 h 30509"/>
                <a:gd name="csX2" fmla="*/ 6712 w 6711"/>
                <a:gd name="csY2" fmla="*/ 30509 h 30509"/>
                <a:gd name="csX3" fmla="*/ 6712 w 6711"/>
                <a:gd name="csY3" fmla="*/ 0 h 30509"/>
                <a:gd name="csX4" fmla="*/ 0 w 6711"/>
                <a:gd name="csY4" fmla="*/ 0 h 3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0509">
                  <a:moveTo>
                    <a:pt x="0" y="0"/>
                  </a:moveTo>
                  <a:lnTo>
                    <a:pt x="0" y="30509"/>
                  </a:lnTo>
                  <a:lnTo>
                    <a:pt x="6712" y="3050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039C8B5-2363-8993-C0EC-C2F90A7C96FE}"/>
                </a:ext>
              </a:extLst>
            </p:cNvPr>
            <p:cNvSpPr/>
            <p:nvPr/>
          </p:nvSpPr>
          <p:spPr>
            <a:xfrm>
              <a:off x="1990407" y="4720262"/>
              <a:ext cx="6711" cy="37002"/>
            </a:xfrm>
            <a:custGeom>
              <a:avLst/>
              <a:gdLst>
                <a:gd name="csX0" fmla="*/ 0 w 6711"/>
                <a:gd name="csY0" fmla="*/ 0 h 37002"/>
                <a:gd name="csX1" fmla="*/ 0 w 6711"/>
                <a:gd name="csY1" fmla="*/ 37003 h 37002"/>
                <a:gd name="csX2" fmla="*/ 6712 w 6711"/>
                <a:gd name="csY2" fmla="*/ 37003 h 37002"/>
                <a:gd name="csX3" fmla="*/ 6712 w 6711"/>
                <a:gd name="csY3" fmla="*/ 0 h 37002"/>
                <a:gd name="csX4" fmla="*/ 0 w 6711"/>
                <a:gd name="csY4" fmla="*/ 0 h 37002"/>
                <a:gd name="csX5" fmla="*/ 0 w 6711"/>
                <a:gd name="csY5" fmla="*/ 0 h 3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7002">
                  <a:moveTo>
                    <a:pt x="0" y="0"/>
                  </a:moveTo>
                  <a:lnTo>
                    <a:pt x="0" y="37003"/>
                  </a:lnTo>
                  <a:lnTo>
                    <a:pt x="6712" y="3700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3C3E6793-6366-FE40-1307-6E4E4882A1F6}"/>
                </a:ext>
              </a:extLst>
            </p:cNvPr>
            <p:cNvSpPr/>
            <p:nvPr/>
          </p:nvSpPr>
          <p:spPr>
            <a:xfrm>
              <a:off x="1990407" y="4720262"/>
              <a:ext cx="6711" cy="37002"/>
            </a:xfrm>
            <a:custGeom>
              <a:avLst/>
              <a:gdLst>
                <a:gd name="csX0" fmla="*/ 0 w 6711"/>
                <a:gd name="csY0" fmla="*/ 0 h 37002"/>
                <a:gd name="csX1" fmla="*/ 0 w 6711"/>
                <a:gd name="csY1" fmla="*/ 37003 h 37002"/>
                <a:gd name="csX2" fmla="*/ 6712 w 6711"/>
                <a:gd name="csY2" fmla="*/ 37003 h 37002"/>
                <a:gd name="csX3" fmla="*/ 6712 w 6711"/>
                <a:gd name="csY3" fmla="*/ 0 h 37002"/>
                <a:gd name="csX4" fmla="*/ 0 w 6711"/>
                <a:gd name="csY4" fmla="*/ 0 h 3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7002">
                  <a:moveTo>
                    <a:pt x="0" y="0"/>
                  </a:moveTo>
                  <a:lnTo>
                    <a:pt x="0" y="37003"/>
                  </a:lnTo>
                  <a:lnTo>
                    <a:pt x="6712" y="3700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BAA919E-F9BD-B739-4161-5B22B5341B81}"/>
                </a:ext>
              </a:extLst>
            </p:cNvPr>
            <p:cNvSpPr/>
            <p:nvPr/>
          </p:nvSpPr>
          <p:spPr>
            <a:xfrm>
              <a:off x="1997118" y="4715991"/>
              <a:ext cx="6710" cy="41273"/>
            </a:xfrm>
            <a:custGeom>
              <a:avLst/>
              <a:gdLst>
                <a:gd name="csX0" fmla="*/ 0 w 6710"/>
                <a:gd name="csY0" fmla="*/ 0 h 41273"/>
                <a:gd name="csX1" fmla="*/ 0 w 6710"/>
                <a:gd name="csY1" fmla="*/ 41273 h 41273"/>
                <a:gd name="csX2" fmla="*/ 6711 w 6710"/>
                <a:gd name="csY2" fmla="*/ 41273 h 41273"/>
                <a:gd name="csX3" fmla="*/ 6711 w 6710"/>
                <a:gd name="csY3" fmla="*/ 0 h 41273"/>
                <a:gd name="csX4" fmla="*/ 0 w 6710"/>
                <a:gd name="csY4" fmla="*/ 0 h 41273"/>
                <a:gd name="csX5" fmla="*/ 0 w 6710"/>
                <a:gd name="csY5" fmla="*/ 0 h 4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1273">
                  <a:moveTo>
                    <a:pt x="0" y="0"/>
                  </a:moveTo>
                  <a:lnTo>
                    <a:pt x="0" y="41273"/>
                  </a:lnTo>
                  <a:lnTo>
                    <a:pt x="6711" y="41273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43C72E8-6BBC-D40E-801D-4DFF2F7E2C42}"/>
                </a:ext>
              </a:extLst>
            </p:cNvPr>
            <p:cNvSpPr/>
            <p:nvPr/>
          </p:nvSpPr>
          <p:spPr>
            <a:xfrm>
              <a:off x="1997118" y="4715991"/>
              <a:ext cx="6710" cy="41273"/>
            </a:xfrm>
            <a:custGeom>
              <a:avLst/>
              <a:gdLst>
                <a:gd name="csX0" fmla="*/ 0 w 6710"/>
                <a:gd name="csY0" fmla="*/ 0 h 41273"/>
                <a:gd name="csX1" fmla="*/ 0 w 6710"/>
                <a:gd name="csY1" fmla="*/ 41273 h 41273"/>
                <a:gd name="csX2" fmla="*/ 6711 w 6710"/>
                <a:gd name="csY2" fmla="*/ 41273 h 41273"/>
                <a:gd name="csX3" fmla="*/ 6711 w 6710"/>
                <a:gd name="csY3" fmla="*/ 0 h 41273"/>
                <a:gd name="csX4" fmla="*/ 0 w 6710"/>
                <a:gd name="csY4" fmla="*/ 0 h 4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1273">
                  <a:moveTo>
                    <a:pt x="0" y="0"/>
                  </a:moveTo>
                  <a:lnTo>
                    <a:pt x="0" y="41273"/>
                  </a:lnTo>
                  <a:lnTo>
                    <a:pt x="6711" y="41273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4036925A-6365-0F9C-4932-41D0FE9307D8}"/>
                </a:ext>
              </a:extLst>
            </p:cNvPr>
            <p:cNvSpPr/>
            <p:nvPr/>
          </p:nvSpPr>
          <p:spPr>
            <a:xfrm>
              <a:off x="2003829" y="4709861"/>
              <a:ext cx="6711" cy="47403"/>
            </a:xfrm>
            <a:custGeom>
              <a:avLst/>
              <a:gdLst>
                <a:gd name="csX0" fmla="*/ 0 w 6711"/>
                <a:gd name="csY0" fmla="*/ 0 h 47403"/>
                <a:gd name="csX1" fmla="*/ 0 w 6711"/>
                <a:gd name="csY1" fmla="*/ 47403 h 47403"/>
                <a:gd name="csX2" fmla="*/ 6712 w 6711"/>
                <a:gd name="csY2" fmla="*/ 47403 h 47403"/>
                <a:gd name="csX3" fmla="*/ 6712 w 6711"/>
                <a:gd name="csY3" fmla="*/ 0 h 47403"/>
                <a:gd name="csX4" fmla="*/ 0 w 6711"/>
                <a:gd name="csY4" fmla="*/ 0 h 47403"/>
                <a:gd name="csX5" fmla="*/ 0 w 6711"/>
                <a:gd name="csY5" fmla="*/ 0 h 47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7403">
                  <a:moveTo>
                    <a:pt x="0" y="0"/>
                  </a:moveTo>
                  <a:lnTo>
                    <a:pt x="0" y="47403"/>
                  </a:lnTo>
                  <a:lnTo>
                    <a:pt x="6712" y="4740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F1D85833-096C-18D5-9C6A-0C54F963920B}"/>
                </a:ext>
              </a:extLst>
            </p:cNvPr>
            <p:cNvSpPr/>
            <p:nvPr/>
          </p:nvSpPr>
          <p:spPr>
            <a:xfrm>
              <a:off x="2003829" y="4709861"/>
              <a:ext cx="6711" cy="47403"/>
            </a:xfrm>
            <a:custGeom>
              <a:avLst/>
              <a:gdLst>
                <a:gd name="csX0" fmla="*/ 0 w 6711"/>
                <a:gd name="csY0" fmla="*/ 0 h 47403"/>
                <a:gd name="csX1" fmla="*/ 0 w 6711"/>
                <a:gd name="csY1" fmla="*/ 47403 h 47403"/>
                <a:gd name="csX2" fmla="*/ 6712 w 6711"/>
                <a:gd name="csY2" fmla="*/ 47403 h 47403"/>
                <a:gd name="csX3" fmla="*/ 6712 w 6711"/>
                <a:gd name="csY3" fmla="*/ 0 h 47403"/>
                <a:gd name="csX4" fmla="*/ 0 w 6711"/>
                <a:gd name="csY4" fmla="*/ 0 h 47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7403">
                  <a:moveTo>
                    <a:pt x="0" y="0"/>
                  </a:moveTo>
                  <a:lnTo>
                    <a:pt x="0" y="47403"/>
                  </a:lnTo>
                  <a:lnTo>
                    <a:pt x="6712" y="4740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C0127EB8-9BCE-456E-1134-C93BBC446C92}"/>
                </a:ext>
              </a:extLst>
            </p:cNvPr>
            <p:cNvSpPr/>
            <p:nvPr/>
          </p:nvSpPr>
          <p:spPr>
            <a:xfrm>
              <a:off x="2010540" y="4705932"/>
              <a:ext cx="6711" cy="51332"/>
            </a:xfrm>
            <a:custGeom>
              <a:avLst/>
              <a:gdLst>
                <a:gd name="csX0" fmla="*/ 0 w 6711"/>
                <a:gd name="csY0" fmla="*/ 0 h 51332"/>
                <a:gd name="csX1" fmla="*/ 0 w 6711"/>
                <a:gd name="csY1" fmla="*/ 51333 h 51332"/>
                <a:gd name="csX2" fmla="*/ 6712 w 6711"/>
                <a:gd name="csY2" fmla="*/ 51333 h 51332"/>
                <a:gd name="csX3" fmla="*/ 6712 w 6711"/>
                <a:gd name="csY3" fmla="*/ 0 h 51332"/>
                <a:gd name="csX4" fmla="*/ 0 w 6711"/>
                <a:gd name="csY4" fmla="*/ 0 h 51332"/>
                <a:gd name="csX5" fmla="*/ 0 w 6711"/>
                <a:gd name="csY5" fmla="*/ 0 h 5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1332">
                  <a:moveTo>
                    <a:pt x="0" y="0"/>
                  </a:moveTo>
                  <a:lnTo>
                    <a:pt x="0" y="51333"/>
                  </a:lnTo>
                  <a:lnTo>
                    <a:pt x="6712" y="5133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116E2D4B-7621-2CA0-D80C-3120D14F672E}"/>
                </a:ext>
              </a:extLst>
            </p:cNvPr>
            <p:cNvSpPr/>
            <p:nvPr/>
          </p:nvSpPr>
          <p:spPr>
            <a:xfrm>
              <a:off x="2010540" y="4705932"/>
              <a:ext cx="6711" cy="51332"/>
            </a:xfrm>
            <a:custGeom>
              <a:avLst/>
              <a:gdLst>
                <a:gd name="csX0" fmla="*/ 0 w 6711"/>
                <a:gd name="csY0" fmla="*/ 0 h 51332"/>
                <a:gd name="csX1" fmla="*/ 0 w 6711"/>
                <a:gd name="csY1" fmla="*/ 51333 h 51332"/>
                <a:gd name="csX2" fmla="*/ 6712 w 6711"/>
                <a:gd name="csY2" fmla="*/ 51333 h 51332"/>
                <a:gd name="csX3" fmla="*/ 6712 w 6711"/>
                <a:gd name="csY3" fmla="*/ 0 h 51332"/>
                <a:gd name="csX4" fmla="*/ 0 w 6711"/>
                <a:gd name="csY4" fmla="*/ 0 h 5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1332">
                  <a:moveTo>
                    <a:pt x="0" y="0"/>
                  </a:moveTo>
                  <a:lnTo>
                    <a:pt x="0" y="51333"/>
                  </a:lnTo>
                  <a:lnTo>
                    <a:pt x="6712" y="5133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EA677A9-768E-91CC-E8E1-085E8A19DE44}"/>
                </a:ext>
              </a:extLst>
            </p:cNvPr>
            <p:cNvSpPr/>
            <p:nvPr/>
          </p:nvSpPr>
          <p:spPr>
            <a:xfrm>
              <a:off x="2017252" y="4699592"/>
              <a:ext cx="6711" cy="57672"/>
            </a:xfrm>
            <a:custGeom>
              <a:avLst/>
              <a:gdLst>
                <a:gd name="csX0" fmla="*/ 0 w 6711"/>
                <a:gd name="csY0" fmla="*/ 0 h 57672"/>
                <a:gd name="csX1" fmla="*/ 0 w 6711"/>
                <a:gd name="csY1" fmla="*/ 57672 h 57672"/>
                <a:gd name="csX2" fmla="*/ 6712 w 6711"/>
                <a:gd name="csY2" fmla="*/ 57672 h 57672"/>
                <a:gd name="csX3" fmla="*/ 6712 w 6711"/>
                <a:gd name="csY3" fmla="*/ 0 h 57672"/>
                <a:gd name="csX4" fmla="*/ 0 w 6711"/>
                <a:gd name="csY4" fmla="*/ 0 h 57672"/>
                <a:gd name="csX5" fmla="*/ 0 w 6711"/>
                <a:gd name="csY5" fmla="*/ 0 h 57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7672">
                  <a:moveTo>
                    <a:pt x="0" y="0"/>
                  </a:moveTo>
                  <a:lnTo>
                    <a:pt x="0" y="57672"/>
                  </a:lnTo>
                  <a:lnTo>
                    <a:pt x="6712" y="5767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78C1D504-57B3-74F6-BEF4-8AB5FF2EE72A}"/>
                </a:ext>
              </a:extLst>
            </p:cNvPr>
            <p:cNvSpPr/>
            <p:nvPr/>
          </p:nvSpPr>
          <p:spPr>
            <a:xfrm>
              <a:off x="2017252" y="4699592"/>
              <a:ext cx="6711" cy="57672"/>
            </a:xfrm>
            <a:custGeom>
              <a:avLst/>
              <a:gdLst>
                <a:gd name="csX0" fmla="*/ 0 w 6711"/>
                <a:gd name="csY0" fmla="*/ 0 h 57672"/>
                <a:gd name="csX1" fmla="*/ 0 w 6711"/>
                <a:gd name="csY1" fmla="*/ 57672 h 57672"/>
                <a:gd name="csX2" fmla="*/ 6712 w 6711"/>
                <a:gd name="csY2" fmla="*/ 57672 h 57672"/>
                <a:gd name="csX3" fmla="*/ 6712 w 6711"/>
                <a:gd name="csY3" fmla="*/ 0 h 57672"/>
                <a:gd name="csX4" fmla="*/ 0 w 6711"/>
                <a:gd name="csY4" fmla="*/ 0 h 57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7672">
                  <a:moveTo>
                    <a:pt x="0" y="0"/>
                  </a:moveTo>
                  <a:lnTo>
                    <a:pt x="0" y="57672"/>
                  </a:lnTo>
                  <a:lnTo>
                    <a:pt x="6712" y="5767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362B9C67-59E8-EBFA-B91C-E140E7FDC656}"/>
                </a:ext>
              </a:extLst>
            </p:cNvPr>
            <p:cNvSpPr/>
            <p:nvPr/>
          </p:nvSpPr>
          <p:spPr>
            <a:xfrm>
              <a:off x="2023964" y="4690754"/>
              <a:ext cx="6710" cy="66510"/>
            </a:xfrm>
            <a:custGeom>
              <a:avLst/>
              <a:gdLst>
                <a:gd name="csX0" fmla="*/ 0 w 6710"/>
                <a:gd name="csY0" fmla="*/ 0 h 66510"/>
                <a:gd name="csX1" fmla="*/ 0 w 6710"/>
                <a:gd name="csY1" fmla="*/ 66510 h 66510"/>
                <a:gd name="csX2" fmla="*/ 6711 w 6710"/>
                <a:gd name="csY2" fmla="*/ 66510 h 66510"/>
                <a:gd name="csX3" fmla="*/ 6711 w 6710"/>
                <a:gd name="csY3" fmla="*/ 0 h 66510"/>
                <a:gd name="csX4" fmla="*/ 0 w 6710"/>
                <a:gd name="csY4" fmla="*/ 0 h 66510"/>
                <a:gd name="csX5" fmla="*/ 0 w 6710"/>
                <a:gd name="csY5" fmla="*/ 0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6510">
                  <a:moveTo>
                    <a:pt x="0" y="0"/>
                  </a:moveTo>
                  <a:lnTo>
                    <a:pt x="0" y="66510"/>
                  </a:lnTo>
                  <a:lnTo>
                    <a:pt x="6711" y="66510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7D97BC19-6054-DDBA-2AF4-08C2021F46EA}"/>
                </a:ext>
              </a:extLst>
            </p:cNvPr>
            <p:cNvSpPr/>
            <p:nvPr/>
          </p:nvSpPr>
          <p:spPr>
            <a:xfrm>
              <a:off x="2023964" y="4690754"/>
              <a:ext cx="6710" cy="66510"/>
            </a:xfrm>
            <a:custGeom>
              <a:avLst/>
              <a:gdLst>
                <a:gd name="csX0" fmla="*/ 0 w 6710"/>
                <a:gd name="csY0" fmla="*/ 0 h 66510"/>
                <a:gd name="csX1" fmla="*/ 0 w 6710"/>
                <a:gd name="csY1" fmla="*/ 66510 h 66510"/>
                <a:gd name="csX2" fmla="*/ 6711 w 6710"/>
                <a:gd name="csY2" fmla="*/ 66510 h 66510"/>
                <a:gd name="csX3" fmla="*/ 6711 w 6710"/>
                <a:gd name="csY3" fmla="*/ 0 h 66510"/>
                <a:gd name="csX4" fmla="*/ 0 w 6710"/>
                <a:gd name="csY4" fmla="*/ 0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6510">
                  <a:moveTo>
                    <a:pt x="0" y="0"/>
                  </a:moveTo>
                  <a:lnTo>
                    <a:pt x="0" y="66510"/>
                  </a:lnTo>
                  <a:lnTo>
                    <a:pt x="6711" y="66510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2D55628-501C-5817-A625-1A092E71155A}"/>
                </a:ext>
              </a:extLst>
            </p:cNvPr>
            <p:cNvSpPr/>
            <p:nvPr/>
          </p:nvSpPr>
          <p:spPr>
            <a:xfrm>
              <a:off x="2030674" y="4687397"/>
              <a:ext cx="6711" cy="69867"/>
            </a:xfrm>
            <a:custGeom>
              <a:avLst/>
              <a:gdLst>
                <a:gd name="csX0" fmla="*/ 0 w 6711"/>
                <a:gd name="csY0" fmla="*/ 0 h 69867"/>
                <a:gd name="csX1" fmla="*/ 0 w 6711"/>
                <a:gd name="csY1" fmla="*/ 69867 h 69867"/>
                <a:gd name="csX2" fmla="*/ 6712 w 6711"/>
                <a:gd name="csY2" fmla="*/ 69867 h 69867"/>
                <a:gd name="csX3" fmla="*/ 6712 w 6711"/>
                <a:gd name="csY3" fmla="*/ 0 h 69867"/>
                <a:gd name="csX4" fmla="*/ 0 w 6711"/>
                <a:gd name="csY4" fmla="*/ 0 h 69867"/>
                <a:gd name="csX5" fmla="*/ 0 w 6711"/>
                <a:gd name="csY5" fmla="*/ 0 h 69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9867">
                  <a:moveTo>
                    <a:pt x="0" y="0"/>
                  </a:moveTo>
                  <a:lnTo>
                    <a:pt x="0" y="69867"/>
                  </a:lnTo>
                  <a:lnTo>
                    <a:pt x="6712" y="69867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399797B-AD80-188C-F35A-7FA5FBC94525}"/>
                </a:ext>
              </a:extLst>
            </p:cNvPr>
            <p:cNvSpPr/>
            <p:nvPr/>
          </p:nvSpPr>
          <p:spPr>
            <a:xfrm>
              <a:off x="2030674" y="4687397"/>
              <a:ext cx="6711" cy="69867"/>
            </a:xfrm>
            <a:custGeom>
              <a:avLst/>
              <a:gdLst>
                <a:gd name="csX0" fmla="*/ 0 w 6711"/>
                <a:gd name="csY0" fmla="*/ 0 h 69867"/>
                <a:gd name="csX1" fmla="*/ 0 w 6711"/>
                <a:gd name="csY1" fmla="*/ 69867 h 69867"/>
                <a:gd name="csX2" fmla="*/ 6712 w 6711"/>
                <a:gd name="csY2" fmla="*/ 69867 h 69867"/>
                <a:gd name="csX3" fmla="*/ 6712 w 6711"/>
                <a:gd name="csY3" fmla="*/ 0 h 69867"/>
                <a:gd name="csX4" fmla="*/ 0 w 6711"/>
                <a:gd name="csY4" fmla="*/ 0 h 69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9867">
                  <a:moveTo>
                    <a:pt x="0" y="0"/>
                  </a:moveTo>
                  <a:lnTo>
                    <a:pt x="0" y="69867"/>
                  </a:lnTo>
                  <a:lnTo>
                    <a:pt x="6712" y="69867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43E0AF0B-7821-406F-47C5-A72186D8C6EA}"/>
                </a:ext>
              </a:extLst>
            </p:cNvPr>
            <p:cNvSpPr/>
            <p:nvPr/>
          </p:nvSpPr>
          <p:spPr>
            <a:xfrm>
              <a:off x="2748785" y="4735879"/>
              <a:ext cx="6713" cy="21384"/>
            </a:xfrm>
            <a:custGeom>
              <a:avLst/>
              <a:gdLst>
                <a:gd name="csX0" fmla="*/ 0 w 6713"/>
                <a:gd name="csY0" fmla="*/ 0 h 21384"/>
                <a:gd name="csX1" fmla="*/ 0 w 6713"/>
                <a:gd name="csY1" fmla="*/ 21385 h 21384"/>
                <a:gd name="csX2" fmla="*/ 6714 w 6713"/>
                <a:gd name="csY2" fmla="*/ 21385 h 21384"/>
                <a:gd name="csX3" fmla="*/ 6714 w 6713"/>
                <a:gd name="csY3" fmla="*/ 0 h 21384"/>
                <a:gd name="csX4" fmla="*/ 0 w 6713"/>
                <a:gd name="csY4" fmla="*/ 0 h 21384"/>
                <a:gd name="csX5" fmla="*/ 0 w 6713"/>
                <a:gd name="csY5" fmla="*/ 0 h 21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1384">
                  <a:moveTo>
                    <a:pt x="0" y="0"/>
                  </a:moveTo>
                  <a:lnTo>
                    <a:pt x="0" y="21385"/>
                  </a:lnTo>
                  <a:lnTo>
                    <a:pt x="6714" y="213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8689A4C1-6C5E-4F83-90E2-B730AFCB83D1}"/>
                </a:ext>
              </a:extLst>
            </p:cNvPr>
            <p:cNvSpPr/>
            <p:nvPr/>
          </p:nvSpPr>
          <p:spPr>
            <a:xfrm>
              <a:off x="2748785" y="4735879"/>
              <a:ext cx="6713" cy="21384"/>
            </a:xfrm>
            <a:custGeom>
              <a:avLst/>
              <a:gdLst>
                <a:gd name="csX0" fmla="*/ 0 w 6713"/>
                <a:gd name="csY0" fmla="*/ 0 h 21384"/>
                <a:gd name="csX1" fmla="*/ 0 w 6713"/>
                <a:gd name="csY1" fmla="*/ 21385 h 21384"/>
                <a:gd name="csX2" fmla="*/ 6714 w 6713"/>
                <a:gd name="csY2" fmla="*/ 21385 h 21384"/>
                <a:gd name="csX3" fmla="*/ 6714 w 6713"/>
                <a:gd name="csY3" fmla="*/ 0 h 21384"/>
                <a:gd name="csX4" fmla="*/ 0 w 6713"/>
                <a:gd name="csY4" fmla="*/ 0 h 21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1384">
                  <a:moveTo>
                    <a:pt x="0" y="0"/>
                  </a:moveTo>
                  <a:lnTo>
                    <a:pt x="0" y="21385"/>
                  </a:lnTo>
                  <a:lnTo>
                    <a:pt x="6714" y="213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34BF5463-A849-BCB2-A9C3-3A80A606ABE3}"/>
                </a:ext>
              </a:extLst>
            </p:cNvPr>
            <p:cNvSpPr/>
            <p:nvPr/>
          </p:nvSpPr>
          <p:spPr>
            <a:xfrm>
              <a:off x="2755498" y="4740227"/>
              <a:ext cx="6702" cy="17037"/>
            </a:xfrm>
            <a:custGeom>
              <a:avLst/>
              <a:gdLst>
                <a:gd name="csX0" fmla="*/ 0 w 6702"/>
                <a:gd name="csY0" fmla="*/ 0 h 17037"/>
                <a:gd name="csX1" fmla="*/ 0 w 6702"/>
                <a:gd name="csY1" fmla="*/ 17037 h 17037"/>
                <a:gd name="csX2" fmla="*/ 6703 w 6702"/>
                <a:gd name="csY2" fmla="*/ 17037 h 17037"/>
                <a:gd name="csX3" fmla="*/ 6703 w 6702"/>
                <a:gd name="csY3" fmla="*/ 0 h 17037"/>
                <a:gd name="csX4" fmla="*/ 0 w 6702"/>
                <a:gd name="csY4" fmla="*/ 0 h 17037"/>
                <a:gd name="csX5" fmla="*/ 0 w 6702"/>
                <a:gd name="csY5" fmla="*/ 0 h 17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7037">
                  <a:moveTo>
                    <a:pt x="0" y="0"/>
                  </a:moveTo>
                  <a:lnTo>
                    <a:pt x="0" y="17037"/>
                  </a:lnTo>
                  <a:lnTo>
                    <a:pt x="6703" y="1703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BD2CBBBF-E2BC-DB6F-3330-57C6EB5E1365}"/>
                </a:ext>
              </a:extLst>
            </p:cNvPr>
            <p:cNvSpPr/>
            <p:nvPr/>
          </p:nvSpPr>
          <p:spPr>
            <a:xfrm>
              <a:off x="2755498" y="4740227"/>
              <a:ext cx="6702" cy="17037"/>
            </a:xfrm>
            <a:custGeom>
              <a:avLst/>
              <a:gdLst>
                <a:gd name="csX0" fmla="*/ 0 w 6702"/>
                <a:gd name="csY0" fmla="*/ 0 h 17037"/>
                <a:gd name="csX1" fmla="*/ 0 w 6702"/>
                <a:gd name="csY1" fmla="*/ 17037 h 17037"/>
                <a:gd name="csX2" fmla="*/ 6703 w 6702"/>
                <a:gd name="csY2" fmla="*/ 17037 h 17037"/>
                <a:gd name="csX3" fmla="*/ 6703 w 6702"/>
                <a:gd name="csY3" fmla="*/ 0 h 17037"/>
                <a:gd name="csX4" fmla="*/ 0 w 6702"/>
                <a:gd name="csY4" fmla="*/ 0 h 17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7037">
                  <a:moveTo>
                    <a:pt x="0" y="0"/>
                  </a:moveTo>
                  <a:lnTo>
                    <a:pt x="0" y="17037"/>
                  </a:lnTo>
                  <a:lnTo>
                    <a:pt x="6703" y="1703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0316CBB8-B2C1-C4F7-EE93-0127982CF493}"/>
                </a:ext>
              </a:extLst>
            </p:cNvPr>
            <p:cNvSpPr/>
            <p:nvPr/>
          </p:nvSpPr>
          <p:spPr>
            <a:xfrm>
              <a:off x="2762201" y="4743716"/>
              <a:ext cx="6713" cy="13548"/>
            </a:xfrm>
            <a:custGeom>
              <a:avLst/>
              <a:gdLst>
                <a:gd name="csX0" fmla="*/ 0 w 6713"/>
                <a:gd name="csY0" fmla="*/ 0 h 13548"/>
                <a:gd name="csX1" fmla="*/ 0 w 6713"/>
                <a:gd name="csY1" fmla="*/ 13549 h 13548"/>
                <a:gd name="csX2" fmla="*/ 6714 w 6713"/>
                <a:gd name="csY2" fmla="*/ 13549 h 13548"/>
                <a:gd name="csX3" fmla="*/ 6714 w 6713"/>
                <a:gd name="csY3" fmla="*/ 0 h 13548"/>
                <a:gd name="csX4" fmla="*/ 0 w 6713"/>
                <a:gd name="csY4" fmla="*/ 0 h 13548"/>
                <a:gd name="csX5" fmla="*/ 0 w 6713"/>
                <a:gd name="csY5" fmla="*/ 0 h 13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548">
                  <a:moveTo>
                    <a:pt x="0" y="0"/>
                  </a:moveTo>
                  <a:lnTo>
                    <a:pt x="0" y="13549"/>
                  </a:lnTo>
                  <a:lnTo>
                    <a:pt x="6714" y="135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CBCEC5BC-9E9D-D774-4A7C-586A5D04D09C}"/>
                </a:ext>
              </a:extLst>
            </p:cNvPr>
            <p:cNvSpPr/>
            <p:nvPr/>
          </p:nvSpPr>
          <p:spPr>
            <a:xfrm>
              <a:off x="2762201" y="4743716"/>
              <a:ext cx="6713" cy="13548"/>
            </a:xfrm>
            <a:custGeom>
              <a:avLst/>
              <a:gdLst>
                <a:gd name="csX0" fmla="*/ 0 w 6713"/>
                <a:gd name="csY0" fmla="*/ 0 h 13548"/>
                <a:gd name="csX1" fmla="*/ 0 w 6713"/>
                <a:gd name="csY1" fmla="*/ 13549 h 13548"/>
                <a:gd name="csX2" fmla="*/ 6714 w 6713"/>
                <a:gd name="csY2" fmla="*/ 13549 h 13548"/>
                <a:gd name="csX3" fmla="*/ 6714 w 6713"/>
                <a:gd name="csY3" fmla="*/ 0 h 13548"/>
                <a:gd name="csX4" fmla="*/ 0 w 6713"/>
                <a:gd name="csY4" fmla="*/ 0 h 13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548">
                  <a:moveTo>
                    <a:pt x="0" y="0"/>
                  </a:moveTo>
                  <a:lnTo>
                    <a:pt x="0" y="13549"/>
                  </a:lnTo>
                  <a:lnTo>
                    <a:pt x="6714" y="135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D4A6D24A-0A7C-DA40-31C9-084D438E3514}"/>
                </a:ext>
              </a:extLst>
            </p:cNvPr>
            <p:cNvSpPr/>
            <p:nvPr/>
          </p:nvSpPr>
          <p:spPr>
            <a:xfrm>
              <a:off x="2768915" y="4743936"/>
              <a:ext cx="6713" cy="13328"/>
            </a:xfrm>
            <a:custGeom>
              <a:avLst/>
              <a:gdLst>
                <a:gd name="csX0" fmla="*/ 0 w 6713"/>
                <a:gd name="csY0" fmla="*/ 0 h 13328"/>
                <a:gd name="csX1" fmla="*/ 0 w 6713"/>
                <a:gd name="csY1" fmla="*/ 13328 h 13328"/>
                <a:gd name="csX2" fmla="*/ 6714 w 6713"/>
                <a:gd name="csY2" fmla="*/ 13328 h 13328"/>
                <a:gd name="csX3" fmla="*/ 6714 w 6713"/>
                <a:gd name="csY3" fmla="*/ 0 h 13328"/>
                <a:gd name="csX4" fmla="*/ 0 w 6713"/>
                <a:gd name="csY4" fmla="*/ 0 h 13328"/>
                <a:gd name="csX5" fmla="*/ 0 w 6713"/>
                <a:gd name="csY5" fmla="*/ 0 h 13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328">
                  <a:moveTo>
                    <a:pt x="0" y="0"/>
                  </a:moveTo>
                  <a:lnTo>
                    <a:pt x="0" y="13328"/>
                  </a:lnTo>
                  <a:lnTo>
                    <a:pt x="6714" y="1332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A923911C-E553-BE71-C63D-965AE9809C2E}"/>
                </a:ext>
              </a:extLst>
            </p:cNvPr>
            <p:cNvSpPr/>
            <p:nvPr/>
          </p:nvSpPr>
          <p:spPr>
            <a:xfrm>
              <a:off x="2768915" y="4743936"/>
              <a:ext cx="6713" cy="13328"/>
            </a:xfrm>
            <a:custGeom>
              <a:avLst/>
              <a:gdLst>
                <a:gd name="csX0" fmla="*/ 0 w 6713"/>
                <a:gd name="csY0" fmla="*/ 0 h 13328"/>
                <a:gd name="csX1" fmla="*/ 0 w 6713"/>
                <a:gd name="csY1" fmla="*/ 13328 h 13328"/>
                <a:gd name="csX2" fmla="*/ 6714 w 6713"/>
                <a:gd name="csY2" fmla="*/ 13328 h 13328"/>
                <a:gd name="csX3" fmla="*/ 6714 w 6713"/>
                <a:gd name="csY3" fmla="*/ 0 h 13328"/>
                <a:gd name="csX4" fmla="*/ 0 w 6713"/>
                <a:gd name="csY4" fmla="*/ 0 h 13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328">
                  <a:moveTo>
                    <a:pt x="0" y="0"/>
                  </a:moveTo>
                  <a:lnTo>
                    <a:pt x="0" y="13328"/>
                  </a:lnTo>
                  <a:lnTo>
                    <a:pt x="6714" y="1332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238F3A18-0A6E-DEF6-7E7A-364FADBA6378}"/>
                </a:ext>
              </a:extLst>
            </p:cNvPr>
            <p:cNvSpPr/>
            <p:nvPr/>
          </p:nvSpPr>
          <p:spPr>
            <a:xfrm>
              <a:off x="2775629" y="4744783"/>
              <a:ext cx="6713" cy="12480"/>
            </a:xfrm>
            <a:custGeom>
              <a:avLst/>
              <a:gdLst>
                <a:gd name="csX0" fmla="*/ 0 w 6713"/>
                <a:gd name="csY0" fmla="*/ 0 h 12480"/>
                <a:gd name="csX1" fmla="*/ 0 w 6713"/>
                <a:gd name="csY1" fmla="*/ 12481 h 12480"/>
                <a:gd name="csX2" fmla="*/ 6714 w 6713"/>
                <a:gd name="csY2" fmla="*/ 12481 h 12480"/>
                <a:gd name="csX3" fmla="*/ 6714 w 6713"/>
                <a:gd name="csY3" fmla="*/ 0 h 12480"/>
                <a:gd name="csX4" fmla="*/ 0 w 6713"/>
                <a:gd name="csY4" fmla="*/ 0 h 12480"/>
                <a:gd name="csX5" fmla="*/ 0 w 6713"/>
                <a:gd name="csY5" fmla="*/ 0 h 1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480">
                  <a:moveTo>
                    <a:pt x="0" y="0"/>
                  </a:moveTo>
                  <a:lnTo>
                    <a:pt x="0" y="12481"/>
                  </a:lnTo>
                  <a:lnTo>
                    <a:pt x="6714" y="1248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749B6975-9BD0-63F1-F6F9-1EBB6E9C3F41}"/>
                </a:ext>
              </a:extLst>
            </p:cNvPr>
            <p:cNvSpPr/>
            <p:nvPr/>
          </p:nvSpPr>
          <p:spPr>
            <a:xfrm>
              <a:off x="2775629" y="4744783"/>
              <a:ext cx="6713" cy="12480"/>
            </a:xfrm>
            <a:custGeom>
              <a:avLst/>
              <a:gdLst>
                <a:gd name="csX0" fmla="*/ 0 w 6713"/>
                <a:gd name="csY0" fmla="*/ 0 h 12480"/>
                <a:gd name="csX1" fmla="*/ 0 w 6713"/>
                <a:gd name="csY1" fmla="*/ 12481 h 12480"/>
                <a:gd name="csX2" fmla="*/ 6714 w 6713"/>
                <a:gd name="csY2" fmla="*/ 12481 h 12480"/>
                <a:gd name="csX3" fmla="*/ 6714 w 6713"/>
                <a:gd name="csY3" fmla="*/ 0 h 12480"/>
                <a:gd name="csX4" fmla="*/ 0 w 6713"/>
                <a:gd name="csY4" fmla="*/ 0 h 1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480">
                  <a:moveTo>
                    <a:pt x="0" y="0"/>
                  </a:moveTo>
                  <a:lnTo>
                    <a:pt x="0" y="12481"/>
                  </a:lnTo>
                  <a:lnTo>
                    <a:pt x="6714" y="1248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F9DB1C87-4553-0AD2-C471-F1BB58BDAE96}"/>
                </a:ext>
              </a:extLst>
            </p:cNvPr>
            <p:cNvSpPr/>
            <p:nvPr/>
          </p:nvSpPr>
          <p:spPr>
            <a:xfrm>
              <a:off x="2782342" y="4747216"/>
              <a:ext cx="6702" cy="10048"/>
            </a:xfrm>
            <a:custGeom>
              <a:avLst/>
              <a:gdLst>
                <a:gd name="csX0" fmla="*/ 0 w 6702"/>
                <a:gd name="csY0" fmla="*/ 0 h 10048"/>
                <a:gd name="csX1" fmla="*/ 0 w 6702"/>
                <a:gd name="csY1" fmla="*/ 10049 h 10048"/>
                <a:gd name="csX2" fmla="*/ 6703 w 6702"/>
                <a:gd name="csY2" fmla="*/ 10049 h 10048"/>
                <a:gd name="csX3" fmla="*/ 6703 w 6702"/>
                <a:gd name="csY3" fmla="*/ 0 h 10048"/>
                <a:gd name="csX4" fmla="*/ 0 w 6702"/>
                <a:gd name="csY4" fmla="*/ 0 h 10048"/>
                <a:gd name="csX5" fmla="*/ 0 w 6702"/>
                <a:gd name="csY5" fmla="*/ 0 h 10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048">
                  <a:moveTo>
                    <a:pt x="0" y="0"/>
                  </a:moveTo>
                  <a:lnTo>
                    <a:pt x="0" y="10049"/>
                  </a:lnTo>
                  <a:lnTo>
                    <a:pt x="6703" y="1004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3641E89A-1268-B139-BFD8-7F8276A22658}"/>
                </a:ext>
              </a:extLst>
            </p:cNvPr>
            <p:cNvSpPr/>
            <p:nvPr/>
          </p:nvSpPr>
          <p:spPr>
            <a:xfrm>
              <a:off x="2782342" y="4747216"/>
              <a:ext cx="6702" cy="10048"/>
            </a:xfrm>
            <a:custGeom>
              <a:avLst/>
              <a:gdLst>
                <a:gd name="csX0" fmla="*/ 0 w 6702"/>
                <a:gd name="csY0" fmla="*/ 0 h 10048"/>
                <a:gd name="csX1" fmla="*/ 0 w 6702"/>
                <a:gd name="csY1" fmla="*/ 10049 h 10048"/>
                <a:gd name="csX2" fmla="*/ 6703 w 6702"/>
                <a:gd name="csY2" fmla="*/ 10049 h 10048"/>
                <a:gd name="csX3" fmla="*/ 6703 w 6702"/>
                <a:gd name="csY3" fmla="*/ 0 h 10048"/>
                <a:gd name="csX4" fmla="*/ 0 w 6702"/>
                <a:gd name="csY4" fmla="*/ 0 h 10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048">
                  <a:moveTo>
                    <a:pt x="0" y="0"/>
                  </a:moveTo>
                  <a:lnTo>
                    <a:pt x="0" y="10049"/>
                  </a:lnTo>
                  <a:lnTo>
                    <a:pt x="6703" y="1004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BE37348C-DEBC-2D17-70F4-F4086857966D}"/>
                </a:ext>
              </a:extLst>
            </p:cNvPr>
            <p:cNvSpPr/>
            <p:nvPr/>
          </p:nvSpPr>
          <p:spPr>
            <a:xfrm>
              <a:off x="2789045" y="4749285"/>
              <a:ext cx="6713" cy="7979"/>
            </a:xfrm>
            <a:custGeom>
              <a:avLst/>
              <a:gdLst>
                <a:gd name="csX0" fmla="*/ 0 w 6713"/>
                <a:gd name="csY0" fmla="*/ 0 h 7979"/>
                <a:gd name="csX1" fmla="*/ 0 w 6713"/>
                <a:gd name="csY1" fmla="*/ 7979 h 7979"/>
                <a:gd name="csX2" fmla="*/ 6714 w 6713"/>
                <a:gd name="csY2" fmla="*/ 7979 h 7979"/>
                <a:gd name="csX3" fmla="*/ 6714 w 6713"/>
                <a:gd name="csY3" fmla="*/ 0 h 7979"/>
                <a:gd name="csX4" fmla="*/ 0 w 6713"/>
                <a:gd name="csY4" fmla="*/ 0 h 7979"/>
                <a:gd name="csX5" fmla="*/ 0 w 6713"/>
                <a:gd name="csY5" fmla="*/ 0 h 7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979">
                  <a:moveTo>
                    <a:pt x="0" y="0"/>
                  </a:moveTo>
                  <a:lnTo>
                    <a:pt x="0" y="7979"/>
                  </a:lnTo>
                  <a:lnTo>
                    <a:pt x="6714" y="797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3D5A4102-C214-ED63-2AB4-8BCEE8B5A93B}"/>
                </a:ext>
              </a:extLst>
            </p:cNvPr>
            <p:cNvSpPr/>
            <p:nvPr/>
          </p:nvSpPr>
          <p:spPr>
            <a:xfrm>
              <a:off x="2789045" y="4749285"/>
              <a:ext cx="6713" cy="7979"/>
            </a:xfrm>
            <a:custGeom>
              <a:avLst/>
              <a:gdLst>
                <a:gd name="csX0" fmla="*/ 0 w 6713"/>
                <a:gd name="csY0" fmla="*/ 0 h 7979"/>
                <a:gd name="csX1" fmla="*/ 0 w 6713"/>
                <a:gd name="csY1" fmla="*/ 7979 h 7979"/>
                <a:gd name="csX2" fmla="*/ 6714 w 6713"/>
                <a:gd name="csY2" fmla="*/ 7979 h 7979"/>
                <a:gd name="csX3" fmla="*/ 6714 w 6713"/>
                <a:gd name="csY3" fmla="*/ 0 h 7979"/>
                <a:gd name="csX4" fmla="*/ 0 w 6713"/>
                <a:gd name="csY4" fmla="*/ 0 h 7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979">
                  <a:moveTo>
                    <a:pt x="0" y="0"/>
                  </a:moveTo>
                  <a:lnTo>
                    <a:pt x="0" y="7979"/>
                  </a:lnTo>
                  <a:lnTo>
                    <a:pt x="6714" y="797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88B16745-5336-4222-708B-F77B6C5018E0}"/>
                </a:ext>
              </a:extLst>
            </p:cNvPr>
            <p:cNvSpPr/>
            <p:nvPr/>
          </p:nvSpPr>
          <p:spPr>
            <a:xfrm>
              <a:off x="2795759" y="4751277"/>
              <a:ext cx="6713" cy="5987"/>
            </a:xfrm>
            <a:custGeom>
              <a:avLst/>
              <a:gdLst>
                <a:gd name="csX0" fmla="*/ 0 w 6713"/>
                <a:gd name="csY0" fmla="*/ 0 h 5987"/>
                <a:gd name="csX1" fmla="*/ 0 w 6713"/>
                <a:gd name="csY1" fmla="*/ 5987 h 5987"/>
                <a:gd name="csX2" fmla="*/ 6714 w 6713"/>
                <a:gd name="csY2" fmla="*/ 5987 h 5987"/>
                <a:gd name="csX3" fmla="*/ 6714 w 6713"/>
                <a:gd name="csY3" fmla="*/ 0 h 5987"/>
                <a:gd name="csX4" fmla="*/ 0 w 6713"/>
                <a:gd name="csY4" fmla="*/ 0 h 5987"/>
                <a:gd name="csX5" fmla="*/ 0 w 6713"/>
                <a:gd name="csY5" fmla="*/ 0 h 5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987">
                  <a:moveTo>
                    <a:pt x="0" y="0"/>
                  </a:moveTo>
                  <a:lnTo>
                    <a:pt x="0" y="5987"/>
                  </a:lnTo>
                  <a:lnTo>
                    <a:pt x="6714" y="598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5503BAB0-ACFE-41AC-88D3-9B54122F7566}"/>
                </a:ext>
              </a:extLst>
            </p:cNvPr>
            <p:cNvSpPr/>
            <p:nvPr/>
          </p:nvSpPr>
          <p:spPr>
            <a:xfrm>
              <a:off x="2795759" y="4751277"/>
              <a:ext cx="6713" cy="5987"/>
            </a:xfrm>
            <a:custGeom>
              <a:avLst/>
              <a:gdLst>
                <a:gd name="csX0" fmla="*/ 0 w 6713"/>
                <a:gd name="csY0" fmla="*/ 0 h 5987"/>
                <a:gd name="csX1" fmla="*/ 0 w 6713"/>
                <a:gd name="csY1" fmla="*/ 5987 h 5987"/>
                <a:gd name="csX2" fmla="*/ 6714 w 6713"/>
                <a:gd name="csY2" fmla="*/ 5987 h 5987"/>
                <a:gd name="csX3" fmla="*/ 6714 w 6713"/>
                <a:gd name="csY3" fmla="*/ 0 h 5987"/>
                <a:gd name="csX4" fmla="*/ 0 w 6713"/>
                <a:gd name="csY4" fmla="*/ 0 h 5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987">
                  <a:moveTo>
                    <a:pt x="0" y="0"/>
                  </a:moveTo>
                  <a:lnTo>
                    <a:pt x="0" y="5987"/>
                  </a:lnTo>
                  <a:lnTo>
                    <a:pt x="6714" y="598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C711D0BA-68EC-CDB0-8E0D-8F94F21252A2}"/>
                </a:ext>
              </a:extLst>
            </p:cNvPr>
            <p:cNvSpPr/>
            <p:nvPr/>
          </p:nvSpPr>
          <p:spPr>
            <a:xfrm>
              <a:off x="2802473" y="4751343"/>
              <a:ext cx="6713" cy="5921"/>
            </a:xfrm>
            <a:custGeom>
              <a:avLst/>
              <a:gdLst>
                <a:gd name="csX0" fmla="*/ 0 w 6713"/>
                <a:gd name="csY0" fmla="*/ 0 h 5921"/>
                <a:gd name="csX1" fmla="*/ 0 w 6713"/>
                <a:gd name="csY1" fmla="*/ 5921 h 5921"/>
                <a:gd name="csX2" fmla="*/ 6714 w 6713"/>
                <a:gd name="csY2" fmla="*/ 5921 h 5921"/>
                <a:gd name="csX3" fmla="*/ 6714 w 6713"/>
                <a:gd name="csY3" fmla="*/ 0 h 5921"/>
                <a:gd name="csX4" fmla="*/ 0 w 6713"/>
                <a:gd name="csY4" fmla="*/ 0 h 5921"/>
                <a:gd name="csX5" fmla="*/ 0 w 6713"/>
                <a:gd name="csY5" fmla="*/ 0 h 5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921">
                  <a:moveTo>
                    <a:pt x="0" y="0"/>
                  </a:moveTo>
                  <a:lnTo>
                    <a:pt x="0" y="5921"/>
                  </a:lnTo>
                  <a:lnTo>
                    <a:pt x="6714" y="592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5096B5B7-DF7F-1D6B-5C58-9616E458FDFD}"/>
                </a:ext>
              </a:extLst>
            </p:cNvPr>
            <p:cNvSpPr/>
            <p:nvPr/>
          </p:nvSpPr>
          <p:spPr>
            <a:xfrm>
              <a:off x="2802473" y="4751343"/>
              <a:ext cx="6713" cy="5921"/>
            </a:xfrm>
            <a:custGeom>
              <a:avLst/>
              <a:gdLst>
                <a:gd name="csX0" fmla="*/ 0 w 6713"/>
                <a:gd name="csY0" fmla="*/ 0 h 5921"/>
                <a:gd name="csX1" fmla="*/ 0 w 6713"/>
                <a:gd name="csY1" fmla="*/ 5921 h 5921"/>
                <a:gd name="csX2" fmla="*/ 6714 w 6713"/>
                <a:gd name="csY2" fmla="*/ 5921 h 5921"/>
                <a:gd name="csX3" fmla="*/ 6714 w 6713"/>
                <a:gd name="csY3" fmla="*/ 0 h 5921"/>
                <a:gd name="csX4" fmla="*/ 0 w 6713"/>
                <a:gd name="csY4" fmla="*/ 0 h 5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921">
                  <a:moveTo>
                    <a:pt x="0" y="0"/>
                  </a:moveTo>
                  <a:lnTo>
                    <a:pt x="0" y="5921"/>
                  </a:lnTo>
                  <a:lnTo>
                    <a:pt x="6714" y="592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5B5CC99F-DA46-A7D7-F22C-5B76F482C920}"/>
                </a:ext>
              </a:extLst>
            </p:cNvPr>
            <p:cNvSpPr/>
            <p:nvPr/>
          </p:nvSpPr>
          <p:spPr>
            <a:xfrm>
              <a:off x="2809186" y="4753698"/>
              <a:ext cx="6713" cy="3565"/>
            </a:xfrm>
            <a:custGeom>
              <a:avLst/>
              <a:gdLst>
                <a:gd name="csX0" fmla="*/ 0 w 6713"/>
                <a:gd name="csY0" fmla="*/ 0 h 3565"/>
                <a:gd name="csX1" fmla="*/ 0 w 6713"/>
                <a:gd name="csY1" fmla="*/ 3566 h 3565"/>
                <a:gd name="csX2" fmla="*/ 6714 w 6713"/>
                <a:gd name="csY2" fmla="*/ 3566 h 3565"/>
                <a:gd name="csX3" fmla="*/ 6714 w 6713"/>
                <a:gd name="csY3" fmla="*/ 0 h 3565"/>
                <a:gd name="csX4" fmla="*/ 0 w 6713"/>
                <a:gd name="csY4" fmla="*/ 0 h 3565"/>
                <a:gd name="csX5" fmla="*/ 0 w 6713"/>
                <a:gd name="csY5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65">
                  <a:moveTo>
                    <a:pt x="0" y="0"/>
                  </a:moveTo>
                  <a:lnTo>
                    <a:pt x="0" y="3566"/>
                  </a:lnTo>
                  <a:lnTo>
                    <a:pt x="6714" y="35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6A662BDE-3E2E-0BF7-C346-86F6FFE8E7B4}"/>
                </a:ext>
              </a:extLst>
            </p:cNvPr>
            <p:cNvSpPr/>
            <p:nvPr/>
          </p:nvSpPr>
          <p:spPr>
            <a:xfrm>
              <a:off x="2809186" y="4753698"/>
              <a:ext cx="6713" cy="3565"/>
            </a:xfrm>
            <a:custGeom>
              <a:avLst/>
              <a:gdLst>
                <a:gd name="csX0" fmla="*/ 0 w 6713"/>
                <a:gd name="csY0" fmla="*/ 0 h 3565"/>
                <a:gd name="csX1" fmla="*/ 0 w 6713"/>
                <a:gd name="csY1" fmla="*/ 3566 h 3565"/>
                <a:gd name="csX2" fmla="*/ 6714 w 6713"/>
                <a:gd name="csY2" fmla="*/ 3566 h 3565"/>
                <a:gd name="csX3" fmla="*/ 6714 w 6713"/>
                <a:gd name="csY3" fmla="*/ 0 h 3565"/>
                <a:gd name="csX4" fmla="*/ 0 w 6713"/>
                <a:gd name="csY4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65">
                  <a:moveTo>
                    <a:pt x="0" y="0"/>
                  </a:moveTo>
                  <a:lnTo>
                    <a:pt x="0" y="3566"/>
                  </a:lnTo>
                  <a:lnTo>
                    <a:pt x="6714" y="35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6CAB91D0-0D6F-89A3-7FF4-82927B6F70F4}"/>
                </a:ext>
              </a:extLst>
            </p:cNvPr>
            <p:cNvSpPr/>
            <p:nvPr/>
          </p:nvSpPr>
          <p:spPr>
            <a:xfrm>
              <a:off x="2815900" y="4753698"/>
              <a:ext cx="6702" cy="3565"/>
            </a:xfrm>
            <a:custGeom>
              <a:avLst/>
              <a:gdLst>
                <a:gd name="csX0" fmla="*/ 0 w 6702"/>
                <a:gd name="csY0" fmla="*/ 0 h 3565"/>
                <a:gd name="csX1" fmla="*/ 0 w 6702"/>
                <a:gd name="csY1" fmla="*/ 3566 h 3565"/>
                <a:gd name="csX2" fmla="*/ 6703 w 6702"/>
                <a:gd name="csY2" fmla="*/ 3566 h 3565"/>
                <a:gd name="csX3" fmla="*/ 6703 w 6702"/>
                <a:gd name="csY3" fmla="*/ 0 h 3565"/>
                <a:gd name="csX4" fmla="*/ 0 w 6702"/>
                <a:gd name="csY4" fmla="*/ 0 h 3565"/>
                <a:gd name="csX5" fmla="*/ 0 w 6702"/>
                <a:gd name="csY5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565">
                  <a:moveTo>
                    <a:pt x="0" y="0"/>
                  </a:moveTo>
                  <a:lnTo>
                    <a:pt x="0" y="3566"/>
                  </a:lnTo>
                  <a:lnTo>
                    <a:pt x="6703" y="356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911742FC-7B2B-8B1C-BEFF-3C0942B60A46}"/>
                </a:ext>
              </a:extLst>
            </p:cNvPr>
            <p:cNvSpPr/>
            <p:nvPr/>
          </p:nvSpPr>
          <p:spPr>
            <a:xfrm>
              <a:off x="2815900" y="4753698"/>
              <a:ext cx="6702" cy="3565"/>
            </a:xfrm>
            <a:custGeom>
              <a:avLst/>
              <a:gdLst>
                <a:gd name="csX0" fmla="*/ 0 w 6702"/>
                <a:gd name="csY0" fmla="*/ 0 h 3565"/>
                <a:gd name="csX1" fmla="*/ 0 w 6702"/>
                <a:gd name="csY1" fmla="*/ 3566 h 3565"/>
                <a:gd name="csX2" fmla="*/ 6703 w 6702"/>
                <a:gd name="csY2" fmla="*/ 3566 h 3565"/>
                <a:gd name="csX3" fmla="*/ 6703 w 6702"/>
                <a:gd name="csY3" fmla="*/ 0 h 3565"/>
                <a:gd name="csX4" fmla="*/ 0 w 6702"/>
                <a:gd name="csY4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565">
                  <a:moveTo>
                    <a:pt x="0" y="0"/>
                  </a:moveTo>
                  <a:lnTo>
                    <a:pt x="0" y="3566"/>
                  </a:lnTo>
                  <a:lnTo>
                    <a:pt x="6703" y="356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646F7383-855D-3088-6BA0-DBD549D98734}"/>
                </a:ext>
              </a:extLst>
            </p:cNvPr>
            <p:cNvSpPr/>
            <p:nvPr/>
          </p:nvSpPr>
          <p:spPr>
            <a:xfrm>
              <a:off x="2822603" y="4753918"/>
              <a:ext cx="6713" cy="3345"/>
            </a:xfrm>
            <a:custGeom>
              <a:avLst/>
              <a:gdLst>
                <a:gd name="csX0" fmla="*/ 0 w 6713"/>
                <a:gd name="csY0" fmla="*/ 0 h 3345"/>
                <a:gd name="csX1" fmla="*/ 0 w 6713"/>
                <a:gd name="csY1" fmla="*/ 3346 h 3345"/>
                <a:gd name="csX2" fmla="*/ 6714 w 6713"/>
                <a:gd name="csY2" fmla="*/ 3346 h 3345"/>
                <a:gd name="csX3" fmla="*/ 6714 w 6713"/>
                <a:gd name="csY3" fmla="*/ 0 h 3345"/>
                <a:gd name="csX4" fmla="*/ 0 w 6713"/>
                <a:gd name="csY4" fmla="*/ 0 h 3345"/>
                <a:gd name="csX5" fmla="*/ 0 w 6713"/>
                <a:gd name="csY5" fmla="*/ 0 h 3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345">
                  <a:moveTo>
                    <a:pt x="0" y="0"/>
                  </a:moveTo>
                  <a:lnTo>
                    <a:pt x="0" y="3346"/>
                  </a:lnTo>
                  <a:lnTo>
                    <a:pt x="6714" y="33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327B877A-964C-9D84-040C-7D4CCC8E856D}"/>
                </a:ext>
              </a:extLst>
            </p:cNvPr>
            <p:cNvSpPr/>
            <p:nvPr/>
          </p:nvSpPr>
          <p:spPr>
            <a:xfrm>
              <a:off x="2822603" y="4753918"/>
              <a:ext cx="6713" cy="3345"/>
            </a:xfrm>
            <a:custGeom>
              <a:avLst/>
              <a:gdLst>
                <a:gd name="csX0" fmla="*/ 0 w 6713"/>
                <a:gd name="csY0" fmla="*/ 0 h 3345"/>
                <a:gd name="csX1" fmla="*/ 0 w 6713"/>
                <a:gd name="csY1" fmla="*/ 3346 h 3345"/>
                <a:gd name="csX2" fmla="*/ 6714 w 6713"/>
                <a:gd name="csY2" fmla="*/ 3346 h 3345"/>
                <a:gd name="csX3" fmla="*/ 6714 w 6713"/>
                <a:gd name="csY3" fmla="*/ 0 h 3345"/>
                <a:gd name="csX4" fmla="*/ 0 w 6713"/>
                <a:gd name="csY4" fmla="*/ 0 h 3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345">
                  <a:moveTo>
                    <a:pt x="0" y="0"/>
                  </a:moveTo>
                  <a:lnTo>
                    <a:pt x="0" y="3346"/>
                  </a:lnTo>
                  <a:lnTo>
                    <a:pt x="6714" y="33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121C565E-318D-3062-FA7F-DAC2DF437944}"/>
                </a:ext>
              </a:extLst>
            </p:cNvPr>
            <p:cNvSpPr/>
            <p:nvPr/>
          </p:nvSpPr>
          <p:spPr>
            <a:xfrm>
              <a:off x="2829317" y="4754700"/>
              <a:ext cx="6713" cy="2564"/>
            </a:xfrm>
            <a:custGeom>
              <a:avLst/>
              <a:gdLst>
                <a:gd name="csX0" fmla="*/ 0 w 6713"/>
                <a:gd name="csY0" fmla="*/ 0 h 2564"/>
                <a:gd name="csX1" fmla="*/ 0 w 6713"/>
                <a:gd name="csY1" fmla="*/ 2564 h 2564"/>
                <a:gd name="csX2" fmla="*/ 6714 w 6713"/>
                <a:gd name="csY2" fmla="*/ 2564 h 2564"/>
                <a:gd name="csX3" fmla="*/ 6714 w 6713"/>
                <a:gd name="csY3" fmla="*/ 0 h 2564"/>
                <a:gd name="csX4" fmla="*/ 0 w 6713"/>
                <a:gd name="csY4" fmla="*/ 0 h 2564"/>
                <a:gd name="csX5" fmla="*/ 0 w 6713"/>
                <a:gd name="csY5" fmla="*/ 0 h 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564">
                  <a:moveTo>
                    <a:pt x="0" y="0"/>
                  </a:moveTo>
                  <a:lnTo>
                    <a:pt x="0" y="2564"/>
                  </a:lnTo>
                  <a:lnTo>
                    <a:pt x="6714" y="256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BBC1EF96-A4C0-C9EF-73FA-DD3D0AF9B128}"/>
                </a:ext>
              </a:extLst>
            </p:cNvPr>
            <p:cNvSpPr/>
            <p:nvPr/>
          </p:nvSpPr>
          <p:spPr>
            <a:xfrm>
              <a:off x="2829317" y="4754700"/>
              <a:ext cx="6713" cy="2564"/>
            </a:xfrm>
            <a:custGeom>
              <a:avLst/>
              <a:gdLst>
                <a:gd name="csX0" fmla="*/ 0 w 6713"/>
                <a:gd name="csY0" fmla="*/ 0 h 2564"/>
                <a:gd name="csX1" fmla="*/ 0 w 6713"/>
                <a:gd name="csY1" fmla="*/ 2564 h 2564"/>
                <a:gd name="csX2" fmla="*/ 6714 w 6713"/>
                <a:gd name="csY2" fmla="*/ 2564 h 2564"/>
                <a:gd name="csX3" fmla="*/ 6714 w 6713"/>
                <a:gd name="csY3" fmla="*/ 0 h 2564"/>
                <a:gd name="csX4" fmla="*/ 0 w 6713"/>
                <a:gd name="csY4" fmla="*/ 0 h 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564">
                  <a:moveTo>
                    <a:pt x="0" y="0"/>
                  </a:moveTo>
                  <a:lnTo>
                    <a:pt x="0" y="2564"/>
                  </a:lnTo>
                  <a:lnTo>
                    <a:pt x="6714" y="256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FABBDD2B-13A4-E306-3836-A34222DDE92A}"/>
                </a:ext>
              </a:extLst>
            </p:cNvPr>
            <p:cNvSpPr/>
            <p:nvPr/>
          </p:nvSpPr>
          <p:spPr>
            <a:xfrm>
              <a:off x="2836030" y="4754843"/>
              <a:ext cx="6713" cy="2421"/>
            </a:xfrm>
            <a:custGeom>
              <a:avLst/>
              <a:gdLst>
                <a:gd name="csX0" fmla="*/ 0 w 6713"/>
                <a:gd name="csY0" fmla="*/ 0 h 2421"/>
                <a:gd name="csX1" fmla="*/ 0 w 6713"/>
                <a:gd name="csY1" fmla="*/ 2421 h 2421"/>
                <a:gd name="csX2" fmla="*/ 6714 w 6713"/>
                <a:gd name="csY2" fmla="*/ 2421 h 2421"/>
                <a:gd name="csX3" fmla="*/ 6714 w 6713"/>
                <a:gd name="csY3" fmla="*/ 0 h 2421"/>
                <a:gd name="csX4" fmla="*/ 0 w 6713"/>
                <a:gd name="csY4" fmla="*/ 0 h 2421"/>
                <a:gd name="csX5" fmla="*/ 0 w 6713"/>
                <a:gd name="csY5" fmla="*/ 0 h 2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21">
                  <a:moveTo>
                    <a:pt x="0" y="0"/>
                  </a:moveTo>
                  <a:lnTo>
                    <a:pt x="0" y="2421"/>
                  </a:lnTo>
                  <a:lnTo>
                    <a:pt x="6714" y="242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CFA71DB3-698E-1125-182B-DFDE2A12DE9C}"/>
                </a:ext>
              </a:extLst>
            </p:cNvPr>
            <p:cNvSpPr/>
            <p:nvPr/>
          </p:nvSpPr>
          <p:spPr>
            <a:xfrm>
              <a:off x="2836030" y="4754843"/>
              <a:ext cx="6713" cy="2421"/>
            </a:xfrm>
            <a:custGeom>
              <a:avLst/>
              <a:gdLst>
                <a:gd name="csX0" fmla="*/ 0 w 6713"/>
                <a:gd name="csY0" fmla="*/ 0 h 2421"/>
                <a:gd name="csX1" fmla="*/ 0 w 6713"/>
                <a:gd name="csY1" fmla="*/ 2421 h 2421"/>
                <a:gd name="csX2" fmla="*/ 6714 w 6713"/>
                <a:gd name="csY2" fmla="*/ 2421 h 2421"/>
                <a:gd name="csX3" fmla="*/ 6714 w 6713"/>
                <a:gd name="csY3" fmla="*/ 0 h 2421"/>
                <a:gd name="csX4" fmla="*/ 0 w 6713"/>
                <a:gd name="csY4" fmla="*/ 0 h 2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21">
                  <a:moveTo>
                    <a:pt x="0" y="0"/>
                  </a:moveTo>
                  <a:lnTo>
                    <a:pt x="0" y="2421"/>
                  </a:lnTo>
                  <a:lnTo>
                    <a:pt x="6714" y="242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62D553D1-DE34-67CB-4F37-B8BD3CA68072}"/>
                </a:ext>
              </a:extLst>
            </p:cNvPr>
            <p:cNvSpPr/>
            <p:nvPr/>
          </p:nvSpPr>
          <p:spPr>
            <a:xfrm>
              <a:off x="2842744" y="4755558"/>
              <a:ext cx="6702" cy="1705"/>
            </a:xfrm>
            <a:custGeom>
              <a:avLst/>
              <a:gdLst>
                <a:gd name="csX0" fmla="*/ 0 w 6702"/>
                <a:gd name="csY0" fmla="*/ 0 h 1705"/>
                <a:gd name="csX1" fmla="*/ 0 w 6702"/>
                <a:gd name="csY1" fmla="*/ 1706 h 1705"/>
                <a:gd name="csX2" fmla="*/ 6703 w 6702"/>
                <a:gd name="csY2" fmla="*/ 1706 h 1705"/>
                <a:gd name="csX3" fmla="*/ 6703 w 6702"/>
                <a:gd name="csY3" fmla="*/ 0 h 1705"/>
                <a:gd name="csX4" fmla="*/ 0 w 6702"/>
                <a:gd name="csY4" fmla="*/ 0 h 1705"/>
                <a:gd name="csX5" fmla="*/ 0 w 6702"/>
                <a:gd name="csY5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705">
                  <a:moveTo>
                    <a:pt x="0" y="0"/>
                  </a:moveTo>
                  <a:lnTo>
                    <a:pt x="0" y="1706"/>
                  </a:lnTo>
                  <a:lnTo>
                    <a:pt x="6703" y="170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C1B93481-DC9A-64F1-09B3-89D0E4ABF1C5}"/>
                </a:ext>
              </a:extLst>
            </p:cNvPr>
            <p:cNvSpPr/>
            <p:nvPr/>
          </p:nvSpPr>
          <p:spPr>
            <a:xfrm>
              <a:off x="2842744" y="4755558"/>
              <a:ext cx="6702" cy="1705"/>
            </a:xfrm>
            <a:custGeom>
              <a:avLst/>
              <a:gdLst>
                <a:gd name="csX0" fmla="*/ 0 w 6702"/>
                <a:gd name="csY0" fmla="*/ 0 h 1705"/>
                <a:gd name="csX1" fmla="*/ 0 w 6702"/>
                <a:gd name="csY1" fmla="*/ 1706 h 1705"/>
                <a:gd name="csX2" fmla="*/ 6703 w 6702"/>
                <a:gd name="csY2" fmla="*/ 1706 h 1705"/>
                <a:gd name="csX3" fmla="*/ 6703 w 6702"/>
                <a:gd name="csY3" fmla="*/ 0 h 1705"/>
                <a:gd name="csX4" fmla="*/ 0 w 6702"/>
                <a:gd name="csY4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705">
                  <a:moveTo>
                    <a:pt x="0" y="0"/>
                  </a:moveTo>
                  <a:lnTo>
                    <a:pt x="0" y="1706"/>
                  </a:lnTo>
                  <a:lnTo>
                    <a:pt x="6703" y="170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2C2CDA87-CEFB-3147-38D8-C563FDB35EA1}"/>
                </a:ext>
              </a:extLst>
            </p:cNvPr>
            <p:cNvSpPr/>
            <p:nvPr/>
          </p:nvSpPr>
          <p:spPr>
            <a:xfrm>
              <a:off x="2849447" y="4755558"/>
              <a:ext cx="6713" cy="1705"/>
            </a:xfrm>
            <a:custGeom>
              <a:avLst/>
              <a:gdLst>
                <a:gd name="csX0" fmla="*/ 0 w 6713"/>
                <a:gd name="csY0" fmla="*/ 0 h 1705"/>
                <a:gd name="csX1" fmla="*/ 0 w 6713"/>
                <a:gd name="csY1" fmla="*/ 1706 h 1705"/>
                <a:gd name="csX2" fmla="*/ 6714 w 6713"/>
                <a:gd name="csY2" fmla="*/ 1706 h 1705"/>
                <a:gd name="csX3" fmla="*/ 6714 w 6713"/>
                <a:gd name="csY3" fmla="*/ 0 h 1705"/>
                <a:gd name="csX4" fmla="*/ 0 w 6713"/>
                <a:gd name="csY4" fmla="*/ 0 h 1705"/>
                <a:gd name="csX5" fmla="*/ 0 w 6713"/>
                <a:gd name="csY5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05">
                  <a:moveTo>
                    <a:pt x="0" y="0"/>
                  </a:moveTo>
                  <a:lnTo>
                    <a:pt x="0" y="1706"/>
                  </a:lnTo>
                  <a:lnTo>
                    <a:pt x="6714" y="170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5CAE6387-ABB9-CB57-88F7-3A7BEA548252}"/>
                </a:ext>
              </a:extLst>
            </p:cNvPr>
            <p:cNvSpPr/>
            <p:nvPr/>
          </p:nvSpPr>
          <p:spPr>
            <a:xfrm>
              <a:off x="2849447" y="4755558"/>
              <a:ext cx="6713" cy="1705"/>
            </a:xfrm>
            <a:custGeom>
              <a:avLst/>
              <a:gdLst>
                <a:gd name="csX0" fmla="*/ 0 w 6713"/>
                <a:gd name="csY0" fmla="*/ 0 h 1705"/>
                <a:gd name="csX1" fmla="*/ 0 w 6713"/>
                <a:gd name="csY1" fmla="*/ 1706 h 1705"/>
                <a:gd name="csX2" fmla="*/ 6714 w 6713"/>
                <a:gd name="csY2" fmla="*/ 1706 h 1705"/>
                <a:gd name="csX3" fmla="*/ 6714 w 6713"/>
                <a:gd name="csY3" fmla="*/ 0 h 1705"/>
                <a:gd name="csX4" fmla="*/ 0 w 6713"/>
                <a:gd name="csY4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05">
                  <a:moveTo>
                    <a:pt x="0" y="0"/>
                  </a:moveTo>
                  <a:lnTo>
                    <a:pt x="0" y="1706"/>
                  </a:lnTo>
                  <a:lnTo>
                    <a:pt x="6714" y="170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B1B2D1C1-7CC9-3923-6F92-57F0FCD23888}"/>
                </a:ext>
              </a:extLst>
            </p:cNvPr>
            <p:cNvSpPr/>
            <p:nvPr/>
          </p:nvSpPr>
          <p:spPr>
            <a:xfrm>
              <a:off x="2856161" y="4755767"/>
              <a:ext cx="6713" cy="1496"/>
            </a:xfrm>
            <a:custGeom>
              <a:avLst/>
              <a:gdLst>
                <a:gd name="csX0" fmla="*/ 0 w 6713"/>
                <a:gd name="csY0" fmla="*/ 0 h 1496"/>
                <a:gd name="csX1" fmla="*/ 0 w 6713"/>
                <a:gd name="csY1" fmla="*/ 1497 h 1496"/>
                <a:gd name="csX2" fmla="*/ 6714 w 6713"/>
                <a:gd name="csY2" fmla="*/ 1497 h 1496"/>
                <a:gd name="csX3" fmla="*/ 6714 w 6713"/>
                <a:gd name="csY3" fmla="*/ 0 h 1496"/>
                <a:gd name="csX4" fmla="*/ 0 w 6713"/>
                <a:gd name="csY4" fmla="*/ 0 h 1496"/>
                <a:gd name="csX5" fmla="*/ 0 w 6713"/>
                <a:gd name="csY5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96">
                  <a:moveTo>
                    <a:pt x="0" y="0"/>
                  </a:moveTo>
                  <a:lnTo>
                    <a:pt x="0" y="1497"/>
                  </a:lnTo>
                  <a:lnTo>
                    <a:pt x="6714" y="149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5F6B02C5-D99D-5683-536E-848EA9383F71}"/>
                </a:ext>
              </a:extLst>
            </p:cNvPr>
            <p:cNvSpPr/>
            <p:nvPr/>
          </p:nvSpPr>
          <p:spPr>
            <a:xfrm>
              <a:off x="2856161" y="4755767"/>
              <a:ext cx="6713" cy="1496"/>
            </a:xfrm>
            <a:custGeom>
              <a:avLst/>
              <a:gdLst>
                <a:gd name="csX0" fmla="*/ 0 w 6713"/>
                <a:gd name="csY0" fmla="*/ 0 h 1496"/>
                <a:gd name="csX1" fmla="*/ 0 w 6713"/>
                <a:gd name="csY1" fmla="*/ 1497 h 1496"/>
                <a:gd name="csX2" fmla="*/ 6714 w 6713"/>
                <a:gd name="csY2" fmla="*/ 1497 h 1496"/>
                <a:gd name="csX3" fmla="*/ 6714 w 6713"/>
                <a:gd name="csY3" fmla="*/ 0 h 1496"/>
                <a:gd name="csX4" fmla="*/ 0 w 6713"/>
                <a:gd name="csY4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96">
                  <a:moveTo>
                    <a:pt x="0" y="0"/>
                  </a:moveTo>
                  <a:lnTo>
                    <a:pt x="0" y="1497"/>
                  </a:lnTo>
                  <a:lnTo>
                    <a:pt x="6714" y="149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F6C1A707-9ED3-C72E-A0AF-73DC70F91987}"/>
                </a:ext>
              </a:extLst>
            </p:cNvPr>
            <p:cNvSpPr/>
            <p:nvPr/>
          </p:nvSpPr>
          <p:spPr>
            <a:xfrm>
              <a:off x="2862874" y="4756054"/>
              <a:ext cx="6713" cy="1210"/>
            </a:xfrm>
            <a:custGeom>
              <a:avLst/>
              <a:gdLst>
                <a:gd name="csX0" fmla="*/ 0 w 6713"/>
                <a:gd name="csY0" fmla="*/ 0 h 1210"/>
                <a:gd name="csX1" fmla="*/ 0 w 6713"/>
                <a:gd name="csY1" fmla="*/ 1211 h 1210"/>
                <a:gd name="csX2" fmla="*/ 6714 w 6713"/>
                <a:gd name="csY2" fmla="*/ 1211 h 1210"/>
                <a:gd name="csX3" fmla="*/ 6714 w 6713"/>
                <a:gd name="csY3" fmla="*/ 0 h 1210"/>
                <a:gd name="csX4" fmla="*/ 0 w 6713"/>
                <a:gd name="csY4" fmla="*/ 0 h 1210"/>
                <a:gd name="csX5" fmla="*/ 0 w 6713"/>
                <a:gd name="csY5" fmla="*/ 0 h 1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10">
                  <a:moveTo>
                    <a:pt x="0" y="0"/>
                  </a:moveTo>
                  <a:lnTo>
                    <a:pt x="0" y="1211"/>
                  </a:lnTo>
                  <a:lnTo>
                    <a:pt x="6714" y="12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0921B0B5-14B4-B46A-B71E-3003002DB374}"/>
                </a:ext>
              </a:extLst>
            </p:cNvPr>
            <p:cNvSpPr/>
            <p:nvPr/>
          </p:nvSpPr>
          <p:spPr>
            <a:xfrm>
              <a:off x="2862874" y="4756054"/>
              <a:ext cx="6713" cy="1210"/>
            </a:xfrm>
            <a:custGeom>
              <a:avLst/>
              <a:gdLst>
                <a:gd name="csX0" fmla="*/ 0 w 6713"/>
                <a:gd name="csY0" fmla="*/ 0 h 1210"/>
                <a:gd name="csX1" fmla="*/ 0 w 6713"/>
                <a:gd name="csY1" fmla="*/ 1211 h 1210"/>
                <a:gd name="csX2" fmla="*/ 6714 w 6713"/>
                <a:gd name="csY2" fmla="*/ 1211 h 1210"/>
                <a:gd name="csX3" fmla="*/ 6714 w 6713"/>
                <a:gd name="csY3" fmla="*/ 0 h 1210"/>
                <a:gd name="csX4" fmla="*/ 0 w 6713"/>
                <a:gd name="csY4" fmla="*/ 0 h 1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10">
                  <a:moveTo>
                    <a:pt x="0" y="0"/>
                  </a:moveTo>
                  <a:lnTo>
                    <a:pt x="0" y="1211"/>
                  </a:lnTo>
                  <a:lnTo>
                    <a:pt x="6714" y="12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0436A700-74E6-C56B-B0F5-4FE34D126D7C}"/>
                </a:ext>
              </a:extLst>
            </p:cNvPr>
            <p:cNvSpPr/>
            <p:nvPr/>
          </p:nvSpPr>
          <p:spPr>
            <a:xfrm>
              <a:off x="2869588" y="4756340"/>
              <a:ext cx="6702" cy="924"/>
            </a:xfrm>
            <a:custGeom>
              <a:avLst/>
              <a:gdLst>
                <a:gd name="csX0" fmla="*/ 0 w 6702"/>
                <a:gd name="csY0" fmla="*/ 0 h 924"/>
                <a:gd name="csX1" fmla="*/ 0 w 6702"/>
                <a:gd name="csY1" fmla="*/ 924 h 924"/>
                <a:gd name="csX2" fmla="*/ 6703 w 6702"/>
                <a:gd name="csY2" fmla="*/ 924 h 924"/>
                <a:gd name="csX3" fmla="*/ 6703 w 6702"/>
                <a:gd name="csY3" fmla="*/ 0 h 924"/>
                <a:gd name="csX4" fmla="*/ 0 w 6702"/>
                <a:gd name="csY4" fmla="*/ 0 h 924"/>
                <a:gd name="csX5" fmla="*/ 0 w 6702"/>
                <a:gd name="csY5" fmla="*/ 0 h 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924">
                  <a:moveTo>
                    <a:pt x="0" y="0"/>
                  </a:moveTo>
                  <a:lnTo>
                    <a:pt x="0" y="924"/>
                  </a:lnTo>
                  <a:lnTo>
                    <a:pt x="6703" y="92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545CDABC-0F66-9DCC-D9E8-EA5F6921A4F4}"/>
                </a:ext>
              </a:extLst>
            </p:cNvPr>
            <p:cNvSpPr/>
            <p:nvPr/>
          </p:nvSpPr>
          <p:spPr>
            <a:xfrm>
              <a:off x="2869588" y="4756340"/>
              <a:ext cx="6702" cy="924"/>
            </a:xfrm>
            <a:custGeom>
              <a:avLst/>
              <a:gdLst>
                <a:gd name="csX0" fmla="*/ 0 w 6702"/>
                <a:gd name="csY0" fmla="*/ 0 h 924"/>
                <a:gd name="csX1" fmla="*/ 0 w 6702"/>
                <a:gd name="csY1" fmla="*/ 924 h 924"/>
                <a:gd name="csX2" fmla="*/ 6703 w 6702"/>
                <a:gd name="csY2" fmla="*/ 924 h 924"/>
                <a:gd name="csX3" fmla="*/ 6703 w 6702"/>
                <a:gd name="csY3" fmla="*/ 0 h 924"/>
                <a:gd name="csX4" fmla="*/ 0 w 6702"/>
                <a:gd name="csY4" fmla="*/ 0 h 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924">
                  <a:moveTo>
                    <a:pt x="0" y="0"/>
                  </a:moveTo>
                  <a:lnTo>
                    <a:pt x="0" y="924"/>
                  </a:lnTo>
                  <a:lnTo>
                    <a:pt x="6703" y="92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2F9CDC07-FD07-CAE7-2173-8088D549776F}"/>
                </a:ext>
              </a:extLst>
            </p:cNvPr>
            <p:cNvSpPr/>
            <p:nvPr/>
          </p:nvSpPr>
          <p:spPr>
            <a:xfrm>
              <a:off x="2876291" y="4756197"/>
              <a:ext cx="6713" cy="1067"/>
            </a:xfrm>
            <a:custGeom>
              <a:avLst/>
              <a:gdLst>
                <a:gd name="csX0" fmla="*/ 0 w 6713"/>
                <a:gd name="csY0" fmla="*/ 0 h 1067"/>
                <a:gd name="csX1" fmla="*/ 0 w 6713"/>
                <a:gd name="csY1" fmla="*/ 1068 h 1067"/>
                <a:gd name="csX2" fmla="*/ 6714 w 6713"/>
                <a:gd name="csY2" fmla="*/ 1068 h 1067"/>
                <a:gd name="csX3" fmla="*/ 6714 w 6713"/>
                <a:gd name="csY3" fmla="*/ 0 h 1067"/>
                <a:gd name="csX4" fmla="*/ 0 w 6713"/>
                <a:gd name="csY4" fmla="*/ 0 h 1067"/>
                <a:gd name="csX5" fmla="*/ 0 w 6713"/>
                <a:gd name="csY5" fmla="*/ 0 h 1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67">
                  <a:moveTo>
                    <a:pt x="0" y="0"/>
                  </a:moveTo>
                  <a:lnTo>
                    <a:pt x="0" y="1068"/>
                  </a:lnTo>
                  <a:lnTo>
                    <a:pt x="6714" y="106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F6A804AB-4681-FC44-0565-B2495C4615B3}"/>
                </a:ext>
              </a:extLst>
            </p:cNvPr>
            <p:cNvSpPr/>
            <p:nvPr/>
          </p:nvSpPr>
          <p:spPr>
            <a:xfrm>
              <a:off x="2876291" y="4756197"/>
              <a:ext cx="6713" cy="1067"/>
            </a:xfrm>
            <a:custGeom>
              <a:avLst/>
              <a:gdLst>
                <a:gd name="csX0" fmla="*/ 0 w 6713"/>
                <a:gd name="csY0" fmla="*/ 0 h 1067"/>
                <a:gd name="csX1" fmla="*/ 0 w 6713"/>
                <a:gd name="csY1" fmla="*/ 1068 h 1067"/>
                <a:gd name="csX2" fmla="*/ 6714 w 6713"/>
                <a:gd name="csY2" fmla="*/ 1068 h 1067"/>
                <a:gd name="csX3" fmla="*/ 6714 w 6713"/>
                <a:gd name="csY3" fmla="*/ 0 h 1067"/>
                <a:gd name="csX4" fmla="*/ 0 w 6713"/>
                <a:gd name="csY4" fmla="*/ 0 h 1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67">
                  <a:moveTo>
                    <a:pt x="0" y="0"/>
                  </a:moveTo>
                  <a:lnTo>
                    <a:pt x="0" y="1068"/>
                  </a:lnTo>
                  <a:lnTo>
                    <a:pt x="6714" y="106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2AA7B946-B45E-B882-8EA0-9A790B765380}"/>
                </a:ext>
              </a:extLst>
            </p:cNvPr>
            <p:cNvSpPr/>
            <p:nvPr/>
          </p:nvSpPr>
          <p:spPr>
            <a:xfrm>
              <a:off x="2883005" y="4756120"/>
              <a:ext cx="6713" cy="1144"/>
            </a:xfrm>
            <a:custGeom>
              <a:avLst/>
              <a:gdLst>
                <a:gd name="csX0" fmla="*/ 0 w 6713"/>
                <a:gd name="csY0" fmla="*/ 0 h 1144"/>
                <a:gd name="csX1" fmla="*/ 0 w 6713"/>
                <a:gd name="csY1" fmla="*/ 1145 h 1144"/>
                <a:gd name="csX2" fmla="*/ 6714 w 6713"/>
                <a:gd name="csY2" fmla="*/ 1145 h 1144"/>
                <a:gd name="csX3" fmla="*/ 6714 w 6713"/>
                <a:gd name="csY3" fmla="*/ 0 h 1144"/>
                <a:gd name="csX4" fmla="*/ 0 w 6713"/>
                <a:gd name="csY4" fmla="*/ 0 h 1144"/>
                <a:gd name="csX5" fmla="*/ 0 w 6713"/>
                <a:gd name="csY5" fmla="*/ 0 h 1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44">
                  <a:moveTo>
                    <a:pt x="0" y="0"/>
                  </a:moveTo>
                  <a:lnTo>
                    <a:pt x="0" y="1145"/>
                  </a:lnTo>
                  <a:lnTo>
                    <a:pt x="6714" y="114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C2EC47AB-3317-8EB5-CDAE-2602B957E8BF}"/>
                </a:ext>
              </a:extLst>
            </p:cNvPr>
            <p:cNvSpPr/>
            <p:nvPr/>
          </p:nvSpPr>
          <p:spPr>
            <a:xfrm>
              <a:off x="2883005" y="4756120"/>
              <a:ext cx="6713" cy="1144"/>
            </a:xfrm>
            <a:custGeom>
              <a:avLst/>
              <a:gdLst>
                <a:gd name="csX0" fmla="*/ 0 w 6713"/>
                <a:gd name="csY0" fmla="*/ 0 h 1144"/>
                <a:gd name="csX1" fmla="*/ 0 w 6713"/>
                <a:gd name="csY1" fmla="*/ 1145 h 1144"/>
                <a:gd name="csX2" fmla="*/ 6714 w 6713"/>
                <a:gd name="csY2" fmla="*/ 1145 h 1144"/>
                <a:gd name="csX3" fmla="*/ 6714 w 6713"/>
                <a:gd name="csY3" fmla="*/ 0 h 1144"/>
                <a:gd name="csX4" fmla="*/ 0 w 6713"/>
                <a:gd name="csY4" fmla="*/ 0 h 1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44">
                  <a:moveTo>
                    <a:pt x="0" y="0"/>
                  </a:moveTo>
                  <a:lnTo>
                    <a:pt x="0" y="1145"/>
                  </a:lnTo>
                  <a:lnTo>
                    <a:pt x="6714" y="114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726602BE-A309-0E4A-821F-F929E984B479}"/>
                </a:ext>
              </a:extLst>
            </p:cNvPr>
            <p:cNvSpPr/>
            <p:nvPr/>
          </p:nvSpPr>
          <p:spPr>
            <a:xfrm>
              <a:off x="2889718" y="4756912"/>
              <a:ext cx="6713" cy="352"/>
            </a:xfrm>
            <a:custGeom>
              <a:avLst/>
              <a:gdLst>
                <a:gd name="csX0" fmla="*/ 0 w 6713"/>
                <a:gd name="csY0" fmla="*/ 0 h 352"/>
                <a:gd name="csX1" fmla="*/ 0 w 6713"/>
                <a:gd name="csY1" fmla="*/ 352 h 352"/>
                <a:gd name="csX2" fmla="*/ 6714 w 6713"/>
                <a:gd name="csY2" fmla="*/ 352 h 352"/>
                <a:gd name="csX3" fmla="*/ 6714 w 6713"/>
                <a:gd name="csY3" fmla="*/ 0 h 352"/>
                <a:gd name="csX4" fmla="*/ 0 w 6713"/>
                <a:gd name="csY4" fmla="*/ 0 h 352"/>
                <a:gd name="csX5" fmla="*/ 0 w 6713"/>
                <a:gd name="csY5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2">
                  <a:moveTo>
                    <a:pt x="0" y="0"/>
                  </a:moveTo>
                  <a:lnTo>
                    <a:pt x="0" y="352"/>
                  </a:lnTo>
                  <a:lnTo>
                    <a:pt x="6714" y="35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56AF5033-07B4-4597-73B9-115C480DE465}"/>
                </a:ext>
              </a:extLst>
            </p:cNvPr>
            <p:cNvSpPr/>
            <p:nvPr/>
          </p:nvSpPr>
          <p:spPr>
            <a:xfrm>
              <a:off x="2889718" y="4756912"/>
              <a:ext cx="6713" cy="352"/>
            </a:xfrm>
            <a:custGeom>
              <a:avLst/>
              <a:gdLst>
                <a:gd name="csX0" fmla="*/ 0 w 6713"/>
                <a:gd name="csY0" fmla="*/ 0 h 352"/>
                <a:gd name="csX1" fmla="*/ 0 w 6713"/>
                <a:gd name="csY1" fmla="*/ 352 h 352"/>
                <a:gd name="csX2" fmla="*/ 6714 w 6713"/>
                <a:gd name="csY2" fmla="*/ 352 h 352"/>
                <a:gd name="csX3" fmla="*/ 6714 w 6713"/>
                <a:gd name="csY3" fmla="*/ 0 h 352"/>
                <a:gd name="csX4" fmla="*/ 0 w 6713"/>
                <a:gd name="csY4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2">
                  <a:moveTo>
                    <a:pt x="0" y="0"/>
                  </a:moveTo>
                  <a:lnTo>
                    <a:pt x="0" y="352"/>
                  </a:lnTo>
                  <a:lnTo>
                    <a:pt x="6714" y="35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F422837F-3C6D-93DB-401F-2412D206E3F6}"/>
                </a:ext>
              </a:extLst>
            </p:cNvPr>
            <p:cNvSpPr/>
            <p:nvPr/>
          </p:nvSpPr>
          <p:spPr>
            <a:xfrm>
              <a:off x="2896432" y="4756692"/>
              <a:ext cx="6713" cy="572"/>
            </a:xfrm>
            <a:custGeom>
              <a:avLst/>
              <a:gdLst>
                <a:gd name="csX0" fmla="*/ 0 w 6713"/>
                <a:gd name="csY0" fmla="*/ 0 h 572"/>
                <a:gd name="csX1" fmla="*/ 0 w 6713"/>
                <a:gd name="csY1" fmla="*/ 572 h 572"/>
                <a:gd name="csX2" fmla="*/ 6714 w 6713"/>
                <a:gd name="csY2" fmla="*/ 572 h 572"/>
                <a:gd name="csX3" fmla="*/ 6714 w 6713"/>
                <a:gd name="csY3" fmla="*/ 0 h 572"/>
                <a:gd name="csX4" fmla="*/ 0 w 6713"/>
                <a:gd name="csY4" fmla="*/ 0 h 572"/>
                <a:gd name="csX5" fmla="*/ 0 w 6713"/>
                <a:gd name="csY5" fmla="*/ 0 h 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72">
                  <a:moveTo>
                    <a:pt x="0" y="0"/>
                  </a:moveTo>
                  <a:lnTo>
                    <a:pt x="0" y="572"/>
                  </a:lnTo>
                  <a:lnTo>
                    <a:pt x="6714" y="57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7511AC4B-98E9-BD5C-FE01-EC492882DE1B}"/>
                </a:ext>
              </a:extLst>
            </p:cNvPr>
            <p:cNvSpPr/>
            <p:nvPr/>
          </p:nvSpPr>
          <p:spPr>
            <a:xfrm>
              <a:off x="2896432" y="4756692"/>
              <a:ext cx="6713" cy="572"/>
            </a:xfrm>
            <a:custGeom>
              <a:avLst/>
              <a:gdLst>
                <a:gd name="csX0" fmla="*/ 0 w 6713"/>
                <a:gd name="csY0" fmla="*/ 0 h 572"/>
                <a:gd name="csX1" fmla="*/ 0 w 6713"/>
                <a:gd name="csY1" fmla="*/ 572 h 572"/>
                <a:gd name="csX2" fmla="*/ 6714 w 6713"/>
                <a:gd name="csY2" fmla="*/ 572 h 572"/>
                <a:gd name="csX3" fmla="*/ 6714 w 6713"/>
                <a:gd name="csY3" fmla="*/ 0 h 572"/>
                <a:gd name="csX4" fmla="*/ 0 w 6713"/>
                <a:gd name="csY4" fmla="*/ 0 h 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72">
                  <a:moveTo>
                    <a:pt x="0" y="0"/>
                  </a:moveTo>
                  <a:lnTo>
                    <a:pt x="0" y="572"/>
                  </a:lnTo>
                  <a:lnTo>
                    <a:pt x="6714" y="57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3DB2D7B3-647E-B7DD-EEA6-A50638C86765}"/>
                </a:ext>
              </a:extLst>
            </p:cNvPr>
            <p:cNvSpPr/>
            <p:nvPr/>
          </p:nvSpPr>
          <p:spPr>
            <a:xfrm>
              <a:off x="2903146" y="4757121"/>
              <a:ext cx="6702" cy="143"/>
            </a:xfrm>
            <a:custGeom>
              <a:avLst/>
              <a:gdLst>
                <a:gd name="csX0" fmla="*/ 0 w 6702"/>
                <a:gd name="csY0" fmla="*/ 0 h 143"/>
                <a:gd name="csX1" fmla="*/ 0 w 6702"/>
                <a:gd name="csY1" fmla="*/ 143 h 143"/>
                <a:gd name="csX2" fmla="*/ 6703 w 6702"/>
                <a:gd name="csY2" fmla="*/ 143 h 143"/>
                <a:gd name="csX3" fmla="*/ 6703 w 6702"/>
                <a:gd name="csY3" fmla="*/ 0 h 143"/>
                <a:gd name="csX4" fmla="*/ 0 w 6702"/>
                <a:gd name="csY4" fmla="*/ 0 h 143"/>
                <a:gd name="csX5" fmla="*/ 0 w 6702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3">
                  <a:moveTo>
                    <a:pt x="0" y="0"/>
                  </a:moveTo>
                  <a:lnTo>
                    <a:pt x="0" y="143"/>
                  </a:lnTo>
                  <a:lnTo>
                    <a:pt x="6703" y="14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936061A9-2EC1-3709-A134-9DEA1091CE08}"/>
                </a:ext>
              </a:extLst>
            </p:cNvPr>
            <p:cNvSpPr/>
            <p:nvPr/>
          </p:nvSpPr>
          <p:spPr>
            <a:xfrm>
              <a:off x="2903146" y="4757121"/>
              <a:ext cx="6702" cy="143"/>
            </a:xfrm>
            <a:custGeom>
              <a:avLst/>
              <a:gdLst>
                <a:gd name="csX0" fmla="*/ 0 w 6702"/>
                <a:gd name="csY0" fmla="*/ 0 h 143"/>
                <a:gd name="csX1" fmla="*/ 0 w 6702"/>
                <a:gd name="csY1" fmla="*/ 143 h 143"/>
                <a:gd name="csX2" fmla="*/ 6703 w 6702"/>
                <a:gd name="csY2" fmla="*/ 143 h 143"/>
                <a:gd name="csX3" fmla="*/ 6703 w 6702"/>
                <a:gd name="csY3" fmla="*/ 0 h 143"/>
                <a:gd name="csX4" fmla="*/ 0 w 6702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3">
                  <a:moveTo>
                    <a:pt x="0" y="0"/>
                  </a:moveTo>
                  <a:lnTo>
                    <a:pt x="0" y="143"/>
                  </a:lnTo>
                  <a:lnTo>
                    <a:pt x="6703" y="14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E58CB742-4DFE-D970-8A9D-A6DD7A231A00}"/>
                </a:ext>
              </a:extLst>
            </p:cNvPr>
            <p:cNvSpPr/>
            <p:nvPr/>
          </p:nvSpPr>
          <p:spPr>
            <a:xfrm>
              <a:off x="2909849" y="4756769"/>
              <a:ext cx="6713" cy="495"/>
            </a:xfrm>
            <a:custGeom>
              <a:avLst/>
              <a:gdLst>
                <a:gd name="csX0" fmla="*/ 0 w 6713"/>
                <a:gd name="csY0" fmla="*/ 0 h 495"/>
                <a:gd name="csX1" fmla="*/ 0 w 6713"/>
                <a:gd name="csY1" fmla="*/ 495 h 495"/>
                <a:gd name="csX2" fmla="*/ 6714 w 6713"/>
                <a:gd name="csY2" fmla="*/ 495 h 495"/>
                <a:gd name="csX3" fmla="*/ 6714 w 6713"/>
                <a:gd name="csY3" fmla="*/ 0 h 495"/>
                <a:gd name="csX4" fmla="*/ 0 w 6713"/>
                <a:gd name="csY4" fmla="*/ 0 h 495"/>
                <a:gd name="csX5" fmla="*/ 0 w 6713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5">
                  <a:moveTo>
                    <a:pt x="0" y="0"/>
                  </a:moveTo>
                  <a:lnTo>
                    <a:pt x="0" y="495"/>
                  </a:lnTo>
                  <a:lnTo>
                    <a:pt x="6714" y="49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9D4C20F1-8BD8-2E5A-DEE3-421E9CECB6CC}"/>
                </a:ext>
              </a:extLst>
            </p:cNvPr>
            <p:cNvSpPr/>
            <p:nvPr/>
          </p:nvSpPr>
          <p:spPr>
            <a:xfrm>
              <a:off x="2909849" y="4756769"/>
              <a:ext cx="6713" cy="495"/>
            </a:xfrm>
            <a:custGeom>
              <a:avLst/>
              <a:gdLst>
                <a:gd name="csX0" fmla="*/ 0 w 6713"/>
                <a:gd name="csY0" fmla="*/ 0 h 495"/>
                <a:gd name="csX1" fmla="*/ 0 w 6713"/>
                <a:gd name="csY1" fmla="*/ 495 h 495"/>
                <a:gd name="csX2" fmla="*/ 6714 w 6713"/>
                <a:gd name="csY2" fmla="*/ 495 h 495"/>
                <a:gd name="csX3" fmla="*/ 6714 w 6713"/>
                <a:gd name="csY3" fmla="*/ 0 h 495"/>
                <a:gd name="csX4" fmla="*/ 0 w 6713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5">
                  <a:moveTo>
                    <a:pt x="0" y="0"/>
                  </a:moveTo>
                  <a:lnTo>
                    <a:pt x="0" y="495"/>
                  </a:lnTo>
                  <a:lnTo>
                    <a:pt x="6714" y="49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CC273493-3BC2-9676-1693-8D076F68BEA5}"/>
                </a:ext>
              </a:extLst>
            </p:cNvPr>
            <p:cNvSpPr/>
            <p:nvPr/>
          </p:nvSpPr>
          <p:spPr>
            <a:xfrm>
              <a:off x="2916562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  <a:gd name="csX5" fmla="*/ 0 w 6713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C7AC1FFC-1007-0D6F-FCEC-CDB5FF1F7DB4}"/>
                </a:ext>
              </a:extLst>
            </p:cNvPr>
            <p:cNvSpPr/>
            <p:nvPr/>
          </p:nvSpPr>
          <p:spPr>
            <a:xfrm>
              <a:off x="2916562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D65DDADE-01F0-0CEA-D25D-4FBE8586695D}"/>
                </a:ext>
              </a:extLst>
            </p:cNvPr>
            <p:cNvSpPr/>
            <p:nvPr/>
          </p:nvSpPr>
          <p:spPr>
            <a:xfrm>
              <a:off x="2923276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4C7181BA-C7E5-6946-1B19-415708BFBCD3}"/>
                </a:ext>
              </a:extLst>
            </p:cNvPr>
            <p:cNvSpPr/>
            <p:nvPr/>
          </p:nvSpPr>
          <p:spPr>
            <a:xfrm>
              <a:off x="2923276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C8F2F7C2-0F87-F9DD-1536-BCEE7FB8D9A6}"/>
                </a:ext>
              </a:extLst>
            </p:cNvPr>
            <p:cNvSpPr/>
            <p:nvPr/>
          </p:nvSpPr>
          <p:spPr>
            <a:xfrm>
              <a:off x="2929990" y="4757055"/>
              <a:ext cx="6702" cy="209"/>
            </a:xfrm>
            <a:custGeom>
              <a:avLst/>
              <a:gdLst>
                <a:gd name="csX0" fmla="*/ 0 w 6702"/>
                <a:gd name="csY0" fmla="*/ 0 h 209"/>
                <a:gd name="csX1" fmla="*/ 0 w 6702"/>
                <a:gd name="csY1" fmla="*/ 209 h 209"/>
                <a:gd name="csX2" fmla="*/ 6703 w 6702"/>
                <a:gd name="csY2" fmla="*/ 209 h 209"/>
                <a:gd name="csX3" fmla="*/ 6703 w 6702"/>
                <a:gd name="csY3" fmla="*/ 0 h 209"/>
                <a:gd name="csX4" fmla="*/ 0 w 6702"/>
                <a:gd name="csY4" fmla="*/ 0 h 209"/>
                <a:gd name="csX5" fmla="*/ 0 w 6702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09">
                  <a:moveTo>
                    <a:pt x="0" y="0"/>
                  </a:moveTo>
                  <a:lnTo>
                    <a:pt x="0" y="209"/>
                  </a:lnTo>
                  <a:lnTo>
                    <a:pt x="6703" y="20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798DDB92-DBE5-E2F9-B0E5-2DF023643433}"/>
                </a:ext>
              </a:extLst>
            </p:cNvPr>
            <p:cNvSpPr/>
            <p:nvPr/>
          </p:nvSpPr>
          <p:spPr>
            <a:xfrm>
              <a:off x="2929990" y="4757055"/>
              <a:ext cx="6702" cy="209"/>
            </a:xfrm>
            <a:custGeom>
              <a:avLst/>
              <a:gdLst>
                <a:gd name="csX0" fmla="*/ 0 w 6702"/>
                <a:gd name="csY0" fmla="*/ 0 h 209"/>
                <a:gd name="csX1" fmla="*/ 0 w 6702"/>
                <a:gd name="csY1" fmla="*/ 209 h 209"/>
                <a:gd name="csX2" fmla="*/ 6703 w 6702"/>
                <a:gd name="csY2" fmla="*/ 209 h 209"/>
                <a:gd name="csX3" fmla="*/ 6703 w 6702"/>
                <a:gd name="csY3" fmla="*/ 0 h 209"/>
                <a:gd name="csX4" fmla="*/ 0 w 6702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09">
                  <a:moveTo>
                    <a:pt x="0" y="0"/>
                  </a:moveTo>
                  <a:lnTo>
                    <a:pt x="0" y="209"/>
                  </a:lnTo>
                  <a:lnTo>
                    <a:pt x="6703" y="20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25AF38EC-EDA1-2B12-0B28-FF1B9E92EF59}"/>
                </a:ext>
              </a:extLst>
            </p:cNvPr>
            <p:cNvSpPr/>
            <p:nvPr/>
          </p:nvSpPr>
          <p:spPr>
            <a:xfrm>
              <a:off x="2936692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  <a:gd name="csX5" fmla="*/ 0 w 6713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9F282E5C-24C0-CF46-AA75-E53AFD93105E}"/>
                </a:ext>
              </a:extLst>
            </p:cNvPr>
            <p:cNvSpPr/>
            <p:nvPr/>
          </p:nvSpPr>
          <p:spPr>
            <a:xfrm>
              <a:off x="2936692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7D94D69B-5076-37A2-9065-05B75BC27C30}"/>
                </a:ext>
              </a:extLst>
            </p:cNvPr>
            <p:cNvSpPr/>
            <p:nvPr/>
          </p:nvSpPr>
          <p:spPr>
            <a:xfrm>
              <a:off x="2943406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  <a:gd name="csX5" fmla="*/ 0 w 6713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907A7581-7B61-3DF2-15C9-AA28536B180D}"/>
                </a:ext>
              </a:extLst>
            </p:cNvPr>
            <p:cNvSpPr/>
            <p:nvPr/>
          </p:nvSpPr>
          <p:spPr>
            <a:xfrm>
              <a:off x="2943406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74D1C2B8-DFB4-0D9C-3F05-BA69E8D47476}"/>
                </a:ext>
              </a:extLst>
            </p:cNvPr>
            <p:cNvSpPr/>
            <p:nvPr/>
          </p:nvSpPr>
          <p:spPr>
            <a:xfrm>
              <a:off x="295012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4E6C3ECE-1C2D-635B-9D25-5295E5763408}"/>
                </a:ext>
              </a:extLst>
            </p:cNvPr>
            <p:cNvSpPr/>
            <p:nvPr/>
          </p:nvSpPr>
          <p:spPr>
            <a:xfrm>
              <a:off x="295012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E22CEEEF-C1DF-F0BC-D252-B47CABDFC66E}"/>
                </a:ext>
              </a:extLst>
            </p:cNvPr>
            <p:cNvSpPr/>
            <p:nvPr/>
          </p:nvSpPr>
          <p:spPr>
            <a:xfrm>
              <a:off x="2956834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  <a:gd name="csX5" fmla="*/ 0 w 6713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DB7FD586-EEAA-35B9-E704-FD0878C93BDC}"/>
                </a:ext>
              </a:extLst>
            </p:cNvPr>
            <p:cNvSpPr/>
            <p:nvPr/>
          </p:nvSpPr>
          <p:spPr>
            <a:xfrm>
              <a:off x="2956834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995C9C74-7C31-F838-ECD5-1CE4BB6F76A6}"/>
                </a:ext>
              </a:extLst>
            </p:cNvPr>
            <p:cNvSpPr/>
            <p:nvPr/>
          </p:nvSpPr>
          <p:spPr>
            <a:xfrm>
              <a:off x="2963548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6703 w 6702"/>
                <a:gd name="csY3" fmla="*/ 0 h 1100"/>
                <a:gd name="csX4" fmla="*/ 0 w 6702"/>
                <a:gd name="csY4" fmla="*/ 0 h 1100"/>
                <a:gd name="csX5" fmla="*/ 0 w 6702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9D25E231-AC5C-52E5-5A8A-AA529A218A2B}"/>
                </a:ext>
              </a:extLst>
            </p:cNvPr>
            <p:cNvSpPr/>
            <p:nvPr/>
          </p:nvSpPr>
          <p:spPr>
            <a:xfrm>
              <a:off x="2963548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0 w 6702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BE27AA42-EA9D-DDB2-DED5-B0F88C331A0F}"/>
                </a:ext>
              </a:extLst>
            </p:cNvPr>
            <p:cNvSpPr/>
            <p:nvPr/>
          </p:nvSpPr>
          <p:spPr>
            <a:xfrm>
              <a:off x="297025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014E3577-7A8E-E4B3-003E-A5B29B2F29D0}"/>
                </a:ext>
              </a:extLst>
            </p:cNvPr>
            <p:cNvSpPr/>
            <p:nvPr/>
          </p:nvSpPr>
          <p:spPr>
            <a:xfrm>
              <a:off x="297025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39EC9DBF-DD81-197E-2046-DA779372294C}"/>
                </a:ext>
              </a:extLst>
            </p:cNvPr>
            <p:cNvSpPr/>
            <p:nvPr/>
          </p:nvSpPr>
          <p:spPr>
            <a:xfrm>
              <a:off x="2976964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B0C5640B-0FFF-2997-BA89-C8593669E053}"/>
                </a:ext>
              </a:extLst>
            </p:cNvPr>
            <p:cNvSpPr/>
            <p:nvPr/>
          </p:nvSpPr>
          <p:spPr>
            <a:xfrm>
              <a:off x="2976964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47B2E914-5DDD-DFAA-EA23-9B7B7CFD8F34}"/>
                </a:ext>
              </a:extLst>
            </p:cNvPr>
            <p:cNvSpPr/>
            <p:nvPr/>
          </p:nvSpPr>
          <p:spPr>
            <a:xfrm>
              <a:off x="2983678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1C2236B5-CE45-94AB-788D-0063CC441218}"/>
                </a:ext>
              </a:extLst>
            </p:cNvPr>
            <p:cNvSpPr/>
            <p:nvPr/>
          </p:nvSpPr>
          <p:spPr>
            <a:xfrm>
              <a:off x="2983678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5CEB6270-420B-73DB-403B-AB47938EE37B}"/>
                </a:ext>
              </a:extLst>
            </p:cNvPr>
            <p:cNvSpPr/>
            <p:nvPr/>
          </p:nvSpPr>
          <p:spPr>
            <a:xfrm>
              <a:off x="2990392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6703 w 6702"/>
                <a:gd name="csY3" fmla="*/ 0 h 1100"/>
                <a:gd name="csX4" fmla="*/ 0 w 6702"/>
                <a:gd name="csY4" fmla="*/ 0 h 1100"/>
                <a:gd name="csX5" fmla="*/ 0 w 6702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AF53AF5E-4D43-108B-D90F-168453F76AE2}"/>
                </a:ext>
              </a:extLst>
            </p:cNvPr>
            <p:cNvSpPr/>
            <p:nvPr/>
          </p:nvSpPr>
          <p:spPr>
            <a:xfrm>
              <a:off x="2990392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0 w 6702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7544D256-9B42-6A5F-504F-176161132642}"/>
                </a:ext>
              </a:extLst>
            </p:cNvPr>
            <p:cNvSpPr/>
            <p:nvPr/>
          </p:nvSpPr>
          <p:spPr>
            <a:xfrm>
              <a:off x="2997094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57B276D3-DA34-2C02-443A-167E4A495FBC}"/>
                </a:ext>
              </a:extLst>
            </p:cNvPr>
            <p:cNvSpPr/>
            <p:nvPr/>
          </p:nvSpPr>
          <p:spPr>
            <a:xfrm>
              <a:off x="2997094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4" name="Oval 493">
              <a:extLst>
                <a:ext uri="{FF2B5EF4-FFF2-40B4-BE49-F238E27FC236}">
                  <a16:creationId xmlns:a16="http://schemas.microsoft.com/office/drawing/2014/main" id="{E762B4A9-F92B-69C2-8779-D5872B5731CD}"/>
                </a:ext>
              </a:extLst>
            </p:cNvPr>
            <p:cNvSpPr/>
            <p:nvPr/>
          </p:nvSpPr>
          <p:spPr>
            <a:xfrm>
              <a:off x="2031829" y="46851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5" name="Oval 494">
              <a:extLst>
                <a:ext uri="{FF2B5EF4-FFF2-40B4-BE49-F238E27FC236}">
                  <a16:creationId xmlns:a16="http://schemas.microsoft.com/office/drawing/2014/main" id="{24C46018-DCBE-6862-FCC7-70275684F5C7}"/>
                </a:ext>
              </a:extLst>
            </p:cNvPr>
            <p:cNvSpPr/>
            <p:nvPr/>
          </p:nvSpPr>
          <p:spPr>
            <a:xfrm>
              <a:off x="2038540" y="467043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977A389-FFE6-C88B-602A-C2CC61781B26}"/>
                </a:ext>
              </a:extLst>
            </p:cNvPr>
            <p:cNvSpPr/>
            <p:nvPr/>
          </p:nvSpPr>
          <p:spPr>
            <a:xfrm>
              <a:off x="2045252" y="46554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A9C8F1D9-6E63-7022-49FA-FAEF6EFC28E5}"/>
                </a:ext>
              </a:extLst>
            </p:cNvPr>
            <p:cNvSpPr/>
            <p:nvPr/>
          </p:nvSpPr>
          <p:spPr>
            <a:xfrm>
              <a:off x="1930005" y="4679121"/>
              <a:ext cx="26845" cy="78143"/>
            </a:xfrm>
            <a:custGeom>
              <a:avLst/>
              <a:gdLst>
                <a:gd name="csX0" fmla="*/ 0 w 26845"/>
                <a:gd name="csY0" fmla="*/ 0 h 78143"/>
                <a:gd name="csX1" fmla="*/ 0 w 26845"/>
                <a:gd name="csY1" fmla="*/ 78144 h 78143"/>
                <a:gd name="csX2" fmla="*/ 26845 w 26845"/>
                <a:gd name="csY2" fmla="*/ 78144 h 78143"/>
                <a:gd name="csX3" fmla="*/ 26845 w 26845"/>
                <a:gd name="csY3" fmla="*/ 0 h 78143"/>
                <a:gd name="csX4" fmla="*/ 0 w 26845"/>
                <a:gd name="csY4" fmla="*/ 0 h 78143"/>
                <a:gd name="csX5" fmla="*/ 0 w 26845"/>
                <a:gd name="csY5" fmla="*/ 0 h 7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78143">
                  <a:moveTo>
                    <a:pt x="0" y="0"/>
                  </a:moveTo>
                  <a:lnTo>
                    <a:pt x="0" y="78144"/>
                  </a:lnTo>
                  <a:lnTo>
                    <a:pt x="26845" y="78144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C2390A6A-5B58-CB8F-ECFA-16ADBED40BFC}"/>
                </a:ext>
              </a:extLst>
            </p:cNvPr>
            <p:cNvSpPr/>
            <p:nvPr/>
          </p:nvSpPr>
          <p:spPr>
            <a:xfrm>
              <a:off x="1930005" y="4679121"/>
              <a:ext cx="26845" cy="78143"/>
            </a:xfrm>
            <a:custGeom>
              <a:avLst/>
              <a:gdLst>
                <a:gd name="csX0" fmla="*/ 0 w 26845"/>
                <a:gd name="csY0" fmla="*/ 0 h 78143"/>
                <a:gd name="csX1" fmla="*/ 0 w 26845"/>
                <a:gd name="csY1" fmla="*/ 78144 h 78143"/>
                <a:gd name="csX2" fmla="*/ 26845 w 26845"/>
                <a:gd name="csY2" fmla="*/ 78144 h 78143"/>
                <a:gd name="csX3" fmla="*/ 26845 w 26845"/>
                <a:gd name="csY3" fmla="*/ 0 h 78143"/>
                <a:gd name="csX4" fmla="*/ 0 w 26845"/>
                <a:gd name="csY4" fmla="*/ 0 h 7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78143">
                  <a:moveTo>
                    <a:pt x="0" y="0"/>
                  </a:moveTo>
                  <a:lnTo>
                    <a:pt x="0" y="78144"/>
                  </a:lnTo>
                  <a:lnTo>
                    <a:pt x="26845" y="78144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01E75461-1C7E-67A4-86B0-5DF1641BBF33}"/>
                </a:ext>
              </a:extLst>
            </p:cNvPr>
            <p:cNvSpPr/>
            <p:nvPr/>
          </p:nvSpPr>
          <p:spPr>
            <a:xfrm>
              <a:off x="1956850" y="4613689"/>
              <a:ext cx="26845" cy="143575"/>
            </a:xfrm>
            <a:custGeom>
              <a:avLst/>
              <a:gdLst>
                <a:gd name="csX0" fmla="*/ 0 w 26845"/>
                <a:gd name="csY0" fmla="*/ 0 h 143575"/>
                <a:gd name="csX1" fmla="*/ 0 w 26845"/>
                <a:gd name="csY1" fmla="*/ 143575 h 143575"/>
                <a:gd name="csX2" fmla="*/ 26845 w 26845"/>
                <a:gd name="csY2" fmla="*/ 143575 h 143575"/>
                <a:gd name="csX3" fmla="*/ 26845 w 26845"/>
                <a:gd name="csY3" fmla="*/ 0 h 143575"/>
                <a:gd name="csX4" fmla="*/ 0 w 26845"/>
                <a:gd name="csY4" fmla="*/ 0 h 143575"/>
                <a:gd name="csX5" fmla="*/ 0 w 26845"/>
                <a:gd name="csY5" fmla="*/ 0 h 143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43575">
                  <a:moveTo>
                    <a:pt x="0" y="0"/>
                  </a:moveTo>
                  <a:lnTo>
                    <a:pt x="0" y="143575"/>
                  </a:lnTo>
                  <a:lnTo>
                    <a:pt x="26845" y="143575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619DF20A-45DE-8861-5DE1-D90E6E4566FF}"/>
                </a:ext>
              </a:extLst>
            </p:cNvPr>
            <p:cNvSpPr/>
            <p:nvPr/>
          </p:nvSpPr>
          <p:spPr>
            <a:xfrm>
              <a:off x="1956850" y="4613689"/>
              <a:ext cx="26845" cy="143575"/>
            </a:xfrm>
            <a:custGeom>
              <a:avLst/>
              <a:gdLst>
                <a:gd name="csX0" fmla="*/ 0 w 26845"/>
                <a:gd name="csY0" fmla="*/ 0 h 143575"/>
                <a:gd name="csX1" fmla="*/ 0 w 26845"/>
                <a:gd name="csY1" fmla="*/ 143575 h 143575"/>
                <a:gd name="csX2" fmla="*/ 26845 w 26845"/>
                <a:gd name="csY2" fmla="*/ 143575 h 143575"/>
                <a:gd name="csX3" fmla="*/ 26845 w 26845"/>
                <a:gd name="csY3" fmla="*/ 0 h 143575"/>
                <a:gd name="csX4" fmla="*/ 0 w 26845"/>
                <a:gd name="csY4" fmla="*/ 0 h 143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43575">
                  <a:moveTo>
                    <a:pt x="0" y="0"/>
                  </a:moveTo>
                  <a:lnTo>
                    <a:pt x="0" y="143575"/>
                  </a:lnTo>
                  <a:lnTo>
                    <a:pt x="26845" y="143575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2C7A8121-9431-8122-FBFD-F582B7CECAEE}"/>
                </a:ext>
              </a:extLst>
            </p:cNvPr>
            <p:cNvSpPr/>
            <p:nvPr/>
          </p:nvSpPr>
          <p:spPr>
            <a:xfrm>
              <a:off x="1983695" y="4517440"/>
              <a:ext cx="26845" cy="239824"/>
            </a:xfrm>
            <a:custGeom>
              <a:avLst/>
              <a:gdLst>
                <a:gd name="csX0" fmla="*/ 0 w 26845"/>
                <a:gd name="csY0" fmla="*/ 0 h 239824"/>
                <a:gd name="csX1" fmla="*/ 0 w 26845"/>
                <a:gd name="csY1" fmla="*/ 239824 h 239824"/>
                <a:gd name="csX2" fmla="*/ 26845 w 26845"/>
                <a:gd name="csY2" fmla="*/ 239824 h 239824"/>
                <a:gd name="csX3" fmla="*/ 26845 w 26845"/>
                <a:gd name="csY3" fmla="*/ 0 h 239824"/>
                <a:gd name="csX4" fmla="*/ 0 w 26845"/>
                <a:gd name="csY4" fmla="*/ 0 h 239824"/>
                <a:gd name="csX5" fmla="*/ 0 w 26845"/>
                <a:gd name="csY5" fmla="*/ 0 h 2398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239824">
                  <a:moveTo>
                    <a:pt x="0" y="0"/>
                  </a:moveTo>
                  <a:lnTo>
                    <a:pt x="0" y="239824"/>
                  </a:lnTo>
                  <a:lnTo>
                    <a:pt x="26845" y="239824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16DD1A0E-83FF-AE8C-4A0A-C991938DBA66}"/>
                </a:ext>
              </a:extLst>
            </p:cNvPr>
            <p:cNvSpPr/>
            <p:nvPr/>
          </p:nvSpPr>
          <p:spPr>
            <a:xfrm>
              <a:off x="1983695" y="4517440"/>
              <a:ext cx="26845" cy="239824"/>
            </a:xfrm>
            <a:custGeom>
              <a:avLst/>
              <a:gdLst>
                <a:gd name="csX0" fmla="*/ 0 w 26845"/>
                <a:gd name="csY0" fmla="*/ 0 h 239824"/>
                <a:gd name="csX1" fmla="*/ 0 w 26845"/>
                <a:gd name="csY1" fmla="*/ 239824 h 239824"/>
                <a:gd name="csX2" fmla="*/ 26845 w 26845"/>
                <a:gd name="csY2" fmla="*/ 239824 h 239824"/>
                <a:gd name="csX3" fmla="*/ 26845 w 26845"/>
                <a:gd name="csY3" fmla="*/ 0 h 239824"/>
                <a:gd name="csX4" fmla="*/ 0 w 26845"/>
                <a:gd name="csY4" fmla="*/ 0 h 2398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239824">
                  <a:moveTo>
                    <a:pt x="0" y="0"/>
                  </a:moveTo>
                  <a:lnTo>
                    <a:pt x="0" y="239824"/>
                  </a:lnTo>
                  <a:lnTo>
                    <a:pt x="26845" y="239824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85B0544F-1E21-3201-AA29-203EB205E11C}"/>
                </a:ext>
              </a:extLst>
            </p:cNvPr>
            <p:cNvSpPr/>
            <p:nvPr/>
          </p:nvSpPr>
          <p:spPr>
            <a:xfrm>
              <a:off x="2010540" y="4386742"/>
              <a:ext cx="26845" cy="370521"/>
            </a:xfrm>
            <a:custGeom>
              <a:avLst/>
              <a:gdLst>
                <a:gd name="csX0" fmla="*/ 0 w 26845"/>
                <a:gd name="csY0" fmla="*/ 0 h 370521"/>
                <a:gd name="csX1" fmla="*/ 0 w 26845"/>
                <a:gd name="csY1" fmla="*/ 370522 h 370521"/>
                <a:gd name="csX2" fmla="*/ 26845 w 26845"/>
                <a:gd name="csY2" fmla="*/ 370522 h 370521"/>
                <a:gd name="csX3" fmla="*/ 26845 w 26845"/>
                <a:gd name="csY3" fmla="*/ 0 h 370521"/>
                <a:gd name="csX4" fmla="*/ 0 w 26845"/>
                <a:gd name="csY4" fmla="*/ 0 h 370521"/>
                <a:gd name="csX5" fmla="*/ 0 w 26845"/>
                <a:gd name="csY5" fmla="*/ 0 h 370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70521">
                  <a:moveTo>
                    <a:pt x="0" y="0"/>
                  </a:moveTo>
                  <a:lnTo>
                    <a:pt x="0" y="370522"/>
                  </a:lnTo>
                  <a:lnTo>
                    <a:pt x="26845" y="37052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8" name="Freeform 687">
              <a:extLst>
                <a:ext uri="{FF2B5EF4-FFF2-40B4-BE49-F238E27FC236}">
                  <a16:creationId xmlns:a16="http://schemas.microsoft.com/office/drawing/2014/main" id="{2E9BCB09-6A38-A7DD-5E23-7511F1BB2916}"/>
                </a:ext>
              </a:extLst>
            </p:cNvPr>
            <p:cNvSpPr/>
            <p:nvPr/>
          </p:nvSpPr>
          <p:spPr>
            <a:xfrm>
              <a:off x="2010540" y="4386742"/>
              <a:ext cx="26845" cy="370521"/>
            </a:xfrm>
            <a:custGeom>
              <a:avLst/>
              <a:gdLst>
                <a:gd name="csX0" fmla="*/ 0 w 26845"/>
                <a:gd name="csY0" fmla="*/ 0 h 370521"/>
                <a:gd name="csX1" fmla="*/ 0 w 26845"/>
                <a:gd name="csY1" fmla="*/ 370522 h 370521"/>
                <a:gd name="csX2" fmla="*/ 26845 w 26845"/>
                <a:gd name="csY2" fmla="*/ 370522 h 370521"/>
                <a:gd name="csX3" fmla="*/ 26845 w 26845"/>
                <a:gd name="csY3" fmla="*/ 0 h 370521"/>
                <a:gd name="csX4" fmla="*/ 0 w 26845"/>
                <a:gd name="csY4" fmla="*/ 0 h 370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70521">
                  <a:moveTo>
                    <a:pt x="0" y="0"/>
                  </a:moveTo>
                  <a:lnTo>
                    <a:pt x="0" y="370522"/>
                  </a:lnTo>
                  <a:lnTo>
                    <a:pt x="26845" y="37052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9" name="Freeform 688">
              <a:extLst>
                <a:ext uri="{FF2B5EF4-FFF2-40B4-BE49-F238E27FC236}">
                  <a16:creationId xmlns:a16="http://schemas.microsoft.com/office/drawing/2014/main" id="{A7C1ABB9-64EB-EAAE-00EE-2A7D32F53FC3}"/>
                </a:ext>
              </a:extLst>
            </p:cNvPr>
            <p:cNvSpPr/>
            <p:nvPr/>
          </p:nvSpPr>
          <p:spPr>
            <a:xfrm>
              <a:off x="2037386" y="4226777"/>
              <a:ext cx="26845" cy="530487"/>
            </a:xfrm>
            <a:custGeom>
              <a:avLst/>
              <a:gdLst>
                <a:gd name="csX0" fmla="*/ 0 w 26845"/>
                <a:gd name="csY0" fmla="*/ 0 h 530487"/>
                <a:gd name="csX1" fmla="*/ 0 w 26845"/>
                <a:gd name="csY1" fmla="*/ 530488 h 530487"/>
                <a:gd name="csX2" fmla="*/ 26845 w 26845"/>
                <a:gd name="csY2" fmla="*/ 530488 h 530487"/>
                <a:gd name="csX3" fmla="*/ 26845 w 26845"/>
                <a:gd name="csY3" fmla="*/ 0 h 530487"/>
                <a:gd name="csX4" fmla="*/ 0 w 26845"/>
                <a:gd name="csY4" fmla="*/ 0 h 530487"/>
                <a:gd name="csX5" fmla="*/ 0 w 26845"/>
                <a:gd name="csY5" fmla="*/ 0 h 530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530487">
                  <a:moveTo>
                    <a:pt x="0" y="0"/>
                  </a:moveTo>
                  <a:lnTo>
                    <a:pt x="0" y="530488"/>
                  </a:lnTo>
                  <a:lnTo>
                    <a:pt x="26845" y="53048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0" name="Freeform 689">
              <a:extLst>
                <a:ext uri="{FF2B5EF4-FFF2-40B4-BE49-F238E27FC236}">
                  <a16:creationId xmlns:a16="http://schemas.microsoft.com/office/drawing/2014/main" id="{96AE7A6B-B258-AFB8-D84F-2A497C11E6E2}"/>
                </a:ext>
              </a:extLst>
            </p:cNvPr>
            <p:cNvSpPr/>
            <p:nvPr/>
          </p:nvSpPr>
          <p:spPr>
            <a:xfrm>
              <a:off x="2037386" y="4226777"/>
              <a:ext cx="26845" cy="530487"/>
            </a:xfrm>
            <a:custGeom>
              <a:avLst/>
              <a:gdLst>
                <a:gd name="csX0" fmla="*/ 0 w 26845"/>
                <a:gd name="csY0" fmla="*/ 0 h 530487"/>
                <a:gd name="csX1" fmla="*/ 0 w 26845"/>
                <a:gd name="csY1" fmla="*/ 530488 h 530487"/>
                <a:gd name="csX2" fmla="*/ 26845 w 26845"/>
                <a:gd name="csY2" fmla="*/ 530488 h 530487"/>
                <a:gd name="csX3" fmla="*/ 26845 w 26845"/>
                <a:gd name="csY3" fmla="*/ 0 h 530487"/>
                <a:gd name="csX4" fmla="*/ 0 w 26845"/>
                <a:gd name="csY4" fmla="*/ 0 h 530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530487">
                  <a:moveTo>
                    <a:pt x="0" y="0"/>
                  </a:moveTo>
                  <a:lnTo>
                    <a:pt x="0" y="530488"/>
                  </a:lnTo>
                  <a:lnTo>
                    <a:pt x="26845" y="53048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1" name="Freeform 740">
              <a:extLst>
                <a:ext uri="{FF2B5EF4-FFF2-40B4-BE49-F238E27FC236}">
                  <a16:creationId xmlns:a16="http://schemas.microsoft.com/office/drawing/2014/main" id="{BE1B82DA-5919-035F-F154-F38D9B393DD9}"/>
                </a:ext>
              </a:extLst>
            </p:cNvPr>
            <p:cNvSpPr/>
            <p:nvPr/>
          </p:nvSpPr>
          <p:spPr>
            <a:xfrm>
              <a:off x="2735357" y="4614030"/>
              <a:ext cx="26844" cy="143234"/>
            </a:xfrm>
            <a:custGeom>
              <a:avLst/>
              <a:gdLst>
                <a:gd name="csX0" fmla="*/ 0 w 26844"/>
                <a:gd name="csY0" fmla="*/ 0 h 143234"/>
                <a:gd name="csX1" fmla="*/ 0 w 26844"/>
                <a:gd name="csY1" fmla="*/ 143234 h 143234"/>
                <a:gd name="csX2" fmla="*/ 26844 w 26844"/>
                <a:gd name="csY2" fmla="*/ 143234 h 143234"/>
                <a:gd name="csX3" fmla="*/ 26844 w 26844"/>
                <a:gd name="csY3" fmla="*/ 0 h 143234"/>
                <a:gd name="csX4" fmla="*/ 0 w 26844"/>
                <a:gd name="csY4" fmla="*/ 0 h 143234"/>
                <a:gd name="csX5" fmla="*/ 0 w 26844"/>
                <a:gd name="csY5" fmla="*/ 0 h 143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43234">
                  <a:moveTo>
                    <a:pt x="0" y="0"/>
                  </a:moveTo>
                  <a:lnTo>
                    <a:pt x="0" y="143234"/>
                  </a:lnTo>
                  <a:lnTo>
                    <a:pt x="26844" y="14323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2" name="Freeform 741">
              <a:extLst>
                <a:ext uri="{FF2B5EF4-FFF2-40B4-BE49-F238E27FC236}">
                  <a16:creationId xmlns:a16="http://schemas.microsoft.com/office/drawing/2014/main" id="{DE811B0B-DD00-D019-28D9-BA084B475453}"/>
                </a:ext>
              </a:extLst>
            </p:cNvPr>
            <p:cNvSpPr/>
            <p:nvPr/>
          </p:nvSpPr>
          <p:spPr>
            <a:xfrm>
              <a:off x="2735357" y="4614030"/>
              <a:ext cx="26844" cy="143234"/>
            </a:xfrm>
            <a:custGeom>
              <a:avLst/>
              <a:gdLst>
                <a:gd name="csX0" fmla="*/ 0 w 26844"/>
                <a:gd name="csY0" fmla="*/ 0 h 143234"/>
                <a:gd name="csX1" fmla="*/ 0 w 26844"/>
                <a:gd name="csY1" fmla="*/ 143234 h 143234"/>
                <a:gd name="csX2" fmla="*/ 26844 w 26844"/>
                <a:gd name="csY2" fmla="*/ 143234 h 143234"/>
                <a:gd name="csX3" fmla="*/ 26844 w 26844"/>
                <a:gd name="csY3" fmla="*/ 0 h 143234"/>
                <a:gd name="csX4" fmla="*/ 0 w 26844"/>
                <a:gd name="csY4" fmla="*/ 0 h 143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43234">
                  <a:moveTo>
                    <a:pt x="0" y="0"/>
                  </a:moveTo>
                  <a:lnTo>
                    <a:pt x="0" y="143234"/>
                  </a:lnTo>
                  <a:lnTo>
                    <a:pt x="26844" y="14323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3" name="Freeform 742">
              <a:extLst>
                <a:ext uri="{FF2B5EF4-FFF2-40B4-BE49-F238E27FC236}">
                  <a16:creationId xmlns:a16="http://schemas.microsoft.com/office/drawing/2014/main" id="{4CD2CEEB-296F-148E-DD27-E914898505A2}"/>
                </a:ext>
              </a:extLst>
            </p:cNvPr>
            <p:cNvSpPr/>
            <p:nvPr/>
          </p:nvSpPr>
          <p:spPr>
            <a:xfrm>
              <a:off x="2762201" y="4677932"/>
              <a:ext cx="26844" cy="79332"/>
            </a:xfrm>
            <a:custGeom>
              <a:avLst/>
              <a:gdLst>
                <a:gd name="csX0" fmla="*/ 0 w 26844"/>
                <a:gd name="csY0" fmla="*/ 0 h 79332"/>
                <a:gd name="csX1" fmla="*/ 0 w 26844"/>
                <a:gd name="csY1" fmla="*/ 79332 h 79332"/>
                <a:gd name="csX2" fmla="*/ 26844 w 26844"/>
                <a:gd name="csY2" fmla="*/ 79332 h 79332"/>
                <a:gd name="csX3" fmla="*/ 26844 w 26844"/>
                <a:gd name="csY3" fmla="*/ 0 h 79332"/>
                <a:gd name="csX4" fmla="*/ 0 w 26844"/>
                <a:gd name="csY4" fmla="*/ 0 h 79332"/>
                <a:gd name="csX5" fmla="*/ 0 w 26844"/>
                <a:gd name="csY5" fmla="*/ 0 h 79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9332">
                  <a:moveTo>
                    <a:pt x="0" y="0"/>
                  </a:moveTo>
                  <a:lnTo>
                    <a:pt x="0" y="79332"/>
                  </a:lnTo>
                  <a:lnTo>
                    <a:pt x="26844" y="7933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BBFCD8A1-1D15-E380-6562-53F5C5602BD2}"/>
                </a:ext>
              </a:extLst>
            </p:cNvPr>
            <p:cNvSpPr/>
            <p:nvPr/>
          </p:nvSpPr>
          <p:spPr>
            <a:xfrm>
              <a:off x="2762201" y="4677932"/>
              <a:ext cx="26844" cy="79332"/>
            </a:xfrm>
            <a:custGeom>
              <a:avLst/>
              <a:gdLst>
                <a:gd name="csX0" fmla="*/ 0 w 26844"/>
                <a:gd name="csY0" fmla="*/ 0 h 79332"/>
                <a:gd name="csX1" fmla="*/ 0 w 26844"/>
                <a:gd name="csY1" fmla="*/ 79332 h 79332"/>
                <a:gd name="csX2" fmla="*/ 26844 w 26844"/>
                <a:gd name="csY2" fmla="*/ 79332 h 79332"/>
                <a:gd name="csX3" fmla="*/ 26844 w 26844"/>
                <a:gd name="csY3" fmla="*/ 0 h 79332"/>
                <a:gd name="csX4" fmla="*/ 0 w 26844"/>
                <a:gd name="csY4" fmla="*/ 0 h 79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9332">
                  <a:moveTo>
                    <a:pt x="0" y="0"/>
                  </a:moveTo>
                  <a:lnTo>
                    <a:pt x="0" y="79332"/>
                  </a:lnTo>
                  <a:lnTo>
                    <a:pt x="26844" y="7933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7" name="Freeform 766">
              <a:extLst>
                <a:ext uri="{FF2B5EF4-FFF2-40B4-BE49-F238E27FC236}">
                  <a16:creationId xmlns:a16="http://schemas.microsoft.com/office/drawing/2014/main" id="{447A01D6-1A97-57AD-3874-9792E50C4EAF}"/>
                </a:ext>
              </a:extLst>
            </p:cNvPr>
            <p:cNvSpPr/>
            <p:nvPr/>
          </p:nvSpPr>
          <p:spPr>
            <a:xfrm>
              <a:off x="3084351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8" name="Freeform 767">
              <a:extLst>
                <a:ext uri="{FF2B5EF4-FFF2-40B4-BE49-F238E27FC236}">
                  <a16:creationId xmlns:a16="http://schemas.microsoft.com/office/drawing/2014/main" id="{23A7398A-325D-50C3-2B5E-B1E0FA5A8099}"/>
                </a:ext>
              </a:extLst>
            </p:cNvPr>
            <p:cNvSpPr/>
            <p:nvPr/>
          </p:nvSpPr>
          <p:spPr>
            <a:xfrm>
              <a:off x="3084351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4" name="Oval 813">
              <a:extLst>
                <a:ext uri="{FF2B5EF4-FFF2-40B4-BE49-F238E27FC236}">
                  <a16:creationId xmlns:a16="http://schemas.microsoft.com/office/drawing/2014/main" id="{5AFBD034-AB63-BCB3-2641-4E328BFC07CA}"/>
                </a:ext>
              </a:extLst>
            </p:cNvPr>
            <p:cNvSpPr/>
            <p:nvPr/>
          </p:nvSpPr>
          <p:spPr>
            <a:xfrm>
              <a:off x="1941226" y="467691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5" name="Oval 814">
              <a:extLst>
                <a:ext uri="{FF2B5EF4-FFF2-40B4-BE49-F238E27FC236}">
                  <a16:creationId xmlns:a16="http://schemas.microsoft.com/office/drawing/2014/main" id="{C57D9C4D-294C-54D5-2186-84C28E62EDC0}"/>
                </a:ext>
              </a:extLst>
            </p:cNvPr>
            <p:cNvSpPr/>
            <p:nvPr/>
          </p:nvSpPr>
          <p:spPr>
            <a:xfrm>
              <a:off x="1968072" y="461148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6" name="Oval 815">
              <a:extLst>
                <a:ext uri="{FF2B5EF4-FFF2-40B4-BE49-F238E27FC236}">
                  <a16:creationId xmlns:a16="http://schemas.microsoft.com/office/drawing/2014/main" id="{B4F9F35B-5E40-3A98-E80C-B8BE1FFBA91E}"/>
                </a:ext>
              </a:extLst>
            </p:cNvPr>
            <p:cNvSpPr/>
            <p:nvPr/>
          </p:nvSpPr>
          <p:spPr>
            <a:xfrm>
              <a:off x="1994917" y="451523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7" name="Oval 816">
              <a:extLst>
                <a:ext uri="{FF2B5EF4-FFF2-40B4-BE49-F238E27FC236}">
                  <a16:creationId xmlns:a16="http://schemas.microsoft.com/office/drawing/2014/main" id="{CC1A05F5-B4BD-0B40-B595-F448699C86EF}"/>
                </a:ext>
              </a:extLst>
            </p:cNvPr>
            <p:cNvSpPr/>
            <p:nvPr/>
          </p:nvSpPr>
          <p:spPr>
            <a:xfrm>
              <a:off x="2021762" y="438454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4" name="Oval 843">
              <a:extLst>
                <a:ext uri="{FF2B5EF4-FFF2-40B4-BE49-F238E27FC236}">
                  <a16:creationId xmlns:a16="http://schemas.microsoft.com/office/drawing/2014/main" id="{63D95B11-BECF-9B44-2C55-DC1E42500DC3}"/>
                </a:ext>
              </a:extLst>
            </p:cNvPr>
            <p:cNvSpPr/>
            <p:nvPr/>
          </p:nvSpPr>
          <p:spPr>
            <a:xfrm>
              <a:off x="2746583" y="461182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5" name="Oval 844">
              <a:extLst>
                <a:ext uri="{FF2B5EF4-FFF2-40B4-BE49-F238E27FC236}">
                  <a16:creationId xmlns:a16="http://schemas.microsoft.com/office/drawing/2014/main" id="{355E54BF-A13B-D7E3-14E5-10A22D2CFF1A}"/>
                </a:ext>
              </a:extLst>
            </p:cNvPr>
            <p:cNvSpPr/>
            <p:nvPr/>
          </p:nvSpPr>
          <p:spPr>
            <a:xfrm>
              <a:off x="2773427" y="46757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6" name="Oval 855">
              <a:extLst>
                <a:ext uri="{FF2B5EF4-FFF2-40B4-BE49-F238E27FC236}">
                  <a16:creationId xmlns:a16="http://schemas.microsoft.com/office/drawing/2014/main" id="{5A59A4C2-2138-305D-9492-381CD82EE2A5}"/>
                </a:ext>
              </a:extLst>
            </p:cNvPr>
            <p:cNvSpPr/>
            <p:nvPr/>
          </p:nvSpPr>
          <p:spPr>
            <a:xfrm>
              <a:off x="3068722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7" name="Oval 856">
              <a:extLst>
                <a:ext uri="{FF2B5EF4-FFF2-40B4-BE49-F238E27FC236}">
                  <a16:creationId xmlns:a16="http://schemas.microsoft.com/office/drawing/2014/main" id="{80255BB5-DE79-6AE9-AA50-5D1405CBB3F1}"/>
                </a:ext>
              </a:extLst>
            </p:cNvPr>
            <p:cNvSpPr/>
            <p:nvPr/>
          </p:nvSpPr>
          <p:spPr>
            <a:xfrm>
              <a:off x="3095566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8" name="Oval 857">
              <a:extLst>
                <a:ext uri="{FF2B5EF4-FFF2-40B4-BE49-F238E27FC236}">
                  <a16:creationId xmlns:a16="http://schemas.microsoft.com/office/drawing/2014/main" id="{040ED664-CC01-751C-AEC5-4BC24BA62A38}"/>
                </a:ext>
              </a:extLst>
            </p:cNvPr>
            <p:cNvSpPr/>
            <p:nvPr/>
          </p:nvSpPr>
          <p:spPr>
            <a:xfrm>
              <a:off x="312241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14AE1F8-7263-4827-BB56-6E72EF505858}"/>
                </a:ext>
              </a:extLst>
            </p:cNvPr>
            <p:cNvSpPr/>
            <p:nvPr/>
          </p:nvSpPr>
          <p:spPr>
            <a:xfrm>
              <a:off x="2037386" y="4672638"/>
              <a:ext cx="6711" cy="84626"/>
            </a:xfrm>
            <a:custGeom>
              <a:avLst/>
              <a:gdLst>
                <a:gd name="csX0" fmla="*/ 0 w 6711"/>
                <a:gd name="csY0" fmla="*/ 0 h 84626"/>
                <a:gd name="csX1" fmla="*/ 0 w 6711"/>
                <a:gd name="csY1" fmla="*/ 84626 h 84626"/>
                <a:gd name="csX2" fmla="*/ 6712 w 6711"/>
                <a:gd name="csY2" fmla="*/ 84626 h 84626"/>
                <a:gd name="csX3" fmla="*/ 6712 w 6711"/>
                <a:gd name="csY3" fmla="*/ 0 h 84626"/>
                <a:gd name="csX4" fmla="*/ 0 w 6711"/>
                <a:gd name="csY4" fmla="*/ 0 h 84626"/>
                <a:gd name="csX5" fmla="*/ 0 w 6711"/>
                <a:gd name="csY5" fmla="*/ 0 h 84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4626">
                  <a:moveTo>
                    <a:pt x="0" y="0"/>
                  </a:moveTo>
                  <a:lnTo>
                    <a:pt x="0" y="84626"/>
                  </a:lnTo>
                  <a:lnTo>
                    <a:pt x="6712" y="8462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409B3897-E911-F11A-4AFE-5C27D192205F}"/>
                </a:ext>
              </a:extLst>
            </p:cNvPr>
            <p:cNvSpPr/>
            <p:nvPr/>
          </p:nvSpPr>
          <p:spPr>
            <a:xfrm>
              <a:off x="2037386" y="4672638"/>
              <a:ext cx="6711" cy="84626"/>
            </a:xfrm>
            <a:custGeom>
              <a:avLst/>
              <a:gdLst>
                <a:gd name="csX0" fmla="*/ 0 w 6711"/>
                <a:gd name="csY0" fmla="*/ 0 h 84626"/>
                <a:gd name="csX1" fmla="*/ 0 w 6711"/>
                <a:gd name="csY1" fmla="*/ 84626 h 84626"/>
                <a:gd name="csX2" fmla="*/ 6712 w 6711"/>
                <a:gd name="csY2" fmla="*/ 84626 h 84626"/>
                <a:gd name="csX3" fmla="*/ 6712 w 6711"/>
                <a:gd name="csY3" fmla="*/ 0 h 84626"/>
                <a:gd name="csX4" fmla="*/ 0 w 6711"/>
                <a:gd name="csY4" fmla="*/ 0 h 84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4626">
                  <a:moveTo>
                    <a:pt x="0" y="0"/>
                  </a:moveTo>
                  <a:lnTo>
                    <a:pt x="0" y="84626"/>
                  </a:lnTo>
                  <a:lnTo>
                    <a:pt x="6712" y="8462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557F88ED-9CCA-8695-E8B3-CCF2346CE039}"/>
                </a:ext>
              </a:extLst>
            </p:cNvPr>
            <p:cNvSpPr/>
            <p:nvPr/>
          </p:nvSpPr>
          <p:spPr>
            <a:xfrm>
              <a:off x="2044097" y="4657670"/>
              <a:ext cx="6711" cy="99594"/>
            </a:xfrm>
            <a:custGeom>
              <a:avLst/>
              <a:gdLst>
                <a:gd name="csX0" fmla="*/ 0 w 6711"/>
                <a:gd name="csY0" fmla="*/ 0 h 99594"/>
                <a:gd name="csX1" fmla="*/ 0 w 6711"/>
                <a:gd name="csY1" fmla="*/ 99595 h 99594"/>
                <a:gd name="csX2" fmla="*/ 6712 w 6711"/>
                <a:gd name="csY2" fmla="*/ 99595 h 99594"/>
                <a:gd name="csX3" fmla="*/ 6712 w 6711"/>
                <a:gd name="csY3" fmla="*/ 0 h 99594"/>
                <a:gd name="csX4" fmla="*/ 0 w 6711"/>
                <a:gd name="csY4" fmla="*/ 0 h 99594"/>
                <a:gd name="csX5" fmla="*/ 0 w 6711"/>
                <a:gd name="csY5" fmla="*/ 0 h 99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99594">
                  <a:moveTo>
                    <a:pt x="0" y="0"/>
                  </a:moveTo>
                  <a:lnTo>
                    <a:pt x="0" y="99595"/>
                  </a:lnTo>
                  <a:lnTo>
                    <a:pt x="6712" y="995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5BD8BB05-F068-06B6-124D-30874BA54701}"/>
                </a:ext>
              </a:extLst>
            </p:cNvPr>
            <p:cNvSpPr/>
            <p:nvPr/>
          </p:nvSpPr>
          <p:spPr>
            <a:xfrm>
              <a:off x="2044097" y="4657670"/>
              <a:ext cx="6711" cy="99594"/>
            </a:xfrm>
            <a:custGeom>
              <a:avLst/>
              <a:gdLst>
                <a:gd name="csX0" fmla="*/ 0 w 6711"/>
                <a:gd name="csY0" fmla="*/ 0 h 99594"/>
                <a:gd name="csX1" fmla="*/ 0 w 6711"/>
                <a:gd name="csY1" fmla="*/ 99595 h 99594"/>
                <a:gd name="csX2" fmla="*/ 6712 w 6711"/>
                <a:gd name="csY2" fmla="*/ 99595 h 99594"/>
                <a:gd name="csX3" fmla="*/ 6712 w 6711"/>
                <a:gd name="csY3" fmla="*/ 0 h 99594"/>
                <a:gd name="csX4" fmla="*/ 0 w 6711"/>
                <a:gd name="csY4" fmla="*/ 0 h 99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99594">
                  <a:moveTo>
                    <a:pt x="0" y="0"/>
                  </a:moveTo>
                  <a:lnTo>
                    <a:pt x="0" y="99595"/>
                  </a:lnTo>
                  <a:lnTo>
                    <a:pt x="6712" y="995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Oval 446">
              <a:extLst>
                <a:ext uri="{FF2B5EF4-FFF2-40B4-BE49-F238E27FC236}">
                  <a16:creationId xmlns:a16="http://schemas.microsoft.com/office/drawing/2014/main" id="{DD1D8CB2-DDF6-6425-C816-5CECFDC59628}"/>
                </a:ext>
              </a:extLst>
            </p:cNvPr>
            <p:cNvSpPr/>
            <p:nvPr/>
          </p:nvSpPr>
          <p:spPr>
            <a:xfrm>
              <a:off x="1716399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30904D60-918E-1182-6D98-674E5D630256}"/>
                </a:ext>
              </a:extLst>
            </p:cNvPr>
            <p:cNvSpPr/>
            <p:nvPr/>
          </p:nvSpPr>
          <p:spPr>
            <a:xfrm>
              <a:off x="1723109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E422B3BC-AAA5-927E-C492-83E2534E09AB}"/>
                </a:ext>
              </a:extLst>
            </p:cNvPr>
            <p:cNvSpPr/>
            <p:nvPr/>
          </p:nvSpPr>
          <p:spPr>
            <a:xfrm>
              <a:off x="1729821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7A45CFF8-7DF2-E58A-BE4C-8D9D5815DDD2}"/>
                </a:ext>
              </a:extLst>
            </p:cNvPr>
            <p:cNvSpPr/>
            <p:nvPr/>
          </p:nvSpPr>
          <p:spPr>
            <a:xfrm>
              <a:off x="1736532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20EA6D93-3E22-F0DE-E742-F0F62B8B9A84}"/>
                </a:ext>
              </a:extLst>
            </p:cNvPr>
            <p:cNvSpPr/>
            <p:nvPr/>
          </p:nvSpPr>
          <p:spPr>
            <a:xfrm>
              <a:off x="1743244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F3F01B11-5E43-E956-DA8A-70D33B5A1254}"/>
                </a:ext>
              </a:extLst>
            </p:cNvPr>
            <p:cNvSpPr/>
            <p:nvPr/>
          </p:nvSpPr>
          <p:spPr>
            <a:xfrm>
              <a:off x="1749954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89891C5C-7E4D-28A0-5838-90A21F01C0E3}"/>
                </a:ext>
              </a:extLst>
            </p:cNvPr>
            <p:cNvSpPr/>
            <p:nvPr/>
          </p:nvSpPr>
          <p:spPr>
            <a:xfrm>
              <a:off x="1756666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354EDC2F-C3BF-262A-2D4D-BBFE78AF5178}"/>
                </a:ext>
              </a:extLst>
            </p:cNvPr>
            <p:cNvSpPr/>
            <p:nvPr/>
          </p:nvSpPr>
          <p:spPr>
            <a:xfrm>
              <a:off x="1763378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3C3699DA-43A6-26FA-FFB6-64C633A25EBE}"/>
                </a:ext>
              </a:extLst>
            </p:cNvPr>
            <p:cNvSpPr/>
            <p:nvPr/>
          </p:nvSpPr>
          <p:spPr>
            <a:xfrm>
              <a:off x="1770089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7BBAB6CA-AE94-83B7-D59F-40FECE5F383D}"/>
                </a:ext>
              </a:extLst>
            </p:cNvPr>
            <p:cNvSpPr/>
            <p:nvPr/>
          </p:nvSpPr>
          <p:spPr>
            <a:xfrm>
              <a:off x="1776800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CEC9188-2D09-6E5E-DD75-2D58926763DB}"/>
                </a:ext>
              </a:extLst>
            </p:cNvPr>
            <p:cNvSpPr/>
            <p:nvPr/>
          </p:nvSpPr>
          <p:spPr>
            <a:xfrm>
              <a:off x="1783511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B10ED0F7-980E-05F4-CA13-F9F3B4F4D5A1}"/>
                </a:ext>
              </a:extLst>
            </p:cNvPr>
            <p:cNvSpPr/>
            <p:nvPr/>
          </p:nvSpPr>
          <p:spPr>
            <a:xfrm>
              <a:off x="1790223" y="47547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A7DD3E9D-93B7-3B7B-7CAA-DDCB06F8F421}"/>
                </a:ext>
              </a:extLst>
            </p:cNvPr>
            <p:cNvSpPr/>
            <p:nvPr/>
          </p:nvSpPr>
          <p:spPr>
            <a:xfrm>
              <a:off x="1796934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0563308B-C18F-785D-DD80-A3C9AAD73FD3}"/>
                </a:ext>
              </a:extLst>
            </p:cNvPr>
            <p:cNvSpPr/>
            <p:nvPr/>
          </p:nvSpPr>
          <p:spPr>
            <a:xfrm>
              <a:off x="1803645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5A659E5F-01AB-DD8E-FECE-B4DB905C40C7}"/>
                </a:ext>
              </a:extLst>
            </p:cNvPr>
            <p:cNvSpPr/>
            <p:nvPr/>
          </p:nvSpPr>
          <p:spPr>
            <a:xfrm>
              <a:off x="1810356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2" name="Oval 461">
              <a:extLst>
                <a:ext uri="{FF2B5EF4-FFF2-40B4-BE49-F238E27FC236}">
                  <a16:creationId xmlns:a16="http://schemas.microsoft.com/office/drawing/2014/main" id="{D8D85D68-6F71-8843-E42F-91C418C6D1EA}"/>
                </a:ext>
              </a:extLst>
            </p:cNvPr>
            <p:cNvSpPr/>
            <p:nvPr/>
          </p:nvSpPr>
          <p:spPr>
            <a:xfrm>
              <a:off x="1817068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3" name="Oval 462">
              <a:extLst>
                <a:ext uri="{FF2B5EF4-FFF2-40B4-BE49-F238E27FC236}">
                  <a16:creationId xmlns:a16="http://schemas.microsoft.com/office/drawing/2014/main" id="{100B7C7F-391D-EDFB-D324-A56688E6C5FC}"/>
                </a:ext>
              </a:extLst>
            </p:cNvPr>
            <p:cNvSpPr/>
            <p:nvPr/>
          </p:nvSpPr>
          <p:spPr>
            <a:xfrm>
              <a:off x="1823779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3EE8640D-583C-45DE-C27D-218D6EFBEBD0}"/>
                </a:ext>
              </a:extLst>
            </p:cNvPr>
            <p:cNvSpPr/>
            <p:nvPr/>
          </p:nvSpPr>
          <p:spPr>
            <a:xfrm>
              <a:off x="1830490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5" name="Oval 464">
              <a:extLst>
                <a:ext uri="{FF2B5EF4-FFF2-40B4-BE49-F238E27FC236}">
                  <a16:creationId xmlns:a16="http://schemas.microsoft.com/office/drawing/2014/main" id="{D27F45CF-B71D-44AC-7734-4524E6E105D9}"/>
                </a:ext>
              </a:extLst>
            </p:cNvPr>
            <p:cNvSpPr/>
            <p:nvPr/>
          </p:nvSpPr>
          <p:spPr>
            <a:xfrm>
              <a:off x="1837201" y="475434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6" name="Oval 465">
              <a:extLst>
                <a:ext uri="{FF2B5EF4-FFF2-40B4-BE49-F238E27FC236}">
                  <a16:creationId xmlns:a16="http://schemas.microsoft.com/office/drawing/2014/main" id="{19B87264-C394-B617-EFC1-DF28CC0ACD34}"/>
                </a:ext>
              </a:extLst>
            </p:cNvPr>
            <p:cNvSpPr/>
            <p:nvPr/>
          </p:nvSpPr>
          <p:spPr>
            <a:xfrm>
              <a:off x="1843913" y="475420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7" name="Oval 466">
              <a:extLst>
                <a:ext uri="{FF2B5EF4-FFF2-40B4-BE49-F238E27FC236}">
                  <a16:creationId xmlns:a16="http://schemas.microsoft.com/office/drawing/2014/main" id="{ADD895D6-6386-661C-E466-007A204EF571}"/>
                </a:ext>
              </a:extLst>
            </p:cNvPr>
            <p:cNvSpPr/>
            <p:nvPr/>
          </p:nvSpPr>
          <p:spPr>
            <a:xfrm>
              <a:off x="1850624" y="475370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8" name="Oval 467">
              <a:extLst>
                <a:ext uri="{FF2B5EF4-FFF2-40B4-BE49-F238E27FC236}">
                  <a16:creationId xmlns:a16="http://schemas.microsoft.com/office/drawing/2014/main" id="{67BC4F79-90EA-A244-26B1-77F8F66E1632}"/>
                </a:ext>
              </a:extLst>
            </p:cNvPr>
            <p:cNvSpPr/>
            <p:nvPr/>
          </p:nvSpPr>
          <p:spPr>
            <a:xfrm>
              <a:off x="1857336" y="475377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9" name="Oval 468">
              <a:extLst>
                <a:ext uri="{FF2B5EF4-FFF2-40B4-BE49-F238E27FC236}">
                  <a16:creationId xmlns:a16="http://schemas.microsoft.com/office/drawing/2014/main" id="{379EB0A1-24B6-D891-B101-C4828ADC8FB2}"/>
                </a:ext>
              </a:extLst>
            </p:cNvPr>
            <p:cNvSpPr/>
            <p:nvPr/>
          </p:nvSpPr>
          <p:spPr>
            <a:xfrm>
              <a:off x="1864046" y="475356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0" name="Oval 469">
              <a:extLst>
                <a:ext uri="{FF2B5EF4-FFF2-40B4-BE49-F238E27FC236}">
                  <a16:creationId xmlns:a16="http://schemas.microsoft.com/office/drawing/2014/main" id="{DC730723-9D92-9DBD-53BA-23AD40B74E37}"/>
                </a:ext>
              </a:extLst>
            </p:cNvPr>
            <p:cNvSpPr/>
            <p:nvPr/>
          </p:nvSpPr>
          <p:spPr>
            <a:xfrm>
              <a:off x="1870758" y="47534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1" name="Oval 470">
              <a:extLst>
                <a:ext uri="{FF2B5EF4-FFF2-40B4-BE49-F238E27FC236}">
                  <a16:creationId xmlns:a16="http://schemas.microsoft.com/office/drawing/2014/main" id="{A615203D-2683-1292-7E26-0BDFC44AD7CF}"/>
                </a:ext>
              </a:extLst>
            </p:cNvPr>
            <p:cNvSpPr/>
            <p:nvPr/>
          </p:nvSpPr>
          <p:spPr>
            <a:xfrm>
              <a:off x="1877469" y="475285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BF7A5A5D-376B-DDC6-1618-F9AED12DEC78}"/>
                </a:ext>
              </a:extLst>
            </p:cNvPr>
            <p:cNvSpPr/>
            <p:nvPr/>
          </p:nvSpPr>
          <p:spPr>
            <a:xfrm>
              <a:off x="1884181" y="47522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E45D78D8-8220-638A-0E97-0BB3B0496F20}"/>
                </a:ext>
              </a:extLst>
            </p:cNvPr>
            <p:cNvSpPr/>
            <p:nvPr/>
          </p:nvSpPr>
          <p:spPr>
            <a:xfrm>
              <a:off x="1890891" y="475199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8C4BE5D6-BC78-A430-0D6E-4950825EACF9}"/>
                </a:ext>
              </a:extLst>
            </p:cNvPr>
            <p:cNvSpPr/>
            <p:nvPr/>
          </p:nvSpPr>
          <p:spPr>
            <a:xfrm>
              <a:off x="1897603" y="475100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5" name="Oval 474">
              <a:extLst>
                <a:ext uri="{FF2B5EF4-FFF2-40B4-BE49-F238E27FC236}">
                  <a16:creationId xmlns:a16="http://schemas.microsoft.com/office/drawing/2014/main" id="{6734CC76-3764-EC01-91F7-11C5808FFB40}"/>
                </a:ext>
              </a:extLst>
            </p:cNvPr>
            <p:cNvSpPr/>
            <p:nvPr/>
          </p:nvSpPr>
          <p:spPr>
            <a:xfrm>
              <a:off x="1904315" y="474957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E2C6C020-E820-20B8-3252-3CBB3BC16344}"/>
                </a:ext>
              </a:extLst>
            </p:cNvPr>
            <p:cNvSpPr/>
            <p:nvPr/>
          </p:nvSpPr>
          <p:spPr>
            <a:xfrm>
              <a:off x="1911026" y="474850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A6AA5E56-B142-6A21-19E1-2F5A43EF8886}"/>
                </a:ext>
              </a:extLst>
            </p:cNvPr>
            <p:cNvSpPr/>
            <p:nvPr/>
          </p:nvSpPr>
          <p:spPr>
            <a:xfrm>
              <a:off x="1917737" y="47487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1DFC1832-7007-313B-56E3-4631B53E55B3}"/>
                </a:ext>
              </a:extLst>
            </p:cNvPr>
            <p:cNvSpPr/>
            <p:nvPr/>
          </p:nvSpPr>
          <p:spPr>
            <a:xfrm>
              <a:off x="1924448" y="47467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86E27B77-B9EE-79FA-BAD7-B54BFB4C26CC}"/>
                </a:ext>
              </a:extLst>
            </p:cNvPr>
            <p:cNvSpPr/>
            <p:nvPr/>
          </p:nvSpPr>
          <p:spPr>
            <a:xfrm>
              <a:off x="1931160" y="47464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0" name="Oval 479">
              <a:extLst>
                <a:ext uri="{FF2B5EF4-FFF2-40B4-BE49-F238E27FC236}">
                  <a16:creationId xmlns:a16="http://schemas.microsoft.com/office/drawing/2014/main" id="{C22C4807-B869-15DD-DE41-E333A5B57D5F}"/>
                </a:ext>
              </a:extLst>
            </p:cNvPr>
            <p:cNvSpPr/>
            <p:nvPr/>
          </p:nvSpPr>
          <p:spPr>
            <a:xfrm>
              <a:off x="1937871" y="474487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BABCB15-3C79-ED9E-F073-94777DFC4936}"/>
                </a:ext>
              </a:extLst>
            </p:cNvPr>
            <p:cNvSpPr/>
            <p:nvPr/>
          </p:nvSpPr>
          <p:spPr>
            <a:xfrm>
              <a:off x="1944582" y="474308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2" name="Oval 481">
              <a:extLst>
                <a:ext uri="{FF2B5EF4-FFF2-40B4-BE49-F238E27FC236}">
                  <a16:creationId xmlns:a16="http://schemas.microsoft.com/office/drawing/2014/main" id="{2A3B6059-D529-F4EB-1D1B-38CD7DF78A6E}"/>
                </a:ext>
              </a:extLst>
            </p:cNvPr>
            <p:cNvSpPr/>
            <p:nvPr/>
          </p:nvSpPr>
          <p:spPr>
            <a:xfrm>
              <a:off x="1951293" y="474038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3" name="Oval 482">
              <a:extLst>
                <a:ext uri="{FF2B5EF4-FFF2-40B4-BE49-F238E27FC236}">
                  <a16:creationId xmlns:a16="http://schemas.microsoft.com/office/drawing/2014/main" id="{FB0BE96A-6C79-31DA-3538-1351BD1F4ED1}"/>
                </a:ext>
              </a:extLst>
            </p:cNvPr>
            <p:cNvSpPr/>
            <p:nvPr/>
          </p:nvSpPr>
          <p:spPr>
            <a:xfrm>
              <a:off x="1958005" y="474038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F7187FA0-C98C-DD71-7535-C95FA5EC4FB4}"/>
                </a:ext>
              </a:extLst>
            </p:cNvPr>
            <p:cNvSpPr/>
            <p:nvPr/>
          </p:nvSpPr>
          <p:spPr>
            <a:xfrm>
              <a:off x="1964716" y="473481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Oval 484">
              <a:extLst>
                <a:ext uri="{FF2B5EF4-FFF2-40B4-BE49-F238E27FC236}">
                  <a16:creationId xmlns:a16="http://schemas.microsoft.com/office/drawing/2014/main" id="{A64DE012-3A1E-536B-D045-FB9C9DB3F45E}"/>
                </a:ext>
              </a:extLst>
            </p:cNvPr>
            <p:cNvSpPr/>
            <p:nvPr/>
          </p:nvSpPr>
          <p:spPr>
            <a:xfrm>
              <a:off x="1971427" y="47323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6" name="Oval 485">
              <a:extLst>
                <a:ext uri="{FF2B5EF4-FFF2-40B4-BE49-F238E27FC236}">
                  <a16:creationId xmlns:a16="http://schemas.microsoft.com/office/drawing/2014/main" id="{57EAA35F-6E76-D1CB-38D1-3E37E7D7B3E7}"/>
                </a:ext>
              </a:extLst>
            </p:cNvPr>
            <p:cNvSpPr/>
            <p:nvPr/>
          </p:nvSpPr>
          <p:spPr>
            <a:xfrm>
              <a:off x="1978138" y="472790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EAD97CF6-DFE9-A8D0-75EB-12E00C3CBCAB}"/>
                </a:ext>
              </a:extLst>
            </p:cNvPr>
            <p:cNvSpPr/>
            <p:nvPr/>
          </p:nvSpPr>
          <p:spPr>
            <a:xfrm>
              <a:off x="1984850" y="47245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1138C27F-B904-DACC-A8DC-A3E051DA59AF}"/>
                </a:ext>
              </a:extLst>
            </p:cNvPr>
            <p:cNvSpPr/>
            <p:nvPr/>
          </p:nvSpPr>
          <p:spPr>
            <a:xfrm>
              <a:off x="1991561" y="471806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34C44F82-AE1B-80C9-28E2-720037A2A065}"/>
                </a:ext>
              </a:extLst>
            </p:cNvPr>
            <p:cNvSpPr/>
            <p:nvPr/>
          </p:nvSpPr>
          <p:spPr>
            <a:xfrm>
              <a:off x="1998272" y="47137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ACD61656-E80C-88D6-DDAB-44AB7C828B4D}"/>
                </a:ext>
              </a:extLst>
            </p:cNvPr>
            <p:cNvSpPr/>
            <p:nvPr/>
          </p:nvSpPr>
          <p:spPr>
            <a:xfrm>
              <a:off x="2004983" y="470766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1" name="Oval 490">
              <a:extLst>
                <a:ext uri="{FF2B5EF4-FFF2-40B4-BE49-F238E27FC236}">
                  <a16:creationId xmlns:a16="http://schemas.microsoft.com/office/drawing/2014/main" id="{F816479E-83F5-9F4C-39CB-5100C786B05A}"/>
                </a:ext>
              </a:extLst>
            </p:cNvPr>
            <p:cNvSpPr/>
            <p:nvPr/>
          </p:nvSpPr>
          <p:spPr>
            <a:xfrm>
              <a:off x="2011695" y="470373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2" name="Oval 491">
              <a:extLst>
                <a:ext uri="{FF2B5EF4-FFF2-40B4-BE49-F238E27FC236}">
                  <a16:creationId xmlns:a16="http://schemas.microsoft.com/office/drawing/2014/main" id="{0F9A6148-ACD4-7817-EC1C-81BC711930C4}"/>
                </a:ext>
              </a:extLst>
            </p:cNvPr>
            <p:cNvSpPr/>
            <p:nvPr/>
          </p:nvSpPr>
          <p:spPr>
            <a:xfrm>
              <a:off x="2018407" y="46973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6512B165-D451-2D77-46AC-A05F00337C6C}"/>
                </a:ext>
              </a:extLst>
            </p:cNvPr>
            <p:cNvSpPr/>
            <p:nvPr/>
          </p:nvSpPr>
          <p:spPr>
            <a:xfrm>
              <a:off x="2025117" y="468855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1C75EF6E-3403-75B0-A68A-4AAAD3D1998D}"/>
                </a:ext>
              </a:extLst>
            </p:cNvPr>
            <p:cNvSpPr/>
            <p:nvPr/>
          </p:nvSpPr>
          <p:spPr>
            <a:xfrm>
              <a:off x="2749940" y="47336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3046D9D7-D118-D6DB-90DB-1822694F91E7}"/>
                </a:ext>
              </a:extLst>
            </p:cNvPr>
            <p:cNvSpPr/>
            <p:nvPr/>
          </p:nvSpPr>
          <p:spPr>
            <a:xfrm>
              <a:off x="2756643" y="473802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B608183C-5B6D-138D-4A42-EB7027EAFEBD}"/>
                </a:ext>
              </a:extLst>
            </p:cNvPr>
            <p:cNvSpPr/>
            <p:nvPr/>
          </p:nvSpPr>
          <p:spPr>
            <a:xfrm>
              <a:off x="2763357" y="47415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9E9C4C21-81B7-826A-4E84-408BE3B14297}"/>
                </a:ext>
              </a:extLst>
            </p:cNvPr>
            <p:cNvSpPr/>
            <p:nvPr/>
          </p:nvSpPr>
          <p:spPr>
            <a:xfrm>
              <a:off x="2770070" y="474173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68002F6F-4AA7-B472-2AE8-C1D0BF52FDC8}"/>
                </a:ext>
              </a:extLst>
            </p:cNvPr>
            <p:cNvSpPr/>
            <p:nvPr/>
          </p:nvSpPr>
          <p:spPr>
            <a:xfrm>
              <a:off x="2776784" y="474258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23757B04-1375-EE1E-6980-558BF0CDD02C}"/>
                </a:ext>
              </a:extLst>
            </p:cNvPr>
            <p:cNvSpPr/>
            <p:nvPr/>
          </p:nvSpPr>
          <p:spPr>
            <a:xfrm>
              <a:off x="2783498" y="47450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4B1C04F3-5BA2-9B12-86F7-429667D4E0CB}"/>
                </a:ext>
              </a:extLst>
            </p:cNvPr>
            <p:cNvSpPr/>
            <p:nvPr/>
          </p:nvSpPr>
          <p:spPr>
            <a:xfrm>
              <a:off x="2790201" y="474708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0F1FEA48-2E9B-23D3-0DB3-68E62F9835BE}"/>
                </a:ext>
              </a:extLst>
            </p:cNvPr>
            <p:cNvSpPr/>
            <p:nvPr/>
          </p:nvSpPr>
          <p:spPr>
            <a:xfrm>
              <a:off x="2796914" y="474907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BA4CC237-6905-66E5-619F-70CF9F45C579}"/>
                </a:ext>
              </a:extLst>
            </p:cNvPr>
            <p:cNvSpPr/>
            <p:nvPr/>
          </p:nvSpPr>
          <p:spPr>
            <a:xfrm>
              <a:off x="2803628" y="474914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86126E5-985A-CA79-6292-E378741FE286}"/>
                </a:ext>
              </a:extLst>
            </p:cNvPr>
            <p:cNvSpPr/>
            <p:nvPr/>
          </p:nvSpPr>
          <p:spPr>
            <a:xfrm>
              <a:off x="2810342" y="47514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5042E89B-F14F-6BE0-C2F7-680D9EB2DCA8}"/>
                </a:ext>
              </a:extLst>
            </p:cNvPr>
            <p:cNvSpPr/>
            <p:nvPr/>
          </p:nvSpPr>
          <p:spPr>
            <a:xfrm>
              <a:off x="2817045" y="47514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719F778A-579A-4132-CD75-A3D86DC8241A}"/>
                </a:ext>
              </a:extLst>
            </p:cNvPr>
            <p:cNvSpPr/>
            <p:nvPr/>
          </p:nvSpPr>
          <p:spPr>
            <a:xfrm>
              <a:off x="2823758" y="47517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E22660D2-1289-4896-319B-F7D4A11C8C33}"/>
                </a:ext>
              </a:extLst>
            </p:cNvPr>
            <p:cNvSpPr/>
            <p:nvPr/>
          </p:nvSpPr>
          <p:spPr>
            <a:xfrm>
              <a:off x="2830472" y="475249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58FA6A5-29E3-2268-1619-915A0EE9F866}"/>
                </a:ext>
              </a:extLst>
            </p:cNvPr>
            <p:cNvSpPr/>
            <p:nvPr/>
          </p:nvSpPr>
          <p:spPr>
            <a:xfrm>
              <a:off x="2359530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D5B395C-9A04-A4E7-1632-7360437E0FFB}"/>
                </a:ext>
              </a:extLst>
            </p:cNvPr>
            <p:cNvSpPr/>
            <p:nvPr/>
          </p:nvSpPr>
          <p:spPr>
            <a:xfrm>
              <a:off x="2688383" y="4689180"/>
              <a:ext cx="6713" cy="68084"/>
            </a:xfrm>
            <a:custGeom>
              <a:avLst/>
              <a:gdLst>
                <a:gd name="csX0" fmla="*/ 0 w 6713"/>
                <a:gd name="csY0" fmla="*/ 0 h 68084"/>
                <a:gd name="csX1" fmla="*/ 0 w 6713"/>
                <a:gd name="csY1" fmla="*/ 68084 h 68084"/>
                <a:gd name="csX2" fmla="*/ 6714 w 6713"/>
                <a:gd name="csY2" fmla="*/ 68084 h 68084"/>
                <a:gd name="csX3" fmla="*/ 6714 w 6713"/>
                <a:gd name="csY3" fmla="*/ 0 h 68084"/>
                <a:gd name="csX4" fmla="*/ 0 w 6713"/>
                <a:gd name="csY4" fmla="*/ 0 h 68084"/>
                <a:gd name="csX5" fmla="*/ 0 w 6713"/>
                <a:gd name="csY5" fmla="*/ 0 h 68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8084">
                  <a:moveTo>
                    <a:pt x="0" y="0"/>
                  </a:moveTo>
                  <a:lnTo>
                    <a:pt x="0" y="68084"/>
                  </a:lnTo>
                  <a:lnTo>
                    <a:pt x="6714" y="6808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0F916AEC-302B-A1A9-12B5-F6F29D97DA50}"/>
                </a:ext>
              </a:extLst>
            </p:cNvPr>
            <p:cNvSpPr/>
            <p:nvPr/>
          </p:nvSpPr>
          <p:spPr>
            <a:xfrm>
              <a:off x="2688383" y="4689180"/>
              <a:ext cx="6713" cy="68084"/>
            </a:xfrm>
            <a:custGeom>
              <a:avLst/>
              <a:gdLst>
                <a:gd name="csX0" fmla="*/ 0 w 6713"/>
                <a:gd name="csY0" fmla="*/ 0 h 68084"/>
                <a:gd name="csX1" fmla="*/ 0 w 6713"/>
                <a:gd name="csY1" fmla="*/ 68084 h 68084"/>
                <a:gd name="csX2" fmla="*/ 6714 w 6713"/>
                <a:gd name="csY2" fmla="*/ 68084 h 68084"/>
                <a:gd name="csX3" fmla="*/ 6714 w 6713"/>
                <a:gd name="csY3" fmla="*/ 0 h 68084"/>
                <a:gd name="csX4" fmla="*/ 0 w 6713"/>
                <a:gd name="csY4" fmla="*/ 0 h 68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8084">
                  <a:moveTo>
                    <a:pt x="0" y="0"/>
                  </a:moveTo>
                  <a:lnTo>
                    <a:pt x="0" y="68084"/>
                  </a:lnTo>
                  <a:lnTo>
                    <a:pt x="6714" y="6808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798ED754-68C7-100A-1D37-4DC9D6F905F1}"/>
                </a:ext>
              </a:extLst>
            </p:cNvPr>
            <p:cNvSpPr/>
            <p:nvPr/>
          </p:nvSpPr>
          <p:spPr>
            <a:xfrm>
              <a:off x="2695096" y="4700230"/>
              <a:ext cx="6702" cy="57033"/>
            </a:xfrm>
            <a:custGeom>
              <a:avLst/>
              <a:gdLst>
                <a:gd name="csX0" fmla="*/ 0 w 6702"/>
                <a:gd name="csY0" fmla="*/ 0 h 57033"/>
                <a:gd name="csX1" fmla="*/ 0 w 6702"/>
                <a:gd name="csY1" fmla="*/ 57034 h 57033"/>
                <a:gd name="csX2" fmla="*/ 6703 w 6702"/>
                <a:gd name="csY2" fmla="*/ 57034 h 57033"/>
                <a:gd name="csX3" fmla="*/ 6703 w 6702"/>
                <a:gd name="csY3" fmla="*/ 0 h 57033"/>
                <a:gd name="csX4" fmla="*/ 0 w 6702"/>
                <a:gd name="csY4" fmla="*/ 0 h 57033"/>
                <a:gd name="csX5" fmla="*/ 0 w 6702"/>
                <a:gd name="csY5" fmla="*/ 0 h 57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57033">
                  <a:moveTo>
                    <a:pt x="0" y="0"/>
                  </a:moveTo>
                  <a:lnTo>
                    <a:pt x="0" y="57034"/>
                  </a:lnTo>
                  <a:lnTo>
                    <a:pt x="6703" y="5703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1D11E0EF-59F3-268F-5AB0-77EC32F49468}"/>
                </a:ext>
              </a:extLst>
            </p:cNvPr>
            <p:cNvSpPr/>
            <p:nvPr/>
          </p:nvSpPr>
          <p:spPr>
            <a:xfrm>
              <a:off x="2695096" y="4700230"/>
              <a:ext cx="6702" cy="57033"/>
            </a:xfrm>
            <a:custGeom>
              <a:avLst/>
              <a:gdLst>
                <a:gd name="csX0" fmla="*/ 0 w 6702"/>
                <a:gd name="csY0" fmla="*/ 0 h 57033"/>
                <a:gd name="csX1" fmla="*/ 0 w 6702"/>
                <a:gd name="csY1" fmla="*/ 57034 h 57033"/>
                <a:gd name="csX2" fmla="*/ 6703 w 6702"/>
                <a:gd name="csY2" fmla="*/ 57034 h 57033"/>
                <a:gd name="csX3" fmla="*/ 6703 w 6702"/>
                <a:gd name="csY3" fmla="*/ 0 h 57033"/>
                <a:gd name="csX4" fmla="*/ 0 w 6702"/>
                <a:gd name="csY4" fmla="*/ 0 h 57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57033">
                  <a:moveTo>
                    <a:pt x="0" y="0"/>
                  </a:moveTo>
                  <a:lnTo>
                    <a:pt x="0" y="57034"/>
                  </a:lnTo>
                  <a:lnTo>
                    <a:pt x="6703" y="5703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FEED56D-D173-E468-1145-AD21A580D637}"/>
                </a:ext>
              </a:extLst>
            </p:cNvPr>
            <p:cNvSpPr/>
            <p:nvPr/>
          </p:nvSpPr>
          <p:spPr>
            <a:xfrm>
              <a:off x="2701799" y="4703587"/>
              <a:ext cx="6713" cy="53677"/>
            </a:xfrm>
            <a:custGeom>
              <a:avLst/>
              <a:gdLst>
                <a:gd name="csX0" fmla="*/ 0 w 6713"/>
                <a:gd name="csY0" fmla="*/ 0 h 53677"/>
                <a:gd name="csX1" fmla="*/ 0 w 6713"/>
                <a:gd name="csY1" fmla="*/ 53677 h 53677"/>
                <a:gd name="csX2" fmla="*/ 6714 w 6713"/>
                <a:gd name="csY2" fmla="*/ 53677 h 53677"/>
                <a:gd name="csX3" fmla="*/ 6714 w 6713"/>
                <a:gd name="csY3" fmla="*/ 0 h 53677"/>
                <a:gd name="csX4" fmla="*/ 0 w 6713"/>
                <a:gd name="csY4" fmla="*/ 0 h 53677"/>
                <a:gd name="csX5" fmla="*/ 0 w 6713"/>
                <a:gd name="csY5" fmla="*/ 0 h 5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3677">
                  <a:moveTo>
                    <a:pt x="0" y="0"/>
                  </a:moveTo>
                  <a:lnTo>
                    <a:pt x="0" y="53677"/>
                  </a:lnTo>
                  <a:lnTo>
                    <a:pt x="6714" y="5367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F10CE3C1-7D82-9ECC-DBAF-B69F59D4E164}"/>
                </a:ext>
              </a:extLst>
            </p:cNvPr>
            <p:cNvSpPr/>
            <p:nvPr/>
          </p:nvSpPr>
          <p:spPr>
            <a:xfrm>
              <a:off x="2701799" y="4703587"/>
              <a:ext cx="6713" cy="53677"/>
            </a:xfrm>
            <a:custGeom>
              <a:avLst/>
              <a:gdLst>
                <a:gd name="csX0" fmla="*/ 0 w 6713"/>
                <a:gd name="csY0" fmla="*/ 0 h 53677"/>
                <a:gd name="csX1" fmla="*/ 0 w 6713"/>
                <a:gd name="csY1" fmla="*/ 53677 h 53677"/>
                <a:gd name="csX2" fmla="*/ 6714 w 6713"/>
                <a:gd name="csY2" fmla="*/ 53677 h 53677"/>
                <a:gd name="csX3" fmla="*/ 6714 w 6713"/>
                <a:gd name="csY3" fmla="*/ 0 h 53677"/>
                <a:gd name="csX4" fmla="*/ 0 w 6713"/>
                <a:gd name="csY4" fmla="*/ 0 h 5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3677">
                  <a:moveTo>
                    <a:pt x="0" y="0"/>
                  </a:moveTo>
                  <a:lnTo>
                    <a:pt x="0" y="53677"/>
                  </a:lnTo>
                  <a:lnTo>
                    <a:pt x="6714" y="5367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2A67D90F-CD30-680F-6662-258749006F8C}"/>
                </a:ext>
              </a:extLst>
            </p:cNvPr>
            <p:cNvSpPr/>
            <p:nvPr/>
          </p:nvSpPr>
          <p:spPr>
            <a:xfrm>
              <a:off x="2708513" y="4708221"/>
              <a:ext cx="6713" cy="49043"/>
            </a:xfrm>
            <a:custGeom>
              <a:avLst/>
              <a:gdLst>
                <a:gd name="csX0" fmla="*/ 0 w 6713"/>
                <a:gd name="csY0" fmla="*/ 0 h 49043"/>
                <a:gd name="csX1" fmla="*/ 0 w 6713"/>
                <a:gd name="csY1" fmla="*/ 49043 h 49043"/>
                <a:gd name="csX2" fmla="*/ 6714 w 6713"/>
                <a:gd name="csY2" fmla="*/ 49043 h 49043"/>
                <a:gd name="csX3" fmla="*/ 6714 w 6713"/>
                <a:gd name="csY3" fmla="*/ 0 h 49043"/>
                <a:gd name="csX4" fmla="*/ 0 w 6713"/>
                <a:gd name="csY4" fmla="*/ 0 h 49043"/>
                <a:gd name="csX5" fmla="*/ 0 w 6713"/>
                <a:gd name="csY5" fmla="*/ 0 h 49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043">
                  <a:moveTo>
                    <a:pt x="0" y="0"/>
                  </a:moveTo>
                  <a:lnTo>
                    <a:pt x="0" y="49043"/>
                  </a:lnTo>
                  <a:lnTo>
                    <a:pt x="6714" y="490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68C8DB75-EE58-0F79-E343-3FBF7DCA5D24}"/>
                </a:ext>
              </a:extLst>
            </p:cNvPr>
            <p:cNvSpPr/>
            <p:nvPr/>
          </p:nvSpPr>
          <p:spPr>
            <a:xfrm>
              <a:off x="2708513" y="4708221"/>
              <a:ext cx="6713" cy="49043"/>
            </a:xfrm>
            <a:custGeom>
              <a:avLst/>
              <a:gdLst>
                <a:gd name="csX0" fmla="*/ 0 w 6713"/>
                <a:gd name="csY0" fmla="*/ 0 h 49043"/>
                <a:gd name="csX1" fmla="*/ 0 w 6713"/>
                <a:gd name="csY1" fmla="*/ 49043 h 49043"/>
                <a:gd name="csX2" fmla="*/ 6714 w 6713"/>
                <a:gd name="csY2" fmla="*/ 49043 h 49043"/>
                <a:gd name="csX3" fmla="*/ 6714 w 6713"/>
                <a:gd name="csY3" fmla="*/ 0 h 49043"/>
                <a:gd name="csX4" fmla="*/ 0 w 6713"/>
                <a:gd name="csY4" fmla="*/ 0 h 49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043">
                  <a:moveTo>
                    <a:pt x="0" y="0"/>
                  </a:moveTo>
                  <a:lnTo>
                    <a:pt x="0" y="49043"/>
                  </a:lnTo>
                  <a:lnTo>
                    <a:pt x="6714" y="490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EC86ADDB-943A-ED32-2B26-870728B34C60}"/>
                </a:ext>
              </a:extLst>
            </p:cNvPr>
            <p:cNvSpPr/>
            <p:nvPr/>
          </p:nvSpPr>
          <p:spPr>
            <a:xfrm>
              <a:off x="2715227" y="4719194"/>
              <a:ext cx="6713" cy="38070"/>
            </a:xfrm>
            <a:custGeom>
              <a:avLst/>
              <a:gdLst>
                <a:gd name="csX0" fmla="*/ 0 w 6713"/>
                <a:gd name="csY0" fmla="*/ 0 h 38070"/>
                <a:gd name="csX1" fmla="*/ 0 w 6713"/>
                <a:gd name="csY1" fmla="*/ 38070 h 38070"/>
                <a:gd name="csX2" fmla="*/ 6714 w 6713"/>
                <a:gd name="csY2" fmla="*/ 38070 h 38070"/>
                <a:gd name="csX3" fmla="*/ 6714 w 6713"/>
                <a:gd name="csY3" fmla="*/ 0 h 38070"/>
                <a:gd name="csX4" fmla="*/ 0 w 6713"/>
                <a:gd name="csY4" fmla="*/ 0 h 38070"/>
                <a:gd name="csX5" fmla="*/ 0 w 6713"/>
                <a:gd name="csY5" fmla="*/ 0 h 3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8070">
                  <a:moveTo>
                    <a:pt x="0" y="0"/>
                  </a:moveTo>
                  <a:lnTo>
                    <a:pt x="0" y="38070"/>
                  </a:lnTo>
                  <a:lnTo>
                    <a:pt x="6714" y="3807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375082C8-064B-44E9-CAA9-C695666F9B0C}"/>
                </a:ext>
              </a:extLst>
            </p:cNvPr>
            <p:cNvSpPr/>
            <p:nvPr/>
          </p:nvSpPr>
          <p:spPr>
            <a:xfrm>
              <a:off x="2715227" y="4719194"/>
              <a:ext cx="6713" cy="38070"/>
            </a:xfrm>
            <a:custGeom>
              <a:avLst/>
              <a:gdLst>
                <a:gd name="csX0" fmla="*/ 0 w 6713"/>
                <a:gd name="csY0" fmla="*/ 0 h 38070"/>
                <a:gd name="csX1" fmla="*/ 0 w 6713"/>
                <a:gd name="csY1" fmla="*/ 38070 h 38070"/>
                <a:gd name="csX2" fmla="*/ 6714 w 6713"/>
                <a:gd name="csY2" fmla="*/ 38070 h 38070"/>
                <a:gd name="csX3" fmla="*/ 6714 w 6713"/>
                <a:gd name="csY3" fmla="*/ 0 h 38070"/>
                <a:gd name="csX4" fmla="*/ 0 w 6713"/>
                <a:gd name="csY4" fmla="*/ 0 h 3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8070">
                  <a:moveTo>
                    <a:pt x="0" y="0"/>
                  </a:moveTo>
                  <a:lnTo>
                    <a:pt x="0" y="38070"/>
                  </a:lnTo>
                  <a:lnTo>
                    <a:pt x="6714" y="3807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3FBD7B15-A2E5-071D-025F-CD4B570207C4}"/>
                </a:ext>
              </a:extLst>
            </p:cNvPr>
            <p:cNvSpPr/>
            <p:nvPr/>
          </p:nvSpPr>
          <p:spPr>
            <a:xfrm>
              <a:off x="2721941" y="4719909"/>
              <a:ext cx="6702" cy="37354"/>
            </a:xfrm>
            <a:custGeom>
              <a:avLst/>
              <a:gdLst>
                <a:gd name="csX0" fmla="*/ 0 w 6702"/>
                <a:gd name="csY0" fmla="*/ 0 h 37354"/>
                <a:gd name="csX1" fmla="*/ 0 w 6702"/>
                <a:gd name="csY1" fmla="*/ 37355 h 37354"/>
                <a:gd name="csX2" fmla="*/ 6703 w 6702"/>
                <a:gd name="csY2" fmla="*/ 37355 h 37354"/>
                <a:gd name="csX3" fmla="*/ 6703 w 6702"/>
                <a:gd name="csY3" fmla="*/ 0 h 37354"/>
                <a:gd name="csX4" fmla="*/ 0 w 6702"/>
                <a:gd name="csY4" fmla="*/ 0 h 37354"/>
                <a:gd name="csX5" fmla="*/ 0 w 6702"/>
                <a:gd name="csY5" fmla="*/ 0 h 373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7354">
                  <a:moveTo>
                    <a:pt x="0" y="0"/>
                  </a:moveTo>
                  <a:lnTo>
                    <a:pt x="0" y="37355"/>
                  </a:lnTo>
                  <a:lnTo>
                    <a:pt x="6703" y="3735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C81886B-4417-4A15-2E75-9DDC4E9C254E}"/>
                </a:ext>
              </a:extLst>
            </p:cNvPr>
            <p:cNvSpPr/>
            <p:nvPr/>
          </p:nvSpPr>
          <p:spPr>
            <a:xfrm>
              <a:off x="2721941" y="4719909"/>
              <a:ext cx="6702" cy="37354"/>
            </a:xfrm>
            <a:custGeom>
              <a:avLst/>
              <a:gdLst>
                <a:gd name="csX0" fmla="*/ 0 w 6702"/>
                <a:gd name="csY0" fmla="*/ 0 h 37354"/>
                <a:gd name="csX1" fmla="*/ 0 w 6702"/>
                <a:gd name="csY1" fmla="*/ 37355 h 37354"/>
                <a:gd name="csX2" fmla="*/ 6703 w 6702"/>
                <a:gd name="csY2" fmla="*/ 37355 h 37354"/>
                <a:gd name="csX3" fmla="*/ 6703 w 6702"/>
                <a:gd name="csY3" fmla="*/ 0 h 37354"/>
                <a:gd name="csX4" fmla="*/ 0 w 6702"/>
                <a:gd name="csY4" fmla="*/ 0 h 373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7354">
                  <a:moveTo>
                    <a:pt x="0" y="0"/>
                  </a:moveTo>
                  <a:lnTo>
                    <a:pt x="0" y="37355"/>
                  </a:lnTo>
                  <a:lnTo>
                    <a:pt x="6703" y="3735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19065E2C-F958-1825-D50A-71BB2578F347}"/>
                </a:ext>
              </a:extLst>
            </p:cNvPr>
            <p:cNvSpPr/>
            <p:nvPr/>
          </p:nvSpPr>
          <p:spPr>
            <a:xfrm>
              <a:off x="2728643" y="4727746"/>
              <a:ext cx="6713" cy="29518"/>
            </a:xfrm>
            <a:custGeom>
              <a:avLst/>
              <a:gdLst>
                <a:gd name="csX0" fmla="*/ 0 w 6713"/>
                <a:gd name="csY0" fmla="*/ 0 h 29518"/>
                <a:gd name="csX1" fmla="*/ 0 w 6713"/>
                <a:gd name="csY1" fmla="*/ 29518 h 29518"/>
                <a:gd name="csX2" fmla="*/ 6714 w 6713"/>
                <a:gd name="csY2" fmla="*/ 29518 h 29518"/>
                <a:gd name="csX3" fmla="*/ 6714 w 6713"/>
                <a:gd name="csY3" fmla="*/ 0 h 29518"/>
                <a:gd name="csX4" fmla="*/ 0 w 6713"/>
                <a:gd name="csY4" fmla="*/ 0 h 29518"/>
                <a:gd name="csX5" fmla="*/ 0 w 6713"/>
                <a:gd name="csY5" fmla="*/ 0 h 29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518">
                  <a:moveTo>
                    <a:pt x="0" y="0"/>
                  </a:moveTo>
                  <a:lnTo>
                    <a:pt x="0" y="29518"/>
                  </a:lnTo>
                  <a:lnTo>
                    <a:pt x="6714" y="295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2216825C-E69B-36FE-7C5F-E2271438118A}"/>
                </a:ext>
              </a:extLst>
            </p:cNvPr>
            <p:cNvSpPr/>
            <p:nvPr/>
          </p:nvSpPr>
          <p:spPr>
            <a:xfrm>
              <a:off x="2728643" y="4727746"/>
              <a:ext cx="6713" cy="29518"/>
            </a:xfrm>
            <a:custGeom>
              <a:avLst/>
              <a:gdLst>
                <a:gd name="csX0" fmla="*/ 0 w 6713"/>
                <a:gd name="csY0" fmla="*/ 0 h 29518"/>
                <a:gd name="csX1" fmla="*/ 0 w 6713"/>
                <a:gd name="csY1" fmla="*/ 29518 h 29518"/>
                <a:gd name="csX2" fmla="*/ 6714 w 6713"/>
                <a:gd name="csY2" fmla="*/ 29518 h 29518"/>
                <a:gd name="csX3" fmla="*/ 6714 w 6713"/>
                <a:gd name="csY3" fmla="*/ 0 h 29518"/>
                <a:gd name="csX4" fmla="*/ 0 w 6713"/>
                <a:gd name="csY4" fmla="*/ 0 h 29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518">
                  <a:moveTo>
                    <a:pt x="0" y="0"/>
                  </a:moveTo>
                  <a:lnTo>
                    <a:pt x="0" y="29518"/>
                  </a:lnTo>
                  <a:lnTo>
                    <a:pt x="6714" y="295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B0F2BA05-8F06-EE04-EB3E-04C4346BFDA0}"/>
                </a:ext>
              </a:extLst>
            </p:cNvPr>
            <p:cNvSpPr/>
            <p:nvPr/>
          </p:nvSpPr>
          <p:spPr>
            <a:xfrm>
              <a:off x="2735357" y="4727680"/>
              <a:ext cx="6713" cy="29584"/>
            </a:xfrm>
            <a:custGeom>
              <a:avLst/>
              <a:gdLst>
                <a:gd name="csX0" fmla="*/ 0 w 6713"/>
                <a:gd name="csY0" fmla="*/ 0 h 29584"/>
                <a:gd name="csX1" fmla="*/ 0 w 6713"/>
                <a:gd name="csY1" fmla="*/ 29585 h 29584"/>
                <a:gd name="csX2" fmla="*/ 6714 w 6713"/>
                <a:gd name="csY2" fmla="*/ 29585 h 29584"/>
                <a:gd name="csX3" fmla="*/ 6714 w 6713"/>
                <a:gd name="csY3" fmla="*/ 0 h 29584"/>
                <a:gd name="csX4" fmla="*/ 0 w 6713"/>
                <a:gd name="csY4" fmla="*/ 0 h 29584"/>
                <a:gd name="csX5" fmla="*/ 0 w 6713"/>
                <a:gd name="csY5" fmla="*/ 0 h 29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584">
                  <a:moveTo>
                    <a:pt x="0" y="0"/>
                  </a:moveTo>
                  <a:lnTo>
                    <a:pt x="0" y="29585"/>
                  </a:lnTo>
                  <a:lnTo>
                    <a:pt x="6714" y="295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265E1864-23F7-639E-296E-41A09A100B3C}"/>
                </a:ext>
              </a:extLst>
            </p:cNvPr>
            <p:cNvSpPr/>
            <p:nvPr/>
          </p:nvSpPr>
          <p:spPr>
            <a:xfrm>
              <a:off x="2735357" y="4727680"/>
              <a:ext cx="6713" cy="29584"/>
            </a:xfrm>
            <a:custGeom>
              <a:avLst/>
              <a:gdLst>
                <a:gd name="csX0" fmla="*/ 0 w 6713"/>
                <a:gd name="csY0" fmla="*/ 0 h 29584"/>
                <a:gd name="csX1" fmla="*/ 0 w 6713"/>
                <a:gd name="csY1" fmla="*/ 29585 h 29584"/>
                <a:gd name="csX2" fmla="*/ 6714 w 6713"/>
                <a:gd name="csY2" fmla="*/ 29585 h 29584"/>
                <a:gd name="csX3" fmla="*/ 6714 w 6713"/>
                <a:gd name="csY3" fmla="*/ 0 h 29584"/>
                <a:gd name="csX4" fmla="*/ 0 w 6713"/>
                <a:gd name="csY4" fmla="*/ 0 h 29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584">
                  <a:moveTo>
                    <a:pt x="0" y="0"/>
                  </a:moveTo>
                  <a:lnTo>
                    <a:pt x="0" y="29585"/>
                  </a:lnTo>
                  <a:lnTo>
                    <a:pt x="6714" y="295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573C775D-CA89-B202-B089-811F0D5E654D}"/>
                </a:ext>
              </a:extLst>
            </p:cNvPr>
            <p:cNvSpPr/>
            <p:nvPr/>
          </p:nvSpPr>
          <p:spPr>
            <a:xfrm>
              <a:off x="2742071" y="4733315"/>
              <a:ext cx="6713" cy="23949"/>
            </a:xfrm>
            <a:custGeom>
              <a:avLst/>
              <a:gdLst>
                <a:gd name="csX0" fmla="*/ 0 w 6713"/>
                <a:gd name="csY0" fmla="*/ 0 h 23949"/>
                <a:gd name="csX1" fmla="*/ 0 w 6713"/>
                <a:gd name="csY1" fmla="*/ 23949 h 23949"/>
                <a:gd name="csX2" fmla="*/ 6714 w 6713"/>
                <a:gd name="csY2" fmla="*/ 23949 h 23949"/>
                <a:gd name="csX3" fmla="*/ 6714 w 6713"/>
                <a:gd name="csY3" fmla="*/ 0 h 23949"/>
                <a:gd name="csX4" fmla="*/ 0 w 6713"/>
                <a:gd name="csY4" fmla="*/ 0 h 23949"/>
                <a:gd name="csX5" fmla="*/ 0 w 6713"/>
                <a:gd name="csY5" fmla="*/ 0 h 239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3949">
                  <a:moveTo>
                    <a:pt x="0" y="0"/>
                  </a:moveTo>
                  <a:lnTo>
                    <a:pt x="0" y="23949"/>
                  </a:lnTo>
                  <a:lnTo>
                    <a:pt x="6714" y="239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5C12ADB8-AE11-6E40-75A8-752447B49519}"/>
                </a:ext>
              </a:extLst>
            </p:cNvPr>
            <p:cNvSpPr/>
            <p:nvPr/>
          </p:nvSpPr>
          <p:spPr>
            <a:xfrm>
              <a:off x="2742071" y="4733315"/>
              <a:ext cx="6713" cy="23949"/>
            </a:xfrm>
            <a:custGeom>
              <a:avLst/>
              <a:gdLst>
                <a:gd name="csX0" fmla="*/ 0 w 6713"/>
                <a:gd name="csY0" fmla="*/ 0 h 23949"/>
                <a:gd name="csX1" fmla="*/ 0 w 6713"/>
                <a:gd name="csY1" fmla="*/ 23949 h 23949"/>
                <a:gd name="csX2" fmla="*/ 6714 w 6713"/>
                <a:gd name="csY2" fmla="*/ 23949 h 23949"/>
                <a:gd name="csX3" fmla="*/ 6714 w 6713"/>
                <a:gd name="csY3" fmla="*/ 0 h 23949"/>
                <a:gd name="csX4" fmla="*/ 0 w 6713"/>
                <a:gd name="csY4" fmla="*/ 0 h 239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3949">
                  <a:moveTo>
                    <a:pt x="0" y="0"/>
                  </a:moveTo>
                  <a:lnTo>
                    <a:pt x="0" y="23949"/>
                  </a:lnTo>
                  <a:lnTo>
                    <a:pt x="6714" y="239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7" name="Oval 496">
              <a:extLst>
                <a:ext uri="{FF2B5EF4-FFF2-40B4-BE49-F238E27FC236}">
                  <a16:creationId xmlns:a16="http://schemas.microsoft.com/office/drawing/2014/main" id="{E54824A0-08B1-AA5D-3E70-768F2C7696F6}"/>
                </a:ext>
              </a:extLst>
            </p:cNvPr>
            <p:cNvSpPr/>
            <p:nvPr/>
          </p:nvSpPr>
          <p:spPr>
            <a:xfrm>
              <a:off x="2051962" y="46504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8" name="Oval 497">
              <a:extLst>
                <a:ext uri="{FF2B5EF4-FFF2-40B4-BE49-F238E27FC236}">
                  <a16:creationId xmlns:a16="http://schemas.microsoft.com/office/drawing/2014/main" id="{3B662297-EEED-4B8B-2225-0BEFCE57B6B0}"/>
                </a:ext>
              </a:extLst>
            </p:cNvPr>
            <p:cNvSpPr/>
            <p:nvPr/>
          </p:nvSpPr>
          <p:spPr>
            <a:xfrm>
              <a:off x="2058674" y="46325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9" name="Oval 498">
              <a:extLst>
                <a:ext uri="{FF2B5EF4-FFF2-40B4-BE49-F238E27FC236}">
                  <a16:creationId xmlns:a16="http://schemas.microsoft.com/office/drawing/2014/main" id="{2B987E7A-3CFA-D195-7DAE-C55471BDF043}"/>
                </a:ext>
              </a:extLst>
            </p:cNvPr>
            <p:cNvSpPr/>
            <p:nvPr/>
          </p:nvSpPr>
          <p:spPr>
            <a:xfrm>
              <a:off x="2065385" y="462075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4E0B11AE-104F-487A-6B1D-9318298D7AF8}"/>
                </a:ext>
              </a:extLst>
            </p:cNvPr>
            <p:cNvSpPr/>
            <p:nvPr/>
          </p:nvSpPr>
          <p:spPr>
            <a:xfrm>
              <a:off x="2072093" y="46054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1" name="Oval 500">
              <a:extLst>
                <a:ext uri="{FF2B5EF4-FFF2-40B4-BE49-F238E27FC236}">
                  <a16:creationId xmlns:a16="http://schemas.microsoft.com/office/drawing/2014/main" id="{67135F3E-62C3-4276-5B37-512C4AD43C46}"/>
                </a:ext>
              </a:extLst>
            </p:cNvPr>
            <p:cNvSpPr/>
            <p:nvPr/>
          </p:nvSpPr>
          <p:spPr>
            <a:xfrm>
              <a:off x="2078807" y="45878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2" name="Oval 501">
              <a:extLst>
                <a:ext uri="{FF2B5EF4-FFF2-40B4-BE49-F238E27FC236}">
                  <a16:creationId xmlns:a16="http://schemas.microsoft.com/office/drawing/2014/main" id="{AD89282F-703D-F7CE-AA3E-EB41C9CA8931}"/>
                </a:ext>
              </a:extLst>
            </p:cNvPr>
            <p:cNvSpPr/>
            <p:nvPr/>
          </p:nvSpPr>
          <p:spPr>
            <a:xfrm>
              <a:off x="2085521" y="45802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3" name="Oval 502">
              <a:extLst>
                <a:ext uri="{FF2B5EF4-FFF2-40B4-BE49-F238E27FC236}">
                  <a16:creationId xmlns:a16="http://schemas.microsoft.com/office/drawing/2014/main" id="{D3108C13-FE86-FA2A-2DBB-DFC33954984C}"/>
                </a:ext>
              </a:extLst>
            </p:cNvPr>
            <p:cNvSpPr/>
            <p:nvPr/>
          </p:nvSpPr>
          <p:spPr>
            <a:xfrm>
              <a:off x="2092235" y="45541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524CD56F-C344-3CF2-F795-09FA9B051011}"/>
                </a:ext>
              </a:extLst>
            </p:cNvPr>
            <p:cNvSpPr/>
            <p:nvPr/>
          </p:nvSpPr>
          <p:spPr>
            <a:xfrm>
              <a:off x="2098937" y="454090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561FD561-13E3-09EE-5339-C8B048D37F1C}"/>
                </a:ext>
              </a:extLst>
            </p:cNvPr>
            <p:cNvSpPr/>
            <p:nvPr/>
          </p:nvSpPr>
          <p:spPr>
            <a:xfrm>
              <a:off x="2105651" y="450825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9924E530-8F8E-D2D3-D124-344698B73643}"/>
                </a:ext>
              </a:extLst>
            </p:cNvPr>
            <p:cNvSpPr/>
            <p:nvPr/>
          </p:nvSpPr>
          <p:spPr>
            <a:xfrm>
              <a:off x="2112365" y="448622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7" name="Oval 506">
              <a:extLst>
                <a:ext uri="{FF2B5EF4-FFF2-40B4-BE49-F238E27FC236}">
                  <a16:creationId xmlns:a16="http://schemas.microsoft.com/office/drawing/2014/main" id="{2423C24A-8AD3-CB18-6A84-BF7531DBCA70}"/>
                </a:ext>
              </a:extLst>
            </p:cNvPr>
            <p:cNvSpPr/>
            <p:nvPr/>
          </p:nvSpPr>
          <p:spPr>
            <a:xfrm>
              <a:off x="2119079" y="44672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Oval 507">
              <a:extLst>
                <a:ext uri="{FF2B5EF4-FFF2-40B4-BE49-F238E27FC236}">
                  <a16:creationId xmlns:a16="http://schemas.microsoft.com/office/drawing/2014/main" id="{44DA66BC-96D7-E9CC-CF0E-0D6BB308E2C2}"/>
                </a:ext>
              </a:extLst>
            </p:cNvPr>
            <p:cNvSpPr/>
            <p:nvPr/>
          </p:nvSpPr>
          <p:spPr>
            <a:xfrm>
              <a:off x="2125781" y="443596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4BC80B7E-7577-AD52-01B0-1EBC2F68855D}"/>
                </a:ext>
              </a:extLst>
            </p:cNvPr>
            <p:cNvSpPr/>
            <p:nvPr/>
          </p:nvSpPr>
          <p:spPr>
            <a:xfrm>
              <a:off x="2132495" y="439882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7208C215-73EE-C157-9B9C-E9801FE333D1}"/>
                </a:ext>
              </a:extLst>
            </p:cNvPr>
            <p:cNvSpPr/>
            <p:nvPr/>
          </p:nvSpPr>
          <p:spPr>
            <a:xfrm>
              <a:off x="2139209" y="43745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69B71FD0-D044-7251-5B20-E32772E0C03A}"/>
                </a:ext>
              </a:extLst>
            </p:cNvPr>
            <p:cNvSpPr/>
            <p:nvPr/>
          </p:nvSpPr>
          <p:spPr>
            <a:xfrm>
              <a:off x="2145923" y="435398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5EFFA567-D746-5C37-AB92-F42ECAE82A86}"/>
                </a:ext>
              </a:extLst>
            </p:cNvPr>
            <p:cNvSpPr/>
            <p:nvPr/>
          </p:nvSpPr>
          <p:spPr>
            <a:xfrm>
              <a:off x="2152636" y="43084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6212EBD2-76CA-79AE-8C94-1033D4F55A10}"/>
                </a:ext>
              </a:extLst>
            </p:cNvPr>
            <p:cNvSpPr/>
            <p:nvPr/>
          </p:nvSpPr>
          <p:spPr>
            <a:xfrm>
              <a:off x="2159339" y="426451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4" name="Oval 513">
              <a:extLst>
                <a:ext uri="{FF2B5EF4-FFF2-40B4-BE49-F238E27FC236}">
                  <a16:creationId xmlns:a16="http://schemas.microsoft.com/office/drawing/2014/main" id="{FFD95724-5E83-8AA6-B562-DCFBE5233F90}"/>
                </a:ext>
              </a:extLst>
            </p:cNvPr>
            <p:cNvSpPr/>
            <p:nvPr/>
          </p:nvSpPr>
          <p:spPr>
            <a:xfrm>
              <a:off x="2166053" y="423963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5" name="Oval 514">
              <a:extLst>
                <a:ext uri="{FF2B5EF4-FFF2-40B4-BE49-F238E27FC236}">
                  <a16:creationId xmlns:a16="http://schemas.microsoft.com/office/drawing/2014/main" id="{2D1E36F8-9FA9-C950-057B-A691CD53D94C}"/>
                </a:ext>
              </a:extLst>
            </p:cNvPr>
            <p:cNvSpPr/>
            <p:nvPr/>
          </p:nvSpPr>
          <p:spPr>
            <a:xfrm>
              <a:off x="2172767" y="420854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042B056D-931D-7CB7-E3CF-9841FDC0475B}"/>
                </a:ext>
              </a:extLst>
            </p:cNvPr>
            <p:cNvSpPr/>
            <p:nvPr/>
          </p:nvSpPr>
          <p:spPr>
            <a:xfrm>
              <a:off x="2179480" y="41499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7" name="Oval 516">
              <a:extLst>
                <a:ext uri="{FF2B5EF4-FFF2-40B4-BE49-F238E27FC236}">
                  <a16:creationId xmlns:a16="http://schemas.microsoft.com/office/drawing/2014/main" id="{5F1FA904-05CB-7ECC-2806-D098C463C9A6}"/>
                </a:ext>
              </a:extLst>
            </p:cNvPr>
            <p:cNvSpPr/>
            <p:nvPr/>
          </p:nvSpPr>
          <p:spPr>
            <a:xfrm>
              <a:off x="2186183" y="411280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322CC4CC-FA4F-B2E2-880B-A4E2128B65C1}"/>
                </a:ext>
              </a:extLst>
            </p:cNvPr>
            <p:cNvSpPr/>
            <p:nvPr/>
          </p:nvSpPr>
          <p:spPr>
            <a:xfrm>
              <a:off x="2192897" y="407330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AE99EEB9-D3F7-FB66-FEC9-2B2EAD68BF0A}"/>
                </a:ext>
              </a:extLst>
            </p:cNvPr>
            <p:cNvSpPr/>
            <p:nvPr/>
          </p:nvSpPr>
          <p:spPr>
            <a:xfrm>
              <a:off x="2199611" y="40406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Oval 519">
              <a:extLst>
                <a:ext uri="{FF2B5EF4-FFF2-40B4-BE49-F238E27FC236}">
                  <a16:creationId xmlns:a16="http://schemas.microsoft.com/office/drawing/2014/main" id="{FE917F85-70D9-0024-8906-BDC2F57EE45F}"/>
                </a:ext>
              </a:extLst>
            </p:cNvPr>
            <p:cNvSpPr/>
            <p:nvPr/>
          </p:nvSpPr>
          <p:spPr>
            <a:xfrm>
              <a:off x="2206324" y="39916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1" name="Oval 520">
              <a:extLst>
                <a:ext uri="{FF2B5EF4-FFF2-40B4-BE49-F238E27FC236}">
                  <a16:creationId xmlns:a16="http://schemas.microsoft.com/office/drawing/2014/main" id="{6F28F19B-B03F-2958-B14F-E4389B325BAB}"/>
                </a:ext>
              </a:extLst>
            </p:cNvPr>
            <p:cNvSpPr/>
            <p:nvPr/>
          </p:nvSpPr>
          <p:spPr>
            <a:xfrm>
              <a:off x="2213038" y="39486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Oval 521">
              <a:extLst>
                <a:ext uri="{FF2B5EF4-FFF2-40B4-BE49-F238E27FC236}">
                  <a16:creationId xmlns:a16="http://schemas.microsoft.com/office/drawing/2014/main" id="{9C3D2568-3252-F2A9-FC65-587B4D68631D}"/>
                </a:ext>
              </a:extLst>
            </p:cNvPr>
            <p:cNvSpPr/>
            <p:nvPr/>
          </p:nvSpPr>
          <p:spPr>
            <a:xfrm>
              <a:off x="2219741" y="390684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Oval 522">
              <a:extLst>
                <a:ext uri="{FF2B5EF4-FFF2-40B4-BE49-F238E27FC236}">
                  <a16:creationId xmlns:a16="http://schemas.microsoft.com/office/drawing/2014/main" id="{FA561047-7D24-C109-2689-DD407148B8B3}"/>
                </a:ext>
              </a:extLst>
            </p:cNvPr>
            <p:cNvSpPr/>
            <p:nvPr/>
          </p:nvSpPr>
          <p:spPr>
            <a:xfrm>
              <a:off x="2226455" y="387754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FDC6E948-7413-8356-79B8-F8B562803C70}"/>
                </a:ext>
              </a:extLst>
            </p:cNvPr>
            <p:cNvSpPr/>
            <p:nvPr/>
          </p:nvSpPr>
          <p:spPr>
            <a:xfrm>
              <a:off x="2233168" y="381801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17F7DB02-C98A-AD0F-F891-604BE4C36086}"/>
                </a:ext>
              </a:extLst>
            </p:cNvPr>
            <p:cNvSpPr/>
            <p:nvPr/>
          </p:nvSpPr>
          <p:spPr>
            <a:xfrm>
              <a:off x="2239882" y="379912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92F26E21-69A1-1BBB-F82B-4074C9BE1D49}"/>
                </a:ext>
              </a:extLst>
            </p:cNvPr>
            <p:cNvSpPr/>
            <p:nvPr/>
          </p:nvSpPr>
          <p:spPr>
            <a:xfrm>
              <a:off x="2246585" y="373104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5F00764D-9387-D299-FBEB-90E17D0DF853}"/>
                </a:ext>
              </a:extLst>
            </p:cNvPr>
            <p:cNvSpPr/>
            <p:nvPr/>
          </p:nvSpPr>
          <p:spPr>
            <a:xfrm>
              <a:off x="2253299" y="369746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8" name="Oval 527">
              <a:extLst>
                <a:ext uri="{FF2B5EF4-FFF2-40B4-BE49-F238E27FC236}">
                  <a16:creationId xmlns:a16="http://schemas.microsoft.com/office/drawing/2014/main" id="{E50BA95B-DBBF-0309-686C-1E9A0A98FBCF}"/>
                </a:ext>
              </a:extLst>
            </p:cNvPr>
            <p:cNvSpPr/>
            <p:nvPr/>
          </p:nvSpPr>
          <p:spPr>
            <a:xfrm>
              <a:off x="2260012" y="365974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9" name="Oval 528">
              <a:extLst>
                <a:ext uri="{FF2B5EF4-FFF2-40B4-BE49-F238E27FC236}">
                  <a16:creationId xmlns:a16="http://schemas.microsoft.com/office/drawing/2014/main" id="{07641073-1908-4666-48C0-C37072C96196}"/>
                </a:ext>
              </a:extLst>
            </p:cNvPr>
            <p:cNvSpPr/>
            <p:nvPr/>
          </p:nvSpPr>
          <p:spPr>
            <a:xfrm>
              <a:off x="2266726" y="36166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0" name="Oval 529">
              <a:extLst>
                <a:ext uri="{FF2B5EF4-FFF2-40B4-BE49-F238E27FC236}">
                  <a16:creationId xmlns:a16="http://schemas.microsoft.com/office/drawing/2014/main" id="{0E6F4ED3-E8B7-D6B0-8427-40AAEE8F7634}"/>
                </a:ext>
              </a:extLst>
            </p:cNvPr>
            <p:cNvSpPr/>
            <p:nvPr/>
          </p:nvSpPr>
          <p:spPr>
            <a:xfrm>
              <a:off x="2273440" y="35976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1" name="Oval 530">
              <a:extLst>
                <a:ext uri="{FF2B5EF4-FFF2-40B4-BE49-F238E27FC236}">
                  <a16:creationId xmlns:a16="http://schemas.microsoft.com/office/drawing/2014/main" id="{AD5F9A93-EB20-4870-8301-418FBE524DF6}"/>
                </a:ext>
              </a:extLst>
            </p:cNvPr>
            <p:cNvSpPr/>
            <p:nvPr/>
          </p:nvSpPr>
          <p:spPr>
            <a:xfrm>
              <a:off x="2280143" y="356236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2" name="Oval 531">
              <a:extLst>
                <a:ext uri="{FF2B5EF4-FFF2-40B4-BE49-F238E27FC236}">
                  <a16:creationId xmlns:a16="http://schemas.microsoft.com/office/drawing/2014/main" id="{84696055-3CC3-F3B3-36EF-C886297AA8DC}"/>
                </a:ext>
              </a:extLst>
            </p:cNvPr>
            <p:cNvSpPr/>
            <p:nvPr/>
          </p:nvSpPr>
          <p:spPr>
            <a:xfrm>
              <a:off x="2286856" y="353577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3" name="Oval 532">
              <a:extLst>
                <a:ext uri="{FF2B5EF4-FFF2-40B4-BE49-F238E27FC236}">
                  <a16:creationId xmlns:a16="http://schemas.microsoft.com/office/drawing/2014/main" id="{3C8C8B85-4FA0-878B-0865-1CB5F0FD49BD}"/>
                </a:ext>
              </a:extLst>
            </p:cNvPr>
            <p:cNvSpPr/>
            <p:nvPr/>
          </p:nvSpPr>
          <p:spPr>
            <a:xfrm>
              <a:off x="2293570" y="348865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Oval 533">
              <a:extLst>
                <a:ext uri="{FF2B5EF4-FFF2-40B4-BE49-F238E27FC236}">
                  <a16:creationId xmlns:a16="http://schemas.microsoft.com/office/drawing/2014/main" id="{64057EE1-BBBC-61C0-2683-D981074F1690}"/>
                </a:ext>
              </a:extLst>
            </p:cNvPr>
            <p:cNvSpPr/>
            <p:nvPr/>
          </p:nvSpPr>
          <p:spPr>
            <a:xfrm>
              <a:off x="2300284" y="345728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Oval 534">
              <a:extLst>
                <a:ext uri="{FF2B5EF4-FFF2-40B4-BE49-F238E27FC236}">
                  <a16:creationId xmlns:a16="http://schemas.microsoft.com/office/drawing/2014/main" id="{535C242B-BBEC-0281-3E97-179CE44C7A5E}"/>
                </a:ext>
              </a:extLst>
            </p:cNvPr>
            <p:cNvSpPr/>
            <p:nvPr/>
          </p:nvSpPr>
          <p:spPr>
            <a:xfrm>
              <a:off x="2306987" y="34193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6" name="Oval 535">
              <a:extLst>
                <a:ext uri="{FF2B5EF4-FFF2-40B4-BE49-F238E27FC236}">
                  <a16:creationId xmlns:a16="http://schemas.microsoft.com/office/drawing/2014/main" id="{0CB8477E-5491-E34C-6629-2295FF786C5E}"/>
                </a:ext>
              </a:extLst>
            </p:cNvPr>
            <p:cNvSpPr/>
            <p:nvPr/>
          </p:nvSpPr>
          <p:spPr>
            <a:xfrm>
              <a:off x="2313700" y="33832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Oval 536">
              <a:extLst>
                <a:ext uri="{FF2B5EF4-FFF2-40B4-BE49-F238E27FC236}">
                  <a16:creationId xmlns:a16="http://schemas.microsoft.com/office/drawing/2014/main" id="{A121A897-C4A3-B5C5-D988-29EFE2BC6E7A}"/>
                </a:ext>
              </a:extLst>
            </p:cNvPr>
            <p:cNvSpPr/>
            <p:nvPr/>
          </p:nvSpPr>
          <p:spPr>
            <a:xfrm>
              <a:off x="2320414" y="33896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Oval 537">
              <a:extLst>
                <a:ext uri="{FF2B5EF4-FFF2-40B4-BE49-F238E27FC236}">
                  <a16:creationId xmlns:a16="http://schemas.microsoft.com/office/drawing/2014/main" id="{F90B0FCA-4758-B604-96EA-91DC5DBC8FCF}"/>
                </a:ext>
              </a:extLst>
            </p:cNvPr>
            <p:cNvSpPr/>
            <p:nvPr/>
          </p:nvSpPr>
          <p:spPr>
            <a:xfrm>
              <a:off x="2327128" y="33852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Oval 538">
              <a:extLst>
                <a:ext uri="{FF2B5EF4-FFF2-40B4-BE49-F238E27FC236}">
                  <a16:creationId xmlns:a16="http://schemas.microsoft.com/office/drawing/2014/main" id="{EB5F7BBE-6205-C835-60CD-3E89EB2BC843}"/>
                </a:ext>
              </a:extLst>
            </p:cNvPr>
            <p:cNvSpPr/>
            <p:nvPr/>
          </p:nvSpPr>
          <p:spPr>
            <a:xfrm>
              <a:off x="2333842" y="33499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E154F65F-AE18-4EE3-A7E6-38AF13AEE664}"/>
                </a:ext>
              </a:extLst>
            </p:cNvPr>
            <p:cNvSpPr/>
            <p:nvPr/>
          </p:nvSpPr>
          <p:spPr>
            <a:xfrm>
              <a:off x="2340544" y="33606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Oval 540">
              <a:extLst>
                <a:ext uri="{FF2B5EF4-FFF2-40B4-BE49-F238E27FC236}">
                  <a16:creationId xmlns:a16="http://schemas.microsoft.com/office/drawing/2014/main" id="{90B10488-5A1E-88AF-17AB-9B6CEC1632AE}"/>
                </a:ext>
              </a:extLst>
            </p:cNvPr>
            <p:cNvSpPr/>
            <p:nvPr/>
          </p:nvSpPr>
          <p:spPr>
            <a:xfrm>
              <a:off x="2347258" y="333943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0ACC5061-C9B7-F54C-CA2F-A3D1DDCC3EF4}"/>
                </a:ext>
              </a:extLst>
            </p:cNvPr>
            <p:cNvSpPr/>
            <p:nvPr/>
          </p:nvSpPr>
          <p:spPr>
            <a:xfrm>
              <a:off x="2353972" y="334086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3" name="Oval 542">
              <a:extLst>
                <a:ext uri="{FF2B5EF4-FFF2-40B4-BE49-F238E27FC236}">
                  <a16:creationId xmlns:a16="http://schemas.microsoft.com/office/drawing/2014/main" id="{0EF6BD7C-1E28-5332-1E65-AD70F9C7E020}"/>
                </a:ext>
              </a:extLst>
            </p:cNvPr>
            <p:cNvSpPr/>
            <p:nvPr/>
          </p:nvSpPr>
          <p:spPr>
            <a:xfrm>
              <a:off x="2360686" y="333102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1F64AEB1-F56C-5A94-63AC-95BDB0B283EF}"/>
                </a:ext>
              </a:extLst>
            </p:cNvPr>
            <p:cNvSpPr/>
            <p:nvPr/>
          </p:nvSpPr>
          <p:spPr>
            <a:xfrm>
              <a:off x="2367388" y="333787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89337904-9637-39D2-11B3-22F835AC68F9}"/>
                </a:ext>
              </a:extLst>
            </p:cNvPr>
            <p:cNvSpPr/>
            <p:nvPr/>
          </p:nvSpPr>
          <p:spPr>
            <a:xfrm>
              <a:off x="2374102" y="334214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AC4B8327-E10E-ED6E-68BA-B1B1F781FC3A}"/>
                </a:ext>
              </a:extLst>
            </p:cNvPr>
            <p:cNvSpPr/>
            <p:nvPr/>
          </p:nvSpPr>
          <p:spPr>
            <a:xfrm>
              <a:off x="2380816" y="33396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B3FAFFBA-4653-E0B2-C45F-61782186DC35}"/>
                </a:ext>
              </a:extLst>
            </p:cNvPr>
            <p:cNvSpPr/>
            <p:nvPr/>
          </p:nvSpPr>
          <p:spPr>
            <a:xfrm>
              <a:off x="2387530" y="33652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0E8044F7-F062-D17A-BE04-1A341ECF2FC5}"/>
                </a:ext>
              </a:extLst>
            </p:cNvPr>
            <p:cNvSpPr/>
            <p:nvPr/>
          </p:nvSpPr>
          <p:spPr>
            <a:xfrm>
              <a:off x="2394243" y="34008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9" name="Oval 548">
              <a:extLst>
                <a:ext uri="{FF2B5EF4-FFF2-40B4-BE49-F238E27FC236}">
                  <a16:creationId xmlns:a16="http://schemas.microsoft.com/office/drawing/2014/main" id="{EDD61FB3-F95A-2828-A72F-24D913867F53}"/>
                </a:ext>
              </a:extLst>
            </p:cNvPr>
            <p:cNvSpPr/>
            <p:nvPr/>
          </p:nvSpPr>
          <p:spPr>
            <a:xfrm>
              <a:off x="2400946" y="340630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Oval 549">
              <a:extLst>
                <a:ext uri="{FF2B5EF4-FFF2-40B4-BE49-F238E27FC236}">
                  <a16:creationId xmlns:a16="http://schemas.microsoft.com/office/drawing/2014/main" id="{F63CAAB3-2C06-E2DB-5CB1-B27F442658B9}"/>
                </a:ext>
              </a:extLst>
            </p:cNvPr>
            <p:cNvSpPr/>
            <p:nvPr/>
          </p:nvSpPr>
          <p:spPr>
            <a:xfrm>
              <a:off x="2407660" y="343724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FBF7CFD4-CB1B-1352-D9F3-77396F95CEF7}"/>
                </a:ext>
              </a:extLst>
            </p:cNvPr>
            <p:cNvSpPr/>
            <p:nvPr/>
          </p:nvSpPr>
          <p:spPr>
            <a:xfrm>
              <a:off x="2414374" y="34691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BEF159B6-17CC-E644-C0D9-03DCE4A5662D}"/>
                </a:ext>
              </a:extLst>
            </p:cNvPr>
            <p:cNvSpPr/>
            <p:nvPr/>
          </p:nvSpPr>
          <p:spPr>
            <a:xfrm>
              <a:off x="2421087" y="34912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FA506046-4DDD-BEB9-57AB-53705F6C7FBA}"/>
                </a:ext>
              </a:extLst>
            </p:cNvPr>
            <p:cNvSpPr/>
            <p:nvPr/>
          </p:nvSpPr>
          <p:spPr>
            <a:xfrm>
              <a:off x="2427790" y="351802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F9CD1881-3071-47B5-80EB-2DBB2E35C969}"/>
                </a:ext>
              </a:extLst>
            </p:cNvPr>
            <p:cNvSpPr/>
            <p:nvPr/>
          </p:nvSpPr>
          <p:spPr>
            <a:xfrm>
              <a:off x="2434504" y="355758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5" name="Oval 554">
              <a:extLst>
                <a:ext uri="{FF2B5EF4-FFF2-40B4-BE49-F238E27FC236}">
                  <a16:creationId xmlns:a16="http://schemas.microsoft.com/office/drawing/2014/main" id="{FD576849-6273-9F88-3AA1-71A1C81FF839}"/>
                </a:ext>
              </a:extLst>
            </p:cNvPr>
            <p:cNvSpPr/>
            <p:nvPr/>
          </p:nvSpPr>
          <p:spPr>
            <a:xfrm>
              <a:off x="2441218" y="359822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AEAFE14A-EEE2-FF10-3F99-97CEBFB94115}"/>
                </a:ext>
              </a:extLst>
            </p:cNvPr>
            <p:cNvSpPr/>
            <p:nvPr/>
          </p:nvSpPr>
          <p:spPr>
            <a:xfrm>
              <a:off x="2447931" y="362353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7" name="Oval 556">
              <a:extLst>
                <a:ext uri="{FF2B5EF4-FFF2-40B4-BE49-F238E27FC236}">
                  <a16:creationId xmlns:a16="http://schemas.microsoft.com/office/drawing/2014/main" id="{11599B25-BF07-C6A5-ACF2-A6078C64D3BA}"/>
                </a:ext>
              </a:extLst>
            </p:cNvPr>
            <p:cNvSpPr/>
            <p:nvPr/>
          </p:nvSpPr>
          <p:spPr>
            <a:xfrm>
              <a:off x="2454634" y="367222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Oval 557">
              <a:extLst>
                <a:ext uri="{FF2B5EF4-FFF2-40B4-BE49-F238E27FC236}">
                  <a16:creationId xmlns:a16="http://schemas.microsoft.com/office/drawing/2014/main" id="{37867755-F0E1-48B3-B727-9AC34DDF2DBB}"/>
                </a:ext>
              </a:extLst>
            </p:cNvPr>
            <p:cNvSpPr/>
            <p:nvPr/>
          </p:nvSpPr>
          <p:spPr>
            <a:xfrm>
              <a:off x="2461348" y="36937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Oval 558">
              <a:extLst>
                <a:ext uri="{FF2B5EF4-FFF2-40B4-BE49-F238E27FC236}">
                  <a16:creationId xmlns:a16="http://schemas.microsoft.com/office/drawing/2014/main" id="{C4A37E9F-F297-363E-33A5-A3621DCD4AED}"/>
                </a:ext>
              </a:extLst>
            </p:cNvPr>
            <p:cNvSpPr/>
            <p:nvPr/>
          </p:nvSpPr>
          <p:spPr>
            <a:xfrm>
              <a:off x="2468062" y="373631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Oval 559">
              <a:extLst>
                <a:ext uri="{FF2B5EF4-FFF2-40B4-BE49-F238E27FC236}">
                  <a16:creationId xmlns:a16="http://schemas.microsoft.com/office/drawing/2014/main" id="{6F770968-E9C4-9700-D1A6-0C6A25DD69C7}"/>
                </a:ext>
              </a:extLst>
            </p:cNvPr>
            <p:cNvSpPr/>
            <p:nvPr/>
          </p:nvSpPr>
          <p:spPr>
            <a:xfrm>
              <a:off x="2474775" y="377937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Oval 560">
              <a:extLst>
                <a:ext uri="{FF2B5EF4-FFF2-40B4-BE49-F238E27FC236}">
                  <a16:creationId xmlns:a16="http://schemas.microsoft.com/office/drawing/2014/main" id="{0153548D-791D-7EED-3CF9-55164457AA7A}"/>
                </a:ext>
              </a:extLst>
            </p:cNvPr>
            <p:cNvSpPr/>
            <p:nvPr/>
          </p:nvSpPr>
          <p:spPr>
            <a:xfrm>
              <a:off x="2481489" y="381765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Oval 561">
              <a:extLst>
                <a:ext uri="{FF2B5EF4-FFF2-40B4-BE49-F238E27FC236}">
                  <a16:creationId xmlns:a16="http://schemas.microsoft.com/office/drawing/2014/main" id="{E92F07D2-A9D9-CB32-3364-1261881F53FC}"/>
                </a:ext>
              </a:extLst>
            </p:cNvPr>
            <p:cNvSpPr/>
            <p:nvPr/>
          </p:nvSpPr>
          <p:spPr>
            <a:xfrm>
              <a:off x="2488192" y="3867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3" name="Oval 562">
              <a:extLst>
                <a:ext uri="{FF2B5EF4-FFF2-40B4-BE49-F238E27FC236}">
                  <a16:creationId xmlns:a16="http://schemas.microsoft.com/office/drawing/2014/main" id="{032D3A29-30B7-0772-3FA0-9028BEB7ED13}"/>
                </a:ext>
              </a:extLst>
            </p:cNvPr>
            <p:cNvSpPr/>
            <p:nvPr/>
          </p:nvSpPr>
          <p:spPr>
            <a:xfrm>
              <a:off x="2494906" y="390299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4" name="Oval 563">
              <a:extLst>
                <a:ext uri="{FF2B5EF4-FFF2-40B4-BE49-F238E27FC236}">
                  <a16:creationId xmlns:a16="http://schemas.microsoft.com/office/drawing/2014/main" id="{CD384704-8C15-1232-68F6-AFC361CCA6EF}"/>
                </a:ext>
              </a:extLst>
            </p:cNvPr>
            <p:cNvSpPr/>
            <p:nvPr/>
          </p:nvSpPr>
          <p:spPr>
            <a:xfrm>
              <a:off x="2501619" y="39555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5" name="Oval 564">
              <a:extLst>
                <a:ext uri="{FF2B5EF4-FFF2-40B4-BE49-F238E27FC236}">
                  <a16:creationId xmlns:a16="http://schemas.microsoft.com/office/drawing/2014/main" id="{C4044639-34E3-4BE5-09AC-13E09A8559D7}"/>
                </a:ext>
              </a:extLst>
            </p:cNvPr>
            <p:cNvSpPr/>
            <p:nvPr/>
          </p:nvSpPr>
          <p:spPr>
            <a:xfrm>
              <a:off x="2508333" y="400322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6" name="Oval 565">
              <a:extLst>
                <a:ext uri="{FF2B5EF4-FFF2-40B4-BE49-F238E27FC236}">
                  <a16:creationId xmlns:a16="http://schemas.microsoft.com/office/drawing/2014/main" id="{4BB9432F-65C4-59CA-6E27-2247212ADD0F}"/>
                </a:ext>
              </a:extLst>
            </p:cNvPr>
            <p:cNvSpPr/>
            <p:nvPr/>
          </p:nvSpPr>
          <p:spPr>
            <a:xfrm>
              <a:off x="2515036" y="40385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7" name="Oval 566">
              <a:extLst>
                <a:ext uri="{FF2B5EF4-FFF2-40B4-BE49-F238E27FC236}">
                  <a16:creationId xmlns:a16="http://schemas.microsoft.com/office/drawing/2014/main" id="{AB6F2536-E46D-64B2-1AAC-FB0E5E9E1442}"/>
                </a:ext>
              </a:extLst>
            </p:cNvPr>
            <p:cNvSpPr/>
            <p:nvPr/>
          </p:nvSpPr>
          <p:spPr>
            <a:xfrm>
              <a:off x="2521750" y="407615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8" name="Oval 567">
              <a:extLst>
                <a:ext uri="{FF2B5EF4-FFF2-40B4-BE49-F238E27FC236}">
                  <a16:creationId xmlns:a16="http://schemas.microsoft.com/office/drawing/2014/main" id="{4A6779D4-24E2-8C39-A421-0F5D77A760C0}"/>
                </a:ext>
              </a:extLst>
            </p:cNvPr>
            <p:cNvSpPr/>
            <p:nvPr/>
          </p:nvSpPr>
          <p:spPr>
            <a:xfrm>
              <a:off x="2528463" y="41227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9" name="Oval 568">
              <a:extLst>
                <a:ext uri="{FF2B5EF4-FFF2-40B4-BE49-F238E27FC236}">
                  <a16:creationId xmlns:a16="http://schemas.microsoft.com/office/drawing/2014/main" id="{E8467388-C61B-A11F-011D-1DB9B5560108}"/>
                </a:ext>
              </a:extLst>
            </p:cNvPr>
            <p:cNvSpPr/>
            <p:nvPr/>
          </p:nvSpPr>
          <p:spPr>
            <a:xfrm>
              <a:off x="2535177" y="415294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0" name="Oval 569">
              <a:extLst>
                <a:ext uri="{FF2B5EF4-FFF2-40B4-BE49-F238E27FC236}">
                  <a16:creationId xmlns:a16="http://schemas.microsoft.com/office/drawing/2014/main" id="{8DBD0EE0-3654-D93C-FB19-C69A4142D291}"/>
                </a:ext>
              </a:extLst>
            </p:cNvPr>
            <p:cNvSpPr/>
            <p:nvPr/>
          </p:nvSpPr>
          <p:spPr>
            <a:xfrm>
              <a:off x="2541891" y="420690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204FEE4D-582C-16F3-B135-0DEB5675A98B}"/>
                </a:ext>
              </a:extLst>
            </p:cNvPr>
            <p:cNvSpPr/>
            <p:nvPr/>
          </p:nvSpPr>
          <p:spPr>
            <a:xfrm>
              <a:off x="2548594" y="42411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ABAF3ABA-574A-4AF1-67C2-F02D7BA7A709}"/>
                </a:ext>
              </a:extLst>
            </p:cNvPr>
            <p:cNvSpPr/>
            <p:nvPr/>
          </p:nvSpPr>
          <p:spPr>
            <a:xfrm>
              <a:off x="2555307" y="427563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3" name="Oval 572">
              <a:extLst>
                <a:ext uri="{FF2B5EF4-FFF2-40B4-BE49-F238E27FC236}">
                  <a16:creationId xmlns:a16="http://schemas.microsoft.com/office/drawing/2014/main" id="{601BBB37-DBCB-679F-D8AA-44B0CFFDD447}"/>
                </a:ext>
              </a:extLst>
            </p:cNvPr>
            <p:cNvSpPr/>
            <p:nvPr/>
          </p:nvSpPr>
          <p:spPr>
            <a:xfrm>
              <a:off x="2562021" y="43079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0551BBE3-A8B3-0CF9-54B2-C4A58D58C1BC}"/>
                </a:ext>
              </a:extLst>
            </p:cNvPr>
            <p:cNvSpPr/>
            <p:nvPr/>
          </p:nvSpPr>
          <p:spPr>
            <a:xfrm>
              <a:off x="2568735" y="43499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CCA0514D-4F1F-56C6-97FA-90E33AE23142}"/>
                </a:ext>
              </a:extLst>
            </p:cNvPr>
            <p:cNvSpPr/>
            <p:nvPr/>
          </p:nvSpPr>
          <p:spPr>
            <a:xfrm>
              <a:off x="2575438" y="437771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487AE57-A44B-E9FE-35EB-CD8798815B5D}"/>
                </a:ext>
              </a:extLst>
            </p:cNvPr>
            <p:cNvSpPr/>
            <p:nvPr/>
          </p:nvSpPr>
          <p:spPr>
            <a:xfrm>
              <a:off x="2582151" y="440773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Oval 576">
              <a:extLst>
                <a:ext uri="{FF2B5EF4-FFF2-40B4-BE49-F238E27FC236}">
                  <a16:creationId xmlns:a16="http://schemas.microsoft.com/office/drawing/2014/main" id="{CB1FE331-72F1-814C-A496-69029A023CAE}"/>
                </a:ext>
              </a:extLst>
            </p:cNvPr>
            <p:cNvSpPr/>
            <p:nvPr/>
          </p:nvSpPr>
          <p:spPr>
            <a:xfrm>
              <a:off x="2588865" y="443040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8" name="Oval 577">
              <a:extLst>
                <a:ext uri="{FF2B5EF4-FFF2-40B4-BE49-F238E27FC236}">
                  <a16:creationId xmlns:a16="http://schemas.microsoft.com/office/drawing/2014/main" id="{93C1A880-08C9-988F-02E3-C81118CF3E0A}"/>
                </a:ext>
              </a:extLst>
            </p:cNvPr>
            <p:cNvSpPr/>
            <p:nvPr/>
          </p:nvSpPr>
          <p:spPr>
            <a:xfrm>
              <a:off x="2595579" y="446070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A3A0A5DC-0955-58C0-0865-05A0457EFBFC}"/>
                </a:ext>
              </a:extLst>
            </p:cNvPr>
            <p:cNvSpPr/>
            <p:nvPr/>
          </p:nvSpPr>
          <p:spPr>
            <a:xfrm>
              <a:off x="2602293" y="448372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0" name="Oval 579">
              <a:extLst>
                <a:ext uri="{FF2B5EF4-FFF2-40B4-BE49-F238E27FC236}">
                  <a16:creationId xmlns:a16="http://schemas.microsoft.com/office/drawing/2014/main" id="{C5C7D6D9-2F39-1FF5-89F9-886E3D8C082B}"/>
                </a:ext>
              </a:extLst>
            </p:cNvPr>
            <p:cNvSpPr/>
            <p:nvPr/>
          </p:nvSpPr>
          <p:spPr>
            <a:xfrm>
              <a:off x="2608995" y="45134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Oval 580">
              <a:extLst>
                <a:ext uri="{FF2B5EF4-FFF2-40B4-BE49-F238E27FC236}">
                  <a16:creationId xmlns:a16="http://schemas.microsoft.com/office/drawing/2014/main" id="{675BD8E6-E97D-5AF4-640F-9B80F14D87B5}"/>
                </a:ext>
              </a:extLst>
            </p:cNvPr>
            <p:cNvSpPr/>
            <p:nvPr/>
          </p:nvSpPr>
          <p:spPr>
            <a:xfrm>
              <a:off x="2615709" y="453370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2" name="Oval 581">
              <a:extLst>
                <a:ext uri="{FF2B5EF4-FFF2-40B4-BE49-F238E27FC236}">
                  <a16:creationId xmlns:a16="http://schemas.microsoft.com/office/drawing/2014/main" id="{71F0B3EB-11D3-FCF7-C039-24F5FA5709E5}"/>
                </a:ext>
              </a:extLst>
            </p:cNvPr>
            <p:cNvSpPr/>
            <p:nvPr/>
          </p:nvSpPr>
          <p:spPr>
            <a:xfrm>
              <a:off x="2622423" y="45513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3" name="Oval 582">
              <a:extLst>
                <a:ext uri="{FF2B5EF4-FFF2-40B4-BE49-F238E27FC236}">
                  <a16:creationId xmlns:a16="http://schemas.microsoft.com/office/drawing/2014/main" id="{46DB58EA-43E6-34C5-5E8E-73B5B094C7E5}"/>
                </a:ext>
              </a:extLst>
            </p:cNvPr>
            <p:cNvSpPr/>
            <p:nvPr/>
          </p:nvSpPr>
          <p:spPr>
            <a:xfrm>
              <a:off x="2629137" y="458018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4" name="Oval 583">
              <a:extLst>
                <a:ext uri="{FF2B5EF4-FFF2-40B4-BE49-F238E27FC236}">
                  <a16:creationId xmlns:a16="http://schemas.microsoft.com/office/drawing/2014/main" id="{F7A3E3E5-2EC0-C20E-58E9-D922553D03EB}"/>
                </a:ext>
              </a:extLst>
            </p:cNvPr>
            <p:cNvSpPr/>
            <p:nvPr/>
          </p:nvSpPr>
          <p:spPr>
            <a:xfrm>
              <a:off x="2635839" y="45940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Oval 584">
              <a:extLst>
                <a:ext uri="{FF2B5EF4-FFF2-40B4-BE49-F238E27FC236}">
                  <a16:creationId xmlns:a16="http://schemas.microsoft.com/office/drawing/2014/main" id="{8F7BA59E-F6C9-DAE5-C4D4-0C3D41323645}"/>
                </a:ext>
              </a:extLst>
            </p:cNvPr>
            <p:cNvSpPr/>
            <p:nvPr/>
          </p:nvSpPr>
          <p:spPr>
            <a:xfrm>
              <a:off x="2642553" y="46059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AE0FD92B-84CE-250E-E400-15FECEE12F3C}"/>
                </a:ext>
              </a:extLst>
            </p:cNvPr>
            <p:cNvSpPr/>
            <p:nvPr/>
          </p:nvSpPr>
          <p:spPr>
            <a:xfrm>
              <a:off x="2649267" y="46206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A6FB9D66-EC23-B583-49AB-97D1E9EEA98E}"/>
                </a:ext>
              </a:extLst>
            </p:cNvPr>
            <p:cNvSpPr/>
            <p:nvPr/>
          </p:nvSpPr>
          <p:spPr>
            <a:xfrm>
              <a:off x="2655981" y="463822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C0B9099-8AAD-AD32-E315-E4D9E025C3E0}"/>
                </a:ext>
              </a:extLst>
            </p:cNvPr>
            <p:cNvSpPr/>
            <p:nvPr/>
          </p:nvSpPr>
          <p:spPr>
            <a:xfrm>
              <a:off x="2662694" y="464798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A870DE46-5F83-22FA-AE01-472AD6E214CE}"/>
                </a:ext>
              </a:extLst>
            </p:cNvPr>
            <p:cNvSpPr/>
            <p:nvPr/>
          </p:nvSpPr>
          <p:spPr>
            <a:xfrm>
              <a:off x="2669397" y="46583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57706C08-1BA3-5F65-7850-DC1A0ACEAEAB}"/>
                </a:ext>
              </a:extLst>
            </p:cNvPr>
            <p:cNvSpPr/>
            <p:nvPr/>
          </p:nvSpPr>
          <p:spPr>
            <a:xfrm>
              <a:off x="2676111" y="46722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7DEE0C52-DAAB-AD7F-F52C-F3394F69B529}"/>
                </a:ext>
              </a:extLst>
            </p:cNvPr>
            <p:cNvSpPr/>
            <p:nvPr/>
          </p:nvSpPr>
          <p:spPr>
            <a:xfrm>
              <a:off x="2682825" y="467963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CFE5423B-72E9-FE95-E29B-21F6C3BF5A99}"/>
                </a:ext>
              </a:extLst>
            </p:cNvPr>
            <p:cNvSpPr/>
            <p:nvPr/>
          </p:nvSpPr>
          <p:spPr>
            <a:xfrm>
              <a:off x="2064231" y="4052237"/>
              <a:ext cx="26848" cy="705027"/>
            </a:xfrm>
            <a:custGeom>
              <a:avLst/>
              <a:gdLst>
                <a:gd name="csX0" fmla="*/ 0 w 26848"/>
                <a:gd name="csY0" fmla="*/ 0 h 705027"/>
                <a:gd name="csX1" fmla="*/ 0 w 26848"/>
                <a:gd name="csY1" fmla="*/ 705028 h 705027"/>
                <a:gd name="csX2" fmla="*/ 26848 w 26848"/>
                <a:gd name="csY2" fmla="*/ 705028 h 705027"/>
                <a:gd name="csX3" fmla="*/ 26848 w 26848"/>
                <a:gd name="csY3" fmla="*/ 0 h 705027"/>
                <a:gd name="csX4" fmla="*/ 0 w 26848"/>
                <a:gd name="csY4" fmla="*/ 0 h 705027"/>
                <a:gd name="csX5" fmla="*/ 0 w 26848"/>
                <a:gd name="csY5" fmla="*/ 0 h 705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8" h="705027">
                  <a:moveTo>
                    <a:pt x="0" y="0"/>
                  </a:moveTo>
                  <a:lnTo>
                    <a:pt x="0" y="705028"/>
                  </a:lnTo>
                  <a:lnTo>
                    <a:pt x="26848" y="705028"/>
                  </a:lnTo>
                  <a:lnTo>
                    <a:pt x="2684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A8CF0E34-45DB-354F-E0D0-6F071D020443}"/>
                </a:ext>
              </a:extLst>
            </p:cNvPr>
            <p:cNvSpPr/>
            <p:nvPr/>
          </p:nvSpPr>
          <p:spPr>
            <a:xfrm>
              <a:off x="2064231" y="4052237"/>
              <a:ext cx="26848" cy="705027"/>
            </a:xfrm>
            <a:custGeom>
              <a:avLst/>
              <a:gdLst>
                <a:gd name="csX0" fmla="*/ 0 w 26848"/>
                <a:gd name="csY0" fmla="*/ 0 h 705027"/>
                <a:gd name="csX1" fmla="*/ 0 w 26848"/>
                <a:gd name="csY1" fmla="*/ 705028 h 705027"/>
                <a:gd name="csX2" fmla="*/ 26848 w 26848"/>
                <a:gd name="csY2" fmla="*/ 705028 h 705027"/>
                <a:gd name="csX3" fmla="*/ 26848 w 26848"/>
                <a:gd name="csY3" fmla="*/ 0 h 705027"/>
                <a:gd name="csX4" fmla="*/ 0 w 26848"/>
                <a:gd name="csY4" fmla="*/ 0 h 705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8" h="705027">
                  <a:moveTo>
                    <a:pt x="0" y="0"/>
                  </a:moveTo>
                  <a:lnTo>
                    <a:pt x="0" y="705028"/>
                  </a:lnTo>
                  <a:lnTo>
                    <a:pt x="26848" y="705028"/>
                  </a:lnTo>
                  <a:lnTo>
                    <a:pt x="26848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C372B1B8-6B4D-7560-86B7-07196C0E4587}"/>
                </a:ext>
              </a:extLst>
            </p:cNvPr>
            <p:cNvSpPr/>
            <p:nvPr/>
          </p:nvSpPr>
          <p:spPr>
            <a:xfrm>
              <a:off x="2091079" y="3902390"/>
              <a:ext cx="26844" cy="854874"/>
            </a:xfrm>
            <a:custGeom>
              <a:avLst/>
              <a:gdLst>
                <a:gd name="csX0" fmla="*/ 0 w 26844"/>
                <a:gd name="csY0" fmla="*/ 0 h 854874"/>
                <a:gd name="csX1" fmla="*/ 0 w 26844"/>
                <a:gd name="csY1" fmla="*/ 854874 h 854874"/>
                <a:gd name="csX2" fmla="*/ 26844 w 26844"/>
                <a:gd name="csY2" fmla="*/ 854874 h 854874"/>
                <a:gd name="csX3" fmla="*/ 26844 w 26844"/>
                <a:gd name="csY3" fmla="*/ 0 h 854874"/>
                <a:gd name="csX4" fmla="*/ 0 w 26844"/>
                <a:gd name="csY4" fmla="*/ 0 h 854874"/>
                <a:gd name="csX5" fmla="*/ 0 w 26844"/>
                <a:gd name="csY5" fmla="*/ 0 h 854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4874">
                  <a:moveTo>
                    <a:pt x="0" y="0"/>
                  </a:moveTo>
                  <a:lnTo>
                    <a:pt x="0" y="854874"/>
                  </a:lnTo>
                  <a:lnTo>
                    <a:pt x="26844" y="85487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DE1CCDC8-5E30-0254-3876-AD63FBFD10E3}"/>
                </a:ext>
              </a:extLst>
            </p:cNvPr>
            <p:cNvSpPr/>
            <p:nvPr/>
          </p:nvSpPr>
          <p:spPr>
            <a:xfrm>
              <a:off x="2091079" y="3902390"/>
              <a:ext cx="26844" cy="854874"/>
            </a:xfrm>
            <a:custGeom>
              <a:avLst/>
              <a:gdLst>
                <a:gd name="csX0" fmla="*/ 0 w 26844"/>
                <a:gd name="csY0" fmla="*/ 0 h 854874"/>
                <a:gd name="csX1" fmla="*/ 0 w 26844"/>
                <a:gd name="csY1" fmla="*/ 854874 h 854874"/>
                <a:gd name="csX2" fmla="*/ 26844 w 26844"/>
                <a:gd name="csY2" fmla="*/ 854874 h 854874"/>
                <a:gd name="csX3" fmla="*/ 26844 w 26844"/>
                <a:gd name="csY3" fmla="*/ 0 h 854874"/>
                <a:gd name="csX4" fmla="*/ 0 w 26844"/>
                <a:gd name="csY4" fmla="*/ 0 h 854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4874">
                  <a:moveTo>
                    <a:pt x="0" y="0"/>
                  </a:moveTo>
                  <a:lnTo>
                    <a:pt x="0" y="854874"/>
                  </a:lnTo>
                  <a:lnTo>
                    <a:pt x="26844" y="85487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F8C3044C-8499-8594-37D1-799D61F00405}"/>
                </a:ext>
              </a:extLst>
            </p:cNvPr>
            <p:cNvSpPr/>
            <p:nvPr/>
          </p:nvSpPr>
          <p:spPr>
            <a:xfrm>
              <a:off x="2117923" y="3810771"/>
              <a:ext cx="26844" cy="946493"/>
            </a:xfrm>
            <a:custGeom>
              <a:avLst/>
              <a:gdLst>
                <a:gd name="csX0" fmla="*/ 0 w 26844"/>
                <a:gd name="csY0" fmla="*/ 0 h 946493"/>
                <a:gd name="csX1" fmla="*/ 0 w 26844"/>
                <a:gd name="csY1" fmla="*/ 946494 h 946493"/>
                <a:gd name="csX2" fmla="*/ 26844 w 26844"/>
                <a:gd name="csY2" fmla="*/ 946494 h 946493"/>
                <a:gd name="csX3" fmla="*/ 26844 w 26844"/>
                <a:gd name="csY3" fmla="*/ 0 h 946493"/>
                <a:gd name="csX4" fmla="*/ 0 w 26844"/>
                <a:gd name="csY4" fmla="*/ 0 h 946493"/>
                <a:gd name="csX5" fmla="*/ 0 w 26844"/>
                <a:gd name="csY5" fmla="*/ 0 h 9464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946493">
                  <a:moveTo>
                    <a:pt x="0" y="0"/>
                  </a:moveTo>
                  <a:lnTo>
                    <a:pt x="0" y="946494"/>
                  </a:lnTo>
                  <a:lnTo>
                    <a:pt x="26844" y="94649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667AB16C-9548-CB52-564D-13FA27FB2EC8}"/>
                </a:ext>
              </a:extLst>
            </p:cNvPr>
            <p:cNvSpPr/>
            <p:nvPr/>
          </p:nvSpPr>
          <p:spPr>
            <a:xfrm>
              <a:off x="2117923" y="3810771"/>
              <a:ext cx="26844" cy="946493"/>
            </a:xfrm>
            <a:custGeom>
              <a:avLst/>
              <a:gdLst>
                <a:gd name="csX0" fmla="*/ 0 w 26844"/>
                <a:gd name="csY0" fmla="*/ 0 h 946493"/>
                <a:gd name="csX1" fmla="*/ 0 w 26844"/>
                <a:gd name="csY1" fmla="*/ 946494 h 946493"/>
                <a:gd name="csX2" fmla="*/ 26844 w 26844"/>
                <a:gd name="csY2" fmla="*/ 946494 h 946493"/>
                <a:gd name="csX3" fmla="*/ 26844 w 26844"/>
                <a:gd name="csY3" fmla="*/ 0 h 946493"/>
                <a:gd name="csX4" fmla="*/ 0 w 26844"/>
                <a:gd name="csY4" fmla="*/ 0 h 9464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946493">
                  <a:moveTo>
                    <a:pt x="0" y="0"/>
                  </a:moveTo>
                  <a:lnTo>
                    <a:pt x="0" y="946494"/>
                  </a:lnTo>
                  <a:lnTo>
                    <a:pt x="26844" y="94649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0605CAD4-A809-DAD6-2540-8BF99CE751A9}"/>
                </a:ext>
              </a:extLst>
            </p:cNvPr>
            <p:cNvSpPr/>
            <p:nvPr/>
          </p:nvSpPr>
          <p:spPr>
            <a:xfrm>
              <a:off x="2144767" y="3751147"/>
              <a:ext cx="26844" cy="1006117"/>
            </a:xfrm>
            <a:custGeom>
              <a:avLst/>
              <a:gdLst>
                <a:gd name="csX0" fmla="*/ 0 w 26844"/>
                <a:gd name="csY0" fmla="*/ 0 h 1006117"/>
                <a:gd name="csX1" fmla="*/ 0 w 26844"/>
                <a:gd name="csY1" fmla="*/ 1006117 h 1006117"/>
                <a:gd name="csX2" fmla="*/ 26844 w 26844"/>
                <a:gd name="csY2" fmla="*/ 1006117 h 1006117"/>
                <a:gd name="csX3" fmla="*/ 26844 w 26844"/>
                <a:gd name="csY3" fmla="*/ 0 h 1006117"/>
                <a:gd name="csX4" fmla="*/ 0 w 26844"/>
                <a:gd name="csY4" fmla="*/ 0 h 1006117"/>
                <a:gd name="csX5" fmla="*/ 0 w 26844"/>
                <a:gd name="csY5" fmla="*/ 0 h 1006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006117">
                  <a:moveTo>
                    <a:pt x="0" y="0"/>
                  </a:moveTo>
                  <a:lnTo>
                    <a:pt x="0" y="1006117"/>
                  </a:lnTo>
                  <a:lnTo>
                    <a:pt x="26844" y="100611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1287942B-E612-99EA-5525-89B8D2206695}"/>
                </a:ext>
              </a:extLst>
            </p:cNvPr>
            <p:cNvSpPr/>
            <p:nvPr/>
          </p:nvSpPr>
          <p:spPr>
            <a:xfrm>
              <a:off x="2144767" y="3751147"/>
              <a:ext cx="26844" cy="1006117"/>
            </a:xfrm>
            <a:custGeom>
              <a:avLst/>
              <a:gdLst>
                <a:gd name="csX0" fmla="*/ 0 w 26844"/>
                <a:gd name="csY0" fmla="*/ 0 h 1006117"/>
                <a:gd name="csX1" fmla="*/ 0 w 26844"/>
                <a:gd name="csY1" fmla="*/ 1006117 h 1006117"/>
                <a:gd name="csX2" fmla="*/ 26844 w 26844"/>
                <a:gd name="csY2" fmla="*/ 1006117 h 1006117"/>
                <a:gd name="csX3" fmla="*/ 26844 w 26844"/>
                <a:gd name="csY3" fmla="*/ 0 h 1006117"/>
                <a:gd name="csX4" fmla="*/ 0 w 26844"/>
                <a:gd name="csY4" fmla="*/ 0 h 1006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006117">
                  <a:moveTo>
                    <a:pt x="0" y="0"/>
                  </a:moveTo>
                  <a:lnTo>
                    <a:pt x="0" y="1006117"/>
                  </a:lnTo>
                  <a:lnTo>
                    <a:pt x="26844" y="100611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B768565C-761B-1860-6E5A-B167E5EE5BD2}"/>
                </a:ext>
              </a:extLst>
            </p:cNvPr>
            <p:cNvSpPr/>
            <p:nvPr/>
          </p:nvSpPr>
          <p:spPr>
            <a:xfrm>
              <a:off x="2171611" y="3795684"/>
              <a:ext cx="26843" cy="961579"/>
            </a:xfrm>
            <a:custGeom>
              <a:avLst/>
              <a:gdLst>
                <a:gd name="csX0" fmla="*/ 0 w 26843"/>
                <a:gd name="csY0" fmla="*/ 0 h 961579"/>
                <a:gd name="csX1" fmla="*/ 0 w 26843"/>
                <a:gd name="csY1" fmla="*/ 961580 h 961579"/>
                <a:gd name="csX2" fmla="*/ 26844 w 26843"/>
                <a:gd name="csY2" fmla="*/ 961580 h 961579"/>
                <a:gd name="csX3" fmla="*/ 26844 w 26843"/>
                <a:gd name="csY3" fmla="*/ 0 h 961579"/>
                <a:gd name="csX4" fmla="*/ 0 w 26843"/>
                <a:gd name="csY4" fmla="*/ 0 h 961579"/>
                <a:gd name="csX5" fmla="*/ 0 w 26843"/>
                <a:gd name="csY5" fmla="*/ 0 h 961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961579">
                  <a:moveTo>
                    <a:pt x="0" y="0"/>
                  </a:moveTo>
                  <a:lnTo>
                    <a:pt x="0" y="961580"/>
                  </a:lnTo>
                  <a:lnTo>
                    <a:pt x="26844" y="96158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0" name="Freeform 699">
              <a:extLst>
                <a:ext uri="{FF2B5EF4-FFF2-40B4-BE49-F238E27FC236}">
                  <a16:creationId xmlns:a16="http://schemas.microsoft.com/office/drawing/2014/main" id="{86DC50B8-3BF8-F6B6-2FB6-38BD5ACD33EE}"/>
                </a:ext>
              </a:extLst>
            </p:cNvPr>
            <p:cNvSpPr/>
            <p:nvPr/>
          </p:nvSpPr>
          <p:spPr>
            <a:xfrm>
              <a:off x="2171611" y="3795684"/>
              <a:ext cx="26843" cy="961579"/>
            </a:xfrm>
            <a:custGeom>
              <a:avLst/>
              <a:gdLst>
                <a:gd name="csX0" fmla="*/ 0 w 26843"/>
                <a:gd name="csY0" fmla="*/ 0 h 961579"/>
                <a:gd name="csX1" fmla="*/ 0 w 26843"/>
                <a:gd name="csY1" fmla="*/ 961580 h 961579"/>
                <a:gd name="csX2" fmla="*/ 26844 w 26843"/>
                <a:gd name="csY2" fmla="*/ 961580 h 961579"/>
                <a:gd name="csX3" fmla="*/ 26844 w 26843"/>
                <a:gd name="csY3" fmla="*/ 0 h 961579"/>
                <a:gd name="csX4" fmla="*/ 0 w 26843"/>
                <a:gd name="csY4" fmla="*/ 0 h 961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961579">
                  <a:moveTo>
                    <a:pt x="0" y="0"/>
                  </a:moveTo>
                  <a:lnTo>
                    <a:pt x="0" y="961580"/>
                  </a:lnTo>
                  <a:lnTo>
                    <a:pt x="26844" y="96158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1" name="Freeform 700">
              <a:extLst>
                <a:ext uri="{FF2B5EF4-FFF2-40B4-BE49-F238E27FC236}">
                  <a16:creationId xmlns:a16="http://schemas.microsoft.com/office/drawing/2014/main" id="{D342E826-3310-6A3E-7159-EFFFD6308379}"/>
                </a:ext>
              </a:extLst>
            </p:cNvPr>
            <p:cNvSpPr/>
            <p:nvPr/>
          </p:nvSpPr>
          <p:spPr>
            <a:xfrm>
              <a:off x="2198455" y="3877544"/>
              <a:ext cx="26844" cy="879720"/>
            </a:xfrm>
            <a:custGeom>
              <a:avLst/>
              <a:gdLst>
                <a:gd name="csX0" fmla="*/ 0 w 26844"/>
                <a:gd name="csY0" fmla="*/ 0 h 879720"/>
                <a:gd name="csX1" fmla="*/ 0 w 26844"/>
                <a:gd name="csY1" fmla="*/ 879720 h 879720"/>
                <a:gd name="csX2" fmla="*/ 26844 w 26844"/>
                <a:gd name="csY2" fmla="*/ 879720 h 879720"/>
                <a:gd name="csX3" fmla="*/ 26844 w 26844"/>
                <a:gd name="csY3" fmla="*/ 0 h 879720"/>
                <a:gd name="csX4" fmla="*/ 0 w 26844"/>
                <a:gd name="csY4" fmla="*/ 0 h 879720"/>
                <a:gd name="csX5" fmla="*/ 0 w 26844"/>
                <a:gd name="csY5" fmla="*/ 0 h 87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79720">
                  <a:moveTo>
                    <a:pt x="0" y="0"/>
                  </a:moveTo>
                  <a:lnTo>
                    <a:pt x="0" y="879720"/>
                  </a:lnTo>
                  <a:lnTo>
                    <a:pt x="26844" y="87972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2" name="Freeform 701">
              <a:extLst>
                <a:ext uri="{FF2B5EF4-FFF2-40B4-BE49-F238E27FC236}">
                  <a16:creationId xmlns:a16="http://schemas.microsoft.com/office/drawing/2014/main" id="{39DAC189-24EC-F1DB-71F3-31A42E9FCCE3}"/>
                </a:ext>
              </a:extLst>
            </p:cNvPr>
            <p:cNvSpPr/>
            <p:nvPr/>
          </p:nvSpPr>
          <p:spPr>
            <a:xfrm>
              <a:off x="2198455" y="3877544"/>
              <a:ext cx="26844" cy="879720"/>
            </a:xfrm>
            <a:custGeom>
              <a:avLst/>
              <a:gdLst>
                <a:gd name="csX0" fmla="*/ 0 w 26844"/>
                <a:gd name="csY0" fmla="*/ 0 h 879720"/>
                <a:gd name="csX1" fmla="*/ 0 w 26844"/>
                <a:gd name="csY1" fmla="*/ 879720 h 879720"/>
                <a:gd name="csX2" fmla="*/ 26844 w 26844"/>
                <a:gd name="csY2" fmla="*/ 879720 h 879720"/>
                <a:gd name="csX3" fmla="*/ 26844 w 26844"/>
                <a:gd name="csY3" fmla="*/ 0 h 879720"/>
                <a:gd name="csX4" fmla="*/ 0 w 26844"/>
                <a:gd name="csY4" fmla="*/ 0 h 87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79720">
                  <a:moveTo>
                    <a:pt x="0" y="0"/>
                  </a:moveTo>
                  <a:lnTo>
                    <a:pt x="0" y="879720"/>
                  </a:lnTo>
                  <a:lnTo>
                    <a:pt x="26844" y="87972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3" name="Freeform 702">
              <a:extLst>
                <a:ext uri="{FF2B5EF4-FFF2-40B4-BE49-F238E27FC236}">
                  <a16:creationId xmlns:a16="http://schemas.microsoft.com/office/drawing/2014/main" id="{2429EEDF-B72E-69B9-6BCF-8CC6D50BB4C3}"/>
                </a:ext>
              </a:extLst>
            </p:cNvPr>
            <p:cNvSpPr/>
            <p:nvPr/>
          </p:nvSpPr>
          <p:spPr>
            <a:xfrm>
              <a:off x="2225299" y="4052063"/>
              <a:ext cx="26844" cy="705201"/>
            </a:xfrm>
            <a:custGeom>
              <a:avLst/>
              <a:gdLst>
                <a:gd name="csX0" fmla="*/ 0 w 26844"/>
                <a:gd name="csY0" fmla="*/ 0 h 705201"/>
                <a:gd name="csX1" fmla="*/ 0 w 26844"/>
                <a:gd name="csY1" fmla="*/ 705201 h 705201"/>
                <a:gd name="csX2" fmla="*/ 26844 w 26844"/>
                <a:gd name="csY2" fmla="*/ 705201 h 705201"/>
                <a:gd name="csX3" fmla="*/ 26844 w 26844"/>
                <a:gd name="csY3" fmla="*/ 0 h 705201"/>
                <a:gd name="csX4" fmla="*/ 0 w 26844"/>
                <a:gd name="csY4" fmla="*/ 0 h 705201"/>
                <a:gd name="csX5" fmla="*/ 0 w 26844"/>
                <a:gd name="csY5" fmla="*/ 0 h 705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05201">
                  <a:moveTo>
                    <a:pt x="0" y="0"/>
                  </a:moveTo>
                  <a:lnTo>
                    <a:pt x="0" y="705201"/>
                  </a:lnTo>
                  <a:lnTo>
                    <a:pt x="26844" y="70520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0B8AC464-15DC-1440-B52E-A6EA95E6BF78}"/>
                </a:ext>
              </a:extLst>
            </p:cNvPr>
            <p:cNvSpPr/>
            <p:nvPr/>
          </p:nvSpPr>
          <p:spPr>
            <a:xfrm>
              <a:off x="2225299" y="4052063"/>
              <a:ext cx="26844" cy="705201"/>
            </a:xfrm>
            <a:custGeom>
              <a:avLst/>
              <a:gdLst>
                <a:gd name="csX0" fmla="*/ 0 w 26844"/>
                <a:gd name="csY0" fmla="*/ 0 h 705201"/>
                <a:gd name="csX1" fmla="*/ 0 w 26844"/>
                <a:gd name="csY1" fmla="*/ 705201 h 705201"/>
                <a:gd name="csX2" fmla="*/ 26844 w 26844"/>
                <a:gd name="csY2" fmla="*/ 705201 h 705201"/>
                <a:gd name="csX3" fmla="*/ 26844 w 26844"/>
                <a:gd name="csY3" fmla="*/ 0 h 705201"/>
                <a:gd name="csX4" fmla="*/ 0 w 26844"/>
                <a:gd name="csY4" fmla="*/ 0 h 705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05201">
                  <a:moveTo>
                    <a:pt x="0" y="0"/>
                  </a:moveTo>
                  <a:lnTo>
                    <a:pt x="0" y="705201"/>
                  </a:lnTo>
                  <a:lnTo>
                    <a:pt x="26844" y="70520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D85729D1-C1BA-98F8-5710-E0646A40C221}"/>
                </a:ext>
              </a:extLst>
            </p:cNvPr>
            <p:cNvSpPr/>
            <p:nvPr/>
          </p:nvSpPr>
          <p:spPr>
            <a:xfrm>
              <a:off x="2252143" y="4213586"/>
              <a:ext cx="26844" cy="543678"/>
            </a:xfrm>
            <a:custGeom>
              <a:avLst/>
              <a:gdLst>
                <a:gd name="csX0" fmla="*/ 0 w 26844"/>
                <a:gd name="csY0" fmla="*/ 0 h 543678"/>
                <a:gd name="csX1" fmla="*/ 0 w 26844"/>
                <a:gd name="csY1" fmla="*/ 543679 h 543678"/>
                <a:gd name="csX2" fmla="*/ 26844 w 26844"/>
                <a:gd name="csY2" fmla="*/ 543679 h 543678"/>
                <a:gd name="csX3" fmla="*/ 26844 w 26844"/>
                <a:gd name="csY3" fmla="*/ 0 h 543678"/>
                <a:gd name="csX4" fmla="*/ 0 w 26844"/>
                <a:gd name="csY4" fmla="*/ 0 h 543678"/>
                <a:gd name="csX5" fmla="*/ 0 w 26844"/>
                <a:gd name="csY5" fmla="*/ 0 h 543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43678">
                  <a:moveTo>
                    <a:pt x="0" y="0"/>
                  </a:moveTo>
                  <a:lnTo>
                    <a:pt x="0" y="543679"/>
                  </a:lnTo>
                  <a:lnTo>
                    <a:pt x="26844" y="543679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304BF444-1991-B6B1-0A23-0747336055D9}"/>
                </a:ext>
              </a:extLst>
            </p:cNvPr>
            <p:cNvSpPr/>
            <p:nvPr/>
          </p:nvSpPr>
          <p:spPr>
            <a:xfrm>
              <a:off x="2252143" y="4213586"/>
              <a:ext cx="26844" cy="543678"/>
            </a:xfrm>
            <a:custGeom>
              <a:avLst/>
              <a:gdLst>
                <a:gd name="csX0" fmla="*/ 0 w 26844"/>
                <a:gd name="csY0" fmla="*/ 0 h 543678"/>
                <a:gd name="csX1" fmla="*/ 0 w 26844"/>
                <a:gd name="csY1" fmla="*/ 543679 h 543678"/>
                <a:gd name="csX2" fmla="*/ 26844 w 26844"/>
                <a:gd name="csY2" fmla="*/ 543679 h 543678"/>
                <a:gd name="csX3" fmla="*/ 26844 w 26844"/>
                <a:gd name="csY3" fmla="*/ 0 h 543678"/>
                <a:gd name="csX4" fmla="*/ 0 w 26844"/>
                <a:gd name="csY4" fmla="*/ 0 h 543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43678">
                  <a:moveTo>
                    <a:pt x="0" y="0"/>
                  </a:moveTo>
                  <a:lnTo>
                    <a:pt x="0" y="543679"/>
                  </a:lnTo>
                  <a:lnTo>
                    <a:pt x="26844" y="543679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7E120D37-EEE4-2C93-0FAA-0ADDBE5A198B}"/>
                </a:ext>
              </a:extLst>
            </p:cNvPr>
            <p:cNvSpPr/>
            <p:nvPr/>
          </p:nvSpPr>
          <p:spPr>
            <a:xfrm>
              <a:off x="2278987" y="4365774"/>
              <a:ext cx="26855" cy="391489"/>
            </a:xfrm>
            <a:custGeom>
              <a:avLst/>
              <a:gdLst>
                <a:gd name="csX0" fmla="*/ 0 w 26855"/>
                <a:gd name="csY0" fmla="*/ 0 h 391489"/>
                <a:gd name="csX1" fmla="*/ 0 w 26855"/>
                <a:gd name="csY1" fmla="*/ 391490 h 391489"/>
                <a:gd name="csX2" fmla="*/ 26855 w 26855"/>
                <a:gd name="csY2" fmla="*/ 391490 h 391489"/>
                <a:gd name="csX3" fmla="*/ 26855 w 26855"/>
                <a:gd name="csY3" fmla="*/ 0 h 391489"/>
                <a:gd name="csX4" fmla="*/ 0 w 26855"/>
                <a:gd name="csY4" fmla="*/ 0 h 391489"/>
                <a:gd name="csX5" fmla="*/ 0 w 26855"/>
                <a:gd name="csY5" fmla="*/ 0 h 391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391489">
                  <a:moveTo>
                    <a:pt x="0" y="0"/>
                  </a:moveTo>
                  <a:lnTo>
                    <a:pt x="0" y="391490"/>
                  </a:lnTo>
                  <a:lnTo>
                    <a:pt x="26855" y="39149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23C480A7-5324-D00E-9758-0FC6CDC896EC}"/>
                </a:ext>
              </a:extLst>
            </p:cNvPr>
            <p:cNvSpPr/>
            <p:nvPr/>
          </p:nvSpPr>
          <p:spPr>
            <a:xfrm>
              <a:off x="2278987" y="4365774"/>
              <a:ext cx="26855" cy="391489"/>
            </a:xfrm>
            <a:custGeom>
              <a:avLst/>
              <a:gdLst>
                <a:gd name="csX0" fmla="*/ 0 w 26855"/>
                <a:gd name="csY0" fmla="*/ 0 h 391489"/>
                <a:gd name="csX1" fmla="*/ 0 w 26855"/>
                <a:gd name="csY1" fmla="*/ 391490 h 391489"/>
                <a:gd name="csX2" fmla="*/ 26855 w 26855"/>
                <a:gd name="csY2" fmla="*/ 391490 h 391489"/>
                <a:gd name="csX3" fmla="*/ 26855 w 26855"/>
                <a:gd name="csY3" fmla="*/ 0 h 391489"/>
                <a:gd name="csX4" fmla="*/ 0 w 26855"/>
                <a:gd name="csY4" fmla="*/ 0 h 391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391489">
                  <a:moveTo>
                    <a:pt x="0" y="0"/>
                  </a:moveTo>
                  <a:lnTo>
                    <a:pt x="0" y="391490"/>
                  </a:lnTo>
                  <a:lnTo>
                    <a:pt x="26855" y="39149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498C8725-6AFF-418D-5D47-31C53DBE2681}"/>
                </a:ext>
              </a:extLst>
            </p:cNvPr>
            <p:cNvSpPr/>
            <p:nvPr/>
          </p:nvSpPr>
          <p:spPr>
            <a:xfrm>
              <a:off x="2305842" y="4479843"/>
              <a:ext cx="26844" cy="277420"/>
            </a:xfrm>
            <a:custGeom>
              <a:avLst/>
              <a:gdLst>
                <a:gd name="csX0" fmla="*/ 0 w 26844"/>
                <a:gd name="csY0" fmla="*/ 0 h 277420"/>
                <a:gd name="csX1" fmla="*/ 0 w 26844"/>
                <a:gd name="csY1" fmla="*/ 277421 h 277420"/>
                <a:gd name="csX2" fmla="*/ 26844 w 26844"/>
                <a:gd name="csY2" fmla="*/ 277421 h 277420"/>
                <a:gd name="csX3" fmla="*/ 26844 w 26844"/>
                <a:gd name="csY3" fmla="*/ 0 h 277420"/>
                <a:gd name="csX4" fmla="*/ 0 w 26844"/>
                <a:gd name="csY4" fmla="*/ 0 h 277420"/>
                <a:gd name="csX5" fmla="*/ 0 w 26844"/>
                <a:gd name="csY5" fmla="*/ 0 h 277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77420">
                  <a:moveTo>
                    <a:pt x="0" y="0"/>
                  </a:moveTo>
                  <a:lnTo>
                    <a:pt x="0" y="277421"/>
                  </a:lnTo>
                  <a:lnTo>
                    <a:pt x="26844" y="27742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DCEE49BD-D260-1DE3-EAB3-E17951CDB521}"/>
                </a:ext>
              </a:extLst>
            </p:cNvPr>
            <p:cNvSpPr/>
            <p:nvPr/>
          </p:nvSpPr>
          <p:spPr>
            <a:xfrm>
              <a:off x="2305842" y="4479843"/>
              <a:ext cx="26844" cy="277420"/>
            </a:xfrm>
            <a:custGeom>
              <a:avLst/>
              <a:gdLst>
                <a:gd name="csX0" fmla="*/ 0 w 26844"/>
                <a:gd name="csY0" fmla="*/ 0 h 277420"/>
                <a:gd name="csX1" fmla="*/ 0 w 26844"/>
                <a:gd name="csY1" fmla="*/ 277421 h 277420"/>
                <a:gd name="csX2" fmla="*/ 26844 w 26844"/>
                <a:gd name="csY2" fmla="*/ 277421 h 277420"/>
                <a:gd name="csX3" fmla="*/ 26844 w 26844"/>
                <a:gd name="csY3" fmla="*/ 0 h 277420"/>
                <a:gd name="csX4" fmla="*/ 0 w 26844"/>
                <a:gd name="csY4" fmla="*/ 0 h 277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77420">
                  <a:moveTo>
                    <a:pt x="0" y="0"/>
                  </a:moveTo>
                  <a:lnTo>
                    <a:pt x="0" y="277421"/>
                  </a:lnTo>
                  <a:lnTo>
                    <a:pt x="26844" y="27742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CB421066-5F6F-B540-3ABB-13D955885E25}"/>
                </a:ext>
              </a:extLst>
            </p:cNvPr>
            <p:cNvSpPr/>
            <p:nvPr/>
          </p:nvSpPr>
          <p:spPr>
            <a:xfrm>
              <a:off x="2332686" y="4537174"/>
              <a:ext cx="26844" cy="220089"/>
            </a:xfrm>
            <a:custGeom>
              <a:avLst/>
              <a:gdLst>
                <a:gd name="csX0" fmla="*/ 0 w 26844"/>
                <a:gd name="csY0" fmla="*/ 0 h 220089"/>
                <a:gd name="csX1" fmla="*/ 0 w 26844"/>
                <a:gd name="csY1" fmla="*/ 220090 h 220089"/>
                <a:gd name="csX2" fmla="*/ 26844 w 26844"/>
                <a:gd name="csY2" fmla="*/ 220090 h 220089"/>
                <a:gd name="csX3" fmla="*/ 26844 w 26844"/>
                <a:gd name="csY3" fmla="*/ 0 h 220089"/>
                <a:gd name="csX4" fmla="*/ 0 w 26844"/>
                <a:gd name="csY4" fmla="*/ 0 h 220089"/>
                <a:gd name="csX5" fmla="*/ 0 w 26844"/>
                <a:gd name="csY5" fmla="*/ 0 h 220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20089">
                  <a:moveTo>
                    <a:pt x="0" y="0"/>
                  </a:moveTo>
                  <a:lnTo>
                    <a:pt x="0" y="220090"/>
                  </a:lnTo>
                  <a:lnTo>
                    <a:pt x="26844" y="22009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95DE4E3F-D5C9-C787-1239-EA5FC042E0D5}"/>
                </a:ext>
              </a:extLst>
            </p:cNvPr>
            <p:cNvSpPr/>
            <p:nvPr/>
          </p:nvSpPr>
          <p:spPr>
            <a:xfrm>
              <a:off x="2332686" y="4537174"/>
              <a:ext cx="26844" cy="220089"/>
            </a:xfrm>
            <a:custGeom>
              <a:avLst/>
              <a:gdLst>
                <a:gd name="csX0" fmla="*/ 0 w 26844"/>
                <a:gd name="csY0" fmla="*/ 0 h 220089"/>
                <a:gd name="csX1" fmla="*/ 0 w 26844"/>
                <a:gd name="csY1" fmla="*/ 220090 h 220089"/>
                <a:gd name="csX2" fmla="*/ 26844 w 26844"/>
                <a:gd name="csY2" fmla="*/ 220090 h 220089"/>
                <a:gd name="csX3" fmla="*/ 26844 w 26844"/>
                <a:gd name="csY3" fmla="*/ 0 h 220089"/>
                <a:gd name="csX4" fmla="*/ 0 w 26844"/>
                <a:gd name="csY4" fmla="*/ 0 h 220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20089">
                  <a:moveTo>
                    <a:pt x="0" y="0"/>
                  </a:moveTo>
                  <a:lnTo>
                    <a:pt x="0" y="220090"/>
                  </a:lnTo>
                  <a:lnTo>
                    <a:pt x="26844" y="22009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481F26D4-5B0F-611D-C09F-9E6CB7158E7C}"/>
                </a:ext>
              </a:extLst>
            </p:cNvPr>
            <p:cNvSpPr/>
            <p:nvPr/>
          </p:nvSpPr>
          <p:spPr>
            <a:xfrm>
              <a:off x="2359530" y="4534170"/>
              <a:ext cx="26843" cy="223094"/>
            </a:xfrm>
            <a:custGeom>
              <a:avLst/>
              <a:gdLst>
                <a:gd name="csX0" fmla="*/ 0 w 26843"/>
                <a:gd name="csY0" fmla="*/ 0 h 223094"/>
                <a:gd name="csX1" fmla="*/ 0 w 26843"/>
                <a:gd name="csY1" fmla="*/ 223095 h 223094"/>
                <a:gd name="csX2" fmla="*/ 26844 w 26843"/>
                <a:gd name="csY2" fmla="*/ 223095 h 223094"/>
                <a:gd name="csX3" fmla="*/ 26844 w 26843"/>
                <a:gd name="csY3" fmla="*/ 0 h 223094"/>
                <a:gd name="csX4" fmla="*/ 0 w 26843"/>
                <a:gd name="csY4" fmla="*/ 0 h 223094"/>
                <a:gd name="csX5" fmla="*/ 0 w 26843"/>
                <a:gd name="csY5" fmla="*/ 0 h 22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223094">
                  <a:moveTo>
                    <a:pt x="0" y="0"/>
                  </a:moveTo>
                  <a:lnTo>
                    <a:pt x="0" y="223095"/>
                  </a:lnTo>
                  <a:lnTo>
                    <a:pt x="26844" y="223095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B9358BD4-5BF3-D7A6-AB54-297A30EB2568}"/>
                </a:ext>
              </a:extLst>
            </p:cNvPr>
            <p:cNvSpPr/>
            <p:nvPr/>
          </p:nvSpPr>
          <p:spPr>
            <a:xfrm>
              <a:off x="2359530" y="4534170"/>
              <a:ext cx="26843" cy="223094"/>
            </a:xfrm>
            <a:custGeom>
              <a:avLst/>
              <a:gdLst>
                <a:gd name="csX0" fmla="*/ 0 w 26843"/>
                <a:gd name="csY0" fmla="*/ 0 h 223094"/>
                <a:gd name="csX1" fmla="*/ 0 w 26843"/>
                <a:gd name="csY1" fmla="*/ 223095 h 223094"/>
                <a:gd name="csX2" fmla="*/ 26844 w 26843"/>
                <a:gd name="csY2" fmla="*/ 223095 h 223094"/>
                <a:gd name="csX3" fmla="*/ 26844 w 26843"/>
                <a:gd name="csY3" fmla="*/ 0 h 223094"/>
                <a:gd name="csX4" fmla="*/ 0 w 26843"/>
                <a:gd name="csY4" fmla="*/ 0 h 22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223094">
                  <a:moveTo>
                    <a:pt x="0" y="0"/>
                  </a:moveTo>
                  <a:lnTo>
                    <a:pt x="0" y="223095"/>
                  </a:lnTo>
                  <a:lnTo>
                    <a:pt x="26844" y="223095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5" name="Freeform 714">
              <a:extLst>
                <a:ext uri="{FF2B5EF4-FFF2-40B4-BE49-F238E27FC236}">
                  <a16:creationId xmlns:a16="http://schemas.microsoft.com/office/drawing/2014/main" id="{23FCAB0F-109C-AA01-9CAF-625F964E450D}"/>
                </a:ext>
              </a:extLst>
            </p:cNvPr>
            <p:cNvSpPr/>
            <p:nvPr/>
          </p:nvSpPr>
          <p:spPr>
            <a:xfrm>
              <a:off x="2386374" y="4477598"/>
              <a:ext cx="26844" cy="279666"/>
            </a:xfrm>
            <a:custGeom>
              <a:avLst/>
              <a:gdLst>
                <a:gd name="csX0" fmla="*/ 0 w 26844"/>
                <a:gd name="csY0" fmla="*/ 0 h 279666"/>
                <a:gd name="csX1" fmla="*/ 0 w 26844"/>
                <a:gd name="csY1" fmla="*/ 279666 h 279666"/>
                <a:gd name="csX2" fmla="*/ 26844 w 26844"/>
                <a:gd name="csY2" fmla="*/ 279666 h 279666"/>
                <a:gd name="csX3" fmla="*/ 26844 w 26844"/>
                <a:gd name="csY3" fmla="*/ 0 h 279666"/>
                <a:gd name="csX4" fmla="*/ 0 w 26844"/>
                <a:gd name="csY4" fmla="*/ 0 h 279666"/>
                <a:gd name="csX5" fmla="*/ 0 w 26844"/>
                <a:gd name="csY5" fmla="*/ 0 h 279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79666">
                  <a:moveTo>
                    <a:pt x="0" y="0"/>
                  </a:moveTo>
                  <a:lnTo>
                    <a:pt x="0" y="279666"/>
                  </a:lnTo>
                  <a:lnTo>
                    <a:pt x="26844" y="279666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6" name="Freeform 715">
              <a:extLst>
                <a:ext uri="{FF2B5EF4-FFF2-40B4-BE49-F238E27FC236}">
                  <a16:creationId xmlns:a16="http://schemas.microsoft.com/office/drawing/2014/main" id="{A6960047-2647-C844-5F6B-A11F740C1013}"/>
                </a:ext>
              </a:extLst>
            </p:cNvPr>
            <p:cNvSpPr/>
            <p:nvPr/>
          </p:nvSpPr>
          <p:spPr>
            <a:xfrm>
              <a:off x="2386374" y="4477598"/>
              <a:ext cx="26844" cy="279666"/>
            </a:xfrm>
            <a:custGeom>
              <a:avLst/>
              <a:gdLst>
                <a:gd name="csX0" fmla="*/ 0 w 26844"/>
                <a:gd name="csY0" fmla="*/ 0 h 279666"/>
                <a:gd name="csX1" fmla="*/ 0 w 26844"/>
                <a:gd name="csY1" fmla="*/ 279666 h 279666"/>
                <a:gd name="csX2" fmla="*/ 26844 w 26844"/>
                <a:gd name="csY2" fmla="*/ 279666 h 279666"/>
                <a:gd name="csX3" fmla="*/ 26844 w 26844"/>
                <a:gd name="csY3" fmla="*/ 0 h 279666"/>
                <a:gd name="csX4" fmla="*/ 0 w 26844"/>
                <a:gd name="csY4" fmla="*/ 0 h 279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79666">
                  <a:moveTo>
                    <a:pt x="0" y="0"/>
                  </a:moveTo>
                  <a:lnTo>
                    <a:pt x="0" y="279666"/>
                  </a:lnTo>
                  <a:lnTo>
                    <a:pt x="26844" y="279666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7" name="Freeform 716">
              <a:extLst>
                <a:ext uri="{FF2B5EF4-FFF2-40B4-BE49-F238E27FC236}">
                  <a16:creationId xmlns:a16="http://schemas.microsoft.com/office/drawing/2014/main" id="{A2469FA7-534E-0828-E2EF-B13A9E9DAD0D}"/>
                </a:ext>
              </a:extLst>
            </p:cNvPr>
            <p:cNvSpPr/>
            <p:nvPr/>
          </p:nvSpPr>
          <p:spPr>
            <a:xfrm>
              <a:off x="2413218" y="4360343"/>
              <a:ext cx="26844" cy="396921"/>
            </a:xfrm>
            <a:custGeom>
              <a:avLst/>
              <a:gdLst>
                <a:gd name="csX0" fmla="*/ 0 w 26844"/>
                <a:gd name="csY0" fmla="*/ 0 h 396921"/>
                <a:gd name="csX1" fmla="*/ 0 w 26844"/>
                <a:gd name="csY1" fmla="*/ 396921 h 396921"/>
                <a:gd name="csX2" fmla="*/ 26844 w 26844"/>
                <a:gd name="csY2" fmla="*/ 396921 h 396921"/>
                <a:gd name="csX3" fmla="*/ 26844 w 26844"/>
                <a:gd name="csY3" fmla="*/ 0 h 396921"/>
                <a:gd name="csX4" fmla="*/ 0 w 26844"/>
                <a:gd name="csY4" fmla="*/ 0 h 396921"/>
                <a:gd name="csX5" fmla="*/ 0 w 26844"/>
                <a:gd name="csY5" fmla="*/ 0 h 396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96921">
                  <a:moveTo>
                    <a:pt x="0" y="0"/>
                  </a:moveTo>
                  <a:lnTo>
                    <a:pt x="0" y="396921"/>
                  </a:lnTo>
                  <a:lnTo>
                    <a:pt x="26844" y="39692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" name="Freeform 717">
              <a:extLst>
                <a:ext uri="{FF2B5EF4-FFF2-40B4-BE49-F238E27FC236}">
                  <a16:creationId xmlns:a16="http://schemas.microsoft.com/office/drawing/2014/main" id="{6F218E54-006D-C38C-30D4-0E8F5336D33B}"/>
                </a:ext>
              </a:extLst>
            </p:cNvPr>
            <p:cNvSpPr/>
            <p:nvPr/>
          </p:nvSpPr>
          <p:spPr>
            <a:xfrm>
              <a:off x="2413218" y="4360343"/>
              <a:ext cx="26844" cy="396921"/>
            </a:xfrm>
            <a:custGeom>
              <a:avLst/>
              <a:gdLst>
                <a:gd name="csX0" fmla="*/ 0 w 26844"/>
                <a:gd name="csY0" fmla="*/ 0 h 396921"/>
                <a:gd name="csX1" fmla="*/ 0 w 26844"/>
                <a:gd name="csY1" fmla="*/ 396921 h 396921"/>
                <a:gd name="csX2" fmla="*/ 26844 w 26844"/>
                <a:gd name="csY2" fmla="*/ 396921 h 396921"/>
                <a:gd name="csX3" fmla="*/ 26844 w 26844"/>
                <a:gd name="csY3" fmla="*/ 0 h 396921"/>
                <a:gd name="csX4" fmla="*/ 0 w 26844"/>
                <a:gd name="csY4" fmla="*/ 0 h 396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96921">
                  <a:moveTo>
                    <a:pt x="0" y="0"/>
                  </a:moveTo>
                  <a:lnTo>
                    <a:pt x="0" y="396921"/>
                  </a:lnTo>
                  <a:lnTo>
                    <a:pt x="26844" y="39692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9" name="Freeform 718">
              <a:extLst>
                <a:ext uri="{FF2B5EF4-FFF2-40B4-BE49-F238E27FC236}">
                  <a16:creationId xmlns:a16="http://schemas.microsoft.com/office/drawing/2014/main" id="{1B6A3E73-C42B-C03D-58BD-BA14754CE82C}"/>
                </a:ext>
              </a:extLst>
            </p:cNvPr>
            <p:cNvSpPr/>
            <p:nvPr/>
          </p:nvSpPr>
          <p:spPr>
            <a:xfrm>
              <a:off x="2440062" y="4241507"/>
              <a:ext cx="26844" cy="515756"/>
            </a:xfrm>
            <a:custGeom>
              <a:avLst/>
              <a:gdLst>
                <a:gd name="csX0" fmla="*/ 0 w 26844"/>
                <a:gd name="csY0" fmla="*/ 0 h 515756"/>
                <a:gd name="csX1" fmla="*/ 0 w 26844"/>
                <a:gd name="csY1" fmla="*/ 515757 h 515756"/>
                <a:gd name="csX2" fmla="*/ 26844 w 26844"/>
                <a:gd name="csY2" fmla="*/ 515757 h 515756"/>
                <a:gd name="csX3" fmla="*/ 26844 w 26844"/>
                <a:gd name="csY3" fmla="*/ 0 h 515756"/>
                <a:gd name="csX4" fmla="*/ 0 w 26844"/>
                <a:gd name="csY4" fmla="*/ 0 h 515756"/>
                <a:gd name="csX5" fmla="*/ 0 w 26844"/>
                <a:gd name="csY5" fmla="*/ 0 h 515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15756">
                  <a:moveTo>
                    <a:pt x="0" y="0"/>
                  </a:moveTo>
                  <a:lnTo>
                    <a:pt x="0" y="515757"/>
                  </a:lnTo>
                  <a:lnTo>
                    <a:pt x="26844" y="51575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0" name="Freeform 719">
              <a:extLst>
                <a:ext uri="{FF2B5EF4-FFF2-40B4-BE49-F238E27FC236}">
                  <a16:creationId xmlns:a16="http://schemas.microsoft.com/office/drawing/2014/main" id="{60F50EFF-95B7-6AEF-84A5-53257D1759AA}"/>
                </a:ext>
              </a:extLst>
            </p:cNvPr>
            <p:cNvSpPr/>
            <p:nvPr/>
          </p:nvSpPr>
          <p:spPr>
            <a:xfrm>
              <a:off x="2440062" y="4241507"/>
              <a:ext cx="26844" cy="515756"/>
            </a:xfrm>
            <a:custGeom>
              <a:avLst/>
              <a:gdLst>
                <a:gd name="csX0" fmla="*/ 0 w 26844"/>
                <a:gd name="csY0" fmla="*/ 0 h 515756"/>
                <a:gd name="csX1" fmla="*/ 0 w 26844"/>
                <a:gd name="csY1" fmla="*/ 515757 h 515756"/>
                <a:gd name="csX2" fmla="*/ 26844 w 26844"/>
                <a:gd name="csY2" fmla="*/ 515757 h 515756"/>
                <a:gd name="csX3" fmla="*/ 26844 w 26844"/>
                <a:gd name="csY3" fmla="*/ 0 h 515756"/>
                <a:gd name="csX4" fmla="*/ 0 w 26844"/>
                <a:gd name="csY4" fmla="*/ 0 h 515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15756">
                  <a:moveTo>
                    <a:pt x="0" y="0"/>
                  </a:moveTo>
                  <a:lnTo>
                    <a:pt x="0" y="515757"/>
                  </a:lnTo>
                  <a:lnTo>
                    <a:pt x="26844" y="51575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Freeform 720">
              <a:extLst>
                <a:ext uri="{FF2B5EF4-FFF2-40B4-BE49-F238E27FC236}">
                  <a16:creationId xmlns:a16="http://schemas.microsoft.com/office/drawing/2014/main" id="{3E420D1E-02D2-ABBF-F30A-4C71FE941A77}"/>
                </a:ext>
              </a:extLst>
            </p:cNvPr>
            <p:cNvSpPr/>
            <p:nvPr/>
          </p:nvSpPr>
          <p:spPr>
            <a:xfrm>
              <a:off x="2466906" y="4028316"/>
              <a:ext cx="26844" cy="728948"/>
            </a:xfrm>
            <a:custGeom>
              <a:avLst/>
              <a:gdLst>
                <a:gd name="csX0" fmla="*/ 0 w 26844"/>
                <a:gd name="csY0" fmla="*/ 0 h 728948"/>
                <a:gd name="csX1" fmla="*/ 0 w 26844"/>
                <a:gd name="csY1" fmla="*/ 728948 h 728948"/>
                <a:gd name="csX2" fmla="*/ 26844 w 26844"/>
                <a:gd name="csY2" fmla="*/ 728948 h 728948"/>
                <a:gd name="csX3" fmla="*/ 26844 w 26844"/>
                <a:gd name="csY3" fmla="*/ 0 h 728948"/>
                <a:gd name="csX4" fmla="*/ 0 w 26844"/>
                <a:gd name="csY4" fmla="*/ 0 h 728948"/>
                <a:gd name="csX5" fmla="*/ 0 w 26844"/>
                <a:gd name="csY5" fmla="*/ 0 h 72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28948">
                  <a:moveTo>
                    <a:pt x="0" y="0"/>
                  </a:moveTo>
                  <a:lnTo>
                    <a:pt x="0" y="728948"/>
                  </a:lnTo>
                  <a:lnTo>
                    <a:pt x="26844" y="728948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2" name="Freeform 721">
              <a:extLst>
                <a:ext uri="{FF2B5EF4-FFF2-40B4-BE49-F238E27FC236}">
                  <a16:creationId xmlns:a16="http://schemas.microsoft.com/office/drawing/2014/main" id="{093AFEC6-76CE-ED74-631C-5E4B92B2A1D2}"/>
                </a:ext>
              </a:extLst>
            </p:cNvPr>
            <p:cNvSpPr/>
            <p:nvPr/>
          </p:nvSpPr>
          <p:spPr>
            <a:xfrm>
              <a:off x="2466906" y="4028316"/>
              <a:ext cx="26844" cy="728948"/>
            </a:xfrm>
            <a:custGeom>
              <a:avLst/>
              <a:gdLst>
                <a:gd name="csX0" fmla="*/ 0 w 26844"/>
                <a:gd name="csY0" fmla="*/ 0 h 728948"/>
                <a:gd name="csX1" fmla="*/ 0 w 26844"/>
                <a:gd name="csY1" fmla="*/ 728948 h 728948"/>
                <a:gd name="csX2" fmla="*/ 26844 w 26844"/>
                <a:gd name="csY2" fmla="*/ 728948 h 728948"/>
                <a:gd name="csX3" fmla="*/ 26844 w 26844"/>
                <a:gd name="csY3" fmla="*/ 0 h 728948"/>
                <a:gd name="csX4" fmla="*/ 0 w 26844"/>
                <a:gd name="csY4" fmla="*/ 0 h 72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28948">
                  <a:moveTo>
                    <a:pt x="0" y="0"/>
                  </a:moveTo>
                  <a:lnTo>
                    <a:pt x="0" y="728948"/>
                  </a:lnTo>
                  <a:lnTo>
                    <a:pt x="26844" y="728948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3" name="Freeform 722">
              <a:extLst>
                <a:ext uri="{FF2B5EF4-FFF2-40B4-BE49-F238E27FC236}">
                  <a16:creationId xmlns:a16="http://schemas.microsoft.com/office/drawing/2014/main" id="{5CC1FCBB-7370-858B-A048-DA5245FC1EDB}"/>
                </a:ext>
              </a:extLst>
            </p:cNvPr>
            <p:cNvSpPr/>
            <p:nvPr/>
          </p:nvSpPr>
          <p:spPr>
            <a:xfrm>
              <a:off x="2493750" y="3899700"/>
              <a:ext cx="26844" cy="857563"/>
            </a:xfrm>
            <a:custGeom>
              <a:avLst/>
              <a:gdLst>
                <a:gd name="csX0" fmla="*/ 0 w 26844"/>
                <a:gd name="csY0" fmla="*/ 0 h 857563"/>
                <a:gd name="csX1" fmla="*/ 0 w 26844"/>
                <a:gd name="csY1" fmla="*/ 857564 h 857563"/>
                <a:gd name="csX2" fmla="*/ 26844 w 26844"/>
                <a:gd name="csY2" fmla="*/ 857564 h 857563"/>
                <a:gd name="csX3" fmla="*/ 26844 w 26844"/>
                <a:gd name="csY3" fmla="*/ 0 h 857563"/>
                <a:gd name="csX4" fmla="*/ 0 w 26844"/>
                <a:gd name="csY4" fmla="*/ 0 h 857563"/>
                <a:gd name="csX5" fmla="*/ 0 w 26844"/>
                <a:gd name="csY5" fmla="*/ 0 h 857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7563">
                  <a:moveTo>
                    <a:pt x="0" y="0"/>
                  </a:moveTo>
                  <a:lnTo>
                    <a:pt x="0" y="857564"/>
                  </a:lnTo>
                  <a:lnTo>
                    <a:pt x="26844" y="85756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4" name="Freeform 723">
              <a:extLst>
                <a:ext uri="{FF2B5EF4-FFF2-40B4-BE49-F238E27FC236}">
                  <a16:creationId xmlns:a16="http://schemas.microsoft.com/office/drawing/2014/main" id="{6D15F3B1-0A53-9ACC-8AB0-F9D708194940}"/>
                </a:ext>
              </a:extLst>
            </p:cNvPr>
            <p:cNvSpPr/>
            <p:nvPr/>
          </p:nvSpPr>
          <p:spPr>
            <a:xfrm>
              <a:off x="2493750" y="3899700"/>
              <a:ext cx="26844" cy="857563"/>
            </a:xfrm>
            <a:custGeom>
              <a:avLst/>
              <a:gdLst>
                <a:gd name="csX0" fmla="*/ 0 w 26844"/>
                <a:gd name="csY0" fmla="*/ 0 h 857563"/>
                <a:gd name="csX1" fmla="*/ 0 w 26844"/>
                <a:gd name="csY1" fmla="*/ 857564 h 857563"/>
                <a:gd name="csX2" fmla="*/ 26844 w 26844"/>
                <a:gd name="csY2" fmla="*/ 857564 h 857563"/>
                <a:gd name="csX3" fmla="*/ 26844 w 26844"/>
                <a:gd name="csY3" fmla="*/ 0 h 857563"/>
                <a:gd name="csX4" fmla="*/ 0 w 26844"/>
                <a:gd name="csY4" fmla="*/ 0 h 857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7563">
                  <a:moveTo>
                    <a:pt x="0" y="0"/>
                  </a:moveTo>
                  <a:lnTo>
                    <a:pt x="0" y="857564"/>
                  </a:lnTo>
                  <a:lnTo>
                    <a:pt x="26844" y="85756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5" name="Freeform 724">
              <a:extLst>
                <a:ext uri="{FF2B5EF4-FFF2-40B4-BE49-F238E27FC236}">
                  <a16:creationId xmlns:a16="http://schemas.microsoft.com/office/drawing/2014/main" id="{52E19A4E-C5DE-3601-8DC2-6221825DF746}"/>
                </a:ext>
              </a:extLst>
            </p:cNvPr>
            <p:cNvSpPr/>
            <p:nvPr/>
          </p:nvSpPr>
          <p:spPr>
            <a:xfrm>
              <a:off x="2520594" y="3803827"/>
              <a:ext cx="26844" cy="953437"/>
            </a:xfrm>
            <a:custGeom>
              <a:avLst/>
              <a:gdLst>
                <a:gd name="csX0" fmla="*/ 0 w 26844"/>
                <a:gd name="csY0" fmla="*/ 0 h 953437"/>
                <a:gd name="csX1" fmla="*/ 0 w 26844"/>
                <a:gd name="csY1" fmla="*/ 953437 h 953437"/>
                <a:gd name="csX2" fmla="*/ 26844 w 26844"/>
                <a:gd name="csY2" fmla="*/ 953437 h 953437"/>
                <a:gd name="csX3" fmla="*/ 26844 w 26844"/>
                <a:gd name="csY3" fmla="*/ 0 h 953437"/>
                <a:gd name="csX4" fmla="*/ 0 w 26844"/>
                <a:gd name="csY4" fmla="*/ 0 h 953437"/>
                <a:gd name="csX5" fmla="*/ 0 w 26844"/>
                <a:gd name="csY5" fmla="*/ 0 h 953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953437">
                  <a:moveTo>
                    <a:pt x="0" y="0"/>
                  </a:moveTo>
                  <a:lnTo>
                    <a:pt x="0" y="953437"/>
                  </a:lnTo>
                  <a:lnTo>
                    <a:pt x="26844" y="95343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6" name="Freeform 725">
              <a:extLst>
                <a:ext uri="{FF2B5EF4-FFF2-40B4-BE49-F238E27FC236}">
                  <a16:creationId xmlns:a16="http://schemas.microsoft.com/office/drawing/2014/main" id="{3CEB6BCA-74A9-1530-2442-6298483E529C}"/>
                </a:ext>
              </a:extLst>
            </p:cNvPr>
            <p:cNvSpPr/>
            <p:nvPr/>
          </p:nvSpPr>
          <p:spPr>
            <a:xfrm>
              <a:off x="2520594" y="3803827"/>
              <a:ext cx="26844" cy="953437"/>
            </a:xfrm>
            <a:custGeom>
              <a:avLst/>
              <a:gdLst>
                <a:gd name="csX0" fmla="*/ 0 w 26844"/>
                <a:gd name="csY0" fmla="*/ 0 h 953437"/>
                <a:gd name="csX1" fmla="*/ 0 w 26844"/>
                <a:gd name="csY1" fmla="*/ 953437 h 953437"/>
                <a:gd name="csX2" fmla="*/ 26844 w 26844"/>
                <a:gd name="csY2" fmla="*/ 953437 h 953437"/>
                <a:gd name="csX3" fmla="*/ 26844 w 26844"/>
                <a:gd name="csY3" fmla="*/ 0 h 953437"/>
                <a:gd name="csX4" fmla="*/ 0 w 26844"/>
                <a:gd name="csY4" fmla="*/ 0 h 953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953437">
                  <a:moveTo>
                    <a:pt x="0" y="0"/>
                  </a:moveTo>
                  <a:lnTo>
                    <a:pt x="0" y="953437"/>
                  </a:lnTo>
                  <a:lnTo>
                    <a:pt x="26844" y="95343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7" name="Freeform 726">
              <a:extLst>
                <a:ext uri="{FF2B5EF4-FFF2-40B4-BE49-F238E27FC236}">
                  <a16:creationId xmlns:a16="http://schemas.microsoft.com/office/drawing/2014/main" id="{E2A11C28-16F4-2469-4232-B6BA7AC96F0C}"/>
                </a:ext>
              </a:extLst>
            </p:cNvPr>
            <p:cNvSpPr/>
            <p:nvPr/>
          </p:nvSpPr>
          <p:spPr>
            <a:xfrm>
              <a:off x="2547438" y="3765099"/>
              <a:ext cx="26855" cy="992164"/>
            </a:xfrm>
            <a:custGeom>
              <a:avLst/>
              <a:gdLst>
                <a:gd name="csX0" fmla="*/ 0 w 26855"/>
                <a:gd name="csY0" fmla="*/ 0 h 992164"/>
                <a:gd name="csX1" fmla="*/ 0 w 26855"/>
                <a:gd name="csY1" fmla="*/ 992165 h 992164"/>
                <a:gd name="csX2" fmla="*/ 26855 w 26855"/>
                <a:gd name="csY2" fmla="*/ 992165 h 992164"/>
                <a:gd name="csX3" fmla="*/ 26855 w 26855"/>
                <a:gd name="csY3" fmla="*/ 0 h 992164"/>
                <a:gd name="csX4" fmla="*/ 0 w 26855"/>
                <a:gd name="csY4" fmla="*/ 0 h 992164"/>
                <a:gd name="csX5" fmla="*/ 0 w 26855"/>
                <a:gd name="csY5" fmla="*/ 0 h 99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992164">
                  <a:moveTo>
                    <a:pt x="0" y="0"/>
                  </a:moveTo>
                  <a:lnTo>
                    <a:pt x="0" y="992165"/>
                  </a:lnTo>
                  <a:lnTo>
                    <a:pt x="26855" y="992165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9AFCC26D-5A3D-D2B6-8FD2-ABEBF7BCEF27}"/>
                </a:ext>
              </a:extLst>
            </p:cNvPr>
            <p:cNvSpPr/>
            <p:nvPr/>
          </p:nvSpPr>
          <p:spPr>
            <a:xfrm>
              <a:off x="2547438" y="3765099"/>
              <a:ext cx="26855" cy="992164"/>
            </a:xfrm>
            <a:custGeom>
              <a:avLst/>
              <a:gdLst>
                <a:gd name="csX0" fmla="*/ 0 w 26855"/>
                <a:gd name="csY0" fmla="*/ 0 h 992164"/>
                <a:gd name="csX1" fmla="*/ 0 w 26855"/>
                <a:gd name="csY1" fmla="*/ 992165 h 992164"/>
                <a:gd name="csX2" fmla="*/ 26855 w 26855"/>
                <a:gd name="csY2" fmla="*/ 992165 h 992164"/>
                <a:gd name="csX3" fmla="*/ 26855 w 26855"/>
                <a:gd name="csY3" fmla="*/ 0 h 992164"/>
                <a:gd name="csX4" fmla="*/ 0 w 26855"/>
                <a:gd name="csY4" fmla="*/ 0 h 99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992164">
                  <a:moveTo>
                    <a:pt x="0" y="0"/>
                  </a:moveTo>
                  <a:lnTo>
                    <a:pt x="0" y="992165"/>
                  </a:lnTo>
                  <a:lnTo>
                    <a:pt x="26855" y="992165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9" name="Freeform 728">
              <a:extLst>
                <a:ext uri="{FF2B5EF4-FFF2-40B4-BE49-F238E27FC236}">
                  <a16:creationId xmlns:a16="http://schemas.microsoft.com/office/drawing/2014/main" id="{81F84A0D-1FC0-1DF5-63CA-00C51A7225F9}"/>
                </a:ext>
              </a:extLst>
            </p:cNvPr>
            <p:cNvSpPr/>
            <p:nvPr/>
          </p:nvSpPr>
          <p:spPr>
            <a:xfrm>
              <a:off x="2574293" y="3793392"/>
              <a:ext cx="26843" cy="963872"/>
            </a:xfrm>
            <a:custGeom>
              <a:avLst/>
              <a:gdLst>
                <a:gd name="csX0" fmla="*/ 0 w 26843"/>
                <a:gd name="csY0" fmla="*/ 0 h 963872"/>
                <a:gd name="csX1" fmla="*/ 0 w 26843"/>
                <a:gd name="csY1" fmla="*/ 963872 h 963872"/>
                <a:gd name="csX2" fmla="*/ 26844 w 26843"/>
                <a:gd name="csY2" fmla="*/ 963872 h 963872"/>
                <a:gd name="csX3" fmla="*/ 26844 w 26843"/>
                <a:gd name="csY3" fmla="*/ 0 h 963872"/>
                <a:gd name="csX4" fmla="*/ 0 w 26843"/>
                <a:gd name="csY4" fmla="*/ 0 h 963872"/>
                <a:gd name="csX5" fmla="*/ 0 w 26843"/>
                <a:gd name="csY5" fmla="*/ 0 h 963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963872">
                  <a:moveTo>
                    <a:pt x="0" y="0"/>
                  </a:moveTo>
                  <a:lnTo>
                    <a:pt x="0" y="963872"/>
                  </a:lnTo>
                  <a:lnTo>
                    <a:pt x="26844" y="96387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" name="Freeform 729">
              <a:extLst>
                <a:ext uri="{FF2B5EF4-FFF2-40B4-BE49-F238E27FC236}">
                  <a16:creationId xmlns:a16="http://schemas.microsoft.com/office/drawing/2014/main" id="{5EB040BD-7EA1-7D00-D138-F5083B7DEA75}"/>
                </a:ext>
              </a:extLst>
            </p:cNvPr>
            <p:cNvSpPr/>
            <p:nvPr/>
          </p:nvSpPr>
          <p:spPr>
            <a:xfrm>
              <a:off x="2574293" y="3793392"/>
              <a:ext cx="26843" cy="963872"/>
            </a:xfrm>
            <a:custGeom>
              <a:avLst/>
              <a:gdLst>
                <a:gd name="csX0" fmla="*/ 0 w 26843"/>
                <a:gd name="csY0" fmla="*/ 0 h 963872"/>
                <a:gd name="csX1" fmla="*/ 0 w 26843"/>
                <a:gd name="csY1" fmla="*/ 963872 h 963872"/>
                <a:gd name="csX2" fmla="*/ 26844 w 26843"/>
                <a:gd name="csY2" fmla="*/ 963872 h 963872"/>
                <a:gd name="csX3" fmla="*/ 26844 w 26843"/>
                <a:gd name="csY3" fmla="*/ 0 h 963872"/>
                <a:gd name="csX4" fmla="*/ 0 w 26843"/>
                <a:gd name="csY4" fmla="*/ 0 h 963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963872">
                  <a:moveTo>
                    <a:pt x="0" y="0"/>
                  </a:moveTo>
                  <a:lnTo>
                    <a:pt x="0" y="963872"/>
                  </a:lnTo>
                  <a:lnTo>
                    <a:pt x="26844" y="96387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Freeform 730">
              <a:extLst>
                <a:ext uri="{FF2B5EF4-FFF2-40B4-BE49-F238E27FC236}">
                  <a16:creationId xmlns:a16="http://schemas.microsoft.com/office/drawing/2014/main" id="{584B9693-830E-C981-F560-CEE903DCCB38}"/>
                </a:ext>
              </a:extLst>
            </p:cNvPr>
            <p:cNvSpPr/>
            <p:nvPr/>
          </p:nvSpPr>
          <p:spPr>
            <a:xfrm>
              <a:off x="2601137" y="3903562"/>
              <a:ext cx="26844" cy="853701"/>
            </a:xfrm>
            <a:custGeom>
              <a:avLst/>
              <a:gdLst>
                <a:gd name="csX0" fmla="*/ 0 w 26844"/>
                <a:gd name="csY0" fmla="*/ 0 h 853701"/>
                <a:gd name="csX1" fmla="*/ 0 w 26844"/>
                <a:gd name="csY1" fmla="*/ 853702 h 853701"/>
                <a:gd name="csX2" fmla="*/ 26844 w 26844"/>
                <a:gd name="csY2" fmla="*/ 853702 h 853701"/>
                <a:gd name="csX3" fmla="*/ 26844 w 26844"/>
                <a:gd name="csY3" fmla="*/ 0 h 853701"/>
                <a:gd name="csX4" fmla="*/ 0 w 26844"/>
                <a:gd name="csY4" fmla="*/ 0 h 853701"/>
                <a:gd name="csX5" fmla="*/ 0 w 26844"/>
                <a:gd name="csY5" fmla="*/ 0 h 85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3701">
                  <a:moveTo>
                    <a:pt x="0" y="0"/>
                  </a:moveTo>
                  <a:lnTo>
                    <a:pt x="0" y="853702"/>
                  </a:lnTo>
                  <a:lnTo>
                    <a:pt x="26844" y="85370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2" name="Freeform 731">
              <a:extLst>
                <a:ext uri="{FF2B5EF4-FFF2-40B4-BE49-F238E27FC236}">
                  <a16:creationId xmlns:a16="http://schemas.microsoft.com/office/drawing/2014/main" id="{A5A4804A-8898-0DF2-FA27-492169DE1BA7}"/>
                </a:ext>
              </a:extLst>
            </p:cNvPr>
            <p:cNvSpPr/>
            <p:nvPr/>
          </p:nvSpPr>
          <p:spPr>
            <a:xfrm>
              <a:off x="2601137" y="3903562"/>
              <a:ext cx="26844" cy="853701"/>
            </a:xfrm>
            <a:custGeom>
              <a:avLst/>
              <a:gdLst>
                <a:gd name="csX0" fmla="*/ 0 w 26844"/>
                <a:gd name="csY0" fmla="*/ 0 h 853701"/>
                <a:gd name="csX1" fmla="*/ 0 w 26844"/>
                <a:gd name="csY1" fmla="*/ 853702 h 853701"/>
                <a:gd name="csX2" fmla="*/ 26844 w 26844"/>
                <a:gd name="csY2" fmla="*/ 853702 h 853701"/>
                <a:gd name="csX3" fmla="*/ 26844 w 26844"/>
                <a:gd name="csY3" fmla="*/ 0 h 853701"/>
                <a:gd name="csX4" fmla="*/ 0 w 26844"/>
                <a:gd name="csY4" fmla="*/ 0 h 85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3701">
                  <a:moveTo>
                    <a:pt x="0" y="0"/>
                  </a:moveTo>
                  <a:lnTo>
                    <a:pt x="0" y="853702"/>
                  </a:lnTo>
                  <a:lnTo>
                    <a:pt x="26844" y="85370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3" name="Freeform 732">
              <a:extLst>
                <a:ext uri="{FF2B5EF4-FFF2-40B4-BE49-F238E27FC236}">
                  <a16:creationId xmlns:a16="http://schemas.microsoft.com/office/drawing/2014/main" id="{1B1FF56B-E641-915B-B053-E1388F7A1885}"/>
                </a:ext>
              </a:extLst>
            </p:cNvPr>
            <p:cNvSpPr/>
            <p:nvPr/>
          </p:nvSpPr>
          <p:spPr>
            <a:xfrm>
              <a:off x="2627981" y="4057130"/>
              <a:ext cx="26844" cy="700134"/>
            </a:xfrm>
            <a:custGeom>
              <a:avLst/>
              <a:gdLst>
                <a:gd name="csX0" fmla="*/ 0 w 26844"/>
                <a:gd name="csY0" fmla="*/ 0 h 700134"/>
                <a:gd name="csX1" fmla="*/ 0 w 26844"/>
                <a:gd name="csY1" fmla="*/ 700134 h 700134"/>
                <a:gd name="csX2" fmla="*/ 26844 w 26844"/>
                <a:gd name="csY2" fmla="*/ 700134 h 700134"/>
                <a:gd name="csX3" fmla="*/ 26844 w 26844"/>
                <a:gd name="csY3" fmla="*/ 0 h 700134"/>
                <a:gd name="csX4" fmla="*/ 0 w 26844"/>
                <a:gd name="csY4" fmla="*/ 0 h 700134"/>
                <a:gd name="csX5" fmla="*/ 0 w 26844"/>
                <a:gd name="csY5" fmla="*/ 0 h 70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00134">
                  <a:moveTo>
                    <a:pt x="0" y="0"/>
                  </a:moveTo>
                  <a:lnTo>
                    <a:pt x="0" y="700134"/>
                  </a:lnTo>
                  <a:lnTo>
                    <a:pt x="26844" y="70013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4" name="Freeform 733">
              <a:extLst>
                <a:ext uri="{FF2B5EF4-FFF2-40B4-BE49-F238E27FC236}">
                  <a16:creationId xmlns:a16="http://schemas.microsoft.com/office/drawing/2014/main" id="{E6F80525-EC7E-2D18-AE4B-D26CC8962F4C}"/>
                </a:ext>
              </a:extLst>
            </p:cNvPr>
            <p:cNvSpPr/>
            <p:nvPr/>
          </p:nvSpPr>
          <p:spPr>
            <a:xfrm>
              <a:off x="2627981" y="4057130"/>
              <a:ext cx="26844" cy="700134"/>
            </a:xfrm>
            <a:custGeom>
              <a:avLst/>
              <a:gdLst>
                <a:gd name="csX0" fmla="*/ 0 w 26844"/>
                <a:gd name="csY0" fmla="*/ 0 h 700134"/>
                <a:gd name="csX1" fmla="*/ 0 w 26844"/>
                <a:gd name="csY1" fmla="*/ 700134 h 700134"/>
                <a:gd name="csX2" fmla="*/ 26844 w 26844"/>
                <a:gd name="csY2" fmla="*/ 700134 h 700134"/>
                <a:gd name="csX3" fmla="*/ 26844 w 26844"/>
                <a:gd name="csY3" fmla="*/ 0 h 700134"/>
                <a:gd name="csX4" fmla="*/ 0 w 26844"/>
                <a:gd name="csY4" fmla="*/ 0 h 70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00134">
                  <a:moveTo>
                    <a:pt x="0" y="0"/>
                  </a:moveTo>
                  <a:lnTo>
                    <a:pt x="0" y="700134"/>
                  </a:lnTo>
                  <a:lnTo>
                    <a:pt x="26844" y="70013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5" name="Freeform 734">
              <a:extLst>
                <a:ext uri="{FF2B5EF4-FFF2-40B4-BE49-F238E27FC236}">
                  <a16:creationId xmlns:a16="http://schemas.microsoft.com/office/drawing/2014/main" id="{41498A5A-3C8D-62F4-A659-CB504773799B}"/>
                </a:ext>
              </a:extLst>
            </p:cNvPr>
            <p:cNvSpPr/>
            <p:nvPr/>
          </p:nvSpPr>
          <p:spPr>
            <a:xfrm>
              <a:off x="2654825" y="4229649"/>
              <a:ext cx="26844" cy="527614"/>
            </a:xfrm>
            <a:custGeom>
              <a:avLst/>
              <a:gdLst>
                <a:gd name="csX0" fmla="*/ 0 w 26844"/>
                <a:gd name="csY0" fmla="*/ 0 h 527614"/>
                <a:gd name="csX1" fmla="*/ 0 w 26844"/>
                <a:gd name="csY1" fmla="*/ 527615 h 527614"/>
                <a:gd name="csX2" fmla="*/ 26844 w 26844"/>
                <a:gd name="csY2" fmla="*/ 527615 h 527614"/>
                <a:gd name="csX3" fmla="*/ 26844 w 26844"/>
                <a:gd name="csY3" fmla="*/ 0 h 527614"/>
                <a:gd name="csX4" fmla="*/ 0 w 26844"/>
                <a:gd name="csY4" fmla="*/ 0 h 527614"/>
                <a:gd name="csX5" fmla="*/ 0 w 26844"/>
                <a:gd name="csY5" fmla="*/ 0 h 527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27614">
                  <a:moveTo>
                    <a:pt x="0" y="0"/>
                  </a:moveTo>
                  <a:lnTo>
                    <a:pt x="0" y="527615"/>
                  </a:lnTo>
                  <a:lnTo>
                    <a:pt x="26844" y="527615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D9D629AB-81BC-0E8F-3A25-0B20D1B5C694}"/>
                </a:ext>
              </a:extLst>
            </p:cNvPr>
            <p:cNvSpPr/>
            <p:nvPr/>
          </p:nvSpPr>
          <p:spPr>
            <a:xfrm>
              <a:off x="2654825" y="4229649"/>
              <a:ext cx="26844" cy="527614"/>
            </a:xfrm>
            <a:custGeom>
              <a:avLst/>
              <a:gdLst>
                <a:gd name="csX0" fmla="*/ 0 w 26844"/>
                <a:gd name="csY0" fmla="*/ 0 h 527614"/>
                <a:gd name="csX1" fmla="*/ 0 w 26844"/>
                <a:gd name="csY1" fmla="*/ 527615 h 527614"/>
                <a:gd name="csX2" fmla="*/ 26844 w 26844"/>
                <a:gd name="csY2" fmla="*/ 527615 h 527614"/>
                <a:gd name="csX3" fmla="*/ 26844 w 26844"/>
                <a:gd name="csY3" fmla="*/ 0 h 527614"/>
                <a:gd name="csX4" fmla="*/ 0 w 26844"/>
                <a:gd name="csY4" fmla="*/ 0 h 527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27614">
                  <a:moveTo>
                    <a:pt x="0" y="0"/>
                  </a:moveTo>
                  <a:lnTo>
                    <a:pt x="0" y="527615"/>
                  </a:lnTo>
                  <a:lnTo>
                    <a:pt x="26844" y="527615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7" name="Freeform 736">
              <a:extLst>
                <a:ext uri="{FF2B5EF4-FFF2-40B4-BE49-F238E27FC236}">
                  <a16:creationId xmlns:a16="http://schemas.microsoft.com/office/drawing/2014/main" id="{EDF321CB-A469-968D-9A67-35C44A2DE49C}"/>
                </a:ext>
              </a:extLst>
            </p:cNvPr>
            <p:cNvSpPr/>
            <p:nvPr/>
          </p:nvSpPr>
          <p:spPr>
            <a:xfrm>
              <a:off x="2681669" y="4387876"/>
              <a:ext cx="26844" cy="369388"/>
            </a:xfrm>
            <a:custGeom>
              <a:avLst/>
              <a:gdLst>
                <a:gd name="csX0" fmla="*/ 0 w 26844"/>
                <a:gd name="csY0" fmla="*/ 0 h 369388"/>
                <a:gd name="csX1" fmla="*/ 0 w 26844"/>
                <a:gd name="csY1" fmla="*/ 369388 h 369388"/>
                <a:gd name="csX2" fmla="*/ 26844 w 26844"/>
                <a:gd name="csY2" fmla="*/ 369388 h 369388"/>
                <a:gd name="csX3" fmla="*/ 26844 w 26844"/>
                <a:gd name="csY3" fmla="*/ 0 h 369388"/>
                <a:gd name="csX4" fmla="*/ 0 w 26844"/>
                <a:gd name="csY4" fmla="*/ 0 h 369388"/>
                <a:gd name="csX5" fmla="*/ 0 w 26844"/>
                <a:gd name="csY5" fmla="*/ 0 h 369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69388">
                  <a:moveTo>
                    <a:pt x="0" y="0"/>
                  </a:moveTo>
                  <a:lnTo>
                    <a:pt x="0" y="369388"/>
                  </a:lnTo>
                  <a:lnTo>
                    <a:pt x="26844" y="369388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8" name="Freeform 737">
              <a:extLst>
                <a:ext uri="{FF2B5EF4-FFF2-40B4-BE49-F238E27FC236}">
                  <a16:creationId xmlns:a16="http://schemas.microsoft.com/office/drawing/2014/main" id="{1974D529-1300-1B3E-4E5D-F6F8163FD684}"/>
                </a:ext>
              </a:extLst>
            </p:cNvPr>
            <p:cNvSpPr/>
            <p:nvPr/>
          </p:nvSpPr>
          <p:spPr>
            <a:xfrm>
              <a:off x="2681669" y="4387876"/>
              <a:ext cx="26844" cy="369388"/>
            </a:xfrm>
            <a:custGeom>
              <a:avLst/>
              <a:gdLst>
                <a:gd name="csX0" fmla="*/ 0 w 26844"/>
                <a:gd name="csY0" fmla="*/ 0 h 369388"/>
                <a:gd name="csX1" fmla="*/ 0 w 26844"/>
                <a:gd name="csY1" fmla="*/ 369388 h 369388"/>
                <a:gd name="csX2" fmla="*/ 26844 w 26844"/>
                <a:gd name="csY2" fmla="*/ 369388 h 369388"/>
                <a:gd name="csX3" fmla="*/ 26844 w 26844"/>
                <a:gd name="csY3" fmla="*/ 0 h 369388"/>
                <a:gd name="csX4" fmla="*/ 0 w 26844"/>
                <a:gd name="csY4" fmla="*/ 0 h 369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69388">
                  <a:moveTo>
                    <a:pt x="0" y="0"/>
                  </a:moveTo>
                  <a:lnTo>
                    <a:pt x="0" y="369388"/>
                  </a:lnTo>
                  <a:lnTo>
                    <a:pt x="26844" y="369388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9" name="Freeform 738">
              <a:extLst>
                <a:ext uri="{FF2B5EF4-FFF2-40B4-BE49-F238E27FC236}">
                  <a16:creationId xmlns:a16="http://schemas.microsoft.com/office/drawing/2014/main" id="{85DFD3D0-1FE8-6F08-2ACF-BE663C6CB0A2}"/>
                </a:ext>
              </a:extLst>
            </p:cNvPr>
            <p:cNvSpPr/>
            <p:nvPr/>
          </p:nvSpPr>
          <p:spPr>
            <a:xfrm>
              <a:off x="2708513" y="4517737"/>
              <a:ext cx="26844" cy="239526"/>
            </a:xfrm>
            <a:custGeom>
              <a:avLst/>
              <a:gdLst>
                <a:gd name="csX0" fmla="*/ 0 w 26844"/>
                <a:gd name="csY0" fmla="*/ 0 h 239526"/>
                <a:gd name="csX1" fmla="*/ 0 w 26844"/>
                <a:gd name="csY1" fmla="*/ 239527 h 239526"/>
                <a:gd name="csX2" fmla="*/ 26844 w 26844"/>
                <a:gd name="csY2" fmla="*/ 239527 h 239526"/>
                <a:gd name="csX3" fmla="*/ 26844 w 26844"/>
                <a:gd name="csY3" fmla="*/ 0 h 239526"/>
                <a:gd name="csX4" fmla="*/ 0 w 26844"/>
                <a:gd name="csY4" fmla="*/ 0 h 239526"/>
                <a:gd name="csX5" fmla="*/ 0 w 26844"/>
                <a:gd name="csY5" fmla="*/ 0 h 239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39526">
                  <a:moveTo>
                    <a:pt x="0" y="0"/>
                  </a:moveTo>
                  <a:lnTo>
                    <a:pt x="0" y="239527"/>
                  </a:lnTo>
                  <a:lnTo>
                    <a:pt x="26844" y="23952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0" name="Freeform 739">
              <a:extLst>
                <a:ext uri="{FF2B5EF4-FFF2-40B4-BE49-F238E27FC236}">
                  <a16:creationId xmlns:a16="http://schemas.microsoft.com/office/drawing/2014/main" id="{71E2D846-DC9B-E56C-65C7-1F09CDADC8C1}"/>
                </a:ext>
              </a:extLst>
            </p:cNvPr>
            <p:cNvSpPr/>
            <p:nvPr/>
          </p:nvSpPr>
          <p:spPr>
            <a:xfrm>
              <a:off x="2708513" y="4517737"/>
              <a:ext cx="26844" cy="239526"/>
            </a:xfrm>
            <a:custGeom>
              <a:avLst/>
              <a:gdLst>
                <a:gd name="csX0" fmla="*/ 0 w 26844"/>
                <a:gd name="csY0" fmla="*/ 0 h 239526"/>
                <a:gd name="csX1" fmla="*/ 0 w 26844"/>
                <a:gd name="csY1" fmla="*/ 239527 h 239526"/>
                <a:gd name="csX2" fmla="*/ 26844 w 26844"/>
                <a:gd name="csY2" fmla="*/ 239527 h 239526"/>
                <a:gd name="csX3" fmla="*/ 26844 w 26844"/>
                <a:gd name="csY3" fmla="*/ 0 h 239526"/>
                <a:gd name="csX4" fmla="*/ 0 w 26844"/>
                <a:gd name="csY4" fmla="*/ 0 h 239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39526">
                  <a:moveTo>
                    <a:pt x="0" y="0"/>
                  </a:moveTo>
                  <a:lnTo>
                    <a:pt x="0" y="239527"/>
                  </a:lnTo>
                  <a:lnTo>
                    <a:pt x="26844" y="23952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8" name="Oval 817">
              <a:extLst>
                <a:ext uri="{FF2B5EF4-FFF2-40B4-BE49-F238E27FC236}">
                  <a16:creationId xmlns:a16="http://schemas.microsoft.com/office/drawing/2014/main" id="{BE3412AE-5949-2286-32D5-CE6E25447CA3}"/>
                </a:ext>
              </a:extLst>
            </p:cNvPr>
            <p:cNvSpPr/>
            <p:nvPr/>
          </p:nvSpPr>
          <p:spPr>
            <a:xfrm>
              <a:off x="2048607" y="422457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9" name="Oval 818">
              <a:extLst>
                <a:ext uri="{FF2B5EF4-FFF2-40B4-BE49-F238E27FC236}">
                  <a16:creationId xmlns:a16="http://schemas.microsoft.com/office/drawing/2014/main" id="{B622262C-783D-0555-9B8C-F59E2F1D77D8}"/>
                </a:ext>
              </a:extLst>
            </p:cNvPr>
            <p:cNvSpPr/>
            <p:nvPr/>
          </p:nvSpPr>
          <p:spPr>
            <a:xfrm>
              <a:off x="2075450" y="405003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0" name="Oval 819">
              <a:extLst>
                <a:ext uri="{FF2B5EF4-FFF2-40B4-BE49-F238E27FC236}">
                  <a16:creationId xmlns:a16="http://schemas.microsoft.com/office/drawing/2014/main" id="{AE5318C8-76FA-3325-6E33-5832E4835CDE}"/>
                </a:ext>
              </a:extLst>
            </p:cNvPr>
            <p:cNvSpPr/>
            <p:nvPr/>
          </p:nvSpPr>
          <p:spPr>
            <a:xfrm>
              <a:off x="2102294" y="390018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1" name="Oval 820">
              <a:extLst>
                <a:ext uri="{FF2B5EF4-FFF2-40B4-BE49-F238E27FC236}">
                  <a16:creationId xmlns:a16="http://schemas.microsoft.com/office/drawing/2014/main" id="{B5272F98-B5C4-270A-2787-DD7B528A051A}"/>
                </a:ext>
              </a:extLst>
            </p:cNvPr>
            <p:cNvSpPr/>
            <p:nvPr/>
          </p:nvSpPr>
          <p:spPr>
            <a:xfrm>
              <a:off x="2129138" y="380856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2" name="Oval 821">
              <a:extLst>
                <a:ext uri="{FF2B5EF4-FFF2-40B4-BE49-F238E27FC236}">
                  <a16:creationId xmlns:a16="http://schemas.microsoft.com/office/drawing/2014/main" id="{A47A8EBB-9FF7-E477-7C3F-8076A9E1E600}"/>
                </a:ext>
              </a:extLst>
            </p:cNvPr>
            <p:cNvSpPr/>
            <p:nvPr/>
          </p:nvSpPr>
          <p:spPr>
            <a:xfrm>
              <a:off x="2155982" y="374894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3" name="Oval 822">
              <a:extLst>
                <a:ext uri="{FF2B5EF4-FFF2-40B4-BE49-F238E27FC236}">
                  <a16:creationId xmlns:a16="http://schemas.microsoft.com/office/drawing/2014/main" id="{ED922253-26E5-D86A-BE03-4FC968CA7F22}"/>
                </a:ext>
              </a:extLst>
            </p:cNvPr>
            <p:cNvSpPr/>
            <p:nvPr/>
          </p:nvSpPr>
          <p:spPr>
            <a:xfrm>
              <a:off x="2182837" y="379348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4" name="Oval 823">
              <a:extLst>
                <a:ext uri="{FF2B5EF4-FFF2-40B4-BE49-F238E27FC236}">
                  <a16:creationId xmlns:a16="http://schemas.microsoft.com/office/drawing/2014/main" id="{4FD45509-4777-EDE0-8653-D836DA04134E}"/>
                </a:ext>
              </a:extLst>
            </p:cNvPr>
            <p:cNvSpPr/>
            <p:nvPr/>
          </p:nvSpPr>
          <p:spPr>
            <a:xfrm>
              <a:off x="2209681" y="387534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5" name="Oval 824">
              <a:extLst>
                <a:ext uri="{FF2B5EF4-FFF2-40B4-BE49-F238E27FC236}">
                  <a16:creationId xmlns:a16="http://schemas.microsoft.com/office/drawing/2014/main" id="{0E2B1E37-1B92-33D1-6B4C-F0E457D5114F}"/>
                </a:ext>
              </a:extLst>
            </p:cNvPr>
            <p:cNvSpPr/>
            <p:nvPr/>
          </p:nvSpPr>
          <p:spPr>
            <a:xfrm>
              <a:off x="2236525" y="404986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6" name="Oval 825">
              <a:extLst>
                <a:ext uri="{FF2B5EF4-FFF2-40B4-BE49-F238E27FC236}">
                  <a16:creationId xmlns:a16="http://schemas.microsoft.com/office/drawing/2014/main" id="{35FC4A41-B997-E3ED-8525-B70F26F30064}"/>
                </a:ext>
              </a:extLst>
            </p:cNvPr>
            <p:cNvSpPr/>
            <p:nvPr/>
          </p:nvSpPr>
          <p:spPr>
            <a:xfrm>
              <a:off x="2263369" y="421138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7" name="Oval 826">
              <a:extLst>
                <a:ext uri="{FF2B5EF4-FFF2-40B4-BE49-F238E27FC236}">
                  <a16:creationId xmlns:a16="http://schemas.microsoft.com/office/drawing/2014/main" id="{66C501C4-A20B-190D-D5EA-38D1B693A03F}"/>
                </a:ext>
              </a:extLst>
            </p:cNvPr>
            <p:cNvSpPr/>
            <p:nvPr/>
          </p:nvSpPr>
          <p:spPr>
            <a:xfrm>
              <a:off x="2290213" y="436357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8" name="Oval 827">
              <a:extLst>
                <a:ext uri="{FF2B5EF4-FFF2-40B4-BE49-F238E27FC236}">
                  <a16:creationId xmlns:a16="http://schemas.microsoft.com/office/drawing/2014/main" id="{F9DA4BB2-A513-D0A1-FF9E-9C688D185E4F}"/>
                </a:ext>
              </a:extLst>
            </p:cNvPr>
            <p:cNvSpPr/>
            <p:nvPr/>
          </p:nvSpPr>
          <p:spPr>
            <a:xfrm>
              <a:off x="2317057" y="447764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9" name="Oval 828">
              <a:extLst>
                <a:ext uri="{FF2B5EF4-FFF2-40B4-BE49-F238E27FC236}">
                  <a16:creationId xmlns:a16="http://schemas.microsoft.com/office/drawing/2014/main" id="{993D3F04-5191-78DA-887E-9B0FC886C158}"/>
                </a:ext>
              </a:extLst>
            </p:cNvPr>
            <p:cNvSpPr/>
            <p:nvPr/>
          </p:nvSpPr>
          <p:spPr>
            <a:xfrm>
              <a:off x="2343901" y="453497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0" name="Oval 829">
              <a:extLst>
                <a:ext uri="{FF2B5EF4-FFF2-40B4-BE49-F238E27FC236}">
                  <a16:creationId xmlns:a16="http://schemas.microsoft.com/office/drawing/2014/main" id="{0336A37D-74BF-6C87-4998-D8E18990392E}"/>
                </a:ext>
              </a:extLst>
            </p:cNvPr>
            <p:cNvSpPr/>
            <p:nvPr/>
          </p:nvSpPr>
          <p:spPr>
            <a:xfrm>
              <a:off x="2370745" y="453196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1" name="Oval 830">
              <a:extLst>
                <a:ext uri="{FF2B5EF4-FFF2-40B4-BE49-F238E27FC236}">
                  <a16:creationId xmlns:a16="http://schemas.microsoft.com/office/drawing/2014/main" id="{E03FCBCA-0215-B068-21A1-58243C0D8E49}"/>
                </a:ext>
              </a:extLst>
            </p:cNvPr>
            <p:cNvSpPr/>
            <p:nvPr/>
          </p:nvSpPr>
          <p:spPr>
            <a:xfrm>
              <a:off x="2397589" y="4475397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2" name="Oval 831">
              <a:extLst>
                <a:ext uri="{FF2B5EF4-FFF2-40B4-BE49-F238E27FC236}">
                  <a16:creationId xmlns:a16="http://schemas.microsoft.com/office/drawing/2014/main" id="{4B62016B-77C0-0714-EACA-FCFB407F93B1}"/>
                </a:ext>
              </a:extLst>
            </p:cNvPr>
            <p:cNvSpPr/>
            <p:nvPr/>
          </p:nvSpPr>
          <p:spPr>
            <a:xfrm>
              <a:off x="2424444" y="435814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3" name="Oval 832">
              <a:extLst>
                <a:ext uri="{FF2B5EF4-FFF2-40B4-BE49-F238E27FC236}">
                  <a16:creationId xmlns:a16="http://schemas.microsoft.com/office/drawing/2014/main" id="{EE47E4EC-0788-4C96-523B-F8249A83798B}"/>
                </a:ext>
              </a:extLst>
            </p:cNvPr>
            <p:cNvSpPr/>
            <p:nvPr/>
          </p:nvSpPr>
          <p:spPr>
            <a:xfrm>
              <a:off x="2451288" y="423930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4" name="Oval 833">
              <a:extLst>
                <a:ext uri="{FF2B5EF4-FFF2-40B4-BE49-F238E27FC236}">
                  <a16:creationId xmlns:a16="http://schemas.microsoft.com/office/drawing/2014/main" id="{B43E5342-0B35-AEB0-786D-1026F31F5514}"/>
                </a:ext>
              </a:extLst>
            </p:cNvPr>
            <p:cNvSpPr/>
            <p:nvPr/>
          </p:nvSpPr>
          <p:spPr>
            <a:xfrm>
              <a:off x="2478132" y="402611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5" name="Oval 834">
              <a:extLst>
                <a:ext uri="{FF2B5EF4-FFF2-40B4-BE49-F238E27FC236}">
                  <a16:creationId xmlns:a16="http://schemas.microsoft.com/office/drawing/2014/main" id="{64B01C81-F33A-3CBF-5C8E-524B2DF8FEAC}"/>
                </a:ext>
              </a:extLst>
            </p:cNvPr>
            <p:cNvSpPr/>
            <p:nvPr/>
          </p:nvSpPr>
          <p:spPr>
            <a:xfrm>
              <a:off x="2504976" y="389749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6" name="Oval 835">
              <a:extLst>
                <a:ext uri="{FF2B5EF4-FFF2-40B4-BE49-F238E27FC236}">
                  <a16:creationId xmlns:a16="http://schemas.microsoft.com/office/drawing/2014/main" id="{014D86EA-E6EF-EEE5-5BE9-8DAE996920F7}"/>
                </a:ext>
              </a:extLst>
            </p:cNvPr>
            <p:cNvSpPr/>
            <p:nvPr/>
          </p:nvSpPr>
          <p:spPr>
            <a:xfrm>
              <a:off x="2531820" y="380162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7" name="Oval 836">
              <a:extLst>
                <a:ext uri="{FF2B5EF4-FFF2-40B4-BE49-F238E27FC236}">
                  <a16:creationId xmlns:a16="http://schemas.microsoft.com/office/drawing/2014/main" id="{4BB7085F-68DE-1240-E7F4-BEFEC52285F4}"/>
                </a:ext>
              </a:extLst>
            </p:cNvPr>
            <p:cNvSpPr/>
            <p:nvPr/>
          </p:nvSpPr>
          <p:spPr>
            <a:xfrm>
              <a:off x="2558664" y="376289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8" name="Oval 837">
              <a:extLst>
                <a:ext uri="{FF2B5EF4-FFF2-40B4-BE49-F238E27FC236}">
                  <a16:creationId xmlns:a16="http://schemas.microsoft.com/office/drawing/2014/main" id="{2BC3C769-6909-EAAF-4337-B8EA20263699}"/>
                </a:ext>
              </a:extLst>
            </p:cNvPr>
            <p:cNvSpPr/>
            <p:nvPr/>
          </p:nvSpPr>
          <p:spPr>
            <a:xfrm>
              <a:off x="2585508" y="379119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9" name="Oval 838">
              <a:extLst>
                <a:ext uri="{FF2B5EF4-FFF2-40B4-BE49-F238E27FC236}">
                  <a16:creationId xmlns:a16="http://schemas.microsoft.com/office/drawing/2014/main" id="{CC4DE43B-E9D7-313B-4394-C0D68AA5D1BD}"/>
                </a:ext>
              </a:extLst>
            </p:cNvPr>
            <p:cNvSpPr/>
            <p:nvPr/>
          </p:nvSpPr>
          <p:spPr>
            <a:xfrm>
              <a:off x="2612352" y="390136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0" name="Oval 839">
              <a:extLst>
                <a:ext uri="{FF2B5EF4-FFF2-40B4-BE49-F238E27FC236}">
                  <a16:creationId xmlns:a16="http://schemas.microsoft.com/office/drawing/2014/main" id="{E7E8969A-A6EE-E4C1-0E28-C0B3C261035F}"/>
                </a:ext>
              </a:extLst>
            </p:cNvPr>
            <p:cNvSpPr/>
            <p:nvPr/>
          </p:nvSpPr>
          <p:spPr>
            <a:xfrm>
              <a:off x="2639196" y="405492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1" name="Oval 840">
              <a:extLst>
                <a:ext uri="{FF2B5EF4-FFF2-40B4-BE49-F238E27FC236}">
                  <a16:creationId xmlns:a16="http://schemas.microsoft.com/office/drawing/2014/main" id="{26CFF186-4B4C-BEF1-B88E-187A0FAF6F74}"/>
                </a:ext>
              </a:extLst>
            </p:cNvPr>
            <p:cNvSpPr/>
            <p:nvPr/>
          </p:nvSpPr>
          <p:spPr>
            <a:xfrm>
              <a:off x="2666040" y="422744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2" name="Oval 841">
              <a:extLst>
                <a:ext uri="{FF2B5EF4-FFF2-40B4-BE49-F238E27FC236}">
                  <a16:creationId xmlns:a16="http://schemas.microsoft.com/office/drawing/2014/main" id="{8780ECB6-520F-AB91-C222-BF1A384AB22D}"/>
                </a:ext>
              </a:extLst>
            </p:cNvPr>
            <p:cNvSpPr/>
            <p:nvPr/>
          </p:nvSpPr>
          <p:spPr>
            <a:xfrm>
              <a:off x="2692895" y="438567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3" name="Oval 842">
              <a:extLst>
                <a:ext uri="{FF2B5EF4-FFF2-40B4-BE49-F238E27FC236}">
                  <a16:creationId xmlns:a16="http://schemas.microsoft.com/office/drawing/2014/main" id="{DD52B062-B312-5D9D-CA34-02944F16C9D0}"/>
                </a:ext>
              </a:extLst>
            </p:cNvPr>
            <p:cNvSpPr/>
            <p:nvPr/>
          </p:nvSpPr>
          <p:spPr>
            <a:xfrm>
              <a:off x="2719739" y="451553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9AACF65-6418-98E2-6675-15B52D88EF15}"/>
                </a:ext>
              </a:extLst>
            </p:cNvPr>
            <p:cNvSpPr/>
            <p:nvPr/>
          </p:nvSpPr>
          <p:spPr>
            <a:xfrm>
              <a:off x="2359530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4F106834-D0E1-BA52-E0E9-A9EFBDC4D010}"/>
                </a:ext>
              </a:extLst>
            </p:cNvPr>
            <p:cNvSpPr/>
            <p:nvPr/>
          </p:nvSpPr>
          <p:spPr>
            <a:xfrm>
              <a:off x="2050809" y="4652684"/>
              <a:ext cx="6710" cy="104580"/>
            </a:xfrm>
            <a:custGeom>
              <a:avLst/>
              <a:gdLst>
                <a:gd name="csX0" fmla="*/ 0 w 6710"/>
                <a:gd name="csY0" fmla="*/ 0 h 104580"/>
                <a:gd name="csX1" fmla="*/ 0 w 6710"/>
                <a:gd name="csY1" fmla="*/ 104580 h 104580"/>
                <a:gd name="csX2" fmla="*/ 6710 w 6710"/>
                <a:gd name="csY2" fmla="*/ 104580 h 104580"/>
                <a:gd name="csX3" fmla="*/ 6710 w 6710"/>
                <a:gd name="csY3" fmla="*/ 0 h 104580"/>
                <a:gd name="csX4" fmla="*/ 0 w 6710"/>
                <a:gd name="csY4" fmla="*/ 0 h 104580"/>
                <a:gd name="csX5" fmla="*/ 0 w 6710"/>
                <a:gd name="csY5" fmla="*/ 0 h 1045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04580">
                  <a:moveTo>
                    <a:pt x="0" y="0"/>
                  </a:moveTo>
                  <a:lnTo>
                    <a:pt x="0" y="104580"/>
                  </a:lnTo>
                  <a:lnTo>
                    <a:pt x="6710" y="10458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3D2B8AF-8A43-9D6A-5A4C-0514E4BABBF6}"/>
                </a:ext>
              </a:extLst>
            </p:cNvPr>
            <p:cNvSpPr/>
            <p:nvPr/>
          </p:nvSpPr>
          <p:spPr>
            <a:xfrm>
              <a:off x="2050809" y="4652684"/>
              <a:ext cx="6710" cy="104580"/>
            </a:xfrm>
            <a:custGeom>
              <a:avLst/>
              <a:gdLst>
                <a:gd name="csX0" fmla="*/ 0 w 6710"/>
                <a:gd name="csY0" fmla="*/ 0 h 104580"/>
                <a:gd name="csX1" fmla="*/ 0 w 6710"/>
                <a:gd name="csY1" fmla="*/ 104580 h 104580"/>
                <a:gd name="csX2" fmla="*/ 6710 w 6710"/>
                <a:gd name="csY2" fmla="*/ 104580 h 104580"/>
                <a:gd name="csX3" fmla="*/ 6710 w 6710"/>
                <a:gd name="csY3" fmla="*/ 0 h 104580"/>
                <a:gd name="csX4" fmla="*/ 0 w 6710"/>
                <a:gd name="csY4" fmla="*/ 0 h 1045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04580">
                  <a:moveTo>
                    <a:pt x="0" y="0"/>
                  </a:moveTo>
                  <a:lnTo>
                    <a:pt x="0" y="104580"/>
                  </a:lnTo>
                  <a:lnTo>
                    <a:pt x="6710" y="10458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0DC58F4C-9060-0437-64A3-16EC0CAA53E1}"/>
                </a:ext>
              </a:extLst>
            </p:cNvPr>
            <p:cNvSpPr/>
            <p:nvPr/>
          </p:nvSpPr>
          <p:spPr>
            <a:xfrm>
              <a:off x="2057519" y="4634788"/>
              <a:ext cx="6711" cy="122476"/>
            </a:xfrm>
            <a:custGeom>
              <a:avLst/>
              <a:gdLst>
                <a:gd name="csX0" fmla="*/ 0 w 6711"/>
                <a:gd name="csY0" fmla="*/ 0 h 122476"/>
                <a:gd name="csX1" fmla="*/ 0 w 6711"/>
                <a:gd name="csY1" fmla="*/ 122476 h 122476"/>
                <a:gd name="csX2" fmla="*/ 6712 w 6711"/>
                <a:gd name="csY2" fmla="*/ 122476 h 122476"/>
                <a:gd name="csX3" fmla="*/ 6712 w 6711"/>
                <a:gd name="csY3" fmla="*/ 0 h 122476"/>
                <a:gd name="csX4" fmla="*/ 0 w 6711"/>
                <a:gd name="csY4" fmla="*/ 0 h 122476"/>
                <a:gd name="csX5" fmla="*/ 0 w 6711"/>
                <a:gd name="csY5" fmla="*/ 0 h 122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22476">
                  <a:moveTo>
                    <a:pt x="0" y="0"/>
                  </a:moveTo>
                  <a:lnTo>
                    <a:pt x="0" y="122476"/>
                  </a:lnTo>
                  <a:lnTo>
                    <a:pt x="6712" y="12247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B7AF3B96-7A37-6FB5-9D67-378A72334DCF}"/>
                </a:ext>
              </a:extLst>
            </p:cNvPr>
            <p:cNvSpPr/>
            <p:nvPr/>
          </p:nvSpPr>
          <p:spPr>
            <a:xfrm>
              <a:off x="2057519" y="4634788"/>
              <a:ext cx="6711" cy="122476"/>
            </a:xfrm>
            <a:custGeom>
              <a:avLst/>
              <a:gdLst>
                <a:gd name="csX0" fmla="*/ 0 w 6711"/>
                <a:gd name="csY0" fmla="*/ 0 h 122476"/>
                <a:gd name="csX1" fmla="*/ 0 w 6711"/>
                <a:gd name="csY1" fmla="*/ 122476 h 122476"/>
                <a:gd name="csX2" fmla="*/ 6712 w 6711"/>
                <a:gd name="csY2" fmla="*/ 122476 h 122476"/>
                <a:gd name="csX3" fmla="*/ 6712 w 6711"/>
                <a:gd name="csY3" fmla="*/ 0 h 122476"/>
                <a:gd name="csX4" fmla="*/ 0 w 6711"/>
                <a:gd name="csY4" fmla="*/ 0 h 122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22476">
                  <a:moveTo>
                    <a:pt x="0" y="0"/>
                  </a:moveTo>
                  <a:lnTo>
                    <a:pt x="0" y="122476"/>
                  </a:lnTo>
                  <a:lnTo>
                    <a:pt x="6712" y="12247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706ED19F-E2C4-1AA5-1F3A-6B72B1148946}"/>
                </a:ext>
              </a:extLst>
            </p:cNvPr>
            <p:cNvSpPr/>
            <p:nvPr/>
          </p:nvSpPr>
          <p:spPr>
            <a:xfrm>
              <a:off x="2064231" y="4622956"/>
              <a:ext cx="6711" cy="134308"/>
            </a:xfrm>
            <a:custGeom>
              <a:avLst/>
              <a:gdLst>
                <a:gd name="csX0" fmla="*/ 0 w 6711"/>
                <a:gd name="csY0" fmla="*/ 0 h 134308"/>
                <a:gd name="csX1" fmla="*/ 0 w 6711"/>
                <a:gd name="csY1" fmla="*/ 134308 h 134308"/>
                <a:gd name="csX2" fmla="*/ 6712 w 6711"/>
                <a:gd name="csY2" fmla="*/ 134308 h 134308"/>
                <a:gd name="csX3" fmla="*/ 6712 w 6711"/>
                <a:gd name="csY3" fmla="*/ 0 h 134308"/>
                <a:gd name="csX4" fmla="*/ 0 w 6711"/>
                <a:gd name="csY4" fmla="*/ 0 h 134308"/>
                <a:gd name="csX5" fmla="*/ 0 w 6711"/>
                <a:gd name="csY5" fmla="*/ 0 h 134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34308">
                  <a:moveTo>
                    <a:pt x="0" y="0"/>
                  </a:moveTo>
                  <a:lnTo>
                    <a:pt x="0" y="134308"/>
                  </a:lnTo>
                  <a:lnTo>
                    <a:pt x="6712" y="134308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B28A4EC5-340C-35BC-4618-611F0AAC14FF}"/>
                </a:ext>
              </a:extLst>
            </p:cNvPr>
            <p:cNvSpPr/>
            <p:nvPr/>
          </p:nvSpPr>
          <p:spPr>
            <a:xfrm>
              <a:off x="2064231" y="4622956"/>
              <a:ext cx="6711" cy="134308"/>
            </a:xfrm>
            <a:custGeom>
              <a:avLst/>
              <a:gdLst>
                <a:gd name="csX0" fmla="*/ 0 w 6711"/>
                <a:gd name="csY0" fmla="*/ 0 h 134308"/>
                <a:gd name="csX1" fmla="*/ 0 w 6711"/>
                <a:gd name="csY1" fmla="*/ 134308 h 134308"/>
                <a:gd name="csX2" fmla="*/ 6712 w 6711"/>
                <a:gd name="csY2" fmla="*/ 134308 h 134308"/>
                <a:gd name="csX3" fmla="*/ 6712 w 6711"/>
                <a:gd name="csY3" fmla="*/ 0 h 134308"/>
                <a:gd name="csX4" fmla="*/ 0 w 6711"/>
                <a:gd name="csY4" fmla="*/ 0 h 134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34308">
                  <a:moveTo>
                    <a:pt x="0" y="0"/>
                  </a:moveTo>
                  <a:lnTo>
                    <a:pt x="0" y="134308"/>
                  </a:lnTo>
                  <a:lnTo>
                    <a:pt x="6712" y="134308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75C903DE-FC63-CFD1-BF21-AB17ED98442B}"/>
                </a:ext>
              </a:extLst>
            </p:cNvPr>
            <p:cNvSpPr/>
            <p:nvPr/>
          </p:nvSpPr>
          <p:spPr>
            <a:xfrm>
              <a:off x="2070942" y="4607691"/>
              <a:ext cx="6709" cy="149573"/>
            </a:xfrm>
            <a:custGeom>
              <a:avLst/>
              <a:gdLst>
                <a:gd name="csX0" fmla="*/ 0 w 6709"/>
                <a:gd name="csY0" fmla="*/ 0 h 149573"/>
                <a:gd name="csX1" fmla="*/ 0 w 6709"/>
                <a:gd name="csY1" fmla="*/ 149574 h 149573"/>
                <a:gd name="csX2" fmla="*/ 6709 w 6709"/>
                <a:gd name="csY2" fmla="*/ 149574 h 149573"/>
                <a:gd name="csX3" fmla="*/ 6709 w 6709"/>
                <a:gd name="csY3" fmla="*/ 0 h 149573"/>
                <a:gd name="csX4" fmla="*/ 0 w 6709"/>
                <a:gd name="csY4" fmla="*/ 0 h 149573"/>
                <a:gd name="csX5" fmla="*/ 0 w 6709"/>
                <a:gd name="csY5" fmla="*/ 0 h 149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9" h="149573">
                  <a:moveTo>
                    <a:pt x="0" y="0"/>
                  </a:moveTo>
                  <a:lnTo>
                    <a:pt x="0" y="149574"/>
                  </a:lnTo>
                  <a:lnTo>
                    <a:pt x="6709" y="149574"/>
                  </a:lnTo>
                  <a:lnTo>
                    <a:pt x="670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2374A83F-D2FC-7C7E-3215-099D8CC7C49D}"/>
                </a:ext>
              </a:extLst>
            </p:cNvPr>
            <p:cNvSpPr/>
            <p:nvPr/>
          </p:nvSpPr>
          <p:spPr>
            <a:xfrm>
              <a:off x="2070942" y="4607691"/>
              <a:ext cx="6709" cy="149573"/>
            </a:xfrm>
            <a:custGeom>
              <a:avLst/>
              <a:gdLst>
                <a:gd name="csX0" fmla="*/ 0 w 6709"/>
                <a:gd name="csY0" fmla="*/ 0 h 149573"/>
                <a:gd name="csX1" fmla="*/ 0 w 6709"/>
                <a:gd name="csY1" fmla="*/ 149574 h 149573"/>
                <a:gd name="csX2" fmla="*/ 6709 w 6709"/>
                <a:gd name="csY2" fmla="*/ 149574 h 149573"/>
                <a:gd name="csX3" fmla="*/ 6709 w 6709"/>
                <a:gd name="csY3" fmla="*/ 0 h 149573"/>
                <a:gd name="csX4" fmla="*/ 0 w 6709"/>
                <a:gd name="csY4" fmla="*/ 0 h 149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9" h="149573">
                  <a:moveTo>
                    <a:pt x="0" y="0"/>
                  </a:moveTo>
                  <a:lnTo>
                    <a:pt x="0" y="149574"/>
                  </a:lnTo>
                  <a:lnTo>
                    <a:pt x="6709" y="149574"/>
                  </a:lnTo>
                  <a:lnTo>
                    <a:pt x="6709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B6D297E4-ADE1-225D-2563-A20D65DE6A37}"/>
                </a:ext>
              </a:extLst>
            </p:cNvPr>
            <p:cNvSpPr/>
            <p:nvPr/>
          </p:nvSpPr>
          <p:spPr>
            <a:xfrm>
              <a:off x="2077652" y="4590015"/>
              <a:ext cx="6713" cy="167249"/>
            </a:xfrm>
            <a:custGeom>
              <a:avLst/>
              <a:gdLst>
                <a:gd name="csX0" fmla="*/ 0 w 6713"/>
                <a:gd name="csY0" fmla="*/ 0 h 167249"/>
                <a:gd name="csX1" fmla="*/ 0 w 6713"/>
                <a:gd name="csY1" fmla="*/ 167249 h 167249"/>
                <a:gd name="csX2" fmla="*/ 6714 w 6713"/>
                <a:gd name="csY2" fmla="*/ 167249 h 167249"/>
                <a:gd name="csX3" fmla="*/ 6714 w 6713"/>
                <a:gd name="csY3" fmla="*/ 0 h 167249"/>
                <a:gd name="csX4" fmla="*/ 0 w 6713"/>
                <a:gd name="csY4" fmla="*/ 0 h 167249"/>
                <a:gd name="csX5" fmla="*/ 0 w 6713"/>
                <a:gd name="csY5" fmla="*/ 0 h 167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67249">
                  <a:moveTo>
                    <a:pt x="0" y="0"/>
                  </a:moveTo>
                  <a:lnTo>
                    <a:pt x="0" y="167249"/>
                  </a:lnTo>
                  <a:lnTo>
                    <a:pt x="6714" y="1672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108C6434-876E-B883-2F88-8E50FCC62DCE}"/>
                </a:ext>
              </a:extLst>
            </p:cNvPr>
            <p:cNvSpPr/>
            <p:nvPr/>
          </p:nvSpPr>
          <p:spPr>
            <a:xfrm>
              <a:off x="2077652" y="4590015"/>
              <a:ext cx="6713" cy="167249"/>
            </a:xfrm>
            <a:custGeom>
              <a:avLst/>
              <a:gdLst>
                <a:gd name="csX0" fmla="*/ 0 w 6713"/>
                <a:gd name="csY0" fmla="*/ 0 h 167249"/>
                <a:gd name="csX1" fmla="*/ 0 w 6713"/>
                <a:gd name="csY1" fmla="*/ 167249 h 167249"/>
                <a:gd name="csX2" fmla="*/ 6714 w 6713"/>
                <a:gd name="csY2" fmla="*/ 167249 h 167249"/>
                <a:gd name="csX3" fmla="*/ 6714 w 6713"/>
                <a:gd name="csY3" fmla="*/ 0 h 167249"/>
                <a:gd name="csX4" fmla="*/ 0 w 6713"/>
                <a:gd name="csY4" fmla="*/ 0 h 167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67249">
                  <a:moveTo>
                    <a:pt x="0" y="0"/>
                  </a:moveTo>
                  <a:lnTo>
                    <a:pt x="0" y="167249"/>
                  </a:lnTo>
                  <a:lnTo>
                    <a:pt x="6714" y="1672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A9D645A0-2396-B8BD-7C85-5BBAE55E4060}"/>
                </a:ext>
              </a:extLst>
            </p:cNvPr>
            <p:cNvSpPr/>
            <p:nvPr/>
          </p:nvSpPr>
          <p:spPr>
            <a:xfrm>
              <a:off x="2084365" y="4582454"/>
              <a:ext cx="6713" cy="174810"/>
            </a:xfrm>
            <a:custGeom>
              <a:avLst/>
              <a:gdLst>
                <a:gd name="csX0" fmla="*/ 0 w 6713"/>
                <a:gd name="csY0" fmla="*/ 0 h 174810"/>
                <a:gd name="csX1" fmla="*/ 0 w 6713"/>
                <a:gd name="csY1" fmla="*/ 174811 h 174810"/>
                <a:gd name="csX2" fmla="*/ 6714 w 6713"/>
                <a:gd name="csY2" fmla="*/ 174811 h 174810"/>
                <a:gd name="csX3" fmla="*/ 6714 w 6713"/>
                <a:gd name="csY3" fmla="*/ 0 h 174810"/>
                <a:gd name="csX4" fmla="*/ 0 w 6713"/>
                <a:gd name="csY4" fmla="*/ 0 h 174810"/>
                <a:gd name="csX5" fmla="*/ 0 w 6713"/>
                <a:gd name="csY5" fmla="*/ 0 h 174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4810">
                  <a:moveTo>
                    <a:pt x="0" y="0"/>
                  </a:moveTo>
                  <a:lnTo>
                    <a:pt x="0" y="174811"/>
                  </a:lnTo>
                  <a:lnTo>
                    <a:pt x="6714" y="1748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E5315984-5B91-C440-D199-E73D8317181F}"/>
                </a:ext>
              </a:extLst>
            </p:cNvPr>
            <p:cNvSpPr/>
            <p:nvPr/>
          </p:nvSpPr>
          <p:spPr>
            <a:xfrm>
              <a:off x="2084365" y="4582454"/>
              <a:ext cx="6713" cy="174810"/>
            </a:xfrm>
            <a:custGeom>
              <a:avLst/>
              <a:gdLst>
                <a:gd name="csX0" fmla="*/ 0 w 6713"/>
                <a:gd name="csY0" fmla="*/ 0 h 174810"/>
                <a:gd name="csX1" fmla="*/ 0 w 6713"/>
                <a:gd name="csY1" fmla="*/ 174811 h 174810"/>
                <a:gd name="csX2" fmla="*/ 6714 w 6713"/>
                <a:gd name="csY2" fmla="*/ 174811 h 174810"/>
                <a:gd name="csX3" fmla="*/ 6714 w 6713"/>
                <a:gd name="csY3" fmla="*/ 0 h 174810"/>
                <a:gd name="csX4" fmla="*/ 0 w 6713"/>
                <a:gd name="csY4" fmla="*/ 0 h 174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4810">
                  <a:moveTo>
                    <a:pt x="0" y="0"/>
                  </a:moveTo>
                  <a:lnTo>
                    <a:pt x="0" y="174811"/>
                  </a:lnTo>
                  <a:lnTo>
                    <a:pt x="6714" y="1748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AF064746-88B1-0832-9294-F949DF7999E3}"/>
                </a:ext>
              </a:extLst>
            </p:cNvPr>
            <p:cNvSpPr/>
            <p:nvPr/>
          </p:nvSpPr>
          <p:spPr>
            <a:xfrm>
              <a:off x="2091079" y="4556369"/>
              <a:ext cx="6702" cy="200895"/>
            </a:xfrm>
            <a:custGeom>
              <a:avLst/>
              <a:gdLst>
                <a:gd name="csX0" fmla="*/ 0 w 6702"/>
                <a:gd name="csY0" fmla="*/ 0 h 200895"/>
                <a:gd name="csX1" fmla="*/ 0 w 6702"/>
                <a:gd name="csY1" fmla="*/ 200895 h 200895"/>
                <a:gd name="csX2" fmla="*/ 6703 w 6702"/>
                <a:gd name="csY2" fmla="*/ 200895 h 200895"/>
                <a:gd name="csX3" fmla="*/ 6703 w 6702"/>
                <a:gd name="csY3" fmla="*/ 0 h 200895"/>
                <a:gd name="csX4" fmla="*/ 0 w 6702"/>
                <a:gd name="csY4" fmla="*/ 0 h 200895"/>
                <a:gd name="csX5" fmla="*/ 0 w 6702"/>
                <a:gd name="csY5" fmla="*/ 0 h 20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00895">
                  <a:moveTo>
                    <a:pt x="0" y="0"/>
                  </a:moveTo>
                  <a:lnTo>
                    <a:pt x="0" y="200895"/>
                  </a:lnTo>
                  <a:lnTo>
                    <a:pt x="6703" y="20089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5419ADC2-ACAA-0AF3-5528-8E94FE4EF181}"/>
                </a:ext>
              </a:extLst>
            </p:cNvPr>
            <p:cNvSpPr/>
            <p:nvPr/>
          </p:nvSpPr>
          <p:spPr>
            <a:xfrm>
              <a:off x="2091079" y="4556369"/>
              <a:ext cx="6702" cy="200895"/>
            </a:xfrm>
            <a:custGeom>
              <a:avLst/>
              <a:gdLst>
                <a:gd name="csX0" fmla="*/ 0 w 6702"/>
                <a:gd name="csY0" fmla="*/ 0 h 200895"/>
                <a:gd name="csX1" fmla="*/ 0 w 6702"/>
                <a:gd name="csY1" fmla="*/ 200895 h 200895"/>
                <a:gd name="csX2" fmla="*/ 6703 w 6702"/>
                <a:gd name="csY2" fmla="*/ 200895 h 200895"/>
                <a:gd name="csX3" fmla="*/ 6703 w 6702"/>
                <a:gd name="csY3" fmla="*/ 0 h 200895"/>
                <a:gd name="csX4" fmla="*/ 0 w 6702"/>
                <a:gd name="csY4" fmla="*/ 0 h 20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00895">
                  <a:moveTo>
                    <a:pt x="0" y="0"/>
                  </a:moveTo>
                  <a:lnTo>
                    <a:pt x="0" y="200895"/>
                  </a:lnTo>
                  <a:lnTo>
                    <a:pt x="6703" y="20089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AA9FCC80-AC35-F8C8-749B-3663C48C82BF}"/>
                </a:ext>
              </a:extLst>
            </p:cNvPr>
            <p:cNvSpPr/>
            <p:nvPr/>
          </p:nvSpPr>
          <p:spPr>
            <a:xfrm>
              <a:off x="2097782" y="4543107"/>
              <a:ext cx="6713" cy="214157"/>
            </a:xfrm>
            <a:custGeom>
              <a:avLst/>
              <a:gdLst>
                <a:gd name="csX0" fmla="*/ 0 w 6713"/>
                <a:gd name="csY0" fmla="*/ 0 h 214157"/>
                <a:gd name="csX1" fmla="*/ 0 w 6713"/>
                <a:gd name="csY1" fmla="*/ 214158 h 214157"/>
                <a:gd name="csX2" fmla="*/ 6714 w 6713"/>
                <a:gd name="csY2" fmla="*/ 214158 h 214157"/>
                <a:gd name="csX3" fmla="*/ 6714 w 6713"/>
                <a:gd name="csY3" fmla="*/ 0 h 214157"/>
                <a:gd name="csX4" fmla="*/ 0 w 6713"/>
                <a:gd name="csY4" fmla="*/ 0 h 214157"/>
                <a:gd name="csX5" fmla="*/ 0 w 6713"/>
                <a:gd name="csY5" fmla="*/ 0 h 21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14157">
                  <a:moveTo>
                    <a:pt x="0" y="0"/>
                  </a:moveTo>
                  <a:lnTo>
                    <a:pt x="0" y="214158"/>
                  </a:lnTo>
                  <a:lnTo>
                    <a:pt x="6714" y="21415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D72DAAFE-F9B7-3AE2-A8B8-D46471D9D474}"/>
                </a:ext>
              </a:extLst>
            </p:cNvPr>
            <p:cNvSpPr/>
            <p:nvPr/>
          </p:nvSpPr>
          <p:spPr>
            <a:xfrm>
              <a:off x="2097782" y="4543107"/>
              <a:ext cx="6713" cy="214157"/>
            </a:xfrm>
            <a:custGeom>
              <a:avLst/>
              <a:gdLst>
                <a:gd name="csX0" fmla="*/ 0 w 6713"/>
                <a:gd name="csY0" fmla="*/ 0 h 214157"/>
                <a:gd name="csX1" fmla="*/ 0 w 6713"/>
                <a:gd name="csY1" fmla="*/ 214158 h 214157"/>
                <a:gd name="csX2" fmla="*/ 6714 w 6713"/>
                <a:gd name="csY2" fmla="*/ 214158 h 214157"/>
                <a:gd name="csX3" fmla="*/ 6714 w 6713"/>
                <a:gd name="csY3" fmla="*/ 0 h 214157"/>
                <a:gd name="csX4" fmla="*/ 0 w 6713"/>
                <a:gd name="csY4" fmla="*/ 0 h 21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14157">
                  <a:moveTo>
                    <a:pt x="0" y="0"/>
                  </a:moveTo>
                  <a:lnTo>
                    <a:pt x="0" y="214158"/>
                  </a:lnTo>
                  <a:lnTo>
                    <a:pt x="6714" y="21415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260802B-9AB5-76F7-D1CA-B2CD8DBBD788}"/>
                </a:ext>
              </a:extLst>
            </p:cNvPr>
            <p:cNvSpPr/>
            <p:nvPr/>
          </p:nvSpPr>
          <p:spPr>
            <a:xfrm>
              <a:off x="2104495" y="4510451"/>
              <a:ext cx="6713" cy="246812"/>
            </a:xfrm>
            <a:custGeom>
              <a:avLst/>
              <a:gdLst>
                <a:gd name="csX0" fmla="*/ 0 w 6713"/>
                <a:gd name="csY0" fmla="*/ 0 h 246812"/>
                <a:gd name="csX1" fmla="*/ 0 w 6713"/>
                <a:gd name="csY1" fmla="*/ 246813 h 246812"/>
                <a:gd name="csX2" fmla="*/ 6714 w 6713"/>
                <a:gd name="csY2" fmla="*/ 246813 h 246812"/>
                <a:gd name="csX3" fmla="*/ 6714 w 6713"/>
                <a:gd name="csY3" fmla="*/ 0 h 246812"/>
                <a:gd name="csX4" fmla="*/ 0 w 6713"/>
                <a:gd name="csY4" fmla="*/ 0 h 246812"/>
                <a:gd name="csX5" fmla="*/ 0 w 6713"/>
                <a:gd name="csY5" fmla="*/ 0 h 246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6812">
                  <a:moveTo>
                    <a:pt x="0" y="0"/>
                  </a:moveTo>
                  <a:lnTo>
                    <a:pt x="0" y="246813"/>
                  </a:lnTo>
                  <a:lnTo>
                    <a:pt x="6714" y="24681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C8C339F5-093F-C8D5-F0E2-AB555E4D790A}"/>
                </a:ext>
              </a:extLst>
            </p:cNvPr>
            <p:cNvSpPr/>
            <p:nvPr/>
          </p:nvSpPr>
          <p:spPr>
            <a:xfrm>
              <a:off x="2104495" y="4510451"/>
              <a:ext cx="6713" cy="246812"/>
            </a:xfrm>
            <a:custGeom>
              <a:avLst/>
              <a:gdLst>
                <a:gd name="csX0" fmla="*/ 0 w 6713"/>
                <a:gd name="csY0" fmla="*/ 0 h 246812"/>
                <a:gd name="csX1" fmla="*/ 0 w 6713"/>
                <a:gd name="csY1" fmla="*/ 246813 h 246812"/>
                <a:gd name="csX2" fmla="*/ 6714 w 6713"/>
                <a:gd name="csY2" fmla="*/ 246813 h 246812"/>
                <a:gd name="csX3" fmla="*/ 6714 w 6713"/>
                <a:gd name="csY3" fmla="*/ 0 h 246812"/>
                <a:gd name="csX4" fmla="*/ 0 w 6713"/>
                <a:gd name="csY4" fmla="*/ 0 h 246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6812">
                  <a:moveTo>
                    <a:pt x="0" y="0"/>
                  </a:moveTo>
                  <a:lnTo>
                    <a:pt x="0" y="246813"/>
                  </a:lnTo>
                  <a:lnTo>
                    <a:pt x="6714" y="24681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F5564C82-DD54-BA5E-4845-6D3DDB161E3B}"/>
                </a:ext>
              </a:extLst>
            </p:cNvPr>
            <p:cNvSpPr/>
            <p:nvPr/>
          </p:nvSpPr>
          <p:spPr>
            <a:xfrm>
              <a:off x="2111209" y="4488428"/>
              <a:ext cx="6713" cy="268836"/>
            </a:xfrm>
            <a:custGeom>
              <a:avLst/>
              <a:gdLst>
                <a:gd name="csX0" fmla="*/ 0 w 6713"/>
                <a:gd name="csY0" fmla="*/ 0 h 268836"/>
                <a:gd name="csX1" fmla="*/ 0 w 6713"/>
                <a:gd name="csY1" fmla="*/ 268836 h 268836"/>
                <a:gd name="csX2" fmla="*/ 6714 w 6713"/>
                <a:gd name="csY2" fmla="*/ 268836 h 268836"/>
                <a:gd name="csX3" fmla="*/ 6714 w 6713"/>
                <a:gd name="csY3" fmla="*/ 0 h 268836"/>
                <a:gd name="csX4" fmla="*/ 0 w 6713"/>
                <a:gd name="csY4" fmla="*/ 0 h 268836"/>
                <a:gd name="csX5" fmla="*/ 0 w 6713"/>
                <a:gd name="csY5" fmla="*/ 0 h 2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68836">
                  <a:moveTo>
                    <a:pt x="0" y="0"/>
                  </a:moveTo>
                  <a:lnTo>
                    <a:pt x="0" y="268836"/>
                  </a:lnTo>
                  <a:lnTo>
                    <a:pt x="6714" y="26883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FF4C6F88-7DB5-2932-8533-06B1CA39DF59}"/>
                </a:ext>
              </a:extLst>
            </p:cNvPr>
            <p:cNvSpPr/>
            <p:nvPr/>
          </p:nvSpPr>
          <p:spPr>
            <a:xfrm>
              <a:off x="2111209" y="4488428"/>
              <a:ext cx="6713" cy="268836"/>
            </a:xfrm>
            <a:custGeom>
              <a:avLst/>
              <a:gdLst>
                <a:gd name="csX0" fmla="*/ 0 w 6713"/>
                <a:gd name="csY0" fmla="*/ 0 h 268836"/>
                <a:gd name="csX1" fmla="*/ 0 w 6713"/>
                <a:gd name="csY1" fmla="*/ 268836 h 268836"/>
                <a:gd name="csX2" fmla="*/ 6714 w 6713"/>
                <a:gd name="csY2" fmla="*/ 268836 h 268836"/>
                <a:gd name="csX3" fmla="*/ 6714 w 6713"/>
                <a:gd name="csY3" fmla="*/ 0 h 268836"/>
                <a:gd name="csX4" fmla="*/ 0 w 6713"/>
                <a:gd name="csY4" fmla="*/ 0 h 2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68836">
                  <a:moveTo>
                    <a:pt x="0" y="0"/>
                  </a:moveTo>
                  <a:lnTo>
                    <a:pt x="0" y="268836"/>
                  </a:lnTo>
                  <a:lnTo>
                    <a:pt x="6714" y="26883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5573F870-32E2-AE41-81CB-BF0ECF1F1A49}"/>
                </a:ext>
              </a:extLst>
            </p:cNvPr>
            <p:cNvSpPr/>
            <p:nvPr/>
          </p:nvSpPr>
          <p:spPr>
            <a:xfrm>
              <a:off x="2117923" y="4469464"/>
              <a:ext cx="6713" cy="287799"/>
            </a:xfrm>
            <a:custGeom>
              <a:avLst/>
              <a:gdLst>
                <a:gd name="csX0" fmla="*/ 0 w 6713"/>
                <a:gd name="csY0" fmla="*/ 0 h 287799"/>
                <a:gd name="csX1" fmla="*/ 0 w 6713"/>
                <a:gd name="csY1" fmla="*/ 287800 h 287799"/>
                <a:gd name="csX2" fmla="*/ 6714 w 6713"/>
                <a:gd name="csY2" fmla="*/ 287800 h 287799"/>
                <a:gd name="csX3" fmla="*/ 6714 w 6713"/>
                <a:gd name="csY3" fmla="*/ 0 h 287799"/>
                <a:gd name="csX4" fmla="*/ 0 w 6713"/>
                <a:gd name="csY4" fmla="*/ 0 h 287799"/>
                <a:gd name="csX5" fmla="*/ 0 w 6713"/>
                <a:gd name="csY5" fmla="*/ 0 h 287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87799">
                  <a:moveTo>
                    <a:pt x="0" y="0"/>
                  </a:moveTo>
                  <a:lnTo>
                    <a:pt x="0" y="287800"/>
                  </a:lnTo>
                  <a:lnTo>
                    <a:pt x="6714" y="28780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91599D21-7645-B207-0475-5997EA165665}"/>
                </a:ext>
              </a:extLst>
            </p:cNvPr>
            <p:cNvSpPr/>
            <p:nvPr/>
          </p:nvSpPr>
          <p:spPr>
            <a:xfrm>
              <a:off x="2117923" y="4469464"/>
              <a:ext cx="6713" cy="287799"/>
            </a:xfrm>
            <a:custGeom>
              <a:avLst/>
              <a:gdLst>
                <a:gd name="csX0" fmla="*/ 0 w 6713"/>
                <a:gd name="csY0" fmla="*/ 0 h 287799"/>
                <a:gd name="csX1" fmla="*/ 0 w 6713"/>
                <a:gd name="csY1" fmla="*/ 287800 h 287799"/>
                <a:gd name="csX2" fmla="*/ 6714 w 6713"/>
                <a:gd name="csY2" fmla="*/ 287800 h 287799"/>
                <a:gd name="csX3" fmla="*/ 6714 w 6713"/>
                <a:gd name="csY3" fmla="*/ 0 h 287799"/>
                <a:gd name="csX4" fmla="*/ 0 w 6713"/>
                <a:gd name="csY4" fmla="*/ 0 h 287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87799">
                  <a:moveTo>
                    <a:pt x="0" y="0"/>
                  </a:moveTo>
                  <a:lnTo>
                    <a:pt x="0" y="287800"/>
                  </a:lnTo>
                  <a:lnTo>
                    <a:pt x="6714" y="28780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4BE81EF8-C7CD-19F9-2B4A-EDBD5D52AF49}"/>
                </a:ext>
              </a:extLst>
            </p:cNvPr>
            <p:cNvSpPr/>
            <p:nvPr/>
          </p:nvSpPr>
          <p:spPr>
            <a:xfrm>
              <a:off x="2124637" y="4438163"/>
              <a:ext cx="6702" cy="319101"/>
            </a:xfrm>
            <a:custGeom>
              <a:avLst/>
              <a:gdLst>
                <a:gd name="csX0" fmla="*/ 0 w 6702"/>
                <a:gd name="csY0" fmla="*/ 0 h 319101"/>
                <a:gd name="csX1" fmla="*/ 0 w 6702"/>
                <a:gd name="csY1" fmla="*/ 319101 h 319101"/>
                <a:gd name="csX2" fmla="*/ 6703 w 6702"/>
                <a:gd name="csY2" fmla="*/ 319101 h 319101"/>
                <a:gd name="csX3" fmla="*/ 6703 w 6702"/>
                <a:gd name="csY3" fmla="*/ 0 h 319101"/>
                <a:gd name="csX4" fmla="*/ 0 w 6702"/>
                <a:gd name="csY4" fmla="*/ 0 h 319101"/>
                <a:gd name="csX5" fmla="*/ 0 w 6702"/>
                <a:gd name="csY5" fmla="*/ 0 h 319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19101">
                  <a:moveTo>
                    <a:pt x="0" y="0"/>
                  </a:moveTo>
                  <a:lnTo>
                    <a:pt x="0" y="319101"/>
                  </a:lnTo>
                  <a:lnTo>
                    <a:pt x="6703" y="31910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C75E5FB-9344-FE49-1E67-973D706C320C}"/>
                </a:ext>
              </a:extLst>
            </p:cNvPr>
            <p:cNvSpPr/>
            <p:nvPr/>
          </p:nvSpPr>
          <p:spPr>
            <a:xfrm>
              <a:off x="2124637" y="4438163"/>
              <a:ext cx="6702" cy="319101"/>
            </a:xfrm>
            <a:custGeom>
              <a:avLst/>
              <a:gdLst>
                <a:gd name="csX0" fmla="*/ 0 w 6702"/>
                <a:gd name="csY0" fmla="*/ 0 h 319101"/>
                <a:gd name="csX1" fmla="*/ 0 w 6702"/>
                <a:gd name="csY1" fmla="*/ 319101 h 319101"/>
                <a:gd name="csX2" fmla="*/ 6703 w 6702"/>
                <a:gd name="csY2" fmla="*/ 319101 h 319101"/>
                <a:gd name="csX3" fmla="*/ 6703 w 6702"/>
                <a:gd name="csY3" fmla="*/ 0 h 319101"/>
                <a:gd name="csX4" fmla="*/ 0 w 6702"/>
                <a:gd name="csY4" fmla="*/ 0 h 319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19101">
                  <a:moveTo>
                    <a:pt x="0" y="0"/>
                  </a:moveTo>
                  <a:lnTo>
                    <a:pt x="0" y="319101"/>
                  </a:lnTo>
                  <a:lnTo>
                    <a:pt x="6703" y="31910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23764EB0-38CA-8379-62F8-F15ECA8DFF0D}"/>
                </a:ext>
              </a:extLst>
            </p:cNvPr>
            <p:cNvSpPr/>
            <p:nvPr/>
          </p:nvSpPr>
          <p:spPr>
            <a:xfrm>
              <a:off x="2131340" y="4401028"/>
              <a:ext cx="6713" cy="356236"/>
            </a:xfrm>
            <a:custGeom>
              <a:avLst/>
              <a:gdLst>
                <a:gd name="csX0" fmla="*/ 0 w 6713"/>
                <a:gd name="csY0" fmla="*/ 0 h 356236"/>
                <a:gd name="csX1" fmla="*/ 0 w 6713"/>
                <a:gd name="csY1" fmla="*/ 356236 h 356236"/>
                <a:gd name="csX2" fmla="*/ 6714 w 6713"/>
                <a:gd name="csY2" fmla="*/ 356236 h 356236"/>
                <a:gd name="csX3" fmla="*/ 6714 w 6713"/>
                <a:gd name="csY3" fmla="*/ 0 h 356236"/>
                <a:gd name="csX4" fmla="*/ 0 w 6713"/>
                <a:gd name="csY4" fmla="*/ 0 h 356236"/>
                <a:gd name="csX5" fmla="*/ 0 w 6713"/>
                <a:gd name="csY5" fmla="*/ 0 h 356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6236">
                  <a:moveTo>
                    <a:pt x="0" y="0"/>
                  </a:moveTo>
                  <a:lnTo>
                    <a:pt x="0" y="356236"/>
                  </a:lnTo>
                  <a:lnTo>
                    <a:pt x="6714" y="35623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1D23B266-E887-D4F8-9421-627419D25EE8}"/>
                </a:ext>
              </a:extLst>
            </p:cNvPr>
            <p:cNvSpPr/>
            <p:nvPr/>
          </p:nvSpPr>
          <p:spPr>
            <a:xfrm>
              <a:off x="2131340" y="4401028"/>
              <a:ext cx="6713" cy="356236"/>
            </a:xfrm>
            <a:custGeom>
              <a:avLst/>
              <a:gdLst>
                <a:gd name="csX0" fmla="*/ 0 w 6713"/>
                <a:gd name="csY0" fmla="*/ 0 h 356236"/>
                <a:gd name="csX1" fmla="*/ 0 w 6713"/>
                <a:gd name="csY1" fmla="*/ 356236 h 356236"/>
                <a:gd name="csX2" fmla="*/ 6714 w 6713"/>
                <a:gd name="csY2" fmla="*/ 356236 h 356236"/>
                <a:gd name="csX3" fmla="*/ 6714 w 6713"/>
                <a:gd name="csY3" fmla="*/ 0 h 356236"/>
                <a:gd name="csX4" fmla="*/ 0 w 6713"/>
                <a:gd name="csY4" fmla="*/ 0 h 356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6236">
                  <a:moveTo>
                    <a:pt x="0" y="0"/>
                  </a:moveTo>
                  <a:lnTo>
                    <a:pt x="0" y="356236"/>
                  </a:lnTo>
                  <a:lnTo>
                    <a:pt x="6714" y="35623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90815912-4022-9927-77AE-C8C6B1A082C6}"/>
                </a:ext>
              </a:extLst>
            </p:cNvPr>
            <p:cNvSpPr/>
            <p:nvPr/>
          </p:nvSpPr>
          <p:spPr>
            <a:xfrm>
              <a:off x="2138053" y="4376784"/>
              <a:ext cx="6713" cy="380480"/>
            </a:xfrm>
            <a:custGeom>
              <a:avLst/>
              <a:gdLst>
                <a:gd name="csX0" fmla="*/ 0 w 6713"/>
                <a:gd name="csY0" fmla="*/ 0 h 380480"/>
                <a:gd name="csX1" fmla="*/ 0 w 6713"/>
                <a:gd name="csY1" fmla="*/ 380480 h 380480"/>
                <a:gd name="csX2" fmla="*/ 6714 w 6713"/>
                <a:gd name="csY2" fmla="*/ 380480 h 380480"/>
                <a:gd name="csX3" fmla="*/ 6714 w 6713"/>
                <a:gd name="csY3" fmla="*/ 0 h 380480"/>
                <a:gd name="csX4" fmla="*/ 0 w 6713"/>
                <a:gd name="csY4" fmla="*/ 0 h 380480"/>
                <a:gd name="csX5" fmla="*/ 0 w 6713"/>
                <a:gd name="csY5" fmla="*/ 0 h 380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80480">
                  <a:moveTo>
                    <a:pt x="0" y="0"/>
                  </a:moveTo>
                  <a:lnTo>
                    <a:pt x="0" y="380480"/>
                  </a:lnTo>
                  <a:lnTo>
                    <a:pt x="6714" y="3804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7F00D107-3C96-AD6B-4C1C-37124C572A99}"/>
                </a:ext>
              </a:extLst>
            </p:cNvPr>
            <p:cNvSpPr/>
            <p:nvPr/>
          </p:nvSpPr>
          <p:spPr>
            <a:xfrm>
              <a:off x="2138053" y="4376784"/>
              <a:ext cx="6713" cy="380480"/>
            </a:xfrm>
            <a:custGeom>
              <a:avLst/>
              <a:gdLst>
                <a:gd name="csX0" fmla="*/ 0 w 6713"/>
                <a:gd name="csY0" fmla="*/ 0 h 380480"/>
                <a:gd name="csX1" fmla="*/ 0 w 6713"/>
                <a:gd name="csY1" fmla="*/ 380480 h 380480"/>
                <a:gd name="csX2" fmla="*/ 6714 w 6713"/>
                <a:gd name="csY2" fmla="*/ 380480 h 380480"/>
                <a:gd name="csX3" fmla="*/ 6714 w 6713"/>
                <a:gd name="csY3" fmla="*/ 0 h 380480"/>
                <a:gd name="csX4" fmla="*/ 0 w 6713"/>
                <a:gd name="csY4" fmla="*/ 0 h 380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80480">
                  <a:moveTo>
                    <a:pt x="0" y="0"/>
                  </a:moveTo>
                  <a:lnTo>
                    <a:pt x="0" y="380480"/>
                  </a:lnTo>
                  <a:lnTo>
                    <a:pt x="6714" y="3804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4B003961-4475-ECE6-2B7F-04CFD7F88CC6}"/>
                </a:ext>
              </a:extLst>
            </p:cNvPr>
            <p:cNvSpPr/>
            <p:nvPr/>
          </p:nvSpPr>
          <p:spPr>
            <a:xfrm>
              <a:off x="2144767" y="4356181"/>
              <a:ext cx="6713" cy="401082"/>
            </a:xfrm>
            <a:custGeom>
              <a:avLst/>
              <a:gdLst>
                <a:gd name="csX0" fmla="*/ 0 w 6713"/>
                <a:gd name="csY0" fmla="*/ 0 h 401082"/>
                <a:gd name="csX1" fmla="*/ 0 w 6713"/>
                <a:gd name="csY1" fmla="*/ 401083 h 401082"/>
                <a:gd name="csX2" fmla="*/ 6714 w 6713"/>
                <a:gd name="csY2" fmla="*/ 401083 h 401082"/>
                <a:gd name="csX3" fmla="*/ 6714 w 6713"/>
                <a:gd name="csY3" fmla="*/ 0 h 401082"/>
                <a:gd name="csX4" fmla="*/ 0 w 6713"/>
                <a:gd name="csY4" fmla="*/ 0 h 401082"/>
                <a:gd name="csX5" fmla="*/ 0 w 6713"/>
                <a:gd name="csY5" fmla="*/ 0 h 401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01082">
                  <a:moveTo>
                    <a:pt x="0" y="0"/>
                  </a:moveTo>
                  <a:lnTo>
                    <a:pt x="0" y="401083"/>
                  </a:lnTo>
                  <a:lnTo>
                    <a:pt x="6714" y="40108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9E2B2815-159D-68AE-8949-7C74F299554F}"/>
                </a:ext>
              </a:extLst>
            </p:cNvPr>
            <p:cNvSpPr/>
            <p:nvPr/>
          </p:nvSpPr>
          <p:spPr>
            <a:xfrm>
              <a:off x="2144767" y="4356181"/>
              <a:ext cx="6713" cy="401082"/>
            </a:xfrm>
            <a:custGeom>
              <a:avLst/>
              <a:gdLst>
                <a:gd name="csX0" fmla="*/ 0 w 6713"/>
                <a:gd name="csY0" fmla="*/ 0 h 401082"/>
                <a:gd name="csX1" fmla="*/ 0 w 6713"/>
                <a:gd name="csY1" fmla="*/ 401083 h 401082"/>
                <a:gd name="csX2" fmla="*/ 6714 w 6713"/>
                <a:gd name="csY2" fmla="*/ 401083 h 401082"/>
                <a:gd name="csX3" fmla="*/ 6714 w 6713"/>
                <a:gd name="csY3" fmla="*/ 0 h 401082"/>
                <a:gd name="csX4" fmla="*/ 0 w 6713"/>
                <a:gd name="csY4" fmla="*/ 0 h 401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01082">
                  <a:moveTo>
                    <a:pt x="0" y="0"/>
                  </a:moveTo>
                  <a:lnTo>
                    <a:pt x="0" y="401083"/>
                  </a:lnTo>
                  <a:lnTo>
                    <a:pt x="6714" y="40108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89CCF011-981C-DE77-883E-7919F9AED6A0}"/>
                </a:ext>
              </a:extLst>
            </p:cNvPr>
            <p:cNvSpPr/>
            <p:nvPr/>
          </p:nvSpPr>
          <p:spPr>
            <a:xfrm>
              <a:off x="2151481" y="4310697"/>
              <a:ext cx="6702" cy="446566"/>
            </a:xfrm>
            <a:custGeom>
              <a:avLst/>
              <a:gdLst>
                <a:gd name="csX0" fmla="*/ 0 w 6702"/>
                <a:gd name="csY0" fmla="*/ 0 h 446566"/>
                <a:gd name="csX1" fmla="*/ 0 w 6702"/>
                <a:gd name="csY1" fmla="*/ 446567 h 446566"/>
                <a:gd name="csX2" fmla="*/ 6703 w 6702"/>
                <a:gd name="csY2" fmla="*/ 446567 h 446566"/>
                <a:gd name="csX3" fmla="*/ 6703 w 6702"/>
                <a:gd name="csY3" fmla="*/ 0 h 446566"/>
                <a:gd name="csX4" fmla="*/ 0 w 6702"/>
                <a:gd name="csY4" fmla="*/ 0 h 446566"/>
                <a:gd name="csX5" fmla="*/ 0 w 6702"/>
                <a:gd name="csY5" fmla="*/ 0 h 446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446566">
                  <a:moveTo>
                    <a:pt x="0" y="0"/>
                  </a:moveTo>
                  <a:lnTo>
                    <a:pt x="0" y="446567"/>
                  </a:lnTo>
                  <a:lnTo>
                    <a:pt x="6703" y="44656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68A69351-A72E-DD03-1B67-0DAF1F69AC31}"/>
                </a:ext>
              </a:extLst>
            </p:cNvPr>
            <p:cNvSpPr/>
            <p:nvPr/>
          </p:nvSpPr>
          <p:spPr>
            <a:xfrm>
              <a:off x="2151481" y="4310697"/>
              <a:ext cx="6702" cy="446566"/>
            </a:xfrm>
            <a:custGeom>
              <a:avLst/>
              <a:gdLst>
                <a:gd name="csX0" fmla="*/ 0 w 6702"/>
                <a:gd name="csY0" fmla="*/ 0 h 446566"/>
                <a:gd name="csX1" fmla="*/ 0 w 6702"/>
                <a:gd name="csY1" fmla="*/ 446567 h 446566"/>
                <a:gd name="csX2" fmla="*/ 6703 w 6702"/>
                <a:gd name="csY2" fmla="*/ 446567 h 446566"/>
                <a:gd name="csX3" fmla="*/ 6703 w 6702"/>
                <a:gd name="csY3" fmla="*/ 0 h 446566"/>
                <a:gd name="csX4" fmla="*/ 0 w 6702"/>
                <a:gd name="csY4" fmla="*/ 0 h 446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446566">
                  <a:moveTo>
                    <a:pt x="0" y="0"/>
                  </a:moveTo>
                  <a:lnTo>
                    <a:pt x="0" y="446567"/>
                  </a:lnTo>
                  <a:lnTo>
                    <a:pt x="6703" y="44656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7F37C6B7-18DE-763A-16A2-3CEDA6C04322}"/>
                </a:ext>
              </a:extLst>
            </p:cNvPr>
            <p:cNvSpPr/>
            <p:nvPr/>
          </p:nvSpPr>
          <p:spPr>
            <a:xfrm>
              <a:off x="2158184" y="4266711"/>
              <a:ext cx="6713" cy="490552"/>
            </a:xfrm>
            <a:custGeom>
              <a:avLst/>
              <a:gdLst>
                <a:gd name="csX0" fmla="*/ 0 w 6713"/>
                <a:gd name="csY0" fmla="*/ 0 h 490552"/>
                <a:gd name="csX1" fmla="*/ 0 w 6713"/>
                <a:gd name="csY1" fmla="*/ 490553 h 490552"/>
                <a:gd name="csX2" fmla="*/ 6714 w 6713"/>
                <a:gd name="csY2" fmla="*/ 490553 h 490552"/>
                <a:gd name="csX3" fmla="*/ 6714 w 6713"/>
                <a:gd name="csY3" fmla="*/ 0 h 490552"/>
                <a:gd name="csX4" fmla="*/ 0 w 6713"/>
                <a:gd name="csY4" fmla="*/ 0 h 490552"/>
                <a:gd name="csX5" fmla="*/ 0 w 6713"/>
                <a:gd name="csY5" fmla="*/ 0 h 490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0552">
                  <a:moveTo>
                    <a:pt x="0" y="0"/>
                  </a:moveTo>
                  <a:lnTo>
                    <a:pt x="0" y="490553"/>
                  </a:lnTo>
                  <a:lnTo>
                    <a:pt x="6714" y="49055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9D23EC0E-876A-9307-E0A2-068C5C1611A9}"/>
                </a:ext>
              </a:extLst>
            </p:cNvPr>
            <p:cNvSpPr/>
            <p:nvPr/>
          </p:nvSpPr>
          <p:spPr>
            <a:xfrm>
              <a:off x="2158184" y="4266711"/>
              <a:ext cx="6713" cy="490552"/>
            </a:xfrm>
            <a:custGeom>
              <a:avLst/>
              <a:gdLst>
                <a:gd name="csX0" fmla="*/ 0 w 6713"/>
                <a:gd name="csY0" fmla="*/ 0 h 490552"/>
                <a:gd name="csX1" fmla="*/ 0 w 6713"/>
                <a:gd name="csY1" fmla="*/ 490553 h 490552"/>
                <a:gd name="csX2" fmla="*/ 6714 w 6713"/>
                <a:gd name="csY2" fmla="*/ 490553 h 490552"/>
                <a:gd name="csX3" fmla="*/ 6714 w 6713"/>
                <a:gd name="csY3" fmla="*/ 0 h 490552"/>
                <a:gd name="csX4" fmla="*/ 0 w 6713"/>
                <a:gd name="csY4" fmla="*/ 0 h 490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0552">
                  <a:moveTo>
                    <a:pt x="0" y="0"/>
                  </a:moveTo>
                  <a:lnTo>
                    <a:pt x="0" y="490553"/>
                  </a:lnTo>
                  <a:lnTo>
                    <a:pt x="6714" y="49055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B3AC2FD7-83A3-16E8-CB73-3324825FCAB3}"/>
                </a:ext>
              </a:extLst>
            </p:cNvPr>
            <p:cNvSpPr/>
            <p:nvPr/>
          </p:nvSpPr>
          <p:spPr>
            <a:xfrm>
              <a:off x="2164897" y="4241831"/>
              <a:ext cx="6713" cy="515433"/>
            </a:xfrm>
            <a:custGeom>
              <a:avLst/>
              <a:gdLst>
                <a:gd name="csX0" fmla="*/ 0 w 6713"/>
                <a:gd name="csY0" fmla="*/ 0 h 515433"/>
                <a:gd name="csX1" fmla="*/ 0 w 6713"/>
                <a:gd name="csY1" fmla="*/ 515433 h 515433"/>
                <a:gd name="csX2" fmla="*/ 6714 w 6713"/>
                <a:gd name="csY2" fmla="*/ 515433 h 515433"/>
                <a:gd name="csX3" fmla="*/ 6714 w 6713"/>
                <a:gd name="csY3" fmla="*/ 0 h 515433"/>
                <a:gd name="csX4" fmla="*/ 0 w 6713"/>
                <a:gd name="csY4" fmla="*/ 0 h 515433"/>
                <a:gd name="csX5" fmla="*/ 0 w 6713"/>
                <a:gd name="csY5" fmla="*/ 0 h 5154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15433">
                  <a:moveTo>
                    <a:pt x="0" y="0"/>
                  </a:moveTo>
                  <a:lnTo>
                    <a:pt x="0" y="515433"/>
                  </a:lnTo>
                  <a:lnTo>
                    <a:pt x="6714" y="51543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B138595A-9BF5-5C3E-0A19-F1DFEDF919E3}"/>
                </a:ext>
              </a:extLst>
            </p:cNvPr>
            <p:cNvSpPr/>
            <p:nvPr/>
          </p:nvSpPr>
          <p:spPr>
            <a:xfrm>
              <a:off x="2164897" y="4241831"/>
              <a:ext cx="6713" cy="515433"/>
            </a:xfrm>
            <a:custGeom>
              <a:avLst/>
              <a:gdLst>
                <a:gd name="csX0" fmla="*/ 0 w 6713"/>
                <a:gd name="csY0" fmla="*/ 0 h 515433"/>
                <a:gd name="csX1" fmla="*/ 0 w 6713"/>
                <a:gd name="csY1" fmla="*/ 515433 h 515433"/>
                <a:gd name="csX2" fmla="*/ 6714 w 6713"/>
                <a:gd name="csY2" fmla="*/ 515433 h 515433"/>
                <a:gd name="csX3" fmla="*/ 6714 w 6713"/>
                <a:gd name="csY3" fmla="*/ 0 h 515433"/>
                <a:gd name="csX4" fmla="*/ 0 w 6713"/>
                <a:gd name="csY4" fmla="*/ 0 h 5154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15433">
                  <a:moveTo>
                    <a:pt x="0" y="0"/>
                  </a:moveTo>
                  <a:lnTo>
                    <a:pt x="0" y="515433"/>
                  </a:lnTo>
                  <a:lnTo>
                    <a:pt x="6714" y="51543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38CF2CD6-3FA1-B833-2A92-2E520F2EA72E}"/>
                </a:ext>
              </a:extLst>
            </p:cNvPr>
            <p:cNvSpPr/>
            <p:nvPr/>
          </p:nvSpPr>
          <p:spPr>
            <a:xfrm>
              <a:off x="2171611" y="4210747"/>
              <a:ext cx="6713" cy="546516"/>
            </a:xfrm>
            <a:custGeom>
              <a:avLst/>
              <a:gdLst>
                <a:gd name="csX0" fmla="*/ 0 w 6713"/>
                <a:gd name="csY0" fmla="*/ 0 h 546516"/>
                <a:gd name="csX1" fmla="*/ 0 w 6713"/>
                <a:gd name="csY1" fmla="*/ 546517 h 546516"/>
                <a:gd name="csX2" fmla="*/ 6714 w 6713"/>
                <a:gd name="csY2" fmla="*/ 546517 h 546516"/>
                <a:gd name="csX3" fmla="*/ 6714 w 6713"/>
                <a:gd name="csY3" fmla="*/ 0 h 546516"/>
                <a:gd name="csX4" fmla="*/ 0 w 6713"/>
                <a:gd name="csY4" fmla="*/ 0 h 546516"/>
                <a:gd name="csX5" fmla="*/ 0 w 6713"/>
                <a:gd name="csY5" fmla="*/ 0 h 546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46516">
                  <a:moveTo>
                    <a:pt x="0" y="0"/>
                  </a:moveTo>
                  <a:lnTo>
                    <a:pt x="0" y="546517"/>
                  </a:lnTo>
                  <a:lnTo>
                    <a:pt x="6714" y="54651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93AE3446-28DF-BC5C-F982-68635599BACD}"/>
                </a:ext>
              </a:extLst>
            </p:cNvPr>
            <p:cNvSpPr/>
            <p:nvPr/>
          </p:nvSpPr>
          <p:spPr>
            <a:xfrm>
              <a:off x="2171611" y="4210747"/>
              <a:ext cx="6713" cy="546516"/>
            </a:xfrm>
            <a:custGeom>
              <a:avLst/>
              <a:gdLst>
                <a:gd name="csX0" fmla="*/ 0 w 6713"/>
                <a:gd name="csY0" fmla="*/ 0 h 546516"/>
                <a:gd name="csX1" fmla="*/ 0 w 6713"/>
                <a:gd name="csY1" fmla="*/ 546517 h 546516"/>
                <a:gd name="csX2" fmla="*/ 6714 w 6713"/>
                <a:gd name="csY2" fmla="*/ 546517 h 546516"/>
                <a:gd name="csX3" fmla="*/ 6714 w 6713"/>
                <a:gd name="csY3" fmla="*/ 0 h 546516"/>
                <a:gd name="csX4" fmla="*/ 0 w 6713"/>
                <a:gd name="csY4" fmla="*/ 0 h 546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46516">
                  <a:moveTo>
                    <a:pt x="0" y="0"/>
                  </a:moveTo>
                  <a:lnTo>
                    <a:pt x="0" y="546517"/>
                  </a:lnTo>
                  <a:lnTo>
                    <a:pt x="6714" y="54651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ADA0B56C-C147-7AAF-2A2C-875E558D40E5}"/>
                </a:ext>
              </a:extLst>
            </p:cNvPr>
            <p:cNvSpPr/>
            <p:nvPr/>
          </p:nvSpPr>
          <p:spPr>
            <a:xfrm>
              <a:off x="2178325" y="4152146"/>
              <a:ext cx="6713" cy="605118"/>
            </a:xfrm>
            <a:custGeom>
              <a:avLst/>
              <a:gdLst>
                <a:gd name="csX0" fmla="*/ 0 w 6713"/>
                <a:gd name="csY0" fmla="*/ 0 h 605118"/>
                <a:gd name="csX1" fmla="*/ 0 w 6713"/>
                <a:gd name="csY1" fmla="*/ 605118 h 605118"/>
                <a:gd name="csX2" fmla="*/ 6714 w 6713"/>
                <a:gd name="csY2" fmla="*/ 605118 h 605118"/>
                <a:gd name="csX3" fmla="*/ 6714 w 6713"/>
                <a:gd name="csY3" fmla="*/ 0 h 605118"/>
                <a:gd name="csX4" fmla="*/ 0 w 6713"/>
                <a:gd name="csY4" fmla="*/ 0 h 605118"/>
                <a:gd name="csX5" fmla="*/ 0 w 6713"/>
                <a:gd name="csY5" fmla="*/ 0 h 605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05118">
                  <a:moveTo>
                    <a:pt x="0" y="0"/>
                  </a:moveTo>
                  <a:lnTo>
                    <a:pt x="0" y="605118"/>
                  </a:lnTo>
                  <a:lnTo>
                    <a:pt x="6714" y="6051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54B535D5-9368-BF3B-4019-8D670C7D705A}"/>
                </a:ext>
              </a:extLst>
            </p:cNvPr>
            <p:cNvSpPr/>
            <p:nvPr/>
          </p:nvSpPr>
          <p:spPr>
            <a:xfrm>
              <a:off x="2178325" y="4152146"/>
              <a:ext cx="6713" cy="605118"/>
            </a:xfrm>
            <a:custGeom>
              <a:avLst/>
              <a:gdLst>
                <a:gd name="csX0" fmla="*/ 0 w 6713"/>
                <a:gd name="csY0" fmla="*/ 0 h 605118"/>
                <a:gd name="csX1" fmla="*/ 0 w 6713"/>
                <a:gd name="csY1" fmla="*/ 605118 h 605118"/>
                <a:gd name="csX2" fmla="*/ 6714 w 6713"/>
                <a:gd name="csY2" fmla="*/ 605118 h 605118"/>
                <a:gd name="csX3" fmla="*/ 6714 w 6713"/>
                <a:gd name="csY3" fmla="*/ 0 h 605118"/>
                <a:gd name="csX4" fmla="*/ 0 w 6713"/>
                <a:gd name="csY4" fmla="*/ 0 h 605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05118">
                  <a:moveTo>
                    <a:pt x="0" y="0"/>
                  </a:moveTo>
                  <a:lnTo>
                    <a:pt x="0" y="605118"/>
                  </a:lnTo>
                  <a:lnTo>
                    <a:pt x="6714" y="6051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97B10FF-3659-1088-CDDD-E94D3649B90F}"/>
                </a:ext>
              </a:extLst>
            </p:cNvPr>
            <p:cNvSpPr/>
            <p:nvPr/>
          </p:nvSpPr>
          <p:spPr>
            <a:xfrm>
              <a:off x="2185039" y="4115004"/>
              <a:ext cx="6702" cy="642260"/>
            </a:xfrm>
            <a:custGeom>
              <a:avLst/>
              <a:gdLst>
                <a:gd name="csX0" fmla="*/ 0 w 6702"/>
                <a:gd name="csY0" fmla="*/ 0 h 642260"/>
                <a:gd name="csX1" fmla="*/ 0 w 6702"/>
                <a:gd name="csY1" fmla="*/ 642261 h 642260"/>
                <a:gd name="csX2" fmla="*/ 6703 w 6702"/>
                <a:gd name="csY2" fmla="*/ 642261 h 642260"/>
                <a:gd name="csX3" fmla="*/ 6703 w 6702"/>
                <a:gd name="csY3" fmla="*/ 0 h 642260"/>
                <a:gd name="csX4" fmla="*/ 0 w 6702"/>
                <a:gd name="csY4" fmla="*/ 0 h 642260"/>
                <a:gd name="csX5" fmla="*/ 0 w 6702"/>
                <a:gd name="csY5" fmla="*/ 0 h 642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642260">
                  <a:moveTo>
                    <a:pt x="0" y="0"/>
                  </a:moveTo>
                  <a:lnTo>
                    <a:pt x="0" y="642261"/>
                  </a:lnTo>
                  <a:lnTo>
                    <a:pt x="6703" y="64226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CDA1B8E-E4A1-BA63-3B09-09250ADF8698}"/>
                </a:ext>
              </a:extLst>
            </p:cNvPr>
            <p:cNvSpPr/>
            <p:nvPr/>
          </p:nvSpPr>
          <p:spPr>
            <a:xfrm>
              <a:off x="2185039" y="4115004"/>
              <a:ext cx="6702" cy="642260"/>
            </a:xfrm>
            <a:custGeom>
              <a:avLst/>
              <a:gdLst>
                <a:gd name="csX0" fmla="*/ 0 w 6702"/>
                <a:gd name="csY0" fmla="*/ 0 h 642260"/>
                <a:gd name="csX1" fmla="*/ 0 w 6702"/>
                <a:gd name="csY1" fmla="*/ 642261 h 642260"/>
                <a:gd name="csX2" fmla="*/ 6703 w 6702"/>
                <a:gd name="csY2" fmla="*/ 642261 h 642260"/>
                <a:gd name="csX3" fmla="*/ 6703 w 6702"/>
                <a:gd name="csY3" fmla="*/ 0 h 642260"/>
                <a:gd name="csX4" fmla="*/ 0 w 6702"/>
                <a:gd name="csY4" fmla="*/ 0 h 642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642260">
                  <a:moveTo>
                    <a:pt x="0" y="0"/>
                  </a:moveTo>
                  <a:lnTo>
                    <a:pt x="0" y="642261"/>
                  </a:lnTo>
                  <a:lnTo>
                    <a:pt x="6703" y="64226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99B1EBDF-D02F-A619-DACC-D9368C21A467}"/>
                </a:ext>
              </a:extLst>
            </p:cNvPr>
            <p:cNvSpPr/>
            <p:nvPr/>
          </p:nvSpPr>
          <p:spPr>
            <a:xfrm>
              <a:off x="2191741" y="4075508"/>
              <a:ext cx="6713" cy="681756"/>
            </a:xfrm>
            <a:custGeom>
              <a:avLst/>
              <a:gdLst>
                <a:gd name="csX0" fmla="*/ 0 w 6713"/>
                <a:gd name="csY0" fmla="*/ 0 h 681756"/>
                <a:gd name="csX1" fmla="*/ 0 w 6713"/>
                <a:gd name="csY1" fmla="*/ 681756 h 681756"/>
                <a:gd name="csX2" fmla="*/ 6714 w 6713"/>
                <a:gd name="csY2" fmla="*/ 681756 h 681756"/>
                <a:gd name="csX3" fmla="*/ 6714 w 6713"/>
                <a:gd name="csY3" fmla="*/ 0 h 681756"/>
                <a:gd name="csX4" fmla="*/ 0 w 6713"/>
                <a:gd name="csY4" fmla="*/ 0 h 681756"/>
                <a:gd name="csX5" fmla="*/ 0 w 6713"/>
                <a:gd name="csY5" fmla="*/ 0 h 681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81756">
                  <a:moveTo>
                    <a:pt x="0" y="0"/>
                  </a:moveTo>
                  <a:lnTo>
                    <a:pt x="0" y="681756"/>
                  </a:lnTo>
                  <a:lnTo>
                    <a:pt x="6714" y="68175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7B12254A-1760-BDB1-D534-2560891DD7F9}"/>
                </a:ext>
              </a:extLst>
            </p:cNvPr>
            <p:cNvSpPr/>
            <p:nvPr/>
          </p:nvSpPr>
          <p:spPr>
            <a:xfrm>
              <a:off x="2191741" y="4075508"/>
              <a:ext cx="6713" cy="681756"/>
            </a:xfrm>
            <a:custGeom>
              <a:avLst/>
              <a:gdLst>
                <a:gd name="csX0" fmla="*/ 0 w 6713"/>
                <a:gd name="csY0" fmla="*/ 0 h 681756"/>
                <a:gd name="csX1" fmla="*/ 0 w 6713"/>
                <a:gd name="csY1" fmla="*/ 681756 h 681756"/>
                <a:gd name="csX2" fmla="*/ 6714 w 6713"/>
                <a:gd name="csY2" fmla="*/ 681756 h 681756"/>
                <a:gd name="csX3" fmla="*/ 6714 w 6713"/>
                <a:gd name="csY3" fmla="*/ 0 h 681756"/>
                <a:gd name="csX4" fmla="*/ 0 w 6713"/>
                <a:gd name="csY4" fmla="*/ 0 h 681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81756">
                  <a:moveTo>
                    <a:pt x="0" y="0"/>
                  </a:moveTo>
                  <a:lnTo>
                    <a:pt x="0" y="681756"/>
                  </a:lnTo>
                  <a:lnTo>
                    <a:pt x="6714" y="68175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D666C26A-CA1B-006C-B074-653ADD0DFF02}"/>
                </a:ext>
              </a:extLst>
            </p:cNvPr>
            <p:cNvSpPr/>
            <p:nvPr/>
          </p:nvSpPr>
          <p:spPr>
            <a:xfrm>
              <a:off x="2198455" y="4042857"/>
              <a:ext cx="6713" cy="714406"/>
            </a:xfrm>
            <a:custGeom>
              <a:avLst/>
              <a:gdLst>
                <a:gd name="csX0" fmla="*/ 0 w 6713"/>
                <a:gd name="csY0" fmla="*/ 0 h 714406"/>
                <a:gd name="csX1" fmla="*/ 0 w 6713"/>
                <a:gd name="csY1" fmla="*/ 714407 h 714406"/>
                <a:gd name="csX2" fmla="*/ 6714 w 6713"/>
                <a:gd name="csY2" fmla="*/ 714407 h 714406"/>
                <a:gd name="csX3" fmla="*/ 6714 w 6713"/>
                <a:gd name="csY3" fmla="*/ 0 h 714406"/>
                <a:gd name="csX4" fmla="*/ 0 w 6713"/>
                <a:gd name="csY4" fmla="*/ 0 h 714406"/>
                <a:gd name="csX5" fmla="*/ 0 w 6713"/>
                <a:gd name="csY5" fmla="*/ 0 h 7144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14406">
                  <a:moveTo>
                    <a:pt x="0" y="0"/>
                  </a:moveTo>
                  <a:lnTo>
                    <a:pt x="0" y="714407"/>
                  </a:lnTo>
                  <a:lnTo>
                    <a:pt x="6714" y="71440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BE9C99AF-91BE-E96A-B43C-A8091549AAD9}"/>
                </a:ext>
              </a:extLst>
            </p:cNvPr>
            <p:cNvSpPr/>
            <p:nvPr/>
          </p:nvSpPr>
          <p:spPr>
            <a:xfrm>
              <a:off x="2198455" y="4042857"/>
              <a:ext cx="6713" cy="714406"/>
            </a:xfrm>
            <a:custGeom>
              <a:avLst/>
              <a:gdLst>
                <a:gd name="csX0" fmla="*/ 0 w 6713"/>
                <a:gd name="csY0" fmla="*/ 0 h 714406"/>
                <a:gd name="csX1" fmla="*/ 0 w 6713"/>
                <a:gd name="csY1" fmla="*/ 714407 h 714406"/>
                <a:gd name="csX2" fmla="*/ 6714 w 6713"/>
                <a:gd name="csY2" fmla="*/ 714407 h 714406"/>
                <a:gd name="csX3" fmla="*/ 6714 w 6713"/>
                <a:gd name="csY3" fmla="*/ 0 h 714406"/>
                <a:gd name="csX4" fmla="*/ 0 w 6713"/>
                <a:gd name="csY4" fmla="*/ 0 h 7144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14406">
                  <a:moveTo>
                    <a:pt x="0" y="0"/>
                  </a:moveTo>
                  <a:lnTo>
                    <a:pt x="0" y="714407"/>
                  </a:lnTo>
                  <a:lnTo>
                    <a:pt x="6714" y="71440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56291F54-0CC1-2E0E-AF6E-12DC5AEEE15F}"/>
                </a:ext>
              </a:extLst>
            </p:cNvPr>
            <p:cNvSpPr/>
            <p:nvPr/>
          </p:nvSpPr>
          <p:spPr>
            <a:xfrm>
              <a:off x="2205169" y="3993880"/>
              <a:ext cx="6713" cy="763384"/>
            </a:xfrm>
            <a:custGeom>
              <a:avLst/>
              <a:gdLst>
                <a:gd name="csX0" fmla="*/ 0 w 6713"/>
                <a:gd name="csY0" fmla="*/ 0 h 763384"/>
                <a:gd name="csX1" fmla="*/ 0 w 6713"/>
                <a:gd name="csY1" fmla="*/ 763384 h 763384"/>
                <a:gd name="csX2" fmla="*/ 6714 w 6713"/>
                <a:gd name="csY2" fmla="*/ 763384 h 763384"/>
                <a:gd name="csX3" fmla="*/ 6714 w 6713"/>
                <a:gd name="csY3" fmla="*/ 0 h 763384"/>
                <a:gd name="csX4" fmla="*/ 0 w 6713"/>
                <a:gd name="csY4" fmla="*/ 0 h 763384"/>
                <a:gd name="csX5" fmla="*/ 0 w 6713"/>
                <a:gd name="csY5" fmla="*/ 0 h 76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63384">
                  <a:moveTo>
                    <a:pt x="0" y="0"/>
                  </a:moveTo>
                  <a:lnTo>
                    <a:pt x="0" y="763384"/>
                  </a:lnTo>
                  <a:lnTo>
                    <a:pt x="6714" y="76338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13B82CF4-95B2-9E28-28EF-F691D7DAD454}"/>
                </a:ext>
              </a:extLst>
            </p:cNvPr>
            <p:cNvSpPr/>
            <p:nvPr/>
          </p:nvSpPr>
          <p:spPr>
            <a:xfrm>
              <a:off x="2205169" y="3993880"/>
              <a:ext cx="6713" cy="763384"/>
            </a:xfrm>
            <a:custGeom>
              <a:avLst/>
              <a:gdLst>
                <a:gd name="csX0" fmla="*/ 0 w 6713"/>
                <a:gd name="csY0" fmla="*/ 0 h 763384"/>
                <a:gd name="csX1" fmla="*/ 0 w 6713"/>
                <a:gd name="csY1" fmla="*/ 763384 h 763384"/>
                <a:gd name="csX2" fmla="*/ 6714 w 6713"/>
                <a:gd name="csY2" fmla="*/ 763384 h 763384"/>
                <a:gd name="csX3" fmla="*/ 6714 w 6713"/>
                <a:gd name="csY3" fmla="*/ 0 h 763384"/>
                <a:gd name="csX4" fmla="*/ 0 w 6713"/>
                <a:gd name="csY4" fmla="*/ 0 h 76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63384">
                  <a:moveTo>
                    <a:pt x="0" y="0"/>
                  </a:moveTo>
                  <a:lnTo>
                    <a:pt x="0" y="763384"/>
                  </a:lnTo>
                  <a:lnTo>
                    <a:pt x="6714" y="76338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29D4A778-8F5F-A60C-DA17-C1A379823710}"/>
                </a:ext>
              </a:extLst>
            </p:cNvPr>
            <p:cNvSpPr/>
            <p:nvPr/>
          </p:nvSpPr>
          <p:spPr>
            <a:xfrm>
              <a:off x="2211883" y="3950892"/>
              <a:ext cx="6702" cy="806372"/>
            </a:xfrm>
            <a:custGeom>
              <a:avLst/>
              <a:gdLst>
                <a:gd name="csX0" fmla="*/ 0 w 6702"/>
                <a:gd name="csY0" fmla="*/ 0 h 806372"/>
                <a:gd name="csX1" fmla="*/ 0 w 6702"/>
                <a:gd name="csY1" fmla="*/ 806372 h 806372"/>
                <a:gd name="csX2" fmla="*/ 6703 w 6702"/>
                <a:gd name="csY2" fmla="*/ 806372 h 806372"/>
                <a:gd name="csX3" fmla="*/ 6703 w 6702"/>
                <a:gd name="csY3" fmla="*/ 0 h 806372"/>
                <a:gd name="csX4" fmla="*/ 0 w 6702"/>
                <a:gd name="csY4" fmla="*/ 0 h 806372"/>
                <a:gd name="csX5" fmla="*/ 0 w 6702"/>
                <a:gd name="csY5" fmla="*/ 0 h 806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806372">
                  <a:moveTo>
                    <a:pt x="0" y="0"/>
                  </a:moveTo>
                  <a:lnTo>
                    <a:pt x="0" y="806372"/>
                  </a:lnTo>
                  <a:lnTo>
                    <a:pt x="6703" y="806372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3DB37E8-54C6-0603-39EE-28F72B66C138}"/>
                </a:ext>
              </a:extLst>
            </p:cNvPr>
            <p:cNvSpPr/>
            <p:nvPr/>
          </p:nvSpPr>
          <p:spPr>
            <a:xfrm>
              <a:off x="2211883" y="3950892"/>
              <a:ext cx="6702" cy="806372"/>
            </a:xfrm>
            <a:custGeom>
              <a:avLst/>
              <a:gdLst>
                <a:gd name="csX0" fmla="*/ 0 w 6702"/>
                <a:gd name="csY0" fmla="*/ 0 h 806372"/>
                <a:gd name="csX1" fmla="*/ 0 w 6702"/>
                <a:gd name="csY1" fmla="*/ 806372 h 806372"/>
                <a:gd name="csX2" fmla="*/ 6703 w 6702"/>
                <a:gd name="csY2" fmla="*/ 806372 h 806372"/>
                <a:gd name="csX3" fmla="*/ 6703 w 6702"/>
                <a:gd name="csY3" fmla="*/ 0 h 806372"/>
                <a:gd name="csX4" fmla="*/ 0 w 6702"/>
                <a:gd name="csY4" fmla="*/ 0 h 806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806372">
                  <a:moveTo>
                    <a:pt x="0" y="0"/>
                  </a:moveTo>
                  <a:lnTo>
                    <a:pt x="0" y="806372"/>
                  </a:lnTo>
                  <a:lnTo>
                    <a:pt x="6703" y="806372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24571557-50A0-9FB0-00CA-B8F0CB7F58E4}"/>
                </a:ext>
              </a:extLst>
            </p:cNvPr>
            <p:cNvSpPr/>
            <p:nvPr/>
          </p:nvSpPr>
          <p:spPr>
            <a:xfrm>
              <a:off x="2218585" y="3909045"/>
              <a:ext cx="6713" cy="848219"/>
            </a:xfrm>
            <a:custGeom>
              <a:avLst/>
              <a:gdLst>
                <a:gd name="csX0" fmla="*/ 0 w 6713"/>
                <a:gd name="csY0" fmla="*/ 0 h 848219"/>
                <a:gd name="csX1" fmla="*/ 0 w 6713"/>
                <a:gd name="csY1" fmla="*/ 848220 h 848219"/>
                <a:gd name="csX2" fmla="*/ 6714 w 6713"/>
                <a:gd name="csY2" fmla="*/ 848220 h 848219"/>
                <a:gd name="csX3" fmla="*/ 6714 w 6713"/>
                <a:gd name="csY3" fmla="*/ 0 h 848219"/>
                <a:gd name="csX4" fmla="*/ 0 w 6713"/>
                <a:gd name="csY4" fmla="*/ 0 h 848219"/>
                <a:gd name="csX5" fmla="*/ 0 w 6713"/>
                <a:gd name="csY5" fmla="*/ 0 h 848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48219">
                  <a:moveTo>
                    <a:pt x="0" y="0"/>
                  </a:moveTo>
                  <a:lnTo>
                    <a:pt x="0" y="848220"/>
                  </a:lnTo>
                  <a:lnTo>
                    <a:pt x="6714" y="84822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C4C39A7B-9592-F2F4-5D26-41156ACD9C68}"/>
                </a:ext>
              </a:extLst>
            </p:cNvPr>
            <p:cNvSpPr/>
            <p:nvPr/>
          </p:nvSpPr>
          <p:spPr>
            <a:xfrm>
              <a:off x="2218585" y="3909045"/>
              <a:ext cx="6713" cy="848219"/>
            </a:xfrm>
            <a:custGeom>
              <a:avLst/>
              <a:gdLst>
                <a:gd name="csX0" fmla="*/ 0 w 6713"/>
                <a:gd name="csY0" fmla="*/ 0 h 848219"/>
                <a:gd name="csX1" fmla="*/ 0 w 6713"/>
                <a:gd name="csY1" fmla="*/ 848220 h 848219"/>
                <a:gd name="csX2" fmla="*/ 6714 w 6713"/>
                <a:gd name="csY2" fmla="*/ 848220 h 848219"/>
                <a:gd name="csX3" fmla="*/ 6714 w 6713"/>
                <a:gd name="csY3" fmla="*/ 0 h 848219"/>
                <a:gd name="csX4" fmla="*/ 0 w 6713"/>
                <a:gd name="csY4" fmla="*/ 0 h 848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48219">
                  <a:moveTo>
                    <a:pt x="0" y="0"/>
                  </a:moveTo>
                  <a:lnTo>
                    <a:pt x="0" y="848220"/>
                  </a:lnTo>
                  <a:lnTo>
                    <a:pt x="6714" y="84822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896B6EEE-D4A0-47C4-76B1-D40054D78693}"/>
                </a:ext>
              </a:extLst>
            </p:cNvPr>
            <p:cNvSpPr/>
            <p:nvPr/>
          </p:nvSpPr>
          <p:spPr>
            <a:xfrm>
              <a:off x="2225299" y="3879744"/>
              <a:ext cx="6713" cy="877520"/>
            </a:xfrm>
            <a:custGeom>
              <a:avLst/>
              <a:gdLst>
                <a:gd name="csX0" fmla="*/ 0 w 6713"/>
                <a:gd name="csY0" fmla="*/ 0 h 877520"/>
                <a:gd name="csX1" fmla="*/ 0 w 6713"/>
                <a:gd name="csY1" fmla="*/ 877520 h 877520"/>
                <a:gd name="csX2" fmla="*/ 6714 w 6713"/>
                <a:gd name="csY2" fmla="*/ 877520 h 877520"/>
                <a:gd name="csX3" fmla="*/ 6714 w 6713"/>
                <a:gd name="csY3" fmla="*/ 0 h 877520"/>
                <a:gd name="csX4" fmla="*/ 0 w 6713"/>
                <a:gd name="csY4" fmla="*/ 0 h 877520"/>
                <a:gd name="csX5" fmla="*/ 0 w 6713"/>
                <a:gd name="csY5" fmla="*/ 0 h 877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77520">
                  <a:moveTo>
                    <a:pt x="0" y="0"/>
                  </a:moveTo>
                  <a:lnTo>
                    <a:pt x="0" y="877520"/>
                  </a:lnTo>
                  <a:lnTo>
                    <a:pt x="6714" y="87752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4A5F7BBB-5EE6-D372-94F1-E44FD21AC872}"/>
                </a:ext>
              </a:extLst>
            </p:cNvPr>
            <p:cNvSpPr/>
            <p:nvPr/>
          </p:nvSpPr>
          <p:spPr>
            <a:xfrm>
              <a:off x="2225299" y="3879744"/>
              <a:ext cx="6713" cy="877520"/>
            </a:xfrm>
            <a:custGeom>
              <a:avLst/>
              <a:gdLst>
                <a:gd name="csX0" fmla="*/ 0 w 6713"/>
                <a:gd name="csY0" fmla="*/ 0 h 877520"/>
                <a:gd name="csX1" fmla="*/ 0 w 6713"/>
                <a:gd name="csY1" fmla="*/ 877520 h 877520"/>
                <a:gd name="csX2" fmla="*/ 6714 w 6713"/>
                <a:gd name="csY2" fmla="*/ 877520 h 877520"/>
                <a:gd name="csX3" fmla="*/ 6714 w 6713"/>
                <a:gd name="csY3" fmla="*/ 0 h 877520"/>
                <a:gd name="csX4" fmla="*/ 0 w 6713"/>
                <a:gd name="csY4" fmla="*/ 0 h 877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77520">
                  <a:moveTo>
                    <a:pt x="0" y="0"/>
                  </a:moveTo>
                  <a:lnTo>
                    <a:pt x="0" y="877520"/>
                  </a:lnTo>
                  <a:lnTo>
                    <a:pt x="6714" y="87752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E6E69F13-583A-5DFC-F802-47C0FE673274}"/>
                </a:ext>
              </a:extLst>
            </p:cNvPr>
            <p:cNvSpPr/>
            <p:nvPr/>
          </p:nvSpPr>
          <p:spPr>
            <a:xfrm>
              <a:off x="2232013" y="3820216"/>
              <a:ext cx="6713" cy="937048"/>
            </a:xfrm>
            <a:custGeom>
              <a:avLst/>
              <a:gdLst>
                <a:gd name="csX0" fmla="*/ 0 w 6713"/>
                <a:gd name="csY0" fmla="*/ 0 h 937048"/>
                <a:gd name="csX1" fmla="*/ 0 w 6713"/>
                <a:gd name="csY1" fmla="*/ 937048 h 937048"/>
                <a:gd name="csX2" fmla="*/ 6714 w 6713"/>
                <a:gd name="csY2" fmla="*/ 937048 h 937048"/>
                <a:gd name="csX3" fmla="*/ 6714 w 6713"/>
                <a:gd name="csY3" fmla="*/ 0 h 937048"/>
                <a:gd name="csX4" fmla="*/ 0 w 6713"/>
                <a:gd name="csY4" fmla="*/ 0 h 937048"/>
                <a:gd name="csX5" fmla="*/ 0 w 6713"/>
                <a:gd name="csY5" fmla="*/ 0 h 937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37048">
                  <a:moveTo>
                    <a:pt x="0" y="0"/>
                  </a:moveTo>
                  <a:lnTo>
                    <a:pt x="0" y="937048"/>
                  </a:lnTo>
                  <a:lnTo>
                    <a:pt x="6714" y="93704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79DB890D-3AF8-4D28-55EF-00AD65E441E2}"/>
                </a:ext>
              </a:extLst>
            </p:cNvPr>
            <p:cNvSpPr/>
            <p:nvPr/>
          </p:nvSpPr>
          <p:spPr>
            <a:xfrm>
              <a:off x="2232013" y="3820216"/>
              <a:ext cx="6713" cy="937048"/>
            </a:xfrm>
            <a:custGeom>
              <a:avLst/>
              <a:gdLst>
                <a:gd name="csX0" fmla="*/ 0 w 6713"/>
                <a:gd name="csY0" fmla="*/ 0 h 937048"/>
                <a:gd name="csX1" fmla="*/ 0 w 6713"/>
                <a:gd name="csY1" fmla="*/ 937048 h 937048"/>
                <a:gd name="csX2" fmla="*/ 6714 w 6713"/>
                <a:gd name="csY2" fmla="*/ 937048 h 937048"/>
                <a:gd name="csX3" fmla="*/ 6714 w 6713"/>
                <a:gd name="csY3" fmla="*/ 0 h 937048"/>
                <a:gd name="csX4" fmla="*/ 0 w 6713"/>
                <a:gd name="csY4" fmla="*/ 0 h 937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37048">
                  <a:moveTo>
                    <a:pt x="0" y="0"/>
                  </a:moveTo>
                  <a:lnTo>
                    <a:pt x="0" y="937048"/>
                  </a:lnTo>
                  <a:lnTo>
                    <a:pt x="6714" y="93704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8DAC822F-4CF9-5900-A43C-FE39E66D5E73}"/>
                </a:ext>
              </a:extLst>
            </p:cNvPr>
            <p:cNvSpPr/>
            <p:nvPr/>
          </p:nvSpPr>
          <p:spPr>
            <a:xfrm>
              <a:off x="2238727" y="3801324"/>
              <a:ext cx="6713" cy="955940"/>
            </a:xfrm>
            <a:custGeom>
              <a:avLst/>
              <a:gdLst>
                <a:gd name="csX0" fmla="*/ 0 w 6713"/>
                <a:gd name="csY0" fmla="*/ 0 h 955940"/>
                <a:gd name="csX1" fmla="*/ 0 w 6713"/>
                <a:gd name="csY1" fmla="*/ 955940 h 955940"/>
                <a:gd name="csX2" fmla="*/ 6714 w 6713"/>
                <a:gd name="csY2" fmla="*/ 955940 h 955940"/>
                <a:gd name="csX3" fmla="*/ 6714 w 6713"/>
                <a:gd name="csY3" fmla="*/ 0 h 955940"/>
                <a:gd name="csX4" fmla="*/ 0 w 6713"/>
                <a:gd name="csY4" fmla="*/ 0 h 955940"/>
                <a:gd name="csX5" fmla="*/ 0 w 6713"/>
                <a:gd name="csY5" fmla="*/ 0 h 955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55940">
                  <a:moveTo>
                    <a:pt x="0" y="0"/>
                  </a:moveTo>
                  <a:lnTo>
                    <a:pt x="0" y="955940"/>
                  </a:lnTo>
                  <a:lnTo>
                    <a:pt x="6714" y="95594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0A1794EE-C197-A4A2-F272-8E59D10C7F78}"/>
                </a:ext>
              </a:extLst>
            </p:cNvPr>
            <p:cNvSpPr/>
            <p:nvPr/>
          </p:nvSpPr>
          <p:spPr>
            <a:xfrm>
              <a:off x="2238727" y="3801324"/>
              <a:ext cx="6713" cy="955940"/>
            </a:xfrm>
            <a:custGeom>
              <a:avLst/>
              <a:gdLst>
                <a:gd name="csX0" fmla="*/ 0 w 6713"/>
                <a:gd name="csY0" fmla="*/ 0 h 955940"/>
                <a:gd name="csX1" fmla="*/ 0 w 6713"/>
                <a:gd name="csY1" fmla="*/ 955940 h 955940"/>
                <a:gd name="csX2" fmla="*/ 6714 w 6713"/>
                <a:gd name="csY2" fmla="*/ 955940 h 955940"/>
                <a:gd name="csX3" fmla="*/ 6714 w 6713"/>
                <a:gd name="csY3" fmla="*/ 0 h 955940"/>
                <a:gd name="csX4" fmla="*/ 0 w 6713"/>
                <a:gd name="csY4" fmla="*/ 0 h 955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55940">
                  <a:moveTo>
                    <a:pt x="0" y="0"/>
                  </a:moveTo>
                  <a:lnTo>
                    <a:pt x="0" y="955940"/>
                  </a:lnTo>
                  <a:lnTo>
                    <a:pt x="6714" y="95594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BF1794C7-55EA-2BD3-BCA1-D586B5C916ED}"/>
                </a:ext>
              </a:extLst>
            </p:cNvPr>
            <p:cNvSpPr/>
            <p:nvPr/>
          </p:nvSpPr>
          <p:spPr>
            <a:xfrm>
              <a:off x="2245440" y="3733241"/>
              <a:ext cx="6702" cy="1024023"/>
            </a:xfrm>
            <a:custGeom>
              <a:avLst/>
              <a:gdLst>
                <a:gd name="csX0" fmla="*/ 0 w 6702"/>
                <a:gd name="csY0" fmla="*/ 0 h 1024023"/>
                <a:gd name="csX1" fmla="*/ 0 w 6702"/>
                <a:gd name="csY1" fmla="*/ 1024023 h 1024023"/>
                <a:gd name="csX2" fmla="*/ 6703 w 6702"/>
                <a:gd name="csY2" fmla="*/ 1024023 h 1024023"/>
                <a:gd name="csX3" fmla="*/ 6703 w 6702"/>
                <a:gd name="csY3" fmla="*/ 0 h 1024023"/>
                <a:gd name="csX4" fmla="*/ 0 w 6702"/>
                <a:gd name="csY4" fmla="*/ 0 h 1024023"/>
                <a:gd name="csX5" fmla="*/ 0 w 6702"/>
                <a:gd name="csY5" fmla="*/ 0 h 1024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24023">
                  <a:moveTo>
                    <a:pt x="0" y="0"/>
                  </a:moveTo>
                  <a:lnTo>
                    <a:pt x="0" y="1024023"/>
                  </a:lnTo>
                  <a:lnTo>
                    <a:pt x="6703" y="102402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3B5D8678-D0BD-2433-5A70-90E21FEA88ED}"/>
                </a:ext>
              </a:extLst>
            </p:cNvPr>
            <p:cNvSpPr/>
            <p:nvPr/>
          </p:nvSpPr>
          <p:spPr>
            <a:xfrm>
              <a:off x="2245440" y="3733241"/>
              <a:ext cx="6702" cy="1024023"/>
            </a:xfrm>
            <a:custGeom>
              <a:avLst/>
              <a:gdLst>
                <a:gd name="csX0" fmla="*/ 0 w 6702"/>
                <a:gd name="csY0" fmla="*/ 0 h 1024023"/>
                <a:gd name="csX1" fmla="*/ 0 w 6702"/>
                <a:gd name="csY1" fmla="*/ 1024023 h 1024023"/>
                <a:gd name="csX2" fmla="*/ 6703 w 6702"/>
                <a:gd name="csY2" fmla="*/ 1024023 h 1024023"/>
                <a:gd name="csX3" fmla="*/ 6703 w 6702"/>
                <a:gd name="csY3" fmla="*/ 0 h 1024023"/>
                <a:gd name="csX4" fmla="*/ 0 w 6702"/>
                <a:gd name="csY4" fmla="*/ 0 h 1024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24023">
                  <a:moveTo>
                    <a:pt x="0" y="0"/>
                  </a:moveTo>
                  <a:lnTo>
                    <a:pt x="0" y="1024023"/>
                  </a:lnTo>
                  <a:lnTo>
                    <a:pt x="6703" y="102402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D3BF937F-04A0-06B4-1274-8530587865F8}"/>
                </a:ext>
              </a:extLst>
            </p:cNvPr>
            <p:cNvSpPr/>
            <p:nvPr/>
          </p:nvSpPr>
          <p:spPr>
            <a:xfrm>
              <a:off x="2252143" y="3699662"/>
              <a:ext cx="6713" cy="1057601"/>
            </a:xfrm>
            <a:custGeom>
              <a:avLst/>
              <a:gdLst>
                <a:gd name="csX0" fmla="*/ 0 w 6713"/>
                <a:gd name="csY0" fmla="*/ 0 h 1057601"/>
                <a:gd name="csX1" fmla="*/ 0 w 6713"/>
                <a:gd name="csY1" fmla="*/ 1057602 h 1057601"/>
                <a:gd name="csX2" fmla="*/ 6714 w 6713"/>
                <a:gd name="csY2" fmla="*/ 1057602 h 1057601"/>
                <a:gd name="csX3" fmla="*/ 6714 w 6713"/>
                <a:gd name="csY3" fmla="*/ 0 h 1057601"/>
                <a:gd name="csX4" fmla="*/ 0 w 6713"/>
                <a:gd name="csY4" fmla="*/ 0 h 1057601"/>
                <a:gd name="csX5" fmla="*/ 0 w 6713"/>
                <a:gd name="csY5" fmla="*/ 0 h 1057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57601">
                  <a:moveTo>
                    <a:pt x="0" y="0"/>
                  </a:moveTo>
                  <a:lnTo>
                    <a:pt x="0" y="1057602"/>
                  </a:lnTo>
                  <a:lnTo>
                    <a:pt x="6714" y="105760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02E6366-0737-15EB-B44C-F00A07C2A320}"/>
                </a:ext>
              </a:extLst>
            </p:cNvPr>
            <p:cNvSpPr/>
            <p:nvPr/>
          </p:nvSpPr>
          <p:spPr>
            <a:xfrm>
              <a:off x="2252143" y="3699662"/>
              <a:ext cx="6713" cy="1057601"/>
            </a:xfrm>
            <a:custGeom>
              <a:avLst/>
              <a:gdLst>
                <a:gd name="csX0" fmla="*/ 0 w 6713"/>
                <a:gd name="csY0" fmla="*/ 0 h 1057601"/>
                <a:gd name="csX1" fmla="*/ 0 w 6713"/>
                <a:gd name="csY1" fmla="*/ 1057602 h 1057601"/>
                <a:gd name="csX2" fmla="*/ 6714 w 6713"/>
                <a:gd name="csY2" fmla="*/ 1057602 h 1057601"/>
                <a:gd name="csX3" fmla="*/ 6714 w 6713"/>
                <a:gd name="csY3" fmla="*/ 0 h 1057601"/>
                <a:gd name="csX4" fmla="*/ 0 w 6713"/>
                <a:gd name="csY4" fmla="*/ 0 h 1057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57601">
                  <a:moveTo>
                    <a:pt x="0" y="0"/>
                  </a:moveTo>
                  <a:lnTo>
                    <a:pt x="0" y="1057602"/>
                  </a:lnTo>
                  <a:lnTo>
                    <a:pt x="6714" y="105760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1CE88E26-0F31-4DB9-0B4A-F8253707C989}"/>
                </a:ext>
              </a:extLst>
            </p:cNvPr>
            <p:cNvSpPr/>
            <p:nvPr/>
          </p:nvSpPr>
          <p:spPr>
            <a:xfrm>
              <a:off x="2258857" y="3661950"/>
              <a:ext cx="6713" cy="1095314"/>
            </a:xfrm>
            <a:custGeom>
              <a:avLst/>
              <a:gdLst>
                <a:gd name="csX0" fmla="*/ 0 w 6713"/>
                <a:gd name="csY0" fmla="*/ 0 h 1095314"/>
                <a:gd name="csX1" fmla="*/ 0 w 6713"/>
                <a:gd name="csY1" fmla="*/ 1095314 h 1095314"/>
                <a:gd name="csX2" fmla="*/ 6714 w 6713"/>
                <a:gd name="csY2" fmla="*/ 1095314 h 1095314"/>
                <a:gd name="csX3" fmla="*/ 6714 w 6713"/>
                <a:gd name="csY3" fmla="*/ 0 h 1095314"/>
                <a:gd name="csX4" fmla="*/ 0 w 6713"/>
                <a:gd name="csY4" fmla="*/ 0 h 1095314"/>
                <a:gd name="csX5" fmla="*/ 0 w 6713"/>
                <a:gd name="csY5" fmla="*/ 0 h 109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95314">
                  <a:moveTo>
                    <a:pt x="0" y="0"/>
                  </a:moveTo>
                  <a:lnTo>
                    <a:pt x="0" y="1095314"/>
                  </a:lnTo>
                  <a:lnTo>
                    <a:pt x="6714" y="109531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DF00874C-54D5-9B95-8F38-CD930A58B111}"/>
                </a:ext>
              </a:extLst>
            </p:cNvPr>
            <p:cNvSpPr/>
            <p:nvPr/>
          </p:nvSpPr>
          <p:spPr>
            <a:xfrm>
              <a:off x="2258857" y="3661950"/>
              <a:ext cx="6713" cy="1095314"/>
            </a:xfrm>
            <a:custGeom>
              <a:avLst/>
              <a:gdLst>
                <a:gd name="csX0" fmla="*/ 0 w 6713"/>
                <a:gd name="csY0" fmla="*/ 0 h 1095314"/>
                <a:gd name="csX1" fmla="*/ 0 w 6713"/>
                <a:gd name="csY1" fmla="*/ 1095314 h 1095314"/>
                <a:gd name="csX2" fmla="*/ 6714 w 6713"/>
                <a:gd name="csY2" fmla="*/ 1095314 h 1095314"/>
                <a:gd name="csX3" fmla="*/ 6714 w 6713"/>
                <a:gd name="csY3" fmla="*/ 0 h 1095314"/>
                <a:gd name="csX4" fmla="*/ 0 w 6713"/>
                <a:gd name="csY4" fmla="*/ 0 h 109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95314">
                  <a:moveTo>
                    <a:pt x="0" y="0"/>
                  </a:moveTo>
                  <a:lnTo>
                    <a:pt x="0" y="1095314"/>
                  </a:lnTo>
                  <a:lnTo>
                    <a:pt x="6714" y="109531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D8B15938-E56D-9E17-7664-0E2532E68BE7}"/>
                </a:ext>
              </a:extLst>
            </p:cNvPr>
            <p:cNvSpPr/>
            <p:nvPr/>
          </p:nvSpPr>
          <p:spPr>
            <a:xfrm>
              <a:off x="2265571" y="3618890"/>
              <a:ext cx="6713" cy="1138373"/>
            </a:xfrm>
            <a:custGeom>
              <a:avLst/>
              <a:gdLst>
                <a:gd name="csX0" fmla="*/ 0 w 6713"/>
                <a:gd name="csY0" fmla="*/ 0 h 1138373"/>
                <a:gd name="csX1" fmla="*/ 0 w 6713"/>
                <a:gd name="csY1" fmla="*/ 1138374 h 1138373"/>
                <a:gd name="csX2" fmla="*/ 6714 w 6713"/>
                <a:gd name="csY2" fmla="*/ 1138374 h 1138373"/>
                <a:gd name="csX3" fmla="*/ 6714 w 6713"/>
                <a:gd name="csY3" fmla="*/ 0 h 1138373"/>
                <a:gd name="csX4" fmla="*/ 0 w 6713"/>
                <a:gd name="csY4" fmla="*/ 0 h 1138373"/>
                <a:gd name="csX5" fmla="*/ 0 w 6713"/>
                <a:gd name="csY5" fmla="*/ 0 h 1138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38373">
                  <a:moveTo>
                    <a:pt x="0" y="0"/>
                  </a:moveTo>
                  <a:lnTo>
                    <a:pt x="0" y="1138374"/>
                  </a:lnTo>
                  <a:lnTo>
                    <a:pt x="6714" y="113837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1BB6D614-9D2F-D775-2107-3DDC5127BD69}"/>
                </a:ext>
              </a:extLst>
            </p:cNvPr>
            <p:cNvSpPr/>
            <p:nvPr/>
          </p:nvSpPr>
          <p:spPr>
            <a:xfrm>
              <a:off x="2265571" y="3618890"/>
              <a:ext cx="6713" cy="1138373"/>
            </a:xfrm>
            <a:custGeom>
              <a:avLst/>
              <a:gdLst>
                <a:gd name="csX0" fmla="*/ 0 w 6713"/>
                <a:gd name="csY0" fmla="*/ 0 h 1138373"/>
                <a:gd name="csX1" fmla="*/ 0 w 6713"/>
                <a:gd name="csY1" fmla="*/ 1138374 h 1138373"/>
                <a:gd name="csX2" fmla="*/ 6714 w 6713"/>
                <a:gd name="csY2" fmla="*/ 1138374 h 1138373"/>
                <a:gd name="csX3" fmla="*/ 6714 w 6713"/>
                <a:gd name="csY3" fmla="*/ 0 h 1138373"/>
                <a:gd name="csX4" fmla="*/ 0 w 6713"/>
                <a:gd name="csY4" fmla="*/ 0 h 1138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38373">
                  <a:moveTo>
                    <a:pt x="0" y="0"/>
                  </a:moveTo>
                  <a:lnTo>
                    <a:pt x="0" y="1138374"/>
                  </a:lnTo>
                  <a:lnTo>
                    <a:pt x="6714" y="113837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A55CD684-0B09-D908-05D5-64A69FDEA446}"/>
                </a:ext>
              </a:extLst>
            </p:cNvPr>
            <p:cNvSpPr/>
            <p:nvPr/>
          </p:nvSpPr>
          <p:spPr>
            <a:xfrm>
              <a:off x="2272284" y="3599855"/>
              <a:ext cx="6702" cy="1157408"/>
            </a:xfrm>
            <a:custGeom>
              <a:avLst/>
              <a:gdLst>
                <a:gd name="csX0" fmla="*/ 0 w 6702"/>
                <a:gd name="csY0" fmla="*/ 0 h 1157408"/>
                <a:gd name="csX1" fmla="*/ 0 w 6702"/>
                <a:gd name="csY1" fmla="*/ 1157409 h 1157408"/>
                <a:gd name="csX2" fmla="*/ 6703 w 6702"/>
                <a:gd name="csY2" fmla="*/ 1157409 h 1157408"/>
                <a:gd name="csX3" fmla="*/ 6703 w 6702"/>
                <a:gd name="csY3" fmla="*/ 0 h 1157408"/>
                <a:gd name="csX4" fmla="*/ 0 w 6702"/>
                <a:gd name="csY4" fmla="*/ 0 h 1157408"/>
                <a:gd name="csX5" fmla="*/ 0 w 6702"/>
                <a:gd name="csY5" fmla="*/ 0 h 1157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57408">
                  <a:moveTo>
                    <a:pt x="0" y="0"/>
                  </a:moveTo>
                  <a:lnTo>
                    <a:pt x="0" y="1157409"/>
                  </a:lnTo>
                  <a:lnTo>
                    <a:pt x="6703" y="115740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B2AAE2AE-9158-067A-F512-E737CB1CB150}"/>
                </a:ext>
              </a:extLst>
            </p:cNvPr>
            <p:cNvSpPr/>
            <p:nvPr/>
          </p:nvSpPr>
          <p:spPr>
            <a:xfrm>
              <a:off x="2272284" y="3599855"/>
              <a:ext cx="6702" cy="1157408"/>
            </a:xfrm>
            <a:custGeom>
              <a:avLst/>
              <a:gdLst>
                <a:gd name="csX0" fmla="*/ 0 w 6702"/>
                <a:gd name="csY0" fmla="*/ 0 h 1157408"/>
                <a:gd name="csX1" fmla="*/ 0 w 6702"/>
                <a:gd name="csY1" fmla="*/ 1157409 h 1157408"/>
                <a:gd name="csX2" fmla="*/ 6703 w 6702"/>
                <a:gd name="csY2" fmla="*/ 1157409 h 1157408"/>
                <a:gd name="csX3" fmla="*/ 6703 w 6702"/>
                <a:gd name="csY3" fmla="*/ 0 h 1157408"/>
                <a:gd name="csX4" fmla="*/ 0 w 6702"/>
                <a:gd name="csY4" fmla="*/ 0 h 1157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157408">
                  <a:moveTo>
                    <a:pt x="0" y="0"/>
                  </a:moveTo>
                  <a:lnTo>
                    <a:pt x="0" y="1157409"/>
                  </a:lnTo>
                  <a:lnTo>
                    <a:pt x="6703" y="115740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AF257FD0-F2F9-1A3E-3157-8BFE4BBF3B3B}"/>
                </a:ext>
              </a:extLst>
            </p:cNvPr>
            <p:cNvSpPr/>
            <p:nvPr/>
          </p:nvSpPr>
          <p:spPr>
            <a:xfrm>
              <a:off x="2278987" y="3564566"/>
              <a:ext cx="6713" cy="1192697"/>
            </a:xfrm>
            <a:custGeom>
              <a:avLst/>
              <a:gdLst>
                <a:gd name="csX0" fmla="*/ 0 w 6713"/>
                <a:gd name="csY0" fmla="*/ 0 h 1192697"/>
                <a:gd name="csX1" fmla="*/ 0 w 6713"/>
                <a:gd name="csY1" fmla="*/ 1192698 h 1192697"/>
                <a:gd name="csX2" fmla="*/ 6714 w 6713"/>
                <a:gd name="csY2" fmla="*/ 1192698 h 1192697"/>
                <a:gd name="csX3" fmla="*/ 6714 w 6713"/>
                <a:gd name="csY3" fmla="*/ 0 h 1192697"/>
                <a:gd name="csX4" fmla="*/ 0 w 6713"/>
                <a:gd name="csY4" fmla="*/ 0 h 1192697"/>
                <a:gd name="csX5" fmla="*/ 0 w 6713"/>
                <a:gd name="csY5" fmla="*/ 0 h 1192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92697">
                  <a:moveTo>
                    <a:pt x="0" y="0"/>
                  </a:moveTo>
                  <a:lnTo>
                    <a:pt x="0" y="1192698"/>
                  </a:lnTo>
                  <a:lnTo>
                    <a:pt x="6714" y="119269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411DA58C-E7AD-D421-4CCB-27D011A1978A}"/>
                </a:ext>
              </a:extLst>
            </p:cNvPr>
            <p:cNvSpPr/>
            <p:nvPr/>
          </p:nvSpPr>
          <p:spPr>
            <a:xfrm>
              <a:off x="2278987" y="3564566"/>
              <a:ext cx="6713" cy="1192697"/>
            </a:xfrm>
            <a:custGeom>
              <a:avLst/>
              <a:gdLst>
                <a:gd name="csX0" fmla="*/ 0 w 6713"/>
                <a:gd name="csY0" fmla="*/ 0 h 1192697"/>
                <a:gd name="csX1" fmla="*/ 0 w 6713"/>
                <a:gd name="csY1" fmla="*/ 1192698 h 1192697"/>
                <a:gd name="csX2" fmla="*/ 6714 w 6713"/>
                <a:gd name="csY2" fmla="*/ 1192698 h 1192697"/>
                <a:gd name="csX3" fmla="*/ 6714 w 6713"/>
                <a:gd name="csY3" fmla="*/ 0 h 1192697"/>
                <a:gd name="csX4" fmla="*/ 0 w 6713"/>
                <a:gd name="csY4" fmla="*/ 0 h 1192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92697">
                  <a:moveTo>
                    <a:pt x="0" y="0"/>
                  </a:moveTo>
                  <a:lnTo>
                    <a:pt x="0" y="1192698"/>
                  </a:lnTo>
                  <a:lnTo>
                    <a:pt x="6714" y="119269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A5A00E94-A12C-42DB-C1A9-791E77A8D9FB}"/>
                </a:ext>
              </a:extLst>
            </p:cNvPr>
            <p:cNvSpPr/>
            <p:nvPr/>
          </p:nvSpPr>
          <p:spPr>
            <a:xfrm>
              <a:off x="2285701" y="3537974"/>
              <a:ext cx="6713" cy="1219289"/>
            </a:xfrm>
            <a:custGeom>
              <a:avLst/>
              <a:gdLst>
                <a:gd name="csX0" fmla="*/ 0 w 6713"/>
                <a:gd name="csY0" fmla="*/ 0 h 1219289"/>
                <a:gd name="csX1" fmla="*/ 0 w 6713"/>
                <a:gd name="csY1" fmla="*/ 1219290 h 1219289"/>
                <a:gd name="csX2" fmla="*/ 6714 w 6713"/>
                <a:gd name="csY2" fmla="*/ 1219290 h 1219289"/>
                <a:gd name="csX3" fmla="*/ 6714 w 6713"/>
                <a:gd name="csY3" fmla="*/ 0 h 1219289"/>
                <a:gd name="csX4" fmla="*/ 0 w 6713"/>
                <a:gd name="csY4" fmla="*/ 0 h 1219289"/>
                <a:gd name="csX5" fmla="*/ 0 w 6713"/>
                <a:gd name="csY5" fmla="*/ 0 h 121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19289">
                  <a:moveTo>
                    <a:pt x="0" y="0"/>
                  </a:moveTo>
                  <a:lnTo>
                    <a:pt x="0" y="1219290"/>
                  </a:lnTo>
                  <a:lnTo>
                    <a:pt x="6714" y="121929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562076F5-9C95-D12C-94A9-D1D50E49E553}"/>
                </a:ext>
              </a:extLst>
            </p:cNvPr>
            <p:cNvSpPr/>
            <p:nvPr/>
          </p:nvSpPr>
          <p:spPr>
            <a:xfrm>
              <a:off x="2285701" y="3537974"/>
              <a:ext cx="6713" cy="1219289"/>
            </a:xfrm>
            <a:custGeom>
              <a:avLst/>
              <a:gdLst>
                <a:gd name="csX0" fmla="*/ 0 w 6713"/>
                <a:gd name="csY0" fmla="*/ 0 h 1219289"/>
                <a:gd name="csX1" fmla="*/ 0 w 6713"/>
                <a:gd name="csY1" fmla="*/ 1219290 h 1219289"/>
                <a:gd name="csX2" fmla="*/ 6714 w 6713"/>
                <a:gd name="csY2" fmla="*/ 1219290 h 1219289"/>
                <a:gd name="csX3" fmla="*/ 6714 w 6713"/>
                <a:gd name="csY3" fmla="*/ 0 h 1219289"/>
                <a:gd name="csX4" fmla="*/ 0 w 6713"/>
                <a:gd name="csY4" fmla="*/ 0 h 121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19289">
                  <a:moveTo>
                    <a:pt x="0" y="0"/>
                  </a:moveTo>
                  <a:lnTo>
                    <a:pt x="0" y="1219290"/>
                  </a:lnTo>
                  <a:lnTo>
                    <a:pt x="6714" y="121929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DFE8AC9E-F25B-B2FB-A603-B5E7C13926C5}"/>
                </a:ext>
              </a:extLst>
            </p:cNvPr>
            <p:cNvSpPr/>
            <p:nvPr/>
          </p:nvSpPr>
          <p:spPr>
            <a:xfrm>
              <a:off x="2292414" y="3490852"/>
              <a:ext cx="6713" cy="1266412"/>
            </a:xfrm>
            <a:custGeom>
              <a:avLst/>
              <a:gdLst>
                <a:gd name="csX0" fmla="*/ 0 w 6713"/>
                <a:gd name="csY0" fmla="*/ 0 h 1266412"/>
                <a:gd name="csX1" fmla="*/ 0 w 6713"/>
                <a:gd name="csY1" fmla="*/ 1266413 h 1266412"/>
                <a:gd name="csX2" fmla="*/ 6714 w 6713"/>
                <a:gd name="csY2" fmla="*/ 1266413 h 1266412"/>
                <a:gd name="csX3" fmla="*/ 6714 w 6713"/>
                <a:gd name="csY3" fmla="*/ 0 h 1266412"/>
                <a:gd name="csX4" fmla="*/ 0 w 6713"/>
                <a:gd name="csY4" fmla="*/ 0 h 1266412"/>
                <a:gd name="csX5" fmla="*/ 0 w 6713"/>
                <a:gd name="csY5" fmla="*/ 0 h 1266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66412">
                  <a:moveTo>
                    <a:pt x="0" y="0"/>
                  </a:moveTo>
                  <a:lnTo>
                    <a:pt x="0" y="1266413"/>
                  </a:lnTo>
                  <a:lnTo>
                    <a:pt x="6714" y="126641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0BD6D79E-9811-36CC-6B77-E254AC946290}"/>
                </a:ext>
              </a:extLst>
            </p:cNvPr>
            <p:cNvSpPr/>
            <p:nvPr/>
          </p:nvSpPr>
          <p:spPr>
            <a:xfrm>
              <a:off x="2292414" y="3490852"/>
              <a:ext cx="6713" cy="1266412"/>
            </a:xfrm>
            <a:custGeom>
              <a:avLst/>
              <a:gdLst>
                <a:gd name="csX0" fmla="*/ 0 w 6713"/>
                <a:gd name="csY0" fmla="*/ 0 h 1266412"/>
                <a:gd name="csX1" fmla="*/ 0 w 6713"/>
                <a:gd name="csY1" fmla="*/ 1266413 h 1266412"/>
                <a:gd name="csX2" fmla="*/ 6714 w 6713"/>
                <a:gd name="csY2" fmla="*/ 1266413 h 1266412"/>
                <a:gd name="csX3" fmla="*/ 6714 w 6713"/>
                <a:gd name="csY3" fmla="*/ 0 h 1266412"/>
                <a:gd name="csX4" fmla="*/ 0 w 6713"/>
                <a:gd name="csY4" fmla="*/ 0 h 1266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66412">
                  <a:moveTo>
                    <a:pt x="0" y="0"/>
                  </a:moveTo>
                  <a:lnTo>
                    <a:pt x="0" y="1266413"/>
                  </a:lnTo>
                  <a:lnTo>
                    <a:pt x="6714" y="126641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CF9A61B1-38D2-EE14-07CE-9B587F2FFFC7}"/>
                </a:ext>
              </a:extLst>
            </p:cNvPr>
            <p:cNvSpPr/>
            <p:nvPr/>
          </p:nvSpPr>
          <p:spPr>
            <a:xfrm>
              <a:off x="2299128" y="3459483"/>
              <a:ext cx="6713" cy="1297781"/>
            </a:xfrm>
            <a:custGeom>
              <a:avLst/>
              <a:gdLst>
                <a:gd name="csX0" fmla="*/ 0 w 6713"/>
                <a:gd name="csY0" fmla="*/ 0 h 1297781"/>
                <a:gd name="csX1" fmla="*/ 0 w 6713"/>
                <a:gd name="csY1" fmla="*/ 1297781 h 1297781"/>
                <a:gd name="csX2" fmla="*/ 6714 w 6713"/>
                <a:gd name="csY2" fmla="*/ 1297781 h 1297781"/>
                <a:gd name="csX3" fmla="*/ 6714 w 6713"/>
                <a:gd name="csY3" fmla="*/ 0 h 1297781"/>
                <a:gd name="csX4" fmla="*/ 0 w 6713"/>
                <a:gd name="csY4" fmla="*/ 0 h 1297781"/>
                <a:gd name="csX5" fmla="*/ 0 w 6713"/>
                <a:gd name="csY5" fmla="*/ 0 h 1297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97781">
                  <a:moveTo>
                    <a:pt x="0" y="0"/>
                  </a:moveTo>
                  <a:lnTo>
                    <a:pt x="0" y="1297781"/>
                  </a:lnTo>
                  <a:lnTo>
                    <a:pt x="6714" y="129778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2461FA82-2A6C-E573-F0C7-805538B7A707}"/>
                </a:ext>
              </a:extLst>
            </p:cNvPr>
            <p:cNvSpPr/>
            <p:nvPr/>
          </p:nvSpPr>
          <p:spPr>
            <a:xfrm>
              <a:off x="2299128" y="3459483"/>
              <a:ext cx="6713" cy="1297781"/>
            </a:xfrm>
            <a:custGeom>
              <a:avLst/>
              <a:gdLst>
                <a:gd name="csX0" fmla="*/ 0 w 6713"/>
                <a:gd name="csY0" fmla="*/ 0 h 1297781"/>
                <a:gd name="csX1" fmla="*/ 0 w 6713"/>
                <a:gd name="csY1" fmla="*/ 1297781 h 1297781"/>
                <a:gd name="csX2" fmla="*/ 6714 w 6713"/>
                <a:gd name="csY2" fmla="*/ 1297781 h 1297781"/>
                <a:gd name="csX3" fmla="*/ 6714 w 6713"/>
                <a:gd name="csY3" fmla="*/ 0 h 1297781"/>
                <a:gd name="csX4" fmla="*/ 0 w 6713"/>
                <a:gd name="csY4" fmla="*/ 0 h 1297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97781">
                  <a:moveTo>
                    <a:pt x="0" y="0"/>
                  </a:moveTo>
                  <a:lnTo>
                    <a:pt x="0" y="1297781"/>
                  </a:lnTo>
                  <a:lnTo>
                    <a:pt x="6714" y="129778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6903DF6B-2C77-4AA6-9D5D-BC81EE695C33}"/>
                </a:ext>
              </a:extLst>
            </p:cNvPr>
            <p:cNvSpPr/>
            <p:nvPr/>
          </p:nvSpPr>
          <p:spPr>
            <a:xfrm>
              <a:off x="2305842" y="3421557"/>
              <a:ext cx="6702" cy="1335707"/>
            </a:xfrm>
            <a:custGeom>
              <a:avLst/>
              <a:gdLst>
                <a:gd name="csX0" fmla="*/ 0 w 6702"/>
                <a:gd name="csY0" fmla="*/ 0 h 1335707"/>
                <a:gd name="csX1" fmla="*/ 0 w 6702"/>
                <a:gd name="csY1" fmla="*/ 1335707 h 1335707"/>
                <a:gd name="csX2" fmla="*/ 6703 w 6702"/>
                <a:gd name="csY2" fmla="*/ 1335707 h 1335707"/>
                <a:gd name="csX3" fmla="*/ 6703 w 6702"/>
                <a:gd name="csY3" fmla="*/ 0 h 1335707"/>
                <a:gd name="csX4" fmla="*/ 0 w 6702"/>
                <a:gd name="csY4" fmla="*/ 0 h 1335707"/>
                <a:gd name="csX5" fmla="*/ 0 w 6702"/>
                <a:gd name="csY5" fmla="*/ 0 h 1335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335707">
                  <a:moveTo>
                    <a:pt x="0" y="0"/>
                  </a:moveTo>
                  <a:lnTo>
                    <a:pt x="0" y="1335707"/>
                  </a:lnTo>
                  <a:lnTo>
                    <a:pt x="6703" y="133570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D4093183-9AB6-2AE7-FAA3-76ACF16AB7B5}"/>
                </a:ext>
              </a:extLst>
            </p:cNvPr>
            <p:cNvSpPr/>
            <p:nvPr/>
          </p:nvSpPr>
          <p:spPr>
            <a:xfrm>
              <a:off x="2305842" y="3421557"/>
              <a:ext cx="6702" cy="1335707"/>
            </a:xfrm>
            <a:custGeom>
              <a:avLst/>
              <a:gdLst>
                <a:gd name="csX0" fmla="*/ 0 w 6702"/>
                <a:gd name="csY0" fmla="*/ 0 h 1335707"/>
                <a:gd name="csX1" fmla="*/ 0 w 6702"/>
                <a:gd name="csY1" fmla="*/ 1335707 h 1335707"/>
                <a:gd name="csX2" fmla="*/ 6703 w 6702"/>
                <a:gd name="csY2" fmla="*/ 1335707 h 1335707"/>
                <a:gd name="csX3" fmla="*/ 6703 w 6702"/>
                <a:gd name="csY3" fmla="*/ 0 h 1335707"/>
                <a:gd name="csX4" fmla="*/ 0 w 6702"/>
                <a:gd name="csY4" fmla="*/ 0 h 1335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335707">
                  <a:moveTo>
                    <a:pt x="0" y="0"/>
                  </a:moveTo>
                  <a:lnTo>
                    <a:pt x="0" y="1335707"/>
                  </a:lnTo>
                  <a:lnTo>
                    <a:pt x="6703" y="133570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C6A8FEFA-2D11-7DA2-BE04-91859E5B19FF}"/>
                </a:ext>
              </a:extLst>
            </p:cNvPr>
            <p:cNvSpPr/>
            <p:nvPr/>
          </p:nvSpPr>
          <p:spPr>
            <a:xfrm>
              <a:off x="2312545" y="3385412"/>
              <a:ext cx="6713" cy="1371852"/>
            </a:xfrm>
            <a:custGeom>
              <a:avLst/>
              <a:gdLst>
                <a:gd name="csX0" fmla="*/ 0 w 6713"/>
                <a:gd name="csY0" fmla="*/ 0 h 1371852"/>
                <a:gd name="csX1" fmla="*/ 0 w 6713"/>
                <a:gd name="csY1" fmla="*/ 1371852 h 1371852"/>
                <a:gd name="csX2" fmla="*/ 6714 w 6713"/>
                <a:gd name="csY2" fmla="*/ 1371852 h 1371852"/>
                <a:gd name="csX3" fmla="*/ 6714 w 6713"/>
                <a:gd name="csY3" fmla="*/ 0 h 1371852"/>
                <a:gd name="csX4" fmla="*/ 0 w 6713"/>
                <a:gd name="csY4" fmla="*/ 0 h 1371852"/>
                <a:gd name="csX5" fmla="*/ 0 w 6713"/>
                <a:gd name="csY5" fmla="*/ 0 h 1371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71852">
                  <a:moveTo>
                    <a:pt x="0" y="0"/>
                  </a:moveTo>
                  <a:lnTo>
                    <a:pt x="0" y="1371852"/>
                  </a:lnTo>
                  <a:lnTo>
                    <a:pt x="6714" y="137185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BDA644FF-2895-BED8-A6FA-728A1042EBC6}"/>
                </a:ext>
              </a:extLst>
            </p:cNvPr>
            <p:cNvSpPr/>
            <p:nvPr/>
          </p:nvSpPr>
          <p:spPr>
            <a:xfrm>
              <a:off x="2312545" y="3385412"/>
              <a:ext cx="6713" cy="1371852"/>
            </a:xfrm>
            <a:custGeom>
              <a:avLst/>
              <a:gdLst>
                <a:gd name="csX0" fmla="*/ 0 w 6713"/>
                <a:gd name="csY0" fmla="*/ 0 h 1371852"/>
                <a:gd name="csX1" fmla="*/ 0 w 6713"/>
                <a:gd name="csY1" fmla="*/ 1371852 h 1371852"/>
                <a:gd name="csX2" fmla="*/ 6714 w 6713"/>
                <a:gd name="csY2" fmla="*/ 1371852 h 1371852"/>
                <a:gd name="csX3" fmla="*/ 6714 w 6713"/>
                <a:gd name="csY3" fmla="*/ 0 h 1371852"/>
                <a:gd name="csX4" fmla="*/ 0 w 6713"/>
                <a:gd name="csY4" fmla="*/ 0 h 1371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71852">
                  <a:moveTo>
                    <a:pt x="0" y="0"/>
                  </a:moveTo>
                  <a:lnTo>
                    <a:pt x="0" y="1371852"/>
                  </a:lnTo>
                  <a:lnTo>
                    <a:pt x="6714" y="137185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D2C93C50-06C9-3052-BF4F-0082A1D352EC}"/>
                </a:ext>
              </a:extLst>
            </p:cNvPr>
            <p:cNvSpPr/>
            <p:nvPr/>
          </p:nvSpPr>
          <p:spPr>
            <a:xfrm>
              <a:off x="2319258" y="3391900"/>
              <a:ext cx="6713" cy="1365364"/>
            </a:xfrm>
            <a:custGeom>
              <a:avLst/>
              <a:gdLst>
                <a:gd name="csX0" fmla="*/ 0 w 6713"/>
                <a:gd name="csY0" fmla="*/ 0 h 1365364"/>
                <a:gd name="csX1" fmla="*/ 0 w 6713"/>
                <a:gd name="csY1" fmla="*/ 1365365 h 1365364"/>
                <a:gd name="csX2" fmla="*/ 6714 w 6713"/>
                <a:gd name="csY2" fmla="*/ 1365365 h 1365364"/>
                <a:gd name="csX3" fmla="*/ 6714 w 6713"/>
                <a:gd name="csY3" fmla="*/ 0 h 1365364"/>
                <a:gd name="csX4" fmla="*/ 0 w 6713"/>
                <a:gd name="csY4" fmla="*/ 0 h 1365364"/>
                <a:gd name="csX5" fmla="*/ 0 w 6713"/>
                <a:gd name="csY5" fmla="*/ 0 h 1365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65364">
                  <a:moveTo>
                    <a:pt x="0" y="0"/>
                  </a:moveTo>
                  <a:lnTo>
                    <a:pt x="0" y="1365365"/>
                  </a:lnTo>
                  <a:lnTo>
                    <a:pt x="6714" y="13653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8FBD8090-F742-1CBA-B3C7-CB79B4DE2804}"/>
                </a:ext>
              </a:extLst>
            </p:cNvPr>
            <p:cNvSpPr/>
            <p:nvPr/>
          </p:nvSpPr>
          <p:spPr>
            <a:xfrm>
              <a:off x="2319258" y="3391900"/>
              <a:ext cx="6713" cy="1365364"/>
            </a:xfrm>
            <a:custGeom>
              <a:avLst/>
              <a:gdLst>
                <a:gd name="csX0" fmla="*/ 0 w 6713"/>
                <a:gd name="csY0" fmla="*/ 0 h 1365364"/>
                <a:gd name="csX1" fmla="*/ 0 w 6713"/>
                <a:gd name="csY1" fmla="*/ 1365365 h 1365364"/>
                <a:gd name="csX2" fmla="*/ 6714 w 6713"/>
                <a:gd name="csY2" fmla="*/ 1365365 h 1365364"/>
                <a:gd name="csX3" fmla="*/ 6714 w 6713"/>
                <a:gd name="csY3" fmla="*/ 0 h 1365364"/>
                <a:gd name="csX4" fmla="*/ 0 w 6713"/>
                <a:gd name="csY4" fmla="*/ 0 h 1365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65364">
                  <a:moveTo>
                    <a:pt x="0" y="0"/>
                  </a:moveTo>
                  <a:lnTo>
                    <a:pt x="0" y="1365365"/>
                  </a:lnTo>
                  <a:lnTo>
                    <a:pt x="6714" y="13653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7A564F1E-18A9-4C38-C8E2-388B48C87BDE}"/>
                </a:ext>
              </a:extLst>
            </p:cNvPr>
            <p:cNvSpPr/>
            <p:nvPr/>
          </p:nvSpPr>
          <p:spPr>
            <a:xfrm>
              <a:off x="2325972" y="3387479"/>
              <a:ext cx="6713" cy="1369784"/>
            </a:xfrm>
            <a:custGeom>
              <a:avLst/>
              <a:gdLst>
                <a:gd name="csX0" fmla="*/ 0 w 6713"/>
                <a:gd name="csY0" fmla="*/ 0 h 1369784"/>
                <a:gd name="csX1" fmla="*/ 0 w 6713"/>
                <a:gd name="csY1" fmla="*/ 1369785 h 1369784"/>
                <a:gd name="csX2" fmla="*/ 6714 w 6713"/>
                <a:gd name="csY2" fmla="*/ 1369785 h 1369784"/>
                <a:gd name="csX3" fmla="*/ 6714 w 6713"/>
                <a:gd name="csY3" fmla="*/ 0 h 1369784"/>
                <a:gd name="csX4" fmla="*/ 0 w 6713"/>
                <a:gd name="csY4" fmla="*/ 0 h 1369784"/>
                <a:gd name="csX5" fmla="*/ 0 w 6713"/>
                <a:gd name="csY5" fmla="*/ 0 h 1369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69784">
                  <a:moveTo>
                    <a:pt x="0" y="0"/>
                  </a:moveTo>
                  <a:lnTo>
                    <a:pt x="0" y="1369785"/>
                  </a:lnTo>
                  <a:lnTo>
                    <a:pt x="6714" y="13697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F10B857-F086-30C6-5F1C-556D841F2763}"/>
                </a:ext>
              </a:extLst>
            </p:cNvPr>
            <p:cNvSpPr/>
            <p:nvPr/>
          </p:nvSpPr>
          <p:spPr>
            <a:xfrm>
              <a:off x="2325972" y="3387479"/>
              <a:ext cx="6713" cy="1369784"/>
            </a:xfrm>
            <a:custGeom>
              <a:avLst/>
              <a:gdLst>
                <a:gd name="csX0" fmla="*/ 0 w 6713"/>
                <a:gd name="csY0" fmla="*/ 0 h 1369784"/>
                <a:gd name="csX1" fmla="*/ 0 w 6713"/>
                <a:gd name="csY1" fmla="*/ 1369785 h 1369784"/>
                <a:gd name="csX2" fmla="*/ 6714 w 6713"/>
                <a:gd name="csY2" fmla="*/ 1369785 h 1369784"/>
                <a:gd name="csX3" fmla="*/ 6714 w 6713"/>
                <a:gd name="csY3" fmla="*/ 0 h 1369784"/>
                <a:gd name="csX4" fmla="*/ 0 w 6713"/>
                <a:gd name="csY4" fmla="*/ 0 h 1369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69784">
                  <a:moveTo>
                    <a:pt x="0" y="0"/>
                  </a:moveTo>
                  <a:lnTo>
                    <a:pt x="0" y="1369785"/>
                  </a:lnTo>
                  <a:lnTo>
                    <a:pt x="6714" y="13697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69E56BA8-E190-BEDC-A3DB-A5A50281037F}"/>
                </a:ext>
              </a:extLst>
            </p:cNvPr>
            <p:cNvSpPr/>
            <p:nvPr/>
          </p:nvSpPr>
          <p:spPr>
            <a:xfrm>
              <a:off x="2332686" y="3352190"/>
              <a:ext cx="6702" cy="1405073"/>
            </a:xfrm>
            <a:custGeom>
              <a:avLst/>
              <a:gdLst>
                <a:gd name="csX0" fmla="*/ 0 w 6702"/>
                <a:gd name="csY0" fmla="*/ 0 h 1405073"/>
                <a:gd name="csX1" fmla="*/ 0 w 6702"/>
                <a:gd name="csY1" fmla="*/ 1405074 h 1405073"/>
                <a:gd name="csX2" fmla="*/ 6703 w 6702"/>
                <a:gd name="csY2" fmla="*/ 1405074 h 1405073"/>
                <a:gd name="csX3" fmla="*/ 6703 w 6702"/>
                <a:gd name="csY3" fmla="*/ 0 h 1405073"/>
                <a:gd name="csX4" fmla="*/ 0 w 6702"/>
                <a:gd name="csY4" fmla="*/ 0 h 1405073"/>
                <a:gd name="csX5" fmla="*/ 0 w 6702"/>
                <a:gd name="csY5" fmla="*/ 0 h 1405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05073">
                  <a:moveTo>
                    <a:pt x="0" y="0"/>
                  </a:moveTo>
                  <a:lnTo>
                    <a:pt x="0" y="1405074"/>
                  </a:lnTo>
                  <a:lnTo>
                    <a:pt x="6703" y="140507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D936B790-3136-EC78-611E-4BB0C635D971}"/>
                </a:ext>
              </a:extLst>
            </p:cNvPr>
            <p:cNvSpPr/>
            <p:nvPr/>
          </p:nvSpPr>
          <p:spPr>
            <a:xfrm>
              <a:off x="2332686" y="3352190"/>
              <a:ext cx="6702" cy="1405073"/>
            </a:xfrm>
            <a:custGeom>
              <a:avLst/>
              <a:gdLst>
                <a:gd name="csX0" fmla="*/ 0 w 6702"/>
                <a:gd name="csY0" fmla="*/ 0 h 1405073"/>
                <a:gd name="csX1" fmla="*/ 0 w 6702"/>
                <a:gd name="csY1" fmla="*/ 1405074 h 1405073"/>
                <a:gd name="csX2" fmla="*/ 6703 w 6702"/>
                <a:gd name="csY2" fmla="*/ 1405074 h 1405073"/>
                <a:gd name="csX3" fmla="*/ 6703 w 6702"/>
                <a:gd name="csY3" fmla="*/ 0 h 1405073"/>
                <a:gd name="csX4" fmla="*/ 0 w 6702"/>
                <a:gd name="csY4" fmla="*/ 0 h 1405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05073">
                  <a:moveTo>
                    <a:pt x="0" y="0"/>
                  </a:moveTo>
                  <a:lnTo>
                    <a:pt x="0" y="1405074"/>
                  </a:lnTo>
                  <a:lnTo>
                    <a:pt x="6703" y="140507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B0F22705-45E9-DC5C-3E8A-6AD5C4EE2593}"/>
                </a:ext>
              </a:extLst>
            </p:cNvPr>
            <p:cNvSpPr/>
            <p:nvPr/>
          </p:nvSpPr>
          <p:spPr>
            <a:xfrm>
              <a:off x="2339389" y="3362884"/>
              <a:ext cx="6713" cy="1394380"/>
            </a:xfrm>
            <a:custGeom>
              <a:avLst/>
              <a:gdLst>
                <a:gd name="csX0" fmla="*/ 0 w 6713"/>
                <a:gd name="csY0" fmla="*/ 0 h 1394380"/>
                <a:gd name="csX1" fmla="*/ 0 w 6713"/>
                <a:gd name="csY1" fmla="*/ 1394380 h 1394380"/>
                <a:gd name="csX2" fmla="*/ 6714 w 6713"/>
                <a:gd name="csY2" fmla="*/ 1394380 h 1394380"/>
                <a:gd name="csX3" fmla="*/ 6714 w 6713"/>
                <a:gd name="csY3" fmla="*/ 0 h 1394380"/>
                <a:gd name="csX4" fmla="*/ 0 w 6713"/>
                <a:gd name="csY4" fmla="*/ 0 h 1394380"/>
                <a:gd name="csX5" fmla="*/ 0 w 6713"/>
                <a:gd name="csY5" fmla="*/ 0 h 1394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94380">
                  <a:moveTo>
                    <a:pt x="0" y="0"/>
                  </a:moveTo>
                  <a:lnTo>
                    <a:pt x="0" y="1394380"/>
                  </a:lnTo>
                  <a:lnTo>
                    <a:pt x="6714" y="13943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2BDD9FED-89C3-AAF1-CEAC-A53E927E0804}"/>
                </a:ext>
              </a:extLst>
            </p:cNvPr>
            <p:cNvSpPr/>
            <p:nvPr/>
          </p:nvSpPr>
          <p:spPr>
            <a:xfrm>
              <a:off x="2339389" y="3362884"/>
              <a:ext cx="6713" cy="1394380"/>
            </a:xfrm>
            <a:custGeom>
              <a:avLst/>
              <a:gdLst>
                <a:gd name="csX0" fmla="*/ 0 w 6713"/>
                <a:gd name="csY0" fmla="*/ 0 h 1394380"/>
                <a:gd name="csX1" fmla="*/ 0 w 6713"/>
                <a:gd name="csY1" fmla="*/ 1394380 h 1394380"/>
                <a:gd name="csX2" fmla="*/ 6714 w 6713"/>
                <a:gd name="csY2" fmla="*/ 1394380 h 1394380"/>
                <a:gd name="csX3" fmla="*/ 6714 w 6713"/>
                <a:gd name="csY3" fmla="*/ 0 h 1394380"/>
                <a:gd name="csX4" fmla="*/ 0 w 6713"/>
                <a:gd name="csY4" fmla="*/ 0 h 1394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94380">
                  <a:moveTo>
                    <a:pt x="0" y="0"/>
                  </a:moveTo>
                  <a:lnTo>
                    <a:pt x="0" y="1394380"/>
                  </a:lnTo>
                  <a:lnTo>
                    <a:pt x="6714" y="13943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47DD2CD9-E5FA-C405-3DD1-90CC6714C75A}"/>
                </a:ext>
              </a:extLst>
            </p:cNvPr>
            <p:cNvSpPr/>
            <p:nvPr/>
          </p:nvSpPr>
          <p:spPr>
            <a:xfrm>
              <a:off x="2346103" y="3341639"/>
              <a:ext cx="6713" cy="1415624"/>
            </a:xfrm>
            <a:custGeom>
              <a:avLst/>
              <a:gdLst>
                <a:gd name="csX0" fmla="*/ 0 w 6713"/>
                <a:gd name="csY0" fmla="*/ 0 h 1415624"/>
                <a:gd name="csX1" fmla="*/ 0 w 6713"/>
                <a:gd name="csY1" fmla="*/ 1415625 h 1415624"/>
                <a:gd name="csX2" fmla="*/ 6714 w 6713"/>
                <a:gd name="csY2" fmla="*/ 1415625 h 1415624"/>
                <a:gd name="csX3" fmla="*/ 6714 w 6713"/>
                <a:gd name="csY3" fmla="*/ 0 h 1415624"/>
                <a:gd name="csX4" fmla="*/ 0 w 6713"/>
                <a:gd name="csY4" fmla="*/ 0 h 1415624"/>
                <a:gd name="csX5" fmla="*/ 0 w 6713"/>
                <a:gd name="csY5" fmla="*/ 0 h 1415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5624">
                  <a:moveTo>
                    <a:pt x="0" y="0"/>
                  </a:moveTo>
                  <a:lnTo>
                    <a:pt x="0" y="1415625"/>
                  </a:lnTo>
                  <a:lnTo>
                    <a:pt x="6714" y="141562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EBC834AA-87C2-A9DA-5F67-4274FA12923C}"/>
                </a:ext>
              </a:extLst>
            </p:cNvPr>
            <p:cNvSpPr/>
            <p:nvPr/>
          </p:nvSpPr>
          <p:spPr>
            <a:xfrm>
              <a:off x="2346103" y="3341639"/>
              <a:ext cx="6713" cy="1415624"/>
            </a:xfrm>
            <a:custGeom>
              <a:avLst/>
              <a:gdLst>
                <a:gd name="csX0" fmla="*/ 0 w 6713"/>
                <a:gd name="csY0" fmla="*/ 0 h 1415624"/>
                <a:gd name="csX1" fmla="*/ 0 w 6713"/>
                <a:gd name="csY1" fmla="*/ 1415625 h 1415624"/>
                <a:gd name="csX2" fmla="*/ 6714 w 6713"/>
                <a:gd name="csY2" fmla="*/ 1415625 h 1415624"/>
                <a:gd name="csX3" fmla="*/ 6714 w 6713"/>
                <a:gd name="csY3" fmla="*/ 0 h 1415624"/>
                <a:gd name="csX4" fmla="*/ 0 w 6713"/>
                <a:gd name="csY4" fmla="*/ 0 h 1415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5624">
                  <a:moveTo>
                    <a:pt x="0" y="0"/>
                  </a:moveTo>
                  <a:lnTo>
                    <a:pt x="0" y="1415625"/>
                  </a:lnTo>
                  <a:lnTo>
                    <a:pt x="6714" y="141562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2AD9CD4-2E47-7055-CF24-4C1BD82840D0}"/>
                </a:ext>
              </a:extLst>
            </p:cNvPr>
            <p:cNvSpPr/>
            <p:nvPr/>
          </p:nvSpPr>
          <p:spPr>
            <a:xfrm>
              <a:off x="2352816" y="3343065"/>
              <a:ext cx="6713" cy="1414199"/>
            </a:xfrm>
            <a:custGeom>
              <a:avLst/>
              <a:gdLst>
                <a:gd name="csX0" fmla="*/ 0 w 6713"/>
                <a:gd name="csY0" fmla="*/ 0 h 1414199"/>
                <a:gd name="csX1" fmla="*/ 0 w 6713"/>
                <a:gd name="csY1" fmla="*/ 1414199 h 1414199"/>
                <a:gd name="csX2" fmla="*/ 6714 w 6713"/>
                <a:gd name="csY2" fmla="*/ 1414199 h 1414199"/>
                <a:gd name="csX3" fmla="*/ 6714 w 6713"/>
                <a:gd name="csY3" fmla="*/ 0 h 1414199"/>
                <a:gd name="csX4" fmla="*/ 0 w 6713"/>
                <a:gd name="csY4" fmla="*/ 0 h 1414199"/>
                <a:gd name="csX5" fmla="*/ 0 w 6713"/>
                <a:gd name="csY5" fmla="*/ 0 h 141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4199">
                  <a:moveTo>
                    <a:pt x="0" y="0"/>
                  </a:moveTo>
                  <a:lnTo>
                    <a:pt x="0" y="1414199"/>
                  </a:lnTo>
                  <a:lnTo>
                    <a:pt x="6714" y="141419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35D16BE4-D788-CECB-E9EC-3E8253417F97}"/>
                </a:ext>
              </a:extLst>
            </p:cNvPr>
            <p:cNvSpPr/>
            <p:nvPr/>
          </p:nvSpPr>
          <p:spPr>
            <a:xfrm>
              <a:off x="2352816" y="3343065"/>
              <a:ext cx="6713" cy="1414199"/>
            </a:xfrm>
            <a:custGeom>
              <a:avLst/>
              <a:gdLst>
                <a:gd name="csX0" fmla="*/ 0 w 6713"/>
                <a:gd name="csY0" fmla="*/ 0 h 1414199"/>
                <a:gd name="csX1" fmla="*/ 0 w 6713"/>
                <a:gd name="csY1" fmla="*/ 1414199 h 1414199"/>
                <a:gd name="csX2" fmla="*/ 6714 w 6713"/>
                <a:gd name="csY2" fmla="*/ 1414199 h 1414199"/>
                <a:gd name="csX3" fmla="*/ 6714 w 6713"/>
                <a:gd name="csY3" fmla="*/ 0 h 1414199"/>
                <a:gd name="csX4" fmla="*/ 0 w 6713"/>
                <a:gd name="csY4" fmla="*/ 0 h 141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4199">
                  <a:moveTo>
                    <a:pt x="0" y="0"/>
                  </a:moveTo>
                  <a:lnTo>
                    <a:pt x="0" y="1414199"/>
                  </a:lnTo>
                  <a:lnTo>
                    <a:pt x="6714" y="141419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49E0525-98DD-01A9-7CF3-AFFC18A59D7F}"/>
                </a:ext>
              </a:extLst>
            </p:cNvPr>
            <p:cNvSpPr/>
            <p:nvPr/>
          </p:nvSpPr>
          <p:spPr>
            <a:xfrm>
              <a:off x="2359530" y="3333227"/>
              <a:ext cx="6713" cy="1424037"/>
            </a:xfrm>
            <a:custGeom>
              <a:avLst/>
              <a:gdLst>
                <a:gd name="csX0" fmla="*/ 0 w 6713"/>
                <a:gd name="csY0" fmla="*/ 0 h 1424037"/>
                <a:gd name="csX1" fmla="*/ 0 w 6713"/>
                <a:gd name="csY1" fmla="*/ 1424037 h 1424037"/>
                <a:gd name="csX2" fmla="*/ 6714 w 6713"/>
                <a:gd name="csY2" fmla="*/ 1424037 h 1424037"/>
                <a:gd name="csX3" fmla="*/ 6714 w 6713"/>
                <a:gd name="csY3" fmla="*/ 0 h 1424037"/>
                <a:gd name="csX4" fmla="*/ 0 w 6713"/>
                <a:gd name="csY4" fmla="*/ 0 h 1424037"/>
                <a:gd name="csX5" fmla="*/ 0 w 6713"/>
                <a:gd name="csY5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24037">
                  <a:moveTo>
                    <a:pt x="0" y="0"/>
                  </a:moveTo>
                  <a:lnTo>
                    <a:pt x="0" y="1424037"/>
                  </a:lnTo>
                  <a:lnTo>
                    <a:pt x="6714" y="142403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C2C73A1-5923-64DA-BCCF-D97112E174B3}"/>
                </a:ext>
              </a:extLst>
            </p:cNvPr>
            <p:cNvSpPr/>
            <p:nvPr/>
          </p:nvSpPr>
          <p:spPr>
            <a:xfrm>
              <a:off x="2359530" y="3333227"/>
              <a:ext cx="6713" cy="1424037"/>
            </a:xfrm>
            <a:custGeom>
              <a:avLst/>
              <a:gdLst>
                <a:gd name="csX0" fmla="*/ 0 w 6713"/>
                <a:gd name="csY0" fmla="*/ 0 h 1424037"/>
                <a:gd name="csX1" fmla="*/ 0 w 6713"/>
                <a:gd name="csY1" fmla="*/ 1424037 h 1424037"/>
                <a:gd name="csX2" fmla="*/ 6714 w 6713"/>
                <a:gd name="csY2" fmla="*/ 1424037 h 1424037"/>
                <a:gd name="csX3" fmla="*/ 6714 w 6713"/>
                <a:gd name="csY3" fmla="*/ 0 h 1424037"/>
                <a:gd name="csX4" fmla="*/ 0 w 6713"/>
                <a:gd name="csY4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24037">
                  <a:moveTo>
                    <a:pt x="0" y="0"/>
                  </a:moveTo>
                  <a:lnTo>
                    <a:pt x="0" y="1424037"/>
                  </a:lnTo>
                  <a:lnTo>
                    <a:pt x="6714" y="142403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6A8EE821-D615-297A-5987-47B0C4A3CDAE}"/>
                </a:ext>
              </a:extLst>
            </p:cNvPr>
            <p:cNvSpPr/>
            <p:nvPr/>
          </p:nvSpPr>
          <p:spPr>
            <a:xfrm>
              <a:off x="2366244" y="3340071"/>
              <a:ext cx="6702" cy="1417193"/>
            </a:xfrm>
            <a:custGeom>
              <a:avLst/>
              <a:gdLst>
                <a:gd name="csX0" fmla="*/ 0 w 6702"/>
                <a:gd name="csY0" fmla="*/ 0 h 1417193"/>
                <a:gd name="csX1" fmla="*/ 0 w 6702"/>
                <a:gd name="csY1" fmla="*/ 1417193 h 1417193"/>
                <a:gd name="csX2" fmla="*/ 6703 w 6702"/>
                <a:gd name="csY2" fmla="*/ 1417193 h 1417193"/>
                <a:gd name="csX3" fmla="*/ 6703 w 6702"/>
                <a:gd name="csY3" fmla="*/ 0 h 1417193"/>
                <a:gd name="csX4" fmla="*/ 0 w 6702"/>
                <a:gd name="csY4" fmla="*/ 0 h 1417193"/>
                <a:gd name="csX5" fmla="*/ 0 w 6702"/>
                <a:gd name="csY5" fmla="*/ 0 h 1417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17193">
                  <a:moveTo>
                    <a:pt x="0" y="0"/>
                  </a:moveTo>
                  <a:lnTo>
                    <a:pt x="0" y="1417193"/>
                  </a:lnTo>
                  <a:lnTo>
                    <a:pt x="6703" y="141719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B7E5223E-A00F-858E-F562-681CF04C8EFF}"/>
                </a:ext>
              </a:extLst>
            </p:cNvPr>
            <p:cNvSpPr/>
            <p:nvPr/>
          </p:nvSpPr>
          <p:spPr>
            <a:xfrm>
              <a:off x="2366244" y="3340071"/>
              <a:ext cx="6702" cy="1417193"/>
            </a:xfrm>
            <a:custGeom>
              <a:avLst/>
              <a:gdLst>
                <a:gd name="csX0" fmla="*/ 0 w 6702"/>
                <a:gd name="csY0" fmla="*/ 0 h 1417193"/>
                <a:gd name="csX1" fmla="*/ 0 w 6702"/>
                <a:gd name="csY1" fmla="*/ 1417193 h 1417193"/>
                <a:gd name="csX2" fmla="*/ 6703 w 6702"/>
                <a:gd name="csY2" fmla="*/ 1417193 h 1417193"/>
                <a:gd name="csX3" fmla="*/ 6703 w 6702"/>
                <a:gd name="csY3" fmla="*/ 0 h 1417193"/>
                <a:gd name="csX4" fmla="*/ 0 w 6702"/>
                <a:gd name="csY4" fmla="*/ 0 h 1417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17193">
                  <a:moveTo>
                    <a:pt x="0" y="0"/>
                  </a:moveTo>
                  <a:lnTo>
                    <a:pt x="0" y="1417193"/>
                  </a:lnTo>
                  <a:lnTo>
                    <a:pt x="6703" y="141719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01853415-5670-F863-BCA7-0D430EB2A7F0}"/>
                </a:ext>
              </a:extLst>
            </p:cNvPr>
            <p:cNvSpPr/>
            <p:nvPr/>
          </p:nvSpPr>
          <p:spPr>
            <a:xfrm>
              <a:off x="2372947" y="3344348"/>
              <a:ext cx="6713" cy="1412915"/>
            </a:xfrm>
            <a:custGeom>
              <a:avLst/>
              <a:gdLst>
                <a:gd name="csX0" fmla="*/ 0 w 6713"/>
                <a:gd name="csY0" fmla="*/ 0 h 1412915"/>
                <a:gd name="csX1" fmla="*/ 0 w 6713"/>
                <a:gd name="csY1" fmla="*/ 1412916 h 1412915"/>
                <a:gd name="csX2" fmla="*/ 6714 w 6713"/>
                <a:gd name="csY2" fmla="*/ 1412916 h 1412915"/>
                <a:gd name="csX3" fmla="*/ 6714 w 6713"/>
                <a:gd name="csY3" fmla="*/ 0 h 1412915"/>
                <a:gd name="csX4" fmla="*/ 0 w 6713"/>
                <a:gd name="csY4" fmla="*/ 0 h 1412915"/>
                <a:gd name="csX5" fmla="*/ 0 w 6713"/>
                <a:gd name="csY5" fmla="*/ 0 h 14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2915">
                  <a:moveTo>
                    <a:pt x="0" y="0"/>
                  </a:moveTo>
                  <a:lnTo>
                    <a:pt x="0" y="1412916"/>
                  </a:lnTo>
                  <a:lnTo>
                    <a:pt x="6714" y="141291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5654922E-E6D5-93A6-E6F9-A7F9C96AB7FD}"/>
                </a:ext>
              </a:extLst>
            </p:cNvPr>
            <p:cNvSpPr/>
            <p:nvPr/>
          </p:nvSpPr>
          <p:spPr>
            <a:xfrm>
              <a:off x="2372947" y="3344348"/>
              <a:ext cx="6713" cy="1412915"/>
            </a:xfrm>
            <a:custGeom>
              <a:avLst/>
              <a:gdLst>
                <a:gd name="csX0" fmla="*/ 0 w 6713"/>
                <a:gd name="csY0" fmla="*/ 0 h 1412915"/>
                <a:gd name="csX1" fmla="*/ 0 w 6713"/>
                <a:gd name="csY1" fmla="*/ 1412916 h 1412915"/>
                <a:gd name="csX2" fmla="*/ 6714 w 6713"/>
                <a:gd name="csY2" fmla="*/ 1412916 h 1412915"/>
                <a:gd name="csX3" fmla="*/ 6714 w 6713"/>
                <a:gd name="csY3" fmla="*/ 0 h 1412915"/>
                <a:gd name="csX4" fmla="*/ 0 w 6713"/>
                <a:gd name="csY4" fmla="*/ 0 h 14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2915">
                  <a:moveTo>
                    <a:pt x="0" y="0"/>
                  </a:moveTo>
                  <a:lnTo>
                    <a:pt x="0" y="1412916"/>
                  </a:lnTo>
                  <a:lnTo>
                    <a:pt x="6714" y="141291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1A65112F-F159-AD22-5D8F-6973C7DF7323}"/>
                </a:ext>
              </a:extLst>
            </p:cNvPr>
            <p:cNvSpPr/>
            <p:nvPr/>
          </p:nvSpPr>
          <p:spPr>
            <a:xfrm>
              <a:off x="2379660" y="3341853"/>
              <a:ext cx="6713" cy="1415411"/>
            </a:xfrm>
            <a:custGeom>
              <a:avLst/>
              <a:gdLst>
                <a:gd name="csX0" fmla="*/ 0 w 6713"/>
                <a:gd name="csY0" fmla="*/ 0 h 1415411"/>
                <a:gd name="csX1" fmla="*/ 0 w 6713"/>
                <a:gd name="csY1" fmla="*/ 1415411 h 1415411"/>
                <a:gd name="csX2" fmla="*/ 6714 w 6713"/>
                <a:gd name="csY2" fmla="*/ 1415411 h 1415411"/>
                <a:gd name="csX3" fmla="*/ 6714 w 6713"/>
                <a:gd name="csY3" fmla="*/ 0 h 1415411"/>
                <a:gd name="csX4" fmla="*/ 0 w 6713"/>
                <a:gd name="csY4" fmla="*/ 0 h 1415411"/>
                <a:gd name="csX5" fmla="*/ 0 w 6713"/>
                <a:gd name="csY5" fmla="*/ 0 h 1415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5411">
                  <a:moveTo>
                    <a:pt x="0" y="0"/>
                  </a:moveTo>
                  <a:lnTo>
                    <a:pt x="0" y="1415411"/>
                  </a:lnTo>
                  <a:lnTo>
                    <a:pt x="6714" y="14154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7892D1BD-9A73-483A-9A11-61BA750B1496}"/>
                </a:ext>
              </a:extLst>
            </p:cNvPr>
            <p:cNvSpPr/>
            <p:nvPr/>
          </p:nvSpPr>
          <p:spPr>
            <a:xfrm>
              <a:off x="2379660" y="3341853"/>
              <a:ext cx="6713" cy="1415411"/>
            </a:xfrm>
            <a:custGeom>
              <a:avLst/>
              <a:gdLst>
                <a:gd name="csX0" fmla="*/ 0 w 6713"/>
                <a:gd name="csY0" fmla="*/ 0 h 1415411"/>
                <a:gd name="csX1" fmla="*/ 0 w 6713"/>
                <a:gd name="csY1" fmla="*/ 1415411 h 1415411"/>
                <a:gd name="csX2" fmla="*/ 6714 w 6713"/>
                <a:gd name="csY2" fmla="*/ 1415411 h 1415411"/>
                <a:gd name="csX3" fmla="*/ 6714 w 6713"/>
                <a:gd name="csY3" fmla="*/ 0 h 1415411"/>
                <a:gd name="csX4" fmla="*/ 0 w 6713"/>
                <a:gd name="csY4" fmla="*/ 0 h 1415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5411">
                  <a:moveTo>
                    <a:pt x="0" y="0"/>
                  </a:moveTo>
                  <a:lnTo>
                    <a:pt x="0" y="1415411"/>
                  </a:lnTo>
                  <a:lnTo>
                    <a:pt x="6714" y="14154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F18CE620-7654-D4CC-CA25-6E746B297279}"/>
                </a:ext>
              </a:extLst>
            </p:cNvPr>
            <p:cNvSpPr/>
            <p:nvPr/>
          </p:nvSpPr>
          <p:spPr>
            <a:xfrm>
              <a:off x="2386374" y="3367447"/>
              <a:ext cx="6713" cy="1389817"/>
            </a:xfrm>
            <a:custGeom>
              <a:avLst/>
              <a:gdLst>
                <a:gd name="csX0" fmla="*/ 0 w 6713"/>
                <a:gd name="csY0" fmla="*/ 0 h 1389817"/>
                <a:gd name="csX1" fmla="*/ 0 w 6713"/>
                <a:gd name="csY1" fmla="*/ 1389818 h 1389817"/>
                <a:gd name="csX2" fmla="*/ 6714 w 6713"/>
                <a:gd name="csY2" fmla="*/ 1389818 h 1389817"/>
                <a:gd name="csX3" fmla="*/ 6714 w 6713"/>
                <a:gd name="csY3" fmla="*/ 0 h 1389817"/>
                <a:gd name="csX4" fmla="*/ 0 w 6713"/>
                <a:gd name="csY4" fmla="*/ 0 h 1389817"/>
                <a:gd name="csX5" fmla="*/ 0 w 6713"/>
                <a:gd name="csY5" fmla="*/ 0 h 1389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89817">
                  <a:moveTo>
                    <a:pt x="0" y="0"/>
                  </a:moveTo>
                  <a:lnTo>
                    <a:pt x="0" y="1389818"/>
                  </a:lnTo>
                  <a:lnTo>
                    <a:pt x="6714" y="13898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BE5B21D-F6C0-FEBE-AD08-73A82263914B}"/>
                </a:ext>
              </a:extLst>
            </p:cNvPr>
            <p:cNvSpPr/>
            <p:nvPr/>
          </p:nvSpPr>
          <p:spPr>
            <a:xfrm>
              <a:off x="2386374" y="3367447"/>
              <a:ext cx="6713" cy="1389817"/>
            </a:xfrm>
            <a:custGeom>
              <a:avLst/>
              <a:gdLst>
                <a:gd name="csX0" fmla="*/ 0 w 6713"/>
                <a:gd name="csY0" fmla="*/ 0 h 1389817"/>
                <a:gd name="csX1" fmla="*/ 0 w 6713"/>
                <a:gd name="csY1" fmla="*/ 1389818 h 1389817"/>
                <a:gd name="csX2" fmla="*/ 6714 w 6713"/>
                <a:gd name="csY2" fmla="*/ 1389818 h 1389817"/>
                <a:gd name="csX3" fmla="*/ 6714 w 6713"/>
                <a:gd name="csY3" fmla="*/ 0 h 1389817"/>
                <a:gd name="csX4" fmla="*/ 0 w 6713"/>
                <a:gd name="csY4" fmla="*/ 0 h 1389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89817">
                  <a:moveTo>
                    <a:pt x="0" y="0"/>
                  </a:moveTo>
                  <a:lnTo>
                    <a:pt x="0" y="1389818"/>
                  </a:lnTo>
                  <a:lnTo>
                    <a:pt x="6714" y="13898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BE1D29EA-6D9D-00BC-657B-8B384F49B586}"/>
                </a:ext>
              </a:extLst>
            </p:cNvPr>
            <p:cNvSpPr/>
            <p:nvPr/>
          </p:nvSpPr>
          <p:spPr>
            <a:xfrm>
              <a:off x="2393088" y="3403092"/>
              <a:ext cx="6702" cy="1354172"/>
            </a:xfrm>
            <a:custGeom>
              <a:avLst/>
              <a:gdLst>
                <a:gd name="csX0" fmla="*/ 0 w 6702"/>
                <a:gd name="csY0" fmla="*/ 0 h 1354172"/>
                <a:gd name="csX1" fmla="*/ 0 w 6702"/>
                <a:gd name="csY1" fmla="*/ 1354173 h 1354172"/>
                <a:gd name="csX2" fmla="*/ 6703 w 6702"/>
                <a:gd name="csY2" fmla="*/ 1354173 h 1354172"/>
                <a:gd name="csX3" fmla="*/ 6703 w 6702"/>
                <a:gd name="csY3" fmla="*/ 0 h 1354172"/>
                <a:gd name="csX4" fmla="*/ 0 w 6702"/>
                <a:gd name="csY4" fmla="*/ 0 h 1354172"/>
                <a:gd name="csX5" fmla="*/ 0 w 6702"/>
                <a:gd name="csY5" fmla="*/ 0 h 1354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354172">
                  <a:moveTo>
                    <a:pt x="0" y="0"/>
                  </a:moveTo>
                  <a:lnTo>
                    <a:pt x="0" y="1354173"/>
                  </a:lnTo>
                  <a:lnTo>
                    <a:pt x="6703" y="135417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F0C79BB9-3E01-911B-7E6B-579932255343}"/>
                </a:ext>
              </a:extLst>
            </p:cNvPr>
            <p:cNvSpPr/>
            <p:nvPr/>
          </p:nvSpPr>
          <p:spPr>
            <a:xfrm>
              <a:off x="2393088" y="3403092"/>
              <a:ext cx="6702" cy="1354172"/>
            </a:xfrm>
            <a:custGeom>
              <a:avLst/>
              <a:gdLst>
                <a:gd name="csX0" fmla="*/ 0 w 6702"/>
                <a:gd name="csY0" fmla="*/ 0 h 1354172"/>
                <a:gd name="csX1" fmla="*/ 0 w 6702"/>
                <a:gd name="csY1" fmla="*/ 1354173 h 1354172"/>
                <a:gd name="csX2" fmla="*/ 6703 w 6702"/>
                <a:gd name="csY2" fmla="*/ 1354173 h 1354172"/>
                <a:gd name="csX3" fmla="*/ 6703 w 6702"/>
                <a:gd name="csY3" fmla="*/ 0 h 1354172"/>
                <a:gd name="csX4" fmla="*/ 0 w 6702"/>
                <a:gd name="csY4" fmla="*/ 0 h 1354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354172">
                  <a:moveTo>
                    <a:pt x="0" y="0"/>
                  </a:moveTo>
                  <a:lnTo>
                    <a:pt x="0" y="1354173"/>
                  </a:lnTo>
                  <a:lnTo>
                    <a:pt x="6703" y="135417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5036D92C-144A-5FE2-6831-438EB95F9A40}"/>
                </a:ext>
              </a:extLst>
            </p:cNvPr>
            <p:cNvSpPr/>
            <p:nvPr/>
          </p:nvSpPr>
          <p:spPr>
            <a:xfrm>
              <a:off x="2399791" y="3408510"/>
              <a:ext cx="6713" cy="1348754"/>
            </a:xfrm>
            <a:custGeom>
              <a:avLst/>
              <a:gdLst>
                <a:gd name="csX0" fmla="*/ 0 w 6713"/>
                <a:gd name="csY0" fmla="*/ 0 h 1348754"/>
                <a:gd name="csX1" fmla="*/ 0 w 6713"/>
                <a:gd name="csY1" fmla="*/ 1348754 h 1348754"/>
                <a:gd name="csX2" fmla="*/ 6714 w 6713"/>
                <a:gd name="csY2" fmla="*/ 1348754 h 1348754"/>
                <a:gd name="csX3" fmla="*/ 6714 w 6713"/>
                <a:gd name="csY3" fmla="*/ 0 h 1348754"/>
                <a:gd name="csX4" fmla="*/ 0 w 6713"/>
                <a:gd name="csY4" fmla="*/ 0 h 1348754"/>
                <a:gd name="csX5" fmla="*/ 0 w 6713"/>
                <a:gd name="csY5" fmla="*/ 0 h 134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48754">
                  <a:moveTo>
                    <a:pt x="0" y="0"/>
                  </a:moveTo>
                  <a:lnTo>
                    <a:pt x="0" y="1348754"/>
                  </a:lnTo>
                  <a:lnTo>
                    <a:pt x="6714" y="134875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BE9C8B01-A932-677A-EAB7-5578E6495C08}"/>
                </a:ext>
              </a:extLst>
            </p:cNvPr>
            <p:cNvSpPr/>
            <p:nvPr/>
          </p:nvSpPr>
          <p:spPr>
            <a:xfrm>
              <a:off x="2399791" y="3408510"/>
              <a:ext cx="6713" cy="1348754"/>
            </a:xfrm>
            <a:custGeom>
              <a:avLst/>
              <a:gdLst>
                <a:gd name="csX0" fmla="*/ 0 w 6713"/>
                <a:gd name="csY0" fmla="*/ 0 h 1348754"/>
                <a:gd name="csX1" fmla="*/ 0 w 6713"/>
                <a:gd name="csY1" fmla="*/ 1348754 h 1348754"/>
                <a:gd name="csX2" fmla="*/ 6714 w 6713"/>
                <a:gd name="csY2" fmla="*/ 1348754 h 1348754"/>
                <a:gd name="csX3" fmla="*/ 6714 w 6713"/>
                <a:gd name="csY3" fmla="*/ 0 h 1348754"/>
                <a:gd name="csX4" fmla="*/ 0 w 6713"/>
                <a:gd name="csY4" fmla="*/ 0 h 134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48754">
                  <a:moveTo>
                    <a:pt x="0" y="0"/>
                  </a:moveTo>
                  <a:lnTo>
                    <a:pt x="0" y="1348754"/>
                  </a:lnTo>
                  <a:lnTo>
                    <a:pt x="6714" y="134875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BE680EB0-DC3E-2B2B-BF7A-F47B063B1A11}"/>
                </a:ext>
              </a:extLst>
            </p:cNvPr>
            <p:cNvSpPr/>
            <p:nvPr/>
          </p:nvSpPr>
          <p:spPr>
            <a:xfrm>
              <a:off x="2406504" y="3439451"/>
              <a:ext cx="6713" cy="1317813"/>
            </a:xfrm>
            <a:custGeom>
              <a:avLst/>
              <a:gdLst>
                <a:gd name="csX0" fmla="*/ 0 w 6713"/>
                <a:gd name="csY0" fmla="*/ 0 h 1317813"/>
                <a:gd name="csX1" fmla="*/ 0 w 6713"/>
                <a:gd name="csY1" fmla="*/ 1317814 h 1317813"/>
                <a:gd name="csX2" fmla="*/ 6714 w 6713"/>
                <a:gd name="csY2" fmla="*/ 1317814 h 1317813"/>
                <a:gd name="csX3" fmla="*/ 6714 w 6713"/>
                <a:gd name="csY3" fmla="*/ 0 h 1317813"/>
                <a:gd name="csX4" fmla="*/ 0 w 6713"/>
                <a:gd name="csY4" fmla="*/ 0 h 1317813"/>
                <a:gd name="csX5" fmla="*/ 0 w 6713"/>
                <a:gd name="csY5" fmla="*/ 0 h 1317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17813">
                  <a:moveTo>
                    <a:pt x="0" y="0"/>
                  </a:moveTo>
                  <a:lnTo>
                    <a:pt x="0" y="1317814"/>
                  </a:lnTo>
                  <a:lnTo>
                    <a:pt x="6714" y="131781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0A960798-F6FF-3978-95F9-D19FCEBC92C8}"/>
                </a:ext>
              </a:extLst>
            </p:cNvPr>
            <p:cNvSpPr/>
            <p:nvPr/>
          </p:nvSpPr>
          <p:spPr>
            <a:xfrm>
              <a:off x="2406504" y="3439451"/>
              <a:ext cx="6713" cy="1317813"/>
            </a:xfrm>
            <a:custGeom>
              <a:avLst/>
              <a:gdLst>
                <a:gd name="csX0" fmla="*/ 0 w 6713"/>
                <a:gd name="csY0" fmla="*/ 0 h 1317813"/>
                <a:gd name="csX1" fmla="*/ 0 w 6713"/>
                <a:gd name="csY1" fmla="*/ 1317814 h 1317813"/>
                <a:gd name="csX2" fmla="*/ 6714 w 6713"/>
                <a:gd name="csY2" fmla="*/ 1317814 h 1317813"/>
                <a:gd name="csX3" fmla="*/ 6714 w 6713"/>
                <a:gd name="csY3" fmla="*/ 0 h 1317813"/>
                <a:gd name="csX4" fmla="*/ 0 w 6713"/>
                <a:gd name="csY4" fmla="*/ 0 h 1317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17813">
                  <a:moveTo>
                    <a:pt x="0" y="0"/>
                  </a:moveTo>
                  <a:lnTo>
                    <a:pt x="0" y="1317814"/>
                  </a:lnTo>
                  <a:lnTo>
                    <a:pt x="6714" y="131781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73FDF47D-0A9E-320E-584A-AFB6C682DDB5}"/>
                </a:ext>
              </a:extLst>
            </p:cNvPr>
            <p:cNvSpPr/>
            <p:nvPr/>
          </p:nvSpPr>
          <p:spPr>
            <a:xfrm>
              <a:off x="2413218" y="3471318"/>
              <a:ext cx="6713" cy="1285946"/>
            </a:xfrm>
            <a:custGeom>
              <a:avLst/>
              <a:gdLst>
                <a:gd name="csX0" fmla="*/ 0 w 6713"/>
                <a:gd name="csY0" fmla="*/ 0 h 1285946"/>
                <a:gd name="csX1" fmla="*/ 0 w 6713"/>
                <a:gd name="csY1" fmla="*/ 1285946 h 1285946"/>
                <a:gd name="csX2" fmla="*/ 6714 w 6713"/>
                <a:gd name="csY2" fmla="*/ 1285946 h 1285946"/>
                <a:gd name="csX3" fmla="*/ 6714 w 6713"/>
                <a:gd name="csY3" fmla="*/ 0 h 1285946"/>
                <a:gd name="csX4" fmla="*/ 0 w 6713"/>
                <a:gd name="csY4" fmla="*/ 0 h 1285946"/>
                <a:gd name="csX5" fmla="*/ 0 w 6713"/>
                <a:gd name="csY5" fmla="*/ 0 h 128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85946">
                  <a:moveTo>
                    <a:pt x="0" y="0"/>
                  </a:moveTo>
                  <a:lnTo>
                    <a:pt x="0" y="1285946"/>
                  </a:lnTo>
                  <a:lnTo>
                    <a:pt x="6714" y="12859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00F91A4-CE78-2E42-ABB5-3F2F6916FB8F}"/>
                </a:ext>
              </a:extLst>
            </p:cNvPr>
            <p:cNvSpPr/>
            <p:nvPr/>
          </p:nvSpPr>
          <p:spPr>
            <a:xfrm>
              <a:off x="2413218" y="3471318"/>
              <a:ext cx="6713" cy="1285946"/>
            </a:xfrm>
            <a:custGeom>
              <a:avLst/>
              <a:gdLst>
                <a:gd name="csX0" fmla="*/ 0 w 6713"/>
                <a:gd name="csY0" fmla="*/ 0 h 1285946"/>
                <a:gd name="csX1" fmla="*/ 0 w 6713"/>
                <a:gd name="csY1" fmla="*/ 1285946 h 1285946"/>
                <a:gd name="csX2" fmla="*/ 6714 w 6713"/>
                <a:gd name="csY2" fmla="*/ 1285946 h 1285946"/>
                <a:gd name="csX3" fmla="*/ 6714 w 6713"/>
                <a:gd name="csY3" fmla="*/ 0 h 1285946"/>
                <a:gd name="csX4" fmla="*/ 0 w 6713"/>
                <a:gd name="csY4" fmla="*/ 0 h 128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85946">
                  <a:moveTo>
                    <a:pt x="0" y="0"/>
                  </a:moveTo>
                  <a:lnTo>
                    <a:pt x="0" y="1285946"/>
                  </a:lnTo>
                  <a:lnTo>
                    <a:pt x="6714" y="12859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1C4A2EFD-DECE-8E48-9DA1-B13B1768DBAD}"/>
                </a:ext>
              </a:extLst>
            </p:cNvPr>
            <p:cNvSpPr/>
            <p:nvPr/>
          </p:nvSpPr>
          <p:spPr>
            <a:xfrm>
              <a:off x="2419932" y="3493418"/>
              <a:ext cx="6713" cy="1263846"/>
            </a:xfrm>
            <a:custGeom>
              <a:avLst/>
              <a:gdLst>
                <a:gd name="csX0" fmla="*/ 0 w 6713"/>
                <a:gd name="csY0" fmla="*/ 0 h 1263846"/>
                <a:gd name="csX1" fmla="*/ 0 w 6713"/>
                <a:gd name="csY1" fmla="*/ 1263846 h 1263846"/>
                <a:gd name="csX2" fmla="*/ 6714 w 6713"/>
                <a:gd name="csY2" fmla="*/ 1263846 h 1263846"/>
                <a:gd name="csX3" fmla="*/ 6714 w 6713"/>
                <a:gd name="csY3" fmla="*/ 0 h 1263846"/>
                <a:gd name="csX4" fmla="*/ 0 w 6713"/>
                <a:gd name="csY4" fmla="*/ 0 h 1263846"/>
                <a:gd name="csX5" fmla="*/ 0 w 6713"/>
                <a:gd name="csY5" fmla="*/ 0 h 126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63846">
                  <a:moveTo>
                    <a:pt x="0" y="0"/>
                  </a:moveTo>
                  <a:lnTo>
                    <a:pt x="0" y="1263846"/>
                  </a:lnTo>
                  <a:lnTo>
                    <a:pt x="6714" y="12638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A8705BE5-2315-4FA0-4F91-C691BD55F517}"/>
                </a:ext>
              </a:extLst>
            </p:cNvPr>
            <p:cNvSpPr/>
            <p:nvPr/>
          </p:nvSpPr>
          <p:spPr>
            <a:xfrm>
              <a:off x="2419932" y="3493418"/>
              <a:ext cx="6713" cy="1263846"/>
            </a:xfrm>
            <a:custGeom>
              <a:avLst/>
              <a:gdLst>
                <a:gd name="csX0" fmla="*/ 0 w 6713"/>
                <a:gd name="csY0" fmla="*/ 0 h 1263846"/>
                <a:gd name="csX1" fmla="*/ 0 w 6713"/>
                <a:gd name="csY1" fmla="*/ 1263846 h 1263846"/>
                <a:gd name="csX2" fmla="*/ 6714 w 6713"/>
                <a:gd name="csY2" fmla="*/ 1263846 h 1263846"/>
                <a:gd name="csX3" fmla="*/ 6714 w 6713"/>
                <a:gd name="csY3" fmla="*/ 0 h 1263846"/>
                <a:gd name="csX4" fmla="*/ 0 w 6713"/>
                <a:gd name="csY4" fmla="*/ 0 h 126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63846">
                  <a:moveTo>
                    <a:pt x="0" y="0"/>
                  </a:moveTo>
                  <a:lnTo>
                    <a:pt x="0" y="1263846"/>
                  </a:lnTo>
                  <a:lnTo>
                    <a:pt x="6714" y="12638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977B54D9-0E72-A7A4-40D3-B66000EF79D5}"/>
                </a:ext>
              </a:extLst>
            </p:cNvPr>
            <p:cNvSpPr/>
            <p:nvPr/>
          </p:nvSpPr>
          <p:spPr>
            <a:xfrm>
              <a:off x="2426646" y="3520224"/>
              <a:ext cx="6702" cy="1237040"/>
            </a:xfrm>
            <a:custGeom>
              <a:avLst/>
              <a:gdLst>
                <a:gd name="csX0" fmla="*/ 0 w 6702"/>
                <a:gd name="csY0" fmla="*/ 0 h 1237040"/>
                <a:gd name="csX1" fmla="*/ 0 w 6702"/>
                <a:gd name="csY1" fmla="*/ 1237041 h 1237040"/>
                <a:gd name="csX2" fmla="*/ 6703 w 6702"/>
                <a:gd name="csY2" fmla="*/ 1237041 h 1237040"/>
                <a:gd name="csX3" fmla="*/ 6703 w 6702"/>
                <a:gd name="csY3" fmla="*/ 0 h 1237040"/>
                <a:gd name="csX4" fmla="*/ 0 w 6702"/>
                <a:gd name="csY4" fmla="*/ 0 h 1237040"/>
                <a:gd name="csX5" fmla="*/ 0 w 6702"/>
                <a:gd name="csY5" fmla="*/ 0 h 1237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237040">
                  <a:moveTo>
                    <a:pt x="0" y="0"/>
                  </a:moveTo>
                  <a:lnTo>
                    <a:pt x="0" y="1237041"/>
                  </a:lnTo>
                  <a:lnTo>
                    <a:pt x="6703" y="123704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A1AD4E11-A9B5-7A29-DA63-BEEA5A3E70D2}"/>
                </a:ext>
              </a:extLst>
            </p:cNvPr>
            <p:cNvSpPr/>
            <p:nvPr/>
          </p:nvSpPr>
          <p:spPr>
            <a:xfrm>
              <a:off x="2426646" y="3520224"/>
              <a:ext cx="6702" cy="1237040"/>
            </a:xfrm>
            <a:custGeom>
              <a:avLst/>
              <a:gdLst>
                <a:gd name="csX0" fmla="*/ 0 w 6702"/>
                <a:gd name="csY0" fmla="*/ 0 h 1237040"/>
                <a:gd name="csX1" fmla="*/ 0 w 6702"/>
                <a:gd name="csY1" fmla="*/ 1237041 h 1237040"/>
                <a:gd name="csX2" fmla="*/ 6703 w 6702"/>
                <a:gd name="csY2" fmla="*/ 1237041 h 1237040"/>
                <a:gd name="csX3" fmla="*/ 6703 w 6702"/>
                <a:gd name="csY3" fmla="*/ 0 h 1237040"/>
                <a:gd name="csX4" fmla="*/ 0 w 6702"/>
                <a:gd name="csY4" fmla="*/ 0 h 1237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237040">
                  <a:moveTo>
                    <a:pt x="0" y="0"/>
                  </a:moveTo>
                  <a:lnTo>
                    <a:pt x="0" y="1237041"/>
                  </a:lnTo>
                  <a:lnTo>
                    <a:pt x="6703" y="123704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07EF96EB-F562-BC3C-CEC1-DA952887CECA}"/>
                </a:ext>
              </a:extLst>
            </p:cNvPr>
            <p:cNvSpPr/>
            <p:nvPr/>
          </p:nvSpPr>
          <p:spPr>
            <a:xfrm>
              <a:off x="2433348" y="3559790"/>
              <a:ext cx="6713" cy="1197474"/>
            </a:xfrm>
            <a:custGeom>
              <a:avLst/>
              <a:gdLst>
                <a:gd name="csX0" fmla="*/ 0 w 6713"/>
                <a:gd name="csY0" fmla="*/ 0 h 1197474"/>
                <a:gd name="csX1" fmla="*/ 0 w 6713"/>
                <a:gd name="csY1" fmla="*/ 1197475 h 1197474"/>
                <a:gd name="csX2" fmla="*/ 6714 w 6713"/>
                <a:gd name="csY2" fmla="*/ 1197475 h 1197474"/>
                <a:gd name="csX3" fmla="*/ 6714 w 6713"/>
                <a:gd name="csY3" fmla="*/ 0 h 1197474"/>
                <a:gd name="csX4" fmla="*/ 0 w 6713"/>
                <a:gd name="csY4" fmla="*/ 0 h 1197474"/>
                <a:gd name="csX5" fmla="*/ 0 w 6713"/>
                <a:gd name="csY5" fmla="*/ 0 h 1197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97474">
                  <a:moveTo>
                    <a:pt x="0" y="0"/>
                  </a:moveTo>
                  <a:lnTo>
                    <a:pt x="0" y="1197475"/>
                  </a:lnTo>
                  <a:lnTo>
                    <a:pt x="6714" y="119747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C54AAE61-FB7E-B3C8-57E0-FD10764B4DC4}"/>
                </a:ext>
              </a:extLst>
            </p:cNvPr>
            <p:cNvSpPr/>
            <p:nvPr/>
          </p:nvSpPr>
          <p:spPr>
            <a:xfrm>
              <a:off x="2433348" y="3559790"/>
              <a:ext cx="6713" cy="1197474"/>
            </a:xfrm>
            <a:custGeom>
              <a:avLst/>
              <a:gdLst>
                <a:gd name="csX0" fmla="*/ 0 w 6713"/>
                <a:gd name="csY0" fmla="*/ 0 h 1197474"/>
                <a:gd name="csX1" fmla="*/ 0 w 6713"/>
                <a:gd name="csY1" fmla="*/ 1197475 h 1197474"/>
                <a:gd name="csX2" fmla="*/ 6714 w 6713"/>
                <a:gd name="csY2" fmla="*/ 1197475 h 1197474"/>
                <a:gd name="csX3" fmla="*/ 6714 w 6713"/>
                <a:gd name="csY3" fmla="*/ 0 h 1197474"/>
                <a:gd name="csX4" fmla="*/ 0 w 6713"/>
                <a:gd name="csY4" fmla="*/ 0 h 1197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97474">
                  <a:moveTo>
                    <a:pt x="0" y="0"/>
                  </a:moveTo>
                  <a:lnTo>
                    <a:pt x="0" y="1197475"/>
                  </a:lnTo>
                  <a:lnTo>
                    <a:pt x="6714" y="119747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AADF230E-6D1E-F2D4-313E-93C1FDB0E01F}"/>
                </a:ext>
              </a:extLst>
            </p:cNvPr>
            <p:cNvSpPr/>
            <p:nvPr/>
          </p:nvSpPr>
          <p:spPr>
            <a:xfrm>
              <a:off x="2440062" y="3600425"/>
              <a:ext cx="6713" cy="1156838"/>
            </a:xfrm>
            <a:custGeom>
              <a:avLst/>
              <a:gdLst>
                <a:gd name="csX0" fmla="*/ 0 w 6713"/>
                <a:gd name="csY0" fmla="*/ 0 h 1156838"/>
                <a:gd name="csX1" fmla="*/ 0 w 6713"/>
                <a:gd name="csY1" fmla="*/ 1156839 h 1156838"/>
                <a:gd name="csX2" fmla="*/ 6714 w 6713"/>
                <a:gd name="csY2" fmla="*/ 1156839 h 1156838"/>
                <a:gd name="csX3" fmla="*/ 6714 w 6713"/>
                <a:gd name="csY3" fmla="*/ 0 h 1156838"/>
                <a:gd name="csX4" fmla="*/ 0 w 6713"/>
                <a:gd name="csY4" fmla="*/ 0 h 1156838"/>
                <a:gd name="csX5" fmla="*/ 0 w 6713"/>
                <a:gd name="csY5" fmla="*/ 0 h 1156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56838">
                  <a:moveTo>
                    <a:pt x="0" y="0"/>
                  </a:moveTo>
                  <a:lnTo>
                    <a:pt x="0" y="1156839"/>
                  </a:lnTo>
                  <a:lnTo>
                    <a:pt x="6714" y="115683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F84651CF-1918-5E64-CA97-B62A64321432}"/>
                </a:ext>
              </a:extLst>
            </p:cNvPr>
            <p:cNvSpPr/>
            <p:nvPr/>
          </p:nvSpPr>
          <p:spPr>
            <a:xfrm>
              <a:off x="2440062" y="3600425"/>
              <a:ext cx="6713" cy="1156838"/>
            </a:xfrm>
            <a:custGeom>
              <a:avLst/>
              <a:gdLst>
                <a:gd name="csX0" fmla="*/ 0 w 6713"/>
                <a:gd name="csY0" fmla="*/ 0 h 1156838"/>
                <a:gd name="csX1" fmla="*/ 0 w 6713"/>
                <a:gd name="csY1" fmla="*/ 1156839 h 1156838"/>
                <a:gd name="csX2" fmla="*/ 6714 w 6713"/>
                <a:gd name="csY2" fmla="*/ 1156839 h 1156838"/>
                <a:gd name="csX3" fmla="*/ 6714 w 6713"/>
                <a:gd name="csY3" fmla="*/ 0 h 1156838"/>
                <a:gd name="csX4" fmla="*/ 0 w 6713"/>
                <a:gd name="csY4" fmla="*/ 0 h 1156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56838">
                  <a:moveTo>
                    <a:pt x="0" y="0"/>
                  </a:moveTo>
                  <a:lnTo>
                    <a:pt x="0" y="1156839"/>
                  </a:lnTo>
                  <a:lnTo>
                    <a:pt x="6714" y="115683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EECD86A0-172D-5DEF-BA01-0F6A4A41C3C4}"/>
                </a:ext>
              </a:extLst>
            </p:cNvPr>
            <p:cNvSpPr/>
            <p:nvPr/>
          </p:nvSpPr>
          <p:spPr>
            <a:xfrm>
              <a:off x="2446776" y="3625734"/>
              <a:ext cx="6713" cy="1131530"/>
            </a:xfrm>
            <a:custGeom>
              <a:avLst/>
              <a:gdLst>
                <a:gd name="csX0" fmla="*/ 0 w 6713"/>
                <a:gd name="csY0" fmla="*/ 0 h 1131530"/>
                <a:gd name="csX1" fmla="*/ 0 w 6713"/>
                <a:gd name="csY1" fmla="*/ 1131530 h 1131530"/>
                <a:gd name="csX2" fmla="*/ 6714 w 6713"/>
                <a:gd name="csY2" fmla="*/ 1131530 h 1131530"/>
                <a:gd name="csX3" fmla="*/ 6714 w 6713"/>
                <a:gd name="csY3" fmla="*/ 0 h 1131530"/>
                <a:gd name="csX4" fmla="*/ 0 w 6713"/>
                <a:gd name="csY4" fmla="*/ 0 h 1131530"/>
                <a:gd name="csX5" fmla="*/ 0 w 6713"/>
                <a:gd name="csY5" fmla="*/ 0 h 1131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31530">
                  <a:moveTo>
                    <a:pt x="0" y="0"/>
                  </a:moveTo>
                  <a:lnTo>
                    <a:pt x="0" y="1131530"/>
                  </a:lnTo>
                  <a:lnTo>
                    <a:pt x="6714" y="113153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E4B6E2D7-C04D-8AF8-C065-B4EC189F754D}"/>
                </a:ext>
              </a:extLst>
            </p:cNvPr>
            <p:cNvSpPr/>
            <p:nvPr/>
          </p:nvSpPr>
          <p:spPr>
            <a:xfrm>
              <a:off x="2446776" y="3625734"/>
              <a:ext cx="6713" cy="1131530"/>
            </a:xfrm>
            <a:custGeom>
              <a:avLst/>
              <a:gdLst>
                <a:gd name="csX0" fmla="*/ 0 w 6713"/>
                <a:gd name="csY0" fmla="*/ 0 h 1131530"/>
                <a:gd name="csX1" fmla="*/ 0 w 6713"/>
                <a:gd name="csY1" fmla="*/ 1131530 h 1131530"/>
                <a:gd name="csX2" fmla="*/ 6714 w 6713"/>
                <a:gd name="csY2" fmla="*/ 1131530 h 1131530"/>
                <a:gd name="csX3" fmla="*/ 6714 w 6713"/>
                <a:gd name="csY3" fmla="*/ 0 h 1131530"/>
                <a:gd name="csX4" fmla="*/ 0 w 6713"/>
                <a:gd name="csY4" fmla="*/ 0 h 1131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31530">
                  <a:moveTo>
                    <a:pt x="0" y="0"/>
                  </a:moveTo>
                  <a:lnTo>
                    <a:pt x="0" y="1131530"/>
                  </a:lnTo>
                  <a:lnTo>
                    <a:pt x="6714" y="113153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08D8EC02-4410-31D7-D7B3-D968D44893C2}"/>
                </a:ext>
              </a:extLst>
            </p:cNvPr>
            <p:cNvSpPr/>
            <p:nvPr/>
          </p:nvSpPr>
          <p:spPr>
            <a:xfrm>
              <a:off x="2453490" y="3674425"/>
              <a:ext cx="6702" cy="1082838"/>
            </a:xfrm>
            <a:custGeom>
              <a:avLst/>
              <a:gdLst>
                <a:gd name="csX0" fmla="*/ 0 w 6702"/>
                <a:gd name="csY0" fmla="*/ 0 h 1082838"/>
                <a:gd name="csX1" fmla="*/ 0 w 6702"/>
                <a:gd name="csY1" fmla="*/ 1082839 h 1082838"/>
                <a:gd name="csX2" fmla="*/ 6703 w 6702"/>
                <a:gd name="csY2" fmla="*/ 1082839 h 1082838"/>
                <a:gd name="csX3" fmla="*/ 6703 w 6702"/>
                <a:gd name="csY3" fmla="*/ 0 h 1082838"/>
                <a:gd name="csX4" fmla="*/ 0 w 6702"/>
                <a:gd name="csY4" fmla="*/ 0 h 1082838"/>
                <a:gd name="csX5" fmla="*/ 0 w 6702"/>
                <a:gd name="csY5" fmla="*/ 0 h 1082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82838">
                  <a:moveTo>
                    <a:pt x="0" y="0"/>
                  </a:moveTo>
                  <a:lnTo>
                    <a:pt x="0" y="1082839"/>
                  </a:lnTo>
                  <a:lnTo>
                    <a:pt x="6703" y="108283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D0B2AAC1-B571-2209-2F89-F500EC603B87}"/>
                </a:ext>
              </a:extLst>
            </p:cNvPr>
            <p:cNvSpPr/>
            <p:nvPr/>
          </p:nvSpPr>
          <p:spPr>
            <a:xfrm>
              <a:off x="2453490" y="3674425"/>
              <a:ext cx="6702" cy="1082838"/>
            </a:xfrm>
            <a:custGeom>
              <a:avLst/>
              <a:gdLst>
                <a:gd name="csX0" fmla="*/ 0 w 6702"/>
                <a:gd name="csY0" fmla="*/ 0 h 1082838"/>
                <a:gd name="csX1" fmla="*/ 0 w 6702"/>
                <a:gd name="csY1" fmla="*/ 1082839 h 1082838"/>
                <a:gd name="csX2" fmla="*/ 6703 w 6702"/>
                <a:gd name="csY2" fmla="*/ 1082839 h 1082838"/>
                <a:gd name="csX3" fmla="*/ 6703 w 6702"/>
                <a:gd name="csY3" fmla="*/ 0 h 1082838"/>
                <a:gd name="csX4" fmla="*/ 0 w 6702"/>
                <a:gd name="csY4" fmla="*/ 0 h 1082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82838">
                  <a:moveTo>
                    <a:pt x="0" y="0"/>
                  </a:moveTo>
                  <a:lnTo>
                    <a:pt x="0" y="1082839"/>
                  </a:lnTo>
                  <a:lnTo>
                    <a:pt x="6703" y="108283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44352DDD-B6FC-6D41-222E-17E16EBD35B9}"/>
                </a:ext>
              </a:extLst>
            </p:cNvPr>
            <p:cNvSpPr/>
            <p:nvPr/>
          </p:nvSpPr>
          <p:spPr>
            <a:xfrm>
              <a:off x="2460192" y="3695956"/>
              <a:ext cx="6713" cy="1061308"/>
            </a:xfrm>
            <a:custGeom>
              <a:avLst/>
              <a:gdLst>
                <a:gd name="csX0" fmla="*/ 0 w 6713"/>
                <a:gd name="csY0" fmla="*/ 0 h 1061308"/>
                <a:gd name="csX1" fmla="*/ 0 w 6713"/>
                <a:gd name="csY1" fmla="*/ 1061309 h 1061308"/>
                <a:gd name="csX2" fmla="*/ 6714 w 6713"/>
                <a:gd name="csY2" fmla="*/ 1061309 h 1061308"/>
                <a:gd name="csX3" fmla="*/ 6714 w 6713"/>
                <a:gd name="csY3" fmla="*/ 0 h 1061308"/>
                <a:gd name="csX4" fmla="*/ 0 w 6713"/>
                <a:gd name="csY4" fmla="*/ 0 h 1061308"/>
                <a:gd name="csX5" fmla="*/ 0 w 6713"/>
                <a:gd name="csY5" fmla="*/ 0 h 1061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61308">
                  <a:moveTo>
                    <a:pt x="0" y="0"/>
                  </a:moveTo>
                  <a:lnTo>
                    <a:pt x="0" y="1061309"/>
                  </a:lnTo>
                  <a:lnTo>
                    <a:pt x="6714" y="10613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BEB30667-8FC9-6CFE-7FDA-E8530BAA9E62}"/>
                </a:ext>
              </a:extLst>
            </p:cNvPr>
            <p:cNvSpPr/>
            <p:nvPr/>
          </p:nvSpPr>
          <p:spPr>
            <a:xfrm>
              <a:off x="2460192" y="3695956"/>
              <a:ext cx="6713" cy="1061308"/>
            </a:xfrm>
            <a:custGeom>
              <a:avLst/>
              <a:gdLst>
                <a:gd name="csX0" fmla="*/ 0 w 6713"/>
                <a:gd name="csY0" fmla="*/ 0 h 1061308"/>
                <a:gd name="csX1" fmla="*/ 0 w 6713"/>
                <a:gd name="csY1" fmla="*/ 1061309 h 1061308"/>
                <a:gd name="csX2" fmla="*/ 6714 w 6713"/>
                <a:gd name="csY2" fmla="*/ 1061309 h 1061308"/>
                <a:gd name="csX3" fmla="*/ 6714 w 6713"/>
                <a:gd name="csY3" fmla="*/ 0 h 1061308"/>
                <a:gd name="csX4" fmla="*/ 0 w 6713"/>
                <a:gd name="csY4" fmla="*/ 0 h 1061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61308">
                  <a:moveTo>
                    <a:pt x="0" y="0"/>
                  </a:moveTo>
                  <a:lnTo>
                    <a:pt x="0" y="1061309"/>
                  </a:lnTo>
                  <a:lnTo>
                    <a:pt x="6714" y="10613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8805CC53-0AC0-A9C9-9239-FD26ACE29BC9}"/>
                </a:ext>
              </a:extLst>
            </p:cNvPr>
            <p:cNvSpPr/>
            <p:nvPr/>
          </p:nvSpPr>
          <p:spPr>
            <a:xfrm>
              <a:off x="2466906" y="3738516"/>
              <a:ext cx="6713" cy="1018747"/>
            </a:xfrm>
            <a:custGeom>
              <a:avLst/>
              <a:gdLst>
                <a:gd name="csX0" fmla="*/ 0 w 6713"/>
                <a:gd name="csY0" fmla="*/ 0 h 1018747"/>
                <a:gd name="csX1" fmla="*/ 0 w 6713"/>
                <a:gd name="csY1" fmla="*/ 1018748 h 1018747"/>
                <a:gd name="csX2" fmla="*/ 6714 w 6713"/>
                <a:gd name="csY2" fmla="*/ 1018748 h 1018747"/>
                <a:gd name="csX3" fmla="*/ 6714 w 6713"/>
                <a:gd name="csY3" fmla="*/ 0 h 1018747"/>
                <a:gd name="csX4" fmla="*/ 0 w 6713"/>
                <a:gd name="csY4" fmla="*/ 0 h 1018747"/>
                <a:gd name="csX5" fmla="*/ 0 w 6713"/>
                <a:gd name="csY5" fmla="*/ 0 h 1018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18747">
                  <a:moveTo>
                    <a:pt x="0" y="0"/>
                  </a:moveTo>
                  <a:lnTo>
                    <a:pt x="0" y="1018748"/>
                  </a:lnTo>
                  <a:lnTo>
                    <a:pt x="6714" y="101874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55F6BC43-BA92-C59A-3AAC-CE81C3B7A9E1}"/>
                </a:ext>
              </a:extLst>
            </p:cNvPr>
            <p:cNvSpPr/>
            <p:nvPr/>
          </p:nvSpPr>
          <p:spPr>
            <a:xfrm>
              <a:off x="2466906" y="3738516"/>
              <a:ext cx="6713" cy="1018747"/>
            </a:xfrm>
            <a:custGeom>
              <a:avLst/>
              <a:gdLst>
                <a:gd name="csX0" fmla="*/ 0 w 6713"/>
                <a:gd name="csY0" fmla="*/ 0 h 1018747"/>
                <a:gd name="csX1" fmla="*/ 0 w 6713"/>
                <a:gd name="csY1" fmla="*/ 1018748 h 1018747"/>
                <a:gd name="csX2" fmla="*/ 6714 w 6713"/>
                <a:gd name="csY2" fmla="*/ 1018748 h 1018747"/>
                <a:gd name="csX3" fmla="*/ 6714 w 6713"/>
                <a:gd name="csY3" fmla="*/ 0 h 1018747"/>
                <a:gd name="csX4" fmla="*/ 0 w 6713"/>
                <a:gd name="csY4" fmla="*/ 0 h 1018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18747">
                  <a:moveTo>
                    <a:pt x="0" y="0"/>
                  </a:moveTo>
                  <a:lnTo>
                    <a:pt x="0" y="1018748"/>
                  </a:lnTo>
                  <a:lnTo>
                    <a:pt x="6714" y="101874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22F6A99A-F2B5-2A37-16EF-F5648360417E}"/>
                </a:ext>
              </a:extLst>
            </p:cNvPr>
            <p:cNvSpPr/>
            <p:nvPr/>
          </p:nvSpPr>
          <p:spPr>
            <a:xfrm>
              <a:off x="2473620" y="3781576"/>
              <a:ext cx="6713" cy="975688"/>
            </a:xfrm>
            <a:custGeom>
              <a:avLst/>
              <a:gdLst>
                <a:gd name="csX0" fmla="*/ 0 w 6713"/>
                <a:gd name="csY0" fmla="*/ 0 h 975688"/>
                <a:gd name="csX1" fmla="*/ 0 w 6713"/>
                <a:gd name="csY1" fmla="*/ 975689 h 975688"/>
                <a:gd name="csX2" fmla="*/ 6714 w 6713"/>
                <a:gd name="csY2" fmla="*/ 975689 h 975688"/>
                <a:gd name="csX3" fmla="*/ 6714 w 6713"/>
                <a:gd name="csY3" fmla="*/ 0 h 975688"/>
                <a:gd name="csX4" fmla="*/ 0 w 6713"/>
                <a:gd name="csY4" fmla="*/ 0 h 975688"/>
                <a:gd name="csX5" fmla="*/ 0 w 6713"/>
                <a:gd name="csY5" fmla="*/ 0 h 975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75688">
                  <a:moveTo>
                    <a:pt x="0" y="0"/>
                  </a:moveTo>
                  <a:lnTo>
                    <a:pt x="0" y="975689"/>
                  </a:lnTo>
                  <a:lnTo>
                    <a:pt x="6714" y="97568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2C94794-8D65-E540-BF03-F3A4C270E5AB}"/>
                </a:ext>
              </a:extLst>
            </p:cNvPr>
            <p:cNvSpPr/>
            <p:nvPr/>
          </p:nvSpPr>
          <p:spPr>
            <a:xfrm>
              <a:off x="2473620" y="3781576"/>
              <a:ext cx="6713" cy="975688"/>
            </a:xfrm>
            <a:custGeom>
              <a:avLst/>
              <a:gdLst>
                <a:gd name="csX0" fmla="*/ 0 w 6713"/>
                <a:gd name="csY0" fmla="*/ 0 h 975688"/>
                <a:gd name="csX1" fmla="*/ 0 w 6713"/>
                <a:gd name="csY1" fmla="*/ 975689 h 975688"/>
                <a:gd name="csX2" fmla="*/ 6714 w 6713"/>
                <a:gd name="csY2" fmla="*/ 975689 h 975688"/>
                <a:gd name="csX3" fmla="*/ 6714 w 6713"/>
                <a:gd name="csY3" fmla="*/ 0 h 975688"/>
                <a:gd name="csX4" fmla="*/ 0 w 6713"/>
                <a:gd name="csY4" fmla="*/ 0 h 975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75688">
                  <a:moveTo>
                    <a:pt x="0" y="0"/>
                  </a:moveTo>
                  <a:lnTo>
                    <a:pt x="0" y="975689"/>
                  </a:lnTo>
                  <a:lnTo>
                    <a:pt x="6714" y="97568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5D7606D4-E859-1EAD-5F83-06C21DFC8402}"/>
                </a:ext>
              </a:extLst>
            </p:cNvPr>
            <p:cNvSpPr/>
            <p:nvPr/>
          </p:nvSpPr>
          <p:spPr>
            <a:xfrm>
              <a:off x="2480334" y="3819859"/>
              <a:ext cx="6702" cy="937404"/>
            </a:xfrm>
            <a:custGeom>
              <a:avLst/>
              <a:gdLst>
                <a:gd name="csX0" fmla="*/ 0 w 6702"/>
                <a:gd name="csY0" fmla="*/ 0 h 937404"/>
                <a:gd name="csX1" fmla="*/ 0 w 6702"/>
                <a:gd name="csY1" fmla="*/ 937405 h 937404"/>
                <a:gd name="csX2" fmla="*/ 6703 w 6702"/>
                <a:gd name="csY2" fmla="*/ 937405 h 937404"/>
                <a:gd name="csX3" fmla="*/ 6703 w 6702"/>
                <a:gd name="csY3" fmla="*/ 0 h 937404"/>
                <a:gd name="csX4" fmla="*/ 0 w 6702"/>
                <a:gd name="csY4" fmla="*/ 0 h 937404"/>
                <a:gd name="csX5" fmla="*/ 0 w 6702"/>
                <a:gd name="csY5" fmla="*/ 0 h 937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937404">
                  <a:moveTo>
                    <a:pt x="0" y="0"/>
                  </a:moveTo>
                  <a:lnTo>
                    <a:pt x="0" y="937405"/>
                  </a:lnTo>
                  <a:lnTo>
                    <a:pt x="6703" y="93740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82E485AA-8C77-F08C-FB0B-1696A2713F0D}"/>
                </a:ext>
              </a:extLst>
            </p:cNvPr>
            <p:cNvSpPr/>
            <p:nvPr/>
          </p:nvSpPr>
          <p:spPr>
            <a:xfrm>
              <a:off x="2480334" y="3819859"/>
              <a:ext cx="6702" cy="937404"/>
            </a:xfrm>
            <a:custGeom>
              <a:avLst/>
              <a:gdLst>
                <a:gd name="csX0" fmla="*/ 0 w 6702"/>
                <a:gd name="csY0" fmla="*/ 0 h 937404"/>
                <a:gd name="csX1" fmla="*/ 0 w 6702"/>
                <a:gd name="csY1" fmla="*/ 937405 h 937404"/>
                <a:gd name="csX2" fmla="*/ 6703 w 6702"/>
                <a:gd name="csY2" fmla="*/ 937405 h 937404"/>
                <a:gd name="csX3" fmla="*/ 6703 w 6702"/>
                <a:gd name="csY3" fmla="*/ 0 h 937404"/>
                <a:gd name="csX4" fmla="*/ 0 w 6702"/>
                <a:gd name="csY4" fmla="*/ 0 h 937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937404">
                  <a:moveTo>
                    <a:pt x="0" y="0"/>
                  </a:moveTo>
                  <a:lnTo>
                    <a:pt x="0" y="937405"/>
                  </a:lnTo>
                  <a:lnTo>
                    <a:pt x="6703" y="93740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4A5CB2EF-CE44-0261-FA8C-AFF3714A79FA}"/>
                </a:ext>
              </a:extLst>
            </p:cNvPr>
            <p:cNvSpPr/>
            <p:nvPr/>
          </p:nvSpPr>
          <p:spPr>
            <a:xfrm>
              <a:off x="2487036" y="3869264"/>
              <a:ext cx="6713" cy="888000"/>
            </a:xfrm>
            <a:custGeom>
              <a:avLst/>
              <a:gdLst>
                <a:gd name="csX0" fmla="*/ 0 w 6713"/>
                <a:gd name="csY0" fmla="*/ 0 h 888000"/>
                <a:gd name="csX1" fmla="*/ 0 w 6713"/>
                <a:gd name="csY1" fmla="*/ 888000 h 888000"/>
                <a:gd name="csX2" fmla="*/ 6714 w 6713"/>
                <a:gd name="csY2" fmla="*/ 888000 h 888000"/>
                <a:gd name="csX3" fmla="*/ 6714 w 6713"/>
                <a:gd name="csY3" fmla="*/ 0 h 888000"/>
                <a:gd name="csX4" fmla="*/ 0 w 6713"/>
                <a:gd name="csY4" fmla="*/ 0 h 888000"/>
                <a:gd name="csX5" fmla="*/ 0 w 6713"/>
                <a:gd name="csY5" fmla="*/ 0 h 888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88000">
                  <a:moveTo>
                    <a:pt x="0" y="0"/>
                  </a:moveTo>
                  <a:lnTo>
                    <a:pt x="0" y="888000"/>
                  </a:lnTo>
                  <a:lnTo>
                    <a:pt x="6714" y="88800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6A1AB401-C126-3B76-457A-9F9AD55FF63F}"/>
                </a:ext>
              </a:extLst>
            </p:cNvPr>
            <p:cNvSpPr/>
            <p:nvPr/>
          </p:nvSpPr>
          <p:spPr>
            <a:xfrm>
              <a:off x="2487036" y="3869264"/>
              <a:ext cx="6713" cy="888000"/>
            </a:xfrm>
            <a:custGeom>
              <a:avLst/>
              <a:gdLst>
                <a:gd name="csX0" fmla="*/ 0 w 6713"/>
                <a:gd name="csY0" fmla="*/ 0 h 888000"/>
                <a:gd name="csX1" fmla="*/ 0 w 6713"/>
                <a:gd name="csY1" fmla="*/ 888000 h 888000"/>
                <a:gd name="csX2" fmla="*/ 6714 w 6713"/>
                <a:gd name="csY2" fmla="*/ 888000 h 888000"/>
                <a:gd name="csX3" fmla="*/ 6714 w 6713"/>
                <a:gd name="csY3" fmla="*/ 0 h 888000"/>
                <a:gd name="csX4" fmla="*/ 0 w 6713"/>
                <a:gd name="csY4" fmla="*/ 0 h 888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88000">
                  <a:moveTo>
                    <a:pt x="0" y="0"/>
                  </a:moveTo>
                  <a:lnTo>
                    <a:pt x="0" y="888000"/>
                  </a:lnTo>
                  <a:lnTo>
                    <a:pt x="6714" y="88800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0AC6E632-0D38-5C49-17C1-0EF01E9E786C}"/>
                </a:ext>
              </a:extLst>
            </p:cNvPr>
            <p:cNvSpPr/>
            <p:nvPr/>
          </p:nvSpPr>
          <p:spPr>
            <a:xfrm>
              <a:off x="2493750" y="3905195"/>
              <a:ext cx="6713" cy="852069"/>
            </a:xfrm>
            <a:custGeom>
              <a:avLst/>
              <a:gdLst>
                <a:gd name="csX0" fmla="*/ 0 w 6713"/>
                <a:gd name="csY0" fmla="*/ 0 h 852069"/>
                <a:gd name="csX1" fmla="*/ 0 w 6713"/>
                <a:gd name="csY1" fmla="*/ 852070 h 852069"/>
                <a:gd name="csX2" fmla="*/ 6714 w 6713"/>
                <a:gd name="csY2" fmla="*/ 852070 h 852069"/>
                <a:gd name="csX3" fmla="*/ 6714 w 6713"/>
                <a:gd name="csY3" fmla="*/ 0 h 852069"/>
                <a:gd name="csX4" fmla="*/ 0 w 6713"/>
                <a:gd name="csY4" fmla="*/ 0 h 852069"/>
                <a:gd name="csX5" fmla="*/ 0 w 6713"/>
                <a:gd name="csY5" fmla="*/ 0 h 852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52069">
                  <a:moveTo>
                    <a:pt x="0" y="0"/>
                  </a:moveTo>
                  <a:lnTo>
                    <a:pt x="0" y="852070"/>
                  </a:lnTo>
                  <a:lnTo>
                    <a:pt x="6714" y="85207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20FE5A71-2D7B-816D-91B3-ECFB620A8C85}"/>
                </a:ext>
              </a:extLst>
            </p:cNvPr>
            <p:cNvSpPr/>
            <p:nvPr/>
          </p:nvSpPr>
          <p:spPr>
            <a:xfrm>
              <a:off x="2493750" y="3905195"/>
              <a:ext cx="6713" cy="852069"/>
            </a:xfrm>
            <a:custGeom>
              <a:avLst/>
              <a:gdLst>
                <a:gd name="csX0" fmla="*/ 0 w 6713"/>
                <a:gd name="csY0" fmla="*/ 0 h 852069"/>
                <a:gd name="csX1" fmla="*/ 0 w 6713"/>
                <a:gd name="csY1" fmla="*/ 852070 h 852069"/>
                <a:gd name="csX2" fmla="*/ 6714 w 6713"/>
                <a:gd name="csY2" fmla="*/ 852070 h 852069"/>
                <a:gd name="csX3" fmla="*/ 6714 w 6713"/>
                <a:gd name="csY3" fmla="*/ 0 h 852069"/>
                <a:gd name="csX4" fmla="*/ 0 w 6713"/>
                <a:gd name="csY4" fmla="*/ 0 h 852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52069">
                  <a:moveTo>
                    <a:pt x="0" y="0"/>
                  </a:moveTo>
                  <a:lnTo>
                    <a:pt x="0" y="852070"/>
                  </a:lnTo>
                  <a:lnTo>
                    <a:pt x="6714" y="85207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B0CEE9A3-6C68-5B85-17AD-B1CA3CB37261}"/>
                </a:ext>
              </a:extLst>
            </p:cNvPr>
            <p:cNvSpPr/>
            <p:nvPr/>
          </p:nvSpPr>
          <p:spPr>
            <a:xfrm>
              <a:off x="2500464" y="3957736"/>
              <a:ext cx="6713" cy="799528"/>
            </a:xfrm>
            <a:custGeom>
              <a:avLst/>
              <a:gdLst>
                <a:gd name="csX0" fmla="*/ 0 w 6713"/>
                <a:gd name="csY0" fmla="*/ 0 h 799528"/>
                <a:gd name="csX1" fmla="*/ 0 w 6713"/>
                <a:gd name="csY1" fmla="*/ 799529 h 799528"/>
                <a:gd name="csX2" fmla="*/ 6714 w 6713"/>
                <a:gd name="csY2" fmla="*/ 799529 h 799528"/>
                <a:gd name="csX3" fmla="*/ 6714 w 6713"/>
                <a:gd name="csY3" fmla="*/ 0 h 799528"/>
                <a:gd name="csX4" fmla="*/ 0 w 6713"/>
                <a:gd name="csY4" fmla="*/ 0 h 799528"/>
                <a:gd name="csX5" fmla="*/ 0 w 6713"/>
                <a:gd name="csY5" fmla="*/ 0 h 799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99528">
                  <a:moveTo>
                    <a:pt x="0" y="0"/>
                  </a:moveTo>
                  <a:lnTo>
                    <a:pt x="0" y="799529"/>
                  </a:lnTo>
                  <a:lnTo>
                    <a:pt x="6714" y="79952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C18505CB-D2D6-7382-0D72-4EA8FB31EF44}"/>
                </a:ext>
              </a:extLst>
            </p:cNvPr>
            <p:cNvSpPr/>
            <p:nvPr/>
          </p:nvSpPr>
          <p:spPr>
            <a:xfrm>
              <a:off x="2500464" y="3957736"/>
              <a:ext cx="6713" cy="799528"/>
            </a:xfrm>
            <a:custGeom>
              <a:avLst/>
              <a:gdLst>
                <a:gd name="csX0" fmla="*/ 0 w 6713"/>
                <a:gd name="csY0" fmla="*/ 0 h 799528"/>
                <a:gd name="csX1" fmla="*/ 0 w 6713"/>
                <a:gd name="csY1" fmla="*/ 799529 h 799528"/>
                <a:gd name="csX2" fmla="*/ 6714 w 6713"/>
                <a:gd name="csY2" fmla="*/ 799529 h 799528"/>
                <a:gd name="csX3" fmla="*/ 6714 w 6713"/>
                <a:gd name="csY3" fmla="*/ 0 h 799528"/>
                <a:gd name="csX4" fmla="*/ 0 w 6713"/>
                <a:gd name="csY4" fmla="*/ 0 h 799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99528">
                  <a:moveTo>
                    <a:pt x="0" y="0"/>
                  </a:moveTo>
                  <a:lnTo>
                    <a:pt x="0" y="799529"/>
                  </a:lnTo>
                  <a:lnTo>
                    <a:pt x="6714" y="79952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1770E09-CAB0-2BAF-8D10-DEB17D0E5903}"/>
                </a:ext>
              </a:extLst>
            </p:cNvPr>
            <p:cNvSpPr/>
            <p:nvPr/>
          </p:nvSpPr>
          <p:spPr>
            <a:xfrm>
              <a:off x="2507177" y="4005430"/>
              <a:ext cx="6713" cy="751834"/>
            </a:xfrm>
            <a:custGeom>
              <a:avLst/>
              <a:gdLst>
                <a:gd name="csX0" fmla="*/ 0 w 6713"/>
                <a:gd name="csY0" fmla="*/ 0 h 751834"/>
                <a:gd name="csX1" fmla="*/ 0 w 6713"/>
                <a:gd name="csY1" fmla="*/ 751835 h 751834"/>
                <a:gd name="csX2" fmla="*/ 6714 w 6713"/>
                <a:gd name="csY2" fmla="*/ 751835 h 751834"/>
                <a:gd name="csX3" fmla="*/ 6714 w 6713"/>
                <a:gd name="csY3" fmla="*/ 0 h 751834"/>
                <a:gd name="csX4" fmla="*/ 0 w 6713"/>
                <a:gd name="csY4" fmla="*/ 0 h 751834"/>
                <a:gd name="csX5" fmla="*/ 0 w 6713"/>
                <a:gd name="csY5" fmla="*/ 0 h 751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51834">
                  <a:moveTo>
                    <a:pt x="0" y="0"/>
                  </a:moveTo>
                  <a:lnTo>
                    <a:pt x="0" y="751835"/>
                  </a:lnTo>
                  <a:lnTo>
                    <a:pt x="6714" y="75183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4BADC7B2-99D4-7E3F-5035-15DC79CF4001}"/>
                </a:ext>
              </a:extLst>
            </p:cNvPr>
            <p:cNvSpPr/>
            <p:nvPr/>
          </p:nvSpPr>
          <p:spPr>
            <a:xfrm>
              <a:off x="2507177" y="4005430"/>
              <a:ext cx="6713" cy="751834"/>
            </a:xfrm>
            <a:custGeom>
              <a:avLst/>
              <a:gdLst>
                <a:gd name="csX0" fmla="*/ 0 w 6713"/>
                <a:gd name="csY0" fmla="*/ 0 h 751834"/>
                <a:gd name="csX1" fmla="*/ 0 w 6713"/>
                <a:gd name="csY1" fmla="*/ 751835 h 751834"/>
                <a:gd name="csX2" fmla="*/ 6714 w 6713"/>
                <a:gd name="csY2" fmla="*/ 751835 h 751834"/>
                <a:gd name="csX3" fmla="*/ 6714 w 6713"/>
                <a:gd name="csY3" fmla="*/ 0 h 751834"/>
                <a:gd name="csX4" fmla="*/ 0 w 6713"/>
                <a:gd name="csY4" fmla="*/ 0 h 751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51834">
                  <a:moveTo>
                    <a:pt x="0" y="0"/>
                  </a:moveTo>
                  <a:lnTo>
                    <a:pt x="0" y="751835"/>
                  </a:lnTo>
                  <a:lnTo>
                    <a:pt x="6714" y="75183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AFC54072-2FEF-A4D1-3E23-EC1A696FB789}"/>
                </a:ext>
              </a:extLst>
            </p:cNvPr>
            <p:cNvSpPr/>
            <p:nvPr/>
          </p:nvSpPr>
          <p:spPr>
            <a:xfrm>
              <a:off x="2513891" y="4040790"/>
              <a:ext cx="6702" cy="716473"/>
            </a:xfrm>
            <a:custGeom>
              <a:avLst/>
              <a:gdLst>
                <a:gd name="csX0" fmla="*/ 0 w 6702"/>
                <a:gd name="csY0" fmla="*/ 0 h 716473"/>
                <a:gd name="csX1" fmla="*/ 0 w 6702"/>
                <a:gd name="csY1" fmla="*/ 716474 h 716473"/>
                <a:gd name="csX2" fmla="*/ 6703 w 6702"/>
                <a:gd name="csY2" fmla="*/ 716474 h 716473"/>
                <a:gd name="csX3" fmla="*/ 6703 w 6702"/>
                <a:gd name="csY3" fmla="*/ 0 h 716473"/>
                <a:gd name="csX4" fmla="*/ 0 w 6702"/>
                <a:gd name="csY4" fmla="*/ 0 h 716473"/>
                <a:gd name="csX5" fmla="*/ 0 w 6702"/>
                <a:gd name="csY5" fmla="*/ 0 h 716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716473">
                  <a:moveTo>
                    <a:pt x="0" y="0"/>
                  </a:moveTo>
                  <a:lnTo>
                    <a:pt x="0" y="716474"/>
                  </a:lnTo>
                  <a:lnTo>
                    <a:pt x="6703" y="71647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4A0F88B8-05EF-7838-6DF8-892C043155AA}"/>
                </a:ext>
              </a:extLst>
            </p:cNvPr>
            <p:cNvSpPr/>
            <p:nvPr/>
          </p:nvSpPr>
          <p:spPr>
            <a:xfrm>
              <a:off x="2513891" y="4040790"/>
              <a:ext cx="6702" cy="716473"/>
            </a:xfrm>
            <a:custGeom>
              <a:avLst/>
              <a:gdLst>
                <a:gd name="csX0" fmla="*/ 0 w 6702"/>
                <a:gd name="csY0" fmla="*/ 0 h 716473"/>
                <a:gd name="csX1" fmla="*/ 0 w 6702"/>
                <a:gd name="csY1" fmla="*/ 716474 h 716473"/>
                <a:gd name="csX2" fmla="*/ 6703 w 6702"/>
                <a:gd name="csY2" fmla="*/ 716474 h 716473"/>
                <a:gd name="csX3" fmla="*/ 6703 w 6702"/>
                <a:gd name="csY3" fmla="*/ 0 h 716473"/>
                <a:gd name="csX4" fmla="*/ 0 w 6702"/>
                <a:gd name="csY4" fmla="*/ 0 h 716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716473">
                  <a:moveTo>
                    <a:pt x="0" y="0"/>
                  </a:moveTo>
                  <a:lnTo>
                    <a:pt x="0" y="716474"/>
                  </a:lnTo>
                  <a:lnTo>
                    <a:pt x="6703" y="71647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29D38EFD-7027-DA55-1C2A-0406A8B114B1}"/>
                </a:ext>
              </a:extLst>
            </p:cNvPr>
            <p:cNvSpPr/>
            <p:nvPr/>
          </p:nvSpPr>
          <p:spPr>
            <a:xfrm>
              <a:off x="2520594" y="4078360"/>
              <a:ext cx="6713" cy="678904"/>
            </a:xfrm>
            <a:custGeom>
              <a:avLst/>
              <a:gdLst>
                <a:gd name="csX0" fmla="*/ 0 w 6713"/>
                <a:gd name="csY0" fmla="*/ 0 h 678904"/>
                <a:gd name="csX1" fmla="*/ 0 w 6713"/>
                <a:gd name="csY1" fmla="*/ 678904 h 678904"/>
                <a:gd name="csX2" fmla="*/ 6714 w 6713"/>
                <a:gd name="csY2" fmla="*/ 678904 h 678904"/>
                <a:gd name="csX3" fmla="*/ 6714 w 6713"/>
                <a:gd name="csY3" fmla="*/ 0 h 678904"/>
                <a:gd name="csX4" fmla="*/ 0 w 6713"/>
                <a:gd name="csY4" fmla="*/ 0 h 678904"/>
                <a:gd name="csX5" fmla="*/ 0 w 6713"/>
                <a:gd name="csY5" fmla="*/ 0 h 678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78904">
                  <a:moveTo>
                    <a:pt x="0" y="0"/>
                  </a:moveTo>
                  <a:lnTo>
                    <a:pt x="0" y="678904"/>
                  </a:lnTo>
                  <a:lnTo>
                    <a:pt x="6714" y="67890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6C33986D-93DF-631D-4E16-E098F2B2E966}"/>
                </a:ext>
              </a:extLst>
            </p:cNvPr>
            <p:cNvSpPr/>
            <p:nvPr/>
          </p:nvSpPr>
          <p:spPr>
            <a:xfrm>
              <a:off x="2520594" y="4078360"/>
              <a:ext cx="6713" cy="678904"/>
            </a:xfrm>
            <a:custGeom>
              <a:avLst/>
              <a:gdLst>
                <a:gd name="csX0" fmla="*/ 0 w 6713"/>
                <a:gd name="csY0" fmla="*/ 0 h 678904"/>
                <a:gd name="csX1" fmla="*/ 0 w 6713"/>
                <a:gd name="csY1" fmla="*/ 678904 h 678904"/>
                <a:gd name="csX2" fmla="*/ 6714 w 6713"/>
                <a:gd name="csY2" fmla="*/ 678904 h 678904"/>
                <a:gd name="csX3" fmla="*/ 6714 w 6713"/>
                <a:gd name="csY3" fmla="*/ 0 h 678904"/>
                <a:gd name="csX4" fmla="*/ 0 w 6713"/>
                <a:gd name="csY4" fmla="*/ 0 h 678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78904">
                  <a:moveTo>
                    <a:pt x="0" y="0"/>
                  </a:moveTo>
                  <a:lnTo>
                    <a:pt x="0" y="678904"/>
                  </a:lnTo>
                  <a:lnTo>
                    <a:pt x="6714" y="67890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79B0D0A-60A3-30BB-2C7C-C9192F9EBD86}"/>
                </a:ext>
              </a:extLst>
            </p:cNvPr>
            <p:cNvSpPr/>
            <p:nvPr/>
          </p:nvSpPr>
          <p:spPr>
            <a:xfrm>
              <a:off x="2527308" y="4124984"/>
              <a:ext cx="6713" cy="632280"/>
            </a:xfrm>
            <a:custGeom>
              <a:avLst/>
              <a:gdLst>
                <a:gd name="csX0" fmla="*/ 0 w 6713"/>
                <a:gd name="csY0" fmla="*/ 0 h 632280"/>
                <a:gd name="csX1" fmla="*/ 0 w 6713"/>
                <a:gd name="csY1" fmla="*/ 632280 h 632280"/>
                <a:gd name="csX2" fmla="*/ 6714 w 6713"/>
                <a:gd name="csY2" fmla="*/ 632280 h 632280"/>
                <a:gd name="csX3" fmla="*/ 6714 w 6713"/>
                <a:gd name="csY3" fmla="*/ 0 h 632280"/>
                <a:gd name="csX4" fmla="*/ 0 w 6713"/>
                <a:gd name="csY4" fmla="*/ 0 h 632280"/>
                <a:gd name="csX5" fmla="*/ 0 w 6713"/>
                <a:gd name="csY5" fmla="*/ 0 h 632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32280">
                  <a:moveTo>
                    <a:pt x="0" y="0"/>
                  </a:moveTo>
                  <a:lnTo>
                    <a:pt x="0" y="632280"/>
                  </a:lnTo>
                  <a:lnTo>
                    <a:pt x="6714" y="6322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D2233DE9-1AEC-1BD0-F0D4-FFAFEFB8641A}"/>
                </a:ext>
              </a:extLst>
            </p:cNvPr>
            <p:cNvSpPr/>
            <p:nvPr/>
          </p:nvSpPr>
          <p:spPr>
            <a:xfrm>
              <a:off x="2527308" y="4124984"/>
              <a:ext cx="6713" cy="632280"/>
            </a:xfrm>
            <a:custGeom>
              <a:avLst/>
              <a:gdLst>
                <a:gd name="csX0" fmla="*/ 0 w 6713"/>
                <a:gd name="csY0" fmla="*/ 0 h 632280"/>
                <a:gd name="csX1" fmla="*/ 0 w 6713"/>
                <a:gd name="csY1" fmla="*/ 632280 h 632280"/>
                <a:gd name="csX2" fmla="*/ 6714 w 6713"/>
                <a:gd name="csY2" fmla="*/ 632280 h 632280"/>
                <a:gd name="csX3" fmla="*/ 6714 w 6713"/>
                <a:gd name="csY3" fmla="*/ 0 h 632280"/>
                <a:gd name="csX4" fmla="*/ 0 w 6713"/>
                <a:gd name="csY4" fmla="*/ 0 h 632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32280">
                  <a:moveTo>
                    <a:pt x="0" y="0"/>
                  </a:moveTo>
                  <a:lnTo>
                    <a:pt x="0" y="632280"/>
                  </a:lnTo>
                  <a:lnTo>
                    <a:pt x="6714" y="6322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F3AB34B6-FDB4-1590-A9C4-8407D983BAD4}"/>
                </a:ext>
              </a:extLst>
            </p:cNvPr>
            <p:cNvSpPr/>
            <p:nvPr/>
          </p:nvSpPr>
          <p:spPr>
            <a:xfrm>
              <a:off x="2534022" y="4155141"/>
              <a:ext cx="6713" cy="602123"/>
            </a:xfrm>
            <a:custGeom>
              <a:avLst/>
              <a:gdLst>
                <a:gd name="csX0" fmla="*/ 0 w 6713"/>
                <a:gd name="csY0" fmla="*/ 0 h 602123"/>
                <a:gd name="csX1" fmla="*/ 0 w 6713"/>
                <a:gd name="csY1" fmla="*/ 602123 h 602123"/>
                <a:gd name="csX2" fmla="*/ 6714 w 6713"/>
                <a:gd name="csY2" fmla="*/ 602123 h 602123"/>
                <a:gd name="csX3" fmla="*/ 6714 w 6713"/>
                <a:gd name="csY3" fmla="*/ 0 h 602123"/>
                <a:gd name="csX4" fmla="*/ 0 w 6713"/>
                <a:gd name="csY4" fmla="*/ 0 h 602123"/>
                <a:gd name="csX5" fmla="*/ 0 w 6713"/>
                <a:gd name="csY5" fmla="*/ 0 h 602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02123">
                  <a:moveTo>
                    <a:pt x="0" y="0"/>
                  </a:moveTo>
                  <a:lnTo>
                    <a:pt x="0" y="602123"/>
                  </a:lnTo>
                  <a:lnTo>
                    <a:pt x="6714" y="60212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87CE23B3-6E2C-AA03-433B-73C0DA6FCA85}"/>
                </a:ext>
              </a:extLst>
            </p:cNvPr>
            <p:cNvSpPr/>
            <p:nvPr/>
          </p:nvSpPr>
          <p:spPr>
            <a:xfrm>
              <a:off x="2534022" y="4155141"/>
              <a:ext cx="6713" cy="602123"/>
            </a:xfrm>
            <a:custGeom>
              <a:avLst/>
              <a:gdLst>
                <a:gd name="csX0" fmla="*/ 0 w 6713"/>
                <a:gd name="csY0" fmla="*/ 0 h 602123"/>
                <a:gd name="csX1" fmla="*/ 0 w 6713"/>
                <a:gd name="csY1" fmla="*/ 602123 h 602123"/>
                <a:gd name="csX2" fmla="*/ 6714 w 6713"/>
                <a:gd name="csY2" fmla="*/ 602123 h 602123"/>
                <a:gd name="csX3" fmla="*/ 6714 w 6713"/>
                <a:gd name="csY3" fmla="*/ 0 h 602123"/>
                <a:gd name="csX4" fmla="*/ 0 w 6713"/>
                <a:gd name="csY4" fmla="*/ 0 h 602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02123">
                  <a:moveTo>
                    <a:pt x="0" y="0"/>
                  </a:moveTo>
                  <a:lnTo>
                    <a:pt x="0" y="602123"/>
                  </a:lnTo>
                  <a:lnTo>
                    <a:pt x="6714" y="60212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B8E0150F-CBFF-D473-5D7D-AB4043CC5DD9}"/>
                </a:ext>
              </a:extLst>
            </p:cNvPr>
            <p:cNvSpPr/>
            <p:nvPr/>
          </p:nvSpPr>
          <p:spPr>
            <a:xfrm>
              <a:off x="2540735" y="4209107"/>
              <a:ext cx="6702" cy="548156"/>
            </a:xfrm>
            <a:custGeom>
              <a:avLst/>
              <a:gdLst>
                <a:gd name="csX0" fmla="*/ 0 w 6702"/>
                <a:gd name="csY0" fmla="*/ 0 h 548156"/>
                <a:gd name="csX1" fmla="*/ 0 w 6702"/>
                <a:gd name="csY1" fmla="*/ 548157 h 548156"/>
                <a:gd name="csX2" fmla="*/ 6703 w 6702"/>
                <a:gd name="csY2" fmla="*/ 548157 h 548156"/>
                <a:gd name="csX3" fmla="*/ 6703 w 6702"/>
                <a:gd name="csY3" fmla="*/ 0 h 548156"/>
                <a:gd name="csX4" fmla="*/ 0 w 6702"/>
                <a:gd name="csY4" fmla="*/ 0 h 548156"/>
                <a:gd name="csX5" fmla="*/ 0 w 6702"/>
                <a:gd name="csY5" fmla="*/ 0 h 548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548156">
                  <a:moveTo>
                    <a:pt x="0" y="0"/>
                  </a:moveTo>
                  <a:lnTo>
                    <a:pt x="0" y="548157"/>
                  </a:lnTo>
                  <a:lnTo>
                    <a:pt x="6703" y="54815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CA888D2F-C5BB-5D29-7CF9-662184C495EB}"/>
                </a:ext>
              </a:extLst>
            </p:cNvPr>
            <p:cNvSpPr/>
            <p:nvPr/>
          </p:nvSpPr>
          <p:spPr>
            <a:xfrm>
              <a:off x="2540735" y="4209107"/>
              <a:ext cx="6702" cy="548156"/>
            </a:xfrm>
            <a:custGeom>
              <a:avLst/>
              <a:gdLst>
                <a:gd name="csX0" fmla="*/ 0 w 6702"/>
                <a:gd name="csY0" fmla="*/ 0 h 548156"/>
                <a:gd name="csX1" fmla="*/ 0 w 6702"/>
                <a:gd name="csY1" fmla="*/ 548157 h 548156"/>
                <a:gd name="csX2" fmla="*/ 6703 w 6702"/>
                <a:gd name="csY2" fmla="*/ 548157 h 548156"/>
                <a:gd name="csX3" fmla="*/ 6703 w 6702"/>
                <a:gd name="csY3" fmla="*/ 0 h 548156"/>
                <a:gd name="csX4" fmla="*/ 0 w 6702"/>
                <a:gd name="csY4" fmla="*/ 0 h 548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548156">
                  <a:moveTo>
                    <a:pt x="0" y="0"/>
                  </a:moveTo>
                  <a:lnTo>
                    <a:pt x="0" y="548157"/>
                  </a:lnTo>
                  <a:lnTo>
                    <a:pt x="6703" y="54815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C753348-72C8-59AA-D4ED-CC7EB29929F4}"/>
                </a:ext>
              </a:extLst>
            </p:cNvPr>
            <p:cNvSpPr/>
            <p:nvPr/>
          </p:nvSpPr>
          <p:spPr>
            <a:xfrm>
              <a:off x="2547438" y="4243399"/>
              <a:ext cx="6713" cy="513865"/>
            </a:xfrm>
            <a:custGeom>
              <a:avLst/>
              <a:gdLst>
                <a:gd name="csX0" fmla="*/ 0 w 6713"/>
                <a:gd name="csY0" fmla="*/ 0 h 513865"/>
                <a:gd name="csX1" fmla="*/ 0 w 6713"/>
                <a:gd name="csY1" fmla="*/ 513865 h 513865"/>
                <a:gd name="csX2" fmla="*/ 6714 w 6713"/>
                <a:gd name="csY2" fmla="*/ 513865 h 513865"/>
                <a:gd name="csX3" fmla="*/ 6714 w 6713"/>
                <a:gd name="csY3" fmla="*/ 0 h 513865"/>
                <a:gd name="csX4" fmla="*/ 0 w 6713"/>
                <a:gd name="csY4" fmla="*/ 0 h 513865"/>
                <a:gd name="csX5" fmla="*/ 0 w 6713"/>
                <a:gd name="csY5" fmla="*/ 0 h 513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13865">
                  <a:moveTo>
                    <a:pt x="0" y="0"/>
                  </a:moveTo>
                  <a:lnTo>
                    <a:pt x="0" y="513865"/>
                  </a:lnTo>
                  <a:lnTo>
                    <a:pt x="6714" y="5138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E3E65305-9CDE-2C37-3ABA-BEC3AC6ED5C5}"/>
                </a:ext>
              </a:extLst>
            </p:cNvPr>
            <p:cNvSpPr/>
            <p:nvPr/>
          </p:nvSpPr>
          <p:spPr>
            <a:xfrm>
              <a:off x="2547438" y="4243399"/>
              <a:ext cx="6713" cy="513865"/>
            </a:xfrm>
            <a:custGeom>
              <a:avLst/>
              <a:gdLst>
                <a:gd name="csX0" fmla="*/ 0 w 6713"/>
                <a:gd name="csY0" fmla="*/ 0 h 513865"/>
                <a:gd name="csX1" fmla="*/ 0 w 6713"/>
                <a:gd name="csY1" fmla="*/ 513865 h 513865"/>
                <a:gd name="csX2" fmla="*/ 6714 w 6713"/>
                <a:gd name="csY2" fmla="*/ 513865 h 513865"/>
                <a:gd name="csX3" fmla="*/ 6714 w 6713"/>
                <a:gd name="csY3" fmla="*/ 0 h 513865"/>
                <a:gd name="csX4" fmla="*/ 0 w 6713"/>
                <a:gd name="csY4" fmla="*/ 0 h 513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13865">
                  <a:moveTo>
                    <a:pt x="0" y="0"/>
                  </a:moveTo>
                  <a:lnTo>
                    <a:pt x="0" y="513865"/>
                  </a:lnTo>
                  <a:lnTo>
                    <a:pt x="6714" y="5138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2991795B-9385-89BB-92CC-9773123BA7E3}"/>
                </a:ext>
              </a:extLst>
            </p:cNvPr>
            <p:cNvSpPr/>
            <p:nvPr/>
          </p:nvSpPr>
          <p:spPr>
            <a:xfrm>
              <a:off x="2554152" y="4277832"/>
              <a:ext cx="6713" cy="479432"/>
            </a:xfrm>
            <a:custGeom>
              <a:avLst/>
              <a:gdLst>
                <a:gd name="csX0" fmla="*/ 0 w 6713"/>
                <a:gd name="csY0" fmla="*/ 0 h 479432"/>
                <a:gd name="csX1" fmla="*/ 0 w 6713"/>
                <a:gd name="csY1" fmla="*/ 479432 h 479432"/>
                <a:gd name="csX2" fmla="*/ 6714 w 6713"/>
                <a:gd name="csY2" fmla="*/ 479432 h 479432"/>
                <a:gd name="csX3" fmla="*/ 6714 w 6713"/>
                <a:gd name="csY3" fmla="*/ 0 h 479432"/>
                <a:gd name="csX4" fmla="*/ 0 w 6713"/>
                <a:gd name="csY4" fmla="*/ 0 h 479432"/>
                <a:gd name="csX5" fmla="*/ 0 w 6713"/>
                <a:gd name="csY5" fmla="*/ 0 h 479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79432">
                  <a:moveTo>
                    <a:pt x="0" y="0"/>
                  </a:moveTo>
                  <a:lnTo>
                    <a:pt x="0" y="479432"/>
                  </a:lnTo>
                  <a:lnTo>
                    <a:pt x="6714" y="47943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C272CBE0-ADD0-1258-6D89-5FBC5E888094}"/>
                </a:ext>
              </a:extLst>
            </p:cNvPr>
            <p:cNvSpPr/>
            <p:nvPr/>
          </p:nvSpPr>
          <p:spPr>
            <a:xfrm>
              <a:off x="2554152" y="4277832"/>
              <a:ext cx="6713" cy="479432"/>
            </a:xfrm>
            <a:custGeom>
              <a:avLst/>
              <a:gdLst>
                <a:gd name="csX0" fmla="*/ 0 w 6713"/>
                <a:gd name="csY0" fmla="*/ 0 h 479432"/>
                <a:gd name="csX1" fmla="*/ 0 w 6713"/>
                <a:gd name="csY1" fmla="*/ 479432 h 479432"/>
                <a:gd name="csX2" fmla="*/ 6714 w 6713"/>
                <a:gd name="csY2" fmla="*/ 479432 h 479432"/>
                <a:gd name="csX3" fmla="*/ 6714 w 6713"/>
                <a:gd name="csY3" fmla="*/ 0 h 479432"/>
                <a:gd name="csX4" fmla="*/ 0 w 6713"/>
                <a:gd name="csY4" fmla="*/ 0 h 479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79432">
                  <a:moveTo>
                    <a:pt x="0" y="0"/>
                  </a:moveTo>
                  <a:lnTo>
                    <a:pt x="0" y="479432"/>
                  </a:lnTo>
                  <a:lnTo>
                    <a:pt x="6714" y="47943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EC499391-A3DF-ADCE-DB13-0181D81C1762}"/>
                </a:ext>
              </a:extLst>
            </p:cNvPr>
            <p:cNvSpPr/>
            <p:nvPr/>
          </p:nvSpPr>
          <p:spPr>
            <a:xfrm>
              <a:off x="2560866" y="4310199"/>
              <a:ext cx="6713" cy="447065"/>
            </a:xfrm>
            <a:custGeom>
              <a:avLst/>
              <a:gdLst>
                <a:gd name="csX0" fmla="*/ 0 w 6713"/>
                <a:gd name="csY0" fmla="*/ 0 h 447065"/>
                <a:gd name="csX1" fmla="*/ 0 w 6713"/>
                <a:gd name="csY1" fmla="*/ 447065 h 447065"/>
                <a:gd name="csX2" fmla="*/ 6714 w 6713"/>
                <a:gd name="csY2" fmla="*/ 447065 h 447065"/>
                <a:gd name="csX3" fmla="*/ 6714 w 6713"/>
                <a:gd name="csY3" fmla="*/ 0 h 447065"/>
                <a:gd name="csX4" fmla="*/ 0 w 6713"/>
                <a:gd name="csY4" fmla="*/ 0 h 447065"/>
                <a:gd name="csX5" fmla="*/ 0 w 6713"/>
                <a:gd name="csY5" fmla="*/ 0 h 447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47065">
                  <a:moveTo>
                    <a:pt x="0" y="0"/>
                  </a:moveTo>
                  <a:lnTo>
                    <a:pt x="0" y="447065"/>
                  </a:lnTo>
                  <a:lnTo>
                    <a:pt x="6714" y="4470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F484515D-89EC-6E09-CBD5-565EA90B9DD6}"/>
                </a:ext>
              </a:extLst>
            </p:cNvPr>
            <p:cNvSpPr/>
            <p:nvPr/>
          </p:nvSpPr>
          <p:spPr>
            <a:xfrm>
              <a:off x="2560866" y="4310199"/>
              <a:ext cx="6713" cy="447065"/>
            </a:xfrm>
            <a:custGeom>
              <a:avLst/>
              <a:gdLst>
                <a:gd name="csX0" fmla="*/ 0 w 6713"/>
                <a:gd name="csY0" fmla="*/ 0 h 447065"/>
                <a:gd name="csX1" fmla="*/ 0 w 6713"/>
                <a:gd name="csY1" fmla="*/ 447065 h 447065"/>
                <a:gd name="csX2" fmla="*/ 6714 w 6713"/>
                <a:gd name="csY2" fmla="*/ 447065 h 447065"/>
                <a:gd name="csX3" fmla="*/ 6714 w 6713"/>
                <a:gd name="csY3" fmla="*/ 0 h 447065"/>
                <a:gd name="csX4" fmla="*/ 0 w 6713"/>
                <a:gd name="csY4" fmla="*/ 0 h 447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47065">
                  <a:moveTo>
                    <a:pt x="0" y="0"/>
                  </a:moveTo>
                  <a:lnTo>
                    <a:pt x="0" y="447065"/>
                  </a:lnTo>
                  <a:lnTo>
                    <a:pt x="6714" y="4470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06CEA7B9-4804-337F-D9D4-97F32B5B4AAD}"/>
                </a:ext>
              </a:extLst>
            </p:cNvPr>
            <p:cNvSpPr/>
            <p:nvPr/>
          </p:nvSpPr>
          <p:spPr>
            <a:xfrm>
              <a:off x="2567579" y="4352188"/>
              <a:ext cx="6713" cy="405075"/>
            </a:xfrm>
            <a:custGeom>
              <a:avLst/>
              <a:gdLst>
                <a:gd name="csX0" fmla="*/ 0 w 6713"/>
                <a:gd name="csY0" fmla="*/ 0 h 405075"/>
                <a:gd name="csX1" fmla="*/ 0 w 6713"/>
                <a:gd name="csY1" fmla="*/ 405076 h 405075"/>
                <a:gd name="csX2" fmla="*/ 6714 w 6713"/>
                <a:gd name="csY2" fmla="*/ 405076 h 405075"/>
                <a:gd name="csX3" fmla="*/ 6714 w 6713"/>
                <a:gd name="csY3" fmla="*/ 0 h 405075"/>
                <a:gd name="csX4" fmla="*/ 0 w 6713"/>
                <a:gd name="csY4" fmla="*/ 0 h 405075"/>
                <a:gd name="csX5" fmla="*/ 0 w 6713"/>
                <a:gd name="csY5" fmla="*/ 0 h 40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05075">
                  <a:moveTo>
                    <a:pt x="0" y="0"/>
                  </a:moveTo>
                  <a:lnTo>
                    <a:pt x="0" y="405076"/>
                  </a:lnTo>
                  <a:lnTo>
                    <a:pt x="6714" y="40507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8B1B4A67-301A-0AB3-33FB-A4BDB759167E}"/>
                </a:ext>
              </a:extLst>
            </p:cNvPr>
            <p:cNvSpPr/>
            <p:nvPr/>
          </p:nvSpPr>
          <p:spPr>
            <a:xfrm>
              <a:off x="2567579" y="4352188"/>
              <a:ext cx="6713" cy="405075"/>
            </a:xfrm>
            <a:custGeom>
              <a:avLst/>
              <a:gdLst>
                <a:gd name="csX0" fmla="*/ 0 w 6713"/>
                <a:gd name="csY0" fmla="*/ 0 h 405075"/>
                <a:gd name="csX1" fmla="*/ 0 w 6713"/>
                <a:gd name="csY1" fmla="*/ 405076 h 405075"/>
                <a:gd name="csX2" fmla="*/ 6714 w 6713"/>
                <a:gd name="csY2" fmla="*/ 405076 h 405075"/>
                <a:gd name="csX3" fmla="*/ 6714 w 6713"/>
                <a:gd name="csY3" fmla="*/ 0 h 405075"/>
                <a:gd name="csX4" fmla="*/ 0 w 6713"/>
                <a:gd name="csY4" fmla="*/ 0 h 40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05075">
                  <a:moveTo>
                    <a:pt x="0" y="0"/>
                  </a:moveTo>
                  <a:lnTo>
                    <a:pt x="0" y="405076"/>
                  </a:lnTo>
                  <a:lnTo>
                    <a:pt x="6714" y="40507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24070740-BE4B-2FBE-5826-1488EF04A4F0}"/>
                </a:ext>
              </a:extLst>
            </p:cNvPr>
            <p:cNvSpPr/>
            <p:nvPr/>
          </p:nvSpPr>
          <p:spPr>
            <a:xfrm>
              <a:off x="2574293" y="4379921"/>
              <a:ext cx="6702" cy="377343"/>
            </a:xfrm>
            <a:custGeom>
              <a:avLst/>
              <a:gdLst>
                <a:gd name="csX0" fmla="*/ 0 w 6702"/>
                <a:gd name="csY0" fmla="*/ 0 h 377343"/>
                <a:gd name="csX1" fmla="*/ 0 w 6702"/>
                <a:gd name="csY1" fmla="*/ 377344 h 377343"/>
                <a:gd name="csX2" fmla="*/ 6703 w 6702"/>
                <a:gd name="csY2" fmla="*/ 377344 h 377343"/>
                <a:gd name="csX3" fmla="*/ 6703 w 6702"/>
                <a:gd name="csY3" fmla="*/ 0 h 377343"/>
                <a:gd name="csX4" fmla="*/ 0 w 6702"/>
                <a:gd name="csY4" fmla="*/ 0 h 377343"/>
                <a:gd name="csX5" fmla="*/ 0 w 6702"/>
                <a:gd name="csY5" fmla="*/ 0 h 377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77343">
                  <a:moveTo>
                    <a:pt x="0" y="0"/>
                  </a:moveTo>
                  <a:lnTo>
                    <a:pt x="0" y="377344"/>
                  </a:lnTo>
                  <a:lnTo>
                    <a:pt x="6703" y="37734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7504A196-C5E1-4242-70DE-5BAF4FD5E8AC}"/>
                </a:ext>
              </a:extLst>
            </p:cNvPr>
            <p:cNvSpPr/>
            <p:nvPr/>
          </p:nvSpPr>
          <p:spPr>
            <a:xfrm>
              <a:off x="2574293" y="4379921"/>
              <a:ext cx="6702" cy="377343"/>
            </a:xfrm>
            <a:custGeom>
              <a:avLst/>
              <a:gdLst>
                <a:gd name="csX0" fmla="*/ 0 w 6702"/>
                <a:gd name="csY0" fmla="*/ 0 h 377343"/>
                <a:gd name="csX1" fmla="*/ 0 w 6702"/>
                <a:gd name="csY1" fmla="*/ 377344 h 377343"/>
                <a:gd name="csX2" fmla="*/ 6703 w 6702"/>
                <a:gd name="csY2" fmla="*/ 377344 h 377343"/>
                <a:gd name="csX3" fmla="*/ 6703 w 6702"/>
                <a:gd name="csY3" fmla="*/ 0 h 377343"/>
                <a:gd name="csX4" fmla="*/ 0 w 6702"/>
                <a:gd name="csY4" fmla="*/ 0 h 377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77343">
                  <a:moveTo>
                    <a:pt x="0" y="0"/>
                  </a:moveTo>
                  <a:lnTo>
                    <a:pt x="0" y="377344"/>
                  </a:lnTo>
                  <a:lnTo>
                    <a:pt x="6703" y="37734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AB8A9689-7BC6-9DD1-62D3-AB5E03328F75}"/>
                </a:ext>
              </a:extLst>
            </p:cNvPr>
            <p:cNvSpPr/>
            <p:nvPr/>
          </p:nvSpPr>
          <p:spPr>
            <a:xfrm>
              <a:off x="2580996" y="4409932"/>
              <a:ext cx="6713" cy="347332"/>
            </a:xfrm>
            <a:custGeom>
              <a:avLst/>
              <a:gdLst>
                <a:gd name="csX0" fmla="*/ 0 w 6713"/>
                <a:gd name="csY0" fmla="*/ 0 h 347332"/>
                <a:gd name="csX1" fmla="*/ 0 w 6713"/>
                <a:gd name="csY1" fmla="*/ 347332 h 347332"/>
                <a:gd name="csX2" fmla="*/ 6714 w 6713"/>
                <a:gd name="csY2" fmla="*/ 347332 h 347332"/>
                <a:gd name="csX3" fmla="*/ 6714 w 6713"/>
                <a:gd name="csY3" fmla="*/ 0 h 347332"/>
                <a:gd name="csX4" fmla="*/ 0 w 6713"/>
                <a:gd name="csY4" fmla="*/ 0 h 347332"/>
                <a:gd name="csX5" fmla="*/ 0 w 6713"/>
                <a:gd name="csY5" fmla="*/ 0 h 347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47332">
                  <a:moveTo>
                    <a:pt x="0" y="0"/>
                  </a:moveTo>
                  <a:lnTo>
                    <a:pt x="0" y="347332"/>
                  </a:lnTo>
                  <a:lnTo>
                    <a:pt x="6714" y="34733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6DFB5588-2518-8A49-ED4C-629B14FE77D8}"/>
                </a:ext>
              </a:extLst>
            </p:cNvPr>
            <p:cNvSpPr/>
            <p:nvPr/>
          </p:nvSpPr>
          <p:spPr>
            <a:xfrm>
              <a:off x="2580996" y="4409932"/>
              <a:ext cx="6713" cy="347332"/>
            </a:xfrm>
            <a:custGeom>
              <a:avLst/>
              <a:gdLst>
                <a:gd name="csX0" fmla="*/ 0 w 6713"/>
                <a:gd name="csY0" fmla="*/ 0 h 347332"/>
                <a:gd name="csX1" fmla="*/ 0 w 6713"/>
                <a:gd name="csY1" fmla="*/ 347332 h 347332"/>
                <a:gd name="csX2" fmla="*/ 6714 w 6713"/>
                <a:gd name="csY2" fmla="*/ 347332 h 347332"/>
                <a:gd name="csX3" fmla="*/ 6714 w 6713"/>
                <a:gd name="csY3" fmla="*/ 0 h 347332"/>
                <a:gd name="csX4" fmla="*/ 0 w 6713"/>
                <a:gd name="csY4" fmla="*/ 0 h 347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47332">
                  <a:moveTo>
                    <a:pt x="0" y="0"/>
                  </a:moveTo>
                  <a:lnTo>
                    <a:pt x="0" y="347332"/>
                  </a:lnTo>
                  <a:lnTo>
                    <a:pt x="6714" y="34733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7B4696C3-AD57-3716-93A0-57BF86F35327}"/>
                </a:ext>
              </a:extLst>
            </p:cNvPr>
            <p:cNvSpPr/>
            <p:nvPr/>
          </p:nvSpPr>
          <p:spPr>
            <a:xfrm>
              <a:off x="2587710" y="4432605"/>
              <a:ext cx="6713" cy="324659"/>
            </a:xfrm>
            <a:custGeom>
              <a:avLst/>
              <a:gdLst>
                <a:gd name="csX0" fmla="*/ 0 w 6713"/>
                <a:gd name="csY0" fmla="*/ 0 h 324659"/>
                <a:gd name="csX1" fmla="*/ 0 w 6713"/>
                <a:gd name="csY1" fmla="*/ 324659 h 324659"/>
                <a:gd name="csX2" fmla="*/ 6714 w 6713"/>
                <a:gd name="csY2" fmla="*/ 324659 h 324659"/>
                <a:gd name="csX3" fmla="*/ 6714 w 6713"/>
                <a:gd name="csY3" fmla="*/ 0 h 324659"/>
                <a:gd name="csX4" fmla="*/ 0 w 6713"/>
                <a:gd name="csY4" fmla="*/ 0 h 324659"/>
                <a:gd name="csX5" fmla="*/ 0 w 6713"/>
                <a:gd name="csY5" fmla="*/ 0 h 324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24659">
                  <a:moveTo>
                    <a:pt x="0" y="0"/>
                  </a:moveTo>
                  <a:lnTo>
                    <a:pt x="0" y="324659"/>
                  </a:lnTo>
                  <a:lnTo>
                    <a:pt x="6714" y="32465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02B3B45-D74E-6897-F11E-76F235069626}"/>
                </a:ext>
              </a:extLst>
            </p:cNvPr>
            <p:cNvSpPr/>
            <p:nvPr/>
          </p:nvSpPr>
          <p:spPr>
            <a:xfrm>
              <a:off x="2587710" y="4432605"/>
              <a:ext cx="6713" cy="324659"/>
            </a:xfrm>
            <a:custGeom>
              <a:avLst/>
              <a:gdLst>
                <a:gd name="csX0" fmla="*/ 0 w 6713"/>
                <a:gd name="csY0" fmla="*/ 0 h 324659"/>
                <a:gd name="csX1" fmla="*/ 0 w 6713"/>
                <a:gd name="csY1" fmla="*/ 324659 h 324659"/>
                <a:gd name="csX2" fmla="*/ 6714 w 6713"/>
                <a:gd name="csY2" fmla="*/ 324659 h 324659"/>
                <a:gd name="csX3" fmla="*/ 6714 w 6713"/>
                <a:gd name="csY3" fmla="*/ 0 h 324659"/>
                <a:gd name="csX4" fmla="*/ 0 w 6713"/>
                <a:gd name="csY4" fmla="*/ 0 h 324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24659">
                  <a:moveTo>
                    <a:pt x="0" y="0"/>
                  </a:moveTo>
                  <a:lnTo>
                    <a:pt x="0" y="324659"/>
                  </a:lnTo>
                  <a:lnTo>
                    <a:pt x="6714" y="32465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DF433BD1-7C18-C702-2A65-47871149E3C6}"/>
                </a:ext>
              </a:extLst>
            </p:cNvPr>
            <p:cNvSpPr/>
            <p:nvPr/>
          </p:nvSpPr>
          <p:spPr>
            <a:xfrm>
              <a:off x="2594423" y="4462905"/>
              <a:ext cx="6713" cy="294359"/>
            </a:xfrm>
            <a:custGeom>
              <a:avLst/>
              <a:gdLst>
                <a:gd name="csX0" fmla="*/ 0 w 6713"/>
                <a:gd name="csY0" fmla="*/ 0 h 294359"/>
                <a:gd name="csX1" fmla="*/ 0 w 6713"/>
                <a:gd name="csY1" fmla="*/ 294359 h 294359"/>
                <a:gd name="csX2" fmla="*/ 6714 w 6713"/>
                <a:gd name="csY2" fmla="*/ 294359 h 294359"/>
                <a:gd name="csX3" fmla="*/ 6714 w 6713"/>
                <a:gd name="csY3" fmla="*/ 0 h 294359"/>
                <a:gd name="csX4" fmla="*/ 0 w 6713"/>
                <a:gd name="csY4" fmla="*/ 0 h 294359"/>
                <a:gd name="csX5" fmla="*/ 0 w 6713"/>
                <a:gd name="csY5" fmla="*/ 0 h 294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4359">
                  <a:moveTo>
                    <a:pt x="0" y="0"/>
                  </a:moveTo>
                  <a:lnTo>
                    <a:pt x="0" y="294359"/>
                  </a:lnTo>
                  <a:lnTo>
                    <a:pt x="6714" y="29435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7C70D0EE-DCA1-0812-14E1-92D697ED8DAD}"/>
                </a:ext>
              </a:extLst>
            </p:cNvPr>
            <p:cNvSpPr/>
            <p:nvPr/>
          </p:nvSpPr>
          <p:spPr>
            <a:xfrm>
              <a:off x="2594423" y="4462905"/>
              <a:ext cx="6713" cy="294359"/>
            </a:xfrm>
            <a:custGeom>
              <a:avLst/>
              <a:gdLst>
                <a:gd name="csX0" fmla="*/ 0 w 6713"/>
                <a:gd name="csY0" fmla="*/ 0 h 294359"/>
                <a:gd name="csX1" fmla="*/ 0 w 6713"/>
                <a:gd name="csY1" fmla="*/ 294359 h 294359"/>
                <a:gd name="csX2" fmla="*/ 6714 w 6713"/>
                <a:gd name="csY2" fmla="*/ 294359 h 294359"/>
                <a:gd name="csX3" fmla="*/ 6714 w 6713"/>
                <a:gd name="csY3" fmla="*/ 0 h 294359"/>
                <a:gd name="csX4" fmla="*/ 0 w 6713"/>
                <a:gd name="csY4" fmla="*/ 0 h 294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4359">
                  <a:moveTo>
                    <a:pt x="0" y="0"/>
                  </a:moveTo>
                  <a:lnTo>
                    <a:pt x="0" y="294359"/>
                  </a:lnTo>
                  <a:lnTo>
                    <a:pt x="6714" y="29435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1DE447B5-B623-6F78-846D-4774A80139CB}"/>
                </a:ext>
              </a:extLst>
            </p:cNvPr>
            <p:cNvSpPr/>
            <p:nvPr/>
          </p:nvSpPr>
          <p:spPr>
            <a:xfrm>
              <a:off x="2601137" y="4485930"/>
              <a:ext cx="6702" cy="271334"/>
            </a:xfrm>
            <a:custGeom>
              <a:avLst/>
              <a:gdLst>
                <a:gd name="csX0" fmla="*/ 0 w 6702"/>
                <a:gd name="csY0" fmla="*/ 0 h 271334"/>
                <a:gd name="csX1" fmla="*/ 0 w 6702"/>
                <a:gd name="csY1" fmla="*/ 271335 h 271334"/>
                <a:gd name="csX2" fmla="*/ 6703 w 6702"/>
                <a:gd name="csY2" fmla="*/ 271335 h 271334"/>
                <a:gd name="csX3" fmla="*/ 6703 w 6702"/>
                <a:gd name="csY3" fmla="*/ 0 h 271334"/>
                <a:gd name="csX4" fmla="*/ 0 w 6702"/>
                <a:gd name="csY4" fmla="*/ 0 h 271334"/>
                <a:gd name="csX5" fmla="*/ 0 w 6702"/>
                <a:gd name="csY5" fmla="*/ 0 h 271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71334">
                  <a:moveTo>
                    <a:pt x="0" y="0"/>
                  </a:moveTo>
                  <a:lnTo>
                    <a:pt x="0" y="271335"/>
                  </a:lnTo>
                  <a:lnTo>
                    <a:pt x="6703" y="27133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92FF9E9C-A207-313E-222E-4FBB8716723E}"/>
                </a:ext>
              </a:extLst>
            </p:cNvPr>
            <p:cNvSpPr/>
            <p:nvPr/>
          </p:nvSpPr>
          <p:spPr>
            <a:xfrm>
              <a:off x="2601137" y="4485930"/>
              <a:ext cx="6702" cy="271334"/>
            </a:xfrm>
            <a:custGeom>
              <a:avLst/>
              <a:gdLst>
                <a:gd name="csX0" fmla="*/ 0 w 6702"/>
                <a:gd name="csY0" fmla="*/ 0 h 271334"/>
                <a:gd name="csX1" fmla="*/ 0 w 6702"/>
                <a:gd name="csY1" fmla="*/ 271335 h 271334"/>
                <a:gd name="csX2" fmla="*/ 6703 w 6702"/>
                <a:gd name="csY2" fmla="*/ 271335 h 271334"/>
                <a:gd name="csX3" fmla="*/ 6703 w 6702"/>
                <a:gd name="csY3" fmla="*/ 0 h 271334"/>
                <a:gd name="csX4" fmla="*/ 0 w 6702"/>
                <a:gd name="csY4" fmla="*/ 0 h 271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71334">
                  <a:moveTo>
                    <a:pt x="0" y="0"/>
                  </a:moveTo>
                  <a:lnTo>
                    <a:pt x="0" y="271335"/>
                  </a:lnTo>
                  <a:lnTo>
                    <a:pt x="6703" y="27133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5BC143D-9E21-9BBE-BB29-7685B5DB2A30}"/>
                </a:ext>
              </a:extLst>
            </p:cNvPr>
            <p:cNvSpPr/>
            <p:nvPr/>
          </p:nvSpPr>
          <p:spPr>
            <a:xfrm>
              <a:off x="2607840" y="4515657"/>
              <a:ext cx="6713" cy="241607"/>
            </a:xfrm>
            <a:custGeom>
              <a:avLst/>
              <a:gdLst>
                <a:gd name="csX0" fmla="*/ 0 w 6713"/>
                <a:gd name="csY0" fmla="*/ 0 h 241607"/>
                <a:gd name="csX1" fmla="*/ 0 w 6713"/>
                <a:gd name="csY1" fmla="*/ 241607 h 241607"/>
                <a:gd name="csX2" fmla="*/ 6714 w 6713"/>
                <a:gd name="csY2" fmla="*/ 241607 h 241607"/>
                <a:gd name="csX3" fmla="*/ 6714 w 6713"/>
                <a:gd name="csY3" fmla="*/ 0 h 241607"/>
                <a:gd name="csX4" fmla="*/ 0 w 6713"/>
                <a:gd name="csY4" fmla="*/ 0 h 241607"/>
                <a:gd name="csX5" fmla="*/ 0 w 6713"/>
                <a:gd name="csY5" fmla="*/ 0 h 241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1607">
                  <a:moveTo>
                    <a:pt x="0" y="0"/>
                  </a:moveTo>
                  <a:lnTo>
                    <a:pt x="0" y="241607"/>
                  </a:lnTo>
                  <a:lnTo>
                    <a:pt x="6714" y="24160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2F1FB27E-1F6D-4B1A-B0D1-362268E4B56D}"/>
                </a:ext>
              </a:extLst>
            </p:cNvPr>
            <p:cNvSpPr/>
            <p:nvPr/>
          </p:nvSpPr>
          <p:spPr>
            <a:xfrm>
              <a:off x="2607840" y="4515657"/>
              <a:ext cx="6713" cy="241607"/>
            </a:xfrm>
            <a:custGeom>
              <a:avLst/>
              <a:gdLst>
                <a:gd name="csX0" fmla="*/ 0 w 6713"/>
                <a:gd name="csY0" fmla="*/ 0 h 241607"/>
                <a:gd name="csX1" fmla="*/ 0 w 6713"/>
                <a:gd name="csY1" fmla="*/ 241607 h 241607"/>
                <a:gd name="csX2" fmla="*/ 6714 w 6713"/>
                <a:gd name="csY2" fmla="*/ 241607 h 241607"/>
                <a:gd name="csX3" fmla="*/ 6714 w 6713"/>
                <a:gd name="csY3" fmla="*/ 0 h 241607"/>
                <a:gd name="csX4" fmla="*/ 0 w 6713"/>
                <a:gd name="csY4" fmla="*/ 0 h 241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1607">
                  <a:moveTo>
                    <a:pt x="0" y="0"/>
                  </a:moveTo>
                  <a:lnTo>
                    <a:pt x="0" y="241607"/>
                  </a:lnTo>
                  <a:lnTo>
                    <a:pt x="6714" y="24160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B1168FDB-C114-1F30-5148-B442BD390A91}"/>
                </a:ext>
              </a:extLst>
            </p:cNvPr>
            <p:cNvSpPr/>
            <p:nvPr/>
          </p:nvSpPr>
          <p:spPr>
            <a:xfrm>
              <a:off x="2614554" y="4535909"/>
              <a:ext cx="6713" cy="221355"/>
            </a:xfrm>
            <a:custGeom>
              <a:avLst/>
              <a:gdLst>
                <a:gd name="csX0" fmla="*/ 0 w 6713"/>
                <a:gd name="csY0" fmla="*/ 0 h 221355"/>
                <a:gd name="csX1" fmla="*/ 0 w 6713"/>
                <a:gd name="csY1" fmla="*/ 221356 h 221355"/>
                <a:gd name="csX2" fmla="*/ 6714 w 6713"/>
                <a:gd name="csY2" fmla="*/ 221356 h 221355"/>
                <a:gd name="csX3" fmla="*/ 6714 w 6713"/>
                <a:gd name="csY3" fmla="*/ 0 h 221355"/>
                <a:gd name="csX4" fmla="*/ 0 w 6713"/>
                <a:gd name="csY4" fmla="*/ 0 h 221355"/>
                <a:gd name="csX5" fmla="*/ 0 w 6713"/>
                <a:gd name="csY5" fmla="*/ 0 h 221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21355">
                  <a:moveTo>
                    <a:pt x="0" y="0"/>
                  </a:moveTo>
                  <a:lnTo>
                    <a:pt x="0" y="221356"/>
                  </a:lnTo>
                  <a:lnTo>
                    <a:pt x="6714" y="22135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C137B7DC-94B7-0663-D233-43D3EBB07612}"/>
                </a:ext>
              </a:extLst>
            </p:cNvPr>
            <p:cNvSpPr/>
            <p:nvPr/>
          </p:nvSpPr>
          <p:spPr>
            <a:xfrm>
              <a:off x="2614554" y="4535909"/>
              <a:ext cx="6713" cy="221355"/>
            </a:xfrm>
            <a:custGeom>
              <a:avLst/>
              <a:gdLst>
                <a:gd name="csX0" fmla="*/ 0 w 6713"/>
                <a:gd name="csY0" fmla="*/ 0 h 221355"/>
                <a:gd name="csX1" fmla="*/ 0 w 6713"/>
                <a:gd name="csY1" fmla="*/ 221356 h 221355"/>
                <a:gd name="csX2" fmla="*/ 6714 w 6713"/>
                <a:gd name="csY2" fmla="*/ 221356 h 221355"/>
                <a:gd name="csX3" fmla="*/ 6714 w 6713"/>
                <a:gd name="csY3" fmla="*/ 0 h 221355"/>
                <a:gd name="csX4" fmla="*/ 0 w 6713"/>
                <a:gd name="csY4" fmla="*/ 0 h 221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21355">
                  <a:moveTo>
                    <a:pt x="0" y="0"/>
                  </a:moveTo>
                  <a:lnTo>
                    <a:pt x="0" y="221356"/>
                  </a:lnTo>
                  <a:lnTo>
                    <a:pt x="6714" y="22135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9E96F161-E5BC-4080-5E7A-B9A247BB50E4}"/>
                </a:ext>
              </a:extLst>
            </p:cNvPr>
            <p:cNvSpPr/>
            <p:nvPr/>
          </p:nvSpPr>
          <p:spPr>
            <a:xfrm>
              <a:off x="2621267" y="4553518"/>
              <a:ext cx="6713" cy="203745"/>
            </a:xfrm>
            <a:custGeom>
              <a:avLst/>
              <a:gdLst>
                <a:gd name="csX0" fmla="*/ 0 w 6713"/>
                <a:gd name="csY0" fmla="*/ 0 h 203745"/>
                <a:gd name="csX1" fmla="*/ 0 w 6713"/>
                <a:gd name="csY1" fmla="*/ 203746 h 203745"/>
                <a:gd name="csX2" fmla="*/ 6714 w 6713"/>
                <a:gd name="csY2" fmla="*/ 203746 h 203745"/>
                <a:gd name="csX3" fmla="*/ 6714 w 6713"/>
                <a:gd name="csY3" fmla="*/ 0 h 203745"/>
                <a:gd name="csX4" fmla="*/ 0 w 6713"/>
                <a:gd name="csY4" fmla="*/ 0 h 203745"/>
                <a:gd name="csX5" fmla="*/ 0 w 6713"/>
                <a:gd name="csY5" fmla="*/ 0 h 203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3745">
                  <a:moveTo>
                    <a:pt x="0" y="0"/>
                  </a:moveTo>
                  <a:lnTo>
                    <a:pt x="0" y="203746"/>
                  </a:lnTo>
                  <a:lnTo>
                    <a:pt x="6714" y="2037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10F746C4-B96D-CC3B-D65B-0BA56CBB0B34}"/>
                </a:ext>
              </a:extLst>
            </p:cNvPr>
            <p:cNvSpPr/>
            <p:nvPr/>
          </p:nvSpPr>
          <p:spPr>
            <a:xfrm>
              <a:off x="2696241" y="469802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3CA4BD25-EB7E-73A9-4B80-B7F390D06CDC}"/>
                </a:ext>
              </a:extLst>
            </p:cNvPr>
            <p:cNvSpPr/>
            <p:nvPr/>
          </p:nvSpPr>
          <p:spPr>
            <a:xfrm>
              <a:off x="2702955" y="470138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3F628207-2F62-1421-19FA-8233159D1BA9}"/>
                </a:ext>
              </a:extLst>
            </p:cNvPr>
            <p:cNvSpPr/>
            <p:nvPr/>
          </p:nvSpPr>
          <p:spPr>
            <a:xfrm>
              <a:off x="2709669" y="47060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ED519E7E-F687-B024-627D-0240DE5BC730}"/>
                </a:ext>
              </a:extLst>
            </p:cNvPr>
            <p:cNvSpPr/>
            <p:nvPr/>
          </p:nvSpPr>
          <p:spPr>
            <a:xfrm>
              <a:off x="2716382" y="471699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81D98BAF-B55D-2AAE-582C-840BBD75F8F4}"/>
                </a:ext>
              </a:extLst>
            </p:cNvPr>
            <p:cNvSpPr/>
            <p:nvPr/>
          </p:nvSpPr>
          <p:spPr>
            <a:xfrm>
              <a:off x="2723096" y="471770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9D15330-2266-99CB-4AE2-4B86FD920558}"/>
                </a:ext>
              </a:extLst>
            </p:cNvPr>
            <p:cNvSpPr/>
            <p:nvPr/>
          </p:nvSpPr>
          <p:spPr>
            <a:xfrm>
              <a:off x="2729799" y="47255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52172884-DE13-5EF4-EF47-6CAAD0A91261}"/>
                </a:ext>
              </a:extLst>
            </p:cNvPr>
            <p:cNvSpPr/>
            <p:nvPr/>
          </p:nvSpPr>
          <p:spPr>
            <a:xfrm>
              <a:off x="2736513" y="47254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CC382F9E-3909-65E9-2D27-32202D4DC5DF}"/>
                </a:ext>
              </a:extLst>
            </p:cNvPr>
            <p:cNvSpPr/>
            <p:nvPr/>
          </p:nvSpPr>
          <p:spPr>
            <a:xfrm>
              <a:off x="2743226" y="47311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7F9E3C91-3E15-DFCF-657A-D0194F3ED58B}"/>
                </a:ext>
              </a:extLst>
            </p:cNvPr>
            <p:cNvSpPr/>
            <p:nvPr/>
          </p:nvSpPr>
          <p:spPr>
            <a:xfrm>
              <a:off x="2621267" y="4553518"/>
              <a:ext cx="6713" cy="203745"/>
            </a:xfrm>
            <a:custGeom>
              <a:avLst/>
              <a:gdLst>
                <a:gd name="csX0" fmla="*/ 0 w 6713"/>
                <a:gd name="csY0" fmla="*/ 0 h 203745"/>
                <a:gd name="csX1" fmla="*/ 0 w 6713"/>
                <a:gd name="csY1" fmla="*/ 203746 h 203745"/>
                <a:gd name="csX2" fmla="*/ 6714 w 6713"/>
                <a:gd name="csY2" fmla="*/ 203746 h 203745"/>
                <a:gd name="csX3" fmla="*/ 6714 w 6713"/>
                <a:gd name="csY3" fmla="*/ 0 h 203745"/>
                <a:gd name="csX4" fmla="*/ 0 w 6713"/>
                <a:gd name="csY4" fmla="*/ 0 h 203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3745">
                  <a:moveTo>
                    <a:pt x="0" y="0"/>
                  </a:moveTo>
                  <a:lnTo>
                    <a:pt x="0" y="203746"/>
                  </a:lnTo>
                  <a:lnTo>
                    <a:pt x="6714" y="2037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DC7655D-39D7-6E63-5E44-3652E297FC92}"/>
                </a:ext>
              </a:extLst>
            </p:cNvPr>
            <p:cNvSpPr/>
            <p:nvPr/>
          </p:nvSpPr>
          <p:spPr>
            <a:xfrm>
              <a:off x="2627981" y="4582388"/>
              <a:ext cx="6713" cy="174876"/>
            </a:xfrm>
            <a:custGeom>
              <a:avLst/>
              <a:gdLst>
                <a:gd name="csX0" fmla="*/ 0 w 6713"/>
                <a:gd name="csY0" fmla="*/ 0 h 174876"/>
                <a:gd name="csX1" fmla="*/ 0 w 6713"/>
                <a:gd name="csY1" fmla="*/ 174877 h 174876"/>
                <a:gd name="csX2" fmla="*/ 6714 w 6713"/>
                <a:gd name="csY2" fmla="*/ 174877 h 174876"/>
                <a:gd name="csX3" fmla="*/ 6714 w 6713"/>
                <a:gd name="csY3" fmla="*/ 0 h 174876"/>
                <a:gd name="csX4" fmla="*/ 0 w 6713"/>
                <a:gd name="csY4" fmla="*/ 0 h 174876"/>
                <a:gd name="csX5" fmla="*/ 0 w 6713"/>
                <a:gd name="csY5" fmla="*/ 0 h 174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4876">
                  <a:moveTo>
                    <a:pt x="0" y="0"/>
                  </a:moveTo>
                  <a:lnTo>
                    <a:pt x="0" y="174877"/>
                  </a:lnTo>
                  <a:lnTo>
                    <a:pt x="6714" y="17487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0BEA188E-0327-539A-E66E-61414021564E}"/>
                </a:ext>
              </a:extLst>
            </p:cNvPr>
            <p:cNvSpPr/>
            <p:nvPr/>
          </p:nvSpPr>
          <p:spPr>
            <a:xfrm>
              <a:off x="2627981" y="4582388"/>
              <a:ext cx="6713" cy="174876"/>
            </a:xfrm>
            <a:custGeom>
              <a:avLst/>
              <a:gdLst>
                <a:gd name="csX0" fmla="*/ 0 w 6713"/>
                <a:gd name="csY0" fmla="*/ 0 h 174876"/>
                <a:gd name="csX1" fmla="*/ 0 w 6713"/>
                <a:gd name="csY1" fmla="*/ 174877 h 174876"/>
                <a:gd name="csX2" fmla="*/ 6714 w 6713"/>
                <a:gd name="csY2" fmla="*/ 174877 h 174876"/>
                <a:gd name="csX3" fmla="*/ 6714 w 6713"/>
                <a:gd name="csY3" fmla="*/ 0 h 174876"/>
                <a:gd name="csX4" fmla="*/ 0 w 6713"/>
                <a:gd name="csY4" fmla="*/ 0 h 174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4876">
                  <a:moveTo>
                    <a:pt x="0" y="0"/>
                  </a:moveTo>
                  <a:lnTo>
                    <a:pt x="0" y="174877"/>
                  </a:lnTo>
                  <a:lnTo>
                    <a:pt x="6714" y="17487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9C362BCF-ABCF-2B92-7142-0E3CB963A445}"/>
                </a:ext>
              </a:extLst>
            </p:cNvPr>
            <p:cNvSpPr/>
            <p:nvPr/>
          </p:nvSpPr>
          <p:spPr>
            <a:xfrm>
              <a:off x="2634695" y="4596288"/>
              <a:ext cx="6702" cy="160975"/>
            </a:xfrm>
            <a:custGeom>
              <a:avLst/>
              <a:gdLst>
                <a:gd name="csX0" fmla="*/ 0 w 6702"/>
                <a:gd name="csY0" fmla="*/ 0 h 160975"/>
                <a:gd name="csX1" fmla="*/ 0 w 6702"/>
                <a:gd name="csY1" fmla="*/ 160976 h 160975"/>
                <a:gd name="csX2" fmla="*/ 6703 w 6702"/>
                <a:gd name="csY2" fmla="*/ 160976 h 160975"/>
                <a:gd name="csX3" fmla="*/ 6703 w 6702"/>
                <a:gd name="csY3" fmla="*/ 0 h 160975"/>
                <a:gd name="csX4" fmla="*/ 0 w 6702"/>
                <a:gd name="csY4" fmla="*/ 0 h 160975"/>
                <a:gd name="csX5" fmla="*/ 0 w 6702"/>
                <a:gd name="csY5" fmla="*/ 0 h 160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60975">
                  <a:moveTo>
                    <a:pt x="0" y="0"/>
                  </a:moveTo>
                  <a:lnTo>
                    <a:pt x="0" y="160976"/>
                  </a:lnTo>
                  <a:lnTo>
                    <a:pt x="6703" y="16097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8633C7B-0589-0BC8-085F-6B8E691DEBC4}"/>
                </a:ext>
              </a:extLst>
            </p:cNvPr>
            <p:cNvSpPr/>
            <p:nvPr/>
          </p:nvSpPr>
          <p:spPr>
            <a:xfrm>
              <a:off x="2634695" y="4596288"/>
              <a:ext cx="6702" cy="160975"/>
            </a:xfrm>
            <a:custGeom>
              <a:avLst/>
              <a:gdLst>
                <a:gd name="csX0" fmla="*/ 0 w 6702"/>
                <a:gd name="csY0" fmla="*/ 0 h 160975"/>
                <a:gd name="csX1" fmla="*/ 0 w 6702"/>
                <a:gd name="csY1" fmla="*/ 160976 h 160975"/>
                <a:gd name="csX2" fmla="*/ 6703 w 6702"/>
                <a:gd name="csY2" fmla="*/ 160976 h 160975"/>
                <a:gd name="csX3" fmla="*/ 6703 w 6702"/>
                <a:gd name="csY3" fmla="*/ 0 h 160975"/>
                <a:gd name="csX4" fmla="*/ 0 w 6702"/>
                <a:gd name="csY4" fmla="*/ 0 h 160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60975">
                  <a:moveTo>
                    <a:pt x="0" y="0"/>
                  </a:moveTo>
                  <a:lnTo>
                    <a:pt x="0" y="160976"/>
                  </a:lnTo>
                  <a:lnTo>
                    <a:pt x="6703" y="16097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1FC3B4F7-3D95-3BE4-0636-8B2FCD4CD4B2}"/>
                </a:ext>
              </a:extLst>
            </p:cNvPr>
            <p:cNvSpPr/>
            <p:nvPr/>
          </p:nvSpPr>
          <p:spPr>
            <a:xfrm>
              <a:off x="2641398" y="4608197"/>
              <a:ext cx="6713" cy="149067"/>
            </a:xfrm>
            <a:custGeom>
              <a:avLst/>
              <a:gdLst>
                <a:gd name="csX0" fmla="*/ 0 w 6713"/>
                <a:gd name="csY0" fmla="*/ 0 h 149067"/>
                <a:gd name="csX1" fmla="*/ 0 w 6713"/>
                <a:gd name="csY1" fmla="*/ 149067 h 149067"/>
                <a:gd name="csX2" fmla="*/ 6714 w 6713"/>
                <a:gd name="csY2" fmla="*/ 149067 h 149067"/>
                <a:gd name="csX3" fmla="*/ 6714 w 6713"/>
                <a:gd name="csY3" fmla="*/ 0 h 149067"/>
                <a:gd name="csX4" fmla="*/ 0 w 6713"/>
                <a:gd name="csY4" fmla="*/ 0 h 149067"/>
                <a:gd name="csX5" fmla="*/ 0 w 6713"/>
                <a:gd name="csY5" fmla="*/ 0 h 149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9067">
                  <a:moveTo>
                    <a:pt x="0" y="0"/>
                  </a:moveTo>
                  <a:lnTo>
                    <a:pt x="0" y="149067"/>
                  </a:lnTo>
                  <a:lnTo>
                    <a:pt x="6714" y="14906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392172DD-BB0B-5C06-11B6-2BECFDAC33FD}"/>
                </a:ext>
              </a:extLst>
            </p:cNvPr>
            <p:cNvSpPr/>
            <p:nvPr/>
          </p:nvSpPr>
          <p:spPr>
            <a:xfrm>
              <a:off x="2641398" y="4608197"/>
              <a:ext cx="6713" cy="149067"/>
            </a:xfrm>
            <a:custGeom>
              <a:avLst/>
              <a:gdLst>
                <a:gd name="csX0" fmla="*/ 0 w 6713"/>
                <a:gd name="csY0" fmla="*/ 0 h 149067"/>
                <a:gd name="csX1" fmla="*/ 0 w 6713"/>
                <a:gd name="csY1" fmla="*/ 149067 h 149067"/>
                <a:gd name="csX2" fmla="*/ 6714 w 6713"/>
                <a:gd name="csY2" fmla="*/ 149067 h 149067"/>
                <a:gd name="csX3" fmla="*/ 6714 w 6713"/>
                <a:gd name="csY3" fmla="*/ 0 h 149067"/>
                <a:gd name="csX4" fmla="*/ 0 w 6713"/>
                <a:gd name="csY4" fmla="*/ 0 h 149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9067">
                  <a:moveTo>
                    <a:pt x="0" y="0"/>
                  </a:moveTo>
                  <a:lnTo>
                    <a:pt x="0" y="149067"/>
                  </a:lnTo>
                  <a:lnTo>
                    <a:pt x="6714" y="14906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DD47B49B-F903-3E63-AA53-C4B033D1E979}"/>
                </a:ext>
              </a:extLst>
            </p:cNvPr>
            <p:cNvSpPr/>
            <p:nvPr/>
          </p:nvSpPr>
          <p:spPr>
            <a:xfrm>
              <a:off x="2648111" y="4622879"/>
              <a:ext cx="6713" cy="134385"/>
            </a:xfrm>
            <a:custGeom>
              <a:avLst/>
              <a:gdLst>
                <a:gd name="csX0" fmla="*/ 0 w 6713"/>
                <a:gd name="csY0" fmla="*/ 0 h 134385"/>
                <a:gd name="csX1" fmla="*/ 0 w 6713"/>
                <a:gd name="csY1" fmla="*/ 134385 h 134385"/>
                <a:gd name="csX2" fmla="*/ 6714 w 6713"/>
                <a:gd name="csY2" fmla="*/ 134385 h 134385"/>
                <a:gd name="csX3" fmla="*/ 6714 w 6713"/>
                <a:gd name="csY3" fmla="*/ 0 h 134385"/>
                <a:gd name="csX4" fmla="*/ 0 w 6713"/>
                <a:gd name="csY4" fmla="*/ 0 h 134385"/>
                <a:gd name="csX5" fmla="*/ 0 w 6713"/>
                <a:gd name="csY5" fmla="*/ 0 h 13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4385">
                  <a:moveTo>
                    <a:pt x="0" y="0"/>
                  </a:moveTo>
                  <a:lnTo>
                    <a:pt x="0" y="134385"/>
                  </a:lnTo>
                  <a:lnTo>
                    <a:pt x="6714" y="1343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5D18B22C-69B8-1C46-14D0-CDFA8F0C1329}"/>
                </a:ext>
              </a:extLst>
            </p:cNvPr>
            <p:cNvSpPr/>
            <p:nvPr/>
          </p:nvSpPr>
          <p:spPr>
            <a:xfrm>
              <a:off x="2648111" y="4622879"/>
              <a:ext cx="6713" cy="134385"/>
            </a:xfrm>
            <a:custGeom>
              <a:avLst/>
              <a:gdLst>
                <a:gd name="csX0" fmla="*/ 0 w 6713"/>
                <a:gd name="csY0" fmla="*/ 0 h 134385"/>
                <a:gd name="csX1" fmla="*/ 0 w 6713"/>
                <a:gd name="csY1" fmla="*/ 134385 h 134385"/>
                <a:gd name="csX2" fmla="*/ 6714 w 6713"/>
                <a:gd name="csY2" fmla="*/ 134385 h 134385"/>
                <a:gd name="csX3" fmla="*/ 6714 w 6713"/>
                <a:gd name="csY3" fmla="*/ 0 h 134385"/>
                <a:gd name="csX4" fmla="*/ 0 w 6713"/>
                <a:gd name="csY4" fmla="*/ 0 h 13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4385">
                  <a:moveTo>
                    <a:pt x="0" y="0"/>
                  </a:moveTo>
                  <a:lnTo>
                    <a:pt x="0" y="134385"/>
                  </a:lnTo>
                  <a:lnTo>
                    <a:pt x="6714" y="1343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7E70412-2472-DDBF-9C23-95006604C47F}"/>
                </a:ext>
              </a:extLst>
            </p:cNvPr>
            <p:cNvSpPr/>
            <p:nvPr/>
          </p:nvSpPr>
          <p:spPr>
            <a:xfrm>
              <a:off x="2654825" y="4640423"/>
              <a:ext cx="6713" cy="116841"/>
            </a:xfrm>
            <a:custGeom>
              <a:avLst/>
              <a:gdLst>
                <a:gd name="csX0" fmla="*/ 0 w 6713"/>
                <a:gd name="csY0" fmla="*/ 0 h 116841"/>
                <a:gd name="csX1" fmla="*/ 0 w 6713"/>
                <a:gd name="csY1" fmla="*/ 116841 h 116841"/>
                <a:gd name="csX2" fmla="*/ 6714 w 6713"/>
                <a:gd name="csY2" fmla="*/ 116841 h 116841"/>
                <a:gd name="csX3" fmla="*/ 6714 w 6713"/>
                <a:gd name="csY3" fmla="*/ 0 h 116841"/>
                <a:gd name="csX4" fmla="*/ 0 w 6713"/>
                <a:gd name="csY4" fmla="*/ 0 h 116841"/>
                <a:gd name="csX5" fmla="*/ 0 w 6713"/>
                <a:gd name="csY5" fmla="*/ 0 h 11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6841">
                  <a:moveTo>
                    <a:pt x="0" y="0"/>
                  </a:moveTo>
                  <a:lnTo>
                    <a:pt x="0" y="116841"/>
                  </a:lnTo>
                  <a:lnTo>
                    <a:pt x="6714" y="11684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8B5B47F0-DC6C-A633-395A-50B59CCC4475}"/>
                </a:ext>
              </a:extLst>
            </p:cNvPr>
            <p:cNvSpPr/>
            <p:nvPr/>
          </p:nvSpPr>
          <p:spPr>
            <a:xfrm>
              <a:off x="2654825" y="4640423"/>
              <a:ext cx="6713" cy="116841"/>
            </a:xfrm>
            <a:custGeom>
              <a:avLst/>
              <a:gdLst>
                <a:gd name="csX0" fmla="*/ 0 w 6713"/>
                <a:gd name="csY0" fmla="*/ 0 h 116841"/>
                <a:gd name="csX1" fmla="*/ 0 w 6713"/>
                <a:gd name="csY1" fmla="*/ 116841 h 116841"/>
                <a:gd name="csX2" fmla="*/ 6714 w 6713"/>
                <a:gd name="csY2" fmla="*/ 116841 h 116841"/>
                <a:gd name="csX3" fmla="*/ 6714 w 6713"/>
                <a:gd name="csY3" fmla="*/ 0 h 116841"/>
                <a:gd name="csX4" fmla="*/ 0 w 6713"/>
                <a:gd name="csY4" fmla="*/ 0 h 11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6841">
                  <a:moveTo>
                    <a:pt x="0" y="0"/>
                  </a:moveTo>
                  <a:lnTo>
                    <a:pt x="0" y="116841"/>
                  </a:lnTo>
                  <a:lnTo>
                    <a:pt x="6714" y="11684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D6DF8F41-AEF5-B330-3C1F-E3F5D10861CD}"/>
                </a:ext>
              </a:extLst>
            </p:cNvPr>
            <p:cNvSpPr/>
            <p:nvPr/>
          </p:nvSpPr>
          <p:spPr>
            <a:xfrm>
              <a:off x="2661539" y="4650186"/>
              <a:ext cx="6702" cy="107078"/>
            </a:xfrm>
            <a:custGeom>
              <a:avLst/>
              <a:gdLst>
                <a:gd name="csX0" fmla="*/ 0 w 6702"/>
                <a:gd name="csY0" fmla="*/ 0 h 107078"/>
                <a:gd name="csX1" fmla="*/ 0 w 6702"/>
                <a:gd name="csY1" fmla="*/ 107079 h 107078"/>
                <a:gd name="csX2" fmla="*/ 6703 w 6702"/>
                <a:gd name="csY2" fmla="*/ 107079 h 107078"/>
                <a:gd name="csX3" fmla="*/ 6703 w 6702"/>
                <a:gd name="csY3" fmla="*/ 0 h 107078"/>
                <a:gd name="csX4" fmla="*/ 0 w 6702"/>
                <a:gd name="csY4" fmla="*/ 0 h 107078"/>
                <a:gd name="csX5" fmla="*/ 0 w 6702"/>
                <a:gd name="csY5" fmla="*/ 0 h 107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7078">
                  <a:moveTo>
                    <a:pt x="0" y="0"/>
                  </a:moveTo>
                  <a:lnTo>
                    <a:pt x="0" y="107079"/>
                  </a:lnTo>
                  <a:lnTo>
                    <a:pt x="6703" y="10707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2351A164-4F4D-3795-FB11-6A6785C4C1F0}"/>
                </a:ext>
              </a:extLst>
            </p:cNvPr>
            <p:cNvSpPr/>
            <p:nvPr/>
          </p:nvSpPr>
          <p:spPr>
            <a:xfrm>
              <a:off x="2661539" y="4650186"/>
              <a:ext cx="6702" cy="107078"/>
            </a:xfrm>
            <a:custGeom>
              <a:avLst/>
              <a:gdLst>
                <a:gd name="csX0" fmla="*/ 0 w 6702"/>
                <a:gd name="csY0" fmla="*/ 0 h 107078"/>
                <a:gd name="csX1" fmla="*/ 0 w 6702"/>
                <a:gd name="csY1" fmla="*/ 107079 h 107078"/>
                <a:gd name="csX2" fmla="*/ 6703 w 6702"/>
                <a:gd name="csY2" fmla="*/ 107079 h 107078"/>
                <a:gd name="csX3" fmla="*/ 6703 w 6702"/>
                <a:gd name="csY3" fmla="*/ 0 h 107078"/>
                <a:gd name="csX4" fmla="*/ 0 w 6702"/>
                <a:gd name="csY4" fmla="*/ 0 h 107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7078">
                  <a:moveTo>
                    <a:pt x="0" y="0"/>
                  </a:moveTo>
                  <a:lnTo>
                    <a:pt x="0" y="107079"/>
                  </a:lnTo>
                  <a:lnTo>
                    <a:pt x="6703" y="10707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AF0F047E-3AC5-DCE2-9A18-A7648E706461}"/>
                </a:ext>
              </a:extLst>
            </p:cNvPr>
            <p:cNvSpPr/>
            <p:nvPr/>
          </p:nvSpPr>
          <p:spPr>
            <a:xfrm>
              <a:off x="2668242" y="4660597"/>
              <a:ext cx="6713" cy="96666"/>
            </a:xfrm>
            <a:custGeom>
              <a:avLst/>
              <a:gdLst>
                <a:gd name="csX0" fmla="*/ 0 w 6713"/>
                <a:gd name="csY0" fmla="*/ 0 h 96666"/>
                <a:gd name="csX1" fmla="*/ 0 w 6713"/>
                <a:gd name="csY1" fmla="*/ 96667 h 96666"/>
                <a:gd name="csX2" fmla="*/ 6714 w 6713"/>
                <a:gd name="csY2" fmla="*/ 96667 h 96666"/>
                <a:gd name="csX3" fmla="*/ 6714 w 6713"/>
                <a:gd name="csY3" fmla="*/ 0 h 96666"/>
                <a:gd name="csX4" fmla="*/ 0 w 6713"/>
                <a:gd name="csY4" fmla="*/ 0 h 96666"/>
                <a:gd name="csX5" fmla="*/ 0 w 6713"/>
                <a:gd name="csY5" fmla="*/ 0 h 96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6666">
                  <a:moveTo>
                    <a:pt x="0" y="0"/>
                  </a:moveTo>
                  <a:lnTo>
                    <a:pt x="0" y="96667"/>
                  </a:lnTo>
                  <a:lnTo>
                    <a:pt x="6714" y="9666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3373DD23-6710-3C45-C43E-446B400A9535}"/>
                </a:ext>
              </a:extLst>
            </p:cNvPr>
            <p:cNvSpPr/>
            <p:nvPr/>
          </p:nvSpPr>
          <p:spPr>
            <a:xfrm>
              <a:off x="2668242" y="4660597"/>
              <a:ext cx="6713" cy="96666"/>
            </a:xfrm>
            <a:custGeom>
              <a:avLst/>
              <a:gdLst>
                <a:gd name="csX0" fmla="*/ 0 w 6713"/>
                <a:gd name="csY0" fmla="*/ 0 h 96666"/>
                <a:gd name="csX1" fmla="*/ 0 w 6713"/>
                <a:gd name="csY1" fmla="*/ 96667 h 96666"/>
                <a:gd name="csX2" fmla="*/ 6714 w 6713"/>
                <a:gd name="csY2" fmla="*/ 96667 h 96666"/>
                <a:gd name="csX3" fmla="*/ 6714 w 6713"/>
                <a:gd name="csY3" fmla="*/ 0 h 96666"/>
                <a:gd name="csX4" fmla="*/ 0 w 6713"/>
                <a:gd name="csY4" fmla="*/ 0 h 96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6666">
                  <a:moveTo>
                    <a:pt x="0" y="0"/>
                  </a:moveTo>
                  <a:lnTo>
                    <a:pt x="0" y="96667"/>
                  </a:lnTo>
                  <a:lnTo>
                    <a:pt x="6714" y="9666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1E173D77-B3BA-2AD3-18BA-84DA5752D37F}"/>
                </a:ext>
              </a:extLst>
            </p:cNvPr>
            <p:cNvSpPr/>
            <p:nvPr/>
          </p:nvSpPr>
          <p:spPr>
            <a:xfrm>
              <a:off x="2674955" y="4674421"/>
              <a:ext cx="6713" cy="82843"/>
            </a:xfrm>
            <a:custGeom>
              <a:avLst/>
              <a:gdLst>
                <a:gd name="csX0" fmla="*/ 0 w 6713"/>
                <a:gd name="csY0" fmla="*/ 0 h 82843"/>
                <a:gd name="csX1" fmla="*/ 0 w 6713"/>
                <a:gd name="csY1" fmla="*/ 82843 h 82843"/>
                <a:gd name="csX2" fmla="*/ 6714 w 6713"/>
                <a:gd name="csY2" fmla="*/ 82843 h 82843"/>
                <a:gd name="csX3" fmla="*/ 6714 w 6713"/>
                <a:gd name="csY3" fmla="*/ 0 h 82843"/>
                <a:gd name="csX4" fmla="*/ 0 w 6713"/>
                <a:gd name="csY4" fmla="*/ 0 h 82843"/>
                <a:gd name="csX5" fmla="*/ 0 w 6713"/>
                <a:gd name="csY5" fmla="*/ 0 h 82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2843">
                  <a:moveTo>
                    <a:pt x="0" y="0"/>
                  </a:moveTo>
                  <a:lnTo>
                    <a:pt x="0" y="82843"/>
                  </a:lnTo>
                  <a:lnTo>
                    <a:pt x="6714" y="828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BA4E717C-4385-14DC-F88F-61966360E7D1}"/>
                </a:ext>
              </a:extLst>
            </p:cNvPr>
            <p:cNvSpPr/>
            <p:nvPr/>
          </p:nvSpPr>
          <p:spPr>
            <a:xfrm>
              <a:off x="2674955" y="4674421"/>
              <a:ext cx="6713" cy="82843"/>
            </a:xfrm>
            <a:custGeom>
              <a:avLst/>
              <a:gdLst>
                <a:gd name="csX0" fmla="*/ 0 w 6713"/>
                <a:gd name="csY0" fmla="*/ 0 h 82843"/>
                <a:gd name="csX1" fmla="*/ 0 w 6713"/>
                <a:gd name="csY1" fmla="*/ 82843 h 82843"/>
                <a:gd name="csX2" fmla="*/ 6714 w 6713"/>
                <a:gd name="csY2" fmla="*/ 82843 h 82843"/>
                <a:gd name="csX3" fmla="*/ 6714 w 6713"/>
                <a:gd name="csY3" fmla="*/ 0 h 82843"/>
                <a:gd name="csX4" fmla="*/ 0 w 6713"/>
                <a:gd name="csY4" fmla="*/ 0 h 82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2843">
                  <a:moveTo>
                    <a:pt x="0" y="0"/>
                  </a:moveTo>
                  <a:lnTo>
                    <a:pt x="0" y="82843"/>
                  </a:lnTo>
                  <a:lnTo>
                    <a:pt x="6714" y="828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5492CDF0-3D2D-1972-FD0D-8A5EEA20333A}"/>
                </a:ext>
              </a:extLst>
            </p:cNvPr>
            <p:cNvSpPr/>
            <p:nvPr/>
          </p:nvSpPr>
          <p:spPr>
            <a:xfrm>
              <a:off x="2681669" y="4681839"/>
              <a:ext cx="6713" cy="75425"/>
            </a:xfrm>
            <a:custGeom>
              <a:avLst/>
              <a:gdLst>
                <a:gd name="csX0" fmla="*/ 0 w 6713"/>
                <a:gd name="csY0" fmla="*/ 0 h 75425"/>
                <a:gd name="csX1" fmla="*/ 0 w 6713"/>
                <a:gd name="csY1" fmla="*/ 75425 h 75425"/>
                <a:gd name="csX2" fmla="*/ 6714 w 6713"/>
                <a:gd name="csY2" fmla="*/ 75425 h 75425"/>
                <a:gd name="csX3" fmla="*/ 6714 w 6713"/>
                <a:gd name="csY3" fmla="*/ 0 h 75425"/>
                <a:gd name="csX4" fmla="*/ 0 w 6713"/>
                <a:gd name="csY4" fmla="*/ 0 h 75425"/>
                <a:gd name="csX5" fmla="*/ 0 w 6713"/>
                <a:gd name="csY5" fmla="*/ 0 h 75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5425">
                  <a:moveTo>
                    <a:pt x="0" y="0"/>
                  </a:moveTo>
                  <a:lnTo>
                    <a:pt x="0" y="75425"/>
                  </a:lnTo>
                  <a:lnTo>
                    <a:pt x="6714" y="7542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43F14383-E9E7-C1F2-057D-1E751CE3EAA4}"/>
                </a:ext>
              </a:extLst>
            </p:cNvPr>
            <p:cNvSpPr/>
            <p:nvPr/>
          </p:nvSpPr>
          <p:spPr>
            <a:xfrm>
              <a:off x="2681669" y="4681839"/>
              <a:ext cx="6713" cy="75425"/>
            </a:xfrm>
            <a:custGeom>
              <a:avLst/>
              <a:gdLst>
                <a:gd name="csX0" fmla="*/ 0 w 6713"/>
                <a:gd name="csY0" fmla="*/ 0 h 75425"/>
                <a:gd name="csX1" fmla="*/ 0 w 6713"/>
                <a:gd name="csY1" fmla="*/ 75425 h 75425"/>
                <a:gd name="csX2" fmla="*/ 6714 w 6713"/>
                <a:gd name="csY2" fmla="*/ 75425 h 75425"/>
                <a:gd name="csX3" fmla="*/ 6714 w 6713"/>
                <a:gd name="csY3" fmla="*/ 0 h 75425"/>
                <a:gd name="csX4" fmla="*/ 0 w 6713"/>
                <a:gd name="csY4" fmla="*/ 0 h 75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5425">
                  <a:moveTo>
                    <a:pt x="0" y="0"/>
                  </a:moveTo>
                  <a:lnTo>
                    <a:pt x="0" y="75425"/>
                  </a:lnTo>
                  <a:lnTo>
                    <a:pt x="6714" y="7542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C98C49F2-574B-8B98-95CB-1B66E70A1EC3}"/>
                </a:ext>
              </a:extLst>
            </p:cNvPr>
            <p:cNvSpPr/>
            <p:nvPr/>
          </p:nvSpPr>
          <p:spPr>
            <a:xfrm>
              <a:off x="2689538" y="46869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B009426E-F89B-C1EC-81BA-EBE4B1C8B0CD}"/>
                </a:ext>
              </a:extLst>
            </p:cNvPr>
            <p:cNvSpPr/>
            <p:nvPr/>
          </p:nvSpPr>
          <p:spPr>
            <a:xfrm>
              <a:off x="2837186" y="475264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47CE70A9-D245-0908-D405-02AC2B2A9A35}"/>
                </a:ext>
              </a:extLst>
            </p:cNvPr>
            <p:cNvSpPr/>
            <p:nvPr/>
          </p:nvSpPr>
          <p:spPr>
            <a:xfrm>
              <a:off x="2843889" y="475335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B6F75FBB-907D-4630-3458-11C36998AC45}"/>
                </a:ext>
              </a:extLst>
            </p:cNvPr>
            <p:cNvSpPr/>
            <p:nvPr/>
          </p:nvSpPr>
          <p:spPr>
            <a:xfrm>
              <a:off x="2850602" y="475335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BB224F2E-4D83-0701-36D9-32A8022FFD56}"/>
                </a:ext>
              </a:extLst>
            </p:cNvPr>
            <p:cNvSpPr/>
            <p:nvPr/>
          </p:nvSpPr>
          <p:spPr>
            <a:xfrm>
              <a:off x="2857316" y="475356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0BA2E30D-B01F-E368-ECD9-3D9CE5EF84F9}"/>
                </a:ext>
              </a:extLst>
            </p:cNvPr>
            <p:cNvSpPr/>
            <p:nvPr/>
          </p:nvSpPr>
          <p:spPr>
            <a:xfrm>
              <a:off x="2864030" y="47538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B42080A4-9D35-CDBA-B560-D5051539C776}"/>
                </a:ext>
              </a:extLst>
            </p:cNvPr>
            <p:cNvSpPr/>
            <p:nvPr/>
          </p:nvSpPr>
          <p:spPr>
            <a:xfrm>
              <a:off x="2870744" y="475413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6FFA816F-7567-241E-142F-48F48CB929AD}"/>
                </a:ext>
              </a:extLst>
            </p:cNvPr>
            <p:cNvSpPr/>
            <p:nvPr/>
          </p:nvSpPr>
          <p:spPr>
            <a:xfrm>
              <a:off x="2877446" y="475399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EB7D780B-0A71-884B-FD59-50CA51170103}"/>
                </a:ext>
              </a:extLst>
            </p:cNvPr>
            <p:cNvSpPr/>
            <p:nvPr/>
          </p:nvSpPr>
          <p:spPr>
            <a:xfrm>
              <a:off x="2884160" y="475391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24FDF629-F21A-7642-4D5B-E12B89D328E6}"/>
                </a:ext>
              </a:extLst>
            </p:cNvPr>
            <p:cNvSpPr/>
            <p:nvPr/>
          </p:nvSpPr>
          <p:spPr>
            <a:xfrm>
              <a:off x="2890874" y="47547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6E033684-AF8D-6558-6BC8-3CDCB44F3EF7}"/>
                </a:ext>
              </a:extLst>
            </p:cNvPr>
            <p:cNvSpPr/>
            <p:nvPr/>
          </p:nvSpPr>
          <p:spPr>
            <a:xfrm>
              <a:off x="2897588" y="47544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4EBA5256-2A7F-33D1-A62D-5EA036C7DD8E}"/>
                </a:ext>
              </a:extLst>
            </p:cNvPr>
            <p:cNvSpPr/>
            <p:nvPr/>
          </p:nvSpPr>
          <p:spPr>
            <a:xfrm>
              <a:off x="2904290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BC624633-042E-F01B-DAEA-BADDD83B3A5B}"/>
                </a:ext>
              </a:extLst>
            </p:cNvPr>
            <p:cNvSpPr/>
            <p:nvPr/>
          </p:nvSpPr>
          <p:spPr>
            <a:xfrm>
              <a:off x="2911004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D466BA25-98FA-CF2D-FA88-F2030F05AE29}"/>
                </a:ext>
              </a:extLst>
            </p:cNvPr>
            <p:cNvSpPr/>
            <p:nvPr/>
          </p:nvSpPr>
          <p:spPr>
            <a:xfrm>
              <a:off x="2917718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2A4EA837-EA27-ECB6-AA05-D740B19EEC24}"/>
                </a:ext>
              </a:extLst>
            </p:cNvPr>
            <p:cNvSpPr/>
            <p:nvPr/>
          </p:nvSpPr>
          <p:spPr>
            <a:xfrm>
              <a:off x="2924432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367A15BF-3C84-ADF7-7C7D-FD8AA0D4B5D6}"/>
                </a:ext>
              </a:extLst>
            </p:cNvPr>
            <p:cNvSpPr/>
            <p:nvPr/>
          </p:nvSpPr>
          <p:spPr>
            <a:xfrm>
              <a:off x="2931145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9" name="Oval 628">
              <a:extLst>
                <a:ext uri="{FF2B5EF4-FFF2-40B4-BE49-F238E27FC236}">
                  <a16:creationId xmlns:a16="http://schemas.microsoft.com/office/drawing/2014/main" id="{80AD717E-4974-11D7-1CDA-37DFA0521F0E}"/>
                </a:ext>
              </a:extLst>
            </p:cNvPr>
            <p:cNvSpPr/>
            <p:nvPr/>
          </p:nvSpPr>
          <p:spPr>
            <a:xfrm>
              <a:off x="2937848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0" name="Oval 629">
              <a:extLst>
                <a:ext uri="{FF2B5EF4-FFF2-40B4-BE49-F238E27FC236}">
                  <a16:creationId xmlns:a16="http://schemas.microsoft.com/office/drawing/2014/main" id="{3236B49A-DD08-7753-1E2F-857153564C26}"/>
                </a:ext>
              </a:extLst>
            </p:cNvPr>
            <p:cNvSpPr/>
            <p:nvPr/>
          </p:nvSpPr>
          <p:spPr>
            <a:xfrm>
              <a:off x="2944562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1" name="Oval 630">
              <a:extLst>
                <a:ext uri="{FF2B5EF4-FFF2-40B4-BE49-F238E27FC236}">
                  <a16:creationId xmlns:a16="http://schemas.microsoft.com/office/drawing/2014/main" id="{D77971FC-51CB-1590-8418-DD9BAAD0701D}"/>
                </a:ext>
              </a:extLst>
            </p:cNvPr>
            <p:cNvSpPr/>
            <p:nvPr/>
          </p:nvSpPr>
          <p:spPr>
            <a:xfrm>
              <a:off x="2951276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DD2E889F-6740-2E48-4B4B-BACE63346C8C}"/>
                </a:ext>
              </a:extLst>
            </p:cNvPr>
            <p:cNvSpPr/>
            <p:nvPr/>
          </p:nvSpPr>
          <p:spPr>
            <a:xfrm>
              <a:off x="2957989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3BB4ADB4-EA10-F9E3-E360-A735F2E6E3BC}"/>
                </a:ext>
              </a:extLst>
            </p:cNvPr>
            <p:cNvSpPr/>
            <p:nvPr/>
          </p:nvSpPr>
          <p:spPr>
            <a:xfrm>
              <a:off x="2964692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42DEA4DD-E17A-5CFB-B4B6-01952404A476}"/>
                </a:ext>
              </a:extLst>
            </p:cNvPr>
            <p:cNvSpPr/>
            <p:nvPr/>
          </p:nvSpPr>
          <p:spPr>
            <a:xfrm>
              <a:off x="2971406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408FB444-3D08-B9B4-2F63-3ED1171D0C6F}"/>
                </a:ext>
              </a:extLst>
            </p:cNvPr>
            <p:cNvSpPr/>
            <p:nvPr/>
          </p:nvSpPr>
          <p:spPr>
            <a:xfrm>
              <a:off x="2978120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7AE206CF-3DFE-913B-44F5-115F188688FD}"/>
                </a:ext>
              </a:extLst>
            </p:cNvPr>
            <p:cNvSpPr/>
            <p:nvPr/>
          </p:nvSpPr>
          <p:spPr>
            <a:xfrm>
              <a:off x="2984833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3B8BD798-B7A0-7595-2795-286D771FB58A}"/>
                </a:ext>
              </a:extLst>
            </p:cNvPr>
            <p:cNvSpPr/>
            <p:nvPr/>
          </p:nvSpPr>
          <p:spPr>
            <a:xfrm>
              <a:off x="2991547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A83E321A-3BC8-2BAA-FE0B-B85BEE63CE38}"/>
                </a:ext>
              </a:extLst>
            </p:cNvPr>
            <p:cNvSpPr/>
            <p:nvPr/>
          </p:nvSpPr>
          <p:spPr>
            <a:xfrm>
              <a:off x="2998250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9" name="Freeform 638">
              <a:extLst>
                <a:ext uri="{FF2B5EF4-FFF2-40B4-BE49-F238E27FC236}">
                  <a16:creationId xmlns:a16="http://schemas.microsoft.com/office/drawing/2014/main" id="{72BF7E81-62B2-7934-4885-4D01BF5DB5F3}"/>
                </a:ext>
              </a:extLst>
            </p:cNvPr>
            <p:cNvSpPr/>
            <p:nvPr/>
          </p:nvSpPr>
          <p:spPr>
            <a:xfrm>
              <a:off x="136625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76B49699-E091-FBE8-AACB-E9160B69DABA}"/>
                </a:ext>
              </a:extLst>
            </p:cNvPr>
            <p:cNvSpPr/>
            <p:nvPr/>
          </p:nvSpPr>
          <p:spPr>
            <a:xfrm>
              <a:off x="136625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1" name="Freeform 640">
              <a:extLst>
                <a:ext uri="{FF2B5EF4-FFF2-40B4-BE49-F238E27FC236}">
                  <a16:creationId xmlns:a16="http://schemas.microsoft.com/office/drawing/2014/main" id="{DE1B5609-235A-66B8-8766-D6E1680A464C}"/>
                </a:ext>
              </a:extLst>
            </p:cNvPr>
            <p:cNvSpPr/>
            <p:nvPr/>
          </p:nvSpPr>
          <p:spPr>
            <a:xfrm>
              <a:off x="139310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88A8D455-8144-7363-EF7D-BEA4096DADBE}"/>
                </a:ext>
              </a:extLst>
            </p:cNvPr>
            <p:cNvSpPr/>
            <p:nvPr/>
          </p:nvSpPr>
          <p:spPr>
            <a:xfrm>
              <a:off x="139310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3" name="Freeform 642">
              <a:extLst>
                <a:ext uri="{FF2B5EF4-FFF2-40B4-BE49-F238E27FC236}">
                  <a16:creationId xmlns:a16="http://schemas.microsoft.com/office/drawing/2014/main" id="{7D0B4824-6A86-BD17-4D09-226502A229DE}"/>
                </a:ext>
              </a:extLst>
            </p:cNvPr>
            <p:cNvSpPr/>
            <p:nvPr/>
          </p:nvSpPr>
          <p:spPr>
            <a:xfrm>
              <a:off x="141994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ED823069-015D-224B-AB97-541AF3E2D887}"/>
                </a:ext>
              </a:extLst>
            </p:cNvPr>
            <p:cNvSpPr/>
            <p:nvPr/>
          </p:nvSpPr>
          <p:spPr>
            <a:xfrm>
              <a:off x="141994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5" name="Freeform 644">
              <a:extLst>
                <a:ext uri="{FF2B5EF4-FFF2-40B4-BE49-F238E27FC236}">
                  <a16:creationId xmlns:a16="http://schemas.microsoft.com/office/drawing/2014/main" id="{64A7BE6B-2E72-A652-EC68-581993D02916}"/>
                </a:ext>
              </a:extLst>
            </p:cNvPr>
            <p:cNvSpPr/>
            <p:nvPr/>
          </p:nvSpPr>
          <p:spPr>
            <a:xfrm>
              <a:off x="144679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6" name="Freeform 645">
              <a:extLst>
                <a:ext uri="{FF2B5EF4-FFF2-40B4-BE49-F238E27FC236}">
                  <a16:creationId xmlns:a16="http://schemas.microsoft.com/office/drawing/2014/main" id="{8692563D-18AB-9840-A69F-E39C060E0330}"/>
                </a:ext>
              </a:extLst>
            </p:cNvPr>
            <p:cNvSpPr/>
            <p:nvPr/>
          </p:nvSpPr>
          <p:spPr>
            <a:xfrm>
              <a:off x="144679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7" name="Freeform 646">
              <a:extLst>
                <a:ext uri="{FF2B5EF4-FFF2-40B4-BE49-F238E27FC236}">
                  <a16:creationId xmlns:a16="http://schemas.microsoft.com/office/drawing/2014/main" id="{02608767-487F-281F-0FC1-94325AD55D5D}"/>
                </a:ext>
              </a:extLst>
            </p:cNvPr>
            <p:cNvSpPr/>
            <p:nvPr/>
          </p:nvSpPr>
          <p:spPr>
            <a:xfrm>
              <a:off x="147363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EE457EFE-227C-A532-6297-E35C982D0580}"/>
                </a:ext>
              </a:extLst>
            </p:cNvPr>
            <p:cNvSpPr/>
            <p:nvPr/>
          </p:nvSpPr>
          <p:spPr>
            <a:xfrm>
              <a:off x="147363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8C76E4F6-DA81-C6FD-74B2-6167C52B4724}"/>
                </a:ext>
              </a:extLst>
            </p:cNvPr>
            <p:cNvSpPr/>
            <p:nvPr/>
          </p:nvSpPr>
          <p:spPr>
            <a:xfrm>
              <a:off x="150048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96364A8C-9A5E-958E-4E76-3F3895F0FFF5}"/>
                </a:ext>
              </a:extLst>
            </p:cNvPr>
            <p:cNvSpPr/>
            <p:nvPr/>
          </p:nvSpPr>
          <p:spPr>
            <a:xfrm>
              <a:off x="150048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F8948187-9B4F-5789-7FCA-F05275104452}"/>
                </a:ext>
              </a:extLst>
            </p:cNvPr>
            <p:cNvSpPr/>
            <p:nvPr/>
          </p:nvSpPr>
          <p:spPr>
            <a:xfrm>
              <a:off x="1527328" y="4757264"/>
              <a:ext cx="26846" cy="1100"/>
            </a:xfrm>
            <a:custGeom>
              <a:avLst/>
              <a:gdLst>
                <a:gd name="csX0" fmla="*/ 0 w 26846"/>
                <a:gd name="csY0" fmla="*/ 0 h 1100"/>
                <a:gd name="csX1" fmla="*/ 0 w 26846"/>
                <a:gd name="csY1" fmla="*/ 0 h 1100"/>
                <a:gd name="csX2" fmla="*/ 26846 w 26846"/>
                <a:gd name="csY2" fmla="*/ 0 h 1100"/>
                <a:gd name="csX3" fmla="*/ 26846 w 26846"/>
                <a:gd name="csY3" fmla="*/ 0 h 1100"/>
                <a:gd name="csX4" fmla="*/ 0 w 26846"/>
                <a:gd name="csY4" fmla="*/ 0 h 1100"/>
                <a:gd name="csX5" fmla="*/ 0 w 26846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6" h="1100">
                  <a:moveTo>
                    <a:pt x="0" y="0"/>
                  </a:moveTo>
                  <a:lnTo>
                    <a:pt x="0" y="0"/>
                  </a:lnTo>
                  <a:lnTo>
                    <a:pt x="26846" y="0"/>
                  </a:lnTo>
                  <a:lnTo>
                    <a:pt x="2684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DACE04C9-F81A-0994-561F-CDBB8C2EE3F7}"/>
                </a:ext>
              </a:extLst>
            </p:cNvPr>
            <p:cNvSpPr/>
            <p:nvPr/>
          </p:nvSpPr>
          <p:spPr>
            <a:xfrm>
              <a:off x="1527328" y="4757264"/>
              <a:ext cx="26846" cy="1100"/>
            </a:xfrm>
            <a:custGeom>
              <a:avLst/>
              <a:gdLst>
                <a:gd name="csX0" fmla="*/ 0 w 26846"/>
                <a:gd name="csY0" fmla="*/ 0 h 1100"/>
                <a:gd name="csX1" fmla="*/ 0 w 26846"/>
                <a:gd name="csY1" fmla="*/ 0 h 1100"/>
                <a:gd name="csX2" fmla="*/ 26846 w 26846"/>
                <a:gd name="csY2" fmla="*/ 0 h 1100"/>
                <a:gd name="csX3" fmla="*/ 26846 w 26846"/>
                <a:gd name="csY3" fmla="*/ 0 h 1100"/>
                <a:gd name="csX4" fmla="*/ 0 w 26846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6" h="1100">
                  <a:moveTo>
                    <a:pt x="0" y="0"/>
                  </a:moveTo>
                  <a:lnTo>
                    <a:pt x="0" y="0"/>
                  </a:lnTo>
                  <a:lnTo>
                    <a:pt x="26846" y="0"/>
                  </a:lnTo>
                  <a:lnTo>
                    <a:pt x="26846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DBE67DFE-E6B8-EF46-4AD1-D617EB0D229B}"/>
                </a:ext>
              </a:extLst>
            </p:cNvPr>
            <p:cNvSpPr/>
            <p:nvPr/>
          </p:nvSpPr>
          <p:spPr>
            <a:xfrm>
              <a:off x="155417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5FB94095-A357-0B97-390A-BAD7ADC6F97B}"/>
                </a:ext>
              </a:extLst>
            </p:cNvPr>
            <p:cNvSpPr/>
            <p:nvPr/>
          </p:nvSpPr>
          <p:spPr>
            <a:xfrm>
              <a:off x="155417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5" name="Freeform 654">
              <a:extLst>
                <a:ext uri="{FF2B5EF4-FFF2-40B4-BE49-F238E27FC236}">
                  <a16:creationId xmlns:a16="http://schemas.microsoft.com/office/drawing/2014/main" id="{4DDD16EB-67D0-4075-6B16-C01E047AC979}"/>
                </a:ext>
              </a:extLst>
            </p:cNvPr>
            <p:cNvSpPr/>
            <p:nvPr/>
          </p:nvSpPr>
          <p:spPr>
            <a:xfrm>
              <a:off x="158101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B4D1E1D2-F602-7C86-8B05-C8D06C62C374}"/>
                </a:ext>
              </a:extLst>
            </p:cNvPr>
            <p:cNvSpPr/>
            <p:nvPr/>
          </p:nvSpPr>
          <p:spPr>
            <a:xfrm>
              <a:off x="158101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36007F7E-F967-7713-F0CB-795DB81291A8}"/>
                </a:ext>
              </a:extLst>
            </p:cNvPr>
            <p:cNvSpPr/>
            <p:nvPr/>
          </p:nvSpPr>
          <p:spPr>
            <a:xfrm>
              <a:off x="160786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40886D9C-A738-2165-7513-C91A6A200090}"/>
                </a:ext>
              </a:extLst>
            </p:cNvPr>
            <p:cNvSpPr/>
            <p:nvPr/>
          </p:nvSpPr>
          <p:spPr>
            <a:xfrm>
              <a:off x="160786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A75536D1-E7B4-921B-EEAA-1E724A88EC03}"/>
                </a:ext>
              </a:extLst>
            </p:cNvPr>
            <p:cNvSpPr/>
            <p:nvPr/>
          </p:nvSpPr>
          <p:spPr>
            <a:xfrm>
              <a:off x="163470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4EAC6A3B-356A-A871-7674-C65787A17905}"/>
                </a:ext>
              </a:extLst>
            </p:cNvPr>
            <p:cNvSpPr/>
            <p:nvPr/>
          </p:nvSpPr>
          <p:spPr>
            <a:xfrm>
              <a:off x="163470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EAD90F3E-990A-329B-0E7A-E7E3BF1A895D}"/>
                </a:ext>
              </a:extLst>
            </p:cNvPr>
            <p:cNvSpPr/>
            <p:nvPr/>
          </p:nvSpPr>
          <p:spPr>
            <a:xfrm>
              <a:off x="166155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F1359DF1-B21B-A07A-665D-C14F3385C46C}"/>
                </a:ext>
              </a:extLst>
            </p:cNvPr>
            <p:cNvSpPr/>
            <p:nvPr/>
          </p:nvSpPr>
          <p:spPr>
            <a:xfrm>
              <a:off x="166155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F479D7FF-667C-6AA0-1B74-6B7EBAA7E5B3}"/>
                </a:ext>
              </a:extLst>
            </p:cNvPr>
            <p:cNvSpPr/>
            <p:nvPr/>
          </p:nvSpPr>
          <p:spPr>
            <a:xfrm>
              <a:off x="1688399" y="4757253"/>
              <a:ext cx="26845" cy="11"/>
            </a:xfrm>
            <a:custGeom>
              <a:avLst/>
              <a:gdLst>
                <a:gd name="csX0" fmla="*/ 0 w 26845"/>
                <a:gd name="csY0" fmla="*/ 0 h 11"/>
                <a:gd name="csX1" fmla="*/ 0 w 26845"/>
                <a:gd name="csY1" fmla="*/ 11 h 11"/>
                <a:gd name="csX2" fmla="*/ 26845 w 26845"/>
                <a:gd name="csY2" fmla="*/ 11 h 11"/>
                <a:gd name="csX3" fmla="*/ 26845 w 26845"/>
                <a:gd name="csY3" fmla="*/ 0 h 11"/>
                <a:gd name="csX4" fmla="*/ 0 w 26845"/>
                <a:gd name="csY4" fmla="*/ 0 h 11"/>
                <a:gd name="csX5" fmla="*/ 0 w 26845"/>
                <a:gd name="csY5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">
                  <a:moveTo>
                    <a:pt x="0" y="0"/>
                  </a:moveTo>
                  <a:lnTo>
                    <a:pt x="0" y="11"/>
                  </a:lnTo>
                  <a:lnTo>
                    <a:pt x="26845" y="11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EA6E8DC3-BD43-2F0E-02C9-AF61FB257200}"/>
                </a:ext>
              </a:extLst>
            </p:cNvPr>
            <p:cNvSpPr/>
            <p:nvPr/>
          </p:nvSpPr>
          <p:spPr>
            <a:xfrm>
              <a:off x="1688399" y="4757253"/>
              <a:ext cx="26845" cy="11"/>
            </a:xfrm>
            <a:custGeom>
              <a:avLst/>
              <a:gdLst>
                <a:gd name="csX0" fmla="*/ 0 w 26845"/>
                <a:gd name="csY0" fmla="*/ 0 h 11"/>
                <a:gd name="csX1" fmla="*/ 0 w 26845"/>
                <a:gd name="csY1" fmla="*/ 11 h 11"/>
                <a:gd name="csX2" fmla="*/ 26845 w 26845"/>
                <a:gd name="csY2" fmla="*/ 11 h 11"/>
                <a:gd name="csX3" fmla="*/ 26845 w 26845"/>
                <a:gd name="csY3" fmla="*/ 0 h 11"/>
                <a:gd name="csX4" fmla="*/ 0 w 26845"/>
                <a:gd name="csY4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">
                  <a:moveTo>
                    <a:pt x="0" y="0"/>
                  </a:moveTo>
                  <a:lnTo>
                    <a:pt x="0" y="11"/>
                  </a:lnTo>
                  <a:lnTo>
                    <a:pt x="26845" y="11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B78D8CCE-DDEF-264E-9BD7-0325D8794FDC}"/>
                </a:ext>
              </a:extLst>
            </p:cNvPr>
            <p:cNvSpPr/>
            <p:nvPr/>
          </p:nvSpPr>
          <p:spPr>
            <a:xfrm>
              <a:off x="1715244" y="4757231"/>
              <a:ext cx="26845" cy="33"/>
            </a:xfrm>
            <a:custGeom>
              <a:avLst/>
              <a:gdLst>
                <a:gd name="csX0" fmla="*/ 0 w 26845"/>
                <a:gd name="csY0" fmla="*/ 0 h 33"/>
                <a:gd name="csX1" fmla="*/ 0 w 26845"/>
                <a:gd name="csY1" fmla="*/ 33 h 33"/>
                <a:gd name="csX2" fmla="*/ 26845 w 26845"/>
                <a:gd name="csY2" fmla="*/ 33 h 33"/>
                <a:gd name="csX3" fmla="*/ 26845 w 26845"/>
                <a:gd name="csY3" fmla="*/ 0 h 33"/>
                <a:gd name="csX4" fmla="*/ 0 w 26845"/>
                <a:gd name="csY4" fmla="*/ 0 h 33"/>
                <a:gd name="csX5" fmla="*/ 0 w 26845"/>
                <a:gd name="csY5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3">
                  <a:moveTo>
                    <a:pt x="0" y="0"/>
                  </a:moveTo>
                  <a:lnTo>
                    <a:pt x="0" y="33"/>
                  </a:lnTo>
                  <a:lnTo>
                    <a:pt x="26845" y="33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B6FC4D5D-73F3-E9A5-48A2-E254C4B5884A}"/>
                </a:ext>
              </a:extLst>
            </p:cNvPr>
            <p:cNvSpPr/>
            <p:nvPr/>
          </p:nvSpPr>
          <p:spPr>
            <a:xfrm>
              <a:off x="1715244" y="4757231"/>
              <a:ext cx="26845" cy="33"/>
            </a:xfrm>
            <a:custGeom>
              <a:avLst/>
              <a:gdLst>
                <a:gd name="csX0" fmla="*/ 0 w 26845"/>
                <a:gd name="csY0" fmla="*/ 0 h 33"/>
                <a:gd name="csX1" fmla="*/ 0 w 26845"/>
                <a:gd name="csY1" fmla="*/ 33 h 33"/>
                <a:gd name="csX2" fmla="*/ 26845 w 26845"/>
                <a:gd name="csY2" fmla="*/ 33 h 33"/>
                <a:gd name="csX3" fmla="*/ 26845 w 26845"/>
                <a:gd name="csY3" fmla="*/ 0 h 33"/>
                <a:gd name="csX4" fmla="*/ 0 w 26845"/>
                <a:gd name="csY4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3">
                  <a:moveTo>
                    <a:pt x="0" y="0"/>
                  </a:moveTo>
                  <a:lnTo>
                    <a:pt x="0" y="33"/>
                  </a:lnTo>
                  <a:lnTo>
                    <a:pt x="26845" y="33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7E446840-6092-3B48-13DF-F1DE8F13C8AC}"/>
                </a:ext>
              </a:extLst>
            </p:cNvPr>
            <p:cNvSpPr/>
            <p:nvPr/>
          </p:nvSpPr>
          <p:spPr>
            <a:xfrm>
              <a:off x="1742089" y="4757132"/>
              <a:ext cx="26845" cy="132"/>
            </a:xfrm>
            <a:custGeom>
              <a:avLst/>
              <a:gdLst>
                <a:gd name="csX0" fmla="*/ 0 w 26845"/>
                <a:gd name="csY0" fmla="*/ 0 h 132"/>
                <a:gd name="csX1" fmla="*/ 0 w 26845"/>
                <a:gd name="csY1" fmla="*/ 132 h 132"/>
                <a:gd name="csX2" fmla="*/ 26845 w 26845"/>
                <a:gd name="csY2" fmla="*/ 132 h 132"/>
                <a:gd name="csX3" fmla="*/ 26845 w 26845"/>
                <a:gd name="csY3" fmla="*/ 0 h 132"/>
                <a:gd name="csX4" fmla="*/ 0 w 26845"/>
                <a:gd name="csY4" fmla="*/ 0 h 132"/>
                <a:gd name="csX5" fmla="*/ 0 w 26845"/>
                <a:gd name="csY5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32">
                  <a:moveTo>
                    <a:pt x="0" y="0"/>
                  </a:moveTo>
                  <a:lnTo>
                    <a:pt x="0" y="132"/>
                  </a:lnTo>
                  <a:lnTo>
                    <a:pt x="26845" y="13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7FF7C5F7-A104-F199-19D1-FE3C37657165}"/>
                </a:ext>
              </a:extLst>
            </p:cNvPr>
            <p:cNvSpPr/>
            <p:nvPr/>
          </p:nvSpPr>
          <p:spPr>
            <a:xfrm>
              <a:off x="1742089" y="4757132"/>
              <a:ext cx="26845" cy="132"/>
            </a:xfrm>
            <a:custGeom>
              <a:avLst/>
              <a:gdLst>
                <a:gd name="csX0" fmla="*/ 0 w 26845"/>
                <a:gd name="csY0" fmla="*/ 0 h 132"/>
                <a:gd name="csX1" fmla="*/ 0 w 26845"/>
                <a:gd name="csY1" fmla="*/ 132 h 132"/>
                <a:gd name="csX2" fmla="*/ 26845 w 26845"/>
                <a:gd name="csY2" fmla="*/ 132 h 132"/>
                <a:gd name="csX3" fmla="*/ 26845 w 26845"/>
                <a:gd name="csY3" fmla="*/ 0 h 132"/>
                <a:gd name="csX4" fmla="*/ 0 w 26845"/>
                <a:gd name="csY4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32">
                  <a:moveTo>
                    <a:pt x="0" y="0"/>
                  </a:moveTo>
                  <a:lnTo>
                    <a:pt x="0" y="132"/>
                  </a:lnTo>
                  <a:lnTo>
                    <a:pt x="26845" y="13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754F1947-11E1-0BF8-4F55-7524B5F16E2B}"/>
                </a:ext>
              </a:extLst>
            </p:cNvPr>
            <p:cNvSpPr/>
            <p:nvPr/>
          </p:nvSpPr>
          <p:spPr>
            <a:xfrm>
              <a:off x="1768935" y="4756846"/>
              <a:ext cx="26845" cy="418"/>
            </a:xfrm>
            <a:custGeom>
              <a:avLst/>
              <a:gdLst>
                <a:gd name="csX0" fmla="*/ 0 w 26845"/>
                <a:gd name="csY0" fmla="*/ 0 h 418"/>
                <a:gd name="csX1" fmla="*/ 0 w 26845"/>
                <a:gd name="csY1" fmla="*/ 418 h 418"/>
                <a:gd name="csX2" fmla="*/ 26845 w 26845"/>
                <a:gd name="csY2" fmla="*/ 418 h 418"/>
                <a:gd name="csX3" fmla="*/ 26845 w 26845"/>
                <a:gd name="csY3" fmla="*/ 0 h 418"/>
                <a:gd name="csX4" fmla="*/ 0 w 26845"/>
                <a:gd name="csY4" fmla="*/ 0 h 418"/>
                <a:gd name="csX5" fmla="*/ 0 w 26845"/>
                <a:gd name="csY5" fmla="*/ 0 h 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418">
                  <a:moveTo>
                    <a:pt x="0" y="0"/>
                  </a:moveTo>
                  <a:lnTo>
                    <a:pt x="0" y="418"/>
                  </a:lnTo>
                  <a:lnTo>
                    <a:pt x="26845" y="41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050E6C3D-7FE0-A035-F5D2-C56F4EF00CE7}"/>
                </a:ext>
              </a:extLst>
            </p:cNvPr>
            <p:cNvSpPr/>
            <p:nvPr/>
          </p:nvSpPr>
          <p:spPr>
            <a:xfrm>
              <a:off x="1768935" y="4756846"/>
              <a:ext cx="26845" cy="418"/>
            </a:xfrm>
            <a:custGeom>
              <a:avLst/>
              <a:gdLst>
                <a:gd name="csX0" fmla="*/ 0 w 26845"/>
                <a:gd name="csY0" fmla="*/ 0 h 418"/>
                <a:gd name="csX1" fmla="*/ 0 w 26845"/>
                <a:gd name="csY1" fmla="*/ 418 h 418"/>
                <a:gd name="csX2" fmla="*/ 26845 w 26845"/>
                <a:gd name="csY2" fmla="*/ 418 h 418"/>
                <a:gd name="csX3" fmla="*/ 26845 w 26845"/>
                <a:gd name="csY3" fmla="*/ 0 h 418"/>
                <a:gd name="csX4" fmla="*/ 0 w 26845"/>
                <a:gd name="csY4" fmla="*/ 0 h 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418">
                  <a:moveTo>
                    <a:pt x="0" y="0"/>
                  </a:moveTo>
                  <a:lnTo>
                    <a:pt x="0" y="418"/>
                  </a:lnTo>
                  <a:lnTo>
                    <a:pt x="26845" y="41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B5A1A2DA-961F-5424-6613-938C9C3EA901}"/>
                </a:ext>
              </a:extLst>
            </p:cNvPr>
            <p:cNvSpPr/>
            <p:nvPr/>
          </p:nvSpPr>
          <p:spPr>
            <a:xfrm>
              <a:off x="1795780" y="4756043"/>
              <a:ext cx="26845" cy="1221"/>
            </a:xfrm>
            <a:custGeom>
              <a:avLst/>
              <a:gdLst>
                <a:gd name="csX0" fmla="*/ 0 w 26845"/>
                <a:gd name="csY0" fmla="*/ 0 h 1221"/>
                <a:gd name="csX1" fmla="*/ 0 w 26845"/>
                <a:gd name="csY1" fmla="*/ 1222 h 1221"/>
                <a:gd name="csX2" fmla="*/ 26845 w 26845"/>
                <a:gd name="csY2" fmla="*/ 1222 h 1221"/>
                <a:gd name="csX3" fmla="*/ 26845 w 26845"/>
                <a:gd name="csY3" fmla="*/ 0 h 1221"/>
                <a:gd name="csX4" fmla="*/ 0 w 26845"/>
                <a:gd name="csY4" fmla="*/ 0 h 1221"/>
                <a:gd name="csX5" fmla="*/ 0 w 26845"/>
                <a:gd name="csY5" fmla="*/ 0 h 1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221">
                  <a:moveTo>
                    <a:pt x="0" y="0"/>
                  </a:moveTo>
                  <a:lnTo>
                    <a:pt x="0" y="1222"/>
                  </a:lnTo>
                  <a:lnTo>
                    <a:pt x="26845" y="122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C02992D8-E00C-A2ED-ED92-8D9096ADF89A}"/>
                </a:ext>
              </a:extLst>
            </p:cNvPr>
            <p:cNvSpPr/>
            <p:nvPr/>
          </p:nvSpPr>
          <p:spPr>
            <a:xfrm>
              <a:off x="1795780" y="4756043"/>
              <a:ext cx="26845" cy="1221"/>
            </a:xfrm>
            <a:custGeom>
              <a:avLst/>
              <a:gdLst>
                <a:gd name="csX0" fmla="*/ 0 w 26845"/>
                <a:gd name="csY0" fmla="*/ 0 h 1221"/>
                <a:gd name="csX1" fmla="*/ 0 w 26845"/>
                <a:gd name="csY1" fmla="*/ 1222 h 1221"/>
                <a:gd name="csX2" fmla="*/ 26845 w 26845"/>
                <a:gd name="csY2" fmla="*/ 1222 h 1221"/>
                <a:gd name="csX3" fmla="*/ 26845 w 26845"/>
                <a:gd name="csY3" fmla="*/ 0 h 1221"/>
                <a:gd name="csX4" fmla="*/ 0 w 26845"/>
                <a:gd name="csY4" fmla="*/ 0 h 1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221">
                  <a:moveTo>
                    <a:pt x="0" y="0"/>
                  </a:moveTo>
                  <a:lnTo>
                    <a:pt x="0" y="1222"/>
                  </a:lnTo>
                  <a:lnTo>
                    <a:pt x="26845" y="122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C15D1DCE-754B-6893-11F0-D8817C7C16A9}"/>
                </a:ext>
              </a:extLst>
            </p:cNvPr>
            <p:cNvSpPr/>
            <p:nvPr/>
          </p:nvSpPr>
          <p:spPr>
            <a:xfrm>
              <a:off x="1822625" y="4753962"/>
              <a:ext cx="26845" cy="3301"/>
            </a:xfrm>
            <a:custGeom>
              <a:avLst/>
              <a:gdLst>
                <a:gd name="csX0" fmla="*/ 0 w 26845"/>
                <a:gd name="csY0" fmla="*/ 0 h 3301"/>
                <a:gd name="csX1" fmla="*/ 0 w 26845"/>
                <a:gd name="csY1" fmla="*/ 3302 h 3301"/>
                <a:gd name="csX2" fmla="*/ 26845 w 26845"/>
                <a:gd name="csY2" fmla="*/ 3302 h 3301"/>
                <a:gd name="csX3" fmla="*/ 26845 w 26845"/>
                <a:gd name="csY3" fmla="*/ 0 h 3301"/>
                <a:gd name="csX4" fmla="*/ 0 w 26845"/>
                <a:gd name="csY4" fmla="*/ 0 h 3301"/>
                <a:gd name="csX5" fmla="*/ 0 w 26845"/>
                <a:gd name="csY5" fmla="*/ 0 h 33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301">
                  <a:moveTo>
                    <a:pt x="0" y="0"/>
                  </a:moveTo>
                  <a:lnTo>
                    <a:pt x="0" y="3302"/>
                  </a:lnTo>
                  <a:lnTo>
                    <a:pt x="26845" y="330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8C9EE485-4840-DCED-15F5-AA9E50DFA8C1}"/>
                </a:ext>
              </a:extLst>
            </p:cNvPr>
            <p:cNvSpPr/>
            <p:nvPr/>
          </p:nvSpPr>
          <p:spPr>
            <a:xfrm>
              <a:off x="1822625" y="4753962"/>
              <a:ext cx="26845" cy="3301"/>
            </a:xfrm>
            <a:custGeom>
              <a:avLst/>
              <a:gdLst>
                <a:gd name="csX0" fmla="*/ 0 w 26845"/>
                <a:gd name="csY0" fmla="*/ 0 h 3301"/>
                <a:gd name="csX1" fmla="*/ 0 w 26845"/>
                <a:gd name="csY1" fmla="*/ 3302 h 3301"/>
                <a:gd name="csX2" fmla="*/ 26845 w 26845"/>
                <a:gd name="csY2" fmla="*/ 3302 h 3301"/>
                <a:gd name="csX3" fmla="*/ 26845 w 26845"/>
                <a:gd name="csY3" fmla="*/ 0 h 3301"/>
                <a:gd name="csX4" fmla="*/ 0 w 26845"/>
                <a:gd name="csY4" fmla="*/ 0 h 33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301">
                  <a:moveTo>
                    <a:pt x="0" y="0"/>
                  </a:moveTo>
                  <a:lnTo>
                    <a:pt x="0" y="3302"/>
                  </a:lnTo>
                  <a:lnTo>
                    <a:pt x="26845" y="330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A4CBFD22-0B22-9563-FC23-B57B7A0EAB7A}"/>
                </a:ext>
              </a:extLst>
            </p:cNvPr>
            <p:cNvSpPr/>
            <p:nvPr/>
          </p:nvSpPr>
          <p:spPr>
            <a:xfrm>
              <a:off x="1849470" y="4749098"/>
              <a:ext cx="26845" cy="8166"/>
            </a:xfrm>
            <a:custGeom>
              <a:avLst/>
              <a:gdLst>
                <a:gd name="csX0" fmla="*/ 0 w 26845"/>
                <a:gd name="csY0" fmla="*/ 0 h 8166"/>
                <a:gd name="csX1" fmla="*/ 0 w 26845"/>
                <a:gd name="csY1" fmla="*/ 8166 h 8166"/>
                <a:gd name="csX2" fmla="*/ 26845 w 26845"/>
                <a:gd name="csY2" fmla="*/ 8166 h 8166"/>
                <a:gd name="csX3" fmla="*/ 26845 w 26845"/>
                <a:gd name="csY3" fmla="*/ 0 h 8166"/>
                <a:gd name="csX4" fmla="*/ 0 w 26845"/>
                <a:gd name="csY4" fmla="*/ 0 h 8166"/>
                <a:gd name="csX5" fmla="*/ 0 w 26845"/>
                <a:gd name="csY5" fmla="*/ 0 h 8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8166">
                  <a:moveTo>
                    <a:pt x="0" y="0"/>
                  </a:moveTo>
                  <a:lnTo>
                    <a:pt x="0" y="8166"/>
                  </a:lnTo>
                  <a:lnTo>
                    <a:pt x="26845" y="8166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56CCDA33-27B1-640E-257F-99DBD90861C3}"/>
                </a:ext>
              </a:extLst>
            </p:cNvPr>
            <p:cNvSpPr/>
            <p:nvPr/>
          </p:nvSpPr>
          <p:spPr>
            <a:xfrm>
              <a:off x="1849470" y="4749098"/>
              <a:ext cx="26845" cy="8166"/>
            </a:xfrm>
            <a:custGeom>
              <a:avLst/>
              <a:gdLst>
                <a:gd name="csX0" fmla="*/ 0 w 26845"/>
                <a:gd name="csY0" fmla="*/ 0 h 8166"/>
                <a:gd name="csX1" fmla="*/ 0 w 26845"/>
                <a:gd name="csY1" fmla="*/ 8166 h 8166"/>
                <a:gd name="csX2" fmla="*/ 26845 w 26845"/>
                <a:gd name="csY2" fmla="*/ 8166 h 8166"/>
                <a:gd name="csX3" fmla="*/ 26845 w 26845"/>
                <a:gd name="csY3" fmla="*/ 0 h 8166"/>
                <a:gd name="csX4" fmla="*/ 0 w 26845"/>
                <a:gd name="csY4" fmla="*/ 0 h 8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8166">
                  <a:moveTo>
                    <a:pt x="0" y="0"/>
                  </a:moveTo>
                  <a:lnTo>
                    <a:pt x="0" y="8166"/>
                  </a:lnTo>
                  <a:lnTo>
                    <a:pt x="26845" y="8166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FD1C43CC-B6CD-0F62-6482-044DF9B53EA9}"/>
                </a:ext>
              </a:extLst>
            </p:cNvPr>
            <p:cNvSpPr/>
            <p:nvPr/>
          </p:nvSpPr>
          <p:spPr>
            <a:xfrm>
              <a:off x="1876315" y="4738433"/>
              <a:ext cx="26845" cy="18831"/>
            </a:xfrm>
            <a:custGeom>
              <a:avLst/>
              <a:gdLst>
                <a:gd name="csX0" fmla="*/ 0 w 26845"/>
                <a:gd name="csY0" fmla="*/ 0 h 18831"/>
                <a:gd name="csX1" fmla="*/ 0 w 26845"/>
                <a:gd name="csY1" fmla="*/ 18832 h 18831"/>
                <a:gd name="csX2" fmla="*/ 26845 w 26845"/>
                <a:gd name="csY2" fmla="*/ 18832 h 18831"/>
                <a:gd name="csX3" fmla="*/ 26845 w 26845"/>
                <a:gd name="csY3" fmla="*/ 0 h 18831"/>
                <a:gd name="csX4" fmla="*/ 0 w 26845"/>
                <a:gd name="csY4" fmla="*/ 0 h 18831"/>
                <a:gd name="csX5" fmla="*/ 0 w 26845"/>
                <a:gd name="csY5" fmla="*/ 0 h 1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8831">
                  <a:moveTo>
                    <a:pt x="0" y="0"/>
                  </a:moveTo>
                  <a:lnTo>
                    <a:pt x="0" y="18832"/>
                  </a:lnTo>
                  <a:lnTo>
                    <a:pt x="26845" y="1883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8" name="Freeform 677">
              <a:extLst>
                <a:ext uri="{FF2B5EF4-FFF2-40B4-BE49-F238E27FC236}">
                  <a16:creationId xmlns:a16="http://schemas.microsoft.com/office/drawing/2014/main" id="{05101BE7-A63C-E686-58E4-59933ECF9F22}"/>
                </a:ext>
              </a:extLst>
            </p:cNvPr>
            <p:cNvSpPr/>
            <p:nvPr/>
          </p:nvSpPr>
          <p:spPr>
            <a:xfrm>
              <a:off x="1876315" y="4738433"/>
              <a:ext cx="26845" cy="18831"/>
            </a:xfrm>
            <a:custGeom>
              <a:avLst/>
              <a:gdLst>
                <a:gd name="csX0" fmla="*/ 0 w 26845"/>
                <a:gd name="csY0" fmla="*/ 0 h 18831"/>
                <a:gd name="csX1" fmla="*/ 0 w 26845"/>
                <a:gd name="csY1" fmla="*/ 18832 h 18831"/>
                <a:gd name="csX2" fmla="*/ 26845 w 26845"/>
                <a:gd name="csY2" fmla="*/ 18832 h 18831"/>
                <a:gd name="csX3" fmla="*/ 26845 w 26845"/>
                <a:gd name="csY3" fmla="*/ 0 h 18831"/>
                <a:gd name="csX4" fmla="*/ 0 w 26845"/>
                <a:gd name="csY4" fmla="*/ 0 h 1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8831">
                  <a:moveTo>
                    <a:pt x="0" y="0"/>
                  </a:moveTo>
                  <a:lnTo>
                    <a:pt x="0" y="18832"/>
                  </a:lnTo>
                  <a:lnTo>
                    <a:pt x="26845" y="1883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9" name="Freeform 678">
              <a:extLst>
                <a:ext uri="{FF2B5EF4-FFF2-40B4-BE49-F238E27FC236}">
                  <a16:creationId xmlns:a16="http://schemas.microsoft.com/office/drawing/2014/main" id="{A9576010-A817-A911-1CCC-35DB59485018}"/>
                </a:ext>
              </a:extLst>
            </p:cNvPr>
            <p:cNvSpPr/>
            <p:nvPr/>
          </p:nvSpPr>
          <p:spPr>
            <a:xfrm>
              <a:off x="1903160" y="4717356"/>
              <a:ext cx="26845" cy="39908"/>
            </a:xfrm>
            <a:custGeom>
              <a:avLst/>
              <a:gdLst>
                <a:gd name="csX0" fmla="*/ 0 w 26845"/>
                <a:gd name="csY0" fmla="*/ 0 h 39908"/>
                <a:gd name="csX1" fmla="*/ 0 w 26845"/>
                <a:gd name="csY1" fmla="*/ 39908 h 39908"/>
                <a:gd name="csX2" fmla="*/ 26845 w 26845"/>
                <a:gd name="csY2" fmla="*/ 39908 h 39908"/>
                <a:gd name="csX3" fmla="*/ 26845 w 26845"/>
                <a:gd name="csY3" fmla="*/ 0 h 39908"/>
                <a:gd name="csX4" fmla="*/ 0 w 26845"/>
                <a:gd name="csY4" fmla="*/ 0 h 39908"/>
                <a:gd name="csX5" fmla="*/ 0 w 26845"/>
                <a:gd name="csY5" fmla="*/ 0 h 3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9908">
                  <a:moveTo>
                    <a:pt x="0" y="0"/>
                  </a:moveTo>
                  <a:lnTo>
                    <a:pt x="0" y="39908"/>
                  </a:lnTo>
                  <a:lnTo>
                    <a:pt x="26845" y="3990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632074ED-E9DC-2641-D669-B2FF0F2A080F}"/>
                </a:ext>
              </a:extLst>
            </p:cNvPr>
            <p:cNvSpPr/>
            <p:nvPr/>
          </p:nvSpPr>
          <p:spPr>
            <a:xfrm>
              <a:off x="1903160" y="4717356"/>
              <a:ext cx="26845" cy="39908"/>
            </a:xfrm>
            <a:custGeom>
              <a:avLst/>
              <a:gdLst>
                <a:gd name="csX0" fmla="*/ 0 w 26845"/>
                <a:gd name="csY0" fmla="*/ 0 h 39908"/>
                <a:gd name="csX1" fmla="*/ 0 w 26845"/>
                <a:gd name="csY1" fmla="*/ 39908 h 39908"/>
                <a:gd name="csX2" fmla="*/ 26845 w 26845"/>
                <a:gd name="csY2" fmla="*/ 39908 h 39908"/>
                <a:gd name="csX3" fmla="*/ 26845 w 26845"/>
                <a:gd name="csY3" fmla="*/ 0 h 39908"/>
                <a:gd name="csX4" fmla="*/ 0 w 26845"/>
                <a:gd name="csY4" fmla="*/ 0 h 3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9908">
                  <a:moveTo>
                    <a:pt x="0" y="0"/>
                  </a:moveTo>
                  <a:lnTo>
                    <a:pt x="0" y="39908"/>
                  </a:lnTo>
                  <a:lnTo>
                    <a:pt x="26845" y="3990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5" name="Freeform 744">
              <a:extLst>
                <a:ext uri="{FF2B5EF4-FFF2-40B4-BE49-F238E27FC236}">
                  <a16:creationId xmlns:a16="http://schemas.microsoft.com/office/drawing/2014/main" id="{147E1D6D-C1D5-A15F-487C-EA93C6831156}"/>
                </a:ext>
              </a:extLst>
            </p:cNvPr>
            <p:cNvSpPr/>
            <p:nvPr/>
          </p:nvSpPr>
          <p:spPr>
            <a:xfrm>
              <a:off x="2789045" y="4717257"/>
              <a:ext cx="26854" cy="40007"/>
            </a:xfrm>
            <a:custGeom>
              <a:avLst/>
              <a:gdLst>
                <a:gd name="csX0" fmla="*/ 0 w 26854"/>
                <a:gd name="csY0" fmla="*/ 0 h 40007"/>
                <a:gd name="csX1" fmla="*/ 0 w 26854"/>
                <a:gd name="csY1" fmla="*/ 40007 h 40007"/>
                <a:gd name="csX2" fmla="*/ 26855 w 26854"/>
                <a:gd name="csY2" fmla="*/ 40007 h 40007"/>
                <a:gd name="csX3" fmla="*/ 26855 w 26854"/>
                <a:gd name="csY3" fmla="*/ 0 h 40007"/>
                <a:gd name="csX4" fmla="*/ 0 w 26854"/>
                <a:gd name="csY4" fmla="*/ 0 h 40007"/>
                <a:gd name="csX5" fmla="*/ 0 w 26854"/>
                <a:gd name="csY5" fmla="*/ 0 h 4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4" h="40007">
                  <a:moveTo>
                    <a:pt x="0" y="0"/>
                  </a:moveTo>
                  <a:lnTo>
                    <a:pt x="0" y="40007"/>
                  </a:lnTo>
                  <a:lnTo>
                    <a:pt x="26855" y="40007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6803F9C6-D7BC-976C-6409-A4BBDE7E0581}"/>
                </a:ext>
              </a:extLst>
            </p:cNvPr>
            <p:cNvSpPr/>
            <p:nvPr/>
          </p:nvSpPr>
          <p:spPr>
            <a:xfrm>
              <a:off x="2789045" y="4717257"/>
              <a:ext cx="26854" cy="40007"/>
            </a:xfrm>
            <a:custGeom>
              <a:avLst/>
              <a:gdLst>
                <a:gd name="csX0" fmla="*/ 0 w 26854"/>
                <a:gd name="csY0" fmla="*/ 0 h 40007"/>
                <a:gd name="csX1" fmla="*/ 0 w 26854"/>
                <a:gd name="csY1" fmla="*/ 40007 h 40007"/>
                <a:gd name="csX2" fmla="*/ 26855 w 26854"/>
                <a:gd name="csY2" fmla="*/ 40007 h 40007"/>
                <a:gd name="csX3" fmla="*/ 26855 w 26854"/>
                <a:gd name="csY3" fmla="*/ 0 h 40007"/>
                <a:gd name="csX4" fmla="*/ 0 w 26854"/>
                <a:gd name="csY4" fmla="*/ 0 h 4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4" h="40007">
                  <a:moveTo>
                    <a:pt x="0" y="0"/>
                  </a:moveTo>
                  <a:lnTo>
                    <a:pt x="0" y="40007"/>
                  </a:lnTo>
                  <a:lnTo>
                    <a:pt x="26855" y="40007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7" name="Freeform 746">
              <a:extLst>
                <a:ext uri="{FF2B5EF4-FFF2-40B4-BE49-F238E27FC236}">
                  <a16:creationId xmlns:a16="http://schemas.microsoft.com/office/drawing/2014/main" id="{70819AEE-66B4-59C2-2928-225E0116A079}"/>
                </a:ext>
              </a:extLst>
            </p:cNvPr>
            <p:cNvSpPr/>
            <p:nvPr/>
          </p:nvSpPr>
          <p:spPr>
            <a:xfrm>
              <a:off x="2815900" y="4738422"/>
              <a:ext cx="26844" cy="18842"/>
            </a:xfrm>
            <a:custGeom>
              <a:avLst/>
              <a:gdLst>
                <a:gd name="csX0" fmla="*/ 0 w 26844"/>
                <a:gd name="csY0" fmla="*/ 0 h 18842"/>
                <a:gd name="csX1" fmla="*/ 0 w 26844"/>
                <a:gd name="csY1" fmla="*/ 18843 h 18842"/>
                <a:gd name="csX2" fmla="*/ 26844 w 26844"/>
                <a:gd name="csY2" fmla="*/ 18843 h 18842"/>
                <a:gd name="csX3" fmla="*/ 26844 w 26844"/>
                <a:gd name="csY3" fmla="*/ 0 h 18842"/>
                <a:gd name="csX4" fmla="*/ 0 w 26844"/>
                <a:gd name="csY4" fmla="*/ 0 h 18842"/>
                <a:gd name="csX5" fmla="*/ 0 w 26844"/>
                <a:gd name="csY5" fmla="*/ 0 h 18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8842">
                  <a:moveTo>
                    <a:pt x="0" y="0"/>
                  </a:moveTo>
                  <a:lnTo>
                    <a:pt x="0" y="18843"/>
                  </a:lnTo>
                  <a:lnTo>
                    <a:pt x="26844" y="18843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8" name="Freeform 747">
              <a:extLst>
                <a:ext uri="{FF2B5EF4-FFF2-40B4-BE49-F238E27FC236}">
                  <a16:creationId xmlns:a16="http://schemas.microsoft.com/office/drawing/2014/main" id="{0F050513-C4B1-15E7-CD66-67A8B766F1BB}"/>
                </a:ext>
              </a:extLst>
            </p:cNvPr>
            <p:cNvSpPr/>
            <p:nvPr/>
          </p:nvSpPr>
          <p:spPr>
            <a:xfrm>
              <a:off x="2815900" y="4738422"/>
              <a:ext cx="26844" cy="18842"/>
            </a:xfrm>
            <a:custGeom>
              <a:avLst/>
              <a:gdLst>
                <a:gd name="csX0" fmla="*/ 0 w 26844"/>
                <a:gd name="csY0" fmla="*/ 0 h 18842"/>
                <a:gd name="csX1" fmla="*/ 0 w 26844"/>
                <a:gd name="csY1" fmla="*/ 18843 h 18842"/>
                <a:gd name="csX2" fmla="*/ 26844 w 26844"/>
                <a:gd name="csY2" fmla="*/ 18843 h 18842"/>
                <a:gd name="csX3" fmla="*/ 26844 w 26844"/>
                <a:gd name="csY3" fmla="*/ 0 h 18842"/>
                <a:gd name="csX4" fmla="*/ 0 w 26844"/>
                <a:gd name="csY4" fmla="*/ 0 h 18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8842">
                  <a:moveTo>
                    <a:pt x="0" y="0"/>
                  </a:moveTo>
                  <a:lnTo>
                    <a:pt x="0" y="18843"/>
                  </a:lnTo>
                  <a:lnTo>
                    <a:pt x="26844" y="18843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9" name="Freeform 748">
              <a:extLst>
                <a:ext uri="{FF2B5EF4-FFF2-40B4-BE49-F238E27FC236}">
                  <a16:creationId xmlns:a16="http://schemas.microsoft.com/office/drawing/2014/main" id="{4F108524-FF6F-A132-299F-6368FF251489}"/>
                </a:ext>
              </a:extLst>
            </p:cNvPr>
            <p:cNvSpPr/>
            <p:nvPr/>
          </p:nvSpPr>
          <p:spPr>
            <a:xfrm>
              <a:off x="2842744" y="4749076"/>
              <a:ext cx="26844" cy="8188"/>
            </a:xfrm>
            <a:custGeom>
              <a:avLst/>
              <a:gdLst>
                <a:gd name="csX0" fmla="*/ 0 w 26844"/>
                <a:gd name="csY0" fmla="*/ 0 h 8188"/>
                <a:gd name="csX1" fmla="*/ 0 w 26844"/>
                <a:gd name="csY1" fmla="*/ 8189 h 8188"/>
                <a:gd name="csX2" fmla="*/ 26844 w 26844"/>
                <a:gd name="csY2" fmla="*/ 8189 h 8188"/>
                <a:gd name="csX3" fmla="*/ 26844 w 26844"/>
                <a:gd name="csY3" fmla="*/ 0 h 8188"/>
                <a:gd name="csX4" fmla="*/ 0 w 26844"/>
                <a:gd name="csY4" fmla="*/ 0 h 8188"/>
                <a:gd name="csX5" fmla="*/ 0 w 26844"/>
                <a:gd name="csY5" fmla="*/ 0 h 8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188">
                  <a:moveTo>
                    <a:pt x="0" y="0"/>
                  </a:moveTo>
                  <a:lnTo>
                    <a:pt x="0" y="8189"/>
                  </a:lnTo>
                  <a:lnTo>
                    <a:pt x="26844" y="8189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0" name="Freeform 749">
              <a:extLst>
                <a:ext uri="{FF2B5EF4-FFF2-40B4-BE49-F238E27FC236}">
                  <a16:creationId xmlns:a16="http://schemas.microsoft.com/office/drawing/2014/main" id="{98C94DEA-1BAD-5E0E-F212-79FA48ADCB46}"/>
                </a:ext>
              </a:extLst>
            </p:cNvPr>
            <p:cNvSpPr/>
            <p:nvPr/>
          </p:nvSpPr>
          <p:spPr>
            <a:xfrm>
              <a:off x="2842744" y="4749076"/>
              <a:ext cx="26844" cy="8188"/>
            </a:xfrm>
            <a:custGeom>
              <a:avLst/>
              <a:gdLst>
                <a:gd name="csX0" fmla="*/ 0 w 26844"/>
                <a:gd name="csY0" fmla="*/ 0 h 8188"/>
                <a:gd name="csX1" fmla="*/ 0 w 26844"/>
                <a:gd name="csY1" fmla="*/ 8189 h 8188"/>
                <a:gd name="csX2" fmla="*/ 26844 w 26844"/>
                <a:gd name="csY2" fmla="*/ 8189 h 8188"/>
                <a:gd name="csX3" fmla="*/ 26844 w 26844"/>
                <a:gd name="csY3" fmla="*/ 0 h 8188"/>
                <a:gd name="csX4" fmla="*/ 0 w 26844"/>
                <a:gd name="csY4" fmla="*/ 0 h 8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188">
                  <a:moveTo>
                    <a:pt x="0" y="0"/>
                  </a:moveTo>
                  <a:lnTo>
                    <a:pt x="0" y="8189"/>
                  </a:lnTo>
                  <a:lnTo>
                    <a:pt x="26844" y="8189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1" name="Freeform 750">
              <a:extLst>
                <a:ext uri="{FF2B5EF4-FFF2-40B4-BE49-F238E27FC236}">
                  <a16:creationId xmlns:a16="http://schemas.microsoft.com/office/drawing/2014/main" id="{95CABCE8-926A-BAF0-EB81-107FE51F21DB}"/>
                </a:ext>
              </a:extLst>
            </p:cNvPr>
            <p:cNvSpPr/>
            <p:nvPr/>
          </p:nvSpPr>
          <p:spPr>
            <a:xfrm>
              <a:off x="2869588" y="4753973"/>
              <a:ext cx="26844" cy="3290"/>
            </a:xfrm>
            <a:custGeom>
              <a:avLst/>
              <a:gdLst>
                <a:gd name="csX0" fmla="*/ 0 w 26844"/>
                <a:gd name="csY0" fmla="*/ 0 h 3290"/>
                <a:gd name="csX1" fmla="*/ 0 w 26844"/>
                <a:gd name="csY1" fmla="*/ 3291 h 3290"/>
                <a:gd name="csX2" fmla="*/ 26844 w 26844"/>
                <a:gd name="csY2" fmla="*/ 3291 h 3290"/>
                <a:gd name="csX3" fmla="*/ 26844 w 26844"/>
                <a:gd name="csY3" fmla="*/ 0 h 3290"/>
                <a:gd name="csX4" fmla="*/ 0 w 26844"/>
                <a:gd name="csY4" fmla="*/ 0 h 3290"/>
                <a:gd name="csX5" fmla="*/ 0 w 26844"/>
                <a:gd name="csY5" fmla="*/ 0 h 3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290">
                  <a:moveTo>
                    <a:pt x="0" y="0"/>
                  </a:moveTo>
                  <a:lnTo>
                    <a:pt x="0" y="3291"/>
                  </a:lnTo>
                  <a:lnTo>
                    <a:pt x="26844" y="329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F9C39828-7280-97B9-10ED-D4C691461414}"/>
                </a:ext>
              </a:extLst>
            </p:cNvPr>
            <p:cNvSpPr/>
            <p:nvPr/>
          </p:nvSpPr>
          <p:spPr>
            <a:xfrm>
              <a:off x="2869588" y="4753973"/>
              <a:ext cx="26844" cy="3290"/>
            </a:xfrm>
            <a:custGeom>
              <a:avLst/>
              <a:gdLst>
                <a:gd name="csX0" fmla="*/ 0 w 26844"/>
                <a:gd name="csY0" fmla="*/ 0 h 3290"/>
                <a:gd name="csX1" fmla="*/ 0 w 26844"/>
                <a:gd name="csY1" fmla="*/ 3291 h 3290"/>
                <a:gd name="csX2" fmla="*/ 26844 w 26844"/>
                <a:gd name="csY2" fmla="*/ 3291 h 3290"/>
                <a:gd name="csX3" fmla="*/ 26844 w 26844"/>
                <a:gd name="csY3" fmla="*/ 0 h 3290"/>
                <a:gd name="csX4" fmla="*/ 0 w 26844"/>
                <a:gd name="csY4" fmla="*/ 0 h 3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290">
                  <a:moveTo>
                    <a:pt x="0" y="0"/>
                  </a:moveTo>
                  <a:lnTo>
                    <a:pt x="0" y="3291"/>
                  </a:lnTo>
                  <a:lnTo>
                    <a:pt x="26844" y="329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3" name="Freeform 752">
              <a:extLst>
                <a:ext uri="{FF2B5EF4-FFF2-40B4-BE49-F238E27FC236}">
                  <a16:creationId xmlns:a16="http://schemas.microsoft.com/office/drawing/2014/main" id="{0FB74E6A-9AB7-9F55-64E2-9F247FA300B2}"/>
                </a:ext>
              </a:extLst>
            </p:cNvPr>
            <p:cNvSpPr/>
            <p:nvPr/>
          </p:nvSpPr>
          <p:spPr>
            <a:xfrm>
              <a:off x="2896432" y="4756065"/>
              <a:ext cx="26844" cy="1199"/>
            </a:xfrm>
            <a:custGeom>
              <a:avLst/>
              <a:gdLst>
                <a:gd name="csX0" fmla="*/ 0 w 26844"/>
                <a:gd name="csY0" fmla="*/ 0 h 1199"/>
                <a:gd name="csX1" fmla="*/ 0 w 26844"/>
                <a:gd name="csY1" fmla="*/ 1200 h 1199"/>
                <a:gd name="csX2" fmla="*/ 26844 w 26844"/>
                <a:gd name="csY2" fmla="*/ 1200 h 1199"/>
                <a:gd name="csX3" fmla="*/ 26844 w 26844"/>
                <a:gd name="csY3" fmla="*/ 0 h 1199"/>
                <a:gd name="csX4" fmla="*/ 0 w 26844"/>
                <a:gd name="csY4" fmla="*/ 0 h 1199"/>
                <a:gd name="csX5" fmla="*/ 0 w 26844"/>
                <a:gd name="csY5" fmla="*/ 0 h 1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99">
                  <a:moveTo>
                    <a:pt x="0" y="0"/>
                  </a:moveTo>
                  <a:lnTo>
                    <a:pt x="0" y="1200"/>
                  </a:lnTo>
                  <a:lnTo>
                    <a:pt x="26844" y="120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4" name="Freeform 753">
              <a:extLst>
                <a:ext uri="{FF2B5EF4-FFF2-40B4-BE49-F238E27FC236}">
                  <a16:creationId xmlns:a16="http://schemas.microsoft.com/office/drawing/2014/main" id="{90524FBA-787E-6F42-D5B5-8092E0EC9AEB}"/>
                </a:ext>
              </a:extLst>
            </p:cNvPr>
            <p:cNvSpPr/>
            <p:nvPr/>
          </p:nvSpPr>
          <p:spPr>
            <a:xfrm>
              <a:off x="2896432" y="4756065"/>
              <a:ext cx="26844" cy="1199"/>
            </a:xfrm>
            <a:custGeom>
              <a:avLst/>
              <a:gdLst>
                <a:gd name="csX0" fmla="*/ 0 w 26844"/>
                <a:gd name="csY0" fmla="*/ 0 h 1199"/>
                <a:gd name="csX1" fmla="*/ 0 w 26844"/>
                <a:gd name="csY1" fmla="*/ 1200 h 1199"/>
                <a:gd name="csX2" fmla="*/ 26844 w 26844"/>
                <a:gd name="csY2" fmla="*/ 1200 h 1199"/>
                <a:gd name="csX3" fmla="*/ 26844 w 26844"/>
                <a:gd name="csY3" fmla="*/ 0 h 1199"/>
                <a:gd name="csX4" fmla="*/ 0 w 26844"/>
                <a:gd name="csY4" fmla="*/ 0 h 1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99">
                  <a:moveTo>
                    <a:pt x="0" y="0"/>
                  </a:moveTo>
                  <a:lnTo>
                    <a:pt x="0" y="1200"/>
                  </a:lnTo>
                  <a:lnTo>
                    <a:pt x="26844" y="120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5" name="Freeform 754">
              <a:extLst>
                <a:ext uri="{FF2B5EF4-FFF2-40B4-BE49-F238E27FC236}">
                  <a16:creationId xmlns:a16="http://schemas.microsoft.com/office/drawing/2014/main" id="{122D7277-12C6-8448-3378-6A9D15B12BDA}"/>
                </a:ext>
              </a:extLst>
            </p:cNvPr>
            <p:cNvSpPr/>
            <p:nvPr/>
          </p:nvSpPr>
          <p:spPr>
            <a:xfrm>
              <a:off x="2923276" y="4756857"/>
              <a:ext cx="26844" cy="407"/>
            </a:xfrm>
            <a:custGeom>
              <a:avLst/>
              <a:gdLst>
                <a:gd name="csX0" fmla="*/ 0 w 26844"/>
                <a:gd name="csY0" fmla="*/ 0 h 407"/>
                <a:gd name="csX1" fmla="*/ 0 w 26844"/>
                <a:gd name="csY1" fmla="*/ 407 h 407"/>
                <a:gd name="csX2" fmla="*/ 26844 w 26844"/>
                <a:gd name="csY2" fmla="*/ 407 h 407"/>
                <a:gd name="csX3" fmla="*/ 26844 w 26844"/>
                <a:gd name="csY3" fmla="*/ 0 h 407"/>
                <a:gd name="csX4" fmla="*/ 0 w 26844"/>
                <a:gd name="csY4" fmla="*/ 0 h 407"/>
                <a:gd name="csX5" fmla="*/ 0 w 26844"/>
                <a:gd name="csY5" fmla="*/ 0 h 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407">
                  <a:moveTo>
                    <a:pt x="0" y="0"/>
                  </a:moveTo>
                  <a:lnTo>
                    <a:pt x="0" y="407"/>
                  </a:lnTo>
                  <a:lnTo>
                    <a:pt x="26844" y="40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6" name="Freeform 755">
              <a:extLst>
                <a:ext uri="{FF2B5EF4-FFF2-40B4-BE49-F238E27FC236}">
                  <a16:creationId xmlns:a16="http://schemas.microsoft.com/office/drawing/2014/main" id="{DEDE5B0D-AC9B-9E5E-9784-C4326BDD78FF}"/>
                </a:ext>
              </a:extLst>
            </p:cNvPr>
            <p:cNvSpPr/>
            <p:nvPr/>
          </p:nvSpPr>
          <p:spPr>
            <a:xfrm>
              <a:off x="2923276" y="4756857"/>
              <a:ext cx="26844" cy="407"/>
            </a:xfrm>
            <a:custGeom>
              <a:avLst/>
              <a:gdLst>
                <a:gd name="csX0" fmla="*/ 0 w 26844"/>
                <a:gd name="csY0" fmla="*/ 0 h 407"/>
                <a:gd name="csX1" fmla="*/ 0 w 26844"/>
                <a:gd name="csY1" fmla="*/ 407 h 407"/>
                <a:gd name="csX2" fmla="*/ 26844 w 26844"/>
                <a:gd name="csY2" fmla="*/ 407 h 407"/>
                <a:gd name="csX3" fmla="*/ 26844 w 26844"/>
                <a:gd name="csY3" fmla="*/ 0 h 407"/>
                <a:gd name="csX4" fmla="*/ 0 w 26844"/>
                <a:gd name="csY4" fmla="*/ 0 h 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407">
                  <a:moveTo>
                    <a:pt x="0" y="0"/>
                  </a:moveTo>
                  <a:lnTo>
                    <a:pt x="0" y="407"/>
                  </a:lnTo>
                  <a:lnTo>
                    <a:pt x="26844" y="40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7" name="Freeform 756">
              <a:extLst>
                <a:ext uri="{FF2B5EF4-FFF2-40B4-BE49-F238E27FC236}">
                  <a16:creationId xmlns:a16="http://schemas.microsoft.com/office/drawing/2014/main" id="{030B1CEA-BD39-D988-8CDC-D678BA19255A}"/>
                </a:ext>
              </a:extLst>
            </p:cNvPr>
            <p:cNvSpPr/>
            <p:nvPr/>
          </p:nvSpPr>
          <p:spPr>
            <a:xfrm>
              <a:off x="2950120" y="4757132"/>
              <a:ext cx="26844" cy="132"/>
            </a:xfrm>
            <a:custGeom>
              <a:avLst/>
              <a:gdLst>
                <a:gd name="csX0" fmla="*/ 0 w 26844"/>
                <a:gd name="csY0" fmla="*/ 0 h 132"/>
                <a:gd name="csX1" fmla="*/ 0 w 26844"/>
                <a:gd name="csY1" fmla="*/ 132 h 132"/>
                <a:gd name="csX2" fmla="*/ 26844 w 26844"/>
                <a:gd name="csY2" fmla="*/ 132 h 132"/>
                <a:gd name="csX3" fmla="*/ 26844 w 26844"/>
                <a:gd name="csY3" fmla="*/ 0 h 132"/>
                <a:gd name="csX4" fmla="*/ 0 w 26844"/>
                <a:gd name="csY4" fmla="*/ 0 h 132"/>
                <a:gd name="csX5" fmla="*/ 0 w 26844"/>
                <a:gd name="csY5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32">
                  <a:moveTo>
                    <a:pt x="0" y="0"/>
                  </a:moveTo>
                  <a:lnTo>
                    <a:pt x="0" y="132"/>
                  </a:lnTo>
                  <a:lnTo>
                    <a:pt x="26844" y="13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8" name="Freeform 757">
              <a:extLst>
                <a:ext uri="{FF2B5EF4-FFF2-40B4-BE49-F238E27FC236}">
                  <a16:creationId xmlns:a16="http://schemas.microsoft.com/office/drawing/2014/main" id="{A5F046F8-1B8C-FB41-21D7-1D1692BA2A1F}"/>
                </a:ext>
              </a:extLst>
            </p:cNvPr>
            <p:cNvSpPr/>
            <p:nvPr/>
          </p:nvSpPr>
          <p:spPr>
            <a:xfrm>
              <a:off x="2950120" y="4757132"/>
              <a:ext cx="26844" cy="132"/>
            </a:xfrm>
            <a:custGeom>
              <a:avLst/>
              <a:gdLst>
                <a:gd name="csX0" fmla="*/ 0 w 26844"/>
                <a:gd name="csY0" fmla="*/ 0 h 132"/>
                <a:gd name="csX1" fmla="*/ 0 w 26844"/>
                <a:gd name="csY1" fmla="*/ 132 h 132"/>
                <a:gd name="csX2" fmla="*/ 26844 w 26844"/>
                <a:gd name="csY2" fmla="*/ 132 h 132"/>
                <a:gd name="csX3" fmla="*/ 26844 w 26844"/>
                <a:gd name="csY3" fmla="*/ 0 h 132"/>
                <a:gd name="csX4" fmla="*/ 0 w 26844"/>
                <a:gd name="csY4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32">
                  <a:moveTo>
                    <a:pt x="0" y="0"/>
                  </a:moveTo>
                  <a:lnTo>
                    <a:pt x="0" y="132"/>
                  </a:lnTo>
                  <a:lnTo>
                    <a:pt x="26844" y="13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9" name="Freeform 758">
              <a:extLst>
                <a:ext uri="{FF2B5EF4-FFF2-40B4-BE49-F238E27FC236}">
                  <a16:creationId xmlns:a16="http://schemas.microsoft.com/office/drawing/2014/main" id="{A80D81D8-6FDE-553F-FBB9-5B153FE28CD0}"/>
                </a:ext>
              </a:extLst>
            </p:cNvPr>
            <p:cNvSpPr/>
            <p:nvPr/>
          </p:nvSpPr>
          <p:spPr>
            <a:xfrm>
              <a:off x="2976964" y="4757231"/>
              <a:ext cx="26844" cy="33"/>
            </a:xfrm>
            <a:custGeom>
              <a:avLst/>
              <a:gdLst>
                <a:gd name="csX0" fmla="*/ 0 w 26844"/>
                <a:gd name="csY0" fmla="*/ 0 h 33"/>
                <a:gd name="csX1" fmla="*/ 0 w 26844"/>
                <a:gd name="csY1" fmla="*/ 33 h 33"/>
                <a:gd name="csX2" fmla="*/ 26844 w 26844"/>
                <a:gd name="csY2" fmla="*/ 33 h 33"/>
                <a:gd name="csX3" fmla="*/ 26844 w 26844"/>
                <a:gd name="csY3" fmla="*/ 0 h 33"/>
                <a:gd name="csX4" fmla="*/ 0 w 26844"/>
                <a:gd name="csY4" fmla="*/ 0 h 33"/>
                <a:gd name="csX5" fmla="*/ 0 w 26844"/>
                <a:gd name="csY5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3">
                  <a:moveTo>
                    <a:pt x="0" y="0"/>
                  </a:moveTo>
                  <a:lnTo>
                    <a:pt x="0" y="33"/>
                  </a:lnTo>
                  <a:lnTo>
                    <a:pt x="26844" y="33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0" name="Freeform 759">
              <a:extLst>
                <a:ext uri="{FF2B5EF4-FFF2-40B4-BE49-F238E27FC236}">
                  <a16:creationId xmlns:a16="http://schemas.microsoft.com/office/drawing/2014/main" id="{30089D92-5DED-99F0-CF1D-AFEA58240E95}"/>
                </a:ext>
              </a:extLst>
            </p:cNvPr>
            <p:cNvSpPr/>
            <p:nvPr/>
          </p:nvSpPr>
          <p:spPr>
            <a:xfrm>
              <a:off x="2976964" y="4757231"/>
              <a:ext cx="26844" cy="33"/>
            </a:xfrm>
            <a:custGeom>
              <a:avLst/>
              <a:gdLst>
                <a:gd name="csX0" fmla="*/ 0 w 26844"/>
                <a:gd name="csY0" fmla="*/ 0 h 33"/>
                <a:gd name="csX1" fmla="*/ 0 w 26844"/>
                <a:gd name="csY1" fmla="*/ 33 h 33"/>
                <a:gd name="csX2" fmla="*/ 26844 w 26844"/>
                <a:gd name="csY2" fmla="*/ 33 h 33"/>
                <a:gd name="csX3" fmla="*/ 26844 w 26844"/>
                <a:gd name="csY3" fmla="*/ 0 h 33"/>
                <a:gd name="csX4" fmla="*/ 0 w 26844"/>
                <a:gd name="csY4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3">
                  <a:moveTo>
                    <a:pt x="0" y="0"/>
                  </a:moveTo>
                  <a:lnTo>
                    <a:pt x="0" y="33"/>
                  </a:lnTo>
                  <a:lnTo>
                    <a:pt x="26844" y="33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1" name="Freeform 760">
              <a:extLst>
                <a:ext uri="{FF2B5EF4-FFF2-40B4-BE49-F238E27FC236}">
                  <a16:creationId xmlns:a16="http://schemas.microsoft.com/office/drawing/2014/main" id="{B03D11F0-D911-E4DA-8406-C3F4AE2B956D}"/>
                </a:ext>
              </a:extLst>
            </p:cNvPr>
            <p:cNvSpPr/>
            <p:nvPr/>
          </p:nvSpPr>
          <p:spPr>
            <a:xfrm>
              <a:off x="3003808" y="4757253"/>
              <a:ext cx="26843" cy="11"/>
            </a:xfrm>
            <a:custGeom>
              <a:avLst/>
              <a:gdLst>
                <a:gd name="csX0" fmla="*/ 0 w 26843"/>
                <a:gd name="csY0" fmla="*/ 0 h 11"/>
                <a:gd name="csX1" fmla="*/ 0 w 26843"/>
                <a:gd name="csY1" fmla="*/ 11 h 11"/>
                <a:gd name="csX2" fmla="*/ 26844 w 26843"/>
                <a:gd name="csY2" fmla="*/ 11 h 11"/>
                <a:gd name="csX3" fmla="*/ 26844 w 26843"/>
                <a:gd name="csY3" fmla="*/ 0 h 11"/>
                <a:gd name="csX4" fmla="*/ 0 w 26843"/>
                <a:gd name="csY4" fmla="*/ 0 h 11"/>
                <a:gd name="csX5" fmla="*/ 0 w 26843"/>
                <a:gd name="csY5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">
                  <a:moveTo>
                    <a:pt x="0" y="0"/>
                  </a:moveTo>
                  <a:lnTo>
                    <a:pt x="0" y="11"/>
                  </a:lnTo>
                  <a:lnTo>
                    <a:pt x="26844" y="1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2" name="Freeform 761">
              <a:extLst>
                <a:ext uri="{FF2B5EF4-FFF2-40B4-BE49-F238E27FC236}">
                  <a16:creationId xmlns:a16="http://schemas.microsoft.com/office/drawing/2014/main" id="{9BAB6D14-AF59-4DBF-5385-0505403A68BF}"/>
                </a:ext>
              </a:extLst>
            </p:cNvPr>
            <p:cNvSpPr/>
            <p:nvPr/>
          </p:nvSpPr>
          <p:spPr>
            <a:xfrm>
              <a:off x="3003808" y="4757253"/>
              <a:ext cx="26843" cy="11"/>
            </a:xfrm>
            <a:custGeom>
              <a:avLst/>
              <a:gdLst>
                <a:gd name="csX0" fmla="*/ 0 w 26843"/>
                <a:gd name="csY0" fmla="*/ 0 h 11"/>
                <a:gd name="csX1" fmla="*/ 0 w 26843"/>
                <a:gd name="csY1" fmla="*/ 11 h 11"/>
                <a:gd name="csX2" fmla="*/ 26844 w 26843"/>
                <a:gd name="csY2" fmla="*/ 11 h 11"/>
                <a:gd name="csX3" fmla="*/ 26844 w 26843"/>
                <a:gd name="csY3" fmla="*/ 0 h 11"/>
                <a:gd name="csX4" fmla="*/ 0 w 26843"/>
                <a:gd name="csY4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">
                  <a:moveTo>
                    <a:pt x="0" y="0"/>
                  </a:moveTo>
                  <a:lnTo>
                    <a:pt x="0" y="11"/>
                  </a:lnTo>
                  <a:lnTo>
                    <a:pt x="26844" y="1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3" name="Freeform 762">
              <a:extLst>
                <a:ext uri="{FF2B5EF4-FFF2-40B4-BE49-F238E27FC236}">
                  <a16:creationId xmlns:a16="http://schemas.microsoft.com/office/drawing/2014/main" id="{B6949797-0FC6-FB84-84FF-530012554BBF}"/>
                </a:ext>
              </a:extLst>
            </p:cNvPr>
            <p:cNvSpPr/>
            <p:nvPr/>
          </p:nvSpPr>
          <p:spPr>
            <a:xfrm>
              <a:off x="3030652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4" name="Freeform 763">
              <a:extLst>
                <a:ext uri="{FF2B5EF4-FFF2-40B4-BE49-F238E27FC236}">
                  <a16:creationId xmlns:a16="http://schemas.microsoft.com/office/drawing/2014/main" id="{D40605F3-3F79-B0CE-43C9-328BB72836D3}"/>
                </a:ext>
              </a:extLst>
            </p:cNvPr>
            <p:cNvSpPr/>
            <p:nvPr/>
          </p:nvSpPr>
          <p:spPr>
            <a:xfrm>
              <a:off x="3030652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5" name="Freeform 764">
              <a:extLst>
                <a:ext uri="{FF2B5EF4-FFF2-40B4-BE49-F238E27FC236}">
                  <a16:creationId xmlns:a16="http://schemas.microsoft.com/office/drawing/2014/main" id="{93B58239-2C33-8826-201E-8E6395408FC0}"/>
                </a:ext>
              </a:extLst>
            </p:cNvPr>
            <p:cNvSpPr/>
            <p:nvPr/>
          </p:nvSpPr>
          <p:spPr>
            <a:xfrm>
              <a:off x="3057496" y="4757264"/>
              <a:ext cx="26855" cy="1100"/>
            </a:xfrm>
            <a:custGeom>
              <a:avLst/>
              <a:gdLst>
                <a:gd name="csX0" fmla="*/ 0 w 26855"/>
                <a:gd name="csY0" fmla="*/ 0 h 1100"/>
                <a:gd name="csX1" fmla="*/ 0 w 26855"/>
                <a:gd name="csY1" fmla="*/ 0 h 1100"/>
                <a:gd name="csX2" fmla="*/ 26855 w 26855"/>
                <a:gd name="csY2" fmla="*/ 0 h 1100"/>
                <a:gd name="csX3" fmla="*/ 26855 w 26855"/>
                <a:gd name="csY3" fmla="*/ 0 h 1100"/>
                <a:gd name="csX4" fmla="*/ 0 w 26855"/>
                <a:gd name="csY4" fmla="*/ 0 h 1100"/>
                <a:gd name="csX5" fmla="*/ 0 w 2685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6" name="Freeform 765">
              <a:extLst>
                <a:ext uri="{FF2B5EF4-FFF2-40B4-BE49-F238E27FC236}">
                  <a16:creationId xmlns:a16="http://schemas.microsoft.com/office/drawing/2014/main" id="{85AC1439-A1E9-E4D1-7511-2D058B5C65ED}"/>
                </a:ext>
              </a:extLst>
            </p:cNvPr>
            <p:cNvSpPr/>
            <p:nvPr/>
          </p:nvSpPr>
          <p:spPr>
            <a:xfrm>
              <a:off x="3057496" y="4757264"/>
              <a:ext cx="26855" cy="1100"/>
            </a:xfrm>
            <a:custGeom>
              <a:avLst/>
              <a:gdLst>
                <a:gd name="csX0" fmla="*/ 0 w 26855"/>
                <a:gd name="csY0" fmla="*/ 0 h 1100"/>
                <a:gd name="csX1" fmla="*/ 0 w 26855"/>
                <a:gd name="csY1" fmla="*/ 0 h 1100"/>
                <a:gd name="csX2" fmla="*/ 26855 w 26855"/>
                <a:gd name="csY2" fmla="*/ 0 h 1100"/>
                <a:gd name="csX3" fmla="*/ 26855 w 26855"/>
                <a:gd name="csY3" fmla="*/ 0 h 1100"/>
                <a:gd name="csX4" fmla="*/ 0 w 2685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9" name="Freeform 768">
              <a:extLst>
                <a:ext uri="{FF2B5EF4-FFF2-40B4-BE49-F238E27FC236}">
                  <a16:creationId xmlns:a16="http://schemas.microsoft.com/office/drawing/2014/main" id="{25E62401-6691-5336-7389-4EEA2D41AD18}"/>
                </a:ext>
              </a:extLst>
            </p:cNvPr>
            <p:cNvSpPr/>
            <p:nvPr/>
          </p:nvSpPr>
          <p:spPr>
            <a:xfrm>
              <a:off x="311119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0" name="Freeform 769">
              <a:extLst>
                <a:ext uri="{FF2B5EF4-FFF2-40B4-BE49-F238E27FC236}">
                  <a16:creationId xmlns:a16="http://schemas.microsoft.com/office/drawing/2014/main" id="{6E644E31-EB5C-826B-294E-C267C8E30695}"/>
                </a:ext>
              </a:extLst>
            </p:cNvPr>
            <p:cNvSpPr/>
            <p:nvPr/>
          </p:nvSpPr>
          <p:spPr>
            <a:xfrm>
              <a:off x="311119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1" name="Freeform 770">
              <a:extLst>
                <a:ext uri="{FF2B5EF4-FFF2-40B4-BE49-F238E27FC236}">
                  <a16:creationId xmlns:a16="http://schemas.microsoft.com/office/drawing/2014/main" id="{DEBC8408-F578-46BF-C8C9-85BB7FC71AFD}"/>
                </a:ext>
              </a:extLst>
            </p:cNvPr>
            <p:cNvSpPr/>
            <p:nvPr/>
          </p:nvSpPr>
          <p:spPr>
            <a:xfrm>
              <a:off x="3138039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2" name="Freeform 771">
              <a:extLst>
                <a:ext uri="{FF2B5EF4-FFF2-40B4-BE49-F238E27FC236}">
                  <a16:creationId xmlns:a16="http://schemas.microsoft.com/office/drawing/2014/main" id="{EE354828-5F9F-728C-5CCF-FD36E9900058}"/>
                </a:ext>
              </a:extLst>
            </p:cNvPr>
            <p:cNvSpPr/>
            <p:nvPr/>
          </p:nvSpPr>
          <p:spPr>
            <a:xfrm>
              <a:off x="3138039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29F2C6AF-0469-5405-B937-B91CC3F36135}"/>
                </a:ext>
              </a:extLst>
            </p:cNvPr>
            <p:cNvSpPr/>
            <p:nvPr/>
          </p:nvSpPr>
          <p:spPr>
            <a:xfrm>
              <a:off x="316488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4" name="Freeform 773">
              <a:extLst>
                <a:ext uri="{FF2B5EF4-FFF2-40B4-BE49-F238E27FC236}">
                  <a16:creationId xmlns:a16="http://schemas.microsoft.com/office/drawing/2014/main" id="{6A26C264-3E7F-37EA-2DC3-294DE55B8581}"/>
                </a:ext>
              </a:extLst>
            </p:cNvPr>
            <p:cNvSpPr/>
            <p:nvPr/>
          </p:nvSpPr>
          <p:spPr>
            <a:xfrm>
              <a:off x="316488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5" name="Freeform 774">
              <a:extLst>
                <a:ext uri="{FF2B5EF4-FFF2-40B4-BE49-F238E27FC236}">
                  <a16:creationId xmlns:a16="http://schemas.microsoft.com/office/drawing/2014/main" id="{5D62A405-C527-0AEA-F360-5DDCC2A4A4A4}"/>
                </a:ext>
              </a:extLst>
            </p:cNvPr>
            <p:cNvSpPr/>
            <p:nvPr/>
          </p:nvSpPr>
          <p:spPr>
            <a:xfrm>
              <a:off x="3191727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CCB7955D-EE7C-7CA7-EC5A-558D50D03DDB}"/>
                </a:ext>
              </a:extLst>
            </p:cNvPr>
            <p:cNvSpPr/>
            <p:nvPr/>
          </p:nvSpPr>
          <p:spPr>
            <a:xfrm>
              <a:off x="3191727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7" name="Freeform 776">
              <a:extLst>
                <a:ext uri="{FF2B5EF4-FFF2-40B4-BE49-F238E27FC236}">
                  <a16:creationId xmlns:a16="http://schemas.microsoft.com/office/drawing/2014/main" id="{8B65F4D7-2374-1716-7EC8-E3B51A0EF845}"/>
                </a:ext>
              </a:extLst>
            </p:cNvPr>
            <p:cNvSpPr/>
            <p:nvPr/>
          </p:nvSpPr>
          <p:spPr>
            <a:xfrm>
              <a:off x="3218571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14C0FE4E-EE78-3483-5ACD-7EC565B48EA5}"/>
                </a:ext>
              </a:extLst>
            </p:cNvPr>
            <p:cNvSpPr/>
            <p:nvPr/>
          </p:nvSpPr>
          <p:spPr>
            <a:xfrm>
              <a:off x="3218571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9" name="Freeform 778">
              <a:extLst>
                <a:ext uri="{FF2B5EF4-FFF2-40B4-BE49-F238E27FC236}">
                  <a16:creationId xmlns:a16="http://schemas.microsoft.com/office/drawing/2014/main" id="{F0AAA750-8248-14E9-8D11-CDAC93A5FF74}"/>
                </a:ext>
              </a:extLst>
            </p:cNvPr>
            <p:cNvSpPr/>
            <p:nvPr/>
          </p:nvSpPr>
          <p:spPr>
            <a:xfrm>
              <a:off x="324541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99D8E88A-764E-13E3-529F-DBE665F1B16A}"/>
                </a:ext>
              </a:extLst>
            </p:cNvPr>
            <p:cNvSpPr/>
            <p:nvPr/>
          </p:nvSpPr>
          <p:spPr>
            <a:xfrm>
              <a:off x="324541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1" name="Freeform 780">
              <a:extLst>
                <a:ext uri="{FF2B5EF4-FFF2-40B4-BE49-F238E27FC236}">
                  <a16:creationId xmlns:a16="http://schemas.microsoft.com/office/drawing/2014/main" id="{D83BF604-65FF-0E25-8693-799DD339F560}"/>
                </a:ext>
              </a:extLst>
            </p:cNvPr>
            <p:cNvSpPr/>
            <p:nvPr/>
          </p:nvSpPr>
          <p:spPr>
            <a:xfrm>
              <a:off x="3272259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2" name="Freeform 781">
              <a:extLst>
                <a:ext uri="{FF2B5EF4-FFF2-40B4-BE49-F238E27FC236}">
                  <a16:creationId xmlns:a16="http://schemas.microsoft.com/office/drawing/2014/main" id="{21849E30-0B1A-D3D5-4362-9E4397791E6C}"/>
                </a:ext>
              </a:extLst>
            </p:cNvPr>
            <p:cNvSpPr/>
            <p:nvPr/>
          </p:nvSpPr>
          <p:spPr>
            <a:xfrm>
              <a:off x="3272259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BB674446-968E-1EA4-4BD2-69B5918CB45D}"/>
                </a:ext>
              </a:extLst>
            </p:cNvPr>
            <p:cNvSpPr/>
            <p:nvPr/>
          </p:nvSpPr>
          <p:spPr>
            <a:xfrm>
              <a:off x="329910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4" name="Freeform 783">
              <a:extLst>
                <a:ext uri="{FF2B5EF4-FFF2-40B4-BE49-F238E27FC236}">
                  <a16:creationId xmlns:a16="http://schemas.microsoft.com/office/drawing/2014/main" id="{841E6BF5-4649-C78D-5D70-E9729182324E}"/>
                </a:ext>
              </a:extLst>
            </p:cNvPr>
            <p:cNvSpPr/>
            <p:nvPr/>
          </p:nvSpPr>
          <p:spPr>
            <a:xfrm>
              <a:off x="329910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2FD9905F-C399-893B-0876-BB00BFDFC0A8}"/>
                </a:ext>
              </a:extLst>
            </p:cNvPr>
            <p:cNvSpPr/>
            <p:nvPr/>
          </p:nvSpPr>
          <p:spPr>
            <a:xfrm>
              <a:off x="3325947" y="4757264"/>
              <a:ext cx="26854" cy="1100"/>
            </a:xfrm>
            <a:custGeom>
              <a:avLst/>
              <a:gdLst>
                <a:gd name="csX0" fmla="*/ 0 w 26854"/>
                <a:gd name="csY0" fmla="*/ 0 h 1100"/>
                <a:gd name="csX1" fmla="*/ 0 w 26854"/>
                <a:gd name="csY1" fmla="*/ 0 h 1100"/>
                <a:gd name="csX2" fmla="*/ 26855 w 26854"/>
                <a:gd name="csY2" fmla="*/ 0 h 1100"/>
                <a:gd name="csX3" fmla="*/ 26855 w 26854"/>
                <a:gd name="csY3" fmla="*/ 0 h 1100"/>
                <a:gd name="csX4" fmla="*/ 0 w 26854"/>
                <a:gd name="csY4" fmla="*/ 0 h 1100"/>
                <a:gd name="csX5" fmla="*/ 0 w 2685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4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6" name="Freeform 785">
              <a:extLst>
                <a:ext uri="{FF2B5EF4-FFF2-40B4-BE49-F238E27FC236}">
                  <a16:creationId xmlns:a16="http://schemas.microsoft.com/office/drawing/2014/main" id="{32758FA3-4BA8-2FA4-BD69-AD14FB60B8C4}"/>
                </a:ext>
              </a:extLst>
            </p:cNvPr>
            <p:cNvSpPr/>
            <p:nvPr/>
          </p:nvSpPr>
          <p:spPr>
            <a:xfrm>
              <a:off x="3325947" y="4757264"/>
              <a:ext cx="26854" cy="1100"/>
            </a:xfrm>
            <a:custGeom>
              <a:avLst/>
              <a:gdLst>
                <a:gd name="csX0" fmla="*/ 0 w 26854"/>
                <a:gd name="csY0" fmla="*/ 0 h 1100"/>
                <a:gd name="csX1" fmla="*/ 0 w 26854"/>
                <a:gd name="csY1" fmla="*/ 0 h 1100"/>
                <a:gd name="csX2" fmla="*/ 26855 w 26854"/>
                <a:gd name="csY2" fmla="*/ 0 h 1100"/>
                <a:gd name="csX3" fmla="*/ 26855 w 26854"/>
                <a:gd name="csY3" fmla="*/ 0 h 1100"/>
                <a:gd name="csX4" fmla="*/ 0 w 2685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4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309255A7-B73D-E473-05FD-B2F800E4252A}"/>
                </a:ext>
              </a:extLst>
            </p:cNvPr>
            <p:cNvSpPr/>
            <p:nvPr/>
          </p:nvSpPr>
          <p:spPr>
            <a:xfrm>
              <a:off x="3352802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8" name="Freeform 787">
              <a:extLst>
                <a:ext uri="{FF2B5EF4-FFF2-40B4-BE49-F238E27FC236}">
                  <a16:creationId xmlns:a16="http://schemas.microsoft.com/office/drawing/2014/main" id="{1214E369-309C-A4D3-CBDF-E8B8940D583E}"/>
                </a:ext>
              </a:extLst>
            </p:cNvPr>
            <p:cNvSpPr/>
            <p:nvPr/>
          </p:nvSpPr>
          <p:spPr>
            <a:xfrm>
              <a:off x="3352802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0 w 2684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827CCEA-FBAA-9CDA-CD40-697B45EE8AAE}"/>
                </a:ext>
              </a:extLst>
            </p:cNvPr>
            <p:cNvSpPr/>
            <p:nvPr/>
          </p:nvSpPr>
          <p:spPr>
            <a:xfrm>
              <a:off x="3379646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0" name="Freeform 789">
              <a:extLst>
                <a:ext uri="{FF2B5EF4-FFF2-40B4-BE49-F238E27FC236}">
                  <a16:creationId xmlns:a16="http://schemas.microsoft.com/office/drawing/2014/main" id="{CD5D510A-2320-3ABF-D885-7E16F6E3342C}"/>
                </a:ext>
              </a:extLst>
            </p:cNvPr>
            <p:cNvSpPr/>
            <p:nvPr/>
          </p:nvSpPr>
          <p:spPr>
            <a:xfrm>
              <a:off x="3379646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0 w 26844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91C671DF-C4C8-4061-2DB9-197CD7D0159D}"/>
                </a:ext>
              </a:extLst>
            </p:cNvPr>
            <p:cNvSpPr/>
            <p:nvPr/>
          </p:nvSpPr>
          <p:spPr>
            <a:xfrm>
              <a:off x="3406490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2" name="Freeform 791">
              <a:extLst>
                <a:ext uri="{FF2B5EF4-FFF2-40B4-BE49-F238E27FC236}">
                  <a16:creationId xmlns:a16="http://schemas.microsoft.com/office/drawing/2014/main" id="{107519D7-5503-C49A-A64D-1B8E734F70C2}"/>
                </a:ext>
              </a:extLst>
            </p:cNvPr>
            <p:cNvSpPr/>
            <p:nvPr/>
          </p:nvSpPr>
          <p:spPr>
            <a:xfrm>
              <a:off x="3406490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0 w 2684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3" name="Oval 792">
              <a:extLst>
                <a:ext uri="{FF2B5EF4-FFF2-40B4-BE49-F238E27FC236}">
                  <a16:creationId xmlns:a16="http://schemas.microsoft.com/office/drawing/2014/main" id="{4BABBA66-E8C5-CD82-121E-B392DF188D4C}"/>
                </a:ext>
              </a:extLst>
            </p:cNvPr>
            <p:cNvSpPr/>
            <p:nvPr/>
          </p:nvSpPr>
          <p:spPr>
            <a:xfrm>
              <a:off x="137747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6A27AB58-6F4E-058F-BDF7-458F1471DE88}"/>
                </a:ext>
              </a:extLst>
            </p:cNvPr>
            <p:cNvSpPr/>
            <p:nvPr/>
          </p:nvSpPr>
          <p:spPr>
            <a:xfrm>
              <a:off x="140432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0E83A420-910E-C966-EA2E-368FB9C83E1E}"/>
                </a:ext>
              </a:extLst>
            </p:cNvPr>
            <p:cNvSpPr/>
            <p:nvPr/>
          </p:nvSpPr>
          <p:spPr>
            <a:xfrm>
              <a:off x="143116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6" name="Oval 795">
              <a:extLst>
                <a:ext uri="{FF2B5EF4-FFF2-40B4-BE49-F238E27FC236}">
                  <a16:creationId xmlns:a16="http://schemas.microsoft.com/office/drawing/2014/main" id="{38C7E353-3B4A-E795-D6BA-E12B7ECF5888}"/>
                </a:ext>
              </a:extLst>
            </p:cNvPr>
            <p:cNvSpPr/>
            <p:nvPr/>
          </p:nvSpPr>
          <p:spPr>
            <a:xfrm>
              <a:off x="145801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7" name="Oval 796">
              <a:extLst>
                <a:ext uri="{FF2B5EF4-FFF2-40B4-BE49-F238E27FC236}">
                  <a16:creationId xmlns:a16="http://schemas.microsoft.com/office/drawing/2014/main" id="{C214683E-C285-281B-9A4F-AE148DA7CD37}"/>
                </a:ext>
              </a:extLst>
            </p:cNvPr>
            <p:cNvSpPr/>
            <p:nvPr/>
          </p:nvSpPr>
          <p:spPr>
            <a:xfrm>
              <a:off x="148485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8" name="Oval 797">
              <a:extLst>
                <a:ext uri="{FF2B5EF4-FFF2-40B4-BE49-F238E27FC236}">
                  <a16:creationId xmlns:a16="http://schemas.microsoft.com/office/drawing/2014/main" id="{6690AF6C-94AB-477E-60FC-B26493495852}"/>
                </a:ext>
              </a:extLst>
            </p:cNvPr>
            <p:cNvSpPr/>
            <p:nvPr/>
          </p:nvSpPr>
          <p:spPr>
            <a:xfrm>
              <a:off x="151170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9" name="Oval 798">
              <a:extLst>
                <a:ext uri="{FF2B5EF4-FFF2-40B4-BE49-F238E27FC236}">
                  <a16:creationId xmlns:a16="http://schemas.microsoft.com/office/drawing/2014/main" id="{47B8AEC6-F354-7762-AC01-AC4F02BD36E2}"/>
                </a:ext>
              </a:extLst>
            </p:cNvPr>
            <p:cNvSpPr/>
            <p:nvPr/>
          </p:nvSpPr>
          <p:spPr>
            <a:xfrm>
              <a:off x="153854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0" name="Oval 799">
              <a:extLst>
                <a:ext uri="{FF2B5EF4-FFF2-40B4-BE49-F238E27FC236}">
                  <a16:creationId xmlns:a16="http://schemas.microsoft.com/office/drawing/2014/main" id="{08D051F8-29E2-A766-D6F7-5D0EBBAFE005}"/>
                </a:ext>
              </a:extLst>
            </p:cNvPr>
            <p:cNvSpPr/>
            <p:nvPr/>
          </p:nvSpPr>
          <p:spPr>
            <a:xfrm>
              <a:off x="156539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1" name="Oval 800">
              <a:extLst>
                <a:ext uri="{FF2B5EF4-FFF2-40B4-BE49-F238E27FC236}">
                  <a16:creationId xmlns:a16="http://schemas.microsoft.com/office/drawing/2014/main" id="{A3C1F25F-E1D5-C3B8-8202-B5D7E5F91D86}"/>
                </a:ext>
              </a:extLst>
            </p:cNvPr>
            <p:cNvSpPr/>
            <p:nvPr/>
          </p:nvSpPr>
          <p:spPr>
            <a:xfrm>
              <a:off x="159224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2" name="Oval 801">
              <a:extLst>
                <a:ext uri="{FF2B5EF4-FFF2-40B4-BE49-F238E27FC236}">
                  <a16:creationId xmlns:a16="http://schemas.microsoft.com/office/drawing/2014/main" id="{75AE1099-7B44-D76D-D7BE-81E19BCEF772}"/>
                </a:ext>
              </a:extLst>
            </p:cNvPr>
            <p:cNvSpPr/>
            <p:nvPr/>
          </p:nvSpPr>
          <p:spPr>
            <a:xfrm>
              <a:off x="161908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3" name="Oval 802">
              <a:extLst>
                <a:ext uri="{FF2B5EF4-FFF2-40B4-BE49-F238E27FC236}">
                  <a16:creationId xmlns:a16="http://schemas.microsoft.com/office/drawing/2014/main" id="{1352DE03-5BDB-AEC9-4D68-EA6BB2B40A33}"/>
                </a:ext>
              </a:extLst>
            </p:cNvPr>
            <p:cNvSpPr/>
            <p:nvPr/>
          </p:nvSpPr>
          <p:spPr>
            <a:xfrm>
              <a:off x="164593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4" name="Oval 803">
              <a:extLst>
                <a:ext uri="{FF2B5EF4-FFF2-40B4-BE49-F238E27FC236}">
                  <a16:creationId xmlns:a16="http://schemas.microsoft.com/office/drawing/2014/main" id="{ADD813DD-DEF9-A1C9-BC56-1CDB649CC8C1}"/>
                </a:ext>
              </a:extLst>
            </p:cNvPr>
            <p:cNvSpPr/>
            <p:nvPr/>
          </p:nvSpPr>
          <p:spPr>
            <a:xfrm>
              <a:off x="167277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5" name="Oval 804">
              <a:extLst>
                <a:ext uri="{FF2B5EF4-FFF2-40B4-BE49-F238E27FC236}">
                  <a16:creationId xmlns:a16="http://schemas.microsoft.com/office/drawing/2014/main" id="{DFA2AAFA-7A6E-C27B-1405-4B52613A700C}"/>
                </a:ext>
              </a:extLst>
            </p:cNvPr>
            <p:cNvSpPr/>
            <p:nvPr/>
          </p:nvSpPr>
          <p:spPr>
            <a:xfrm>
              <a:off x="1699620" y="475505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6" name="Oval 805">
              <a:extLst>
                <a:ext uri="{FF2B5EF4-FFF2-40B4-BE49-F238E27FC236}">
                  <a16:creationId xmlns:a16="http://schemas.microsoft.com/office/drawing/2014/main" id="{7DF8AE3A-0ADE-E758-FB0D-4B9CD37C0EAF}"/>
                </a:ext>
              </a:extLst>
            </p:cNvPr>
            <p:cNvSpPr/>
            <p:nvPr/>
          </p:nvSpPr>
          <p:spPr>
            <a:xfrm>
              <a:off x="1726465" y="4755030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7" name="Oval 806">
              <a:extLst>
                <a:ext uri="{FF2B5EF4-FFF2-40B4-BE49-F238E27FC236}">
                  <a16:creationId xmlns:a16="http://schemas.microsoft.com/office/drawing/2014/main" id="{66E744AC-B700-4F74-784C-3ACA56C3891E}"/>
                </a:ext>
              </a:extLst>
            </p:cNvPr>
            <p:cNvSpPr/>
            <p:nvPr/>
          </p:nvSpPr>
          <p:spPr>
            <a:xfrm>
              <a:off x="1753310" y="47549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8" name="Oval 807">
              <a:extLst>
                <a:ext uri="{FF2B5EF4-FFF2-40B4-BE49-F238E27FC236}">
                  <a16:creationId xmlns:a16="http://schemas.microsoft.com/office/drawing/2014/main" id="{4EFD8339-185F-316D-C3F0-50653CCE36C4}"/>
                </a:ext>
              </a:extLst>
            </p:cNvPr>
            <p:cNvSpPr/>
            <p:nvPr/>
          </p:nvSpPr>
          <p:spPr>
            <a:xfrm>
              <a:off x="1780155" y="475464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9" name="Oval 808">
              <a:extLst>
                <a:ext uri="{FF2B5EF4-FFF2-40B4-BE49-F238E27FC236}">
                  <a16:creationId xmlns:a16="http://schemas.microsoft.com/office/drawing/2014/main" id="{931F16C7-ECA4-C051-3371-8DAD9934114E}"/>
                </a:ext>
              </a:extLst>
            </p:cNvPr>
            <p:cNvSpPr/>
            <p:nvPr/>
          </p:nvSpPr>
          <p:spPr>
            <a:xfrm>
              <a:off x="1807000" y="475384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0" name="Oval 809">
              <a:extLst>
                <a:ext uri="{FF2B5EF4-FFF2-40B4-BE49-F238E27FC236}">
                  <a16:creationId xmlns:a16="http://schemas.microsoft.com/office/drawing/2014/main" id="{C0E82C5B-5C6D-E7C4-AD19-3FC11ED5E41B}"/>
                </a:ext>
              </a:extLst>
            </p:cNvPr>
            <p:cNvSpPr/>
            <p:nvPr/>
          </p:nvSpPr>
          <p:spPr>
            <a:xfrm>
              <a:off x="1833846" y="475176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1" name="Oval 810">
              <a:extLst>
                <a:ext uri="{FF2B5EF4-FFF2-40B4-BE49-F238E27FC236}">
                  <a16:creationId xmlns:a16="http://schemas.microsoft.com/office/drawing/2014/main" id="{94E533B2-68D1-EBDC-091E-84D0D25921F9}"/>
                </a:ext>
              </a:extLst>
            </p:cNvPr>
            <p:cNvSpPr/>
            <p:nvPr/>
          </p:nvSpPr>
          <p:spPr>
            <a:xfrm>
              <a:off x="1860691" y="474689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2" name="Oval 811">
              <a:extLst>
                <a:ext uri="{FF2B5EF4-FFF2-40B4-BE49-F238E27FC236}">
                  <a16:creationId xmlns:a16="http://schemas.microsoft.com/office/drawing/2014/main" id="{E9E17DD6-98E5-07EE-9E01-0E4A9AA5E26A}"/>
                </a:ext>
              </a:extLst>
            </p:cNvPr>
            <p:cNvSpPr/>
            <p:nvPr/>
          </p:nvSpPr>
          <p:spPr>
            <a:xfrm>
              <a:off x="1887536" y="473623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3" name="Oval 812">
              <a:extLst>
                <a:ext uri="{FF2B5EF4-FFF2-40B4-BE49-F238E27FC236}">
                  <a16:creationId xmlns:a16="http://schemas.microsoft.com/office/drawing/2014/main" id="{57A9FB43-E596-E1A5-2AB0-0D05B5CAB40B}"/>
                </a:ext>
              </a:extLst>
            </p:cNvPr>
            <p:cNvSpPr/>
            <p:nvPr/>
          </p:nvSpPr>
          <p:spPr>
            <a:xfrm>
              <a:off x="1914381" y="471515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6" name="Oval 845">
              <a:extLst>
                <a:ext uri="{FF2B5EF4-FFF2-40B4-BE49-F238E27FC236}">
                  <a16:creationId xmlns:a16="http://schemas.microsoft.com/office/drawing/2014/main" id="{2B5B57F9-37ED-C118-AFB1-95C07E23CDF9}"/>
                </a:ext>
              </a:extLst>
            </p:cNvPr>
            <p:cNvSpPr/>
            <p:nvPr/>
          </p:nvSpPr>
          <p:spPr>
            <a:xfrm>
              <a:off x="2800271" y="471505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7" name="Oval 846">
              <a:extLst>
                <a:ext uri="{FF2B5EF4-FFF2-40B4-BE49-F238E27FC236}">
                  <a16:creationId xmlns:a16="http://schemas.microsoft.com/office/drawing/2014/main" id="{A2A58309-3923-1509-E338-0413C8BCDDF3}"/>
                </a:ext>
              </a:extLst>
            </p:cNvPr>
            <p:cNvSpPr/>
            <p:nvPr/>
          </p:nvSpPr>
          <p:spPr>
            <a:xfrm>
              <a:off x="2827115" y="473622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8" name="Oval 847">
              <a:extLst>
                <a:ext uri="{FF2B5EF4-FFF2-40B4-BE49-F238E27FC236}">
                  <a16:creationId xmlns:a16="http://schemas.microsoft.com/office/drawing/2014/main" id="{7204E82A-78BE-6F8A-7B59-6B1D384371E0}"/>
                </a:ext>
              </a:extLst>
            </p:cNvPr>
            <p:cNvSpPr/>
            <p:nvPr/>
          </p:nvSpPr>
          <p:spPr>
            <a:xfrm>
              <a:off x="2853959" y="4746874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9" name="Oval 848">
              <a:extLst>
                <a:ext uri="{FF2B5EF4-FFF2-40B4-BE49-F238E27FC236}">
                  <a16:creationId xmlns:a16="http://schemas.microsoft.com/office/drawing/2014/main" id="{0546BBC5-F23B-C605-A490-C3532349B21E}"/>
                </a:ext>
              </a:extLst>
            </p:cNvPr>
            <p:cNvSpPr/>
            <p:nvPr/>
          </p:nvSpPr>
          <p:spPr>
            <a:xfrm>
              <a:off x="2880803" y="475177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0" name="Oval 849">
              <a:extLst>
                <a:ext uri="{FF2B5EF4-FFF2-40B4-BE49-F238E27FC236}">
                  <a16:creationId xmlns:a16="http://schemas.microsoft.com/office/drawing/2014/main" id="{DBE7C577-C8DD-9273-11C3-7F0AC2D6A31A}"/>
                </a:ext>
              </a:extLst>
            </p:cNvPr>
            <p:cNvSpPr/>
            <p:nvPr/>
          </p:nvSpPr>
          <p:spPr>
            <a:xfrm>
              <a:off x="2907647" y="47538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1" name="Oval 850">
              <a:extLst>
                <a:ext uri="{FF2B5EF4-FFF2-40B4-BE49-F238E27FC236}">
                  <a16:creationId xmlns:a16="http://schemas.microsoft.com/office/drawing/2014/main" id="{55213FC2-4214-F6C7-EE57-F2B013D24962}"/>
                </a:ext>
              </a:extLst>
            </p:cNvPr>
            <p:cNvSpPr/>
            <p:nvPr/>
          </p:nvSpPr>
          <p:spPr>
            <a:xfrm>
              <a:off x="2934491" y="475465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2" name="Oval 851">
              <a:extLst>
                <a:ext uri="{FF2B5EF4-FFF2-40B4-BE49-F238E27FC236}">
                  <a16:creationId xmlns:a16="http://schemas.microsoft.com/office/drawing/2014/main" id="{7E1B1179-4B47-0652-9D5A-58110E5E011B}"/>
                </a:ext>
              </a:extLst>
            </p:cNvPr>
            <p:cNvSpPr/>
            <p:nvPr/>
          </p:nvSpPr>
          <p:spPr>
            <a:xfrm>
              <a:off x="2961346" y="47549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3" name="Oval 852">
              <a:extLst>
                <a:ext uri="{FF2B5EF4-FFF2-40B4-BE49-F238E27FC236}">
                  <a16:creationId xmlns:a16="http://schemas.microsoft.com/office/drawing/2014/main" id="{234C675F-2FCB-F97D-3AA5-A8664A00B568}"/>
                </a:ext>
              </a:extLst>
            </p:cNvPr>
            <p:cNvSpPr/>
            <p:nvPr/>
          </p:nvSpPr>
          <p:spPr>
            <a:xfrm>
              <a:off x="2988190" y="4755030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4" name="Oval 853">
              <a:extLst>
                <a:ext uri="{FF2B5EF4-FFF2-40B4-BE49-F238E27FC236}">
                  <a16:creationId xmlns:a16="http://schemas.microsoft.com/office/drawing/2014/main" id="{045F4771-3BDE-C42F-1B1A-639AC06EAAF3}"/>
                </a:ext>
              </a:extLst>
            </p:cNvPr>
            <p:cNvSpPr/>
            <p:nvPr/>
          </p:nvSpPr>
          <p:spPr>
            <a:xfrm>
              <a:off x="3015034" y="475505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5" name="Oval 854">
              <a:extLst>
                <a:ext uri="{FF2B5EF4-FFF2-40B4-BE49-F238E27FC236}">
                  <a16:creationId xmlns:a16="http://schemas.microsoft.com/office/drawing/2014/main" id="{52056FA0-59B8-C32D-DE48-E8F2AD59B04C}"/>
                </a:ext>
              </a:extLst>
            </p:cNvPr>
            <p:cNvSpPr/>
            <p:nvPr/>
          </p:nvSpPr>
          <p:spPr>
            <a:xfrm>
              <a:off x="3041878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9" name="Oval 858">
              <a:extLst>
                <a:ext uri="{FF2B5EF4-FFF2-40B4-BE49-F238E27FC236}">
                  <a16:creationId xmlns:a16="http://schemas.microsoft.com/office/drawing/2014/main" id="{AA3FA54D-4446-290F-FF8B-45229A415091}"/>
                </a:ext>
              </a:extLst>
            </p:cNvPr>
            <p:cNvSpPr/>
            <p:nvPr/>
          </p:nvSpPr>
          <p:spPr>
            <a:xfrm>
              <a:off x="314925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0" name="Oval 859">
              <a:extLst>
                <a:ext uri="{FF2B5EF4-FFF2-40B4-BE49-F238E27FC236}">
                  <a16:creationId xmlns:a16="http://schemas.microsoft.com/office/drawing/2014/main" id="{6CEB4F89-3DEA-4468-23D4-D793A4E9C8CF}"/>
                </a:ext>
              </a:extLst>
            </p:cNvPr>
            <p:cNvSpPr/>
            <p:nvPr/>
          </p:nvSpPr>
          <p:spPr>
            <a:xfrm>
              <a:off x="3176098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1" name="Oval 860">
              <a:extLst>
                <a:ext uri="{FF2B5EF4-FFF2-40B4-BE49-F238E27FC236}">
                  <a16:creationId xmlns:a16="http://schemas.microsoft.com/office/drawing/2014/main" id="{5CB98D8A-76A8-49FC-1750-65608A2D1ECA}"/>
                </a:ext>
              </a:extLst>
            </p:cNvPr>
            <p:cNvSpPr/>
            <p:nvPr/>
          </p:nvSpPr>
          <p:spPr>
            <a:xfrm>
              <a:off x="3202942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2" name="Oval 861">
              <a:extLst>
                <a:ext uri="{FF2B5EF4-FFF2-40B4-BE49-F238E27FC236}">
                  <a16:creationId xmlns:a16="http://schemas.microsoft.com/office/drawing/2014/main" id="{BE7CA3D1-4696-1A4B-2F6A-9DFB58BF9502}"/>
                </a:ext>
              </a:extLst>
            </p:cNvPr>
            <p:cNvSpPr/>
            <p:nvPr/>
          </p:nvSpPr>
          <p:spPr>
            <a:xfrm>
              <a:off x="3229797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3" name="Oval 862">
              <a:extLst>
                <a:ext uri="{FF2B5EF4-FFF2-40B4-BE49-F238E27FC236}">
                  <a16:creationId xmlns:a16="http://schemas.microsoft.com/office/drawing/2014/main" id="{DC9617D3-C331-57FE-4E34-A273BD718BE4}"/>
                </a:ext>
              </a:extLst>
            </p:cNvPr>
            <p:cNvSpPr/>
            <p:nvPr/>
          </p:nvSpPr>
          <p:spPr>
            <a:xfrm>
              <a:off x="3256641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4" name="Oval 863">
              <a:extLst>
                <a:ext uri="{FF2B5EF4-FFF2-40B4-BE49-F238E27FC236}">
                  <a16:creationId xmlns:a16="http://schemas.microsoft.com/office/drawing/2014/main" id="{0C76B403-3AD2-1989-26E7-55E215CD517B}"/>
                </a:ext>
              </a:extLst>
            </p:cNvPr>
            <p:cNvSpPr/>
            <p:nvPr/>
          </p:nvSpPr>
          <p:spPr>
            <a:xfrm>
              <a:off x="328348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5" name="Oval 864">
              <a:extLst>
                <a:ext uri="{FF2B5EF4-FFF2-40B4-BE49-F238E27FC236}">
                  <a16:creationId xmlns:a16="http://schemas.microsoft.com/office/drawing/2014/main" id="{D57B98E7-F35E-5946-2041-AB34EFC8DF68}"/>
                </a:ext>
              </a:extLst>
            </p:cNvPr>
            <p:cNvSpPr/>
            <p:nvPr/>
          </p:nvSpPr>
          <p:spPr>
            <a:xfrm>
              <a:off x="331032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6" name="Oval 865">
              <a:extLst>
                <a:ext uri="{FF2B5EF4-FFF2-40B4-BE49-F238E27FC236}">
                  <a16:creationId xmlns:a16="http://schemas.microsoft.com/office/drawing/2014/main" id="{C38EA496-ACAC-D6C3-9239-0C5B5C03DBBE}"/>
                </a:ext>
              </a:extLst>
            </p:cNvPr>
            <p:cNvSpPr/>
            <p:nvPr/>
          </p:nvSpPr>
          <p:spPr>
            <a:xfrm>
              <a:off x="3337173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7" name="Oval 866">
              <a:extLst>
                <a:ext uri="{FF2B5EF4-FFF2-40B4-BE49-F238E27FC236}">
                  <a16:creationId xmlns:a16="http://schemas.microsoft.com/office/drawing/2014/main" id="{7B89AC21-831A-8F01-C5A1-FDDE9D926F1F}"/>
                </a:ext>
              </a:extLst>
            </p:cNvPr>
            <p:cNvSpPr/>
            <p:nvPr/>
          </p:nvSpPr>
          <p:spPr>
            <a:xfrm>
              <a:off x="3364017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8" name="Oval 867">
              <a:extLst>
                <a:ext uri="{FF2B5EF4-FFF2-40B4-BE49-F238E27FC236}">
                  <a16:creationId xmlns:a16="http://schemas.microsoft.com/office/drawing/2014/main" id="{5464D712-810D-BD79-9C4F-48E8ED39AB16}"/>
                </a:ext>
              </a:extLst>
            </p:cNvPr>
            <p:cNvSpPr/>
            <p:nvPr/>
          </p:nvSpPr>
          <p:spPr>
            <a:xfrm>
              <a:off x="3390861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9" name="Oval 868">
              <a:extLst>
                <a:ext uri="{FF2B5EF4-FFF2-40B4-BE49-F238E27FC236}">
                  <a16:creationId xmlns:a16="http://schemas.microsoft.com/office/drawing/2014/main" id="{39AAEEB6-1FEF-83A4-72F1-0142D2376512}"/>
                </a:ext>
              </a:extLst>
            </p:cNvPr>
            <p:cNvSpPr/>
            <p:nvPr/>
          </p:nvSpPr>
          <p:spPr>
            <a:xfrm>
              <a:off x="341770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70" name="Freeform 869">
            <a:extLst>
              <a:ext uri="{FF2B5EF4-FFF2-40B4-BE49-F238E27FC236}">
                <a16:creationId xmlns:a16="http://schemas.microsoft.com/office/drawing/2014/main" id="{C1E193A8-2656-B4C1-C783-C86F086C9D25}"/>
              </a:ext>
            </a:extLst>
          </p:cNvPr>
          <p:cNvSpPr/>
          <p:nvPr/>
        </p:nvSpPr>
        <p:spPr>
          <a:xfrm>
            <a:off x="1875730" y="3899313"/>
            <a:ext cx="2048254" cy="857940"/>
          </a:xfrm>
          <a:custGeom>
            <a:avLst/>
            <a:gdLst>
              <a:gd name="csX0" fmla="*/ 0 w 2048254"/>
              <a:gd name="csY0" fmla="*/ 857907 h 857940"/>
              <a:gd name="csX1" fmla="*/ 6850 w 2048254"/>
              <a:gd name="csY1" fmla="*/ 857907 h 857940"/>
              <a:gd name="csX2" fmla="*/ 13700 w 2048254"/>
              <a:gd name="csY2" fmla="*/ 857896 h 857940"/>
              <a:gd name="csX3" fmla="*/ 20551 w 2048254"/>
              <a:gd name="csY3" fmla="*/ 857885 h 857940"/>
              <a:gd name="csX4" fmla="*/ 27401 w 2048254"/>
              <a:gd name="csY4" fmla="*/ 857874 h 857940"/>
              <a:gd name="csX5" fmla="*/ 34251 w 2048254"/>
              <a:gd name="csY5" fmla="*/ 857863 h 857940"/>
              <a:gd name="csX6" fmla="*/ 41102 w 2048254"/>
              <a:gd name="csY6" fmla="*/ 857852 h 857940"/>
              <a:gd name="csX7" fmla="*/ 47953 w 2048254"/>
              <a:gd name="csY7" fmla="*/ 857841 h 857940"/>
              <a:gd name="csX8" fmla="*/ 54803 w 2048254"/>
              <a:gd name="csY8" fmla="*/ 857830 h 857940"/>
              <a:gd name="csX9" fmla="*/ 61653 w 2048254"/>
              <a:gd name="csY9" fmla="*/ 857808 h 857940"/>
              <a:gd name="csX10" fmla="*/ 68503 w 2048254"/>
              <a:gd name="csY10" fmla="*/ 857786 h 857940"/>
              <a:gd name="csX11" fmla="*/ 75354 w 2048254"/>
              <a:gd name="csY11" fmla="*/ 857764 h 857940"/>
              <a:gd name="csX12" fmla="*/ 82204 w 2048254"/>
              <a:gd name="csY12" fmla="*/ 857742 h 857940"/>
              <a:gd name="csX13" fmla="*/ 89054 w 2048254"/>
              <a:gd name="csY13" fmla="*/ 857720 h 857940"/>
              <a:gd name="csX14" fmla="*/ 95905 w 2048254"/>
              <a:gd name="csY14" fmla="*/ 857687 h 857940"/>
              <a:gd name="csX15" fmla="*/ 102756 w 2048254"/>
              <a:gd name="csY15" fmla="*/ 857654 h 857940"/>
              <a:gd name="csX16" fmla="*/ 109606 w 2048254"/>
              <a:gd name="csY16" fmla="*/ 857610 h 857940"/>
              <a:gd name="csX17" fmla="*/ 116456 w 2048254"/>
              <a:gd name="csY17" fmla="*/ 857566 h 857940"/>
              <a:gd name="csX18" fmla="*/ 123306 w 2048254"/>
              <a:gd name="csY18" fmla="*/ 857522 h 857940"/>
              <a:gd name="csX19" fmla="*/ 130157 w 2048254"/>
              <a:gd name="csY19" fmla="*/ 857467 h 857940"/>
              <a:gd name="csX20" fmla="*/ 137007 w 2048254"/>
              <a:gd name="csY20" fmla="*/ 857401 h 857940"/>
              <a:gd name="csX21" fmla="*/ 143857 w 2048254"/>
              <a:gd name="csY21" fmla="*/ 857335 h 857940"/>
              <a:gd name="csX22" fmla="*/ 150708 w 2048254"/>
              <a:gd name="csY22" fmla="*/ 857258 h 857940"/>
              <a:gd name="csX23" fmla="*/ 157559 w 2048254"/>
              <a:gd name="csY23" fmla="*/ 857170 h 857940"/>
              <a:gd name="csX24" fmla="*/ 164409 w 2048254"/>
              <a:gd name="csY24" fmla="*/ 857082 h 857940"/>
              <a:gd name="csX25" fmla="*/ 171259 w 2048254"/>
              <a:gd name="csY25" fmla="*/ 856972 h 857940"/>
              <a:gd name="csX26" fmla="*/ 178109 w 2048254"/>
              <a:gd name="csY26" fmla="*/ 856862 h 857940"/>
              <a:gd name="csX27" fmla="*/ 184959 w 2048254"/>
              <a:gd name="csY27" fmla="*/ 856730 h 857940"/>
              <a:gd name="csX28" fmla="*/ 191810 w 2048254"/>
              <a:gd name="csY28" fmla="*/ 856587 h 857940"/>
              <a:gd name="csX29" fmla="*/ 198660 w 2048254"/>
              <a:gd name="csY29" fmla="*/ 856433 h 857940"/>
              <a:gd name="csX30" fmla="*/ 205511 w 2048254"/>
              <a:gd name="csY30" fmla="*/ 856257 h 857940"/>
              <a:gd name="csX31" fmla="*/ 212361 w 2048254"/>
              <a:gd name="csY31" fmla="*/ 856058 h 857940"/>
              <a:gd name="csX32" fmla="*/ 219212 w 2048254"/>
              <a:gd name="csY32" fmla="*/ 855838 h 857940"/>
              <a:gd name="csX33" fmla="*/ 226062 w 2048254"/>
              <a:gd name="csY33" fmla="*/ 855607 h 857940"/>
              <a:gd name="csX34" fmla="*/ 232912 w 2048254"/>
              <a:gd name="csY34" fmla="*/ 855343 h 857940"/>
              <a:gd name="csX35" fmla="*/ 239762 w 2048254"/>
              <a:gd name="csY35" fmla="*/ 855057 h 857940"/>
              <a:gd name="csX36" fmla="*/ 246613 w 2048254"/>
              <a:gd name="csY36" fmla="*/ 854749 h 857940"/>
              <a:gd name="csX37" fmla="*/ 253463 w 2048254"/>
              <a:gd name="csY37" fmla="*/ 854396 h 857940"/>
              <a:gd name="csX38" fmla="*/ 260314 w 2048254"/>
              <a:gd name="csY38" fmla="*/ 854022 h 857940"/>
              <a:gd name="csX39" fmla="*/ 267164 w 2048254"/>
              <a:gd name="csY39" fmla="*/ 853604 h 857940"/>
              <a:gd name="csX40" fmla="*/ 274015 w 2048254"/>
              <a:gd name="csY40" fmla="*/ 853142 h 857940"/>
              <a:gd name="csX41" fmla="*/ 280865 w 2048254"/>
              <a:gd name="csY41" fmla="*/ 852646 h 857940"/>
              <a:gd name="csX42" fmla="*/ 287715 w 2048254"/>
              <a:gd name="csY42" fmla="*/ 852107 h 857940"/>
              <a:gd name="csX43" fmla="*/ 294565 w 2048254"/>
              <a:gd name="csY43" fmla="*/ 851513 h 857940"/>
              <a:gd name="csX44" fmla="*/ 301416 w 2048254"/>
              <a:gd name="csY44" fmla="*/ 850863 h 857940"/>
              <a:gd name="csX45" fmla="*/ 308266 w 2048254"/>
              <a:gd name="csY45" fmla="*/ 850159 h 857940"/>
              <a:gd name="csX46" fmla="*/ 315117 w 2048254"/>
              <a:gd name="csY46" fmla="*/ 849389 h 857940"/>
              <a:gd name="csX47" fmla="*/ 321967 w 2048254"/>
              <a:gd name="csY47" fmla="*/ 848552 h 857940"/>
              <a:gd name="csX48" fmla="*/ 328818 w 2048254"/>
              <a:gd name="csY48" fmla="*/ 847650 h 857940"/>
              <a:gd name="csX49" fmla="*/ 335668 w 2048254"/>
              <a:gd name="csY49" fmla="*/ 846670 h 857940"/>
              <a:gd name="csX50" fmla="*/ 342518 w 2048254"/>
              <a:gd name="csY50" fmla="*/ 845603 h 857940"/>
              <a:gd name="csX51" fmla="*/ 349368 w 2048254"/>
              <a:gd name="csY51" fmla="*/ 844447 h 857940"/>
              <a:gd name="csX52" fmla="*/ 356218 w 2048254"/>
              <a:gd name="csY52" fmla="*/ 843203 h 857940"/>
              <a:gd name="csX53" fmla="*/ 363069 w 2048254"/>
              <a:gd name="csY53" fmla="*/ 841860 h 857940"/>
              <a:gd name="csX54" fmla="*/ 369920 w 2048254"/>
              <a:gd name="csY54" fmla="*/ 840408 h 857940"/>
              <a:gd name="csX55" fmla="*/ 376770 w 2048254"/>
              <a:gd name="csY55" fmla="*/ 838845 h 857940"/>
              <a:gd name="csX56" fmla="*/ 383621 w 2048254"/>
              <a:gd name="csY56" fmla="*/ 837150 h 857940"/>
              <a:gd name="csX57" fmla="*/ 390471 w 2048254"/>
              <a:gd name="csY57" fmla="*/ 835345 h 857940"/>
              <a:gd name="csX58" fmla="*/ 397321 w 2048254"/>
              <a:gd name="csY58" fmla="*/ 833397 h 857940"/>
              <a:gd name="csX59" fmla="*/ 404171 w 2048254"/>
              <a:gd name="csY59" fmla="*/ 831306 h 857940"/>
              <a:gd name="csX60" fmla="*/ 411021 w 2048254"/>
              <a:gd name="csY60" fmla="*/ 829071 h 857940"/>
              <a:gd name="csX61" fmla="*/ 417872 w 2048254"/>
              <a:gd name="csY61" fmla="*/ 826672 h 857940"/>
              <a:gd name="csX62" fmla="*/ 424723 w 2048254"/>
              <a:gd name="csY62" fmla="*/ 824107 h 857940"/>
              <a:gd name="csX63" fmla="*/ 431573 w 2048254"/>
              <a:gd name="csY63" fmla="*/ 821367 h 857940"/>
              <a:gd name="csX64" fmla="*/ 438423 w 2048254"/>
              <a:gd name="csY64" fmla="*/ 818450 h 857940"/>
              <a:gd name="csX65" fmla="*/ 445274 w 2048254"/>
              <a:gd name="csY65" fmla="*/ 815336 h 857940"/>
              <a:gd name="csX66" fmla="*/ 452124 w 2048254"/>
              <a:gd name="csY66" fmla="*/ 812012 h 857940"/>
              <a:gd name="csX67" fmla="*/ 458974 w 2048254"/>
              <a:gd name="csY67" fmla="*/ 808479 h 857940"/>
              <a:gd name="csX68" fmla="*/ 465824 w 2048254"/>
              <a:gd name="csY68" fmla="*/ 804737 h 857940"/>
              <a:gd name="csX69" fmla="*/ 472675 w 2048254"/>
              <a:gd name="csY69" fmla="*/ 800752 h 857940"/>
              <a:gd name="csX70" fmla="*/ 479526 w 2048254"/>
              <a:gd name="csY70" fmla="*/ 796526 h 857940"/>
              <a:gd name="csX71" fmla="*/ 486376 w 2048254"/>
              <a:gd name="csY71" fmla="*/ 792058 h 857940"/>
              <a:gd name="csX72" fmla="*/ 493226 w 2048254"/>
              <a:gd name="csY72" fmla="*/ 787336 h 857940"/>
              <a:gd name="csX73" fmla="*/ 500077 w 2048254"/>
              <a:gd name="csY73" fmla="*/ 782339 h 857940"/>
              <a:gd name="csX74" fmla="*/ 506927 w 2048254"/>
              <a:gd name="csY74" fmla="*/ 777067 h 857940"/>
              <a:gd name="csX75" fmla="*/ 513777 w 2048254"/>
              <a:gd name="csY75" fmla="*/ 771509 h 857940"/>
              <a:gd name="csX76" fmla="*/ 520627 w 2048254"/>
              <a:gd name="csY76" fmla="*/ 765654 h 857940"/>
              <a:gd name="csX77" fmla="*/ 527477 w 2048254"/>
              <a:gd name="csY77" fmla="*/ 759501 h 857940"/>
              <a:gd name="csX78" fmla="*/ 534329 w 2048254"/>
              <a:gd name="csY78" fmla="*/ 753041 h 857940"/>
              <a:gd name="csX79" fmla="*/ 541179 w 2048254"/>
              <a:gd name="csY79" fmla="*/ 746250 h 857940"/>
              <a:gd name="csX80" fmla="*/ 548029 w 2048254"/>
              <a:gd name="csY80" fmla="*/ 739140 h 857940"/>
              <a:gd name="csX81" fmla="*/ 554879 w 2048254"/>
              <a:gd name="csY81" fmla="*/ 731700 h 857940"/>
              <a:gd name="csX82" fmla="*/ 561730 w 2048254"/>
              <a:gd name="csY82" fmla="*/ 723918 h 857940"/>
              <a:gd name="csX83" fmla="*/ 568580 w 2048254"/>
              <a:gd name="csY83" fmla="*/ 715796 h 857940"/>
              <a:gd name="csX84" fmla="*/ 575430 w 2048254"/>
              <a:gd name="csY84" fmla="*/ 707321 h 857940"/>
              <a:gd name="csX85" fmla="*/ 582280 w 2048254"/>
              <a:gd name="csY85" fmla="*/ 698483 h 857940"/>
              <a:gd name="csX86" fmla="*/ 589132 w 2048254"/>
              <a:gd name="csY86" fmla="*/ 689304 h 857940"/>
              <a:gd name="csX87" fmla="*/ 595982 w 2048254"/>
              <a:gd name="csY87" fmla="*/ 679751 h 857940"/>
              <a:gd name="csX88" fmla="*/ 602832 w 2048254"/>
              <a:gd name="csY88" fmla="*/ 669845 h 857940"/>
              <a:gd name="csX89" fmla="*/ 609682 w 2048254"/>
              <a:gd name="csY89" fmla="*/ 659566 h 857940"/>
              <a:gd name="csX90" fmla="*/ 616533 w 2048254"/>
              <a:gd name="csY90" fmla="*/ 648934 h 857940"/>
              <a:gd name="csX91" fmla="*/ 623383 w 2048254"/>
              <a:gd name="csY91" fmla="*/ 637938 h 857940"/>
              <a:gd name="csX92" fmla="*/ 630233 w 2048254"/>
              <a:gd name="csY92" fmla="*/ 626580 h 857940"/>
              <a:gd name="csX93" fmla="*/ 637083 w 2048254"/>
              <a:gd name="csY93" fmla="*/ 614859 h 857940"/>
              <a:gd name="csX94" fmla="*/ 643935 w 2048254"/>
              <a:gd name="csY94" fmla="*/ 602796 h 857940"/>
              <a:gd name="csX95" fmla="*/ 650785 w 2048254"/>
              <a:gd name="csY95" fmla="*/ 590392 h 857940"/>
              <a:gd name="csX96" fmla="*/ 657635 w 2048254"/>
              <a:gd name="csY96" fmla="*/ 577647 h 857940"/>
              <a:gd name="csX97" fmla="*/ 664485 w 2048254"/>
              <a:gd name="csY97" fmla="*/ 564572 h 857940"/>
              <a:gd name="csX98" fmla="*/ 671336 w 2048254"/>
              <a:gd name="csY98" fmla="*/ 551177 h 857940"/>
              <a:gd name="csX99" fmla="*/ 678186 w 2048254"/>
              <a:gd name="csY99" fmla="*/ 537474 h 857940"/>
              <a:gd name="csX100" fmla="*/ 685036 w 2048254"/>
              <a:gd name="csY100" fmla="*/ 523485 h 857940"/>
              <a:gd name="csX101" fmla="*/ 691886 w 2048254"/>
              <a:gd name="csY101" fmla="*/ 509211 h 857940"/>
              <a:gd name="csX102" fmla="*/ 698738 w 2048254"/>
              <a:gd name="csY102" fmla="*/ 494671 h 857940"/>
              <a:gd name="csX103" fmla="*/ 705592 w 2048254"/>
              <a:gd name="csY103" fmla="*/ 479881 h 857940"/>
              <a:gd name="csX104" fmla="*/ 712438 w 2048254"/>
              <a:gd name="csY104" fmla="*/ 464865 h 857940"/>
              <a:gd name="csX105" fmla="*/ 719284 w 2048254"/>
              <a:gd name="csY105" fmla="*/ 449640 h 857940"/>
              <a:gd name="csX106" fmla="*/ 726141 w 2048254"/>
              <a:gd name="csY106" fmla="*/ 434226 h 857940"/>
              <a:gd name="csX107" fmla="*/ 732987 w 2048254"/>
              <a:gd name="csY107" fmla="*/ 418648 h 857940"/>
              <a:gd name="csX108" fmla="*/ 739843 w 2048254"/>
              <a:gd name="csY108" fmla="*/ 402929 h 857940"/>
              <a:gd name="csX109" fmla="*/ 746689 w 2048254"/>
              <a:gd name="csY109" fmla="*/ 387093 h 857940"/>
              <a:gd name="csX110" fmla="*/ 753535 w 2048254"/>
              <a:gd name="csY110" fmla="*/ 371168 h 857940"/>
              <a:gd name="csX111" fmla="*/ 760392 w 2048254"/>
              <a:gd name="csY111" fmla="*/ 355182 h 857940"/>
              <a:gd name="csX112" fmla="*/ 767238 w 2048254"/>
              <a:gd name="csY112" fmla="*/ 339163 h 857940"/>
              <a:gd name="csX113" fmla="*/ 774095 w 2048254"/>
              <a:gd name="csY113" fmla="*/ 323142 h 857940"/>
              <a:gd name="csX114" fmla="*/ 780940 w 2048254"/>
              <a:gd name="csY114" fmla="*/ 307148 h 857940"/>
              <a:gd name="csX115" fmla="*/ 787797 w 2048254"/>
              <a:gd name="csY115" fmla="*/ 291213 h 857940"/>
              <a:gd name="csX116" fmla="*/ 794643 w 2048254"/>
              <a:gd name="csY116" fmla="*/ 275369 h 857940"/>
              <a:gd name="csX117" fmla="*/ 801489 w 2048254"/>
              <a:gd name="csY117" fmla="*/ 259650 h 857940"/>
              <a:gd name="csX118" fmla="*/ 808346 w 2048254"/>
              <a:gd name="csY118" fmla="*/ 244091 h 857940"/>
              <a:gd name="csX119" fmla="*/ 815191 w 2048254"/>
              <a:gd name="csY119" fmla="*/ 228723 h 857940"/>
              <a:gd name="csX120" fmla="*/ 822048 w 2048254"/>
              <a:gd name="csY120" fmla="*/ 213581 h 857940"/>
              <a:gd name="csX121" fmla="*/ 828894 w 2048254"/>
              <a:gd name="csY121" fmla="*/ 198702 h 857940"/>
              <a:gd name="csX122" fmla="*/ 835740 w 2048254"/>
              <a:gd name="csY122" fmla="*/ 184116 h 857940"/>
              <a:gd name="csX123" fmla="*/ 842597 w 2048254"/>
              <a:gd name="csY123" fmla="*/ 169862 h 857940"/>
              <a:gd name="csX124" fmla="*/ 849443 w 2048254"/>
              <a:gd name="csY124" fmla="*/ 155973 h 857940"/>
              <a:gd name="csX125" fmla="*/ 856299 w 2048254"/>
              <a:gd name="csY125" fmla="*/ 142480 h 857940"/>
              <a:gd name="csX126" fmla="*/ 863145 w 2048254"/>
              <a:gd name="csY126" fmla="*/ 129421 h 857940"/>
              <a:gd name="csX127" fmla="*/ 869991 w 2048254"/>
              <a:gd name="csY127" fmla="*/ 116826 h 857940"/>
              <a:gd name="csX128" fmla="*/ 876848 w 2048254"/>
              <a:gd name="csY128" fmla="*/ 104728 h 857940"/>
              <a:gd name="csX129" fmla="*/ 883694 w 2048254"/>
              <a:gd name="csY129" fmla="*/ 93157 h 857940"/>
              <a:gd name="csX130" fmla="*/ 890551 w 2048254"/>
              <a:gd name="csY130" fmla="*/ 82145 h 857940"/>
              <a:gd name="csX131" fmla="*/ 897396 w 2048254"/>
              <a:gd name="csY131" fmla="*/ 71722 h 857940"/>
              <a:gd name="csX132" fmla="*/ 904253 w 2048254"/>
              <a:gd name="csY132" fmla="*/ 61912 h 857940"/>
              <a:gd name="csX133" fmla="*/ 911099 w 2048254"/>
              <a:gd name="csY133" fmla="*/ 52745 h 857940"/>
              <a:gd name="csX134" fmla="*/ 917945 w 2048254"/>
              <a:gd name="csY134" fmla="*/ 44243 h 857940"/>
              <a:gd name="csX135" fmla="*/ 924802 w 2048254"/>
              <a:gd name="csY135" fmla="*/ 36431 h 857940"/>
              <a:gd name="csX136" fmla="*/ 931648 w 2048254"/>
              <a:gd name="csY136" fmla="*/ 29330 h 857940"/>
              <a:gd name="csX137" fmla="*/ 938504 w 2048254"/>
              <a:gd name="csY137" fmla="*/ 22960 h 857940"/>
              <a:gd name="csX138" fmla="*/ 945350 w 2048254"/>
              <a:gd name="csY138" fmla="*/ 17339 h 857940"/>
              <a:gd name="csX139" fmla="*/ 952196 w 2048254"/>
              <a:gd name="csY139" fmla="*/ 12482 h 857940"/>
              <a:gd name="csX140" fmla="*/ 959053 w 2048254"/>
              <a:gd name="csY140" fmla="*/ 8403 h 857940"/>
              <a:gd name="csX141" fmla="*/ 965899 w 2048254"/>
              <a:gd name="csY141" fmla="*/ 5113 h 857940"/>
              <a:gd name="csX142" fmla="*/ 972756 w 2048254"/>
              <a:gd name="csY142" fmla="*/ 2622 h 857940"/>
              <a:gd name="csX143" fmla="*/ 979601 w 2048254"/>
              <a:gd name="csY143" fmla="*/ 937 h 857940"/>
              <a:gd name="csX144" fmla="*/ 986447 w 2048254"/>
              <a:gd name="csY144" fmla="*/ 62 h 857940"/>
              <a:gd name="csX145" fmla="*/ 993304 w 2048254"/>
              <a:gd name="csY145" fmla="*/ 0 h 857940"/>
              <a:gd name="csX146" fmla="*/ 1000150 w 2048254"/>
              <a:gd name="csY146" fmla="*/ 752 h 857940"/>
              <a:gd name="csX147" fmla="*/ 1007007 w 2048254"/>
              <a:gd name="csY147" fmla="*/ 2315 h 857940"/>
              <a:gd name="csX148" fmla="*/ 1013852 w 2048254"/>
              <a:gd name="csY148" fmla="*/ 4684 h 857940"/>
              <a:gd name="csX149" fmla="*/ 1020709 w 2048254"/>
              <a:gd name="csY149" fmla="*/ 7853 h 857940"/>
              <a:gd name="csX150" fmla="*/ 1027555 w 2048254"/>
              <a:gd name="csY150" fmla="*/ 11813 h 857940"/>
              <a:gd name="csX151" fmla="*/ 1034401 w 2048254"/>
              <a:gd name="csY151" fmla="*/ 16553 h 857940"/>
              <a:gd name="csX152" fmla="*/ 1041258 w 2048254"/>
              <a:gd name="csY152" fmla="*/ 22060 h 857940"/>
              <a:gd name="csX153" fmla="*/ 1048104 w 2048254"/>
              <a:gd name="csY153" fmla="*/ 28317 h 857940"/>
              <a:gd name="csX154" fmla="*/ 1054960 w 2048254"/>
              <a:gd name="csY154" fmla="*/ 35308 h 857940"/>
              <a:gd name="csX155" fmla="*/ 1061806 w 2048254"/>
              <a:gd name="csY155" fmla="*/ 43013 h 857940"/>
              <a:gd name="csX156" fmla="*/ 1068652 w 2048254"/>
              <a:gd name="csY156" fmla="*/ 51412 h 857940"/>
              <a:gd name="csX157" fmla="*/ 1075509 w 2048254"/>
              <a:gd name="csY157" fmla="*/ 60480 h 857940"/>
              <a:gd name="csX158" fmla="*/ 1082355 w 2048254"/>
              <a:gd name="csY158" fmla="*/ 70194 h 857940"/>
              <a:gd name="csX159" fmla="*/ 1089212 w 2048254"/>
              <a:gd name="csY159" fmla="*/ 80526 h 857940"/>
              <a:gd name="csX160" fmla="*/ 1096057 w 2048254"/>
              <a:gd name="csY160" fmla="*/ 91451 h 857940"/>
              <a:gd name="csX161" fmla="*/ 1102903 w 2048254"/>
              <a:gd name="csY161" fmla="*/ 102939 h 857940"/>
              <a:gd name="csX162" fmla="*/ 1109760 w 2048254"/>
              <a:gd name="csY162" fmla="*/ 114959 h 857940"/>
              <a:gd name="csX163" fmla="*/ 1116606 w 2048254"/>
              <a:gd name="csY163" fmla="*/ 127481 h 857940"/>
              <a:gd name="csX164" fmla="*/ 1123463 w 2048254"/>
              <a:gd name="csY164" fmla="*/ 140473 h 857940"/>
              <a:gd name="csX165" fmla="*/ 1130309 w 2048254"/>
              <a:gd name="csY165" fmla="*/ 153900 h 857940"/>
              <a:gd name="csX166" fmla="*/ 1137165 w 2048254"/>
              <a:gd name="csY166" fmla="*/ 167733 h 857940"/>
              <a:gd name="csX167" fmla="*/ 1144011 w 2048254"/>
              <a:gd name="csY167" fmla="*/ 181934 h 857940"/>
              <a:gd name="csX168" fmla="*/ 1150857 w 2048254"/>
              <a:gd name="csY168" fmla="*/ 196470 h 857940"/>
              <a:gd name="csX169" fmla="*/ 1157714 w 2048254"/>
              <a:gd name="csY169" fmla="*/ 211308 h 857940"/>
              <a:gd name="csX170" fmla="*/ 1164560 w 2048254"/>
              <a:gd name="csY170" fmla="*/ 226412 h 857940"/>
              <a:gd name="csX171" fmla="*/ 1171417 w 2048254"/>
              <a:gd name="csY171" fmla="*/ 241748 h 857940"/>
              <a:gd name="csX172" fmla="*/ 1178262 w 2048254"/>
              <a:gd name="csY172" fmla="*/ 257281 h 857940"/>
              <a:gd name="csX173" fmla="*/ 1185108 w 2048254"/>
              <a:gd name="csY173" fmla="*/ 272978 h 857940"/>
              <a:gd name="csX174" fmla="*/ 1191965 w 2048254"/>
              <a:gd name="csY174" fmla="*/ 288804 h 857940"/>
              <a:gd name="csX175" fmla="*/ 1198811 w 2048254"/>
              <a:gd name="csY175" fmla="*/ 304726 h 857940"/>
              <a:gd name="csX176" fmla="*/ 1205668 w 2048254"/>
              <a:gd name="csY176" fmla="*/ 320714 h 857940"/>
              <a:gd name="csX177" fmla="*/ 1212513 w 2048254"/>
              <a:gd name="csY177" fmla="*/ 336733 h 857940"/>
              <a:gd name="csX178" fmla="*/ 1219359 w 2048254"/>
              <a:gd name="csY178" fmla="*/ 352755 h 857940"/>
              <a:gd name="csX179" fmla="*/ 1226216 w 2048254"/>
              <a:gd name="csY179" fmla="*/ 368748 h 857940"/>
              <a:gd name="csX180" fmla="*/ 1233062 w 2048254"/>
              <a:gd name="csY180" fmla="*/ 384684 h 857940"/>
              <a:gd name="csX181" fmla="*/ 1239919 w 2048254"/>
              <a:gd name="csY181" fmla="*/ 400535 h 857940"/>
              <a:gd name="csX182" fmla="*/ 1246765 w 2048254"/>
              <a:gd name="csY182" fmla="*/ 416272 h 857940"/>
              <a:gd name="csX183" fmla="*/ 1253621 w 2048254"/>
              <a:gd name="csY183" fmla="*/ 431875 h 857940"/>
              <a:gd name="csX184" fmla="*/ 1260467 w 2048254"/>
              <a:gd name="csY184" fmla="*/ 447314 h 857940"/>
              <a:gd name="csX185" fmla="*/ 1267313 w 2048254"/>
              <a:gd name="csY185" fmla="*/ 462570 h 857940"/>
              <a:gd name="csX186" fmla="*/ 1274170 w 2048254"/>
              <a:gd name="csY186" fmla="*/ 477620 h 857940"/>
              <a:gd name="csX187" fmla="*/ 1281016 w 2048254"/>
              <a:gd name="csY187" fmla="*/ 492437 h 857940"/>
              <a:gd name="csX188" fmla="*/ 1287873 w 2048254"/>
              <a:gd name="csY188" fmla="*/ 507020 h 857940"/>
              <a:gd name="csX189" fmla="*/ 1294719 w 2048254"/>
              <a:gd name="csY189" fmla="*/ 521339 h 857940"/>
              <a:gd name="csX190" fmla="*/ 1301564 w 2048254"/>
              <a:gd name="csY190" fmla="*/ 535372 h 857940"/>
              <a:gd name="csX191" fmla="*/ 1308421 w 2048254"/>
              <a:gd name="csY191" fmla="*/ 549119 h 857940"/>
              <a:gd name="csX192" fmla="*/ 1315267 w 2048254"/>
              <a:gd name="csY192" fmla="*/ 562557 h 857940"/>
              <a:gd name="csX193" fmla="*/ 1322124 w 2048254"/>
              <a:gd name="csY193" fmla="*/ 575688 h 857940"/>
              <a:gd name="csX194" fmla="*/ 1328970 w 2048254"/>
              <a:gd name="csY194" fmla="*/ 588477 h 857940"/>
              <a:gd name="csX195" fmla="*/ 1335826 w 2048254"/>
              <a:gd name="csY195" fmla="*/ 600947 h 857940"/>
              <a:gd name="csX196" fmla="*/ 1342672 w 2048254"/>
              <a:gd name="csY196" fmla="*/ 613054 h 857940"/>
              <a:gd name="csX197" fmla="*/ 1349518 w 2048254"/>
              <a:gd name="csY197" fmla="*/ 624819 h 857940"/>
              <a:gd name="csX198" fmla="*/ 1356375 w 2048254"/>
              <a:gd name="csY198" fmla="*/ 636233 h 857940"/>
              <a:gd name="csX199" fmla="*/ 1363221 w 2048254"/>
              <a:gd name="csY199" fmla="*/ 647283 h 857940"/>
              <a:gd name="csX200" fmla="*/ 1370078 w 2048254"/>
              <a:gd name="csY200" fmla="*/ 657981 h 857940"/>
              <a:gd name="csX201" fmla="*/ 1376923 w 2048254"/>
              <a:gd name="csY201" fmla="*/ 668304 h 857940"/>
              <a:gd name="csX202" fmla="*/ 1383769 w 2048254"/>
              <a:gd name="csY202" fmla="*/ 678276 h 857940"/>
              <a:gd name="csX203" fmla="*/ 1390626 w 2048254"/>
              <a:gd name="csY203" fmla="*/ 687873 h 857940"/>
              <a:gd name="csX204" fmla="*/ 1397472 w 2048254"/>
              <a:gd name="csY204" fmla="*/ 697119 h 857940"/>
              <a:gd name="csX205" fmla="*/ 1404329 w 2048254"/>
              <a:gd name="csY205" fmla="*/ 706001 h 857940"/>
              <a:gd name="csX206" fmla="*/ 1411175 w 2048254"/>
              <a:gd name="csY206" fmla="*/ 714530 h 857940"/>
              <a:gd name="csX207" fmla="*/ 1418020 w 2048254"/>
              <a:gd name="csY207" fmla="*/ 722708 h 857940"/>
              <a:gd name="csX208" fmla="*/ 1424877 w 2048254"/>
              <a:gd name="csY208" fmla="*/ 730544 h 857940"/>
              <a:gd name="csX209" fmla="*/ 1431723 w 2048254"/>
              <a:gd name="csY209" fmla="*/ 738039 h 857940"/>
              <a:gd name="csX210" fmla="*/ 1438580 w 2048254"/>
              <a:gd name="csY210" fmla="*/ 745193 h 857940"/>
              <a:gd name="csX211" fmla="*/ 1445426 w 2048254"/>
              <a:gd name="csY211" fmla="*/ 752028 h 857940"/>
              <a:gd name="csX212" fmla="*/ 1452282 w 2048254"/>
              <a:gd name="csY212" fmla="*/ 758544 h 857940"/>
              <a:gd name="csX213" fmla="*/ 1459128 w 2048254"/>
              <a:gd name="csY213" fmla="*/ 764740 h 857940"/>
              <a:gd name="csX214" fmla="*/ 1465974 w 2048254"/>
              <a:gd name="csY214" fmla="*/ 770640 h 857940"/>
              <a:gd name="csX215" fmla="*/ 1472831 w 2048254"/>
              <a:gd name="csY215" fmla="*/ 776242 h 857940"/>
              <a:gd name="csX216" fmla="*/ 1479677 w 2048254"/>
              <a:gd name="csY216" fmla="*/ 781558 h 857940"/>
              <a:gd name="csX217" fmla="*/ 1486534 w 2048254"/>
              <a:gd name="csY217" fmla="*/ 786599 h 857940"/>
              <a:gd name="csX218" fmla="*/ 1493380 w 2048254"/>
              <a:gd name="csY218" fmla="*/ 791364 h 857940"/>
              <a:gd name="csX219" fmla="*/ 1500225 w 2048254"/>
              <a:gd name="csY219" fmla="*/ 795866 h 857940"/>
              <a:gd name="csX220" fmla="*/ 1507082 w 2048254"/>
              <a:gd name="csY220" fmla="*/ 800125 h 857940"/>
              <a:gd name="csX221" fmla="*/ 1513928 w 2048254"/>
              <a:gd name="csY221" fmla="*/ 804142 h 857940"/>
              <a:gd name="csX222" fmla="*/ 1520785 w 2048254"/>
              <a:gd name="csY222" fmla="*/ 807928 h 857940"/>
              <a:gd name="csX223" fmla="*/ 1527631 w 2048254"/>
              <a:gd name="csY223" fmla="*/ 811494 h 857940"/>
              <a:gd name="csX224" fmla="*/ 1534476 w 2048254"/>
              <a:gd name="csY224" fmla="*/ 814840 h 857940"/>
              <a:gd name="csX225" fmla="*/ 1541333 w 2048254"/>
              <a:gd name="csY225" fmla="*/ 817988 h 857940"/>
              <a:gd name="csX226" fmla="*/ 1548179 w 2048254"/>
              <a:gd name="csY226" fmla="*/ 820938 h 857940"/>
              <a:gd name="csX227" fmla="*/ 1555036 w 2048254"/>
              <a:gd name="csY227" fmla="*/ 823711 h 857940"/>
              <a:gd name="csX228" fmla="*/ 1561882 w 2048254"/>
              <a:gd name="csY228" fmla="*/ 826298 h 857940"/>
              <a:gd name="csX229" fmla="*/ 1568739 w 2048254"/>
              <a:gd name="csY229" fmla="*/ 828719 h 857940"/>
              <a:gd name="csX230" fmla="*/ 1575584 w 2048254"/>
              <a:gd name="csY230" fmla="*/ 830975 h 857940"/>
              <a:gd name="csX231" fmla="*/ 1582430 w 2048254"/>
              <a:gd name="csY231" fmla="*/ 833089 h 857940"/>
              <a:gd name="csX232" fmla="*/ 1589287 w 2048254"/>
              <a:gd name="csY232" fmla="*/ 835059 h 857940"/>
              <a:gd name="csX233" fmla="*/ 1596133 w 2048254"/>
              <a:gd name="csY233" fmla="*/ 836886 h 857940"/>
              <a:gd name="csX234" fmla="*/ 1602990 w 2048254"/>
              <a:gd name="csY234" fmla="*/ 838592 h 857940"/>
              <a:gd name="csX235" fmla="*/ 1609836 w 2048254"/>
              <a:gd name="csY235" fmla="*/ 840176 h 857940"/>
              <a:gd name="csX236" fmla="*/ 1616681 w 2048254"/>
              <a:gd name="csY236" fmla="*/ 841640 h 857940"/>
              <a:gd name="csX237" fmla="*/ 1623538 w 2048254"/>
              <a:gd name="csY237" fmla="*/ 843005 h 857940"/>
              <a:gd name="csX238" fmla="*/ 1630384 w 2048254"/>
              <a:gd name="csY238" fmla="*/ 844260 h 857940"/>
              <a:gd name="csX239" fmla="*/ 1637241 w 2048254"/>
              <a:gd name="csY239" fmla="*/ 845426 h 857940"/>
              <a:gd name="csX240" fmla="*/ 1644087 w 2048254"/>
              <a:gd name="csY240" fmla="*/ 846505 h 857940"/>
              <a:gd name="csX241" fmla="*/ 1650932 w 2048254"/>
              <a:gd name="csY241" fmla="*/ 847507 h 857940"/>
              <a:gd name="csX242" fmla="*/ 1657789 w 2048254"/>
              <a:gd name="csY242" fmla="*/ 848420 h 857940"/>
              <a:gd name="csX243" fmla="*/ 1664635 w 2048254"/>
              <a:gd name="csY243" fmla="*/ 849268 h 857940"/>
              <a:gd name="csX244" fmla="*/ 1671492 w 2048254"/>
              <a:gd name="csY244" fmla="*/ 850049 h 857940"/>
              <a:gd name="csX245" fmla="*/ 1678338 w 2048254"/>
              <a:gd name="csY245" fmla="*/ 850753 h 857940"/>
              <a:gd name="csX246" fmla="*/ 1685195 w 2048254"/>
              <a:gd name="csY246" fmla="*/ 851414 h 857940"/>
              <a:gd name="csX247" fmla="*/ 1692041 w 2048254"/>
              <a:gd name="csY247" fmla="*/ 852019 h 857940"/>
              <a:gd name="csX248" fmla="*/ 1698886 w 2048254"/>
              <a:gd name="csY248" fmla="*/ 852569 h 857940"/>
              <a:gd name="csX249" fmla="*/ 1705743 w 2048254"/>
              <a:gd name="csY249" fmla="*/ 853076 h 857940"/>
              <a:gd name="csX250" fmla="*/ 1712589 w 2048254"/>
              <a:gd name="csY250" fmla="*/ 853538 h 857940"/>
              <a:gd name="csX251" fmla="*/ 1719446 w 2048254"/>
              <a:gd name="csY251" fmla="*/ 853956 h 857940"/>
              <a:gd name="csX252" fmla="*/ 1726292 w 2048254"/>
              <a:gd name="csY252" fmla="*/ 854341 h 857940"/>
              <a:gd name="csX253" fmla="*/ 1733137 w 2048254"/>
              <a:gd name="csY253" fmla="*/ 854694 h 857940"/>
              <a:gd name="csX254" fmla="*/ 1739994 w 2048254"/>
              <a:gd name="csY254" fmla="*/ 855013 h 857940"/>
              <a:gd name="csX255" fmla="*/ 1746840 w 2048254"/>
              <a:gd name="csY255" fmla="*/ 855310 h 857940"/>
              <a:gd name="csX256" fmla="*/ 1753697 w 2048254"/>
              <a:gd name="csY256" fmla="*/ 855574 h 857940"/>
              <a:gd name="csX257" fmla="*/ 1760543 w 2048254"/>
              <a:gd name="csY257" fmla="*/ 855805 h 857940"/>
              <a:gd name="csX258" fmla="*/ 1767389 w 2048254"/>
              <a:gd name="csY258" fmla="*/ 856025 h 857940"/>
              <a:gd name="csX259" fmla="*/ 1774245 w 2048254"/>
              <a:gd name="csY259" fmla="*/ 856223 h 857940"/>
              <a:gd name="csX260" fmla="*/ 1781091 w 2048254"/>
              <a:gd name="csY260" fmla="*/ 856399 h 857940"/>
              <a:gd name="csX261" fmla="*/ 1787948 w 2048254"/>
              <a:gd name="csY261" fmla="*/ 856565 h 857940"/>
              <a:gd name="csX262" fmla="*/ 1794794 w 2048254"/>
              <a:gd name="csY262" fmla="*/ 856708 h 857940"/>
              <a:gd name="csX263" fmla="*/ 1801651 w 2048254"/>
              <a:gd name="csY263" fmla="*/ 856840 h 857940"/>
              <a:gd name="csX264" fmla="*/ 1808497 w 2048254"/>
              <a:gd name="csY264" fmla="*/ 856961 h 857940"/>
              <a:gd name="csX265" fmla="*/ 1815342 w 2048254"/>
              <a:gd name="csY265" fmla="*/ 857060 h 857940"/>
              <a:gd name="csX266" fmla="*/ 1822199 w 2048254"/>
              <a:gd name="csY266" fmla="*/ 857159 h 857940"/>
              <a:gd name="csX267" fmla="*/ 1829045 w 2048254"/>
              <a:gd name="csY267" fmla="*/ 857247 h 857940"/>
              <a:gd name="csX268" fmla="*/ 1835902 w 2048254"/>
              <a:gd name="csY268" fmla="*/ 857324 h 857940"/>
              <a:gd name="csX269" fmla="*/ 1842748 w 2048254"/>
              <a:gd name="csY269" fmla="*/ 857390 h 857940"/>
              <a:gd name="csX270" fmla="*/ 1849593 w 2048254"/>
              <a:gd name="csY270" fmla="*/ 857456 h 857940"/>
              <a:gd name="csX271" fmla="*/ 1856450 w 2048254"/>
              <a:gd name="csY271" fmla="*/ 857511 h 857940"/>
              <a:gd name="csX272" fmla="*/ 1863296 w 2048254"/>
              <a:gd name="csY272" fmla="*/ 857566 h 857940"/>
              <a:gd name="csX273" fmla="*/ 1870153 w 2048254"/>
              <a:gd name="csY273" fmla="*/ 857610 h 857940"/>
              <a:gd name="csX274" fmla="*/ 1876999 w 2048254"/>
              <a:gd name="csY274" fmla="*/ 857643 h 857940"/>
              <a:gd name="csX275" fmla="*/ 1883845 w 2048254"/>
              <a:gd name="csY275" fmla="*/ 857676 h 857940"/>
              <a:gd name="csX276" fmla="*/ 1890702 w 2048254"/>
              <a:gd name="csY276" fmla="*/ 857709 h 857940"/>
              <a:gd name="csX277" fmla="*/ 1897547 w 2048254"/>
              <a:gd name="csY277" fmla="*/ 857742 h 857940"/>
              <a:gd name="csX278" fmla="*/ 1904404 w 2048254"/>
              <a:gd name="csY278" fmla="*/ 857764 h 857940"/>
              <a:gd name="csX279" fmla="*/ 1911250 w 2048254"/>
              <a:gd name="csY279" fmla="*/ 857786 h 857940"/>
              <a:gd name="csX280" fmla="*/ 1918107 w 2048254"/>
              <a:gd name="csY280" fmla="*/ 857808 h 857940"/>
              <a:gd name="csX281" fmla="*/ 1924953 w 2048254"/>
              <a:gd name="csY281" fmla="*/ 857830 h 857940"/>
              <a:gd name="csX282" fmla="*/ 1931798 w 2048254"/>
              <a:gd name="csY282" fmla="*/ 857841 h 857940"/>
              <a:gd name="csX283" fmla="*/ 1938655 w 2048254"/>
              <a:gd name="csY283" fmla="*/ 857852 h 857940"/>
              <a:gd name="csX284" fmla="*/ 1945501 w 2048254"/>
              <a:gd name="csY284" fmla="*/ 857863 h 857940"/>
              <a:gd name="csX285" fmla="*/ 1952358 w 2048254"/>
              <a:gd name="csY285" fmla="*/ 857874 h 857940"/>
              <a:gd name="csX286" fmla="*/ 1959204 w 2048254"/>
              <a:gd name="csY286" fmla="*/ 857885 h 857940"/>
              <a:gd name="csX287" fmla="*/ 1966050 w 2048254"/>
              <a:gd name="csY287" fmla="*/ 857896 h 857940"/>
              <a:gd name="csX288" fmla="*/ 1972906 w 2048254"/>
              <a:gd name="csY288" fmla="*/ 857896 h 857940"/>
              <a:gd name="csX289" fmla="*/ 1979752 w 2048254"/>
              <a:gd name="csY289" fmla="*/ 857907 h 857940"/>
              <a:gd name="csX290" fmla="*/ 1986609 w 2048254"/>
              <a:gd name="csY290" fmla="*/ 857918 h 857940"/>
              <a:gd name="csX291" fmla="*/ 1993455 w 2048254"/>
              <a:gd name="csY291" fmla="*/ 857918 h 857940"/>
              <a:gd name="csX292" fmla="*/ 2000312 w 2048254"/>
              <a:gd name="csY292" fmla="*/ 857918 h 857940"/>
              <a:gd name="csX293" fmla="*/ 2007158 w 2048254"/>
              <a:gd name="csY293" fmla="*/ 857929 h 857940"/>
              <a:gd name="csX294" fmla="*/ 2014003 w 2048254"/>
              <a:gd name="csY294" fmla="*/ 857929 h 857940"/>
              <a:gd name="csX295" fmla="*/ 2020860 w 2048254"/>
              <a:gd name="csY295" fmla="*/ 857929 h 857940"/>
              <a:gd name="csX296" fmla="*/ 2027706 w 2048254"/>
              <a:gd name="csY296" fmla="*/ 857940 h 857940"/>
              <a:gd name="csX297" fmla="*/ 2034563 w 2048254"/>
              <a:gd name="csY297" fmla="*/ 857940 h 857940"/>
              <a:gd name="csX298" fmla="*/ 2041409 w 2048254"/>
              <a:gd name="csY298" fmla="*/ 857940 h 857940"/>
              <a:gd name="csX299" fmla="*/ 2048254 w 2048254"/>
              <a:gd name="csY299" fmla="*/ 857940 h 857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48254" h="857940">
                <a:moveTo>
                  <a:pt x="0" y="857907"/>
                </a:moveTo>
                <a:lnTo>
                  <a:pt x="6850" y="857907"/>
                </a:lnTo>
                <a:lnTo>
                  <a:pt x="13700" y="857896"/>
                </a:lnTo>
                <a:lnTo>
                  <a:pt x="20551" y="857885"/>
                </a:lnTo>
                <a:lnTo>
                  <a:pt x="27401" y="857874"/>
                </a:lnTo>
                <a:lnTo>
                  <a:pt x="34251" y="857863"/>
                </a:lnTo>
                <a:lnTo>
                  <a:pt x="41102" y="857852"/>
                </a:lnTo>
                <a:lnTo>
                  <a:pt x="47953" y="857841"/>
                </a:lnTo>
                <a:lnTo>
                  <a:pt x="54803" y="857830"/>
                </a:lnTo>
                <a:lnTo>
                  <a:pt x="61653" y="857808"/>
                </a:lnTo>
                <a:lnTo>
                  <a:pt x="68503" y="857786"/>
                </a:lnTo>
                <a:lnTo>
                  <a:pt x="75354" y="857764"/>
                </a:lnTo>
                <a:lnTo>
                  <a:pt x="82204" y="857742"/>
                </a:lnTo>
                <a:lnTo>
                  <a:pt x="89054" y="857720"/>
                </a:lnTo>
                <a:lnTo>
                  <a:pt x="95905" y="857687"/>
                </a:lnTo>
                <a:lnTo>
                  <a:pt x="102756" y="857654"/>
                </a:lnTo>
                <a:lnTo>
                  <a:pt x="109606" y="857610"/>
                </a:lnTo>
                <a:lnTo>
                  <a:pt x="116456" y="857566"/>
                </a:lnTo>
                <a:lnTo>
                  <a:pt x="123306" y="857522"/>
                </a:lnTo>
                <a:lnTo>
                  <a:pt x="130157" y="857467"/>
                </a:lnTo>
                <a:lnTo>
                  <a:pt x="137007" y="857401"/>
                </a:lnTo>
                <a:lnTo>
                  <a:pt x="143857" y="857335"/>
                </a:lnTo>
                <a:lnTo>
                  <a:pt x="150708" y="857258"/>
                </a:lnTo>
                <a:lnTo>
                  <a:pt x="157559" y="857170"/>
                </a:lnTo>
                <a:lnTo>
                  <a:pt x="164409" y="857082"/>
                </a:lnTo>
                <a:lnTo>
                  <a:pt x="171259" y="856972"/>
                </a:lnTo>
                <a:lnTo>
                  <a:pt x="178109" y="856862"/>
                </a:lnTo>
                <a:lnTo>
                  <a:pt x="184959" y="856730"/>
                </a:lnTo>
                <a:lnTo>
                  <a:pt x="191810" y="856587"/>
                </a:lnTo>
                <a:lnTo>
                  <a:pt x="198660" y="856433"/>
                </a:lnTo>
                <a:lnTo>
                  <a:pt x="205511" y="856257"/>
                </a:lnTo>
                <a:lnTo>
                  <a:pt x="212361" y="856058"/>
                </a:lnTo>
                <a:lnTo>
                  <a:pt x="219212" y="855838"/>
                </a:lnTo>
                <a:lnTo>
                  <a:pt x="226062" y="855607"/>
                </a:lnTo>
                <a:lnTo>
                  <a:pt x="232912" y="855343"/>
                </a:lnTo>
                <a:lnTo>
                  <a:pt x="239762" y="855057"/>
                </a:lnTo>
                <a:lnTo>
                  <a:pt x="246613" y="854749"/>
                </a:lnTo>
                <a:lnTo>
                  <a:pt x="253463" y="854396"/>
                </a:lnTo>
                <a:lnTo>
                  <a:pt x="260314" y="854022"/>
                </a:lnTo>
                <a:lnTo>
                  <a:pt x="267164" y="853604"/>
                </a:lnTo>
                <a:lnTo>
                  <a:pt x="274015" y="853142"/>
                </a:lnTo>
                <a:lnTo>
                  <a:pt x="280865" y="852646"/>
                </a:lnTo>
                <a:lnTo>
                  <a:pt x="287715" y="852107"/>
                </a:lnTo>
                <a:lnTo>
                  <a:pt x="294565" y="851513"/>
                </a:lnTo>
                <a:lnTo>
                  <a:pt x="301416" y="850863"/>
                </a:lnTo>
                <a:lnTo>
                  <a:pt x="308266" y="850159"/>
                </a:lnTo>
                <a:lnTo>
                  <a:pt x="315117" y="849389"/>
                </a:lnTo>
                <a:lnTo>
                  <a:pt x="321967" y="848552"/>
                </a:lnTo>
                <a:lnTo>
                  <a:pt x="328818" y="847650"/>
                </a:lnTo>
                <a:lnTo>
                  <a:pt x="335668" y="846670"/>
                </a:lnTo>
                <a:lnTo>
                  <a:pt x="342518" y="845603"/>
                </a:lnTo>
                <a:lnTo>
                  <a:pt x="349368" y="844447"/>
                </a:lnTo>
                <a:lnTo>
                  <a:pt x="356218" y="843203"/>
                </a:lnTo>
                <a:lnTo>
                  <a:pt x="363069" y="841860"/>
                </a:lnTo>
                <a:lnTo>
                  <a:pt x="369920" y="840408"/>
                </a:lnTo>
                <a:lnTo>
                  <a:pt x="376770" y="838845"/>
                </a:lnTo>
                <a:lnTo>
                  <a:pt x="383621" y="837150"/>
                </a:lnTo>
                <a:lnTo>
                  <a:pt x="390471" y="835345"/>
                </a:lnTo>
                <a:lnTo>
                  <a:pt x="397321" y="833397"/>
                </a:lnTo>
                <a:lnTo>
                  <a:pt x="404171" y="831306"/>
                </a:lnTo>
                <a:lnTo>
                  <a:pt x="411021" y="829071"/>
                </a:lnTo>
                <a:lnTo>
                  <a:pt x="417872" y="826672"/>
                </a:lnTo>
                <a:lnTo>
                  <a:pt x="424723" y="824107"/>
                </a:lnTo>
                <a:lnTo>
                  <a:pt x="431573" y="821367"/>
                </a:lnTo>
                <a:lnTo>
                  <a:pt x="438423" y="818450"/>
                </a:lnTo>
                <a:lnTo>
                  <a:pt x="445274" y="815336"/>
                </a:lnTo>
                <a:lnTo>
                  <a:pt x="452124" y="812012"/>
                </a:lnTo>
                <a:lnTo>
                  <a:pt x="458974" y="808479"/>
                </a:lnTo>
                <a:lnTo>
                  <a:pt x="465824" y="804737"/>
                </a:lnTo>
                <a:lnTo>
                  <a:pt x="472675" y="800752"/>
                </a:lnTo>
                <a:lnTo>
                  <a:pt x="479526" y="796526"/>
                </a:lnTo>
                <a:lnTo>
                  <a:pt x="486376" y="792058"/>
                </a:lnTo>
                <a:lnTo>
                  <a:pt x="493226" y="787336"/>
                </a:lnTo>
                <a:lnTo>
                  <a:pt x="500077" y="782339"/>
                </a:lnTo>
                <a:lnTo>
                  <a:pt x="506927" y="777067"/>
                </a:lnTo>
                <a:lnTo>
                  <a:pt x="513777" y="771509"/>
                </a:lnTo>
                <a:lnTo>
                  <a:pt x="520627" y="765654"/>
                </a:lnTo>
                <a:lnTo>
                  <a:pt x="527477" y="759501"/>
                </a:lnTo>
                <a:lnTo>
                  <a:pt x="534329" y="753041"/>
                </a:lnTo>
                <a:lnTo>
                  <a:pt x="541179" y="746250"/>
                </a:lnTo>
                <a:lnTo>
                  <a:pt x="548029" y="739140"/>
                </a:lnTo>
                <a:lnTo>
                  <a:pt x="554879" y="731700"/>
                </a:lnTo>
                <a:lnTo>
                  <a:pt x="561730" y="723918"/>
                </a:lnTo>
                <a:lnTo>
                  <a:pt x="568580" y="715796"/>
                </a:lnTo>
                <a:lnTo>
                  <a:pt x="575430" y="707321"/>
                </a:lnTo>
                <a:lnTo>
                  <a:pt x="582280" y="698483"/>
                </a:lnTo>
                <a:lnTo>
                  <a:pt x="589132" y="689304"/>
                </a:lnTo>
                <a:lnTo>
                  <a:pt x="595982" y="679751"/>
                </a:lnTo>
                <a:lnTo>
                  <a:pt x="602832" y="669845"/>
                </a:lnTo>
                <a:lnTo>
                  <a:pt x="609682" y="659566"/>
                </a:lnTo>
                <a:lnTo>
                  <a:pt x="616533" y="648934"/>
                </a:lnTo>
                <a:lnTo>
                  <a:pt x="623383" y="637938"/>
                </a:lnTo>
                <a:lnTo>
                  <a:pt x="630233" y="626580"/>
                </a:lnTo>
                <a:lnTo>
                  <a:pt x="637083" y="614859"/>
                </a:lnTo>
                <a:lnTo>
                  <a:pt x="643935" y="602796"/>
                </a:lnTo>
                <a:lnTo>
                  <a:pt x="650785" y="590392"/>
                </a:lnTo>
                <a:lnTo>
                  <a:pt x="657635" y="577647"/>
                </a:lnTo>
                <a:lnTo>
                  <a:pt x="664485" y="564572"/>
                </a:lnTo>
                <a:lnTo>
                  <a:pt x="671336" y="551177"/>
                </a:lnTo>
                <a:lnTo>
                  <a:pt x="678186" y="537474"/>
                </a:lnTo>
                <a:lnTo>
                  <a:pt x="685036" y="523485"/>
                </a:lnTo>
                <a:lnTo>
                  <a:pt x="691886" y="509211"/>
                </a:lnTo>
                <a:lnTo>
                  <a:pt x="698738" y="494671"/>
                </a:lnTo>
                <a:lnTo>
                  <a:pt x="705592" y="479881"/>
                </a:lnTo>
                <a:lnTo>
                  <a:pt x="712438" y="464865"/>
                </a:lnTo>
                <a:lnTo>
                  <a:pt x="719284" y="449640"/>
                </a:lnTo>
                <a:lnTo>
                  <a:pt x="726141" y="434226"/>
                </a:lnTo>
                <a:lnTo>
                  <a:pt x="732987" y="418648"/>
                </a:lnTo>
                <a:lnTo>
                  <a:pt x="739843" y="402929"/>
                </a:lnTo>
                <a:lnTo>
                  <a:pt x="746689" y="387093"/>
                </a:lnTo>
                <a:lnTo>
                  <a:pt x="753535" y="371168"/>
                </a:lnTo>
                <a:lnTo>
                  <a:pt x="760392" y="355182"/>
                </a:lnTo>
                <a:lnTo>
                  <a:pt x="767238" y="339163"/>
                </a:lnTo>
                <a:lnTo>
                  <a:pt x="774095" y="323142"/>
                </a:lnTo>
                <a:lnTo>
                  <a:pt x="780940" y="307148"/>
                </a:lnTo>
                <a:lnTo>
                  <a:pt x="787797" y="291213"/>
                </a:lnTo>
                <a:lnTo>
                  <a:pt x="794643" y="275369"/>
                </a:lnTo>
                <a:lnTo>
                  <a:pt x="801489" y="259650"/>
                </a:lnTo>
                <a:lnTo>
                  <a:pt x="808346" y="244091"/>
                </a:lnTo>
                <a:lnTo>
                  <a:pt x="815191" y="228723"/>
                </a:lnTo>
                <a:lnTo>
                  <a:pt x="822048" y="213581"/>
                </a:lnTo>
                <a:lnTo>
                  <a:pt x="828894" y="198702"/>
                </a:lnTo>
                <a:lnTo>
                  <a:pt x="835740" y="184116"/>
                </a:lnTo>
                <a:lnTo>
                  <a:pt x="842597" y="169862"/>
                </a:lnTo>
                <a:lnTo>
                  <a:pt x="849443" y="155973"/>
                </a:lnTo>
                <a:lnTo>
                  <a:pt x="856299" y="142480"/>
                </a:lnTo>
                <a:lnTo>
                  <a:pt x="863145" y="129421"/>
                </a:lnTo>
                <a:lnTo>
                  <a:pt x="869991" y="116826"/>
                </a:lnTo>
                <a:lnTo>
                  <a:pt x="876848" y="104728"/>
                </a:lnTo>
                <a:lnTo>
                  <a:pt x="883694" y="93157"/>
                </a:lnTo>
                <a:lnTo>
                  <a:pt x="890551" y="82145"/>
                </a:lnTo>
                <a:lnTo>
                  <a:pt x="897396" y="71722"/>
                </a:lnTo>
                <a:lnTo>
                  <a:pt x="904253" y="61912"/>
                </a:lnTo>
                <a:lnTo>
                  <a:pt x="911099" y="52745"/>
                </a:lnTo>
                <a:lnTo>
                  <a:pt x="917945" y="44243"/>
                </a:lnTo>
                <a:lnTo>
                  <a:pt x="924802" y="36431"/>
                </a:lnTo>
                <a:lnTo>
                  <a:pt x="931648" y="29330"/>
                </a:lnTo>
                <a:lnTo>
                  <a:pt x="938504" y="22960"/>
                </a:lnTo>
                <a:lnTo>
                  <a:pt x="945350" y="17339"/>
                </a:lnTo>
                <a:lnTo>
                  <a:pt x="952196" y="12482"/>
                </a:lnTo>
                <a:lnTo>
                  <a:pt x="959053" y="8403"/>
                </a:lnTo>
                <a:lnTo>
                  <a:pt x="965899" y="5113"/>
                </a:lnTo>
                <a:lnTo>
                  <a:pt x="972756" y="2622"/>
                </a:lnTo>
                <a:lnTo>
                  <a:pt x="979601" y="937"/>
                </a:lnTo>
                <a:lnTo>
                  <a:pt x="986447" y="62"/>
                </a:lnTo>
                <a:lnTo>
                  <a:pt x="993304" y="0"/>
                </a:lnTo>
                <a:lnTo>
                  <a:pt x="1000150" y="752"/>
                </a:lnTo>
                <a:lnTo>
                  <a:pt x="1007007" y="2315"/>
                </a:lnTo>
                <a:lnTo>
                  <a:pt x="1013852" y="4684"/>
                </a:lnTo>
                <a:lnTo>
                  <a:pt x="1020709" y="7853"/>
                </a:lnTo>
                <a:lnTo>
                  <a:pt x="1027555" y="11813"/>
                </a:lnTo>
                <a:lnTo>
                  <a:pt x="1034401" y="16553"/>
                </a:lnTo>
                <a:lnTo>
                  <a:pt x="1041258" y="22060"/>
                </a:lnTo>
                <a:lnTo>
                  <a:pt x="1048104" y="28317"/>
                </a:lnTo>
                <a:lnTo>
                  <a:pt x="1054960" y="35308"/>
                </a:lnTo>
                <a:lnTo>
                  <a:pt x="1061806" y="43013"/>
                </a:lnTo>
                <a:lnTo>
                  <a:pt x="1068652" y="51412"/>
                </a:lnTo>
                <a:lnTo>
                  <a:pt x="1075509" y="60480"/>
                </a:lnTo>
                <a:lnTo>
                  <a:pt x="1082355" y="70194"/>
                </a:lnTo>
                <a:lnTo>
                  <a:pt x="1089212" y="80526"/>
                </a:lnTo>
                <a:lnTo>
                  <a:pt x="1096057" y="91451"/>
                </a:lnTo>
                <a:lnTo>
                  <a:pt x="1102903" y="102939"/>
                </a:lnTo>
                <a:lnTo>
                  <a:pt x="1109760" y="114959"/>
                </a:lnTo>
                <a:lnTo>
                  <a:pt x="1116606" y="127481"/>
                </a:lnTo>
                <a:lnTo>
                  <a:pt x="1123463" y="140473"/>
                </a:lnTo>
                <a:lnTo>
                  <a:pt x="1130309" y="153900"/>
                </a:lnTo>
                <a:lnTo>
                  <a:pt x="1137165" y="167733"/>
                </a:lnTo>
                <a:lnTo>
                  <a:pt x="1144011" y="181934"/>
                </a:lnTo>
                <a:lnTo>
                  <a:pt x="1150857" y="196470"/>
                </a:lnTo>
                <a:lnTo>
                  <a:pt x="1157714" y="211308"/>
                </a:lnTo>
                <a:lnTo>
                  <a:pt x="1164560" y="226412"/>
                </a:lnTo>
                <a:lnTo>
                  <a:pt x="1171417" y="241748"/>
                </a:lnTo>
                <a:lnTo>
                  <a:pt x="1178262" y="257281"/>
                </a:lnTo>
                <a:lnTo>
                  <a:pt x="1185108" y="272978"/>
                </a:lnTo>
                <a:lnTo>
                  <a:pt x="1191965" y="288804"/>
                </a:lnTo>
                <a:lnTo>
                  <a:pt x="1198811" y="304726"/>
                </a:lnTo>
                <a:lnTo>
                  <a:pt x="1205668" y="320714"/>
                </a:lnTo>
                <a:lnTo>
                  <a:pt x="1212513" y="336733"/>
                </a:lnTo>
                <a:lnTo>
                  <a:pt x="1219359" y="352755"/>
                </a:lnTo>
                <a:lnTo>
                  <a:pt x="1226216" y="368748"/>
                </a:lnTo>
                <a:lnTo>
                  <a:pt x="1233062" y="384684"/>
                </a:lnTo>
                <a:lnTo>
                  <a:pt x="1239919" y="400535"/>
                </a:lnTo>
                <a:lnTo>
                  <a:pt x="1246765" y="416272"/>
                </a:lnTo>
                <a:lnTo>
                  <a:pt x="1253621" y="431875"/>
                </a:lnTo>
                <a:lnTo>
                  <a:pt x="1260467" y="447314"/>
                </a:lnTo>
                <a:lnTo>
                  <a:pt x="1267313" y="462570"/>
                </a:lnTo>
                <a:lnTo>
                  <a:pt x="1274170" y="477620"/>
                </a:lnTo>
                <a:lnTo>
                  <a:pt x="1281016" y="492437"/>
                </a:lnTo>
                <a:lnTo>
                  <a:pt x="1287873" y="507020"/>
                </a:lnTo>
                <a:lnTo>
                  <a:pt x="1294719" y="521339"/>
                </a:lnTo>
                <a:lnTo>
                  <a:pt x="1301564" y="535372"/>
                </a:lnTo>
                <a:lnTo>
                  <a:pt x="1308421" y="549119"/>
                </a:lnTo>
                <a:lnTo>
                  <a:pt x="1315267" y="562557"/>
                </a:lnTo>
                <a:lnTo>
                  <a:pt x="1322124" y="575688"/>
                </a:lnTo>
                <a:lnTo>
                  <a:pt x="1328970" y="588477"/>
                </a:lnTo>
                <a:lnTo>
                  <a:pt x="1335826" y="600947"/>
                </a:lnTo>
                <a:lnTo>
                  <a:pt x="1342672" y="613054"/>
                </a:lnTo>
                <a:lnTo>
                  <a:pt x="1349518" y="624819"/>
                </a:lnTo>
                <a:lnTo>
                  <a:pt x="1356375" y="636233"/>
                </a:lnTo>
                <a:lnTo>
                  <a:pt x="1363221" y="647283"/>
                </a:lnTo>
                <a:lnTo>
                  <a:pt x="1370078" y="657981"/>
                </a:lnTo>
                <a:lnTo>
                  <a:pt x="1376923" y="668304"/>
                </a:lnTo>
                <a:lnTo>
                  <a:pt x="1383769" y="678276"/>
                </a:lnTo>
                <a:lnTo>
                  <a:pt x="1390626" y="687873"/>
                </a:lnTo>
                <a:lnTo>
                  <a:pt x="1397472" y="697119"/>
                </a:lnTo>
                <a:lnTo>
                  <a:pt x="1404329" y="706001"/>
                </a:lnTo>
                <a:lnTo>
                  <a:pt x="1411175" y="714530"/>
                </a:lnTo>
                <a:lnTo>
                  <a:pt x="1418020" y="722708"/>
                </a:lnTo>
                <a:lnTo>
                  <a:pt x="1424877" y="730544"/>
                </a:lnTo>
                <a:lnTo>
                  <a:pt x="1431723" y="738039"/>
                </a:lnTo>
                <a:lnTo>
                  <a:pt x="1438580" y="745193"/>
                </a:lnTo>
                <a:lnTo>
                  <a:pt x="1445426" y="752028"/>
                </a:lnTo>
                <a:lnTo>
                  <a:pt x="1452282" y="758544"/>
                </a:lnTo>
                <a:lnTo>
                  <a:pt x="1459128" y="764740"/>
                </a:lnTo>
                <a:lnTo>
                  <a:pt x="1465974" y="770640"/>
                </a:lnTo>
                <a:lnTo>
                  <a:pt x="1472831" y="776242"/>
                </a:lnTo>
                <a:lnTo>
                  <a:pt x="1479677" y="781558"/>
                </a:lnTo>
                <a:lnTo>
                  <a:pt x="1486534" y="786599"/>
                </a:lnTo>
                <a:lnTo>
                  <a:pt x="1493380" y="791364"/>
                </a:lnTo>
                <a:lnTo>
                  <a:pt x="1500225" y="795866"/>
                </a:lnTo>
                <a:lnTo>
                  <a:pt x="1507082" y="800125"/>
                </a:lnTo>
                <a:lnTo>
                  <a:pt x="1513928" y="804142"/>
                </a:lnTo>
                <a:lnTo>
                  <a:pt x="1520785" y="807928"/>
                </a:lnTo>
                <a:lnTo>
                  <a:pt x="1527631" y="811494"/>
                </a:lnTo>
                <a:lnTo>
                  <a:pt x="1534476" y="814840"/>
                </a:lnTo>
                <a:lnTo>
                  <a:pt x="1541333" y="817988"/>
                </a:lnTo>
                <a:lnTo>
                  <a:pt x="1548179" y="820938"/>
                </a:lnTo>
                <a:lnTo>
                  <a:pt x="1555036" y="823711"/>
                </a:lnTo>
                <a:lnTo>
                  <a:pt x="1561882" y="826298"/>
                </a:lnTo>
                <a:lnTo>
                  <a:pt x="1568739" y="828719"/>
                </a:lnTo>
                <a:lnTo>
                  <a:pt x="1575584" y="830975"/>
                </a:lnTo>
                <a:lnTo>
                  <a:pt x="1582430" y="833089"/>
                </a:lnTo>
                <a:lnTo>
                  <a:pt x="1589287" y="835059"/>
                </a:lnTo>
                <a:lnTo>
                  <a:pt x="1596133" y="836886"/>
                </a:lnTo>
                <a:lnTo>
                  <a:pt x="1602990" y="838592"/>
                </a:lnTo>
                <a:lnTo>
                  <a:pt x="1609836" y="840176"/>
                </a:lnTo>
                <a:lnTo>
                  <a:pt x="1616681" y="841640"/>
                </a:lnTo>
                <a:lnTo>
                  <a:pt x="1623538" y="843005"/>
                </a:lnTo>
                <a:lnTo>
                  <a:pt x="1630384" y="844260"/>
                </a:lnTo>
                <a:lnTo>
                  <a:pt x="1637241" y="845426"/>
                </a:lnTo>
                <a:lnTo>
                  <a:pt x="1644087" y="846505"/>
                </a:lnTo>
                <a:lnTo>
                  <a:pt x="1650932" y="847507"/>
                </a:lnTo>
                <a:lnTo>
                  <a:pt x="1657789" y="848420"/>
                </a:lnTo>
                <a:lnTo>
                  <a:pt x="1664635" y="849268"/>
                </a:lnTo>
                <a:lnTo>
                  <a:pt x="1671492" y="850049"/>
                </a:lnTo>
                <a:lnTo>
                  <a:pt x="1678338" y="850753"/>
                </a:lnTo>
                <a:lnTo>
                  <a:pt x="1685195" y="851414"/>
                </a:lnTo>
                <a:lnTo>
                  <a:pt x="1692041" y="852019"/>
                </a:lnTo>
                <a:lnTo>
                  <a:pt x="1698886" y="852569"/>
                </a:lnTo>
                <a:lnTo>
                  <a:pt x="1705743" y="853076"/>
                </a:lnTo>
                <a:lnTo>
                  <a:pt x="1712589" y="853538"/>
                </a:lnTo>
                <a:lnTo>
                  <a:pt x="1719446" y="853956"/>
                </a:lnTo>
                <a:lnTo>
                  <a:pt x="1726292" y="854341"/>
                </a:lnTo>
                <a:lnTo>
                  <a:pt x="1733137" y="854694"/>
                </a:lnTo>
                <a:lnTo>
                  <a:pt x="1739994" y="855013"/>
                </a:lnTo>
                <a:lnTo>
                  <a:pt x="1746840" y="855310"/>
                </a:lnTo>
                <a:lnTo>
                  <a:pt x="1753697" y="855574"/>
                </a:lnTo>
                <a:lnTo>
                  <a:pt x="1760543" y="855805"/>
                </a:lnTo>
                <a:lnTo>
                  <a:pt x="1767389" y="856025"/>
                </a:lnTo>
                <a:lnTo>
                  <a:pt x="1774245" y="856223"/>
                </a:lnTo>
                <a:lnTo>
                  <a:pt x="1781091" y="856399"/>
                </a:lnTo>
                <a:lnTo>
                  <a:pt x="1787948" y="856565"/>
                </a:lnTo>
                <a:lnTo>
                  <a:pt x="1794794" y="856708"/>
                </a:lnTo>
                <a:lnTo>
                  <a:pt x="1801651" y="856840"/>
                </a:lnTo>
                <a:lnTo>
                  <a:pt x="1808497" y="856961"/>
                </a:lnTo>
                <a:lnTo>
                  <a:pt x="1815342" y="857060"/>
                </a:lnTo>
                <a:lnTo>
                  <a:pt x="1822199" y="857159"/>
                </a:lnTo>
                <a:lnTo>
                  <a:pt x="1829045" y="857247"/>
                </a:lnTo>
                <a:lnTo>
                  <a:pt x="1835902" y="857324"/>
                </a:lnTo>
                <a:lnTo>
                  <a:pt x="1842748" y="857390"/>
                </a:lnTo>
                <a:lnTo>
                  <a:pt x="1849593" y="857456"/>
                </a:lnTo>
                <a:lnTo>
                  <a:pt x="1856450" y="857511"/>
                </a:lnTo>
                <a:lnTo>
                  <a:pt x="1863296" y="857566"/>
                </a:lnTo>
                <a:lnTo>
                  <a:pt x="1870153" y="857610"/>
                </a:lnTo>
                <a:lnTo>
                  <a:pt x="1876999" y="857643"/>
                </a:lnTo>
                <a:lnTo>
                  <a:pt x="1883845" y="857676"/>
                </a:lnTo>
                <a:lnTo>
                  <a:pt x="1890702" y="857709"/>
                </a:lnTo>
                <a:lnTo>
                  <a:pt x="1897547" y="857742"/>
                </a:lnTo>
                <a:lnTo>
                  <a:pt x="1904404" y="857764"/>
                </a:lnTo>
                <a:lnTo>
                  <a:pt x="1911250" y="857786"/>
                </a:lnTo>
                <a:lnTo>
                  <a:pt x="1918107" y="857808"/>
                </a:lnTo>
                <a:lnTo>
                  <a:pt x="1924953" y="857830"/>
                </a:lnTo>
                <a:lnTo>
                  <a:pt x="1931798" y="857841"/>
                </a:lnTo>
                <a:lnTo>
                  <a:pt x="1938655" y="857852"/>
                </a:lnTo>
                <a:lnTo>
                  <a:pt x="1945501" y="857863"/>
                </a:lnTo>
                <a:lnTo>
                  <a:pt x="1952358" y="857874"/>
                </a:lnTo>
                <a:lnTo>
                  <a:pt x="1959204" y="857885"/>
                </a:lnTo>
                <a:lnTo>
                  <a:pt x="1966050" y="857896"/>
                </a:lnTo>
                <a:lnTo>
                  <a:pt x="1972906" y="857896"/>
                </a:lnTo>
                <a:lnTo>
                  <a:pt x="1979752" y="857907"/>
                </a:lnTo>
                <a:lnTo>
                  <a:pt x="1986609" y="857918"/>
                </a:lnTo>
                <a:lnTo>
                  <a:pt x="1993455" y="857918"/>
                </a:lnTo>
                <a:lnTo>
                  <a:pt x="2000312" y="857918"/>
                </a:lnTo>
                <a:lnTo>
                  <a:pt x="2007158" y="857929"/>
                </a:lnTo>
                <a:lnTo>
                  <a:pt x="2014003" y="857929"/>
                </a:lnTo>
                <a:lnTo>
                  <a:pt x="2020860" y="857929"/>
                </a:lnTo>
                <a:lnTo>
                  <a:pt x="2027706" y="857940"/>
                </a:lnTo>
                <a:lnTo>
                  <a:pt x="2034563" y="857940"/>
                </a:lnTo>
                <a:lnTo>
                  <a:pt x="2041409" y="857940"/>
                </a:lnTo>
                <a:lnTo>
                  <a:pt x="2048254" y="857940"/>
                </a:lnTo>
              </a:path>
            </a:pathLst>
          </a:custGeom>
          <a:noFill/>
          <a:ln w="13192" cap="rnd">
            <a:solidFill>
              <a:srgbClr val="FF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1" name="Freeform 870">
            <a:extLst>
              <a:ext uri="{FF2B5EF4-FFF2-40B4-BE49-F238E27FC236}">
                <a16:creationId xmlns:a16="http://schemas.microsoft.com/office/drawing/2014/main" id="{1E05314B-F1E0-16A1-779B-4379DD9F58B0}"/>
              </a:ext>
            </a:extLst>
          </p:cNvPr>
          <p:cNvSpPr/>
          <p:nvPr/>
        </p:nvSpPr>
        <p:spPr>
          <a:xfrm>
            <a:off x="1875730" y="3335491"/>
            <a:ext cx="2048254" cy="1421773"/>
          </a:xfrm>
          <a:custGeom>
            <a:avLst/>
            <a:gdLst>
              <a:gd name="csX0" fmla="*/ 0 w 2048254"/>
              <a:gd name="csY0" fmla="*/ 1421774 h 1421773"/>
              <a:gd name="csX1" fmla="*/ 6850 w 2048254"/>
              <a:gd name="csY1" fmla="*/ 1421774 h 1421773"/>
              <a:gd name="csX2" fmla="*/ 13700 w 2048254"/>
              <a:gd name="csY2" fmla="*/ 1421774 h 1421773"/>
              <a:gd name="csX3" fmla="*/ 20551 w 2048254"/>
              <a:gd name="csY3" fmla="*/ 1421774 h 1421773"/>
              <a:gd name="csX4" fmla="*/ 27401 w 2048254"/>
              <a:gd name="csY4" fmla="*/ 1421774 h 1421773"/>
              <a:gd name="csX5" fmla="*/ 34251 w 2048254"/>
              <a:gd name="csY5" fmla="*/ 1421774 h 1421773"/>
              <a:gd name="csX6" fmla="*/ 41102 w 2048254"/>
              <a:gd name="csY6" fmla="*/ 1421774 h 1421773"/>
              <a:gd name="csX7" fmla="*/ 47953 w 2048254"/>
              <a:gd name="csY7" fmla="*/ 1421774 h 1421773"/>
              <a:gd name="csX8" fmla="*/ 54803 w 2048254"/>
              <a:gd name="csY8" fmla="*/ 1421774 h 1421773"/>
              <a:gd name="csX9" fmla="*/ 61653 w 2048254"/>
              <a:gd name="csY9" fmla="*/ 1421774 h 1421773"/>
              <a:gd name="csX10" fmla="*/ 68503 w 2048254"/>
              <a:gd name="csY10" fmla="*/ 1421774 h 1421773"/>
              <a:gd name="csX11" fmla="*/ 75354 w 2048254"/>
              <a:gd name="csY11" fmla="*/ 1421774 h 1421773"/>
              <a:gd name="csX12" fmla="*/ 82204 w 2048254"/>
              <a:gd name="csY12" fmla="*/ 1421774 h 1421773"/>
              <a:gd name="csX13" fmla="*/ 89054 w 2048254"/>
              <a:gd name="csY13" fmla="*/ 1421774 h 1421773"/>
              <a:gd name="csX14" fmla="*/ 95905 w 2048254"/>
              <a:gd name="csY14" fmla="*/ 1421774 h 1421773"/>
              <a:gd name="csX15" fmla="*/ 102756 w 2048254"/>
              <a:gd name="csY15" fmla="*/ 1421774 h 1421773"/>
              <a:gd name="csX16" fmla="*/ 109606 w 2048254"/>
              <a:gd name="csY16" fmla="*/ 1421774 h 1421773"/>
              <a:gd name="csX17" fmla="*/ 116456 w 2048254"/>
              <a:gd name="csY17" fmla="*/ 1421774 h 1421773"/>
              <a:gd name="csX18" fmla="*/ 123306 w 2048254"/>
              <a:gd name="csY18" fmla="*/ 1421774 h 1421773"/>
              <a:gd name="csX19" fmla="*/ 130157 w 2048254"/>
              <a:gd name="csY19" fmla="*/ 1421774 h 1421773"/>
              <a:gd name="csX20" fmla="*/ 137007 w 2048254"/>
              <a:gd name="csY20" fmla="*/ 1421774 h 1421773"/>
              <a:gd name="csX21" fmla="*/ 143857 w 2048254"/>
              <a:gd name="csY21" fmla="*/ 1421774 h 1421773"/>
              <a:gd name="csX22" fmla="*/ 150708 w 2048254"/>
              <a:gd name="csY22" fmla="*/ 1421774 h 1421773"/>
              <a:gd name="csX23" fmla="*/ 157559 w 2048254"/>
              <a:gd name="csY23" fmla="*/ 1421774 h 1421773"/>
              <a:gd name="csX24" fmla="*/ 164409 w 2048254"/>
              <a:gd name="csY24" fmla="*/ 1421774 h 1421773"/>
              <a:gd name="csX25" fmla="*/ 171259 w 2048254"/>
              <a:gd name="csY25" fmla="*/ 1421774 h 1421773"/>
              <a:gd name="csX26" fmla="*/ 178109 w 2048254"/>
              <a:gd name="csY26" fmla="*/ 1421774 h 1421773"/>
              <a:gd name="csX27" fmla="*/ 184959 w 2048254"/>
              <a:gd name="csY27" fmla="*/ 1421774 h 1421773"/>
              <a:gd name="csX28" fmla="*/ 191810 w 2048254"/>
              <a:gd name="csY28" fmla="*/ 1421774 h 1421773"/>
              <a:gd name="csX29" fmla="*/ 198660 w 2048254"/>
              <a:gd name="csY29" fmla="*/ 1421774 h 1421773"/>
              <a:gd name="csX30" fmla="*/ 205511 w 2048254"/>
              <a:gd name="csY30" fmla="*/ 1421774 h 1421773"/>
              <a:gd name="csX31" fmla="*/ 212361 w 2048254"/>
              <a:gd name="csY31" fmla="*/ 1421774 h 1421773"/>
              <a:gd name="csX32" fmla="*/ 219212 w 2048254"/>
              <a:gd name="csY32" fmla="*/ 1421774 h 1421773"/>
              <a:gd name="csX33" fmla="*/ 226062 w 2048254"/>
              <a:gd name="csY33" fmla="*/ 1421774 h 1421773"/>
              <a:gd name="csX34" fmla="*/ 232912 w 2048254"/>
              <a:gd name="csY34" fmla="*/ 1421774 h 1421773"/>
              <a:gd name="csX35" fmla="*/ 239762 w 2048254"/>
              <a:gd name="csY35" fmla="*/ 1421774 h 1421773"/>
              <a:gd name="csX36" fmla="*/ 246613 w 2048254"/>
              <a:gd name="csY36" fmla="*/ 1421774 h 1421773"/>
              <a:gd name="csX37" fmla="*/ 253463 w 2048254"/>
              <a:gd name="csY37" fmla="*/ 1421774 h 1421773"/>
              <a:gd name="csX38" fmla="*/ 260314 w 2048254"/>
              <a:gd name="csY38" fmla="*/ 1421774 h 1421773"/>
              <a:gd name="csX39" fmla="*/ 267164 w 2048254"/>
              <a:gd name="csY39" fmla="*/ 1421774 h 1421773"/>
              <a:gd name="csX40" fmla="*/ 274015 w 2048254"/>
              <a:gd name="csY40" fmla="*/ 1421774 h 1421773"/>
              <a:gd name="csX41" fmla="*/ 280865 w 2048254"/>
              <a:gd name="csY41" fmla="*/ 1421774 h 1421773"/>
              <a:gd name="csX42" fmla="*/ 287715 w 2048254"/>
              <a:gd name="csY42" fmla="*/ 1421774 h 1421773"/>
              <a:gd name="csX43" fmla="*/ 294565 w 2048254"/>
              <a:gd name="csY43" fmla="*/ 1421774 h 1421773"/>
              <a:gd name="csX44" fmla="*/ 301416 w 2048254"/>
              <a:gd name="csY44" fmla="*/ 1421774 h 1421773"/>
              <a:gd name="csX45" fmla="*/ 308266 w 2048254"/>
              <a:gd name="csY45" fmla="*/ 1421774 h 1421773"/>
              <a:gd name="csX46" fmla="*/ 315117 w 2048254"/>
              <a:gd name="csY46" fmla="*/ 1421774 h 1421773"/>
              <a:gd name="csX47" fmla="*/ 321967 w 2048254"/>
              <a:gd name="csY47" fmla="*/ 1421763 h 1421773"/>
              <a:gd name="csX48" fmla="*/ 328818 w 2048254"/>
              <a:gd name="csY48" fmla="*/ 1421763 h 1421773"/>
              <a:gd name="csX49" fmla="*/ 335668 w 2048254"/>
              <a:gd name="csY49" fmla="*/ 1421763 h 1421773"/>
              <a:gd name="csX50" fmla="*/ 342518 w 2048254"/>
              <a:gd name="csY50" fmla="*/ 1421763 h 1421773"/>
              <a:gd name="csX51" fmla="*/ 349368 w 2048254"/>
              <a:gd name="csY51" fmla="*/ 1421763 h 1421773"/>
              <a:gd name="csX52" fmla="*/ 356218 w 2048254"/>
              <a:gd name="csY52" fmla="*/ 1421752 h 1421773"/>
              <a:gd name="csX53" fmla="*/ 363069 w 2048254"/>
              <a:gd name="csY53" fmla="*/ 1421752 h 1421773"/>
              <a:gd name="csX54" fmla="*/ 369920 w 2048254"/>
              <a:gd name="csY54" fmla="*/ 1421741 h 1421773"/>
              <a:gd name="csX55" fmla="*/ 376770 w 2048254"/>
              <a:gd name="csY55" fmla="*/ 1421730 h 1421773"/>
              <a:gd name="csX56" fmla="*/ 383621 w 2048254"/>
              <a:gd name="csY56" fmla="*/ 1421719 h 1421773"/>
              <a:gd name="csX57" fmla="*/ 390471 w 2048254"/>
              <a:gd name="csY57" fmla="*/ 1421708 h 1421773"/>
              <a:gd name="csX58" fmla="*/ 397321 w 2048254"/>
              <a:gd name="csY58" fmla="*/ 1421697 h 1421773"/>
              <a:gd name="csX59" fmla="*/ 404171 w 2048254"/>
              <a:gd name="csY59" fmla="*/ 1421675 h 1421773"/>
              <a:gd name="csX60" fmla="*/ 411021 w 2048254"/>
              <a:gd name="csY60" fmla="*/ 1421642 h 1421773"/>
              <a:gd name="csX61" fmla="*/ 417872 w 2048254"/>
              <a:gd name="csY61" fmla="*/ 1421620 h 1421773"/>
              <a:gd name="csX62" fmla="*/ 424723 w 2048254"/>
              <a:gd name="csY62" fmla="*/ 1421576 h 1421773"/>
              <a:gd name="csX63" fmla="*/ 431573 w 2048254"/>
              <a:gd name="csY63" fmla="*/ 1421532 h 1421773"/>
              <a:gd name="csX64" fmla="*/ 438423 w 2048254"/>
              <a:gd name="csY64" fmla="*/ 1421476 h 1421773"/>
              <a:gd name="csX65" fmla="*/ 445274 w 2048254"/>
              <a:gd name="csY65" fmla="*/ 1421399 h 1421773"/>
              <a:gd name="csX66" fmla="*/ 452124 w 2048254"/>
              <a:gd name="csY66" fmla="*/ 1421322 h 1421773"/>
              <a:gd name="csX67" fmla="*/ 458974 w 2048254"/>
              <a:gd name="csY67" fmla="*/ 1421212 h 1421773"/>
              <a:gd name="csX68" fmla="*/ 465824 w 2048254"/>
              <a:gd name="csY68" fmla="*/ 1421091 h 1421773"/>
              <a:gd name="csX69" fmla="*/ 472675 w 2048254"/>
              <a:gd name="csY69" fmla="*/ 1420948 h 1421773"/>
              <a:gd name="csX70" fmla="*/ 479526 w 2048254"/>
              <a:gd name="csY70" fmla="*/ 1420761 h 1421773"/>
              <a:gd name="csX71" fmla="*/ 486376 w 2048254"/>
              <a:gd name="csY71" fmla="*/ 1420552 h 1421773"/>
              <a:gd name="csX72" fmla="*/ 493226 w 2048254"/>
              <a:gd name="csY72" fmla="*/ 1420288 h 1421773"/>
              <a:gd name="csX73" fmla="*/ 500077 w 2048254"/>
              <a:gd name="csY73" fmla="*/ 1419991 h 1421773"/>
              <a:gd name="csX74" fmla="*/ 506927 w 2048254"/>
              <a:gd name="csY74" fmla="*/ 1419627 h 1421773"/>
              <a:gd name="csX75" fmla="*/ 513777 w 2048254"/>
              <a:gd name="csY75" fmla="*/ 1419187 h 1421773"/>
              <a:gd name="csX76" fmla="*/ 520627 w 2048254"/>
              <a:gd name="csY76" fmla="*/ 1418681 h 1421773"/>
              <a:gd name="csX77" fmla="*/ 527477 w 2048254"/>
              <a:gd name="csY77" fmla="*/ 1418087 h 1421773"/>
              <a:gd name="csX78" fmla="*/ 534329 w 2048254"/>
              <a:gd name="csY78" fmla="*/ 1417382 h 1421773"/>
              <a:gd name="csX79" fmla="*/ 541179 w 2048254"/>
              <a:gd name="csY79" fmla="*/ 1416546 h 1421773"/>
              <a:gd name="csX80" fmla="*/ 548029 w 2048254"/>
              <a:gd name="csY80" fmla="*/ 1415588 h 1421773"/>
              <a:gd name="csX81" fmla="*/ 554879 w 2048254"/>
              <a:gd name="csY81" fmla="*/ 1414466 h 1421773"/>
              <a:gd name="csX82" fmla="*/ 561730 w 2048254"/>
              <a:gd name="csY82" fmla="*/ 1413156 h 1421773"/>
              <a:gd name="csX83" fmla="*/ 568580 w 2048254"/>
              <a:gd name="csY83" fmla="*/ 1411637 h 1421773"/>
              <a:gd name="csX84" fmla="*/ 575430 w 2048254"/>
              <a:gd name="csY84" fmla="*/ 1409898 h 1421773"/>
              <a:gd name="csX85" fmla="*/ 582280 w 2048254"/>
              <a:gd name="csY85" fmla="*/ 1407884 h 1421773"/>
              <a:gd name="csX86" fmla="*/ 589132 w 2048254"/>
              <a:gd name="csY86" fmla="*/ 1405562 h 1421773"/>
              <a:gd name="csX87" fmla="*/ 595982 w 2048254"/>
              <a:gd name="csY87" fmla="*/ 1402920 h 1421773"/>
              <a:gd name="csX88" fmla="*/ 602832 w 2048254"/>
              <a:gd name="csY88" fmla="*/ 1399893 h 1421773"/>
              <a:gd name="csX89" fmla="*/ 609682 w 2048254"/>
              <a:gd name="csY89" fmla="*/ 1396448 h 1421773"/>
              <a:gd name="csX90" fmla="*/ 616533 w 2048254"/>
              <a:gd name="csY90" fmla="*/ 1392541 h 1421773"/>
              <a:gd name="csX91" fmla="*/ 623383 w 2048254"/>
              <a:gd name="csY91" fmla="*/ 1388117 h 1421773"/>
              <a:gd name="csX92" fmla="*/ 630233 w 2048254"/>
              <a:gd name="csY92" fmla="*/ 1383120 h 1421773"/>
              <a:gd name="csX93" fmla="*/ 637083 w 2048254"/>
              <a:gd name="csY93" fmla="*/ 1377496 h 1421773"/>
              <a:gd name="csX94" fmla="*/ 643935 w 2048254"/>
              <a:gd name="csY94" fmla="*/ 1371200 h 1421773"/>
              <a:gd name="csX95" fmla="*/ 650785 w 2048254"/>
              <a:gd name="csY95" fmla="*/ 1364145 h 1421773"/>
              <a:gd name="csX96" fmla="*/ 657635 w 2048254"/>
              <a:gd name="csY96" fmla="*/ 1356276 h 1421773"/>
              <a:gd name="csX97" fmla="*/ 664485 w 2048254"/>
              <a:gd name="csY97" fmla="*/ 1347537 h 1421773"/>
              <a:gd name="csX98" fmla="*/ 671336 w 2048254"/>
              <a:gd name="csY98" fmla="*/ 1337841 h 1421773"/>
              <a:gd name="csX99" fmla="*/ 678186 w 2048254"/>
              <a:gd name="csY99" fmla="*/ 1327132 h 1421773"/>
              <a:gd name="csX100" fmla="*/ 685036 w 2048254"/>
              <a:gd name="csY100" fmla="*/ 1315333 h 1421773"/>
              <a:gd name="csX101" fmla="*/ 691886 w 2048254"/>
              <a:gd name="csY101" fmla="*/ 1302368 h 1421773"/>
              <a:gd name="csX102" fmla="*/ 698738 w 2048254"/>
              <a:gd name="csY102" fmla="*/ 1288170 h 1421773"/>
              <a:gd name="csX103" fmla="*/ 705592 w 2048254"/>
              <a:gd name="csY103" fmla="*/ 1272684 h 1421773"/>
              <a:gd name="csX104" fmla="*/ 712438 w 2048254"/>
              <a:gd name="csY104" fmla="*/ 1255834 h 1421773"/>
              <a:gd name="csX105" fmla="*/ 719284 w 2048254"/>
              <a:gd name="csY105" fmla="*/ 1237553 h 1421773"/>
              <a:gd name="csX106" fmla="*/ 726141 w 2048254"/>
              <a:gd name="csY106" fmla="*/ 1217797 h 1421773"/>
              <a:gd name="csX107" fmla="*/ 732987 w 2048254"/>
              <a:gd name="csY107" fmla="*/ 1196511 h 1421773"/>
              <a:gd name="csX108" fmla="*/ 739843 w 2048254"/>
              <a:gd name="csY108" fmla="*/ 1173651 h 1421773"/>
              <a:gd name="csX109" fmla="*/ 746689 w 2048254"/>
              <a:gd name="csY109" fmla="*/ 1149173 h 1421773"/>
              <a:gd name="csX110" fmla="*/ 753535 w 2048254"/>
              <a:gd name="csY110" fmla="*/ 1123067 h 1421773"/>
              <a:gd name="csX111" fmla="*/ 760392 w 2048254"/>
              <a:gd name="csY111" fmla="*/ 1095309 h 1421773"/>
              <a:gd name="csX112" fmla="*/ 767238 w 2048254"/>
              <a:gd name="csY112" fmla="*/ 1065901 h 1421773"/>
              <a:gd name="csX113" fmla="*/ 774095 w 2048254"/>
              <a:gd name="csY113" fmla="*/ 1034854 h 1421773"/>
              <a:gd name="csX114" fmla="*/ 780940 w 2048254"/>
              <a:gd name="csY114" fmla="*/ 1002192 h 1421773"/>
              <a:gd name="csX115" fmla="*/ 787797 w 2048254"/>
              <a:gd name="csY115" fmla="*/ 967955 h 1421773"/>
              <a:gd name="csX116" fmla="*/ 794643 w 2048254"/>
              <a:gd name="csY116" fmla="*/ 932201 h 1421773"/>
              <a:gd name="csX117" fmla="*/ 801489 w 2048254"/>
              <a:gd name="csY117" fmla="*/ 895006 h 1421773"/>
              <a:gd name="csX118" fmla="*/ 808346 w 2048254"/>
              <a:gd name="csY118" fmla="*/ 856458 h 1421773"/>
              <a:gd name="csX119" fmla="*/ 815191 w 2048254"/>
              <a:gd name="csY119" fmla="*/ 816668 h 1421773"/>
              <a:gd name="csX120" fmla="*/ 822048 w 2048254"/>
              <a:gd name="csY120" fmla="*/ 775762 h 1421773"/>
              <a:gd name="csX121" fmla="*/ 828894 w 2048254"/>
              <a:gd name="csY121" fmla="*/ 733884 h 1421773"/>
              <a:gd name="csX122" fmla="*/ 835740 w 2048254"/>
              <a:gd name="csY122" fmla="*/ 691197 h 1421773"/>
              <a:gd name="csX123" fmla="*/ 842597 w 2048254"/>
              <a:gd name="csY123" fmla="*/ 647881 h 1421773"/>
              <a:gd name="csX124" fmla="*/ 849443 w 2048254"/>
              <a:gd name="csY124" fmla="*/ 604128 h 1421773"/>
              <a:gd name="csX125" fmla="*/ 856299 w 2048254"/>
              <a:gd name="csY125" fmla="*/ 560148 h 1421773"/>
              <a:gd name="csX126" fmla="*/ 863145 w 2048254"/>
              <a:gd name="csY126" fmla="*/ 516164 h 1421773"/>
              <a:gd name="csX127" fmla="*/ 869991 w 2048254"/>
              <a:gd name="csY127" fmla="*/ 472413 h 1421773"/>
              <a:gd name="csX128" fmla="*/ 876848 w 2048254"/>
              <a:gd name="csY128" fmla="*/ 429136 h 1421773"/>
              <a:gd name="csX129" fmla="*/ 883694 w 2048254"/>
              <a:gd name="csY129" fmla="*/ 386585 h 1421773"/>
              <a:gd name="csX130" fmla="*/ 890551 w 2048254"/>
              <a:gd name="csY130" fmla="*/ 345019 h 1421773"/>
              <a:gd name="csX131" fmla="*/ 897396 w 2048254"/>
              <a:gd name="csY131" fmla="*/ 304698 h 1421773"/>
              <a:gd name="csX132" fmla="*/ 904253 w 2048254"/>
              <a:gd name="csY132" fmla="*/ 265881 h 1421773"/>
              <a:gd name="csX133" fmla="*/ 911099 w 2048254"/>
              <a:gd name="csY133" fmla="*/ 228827 h 1421773"/>
              <a:gd name="csX134" fmla="*/ 917945 w 2048254"/>
              <a:gd name="csY134" fmla="*/ 193788 h 1421773"/>
              <a:gd name="csX135" fmla="*/ 924802 w 2048254"/>
              <a:gd name="csY135" fmla="*/ 161007 h 1421773"/>
              <a:gd name="csX136" fmla="*/ 931648 w 2048254"/>
              <a:gd name="csY136" fmla="*/ 130719 h 1421773"/>
              <a:gd name="csX137" fmla="*/ 938504 w 2048254"/>
              <a:gd name="csY137" fmla="*/ 103142 h 1421773"/>
              <a:gd name="csX138" fmla="*/ 945350 w 2048254"/>
              <a:gd name="csY138" fmla="*/ 78480 h 1421773"/>
              <a:gd name="csX139" fmla="*/ 952196 w 2048254"/>
              <a:gd name="csY139" fmla="*/ 56915 h 1421773"/>
              <a:gd name="csX140" fmla="*/ 959053 w 2048254"/>
              <a:gd name="csY140" fmla="*/ 38613 h 1421773"/>
              <a:gd name="csX141" fmla="*/ 965899 w 2048254"/>
              <a:gd name="csY141" fmla="*/ 23711 h 1421773"/>
              <a:gd name="csX142" fmla="*/ 972756 w 2048254"/>
              <a:gd name="csY142" fmla="*/ 12325 h 1421773"/>
              <a:gd name="csX143" fmla="*/ 979601 w 2048254"/>
              <a:gd name="csY143" fmla="*/ 4542 h 1421773"/>
              <a:gd name="csX144" fmla="*/ 986447 w 2048254"/>
              <a:gd name="csY144" fmla="*/ 423 h 1421773"/>
              <a:gd name="csX145" fmla="*/ 993304 w 2048254"/>
              <a:gd name="csY145" fmla="*/ 0 h 1421773"/>
              <a:gd name="csX146" fmla="*/ 1000150 w 2048254"/>
              <a:gd name="csY146" fmla="*/ 3277 h 1421773"/>
              <a:gd name="csX147" fmla="*/ 1007007 w 2048254"/>
              <a:gd name="csY147" fmla="*/ 10227 h 1421773"/>
              <a:gd name="csX148" fmla="*/ 1013852 w 2048254"/>
              <a:gd name="csY148" fmla="*/ 20798 h 1421773"/>
              <a:gd name="csX149" fmla="*/ 1020709 w 2048254"/>
              <a:gd name="csY149" fmla="*/ 34906 h 1421773"/>
              <a:gd name="csX150" fmla="*/ 1027555 w 2048254"/>
              <a:gd name="csY150" fmla="*/ 52443 h 1421773"/>
              <a:gd name="csX151" fmla="*/ 1034401 w 2048254"/>
              <a:gd name="csY151" fmla="*/ 73276 h 1421773"/>
              <a:gd name="csX152" fmla="*/ 1041258 w 2048254"/>
              <a:gd name="csY152" fmla="*/ 97246 h 1421773"/>
              <a:gd name="csX153" fmla="*/ 1048104 w 2048254"/>
              <a:gd name="csY153" fmla="*/ 124175 h 1421773"/>
              <a:gd name="csX154" fmla="*/ 1054960 w 2048254"/>
              <a:gd name="csY154" fmla="*/ 153863 h 1421773"/>
              <a:gd name="csX155" fmla="*/ 1061806 w 2048254"/>
              <a:gd name="csY155" fmla="*/ 186093 h 1421773"/>
              <a:gd name="csX156" fmla="*/ 1068652 w 2048254"/>
              <a:gd name="csY156" fmla="*/ 220638 h 1421773"/>
              <a:gd name="csX157" fmla="*/ 1075509 w 2048254"/>
              <a:gd name="csY157" fmla="*/ 257255 h 1421773"/>
              <a:gd name="csX158" fmla="*/ 1082355 w 2048254"/>
              <a:gd name="csY158" fmla="*/ 295691 h 1421773"/>
              <a:gd name="csX159" fmla="*/ 1089212 w 2048254"/>
              <a:gd name="csY159" fmla="*/ 335692 h 1421773"/>
              <a:gd name="csX160" fmla="*/ 1096057 w 2048254"/>
              <a:gd name="csY160" fmla="*/ 376997 h 1421773"/>
              <a:gd name="csX161" fmla="*/ 1102903 w 2048254"/>
              <a:gd name="csY161" fmla="*/ 419344 h 1421773"/>
              <a:gd name="csX162" fmla="*/ 1109760 w 2048254"/>
              <a:gd name="csY162" fmla="*/ 462479 h 1421773"/>
              <a:gd name="csX163" fmla="*/ 1116606 w 2048254"/>
              <a:gd name="csY163" fmla="*/ 506144 h 1421773"/>
              <a:gd name="csX164" fmla="*/ 1123463 w 2048254"/>
              <a:gd name="csY164" fmla="*/ 550095 h 1421773"/>
              <a:gd name="csX165" fmla="*/ 1130309 w 2048254"/>
              <a:gd name="csY165" fmla="*/ 594096 h 1421773"/>
              <a:gd name="csX166" fmla="*/ 1137165 w 2048254"/>
              <a:gd name="csY166" fmla="*/ 637920 h 1421773"/>
              <a:gd name="csX167" fmla="*/ 1144011 w 2048254"/>
              <a:gd name="csY167" fmla="*/ 681355 h 1421773"/>
              <a:gd name="csX168" fmla="*/ 1150857 w 2048254"/>
              <a:gd name="csY168" fmla="*/ 724202 h 1421773"/>
              <a:gd name="csX169" fmla="*/ 1157714 w 2048254"/>
              <a:gd name="csY169" fmla="*/ 766278 h 1421773"/>
              <a:gd name="csX170" fmla="*/ 1164560 w 2048254"/>
              <a:gd name="csY170" fmla="*/ 807419 h 1421773"/>
              <a:gd name="csX171" fmla="*/ 1171417 w 2048254"/>
              <a:gd name="csY171" fmla="*/ 847476 h 1421773"/>
              <a:gd name="csX172" fmla="*/ 1178262 w 2048254"/>
              <a:gd name="csY172" fmla="*/ 886318 h 1421773"/>
              <a:gd name="csX173" fmla="*/ 1185108 w 2048254"/>
              <a:gd name="csY173" fmla="*/ 923831 h 1421773"/>
              <a:gd name="csX174" fmla="*/ 1191965 w 2048254"/>
              <a:gd name="csY174" fmla="*/ 959921 h 1421773"/>
              <a:gd name="csX175" fmla="*/ 1198811 w 2048254"/>
              <a:gd name="csY175" fmla="*/ 994509 h 1421773"/>
              <a:gd name="csX176" fmla="*/ 1205668 w 2048254"/>
              <a:gd name="csY176" fmla="*/ 1027535 h 1421773"/>
              <a:gd name="csX177" fmla="*/ 1212513 w 2048254"/>
              <a:gd name="csY177" fmla="*/ 1058956 h 1421773"/>
              <a:gd name="csX178" fmla="*/ 1219359 w 2048254"/>
              <a:gd name="csY178" fmla="*/ 1088739 h 1421773"/>
              <a:gd name="csX179" fmla="*/ 1226216 w 2048254"/>
              <a:gd name="csY179" fmla="*/ 1116870 h 1421773"/>
              <a:gd name="csX180" fmla="*/ 1233062 w 2048254"/>
              <a:gd name="csY180" fmla="*/ 1143362 h 1421773"/>
              <a:gd name="csX181" fmla="*/ 1239919 w 2048254"/>
              <a:gd name="csY181" fmla="*/ 1168203 h 1421773"/>
              <a:gd name="csX182" fmla="*/ 1246765 w 2048254"/>
              <a:gd name="csY182" fmla="*/ 1191426 h 1421773"/>
              <a:gd name="csX183" fmla="*/ 1253621 w 2048254"/>
              <a:gd name="csY183" fmla="*/ 1213075 h 1421773"/>
              <a:gd name="csX184" fmla="*/ 1260467 w 2048254"/>
              <a:gd name="csY184" fmla="*/ 1233183 h 1421773"/>
              <a:gd name="csX185" fmla="*/ 1267313 w 2048254"/>
              <a:gd name="csY185" fmla="*/ 1251784 h 1421773"/>
              <a:gd name="csX186" fmla="*/ 1274170 w 2048254"/>
              <a:gd name="csY186" fmla="*/ 1268964 h 1421773"/>
              <a:gd name="csX187" fmla="*/ 1281016 w 2048254"/>
              <a:gd name="csY187" fmla="*/ 1284758 h 1421773"/>
              <a:gd name="csX188" fmla="*/ 1287873 w 2048254"/>
              <a:gd name="csY188" fmla="*/ 1299231 h 1421773"/>
              <a:gd name="csX189" fmla="*/ 1294719 w 2048254"/>
              <a:gd name="csY189" fmla="*/ 1312472 h 1421773"/>
              <a:gd name="csX190" fmla="*/ 1301564 w 2048254"/>
              <a:gd name="csY190" fmla="*/ 1324534 h 1421773"/>
              <a:gd name="csX191" fmla="*/ 1308421 w 2048254"/>
              <a:gd name="csY191" fmla="*/ 1335485 h 1421773"/>
              <a:gd name="csX192" fmla="*/ 1315267 w 2048254"/>
              <a:gd name="csY192" fmla="*/ 1345402 h 1421773"/>
              <a:gd name="csX193" fmla="*/ 1322124 w 2048254"/>
              <a:gd name="csY193" fmla="*/ 1354361 h 1421773"/>
              <a:gd name="csX194" fmla="*/ 1328970 w 2048254"/>
              <a:gd name="csY194" fmla="*/ 1362418 h 1421773"/>
              <a:gd name="csX195" fmla="*/ 1335826 w 2048254"/>
              <a:gd name="csY195" fmla="*/ 1369649 h 1421773"/>
              <a:gd name="csX196" fmla="*/ 1342672 w 2048254"/>
              <a:gd name="csY196" fmla="*/ 1376120 h 1421773"/>
              <a:gd name="csX197" fmla="*/ 1349518 w 2048254"/>
              <a:gd name="csY197" fmla="*/ 1381898 h 1421773"/>
              <a:gd name="csX198" fmla="*/ 1356375 w 2048254"/>
              <a:gd name="csY198" fmla="*/ 1387027 h 1421773"/>
              <a:gd name="csX199" fmla="*/ 1363221 w 2048254"/>
              <a:gd name="csY199" fmla="*/ 1391573 h 1421773"/>
              <a:gd name="csX200" fmla="*/ 1370078 w 2048254"/>
              <a:gd name="csY200" fmla="*/ 1395601 h 1421773"/>
              <a:gd name="csX201" fmla="*/ 1376923 w 2048254"/>
              <a:gd name="csY201" fmla="*/ 1399145 h 1421773"/>
              <a:gd name="csX202" fmla="*/ 1383769 w 2048254"/>
              <a:gd name="csY202" fmla="*/ 1402260 h 1421773"/>
              <a:gd name="csX203" fmla="*/ 1390626 w 2048254"/>
              <a:gd name="csY203" fmla="*/ 1404989 h 1421773"/>
              <a:gd name="csX204" fmla="*/ 1397472 w 2048254"/>
              <a:gd name="csY204" fmla="*/ 1407378 h 1421773"/>
              <a:gd name="csX205" fmla="*/ 1404329 w 2048254"/>
              <a:gd name="csY205" fmla="*/ 1409458 h 1421773"/>
              <a:gd name="csX206" fmla="*/ 1411175 w 2048254"/>
              <a:gd name="csY206" fmla="*/ 1411263 h 1421773"/>
              <a:gd name="csX207" fmla="*/ 1418020 w 2048254"/>
              <a:gd name="csY207" fmla="*/ 1412826 h 1421773"/>
              <a:gd name="csX208" fmla="*/ 1424877 w 2048254"/>
              <a:gd name="csY208" fmla="*/ 1414179 h 1421773"/>
              <a:gd name="csX209" fmla="*/ 1431723 w 2048254"/>
              <a:gd name="csY209" fmla="*/ 1415346 h 1421773"/>
              <a:gd name="csX210" fmla="*/ 1438580 w 2048254"/>
              <a:gd name="csY210" fmla="*/ 1416348 h 1421773"/>
              <a:gd name="csX211" fmla="*/ 1445426 w 2048254"/>
              <a:gd name="csY211" fmla="*/ 1417195 h 1421773"/>
              <a:gd name="csX212" fmla="*/ 1452282 w 2048254"/>
              <a:gd name="csY212" fmla="*/ 1417932 h 1421773"/>
              <a:gd name="csX213" fmla="*/ 1459128 w 2048254"/>
              <a:gd name="csY213" fmla="*/ 1418549 h 1421773"/>
              <a:gd name="csX214" fmla="*/ 1465974 w 2048254"/>
              <a:gd name="csY214" fmla="*/ 1419077 h 1421773"/>
              <a:gd name="csX215" fmla="*/ 1472831 w 2048254"/>
              <a:gd name="csY215" fmla="*/ 1419528 h 1421773"/>
              <a:gd name="csX216" fmla="*/ 1479677 w 2048254"/>
              <a:gd name="csY216" fmla="*/ 1419914 h 1421773"/>
              <a:gd name="csX217" fmla="*/ 1486534 w 2048254"/>
              <a:gd name="csY217" fmla="*/ 1420222 h 1421773"/>
              <a:gd name="csX218" fmla="*/ 1493380 w 2048254"/>
              <a:gd name="csY218" fmla="*/ 1420497 h 1421773"/>
              <a:gd name="csX219" fmla="*/ 1500225 w 2048254"/>
              <a:gd name="csY219" fmla="*/ 1420717 h 1421773"/>
              <a:gd name="csX220" fmla="*/ 1507082 w 2048254"/>
              <a:gd name="csY220" fmla="*/ 1420904 h 1421773"/>
              <a:gd name="csX221" fmla="*/ 1513928 w 2048254"/>
              <a:gd name="csY221" fmla="*/ 1421058 h 1421773"/>
              <a:gd name="csX222" fmla="*/ 1520785 w 2048254"/>
              <a:gd name="csY222" fmla="*/ 1421190 h 1421773"/>
              <a:gd name="csX223" fmla="*/ 1527631 w 2048254"/>
              <a:gd name="csY223" fmla="*/ 1421300 h 1421773"/>
              <a:gd name="csX224" fmla="*/ 1534476 w 2048254"/>
              <a:gd name="csY224" fmla="*/ 1421388 h 1421773"/>
              <a:gd name="csX225" fmla="*/ 1541333 w 2048254"/>
              <a:gd name="csY225" fmla="*/ 1421455 h 1421773"/>
              <a:gd name="csX226" fmla="*/ 1548179 w 2048254"/>
              <a:gd name="csY226" fmla="*/ 1421520 h 1421773"/>
              <a:gd name="csX227" fmla="*/ 1555036 w 2048254"/>
              <a:gd name="csY227" fmla="*/ 1421565 h 1421773"/>
              <a:gd name="csX228" fmla="*/ 1561882 w 2048254"/>
              <a:gd name="csY228" fmla="*/ 1421608 h 1421773"/>
              <a:gd name="csX229" fmla="*/ 1568739 w 2048254"/>
              <a:gd name="csY229" fmla="*/ 1421642 h 1421773"/>
              <a:gd name="csX230" fmla="*/ 1575584 w 2048254"/>
              <a:gd name="csY230" fmla="*/ 1421664 h 1421773"/>
              <a:gd name="csX231" fmla="*/ 1582430 w 2048254"/>
              <a:gd name="csY231" fmla="*/ 1421686 h 1421773"/>
              <a:gd name="csX232" fmla="*/ 1589287 w 2048254"/>
              <a:gd name="csY232" fmla="*/ 1421708 h 1421773"/>
              <a:gd name="csX233" fmla="*/ 1596133 w 2048254"/>
              <a:gd name="csY233" fmla="*/ 1421719 h 1421773"/>
              <a:gd name="csX234" fmla="*/ 1602990 w 2048254"/>
              <a:gd name="csY234" fmla="*/ 1421730 h 1421773"/>
              <a:gd name="csX235" fmla="*/ 1609836 w 2048254"/>
              <a:gd name="csY235" fmla="*/ 1421741 h 1421773"/>
              <a:gd name="csX236" fmla="*/ 1616681 w 2048254"/>
              <a:gd name="csY236" fmla="*/ 1421752 h 1421773"/>
              <a:gd name="csX237" fmla="*/ 1623538 w 2048254"/>
              <a:gd name="csY237" fmla="*/ 1421752 h 1421773"/>
              <a:gd name="csX238" fmla="*/ 1630384 w 2048254"/>
              <a:gd name="csY238" fmla="*/ 1421752 h 1421773"/>
              <a:gd name="csX239" fmla="*/ 1637241 w 2048254"/>
              <a:gd name="csY239" fmla="*/ 1421763 h 1421773"/>
              <a:gd name="csX240" fmla="*/ 1644087 w 2048254"/>
              <a:gd name="csY240" fmla="*/ 1421763 h 1421773"/>
              <a:gd name="csX241" fmla="*/ 1650932 w 2048254"/>
              <a:gd name="csY241" fmla="*/ 1421763 h 1421773"/>
              <a:gd name="csX242" fmla="*/ 1657789 w 2048254"/>
              <a:gd name="csY242" fmla="*/ 1421763 h 1421773"/>
              <a:gd name="csX243" fmla="*/ 1664635 w 2048254"/>
              <a:gd name="csY243" fmla="*/ 1421774 h 1421773"/>
              <a:gd name="csX244" fmla="*/ 1671492 w 2048254"/>
              <a:gd name="csY244" fmla="*/ 1421774 h 1421773"/>
              <a:gd name="csX245" fmla="*/ 1678338 w 2048254"/>
              <a:gd name="csY245" fmla="*/ 1421774 h 1421773"/>
              <a:gd name="csX246" fmla="*/ 1685195 w 2048254"/>
              <a:gd name="csY246" fmla="*/ 1421774 h 1421773"/>
              <a:gd name="csX247" fmla="*/ 1692041 w 2048254"/>
              <a:gd name="csY247" fmla="*/ 1421774 h 1421773"/>
              <a:gd name="csX248" fmla="*/ 1698886 w 2048254"/>
              <a:gd name="csY248" fmla="*/ 1421774 h 1421773"/>
              <a:gd name="csX249" fmla="*/ 1705743 w 2048254"/>
              <a:gd name="csY249" fmla="*/ 1421774 h 1421773"/>
              <a:gd name="csX250" fmla="*/ 1712589 w 2048254"/>
              <a:gd name="csY250" fmla="*/ 1421774 h 1421773"/>
              <a:gd name="csX251" fmla="*/ 1719446 w 2048254"/>
              <a:gd name="csY251" fmla="*/ 1421774 h 1421773"/>
              <a:gd name="csX252" fmla="*/ 1726292 w 2048254"/>
              <a:gd name="csY252" fmla="*/ 1421774 h 1421773"/>
              <a:gd name="csX253" fmla="*/ 1733137 w 2048254"/>
              <a:gd name="csY253" fmla="*/ 1421774 h 1421773"/>
              <a:gd name="csX254" fmla="*/ 1739994 w 2048254"/>
              <a:gd name="csY254" fmla="*/ 1421774 h 1421773"/>
              <a:gd name="csX255" fmla="*/ 1746840 w 2048254"/>
              <a:gd name="csY255" fmla="*/ 1421774 h 1421773"/>
              <a:gd name="csX256" fmla="*/ 1753697 w 2048254"/>
              <a:gd name="csY256" fmla="*/ 1421774 h 1421773"/>
              <a:gd name="csX257" fmla="*/ 1760543 w 2048254"/>
              <a:gd name="csY257" fmla="*/ 1421774 h 1421773"/>
              <a:gd name="csX258" fmla="*/ 1767389 w 2048254"/>
              <a:gd name="csY258" fmla="*/ 1421774 h 1421773"/>
              <a:gd name="csX259" fmla="*/ 1774245 w 2048254"/>
              <a:gd name="csY259" fmla="*/ 1421774 h 1421773"/>
              <a:gd name="csX260" fmla="*/ 1781091 w 2048254"/>
              <a:gd name="csY260" fmla="*/ 1421774 h 1421773"/>
              <a:gd name="csX261" fmla="*/ 1787948 w 2048254"/>
              <a:gd name="csY261" fmla="*/ 1421774 h 1421773"/>
              <a:gd name="csX262" fmla="*/ 1794794 w 2048254"/>
              <a:gd name="csY262" fmla="*/ 1421774 h 1421773"/>
              <a:gd name="csX263" fmla="*/ 1801651 w 2048254"/>
              <a:gd name="csY263" fmla="*/ 1421774 h 1421773"/>
              <a:gd name="csX264" fmla="*/ 1808497 w 2048254"/>
              <a:gd name="csY264" fmla="*/ 1421774 h 1421773"/>
              <a:gd name="csX265" fmla="*/ 1815342 w 2048254"/>
              <a:gd name="csY265" fmla="*/ 1421774 h 1421773"/>
              <a:gd name="csX266" fmla="*/ 1822199 w 2048254"/>
              <a:gd name="csY266" fmla="*/ 1421774 h 1421773"/>
              <a:gd name="csX267" fmla="*/ 1829045 w 2048254"/>
              <a:gd name="csY267" fmla="*/ 1421774 h 1421773"/>
              <a:gd name="csX268" fmla="*/ 1835902 w 2048254"/>
              <a:gd name="csY268" fmla="*/ 1421774 h 1421773"/>
              <a:gd name="csX269" fmla="*/ 1842748 w 2048254"/>
              <a:gd name="csY269" fmla="*/ 1421774 h 1421773"/>
              <a:gd name="csX270" fmla="*/ 1849593 w 2048254"/>
              <a:gd name="csY270" fmla="*/ 1421774 h 1421773"/>
              <a:gd name="csX271" fmla="*/ 1856450 w 2048254"/>
              <a:gd name="csY271" fmla="*/ 1421774 h 1421773"/>
              <a:gd name="csX272" fmla="*/ 1863296 w 2048254"/>
              <a:gd name="csY272" fmla="*/ 1421774 h 1421773"/>
              <a:gd name="csX273" fmla="*/ 1870153 w 2048254"/>
              <a:gd name="csY273" fmla="*/ 1421774 h 1421773"/>
              <a:gd name="csX274" fmla="*/ 1876999 w 2048254"/>
              <a:gd name="csY274" fmla="*/ 1421774 h 1421773"/>
              <a:gd name="csX275" fmla="*/ 1883845 w 2048254"/>
              <a:gd name="csY275" fmla="*/ 1421774 h 1421773"/>
              <a:gd name="csX276" fmla="*/ 1890702 w 2048254"/>
              <a:gd name="csY276" fmla="*/ 1421774 h 1421773"/>
              <a:gd name="csX277" fmla="*/ 1897547 w 2048254"/>
              <a:gd name="csY277" fmla="*/ 1421774 h 1421773"/>
              <a:gd name="csX278" fmla="*/ 1904404 w 2048254"/>
              <a:gd name="csY278" fmla="*/ 1421774 h 1421773"/>
              <a:gd name="csX279" fmla="*/ 1911250 w 2048254"/>
              <a:gd name="csY279" fmla="*/ 1421774 h 1421773"/>
              <a:gd name="csX280" fmla="*/ 1918107 w 2048254"/>
              <a:gd name="csY280" fmla="*/ 1421774 h 1421773"/>
              <a:gd name="csX281" fmla="*/ 1924953 w 2048254"/>
              <a:gd name="csY281" fmla="*/ 1421774 h 1421773"/>
              <a:gd name="csX282" fmla="*/ 1931798 w 2048254"/>
              <a:gd name="csY282" fmla="*/ 1421774 h 1421773"/>
              <a:gd name="csX283" fmla="*/ 1938655 w 2048254"/>
              <a:gd name="csY283" fmla="*/ 1421774 h 1421773"/>
              <a:gd name="csX284" fmla="*/ 1945501 w 2048254"/>
              <a:gd name="csY284" fmla="*/ 1421774 h 1421773"/>
              <a:gd name="csX285" fmla="*/ 1952358 w 2048254"/>
              <a:gd name="csY285" fmla="*/ 1421774 h 1421773"/>
              <a:gd name="csX286" fmla="*/ 1959204 w 2048254"/>
              <a:gd name="csY286" fmla="*/ 1421774 h 1421773"/>
              <a:gd name="csX287" fmla="*/ 1966050 w 2048254"/>
              <a:gd name="csY287" fmla="*/ 1421774 h 1421773"/>
              <a:gd name="csX288" fmla="*/ 1972906 w 2048254"/>
              <a:gd name="csY288" fmla="*/ 1421774 h 1421773"/>
              <a:gd name="csX289" fmla="*/ 1979752 w 2048254"/>
              <a:gd name="csY289" fmla="*/ 1421774 h 1421773"/>
              <a:gd name="csX290" fmla="*/ 1986609 w 2048254"/>
              <a:gd name="csY290" fmla="*/ 1421774 h 1421773"/>
              <a:gd name="csX291" fmla="*/ 1993455 w 2048254"/>
              <a:gd name="csY291" fmla="*/ 1421774 h 1421773"/>
              <a:gd name="csX292" fmla="*/ 2000312 w 2048254"/>
              <a:gd name="csY292" fmla="*/ 1421774 h 1421773"/>
              <a:gd name="csX293" fmla="*/ 2007158 w 2048254"/>
              <a:gd name="csY293" fmla="*/ 1421774 h 1421773"/>
              <a:gd name="csX294" fmla="*/ 2014003 w 2048254"/>
              <a:gd name="csY294" fmla="*/ 1421774 h 1421773"/>
              <a:gd name="csX295" fmla="*/ 2020860 w 2048254"/>
              <a:gd name="csY295" fmla="*/ 1421774 h 1421773"/>
              <a:gd name="csX296" fmla="*/ 2027706 w 2048254"/>
              <a:gd name="csY296" fmla="*/ 1421774 h 1421773"/>
              <a:gd name="csX297" fmla="*/ 2034563 w 2048254"/>
              <a:gd name="csY297" fmla="*/ 1421774 h 1421773"/>
              <a:gd name="csX298" fmla="*/ 2041409 w 2048254"/>
              <a:gd name="csY298" fmla="*/ 1421774 h 1421773"/>
              <a:gd name="csX299" fmla="*/ 2048254 w 2048254"/>
              <a:gd name="csY299" fmla="*/ 1421774 h 1421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48254" h="1421773">
                <a:moveTo>
                  <a:pt x="0" y="1421774"/>
                </a:moveTo>
                <a:lnTo>
                  <a:pt x="6850" y="1421774"/>
                </a:lnTo>
                <a:lnTo>
                  <a:pt x="13700" y="1421774"/>
                </a:lnTo>
                <a:lnTo>
                  <a:pt x="20551" y="1421774"/>
                </a:lnTo>
                <a:lnTo>
                  <a:pt x="27401" y="1421774"/>
                </a:lnTo>
                <a:lnTo>
                  <a:pt x="34251" y="1421774"/>
                </a:lnTo>
                <a:lnTo>
                  <a:pt x="41102" y="1421774"/>
                </a:lnTo>
                <a:lnTo>
                  <a:pt x="47953" y="1421774"/>
                </a:lnTo>
                <a:lnTo>
                  <a:pt x="54803" y="1421774"/>
                </a:lnTo>
                <a:lnTo>
                  <a:pt x="61653" y="1421774"/>
                </a:lnTo>
                <a:lnTo>
                  <a:pt x="68503" y="1421774"/>
                </a:lnTo>
                <a:lnTo>
                  <a:pt x="75354" y="1421774"/>
                </a:lnTo>
                <a:lnTo>
                  <a:pt x="82204" y="1421774"/>
                </a:lnTo>
                <a:lnTo>
                  <a:pt x="89054" y="1421774"/>
                </a:lnTo>
                <a:lnTo>
                  <a:pt x="95905" y="1421774"/>
                </a:lnTo>
                <a:lnTo>
                  <a:pt x="102756" y="1421774"/>
                </a:lnTo>
                <a:lnTo>
                  <a:pt x="109606" y="1421774"/>
                </a:lnTo>
                <a:lnTo>
                  <a:pt x="116456" y="1421774"/>
                </a:lnTo>
                <a:lnTo>
                  <a:pt x="123306" y="1421774"/>
                </a:lnTo>
                <a:lnTo>
                  <a:pt x="130157" y="1421774"/>
                </a:lnTo>
                <a:lnTo>
                  <a:pt x="137007" y="1421774"/>
                </a:lnTo>
                <a:lnTo>
                  <a:pt x="143857" y="1421774"/>
                </a:lnTo>
                <a:lnTo>
                  <a:pt x="150708" y="1421774"/>
                </a:lnTo>
                <a:lnTo>
                  <a:pt x="157559" y="1421774"/>
                </a:lnTo>
                <a:lnTo>
                  <a:pt x="164409" y="1421774"/>
                </a:lnTo>
                <a:lnTo>
                  <a:pt x="171259" y="1421774"/>
                </a:lnTo>
                <a:lnTo>
                  <a:pt x="178109" y="1421774"/>
                </a:lnTo>
                <a:lnTo>
                  <a:pt x="184959" y="1421774"/>
                </a:lnTo>
                <a:lnTo>
                  <a:pt x="191810" y="1421774"/>
                </a:lnTo>
                <a:lnTo>
                  <a:pt x="198660" y="1421774"/>
                </a:lnTo>
                <a:lnTo>
                  <a:pt x="205511" y="1421774"/>
                </a:lnTo>
                <a:lnTo>
                  <a:pt x="212361" y="1421774"/>
                </a:lnTo>
                <a:lnTo>
                  <a:pt x="219212" y="1421774"/>
                </a:lnTo>
                <a:lnTo>
                  <a:pt x="226062" y="1421774"/>
                </a:lnTo>
                <a:lnTo>
                  <a:pt x="232912" y="1421774"/>
                </a:lnTo>
                <a:lnTo>
                  <a:pt x="239762" y="1421774"/>
                </a:lnTo>
                <a:lnTo>
                  <a:pt x="246613" y="1421774"/>
                </a:lnTo>
                <a:lnTo>
                  <a:pt x="253463" y="1421774"/>
                </a:lnTo>
                <a:lnTo>
                  <a:pt x="260314" y="1421774"/>
                </a:lnTo>
                <a:lnTo>
                  <a:pt x="267164" y="1421774"/>
                </a:lnTo>
                <a:lnTo>
                  <a:pt x="274015" y="1421774"/>
                </a:lnTo>
                <a:lnTo>
                  <a:pt x="280865" y="1421774"/>
                </a:lnTo>
                <a:lnTo>
                  <a:pt x="287715" y="1421774"/>
                </a:lnTo>
                <a:lnTo>
                  <a:pt x="294565" y="1421774"/>
                </a:lnTo>
                <a:lnTo>
                  <a:pt x="301416" y="1421774"/>
                </a:lnTo>
                <a:lnTo>
                  <a:pt x="308266" y="1421774"/>
                </a:lnTo>
                <a:lnTo>
                  <a:pt x="315117" y="1421774"/>
                </a:lnTo>
                <a:lnTo>
                  <a:pt x="321967" y="1421763"/>
                </a:lnTo>
                <a:lnTo>
                  <a:pt x="328818" y="1421763"/>
                </a:lnTo>
                <a:lnTo>
                  <a:pt x="335668" y="1421763"/>
                </a:lnTo>
                <a:lnTo>
                  <a:pt x="342518" y="1421763"/>
                </a:lnTo>
                <a:lnTo>
                  <a:pt x="349368" y="1421763"/>
                </a:lnTo>
                <a:lnTo>
                  <a:pt x="356218" y="1421752"/>
                </a:lnTo>
                <a:lnTo>
                  <a:pt x="363069" y="1421752"/>
                </a:lnTo>
                <a:lnTo>
                  <a:pt x="369920" y="1421741"/>
                </a:lnTo>
                <a:lnTo>
                  <a:pt x="376770" y="1421730"/>
                </a:lnTo>
                <a:lnTo>
                  <a:pt x="383621" y="1421719"/>
                </a:lnTo>
                <a:lnTo>
                  <a:pt x="390471" y="1421708"/>
                </a:lnTo>
                <a:lnTo>
                  <a:pt x="397321" y="1421697"/>
                </a:lnTo>
                <a:lnTo>
                  <a:pt x="404171" y="1421675"/>
                </a:lnTo>
                <a:lnTo>
                  <a:pt x="411021" y="1421642"/>
                </a:lnTo>
                <a:lnTo>
                  <a:pt x="417872" y="1421620"/>
                </a:lnTo>
                <a:lnTo>
                  <a:pt x="424723" y="1421576"/>
                </a:lnTo>
                <a:lnTo>
                  <a:pt x="431573" y="1421532"/>
                </a:lnTo>
                <a:lnTo>
                  <a:pt x="438423" y="1421476"/>
                </a:lnTo>
                <a:lnTo>
                  <a:pt x="445274" y="1421399"/>
                </a:lnTo>
                <a:lnTo>
                  <a:pt x="452124" y="1421322"/>
                </a:lnTo>
                <a:lnTo>
                  <a:pt x="458974" y="1421212"/>
                </a:lnTo>
                <a:lnTo>
                  <a:pt x="465824" y="1421091"/>
                </a:lnTo>
                <a:lnTo>
                  <a:pt x="472675" y="1420948"/>
                </a:lnTo>
                <a:lnTo>
                  <a:pt x="479526" y="1420761"/>
                </a:lnTo>
                <a:lnTo>
                  <a:pt x="486376" y="1420552"/>
                </a:lnTo>
                <a:lnTo>
                  <a:pt x="493226" y="1420288"/>
                </a:lnTo>
                <a:lnTo>
                  <a:pt x="500077" y="1419991"/>
                </a:lnTo>
                <a:lnTo>
                  <a:pt x="506927" y="1419627"/>
                </a:lnTo>
                <a:lnTo>
                  <a:pt x="513777" y="1419187"/>
                </a:lnTo>
                <a:lnTo>
                  <a:pt x="520627" y="1418681"/>
                </a:lnTo>
                <a:lnTo>
                  <a:pt x="527477" y="1418087"/>
                </a:lnTo>
                <a:lnTo>
                  <a:pt x="534329" y="1417382"/>
                </a:lnTo>
                <a:lnTo>
                  <a:pt x="541179" y="1416546"/>
                </a:lnTo>
                <a:lnTo>
                  <a:pt x="548029" y="1415588"/>
                </a:lnTo>
                <a:lnTo>
                  <a:pt x="554879" y="1414466"/>
                </a:lnTo>
                <a:lnTo>
                  <a:pt x="561730" y="1413156"/>
                </a:lnTo>
                <a:lnTo>
                  <a:pt x="568580" y="1411637"/>
                </a:lnTo>
                <a:lnTo>
                  <a:pt x="575430" y="1409898"/>
                </a:lnTo>
                <a:lnTo>
                  <a:pt x="582280" y="1407884"/>
                </a:lnTo>
                <a:lnTo>
                  <a:pt x="589132" y="1405562"/>
                </a:lnTo>
                <a:lnTo>
                  <a:pt x="595982" y="1402920"/>
                </a:lnTo>
                <a:lnTo>
                  <a:pt x="602832" y="1399893"/>
                </a:lnTo>
                <a:lnTo>
                  <a:pt x="609682" y="1396448"/>
                </a:lnTo>
                <a:lnTo>
                  <a:pt x="616533" y="1392541"/>
                </a:lnTo>
                <a:lnTo>
                  <a:pt x="623383" y="1388117"/>
                </a:lnTo>
                <a:lnTo>
                  <a:pt x="630233" y="1383120"/>
                </a:lnTo>
                <a:lnTo>
                  <a:pt x="637083" y="1377496"/>
                </a:lnTo>
                <a:lnTo>
                  <a:pt x="643935" y="1371200"/>
                </a:lnTo>
                <a:lnTo>
                  <a:pt x="650785" y="1364145"/>
                </a:lnTo>
                <a:lnTo>
                  <a:pt x="657635" y="1356276"/>
                </a:lnTo>
                <a:lnTo>
                  <a:pt x="664485" y="1347537"/>
                </a:lnTo>
                <a:lnTo>
                  <a:pt x="671336" y="1337841"/>
                </a:lnTo>
                <a:lnTo>
                  <a:pt x="678186" y="1327132"/>
                </a:lnTo>
                <a:lnTo>
                  <a:pt x="685036" y="1315333"/>
                </a:lnTo>
                <a:lnTo>
                  <a:pt x="691886" y="1302368"/>
                </a:lnTo>
                <a:lnTo>
                  <a:pt x="698738" y="1288170"/>
                </a:lnTo>
                <a:lnTo>
                  <a:pt x="705592" y="1272684"/>
                </a:lnTo>
                <a:lnTo>
                  <a:pt x="712438" y="1255834"/>
                </a:lnTo>
                <a:lnTo>
                  <a:pt x="719284" y="1237553"/>
                </a:lnTo>
                <a:lnTo>
                  <a:pt x="726141" y="1217797"/>
                </a:lnTo>
                <a:lnTo>
                  <a:pt x="732987" y="1196511"/>
                </a:lnTo>
                <a:lnTo>
                  <a:pt x="739843" y="1173651"/>
                </a:lnTo>
                <a:lnTo>
                  <a:pt x="746689" y="1149173"/>
                </a:lnTo>
                <a:lnTo>
                  <a:pt x="753535" y="1123067"/>
                </a:lnTo>
                <a:lnTo>
                  <a:pt x="760392" y="1095309"/>
                </a:lnTo>
                <a:lnTo>
                  <a:pt x="767238" y="1065901"/>
                </a:lnTo>
                <a:lnTo>
                  <a:pt x="774095" y="1034854"/>
                </a:lnTo>
                <a:lnTo>
                  <a:pt x="780940" y="1002192"/>
                </a:lnTo>
                <a:lnTo>
                  <a:pt x="787797" y="967955"/>
                </a:lnTo>
                <a:lnTo>
                  <a:pt x="794643" y="932201"/>
                </a:lnTo>
                <a:lnTo>
                  <a:pt x="801489" y="895006"/>
                </a:lnTo>
                <a:lnTo>
                  <a:pt x="808346" y="856458"/>
                </a:lnTo>
                <a:lnTo>
                  <a:pt x="815191" y="816668"/>
                </a:lnTo>
                <a:lnTo>
                  <a:pt x="822048" y="775762"/>
                </a:lnTo>
                <a:lnTo>
                  <a:pt x="828894" y="733884"/>
                </a:lnTo>
                <a:lnTo>
                  <a:pt x="835740" y="691197"/>
                </a:lnTo>
                <a:lnTo>
                  <a:pt x="842597" y="647881"/>
                </a:lnTo>
                <a:lnTo>
                  <a:pt x="849443" y="604128"/>
                </a:lnTo>
                <a:lnTo>
                  <a:pt x="856299" y="560148"/>
                </a:lnTo>
                <a:lnTo>
                  <a:pt x="863145" y="516164"/>
                </a:lnTo>
                <a:lnTo>
                  <a:pt x="869991" y="472413"/>
                </a:lnTo>
                <a:lnTo>
                  <a:pt x="876848" y="429136"/>
                </a:lnTo>
                <a:lnTo>
                  <a:pt x="883694" y="386585"/>
                </a:lnTo>
                <a:lnTo>
                  <a:pt x="890551" y="345019"/>
                </a:lnTo>
                <a:lnTo>
                  <a:pt x="897396" y="304698"/>
                </a:lnTo>
                <a:lnTo>
                  <a:pt x="904253" y="265881"/>
                </a:lnTo>
                <a:lnTo>
                  <a:pt x="911099" y="228827"/>
                </a:lnTo>
                <a:lnTo>
                  <a:pt x="917945" y="193788"/>
                </a:lnTo>
                <a:lnTo>
                  <a:pt x="924802" y="161007"/>
                </a:lnTo>
                <a:lnTo>
                  <a:pt x="931648" y="130719"/>
                </a:lnTo>
                <a:lnTo>
                  <a:pt x="938504" y="103142"/>
                </a:lnTo>
                <a:lnTo>
                  <a:pt x="945350" y="78480"/>
                </a:lnTo>
                <a:lnTo>
                  <a:pt x="952196" y="56915"/>
                </a:lnTo>
                <a:lnTo>
                  <a:pt x="959053" y="38613"/>
                </a:lnTo>
                <a:lnTo>
                  <a:pt x="965899" y="23711"/>
                </a:lnTo>
                <a:lnTo>
                  <a:pt x="972756" y="12325"/>
                </a:lnTo>
                <a:lnTo>
                  <a:pt x="979601" y="4542"/>
                </a:lnTo>
                <a:lnTo>
                  <a:pt x="986447" y="423"/>
                </a:lnTo>
                <a:lnTo>
                  <a:pt x="993304" y="0"/>
                </a:lnTo>
                <a:lnTo>
                  <a:pt x="1000150" y="3277"/>
                </a:lnTo>
                <a:lnTo>
                  <a:pt x="1007007" y="10227"/>
                </a:lnTo>
                <a:lnTo>
                  <a:pt x="1013852" y="20798"/>
                </a:lnTo>
                <a:lnTo>
                  <a:pt x="1020709" y="34906"/>
                </a:lnTo>
                <a:lnTo>
                  <a:pt x="1027555" y="52443"/>
                </a:lnTo>
                <a:lnTo>
                  <a:pt x="1034401" y="73276"/>
                </a:lnTo>
                <a:lnTo>
                  <a:pt x="1041258" y="97246"/>
                </a:lnTo>
                <a:lnTo>
                  <a:pt x="1048104" y="124175"/>
                </a:lnTo>
                <a:lnTo>
                  <a:pt x="1054960" y="153863"/>
                </a:lnTo>
                <a:lnTo>
                  <a:pt x="1061806" y="186093"/>
                </a:lnTo>
                <a:lnTo>
                  <a:pt x="1068652" y="220638"/>
                </a:lnTo>
                <a:lnTo>
                  <a:pt x="1075509" y="257255"/>
                </a:lnTo>
                <a:lnTo>
                  <a:pt x="1082355" y="295691"/>
                </a:lnTo>
                <a:lnTo>
                  <a:pt x="1089212" y="335692"/>
                </a:lnTo>
                <a:lnTo>
                  <a:pt x="1096057" y="376997"/>
                </a:lnTo>
                <a:lnTo>
                  <a:pt x="1102903" y="419344"/>
                </a:lnTo>
                <a:lnTo>
                  <a:pt x="1109760" y="462479"/>
                </a:lnTo>
                <a:lnTo>
                  <a:pt x="1116606" y="506144"/>
                </a:lnTo>
                <a:lnTo>
                  <a:pt x="1123463" y="550095"/>
                </a:lnTo>
                <a:lnTo>
                  <a:pt x="1130309" y="594096"/>
                </a:lnTo>
                <a:lnTo>
                  <a:pt x="1137165" y="637920"/>
                </a:lnTo>
                <a:lnTo>
                  <a:pt x="1144011" y="681355"/>
                </a:lnTo>
                <a:lnTo>
                  <a:pt x="1150857" y="724202"/>
                </a:lnTo>
                <a:lnTo>
                  <a:pt x="1157714" y="766278"/>
                </a:lnTo>
                <a:lnTo>
                  <a:pt x="1164560" y="807419"/>
                </a:lnTo>
                <a:lnTo>
                  <a:pt x="1171417" y="847476"/>
                </a:lnTo>
                <a:lnTo>
                  <a:pt x="1178262" y="886318"/>
                </a:lnTo>
                <a:lnTo>
                  <a:pt x="1185108" y="923831"/>
                </a:lnTo>
                <a:lnTo>
                  <a:pt x="1191965" y="959921"/>
                </a:lnTo>
                <a:lnTo>
                  <a:pt x="1198811" y="994509"/>
                </a:lnTo>
                <a:lnTo>
                  <a:pt x="1205668" y="1027535"/>
                </a:lnTo>
                <a:lnTo>
                  <a:pt x="1212513" y="1058956"/>
                </a:lnTo>
                <a:lnTo>
                  <a:pt x="1219359" y="1088739"/>
                </a:lnTo>
                <a:lnTo>
                  <a:pt x="1226216" y="1116870"/>
                </a:lnTo>
                <a:lnTo>
                  <a:pt x="1233062" y="1143362"/>
                </a:lnTo>
                <a:lnTo>
                  <a:pt x="1239919" y="1168203"/>
                </a:lnTo>
                <a:lnTo>
                  <a:pt x="1246765" y="1191426"/>
                </a:lnTo>
                <a:lnTo>
                  <a:pt x="1253621" y="1213075"/>
                </a:lnTo>
                <a:lnTo>
                  <a:pt x="1260467" y="1233183"/>
                </a:lnTo>
                <a:lnTo>
                  <a:pt x="1267313" y="1251784"/>
                </a:lnTo>
                <a:lnTo>
                  <a:pt x="1274170" y="1268964"/>
                </a:lnTo>
                <a:lnTo>
                  <a:pt x="1281016" y="1284758"/>
                </a:lnTo>
                <a:lnTo>
                  <a:pt x="1287873" y="1299231"/>
                </a:lnTo>
                <a:lnTo>
                  <a:pt x="1294719" y="1312472"/>
                </a:lnTo>
                <a:lnTo>
                  <a:pt x="1301564" y="1324534"/>
                </a:lnTo>
                <a:lnTo>
                  <a:pt x="1308421" y="1335485"/>
                </a:lnTo>
                <a:lnTo>
                  <a:pt x="1315267" y="1345402"/>
                </a:lnTo>
                <a:lnTo>
                  <a:pt x="1322124" y="1354361"/>
                </a:lnTo>
                <a:lnTo>
                  <a:pt x="1328970" y="1362418"/>
                </a:lnTo>
                <a:lnTo>
                  <a:pt x="1335826" y="1369649"/>
                </a:lnTo>
                <a:lnTo>
                  <a:pt x="1342672" y="1376120"/>
                </a:lnTo>
                <a:lnTo>
                  <a:pt x="1349518" y="1381898"/>
                </a:lnTo>
                <a:lnTo>
                  <a:pt x="1356375" y="1387027"/>
                </a:lnTo>
                <a:lnTo>
                  <a:pt x="1363221" y="1391573"/>
                </a:lnTo>
                <a:lnTo>
                  <a:pt x="1370078" y="1395601"/>
                </a:lnTo>
                <a:lnTo>
                  <a:pt x="1376923" y="1399145"/>
                </a:lnTo>
                <a:lnTo>
                  <a:pt x="1383769" y="1402260"/>
                </a:lnTo>
                <a:lnTo>
                  <a:pt x="1390626" y="1404989"/>
                </a:lnTo>
                <a:lnTo>
                  <a:pt x="1397472" y="1407378"/>
                </a:lnTo>
                <a:lnTo>
                  <a:pt x="1404329" y="1409458"/>
                </a:lnTo>
                <a:lnTo>
                  <a:pt x="1411175" y="1411263"/>
                </a:lnTo>
                <a:lnTo>
                  <a:pt x="1418020" y="1412826"/>
                </a:lnTo>
                <a:lnTo>
                  <a:pt x="1424877" y="1414179"/>
                </a:lnTo>
                <a:lnTo>
                  <a:pt x="1431723" y="1415346"/>
                </a:lnTo>
                <a:lnTo>
                  <a:pt x="1438580" y="1416348"/>
                </a:lnTo>
                <a:lnTo>
                  <a:pt x="1445426" y="1417195"/>
                </a:lnTo>
                <a:lnTo>
                  <a:pt x="1452282" y="1417932"/>
                </a:lnTo>
                <a:lnTo>
                  <a:pt x="1459128" y="1418549"/>
                </a:lnTo>
                <a:lnTo>
                  <a:pt x="1465974" y="1419077"/>
                </a:lnTo>
                <a:lnTo>
                  <a:pt x="1472831" y="1419528"/>
                </a:lnTo>
                <a:lnTo>
                  <a:pt x="1479677" y="1419914"/>
                </a:lnTo>
                <a:lnTo>
                  <a:pt x="1486534" y="1420222"/>
                </a:lnTo>
                <a:lnTo>
                  <a:pt x="1493380" y="1420497"/>
                </a:lnTo>
                <a:lnTo>
                  <a:pt x="1500225" y="1420717"/>
                </a:lnTo>
                <a:lnTo>
                  <a:pt x="1507082" y="1420904"/>
                </a:lnTo>
                <a:lnTo>
                  <a:pt x="1513928" y="1421058"/>
                </a:lnTo>
                <a:lnTo>
                  <a:pt x="1520785" y="1421190"/>
                </a:lnTo>
                <a:lnTo>
                  <a:pt x="1527631" y="1421300"/>
                </a:lnTo>
                <a:lnTo>
                  <a:pt x="1534476" y="1421388"/>
                </a:lnTo>
                <a:lnTo>
                  <a:pt x="1541333" y="1421455"/>
                </a:lnTo>
                <a:lnTo>
                  <a:pt x="1548179" y="1421520"/>
                </a:lnTo>
                <a:lnTo>
                  <a:pt x="1555036" y="1421565"/>
                </a:lnTo>
                <a:lnTo>
                  <a:pt x="1561882" y="1421608"/>
                </a:lnTo>
                <a:lnTo>
                  <a:pt x="1568739" y="1421642"/>
                </a:lnTo>
                <a:lnTo>
                  <a:pt x="1575584" y="1421664"/>
                </a:lnTo>
                <a:lnTo>
                  <a:pt x="1582430" y="1421686"/>
                </a:lnTo>
                <a:lnTo>
                  <a:pt x="1589287" y="1421708"/>
                </a:lnTo>
                <a:lnTo>
                  <a:pt x="1596133" y="1421719"/>
                </a:lnTo>
                <a:lnTo>
                  <a:pt x="1602990" y="1421730"/>
                </a:lnTo>
                <a:lnTo>
                  <a:pt x="1609836" y="1421741"/>
                </a:lnTo>
                <a:lnTo>
                  <a:pt x="1616681" y="1421752"/>
                </a:lnTo>
                <a:lnTo>
                  <a:pt x="1623538" y="1421752"/>
                </a:lnTo>
                <a:lnTo>
                  <a:pt x="1630384" y="1421752"/>
                </a:lnTo>
                <a:lnTo>
                  <a:pt x="1637241" y="1421763"/>
                </a:lnTo>
                <a:lnTo>
                  <a:pt x="1644087" y="1421763"/>
                </a:lnTo>
                <a:lnTo>
                  <a:pt x="1650932" y="1421763"/>
                </a:lnTo>
                <a:lnTo>
                  <a:pt x="1657789" y="1421763"/>
                </a:lnTo>
                <a:lnTo>
                  <a:pt x="1664635" y="1421774"/>
                </a:lnTo>
                <a:lnTo>
                  <a:pt x="1671492" y="1421774"/>
                </a:lnTo>
                <a:lnTo>
                  <a:pt x="1678338" y="1421774"/>
                </a:lnTo>
                <a:lnTo>
                  <a:pt x="1685195" y="1421774"/>
                </a:lnTo>
                <a:lnTo>
                  <a:pt x="1692041" y="1421774"/>
                </a:lnTo>
                <a:lnTo>
                  <a:pt x="1698886" y="1421774"/>
                </a:lnTo>
                <a:lnTo>
                  <a:pt x="1705743" y="1421774"/>
                </a:lnTo>
                <a:lnTo>
                  <a:pt x="1712589" y="1421774"/>
                </a:lnTo>
                <a:lnTo>
                  <a:pt x="1719446" y="1421774"/>
                </a:lnTo>
                <a:lnTo>
                  <a:pt x="1726292" y="1421774"/>
                </a:lnTo>
                <a:lnTo>
                  <a:pt x="1733137" y="1421774"/>
                </a:lnTo>
                <a:lnTo>
                  <a:pt x="1739994" y="1421774"/>
                </a:lnTo>
                <a:lnTo>
                  <a:pt x="1746840" y="1421774"/>
                </a:lnTo>
                <a:lnTo>
                  <a:pt x="1753697" y="1421774"/>
                </a:lnTo>
                <a:lnTo>
                  <a:pt x="1760543" y="1421774"/>
                </a:lnTo>
                <a:lnTo>
                  <a:pt x="1767389" y="1421774"/>
                </a:lnTo>
                <a:lnTo>
                  <a:pt x="1774245" y="1421774"/>
                </a:lnTo>
                <a:lnTo>
                  <a:pt x="1781091" y="1421774"/>
                </a:lnTo>
                <a:lnTo>
                  <a:pt x="1787948" y="1421774"/>
                </a:lnTo>
                <a:lnTo>
                  <a:pt x="1794794" y="1421774"/>
                </a:lnTo>
                <a:lnTo>
                  <a:pt x="1801651" y="1421774"/>
                </a:lnTo>
                <a:lnTo>
                  <a:pt x="1808497" y="1421774"/>
                </a:lnTo>
                <a:lnTo>
                  <a:pt x="1815342" y="1421774"/>
                </a:lnTo>
                <a:lnTo>
                  <a:pt x="1822199" y="1421774"/>
                </a:lnTo>
                <a:lnTo>
                  <a:pt x="1829045" y="1421774"/>
                </a:lnTo>
                <a:lnTo>
                  <a:pt x="1835902" y="1421774"/>
                </a:lnTo>
                <a:lnTo>
                  <a:pt x="1842748" y="1421774"/>
                </a:lnTo>
                <a:lnTo>
                  <a:pt x="1849593" y="1421774"/>
                </a:lnTo>
                <a:lnTo>
                  <a:pt x="1856450" y="1421774"/>
                </a:lnTo>
                <a:lnTo>
                  <a:pt x="1863296" y="1421774"/>
                </a:lnTo>
                <a:lnTo>
                  <a:pt x="1870153" y="1421774"/>
                </a:lnTo>
                <a:lnTo>
                  <a:pt x="1876999" y="1421774"/>
                </a:lnTo>
                <a:lnTo>
                  <a:pt x="1883845" y="1421774"/>
                </a:lnTo>
                <a:lnTo>
                  <a:pt x="1890702" y="1421774"/>
                </a:lnTo>
                <a:lnTo>
                  <a:pt x="1897547" y="1421774"/>
                </a:lnTo>
                <a:lnTo>
                  <a:pt x="1904404" y="1421774"/>
                </a:lnTo>
                <a:lnTo>
                  <a:pt x="1911250" y="1421774"/>
                </a:lnTo>
                <a:lnTo>
                  <a:pt x="1918107" y="1421774"/>
                </a:lnTo>
                <a:lnTo>
                  <a:pt x="1924953" y="1421774"/>
                </a:lnTo>
                <a:lnTo>
                  <a:pt x="1931798" y="1421774"/>
                </a:lnTo>
                <a:lnTo>
                  <a:pt x="1938655" y="1421774"/>
                </a:lnTo>
                <a:lnTo>
                  <a:pt x="1945501" y="1421774"/>
                </a:lnTo>
                <a:lnTo>
                  <a:pt x="1952358" y="1421774"/>
                </a:lnTo>
                <a:lnTo>
                  <a:pt x="1959204" y="1421774"/>
                </a:lnTo>
                <a:lnTo>
                  <a:pt x="1966050" y="1421774"/>
                </a:lnTo>
                <a:lnTo>
                  <a:pt x="1972906" y="1421774"/>
                </a:lnTo>
                <a:lnTo>
                  <a:pt x="1979752" y="1421774"/>
                </a:lnTo>
                <a:lnTo>
                  <a:pt x="1986609" y="1421774"/>
                </a:lnTo>
                <a:lnTo>
                  <a:pt x="1993455" y="1421774"/>
                </a:lnTo>
                <a:lnTo>
                  <a:pt x="2000312" y="1421774"/>
                </a:lnTo>
                <a:lnTo>
                  <a:pt x="2007158" y="1421774"/>
                </a:lnTo>
                <a:lnTo>
                  <a:pt x="2014003" y="1421774"/>
                </a:lnTo>
                <a:lnTo>
                  <a:pt x="2020860" y="1421774"/>
                </a:lnTo>
                <a:lnTo>
                  <a:pt x="2027706" y="1421774"/>
                </a:lnTo>
                <a:lnTo>
                  <a:pt x="2034563" y="1421774"/>
                </a:lnTo>
                <a:lnTo>
                  <a:pt x="2041409" y="1421774"/>
                </a:lnTo>
                <a:lnTo>
                  <a:pt x="2048254" y="1421774"/>
                </a:lnTo>
              </a:path>
            </a:pathLst>
          </a:custGeom>
          <a:noFill/>
          <a:ln w="13192" cap="rnd">
            <a:solidFill>
              <a:srgbClr val="0000FF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68777682-C92B-0198-ACA1-CDCCE3975BC7}"/>
                  </a:ext>
                </a:extLst>
              </p:cNvPr>
              <p:cNvSpPr txBox="1"/>
              <p:nvPr/>
            </p:nvSpPr>
            <p:spPr bwMode="gray">
              <a:xfrm>
                <a:off x="3634646" y="3463411"/>
                <a:ext cx="2621181" cy="571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68777682-C92B-0198-ACA1-CDCCE3975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4646" y="3463411"/>
                <a:ext cx="2621181" cy="571118"/>
              </a:xfrm>
              <a:prstGeom prst="rect">
                <a:avLst/>
              </a:prstGeom>
              <a:blipFill>
                <a:blip r:embed="rId9"/>
                <a:stretch>
                  <a:fillRect t="-2174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0" name="TextBox 879">
                <a:extLst>
                  <a:ext uri="{FF2B5EF4-FFF2-40B4-BE49-F238E27FC236}">
                    <a16:creationId xmlns:a16="http://schemas.microsoft.com/office/drawing/2014/main" id="{FA76748A-AC12-B3D3-046B-80811AC0C3C6}"/>
                  </a:ext>
                </a:extLst>
              </p:cNvPr>
              <p:cNvSpPr txBox="1"/>
              <p:nvPr/>
            </p:nvSpPr>
            <p:spPr bwMode="gray">
              <a:xfrm>
                <a:off x="4644008" y="4068390"/>
                <a:ext cx="1621400" cy="579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  <m:sup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0" name="TextBox 879">
                <a:extLst>
                  <a:ext uri="{FF2B5EF4-FFF2-40B4-BE49-F238E27FC236}">
                    <a16:creationId xmlns:a16="http://schemas.microsoft.com/office/drawing/2014/main" id="{FA76748A-AC12-B3D3-046B-80811AC0C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44008" y="4068390"/>
                <a:ext cx="1621400" cy="579710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1" name="Rounded Rectangle 880">
            <a:extLst>
              <a:ext uri="{FF2B5EF4-FFF2-40B4-BE49-F238E27FC236}">
                <a16:creationId xmlns:a16="http://schemas.microsoft.com/office/drawing/2014/main" id="{5D257078-926A-65F3-5B1B-56A339A53045}"/>
              </a:ext>
            </a:extLst>
          </p:cNvPr>
          <p:cNvSpPr/>
          <p:nvPr/>
        </p:nvSpPr>
        <p:spPr bwMode="gray">
          <a:xfrm>
            <a:off x="5004048" y="4028788"/>
            <a:ext cx="1080120" cy="7200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82" name="Straight Arrow Connector 881">
            <a:extLst>
              <a:ext uri="{FF2B5EF4-FFF2-40B4-BE49-F238E27FC236}">
                <a16:creationId xmlns:a16="http://schemas.microsoft.com/office/drawing/2014/main" id="{6D68EDD8-67CD-C31D-8DC9-249C886A9B89}"/>
              </a:ext>
            </a:extLst>
          </p:cNvPr>
          <p:cNvCxnSpPr>
            <a:cxnSpLocks/>
            <a:stCxn id="883" idx="1"/>
            <a:endCxn id="881" idx="3"/>
          </p:cNvCxnSpPr>
          <p:nvPr/>
        </p:nvCxnSpPr>
        <p:spPr bwMode="gray">
          <a:xfrm flipH="1" flipV="1">
            <a:off x="6084168" y="4388828"/>
            <a:ext cx="617774" cy="41027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3" name="TextBox 882">
                <a:extLst>
                  <a:ext uri="{FF2B5EF4-FFF2-40B4-BE49-F238E27FC236}">
                    <a16:creationId xmlns:a16="http://schemas.microsoft.com/office/drawing/2014/main" id="{2D24ACA0-12D9-93B3-30A8-CE085EB78520}"/>
                  </a:ext>
                </a:extLst>
              </p:cNvPr>
              <p:cNvSpPr txBox="1"/>
              <p:nvPr/>
            </p:nvSpPr>
            <p:spPr bwMode="gray">
              <a:xfrm>
                <a:off x="6701942" y="4555723"/>
                <a:ext cx="1830498" cy="4867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Not possible because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  <m:sup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Sup>
                      <m:sSubSupPr>
                        <m:ctrlP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sub>
                      <m:sup>
                        <m: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3" name="TextBox 882">
                <a:extLst>
                  <a:ext uri="{FF2B5EF4-FFF2-40B4-BE49-F238E27FC236}">
                    <a16:creationId xmlns:a16="http://schemas.microsoft.com/office/drawing/2014/main" id="{2D24ACA0-12D9-93B3-30A8-CE085EB78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01942" y="4555723"/>
                <a:ext cx="1830498" cy="486761"/>
              </a:xfrm>
              <a:prstGeom prst="rect">
                <a:avLst/>
              </a:prstGeom>
              <a:blipFill>
                <a:blip r:embed="rId11"/>
                <a:stretch>
                  <a:fillRect l="-13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E9D23E-1A22-7BC0-46F6-53D71827DE86}"/>
                  </a:ext>
                </a:extLst>
              </p:cNvPr>
              <p:cNvSpPr txBox="1"/>
              <p:nvPr/>
            </p:nvSpPr>
            <p:spPr bwMode="gray">
              <a:xfrm>
                <a:off x="2326109" y="1875111"/>
                <a:ext cx="3154606" cy="341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E9D23E-1A22-7BC0-46F6-53D71827D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26109" y="1875111"/>
                <a:ext cx="3154606" cy="3416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727CBD-8E15-4703-6F51-582E5832C3B6}"/>
              </a:ext>
            </a:extLst>
          </p:cNvPr>
          <p:cNvSpPr/>
          <p:nvPr/>
        </p:nvSpPr>
        <p:spPr bwMode="gray">
          <a:xfrm>
            <a:off x="3563888" y="1923678"/>
            <a:ext cx="720080" cy="2464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8A62C3-9219-75C4-57AA-D9BE4112CAFF}"/>
              </a:ext>
            </a:extLst>
          </p:cNvPr>
          <p:cNvCxnSpPr>
            <a:cxnSpLocks/>
            <a:stCxn id="14" idx="3"/>
            <a:endCxn id="5" idx="2"/>
          </p:cNvCxnSpPr>
          <p:nvPr/>
        </p:nvCxnSpPr>
        <p:spPr bwMode="gray">
          <a:xfrm flipV="1">
            <a:off x="3707904" y="2170149"/>
            <a:ext cx="216024" cy="1539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1AA5B80-2E69-E6CE-1A8D-38480407C021}"/>
                  </a:ext>
                </a:extLst>
              </p:cNvPr>
              <p:cNvSpPr txBox="1"/>
              <p:nvPr/>
            </p:nvSpPr>
            <p:spPr bwMode="gray">
              <a:xfrm>
                <a:off x="3491880" y="2235470"/>
                <a:ext cx="216024" cy="1773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</m:e>
                        <m:sub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1AA5B80-2E69-E6CE-1A8D-38480407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91880" y="2235470"/>
                <a:ext cx="216024" cy="177325"/>
              </a:xfrm>
              <a:prstGeom prst="rect">
                <a:avLst/>
              </a:prstGeom>
              <a:blipFill>
                <a:blip r:embed="rId13"/>
                <a:stretch>
                  <a:fillRect l="-11765" t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7" name="Rounded Rectangle 886">
            <a:extLst>
              <a:ext uri="{FF2B5EF4-FFF2-40B4-BE49-F238E27FC236}">
                <a16:creationId xmlns:a16="http://schemas.microsoft.com/office/drawing/2014/main" id="{23AFEFA7-FFEE-04E6-F965-6DC79DD1D680}"/>
              </a:ext>
            </a:extLst>
          </p:cNvPr>
          <p:cNvSpPr/>
          <p:nvPr/>
        </p:nvSpPr>
        <p:spPr bwMode="gray">
          <a:xfrm>
            <a:off x="4331344" y="1923678"/>
            <a:ext cx="816719" cy="2464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88" name="Straight Arrow Connector 887">
            <a:extLst>
              <a:ext uri="{FF2B5EF4-FFF2-40B4-BE49-F238E27FC236}">
                <a16:creationId xmlns:a16="http://schemas.microsoft.com/office/drawing/2014/main" id="{515B7240-5A12-1546-C8AF-D25D20BDE75B}"/>
              </a:ext>
            </a:extLst>
          </p:cNvPr>
          <p:cNvCxnSpPr>
            <a:cxnSpLocks/>
            <a:stCxn id="889" idx="1"/>
            <a:endCxn id="887" idx="2"/>
          </p:cNvCxnSpPr>
          <p:nvPr/>
        </p:nvCxnSpPr>
        <p:spPr bwMode="gray">
          <a:xfrm flipH="1" flipV="1">
            <a:off x="4739704" y="2170149"/>
            <a:ext cx="205532" cy="1599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9" name="TextBox 888">
                <a:extLst>
                  <a:ext uri="{FF2B5EF4-FFF2-40B4-BE49-F238E27FC236}">
                    <a16:creationId xmlns:a16="http://schemas.microsoft.com/office/drawing/2014/main" id="{8F7CF8C9-4DBC-C7CB-D145-47ED04D91519}"/>
                  </a:ext>
                </a:extLst>
              </p:cNvPr>
              <p:cNvSpPr txBox="1"/>
              <p:nvPr/>
            </p:nvSpPr>
            <p:spPr bwMode="gray">
              <a:xfrm>
                <a:off x="4945236" y="2241414"/>
                <a:ext cx="245016" cy="1773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  <m:sup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9" name="TextBox 888">
                <a:extLst>
                  <a:ext uri="{FF2B5EF4-FFF2-40B4-BE49-F238E27FC236}">
                    <a16:creationId xmlns:a16="http://schemas.microsoft.com/office/drawing/2014/main" id="{8F7CF8C9-4DBC-C7CB-D145-47ED04D91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45236" y="2241414"/>
                <a:ext cx="245016" cy="177325"/>
              </a:xfrm>
              <a:prstGeom prst="rect">
                <a:avLst/>
              </a:prstGeom>
              <a:blipFill>
                <a:blip r:embed="rId14"/>
                <a:stretch>
                  <a:fillRect t="-2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4" name="Rectangle 893">
            <a:extLst>
              <a:ext uri="{FF2B5EF4-FFF2-40B4-BE49-F238E27FC236}">
                <a16:creationId xmlns:a16="http://schemas.microsoft.com/office/drawing/2014/main" id="{2B660B72-CBE2-5F55-AE07-3B943880C838}"/>
              </a:ext>
            </a:extLst>
          </p:cNvPr>
          <p:cNvSpPr/>
          <p:nvPr/>
        </p:nvSpPr>
        <p:spPr bwMode="gray">
          <a:xfrm>
            <a:off x="7016222" y="222466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95" name="Straight Arrow Connector 894">
            <a:extLst>
              <a:ext uri="{FF2B5EF4-FFF2-40B4-BE49-F238E27FC236}">
                <a16:creationId xmlns:a16="http://schemas.microsoft.com/office/drawing/2014/main" id="{8A7C275A-7B31-6365-2801-13E0D0BBF806}"/>
              </a:ext>
            </a:extLst>
          </p:cNvPr>
          <p:cNvCxnSpPr>
            <a:cxnSpLocks/>
            <a:stCxn id="894" idx="3"/>
            <a:endCxn id="19" idx="2"/>
          </p:cNvCxnSpPr>
          <p:nvPr/>
        </p:nvCxnSpPr>
        <p:spPr bwMode="gray">
          <a:xfrm flipV="1">
            <a:off x="7142221" y="2285347"/>
            <a:ext cx="215184" cy="232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8" name="Rectangle 897">
            <a:extLst>
              <a:ext uri="{FF2B5EF4-FFF2-40B4-BE49-F238E27FC236}">
                <a16:creationId xmlns:a16="http://schemas.microsoft.com/office/drawing/2014/main" id="{5DD9B839-0037-0084-9665-C0A9A41D1D34}"/>
              </a:ext>
            </a:extLst>
          </p:cNvPr>
          <p:cNvSpPr/>
          <p:nvPr/>
        </p:nvSpPr>
        <p:spPr bwMode="gray">
          <a:xfrm>
            <a:off x="7015240" y="157986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99" name="Straight Arrow Connector 898">
            <a:extLst>
              <a:ext uri="{FF2B5EF4-FFF2-40B4-BE49-F238E27FC236}">
                <a16:creationId xmlns:a16="http://schemas.microsoft.com/office/drawing/2014/main" id="{A704B747-9857-AE0C-B255-4C9473988EC8}"/>
              </a:ext>
            </a:extLst>
          </p:cNvPr>
          <p:cNvCxnSpPr>
            <a:cxnSpLocks/>
            <a:stCxn id="898" idx="3"/>
            <a:endCxn id="9" idx="2"/>
          </p:cNvCxnSpPr>
          <p:nvPr/>
        </p:nvCxnSpPr>
        <p:spPr bwMode="gray">
          <a:xfrm>
            <a:off x="7141239" y="1642860"/>
            <a:ext cx="219759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3" name="Rectangle 902">
            <a:extLst>
              <a:ext uri="{FF2B5EF4-FFF2-40B4-BE49-F238E27FC236}">
                <a16:creationId xmlns:a16="http://schemas.microsoft.com/office/drawing/2014/main" id="{628C6246-C1A9-84FE-9E87-9965E1965677}"/>
              </a:ext>
            </a:extLst>
          </p:cNvPr>
          <p:cNvSpPr/>
          <p:nvPr/>
        </p:nvSpPr>
        <p:spPr bwMode="gray">
          <a:xfrm>
            <a:off x="7894401" y="114370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04" name="Straight Arrow Connector 903">
            <a:extLst>
              <a:ext uri="{FF2B5EF4-FFF2-40B4-BE49-F238E27FC236}">
                <a16:creationId xmlns:a16="http://schemas.microsoft.com/office/drawing/2014/main" id="{8631DC13-F52D-7A74-5D88-4AC71AD4B664}"/>
              </a:ext>
            </a:extLst>
          </p:cNvPr>
          <p:cNvCxnSpPr>
            <a:cxnSpLocks/>
            <a:stCxn id="903" idx="2"/>
            <a:endCxn id="22" idx="0"/>
          </p:cNvCxnSpPr>
          <p:nvPr/>
        </p:nvCxnSpPr>
        <p:spPr bwMode="gray">
          <a:xfrm flipH="1">
            <a:off x="7957400" y="1269708"/>
            <a:ext cx="1" cy="17514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9" name="Rectangle 908">
            <a:extLst>
              <a:ext uri="{FF2B5EF4-FFF2-40B4-BE49-F238E27FC236}">
                <a16:creationId xmlns:a16="http://schemas.microsoft.com/office/drawing/2014/main" id="{AAEA1C8B-606A-6DA1-3F8B-115BEEAB4F3A}"/>
              </a:ext>
            </a:extLst>
          </p:cNvPr>
          <p:cNvSpPr/>
          <p:nvPr/>
        </p:nvSpPr>
        <p:spPr bwMode="gray">
          <a:xfrm>
            <a:off x="8766481" y="189982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10" name="Straight Arrow Connector 909">
            <a:extLst>
              <a:ext uri="{FF2B5EF4-FFF2-40B4-BE49-F238E27FC236}">
                <a16:creationId xmlns:a16="http://schemas.microsoft.com/office/drawing/2014/main" id="{D30D0079-E95B-6D2C-B2FC-50F1B49B2EED}"/>
              </a:ext>
            </a:extLst>
          </p:cNvPr>
          <p:cNvCxnSpPr>
            <a:cxnSpLocks/>
            <a:stCxn id="6" idx="6"/>
            <a:endCxn id="909" idx="1"/>
          </p:cNvCxnSpPr>
          <p:nvPr/>
        </p:nvCxnSpPr>
        <p:spPr bwMode="gray">
          <a:xfrm flipV="1">
            <a:off x="8513068" y="1962821"/>
            <a:ext cx="253413" cy="128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5" name="TextBox 914">
                <a:extLst>
                  <a:ext uri="{FF2B5EF4-FFF2-40B4-BE49-F238E27FC236}">
                    <a16:creationId xmlns:a16="http://schemas.microsoft.com/office/drawing/2014/main" id="{0D7AAA0F-B521-C9CE-9006-F86B701BBA07}"/>
                  </a:ext>
                </a:extLst>
              </p:cNvPr>
              <p:cNvSpPr txBox="1"/>
              <p:nvPr/>
            </p:nvSpPr>
            <p:spPr bwMode="gray">
              <a:xfrm>
                <a:off x="6683938" y="1703192"/>
                <a:ext cx="696374" cy="2374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5" name="TextBox 914">
                <a:extLst>
                  <a:ext uri="{FF2B5EF4-FFF2-40B4-BE49-F238E27FC236}">
                    <a16:creationId xmlns:a16="http://schemas.microsoft.com/office/drawing/2014/main" id="{0D7AAA0F-B521-C9CE-9006-F86B701BBA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3938" y="1703192"/>
                <a:ext cx="696374" cy="2374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6" name="TextBox 915">
                <a:extLst>
                  <a:ext uri="{FF2B5EF4-FFF2-40B4-BE49-F238E27FC236}">
                    <a16:creationId xmlns:a16="http://schemas.microsoft.com/office/drawing/2014/main" id="{82FA35CD-52F1-A96D-3C36-02B491C49C31}"/>
                  </a:ext>
                </a:extLst>
              </p:cNvPr>
              <p:cNvSpPr txBox="1"/>
              <p:nvPr/>
            </p:nvSpPr>
            <p:spPr bwMode="gray">
              <a:xfrm>
                <a:off x="6678280" y="2335019"/>
                <a:ext cx="696374" cy="2367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6" name="TextBox 915">
                <a:extLst>
                  <a:ext uri="{FF2B5EF4-FFF2-40B4-BE49-F238E27FC236}">
                    <a16:creationId xmlns:a16="http://schemas.microsoft.com/office/drawing/2014/main" id="{82FA35CD-52F1-A96D-3C36-02B491C49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78280" y="2335019"/>
                <a:ext cx="696374" cy="23673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A53DAC64-FC71-AE19-5313-B7A27B8C564A}"/>
                  </a:ext>
                </a:extLst>
              </p:cNvPr>
              <p:cNvSpPr txBox="1"/>
              <p:nvPr/>
            </p:nvSpPr>
            <p:spPr bwMode="gray">
              <a:xfrm>
                <a:off x="8504066" y="2025820"/>
                <a:ext cx="696374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A53DAC64-FC71-AE19-5313-B7A27B8C5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04066" y="2025820"/>
                <a:ext cx="696374" cy="2171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1CA80D88-D0C3-B476-A6C1-8DF3B095FDBF}"/>
                  </a:ext>
                </a:extLst>
              </p:cNvPr>
              <p:cNvSpPr txBox="1"/>
              <p:nvPr/>
            </p:nvSpPr>
            <p:spPr bwMode="gray">
              <a:xfrm>
                <a:off x="7989226" y="1091292"/>
                <a:ext cx="60555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1CA80D88-D0C3-B476-A6C1-8DF3B095F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89226" y="1091292"/>
                <a:ext cx="605553" cy="2154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0" name="TextBox 919">
                <a:extLst>
                  <a:ext uri="{FF2B5EF4-FFF2-40B4-BE49-F238E27FC236}">
                    <a16:creationId xmlns:a16="http://schemas.microsoft.com/office/drawing/2014/main" id="{1AAB78B0-E703-8FD3-B296-29B5BB033FBA}"/>
                  </a:ext>
                </a:extLst>
              </p:cNvPr>
              <p:cNvSpPr txBox="1"/>
              <p:nvPr/>
            </p:nvSpPr>
            <p:spPr bwMode="gray">
              <a:xfrm>
                <a:off x="5790048" y="2612605"/>
                <a:ext cx="3353952" cy="4933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den>
                      </m:f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0" name="TextBox 919">
                <a:extLst>
                  <a:ext uri="{FF2B5EF4-FFF2-40B4-BE49-F238E27FC236}">
                    <a16:creationId xmlns:a16="http://schemas.microsoft.com/office/drawing/2014/main" id="{1AAB78B0-E703-8FD3-B296-29B5BB033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0048" y="2612605"/>
                <a:ext cx="3353952" cy="493340"/>
              </a:xfrm>
              <a:prstGeom prst="rect">
                <a:avLst/>
              </a:prstGeom>
              <a:blipFill>
                <a:blip r:embed="rId19"/>
                <a:stretch>
                  <a:fillRect t="-52500" b="-4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1" name="Right Arrow 920">
            <a:extLst>
              <a:ext uri="{FF2B5EF4-FFF2-40B4-BE49-F238E27FC236}">
                <a16:creationId xmlns:a16="http://schemas.microsoft.com/office/drawing/2014/main" id="{81AD0DD4-E920-44DD-2EA4-107D4C7AC018}"/>
              </a:ext>
            </a:extLst>
          </p:cNvPr>
          <p:cNvSpPr/>
          <p:nvPr/>
        </p:nvSpPr>
        <p:spPr bwMode="gray">
          <a:xfrm>
            <a:off x="5508104" y="2735607"/>
            <a:ext cx="288032" cy="2838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1FBCCF95-E2E4-2B61-192B-3AC2AFAD3808}"/>
                  </a:ext>
                </a:extLst>
              </p:cNvPr>
              <p:cNvSpPr txBox="1"/>
              <p:nvPr/>
            </p:nvSpPr>
            <p:spPr bwMode="gray">
              <a:xfrm>
                <a:off x="222065" y="3660697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1FBCCF95-E2E4-2B61-192B-3AC2AFAD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3660697"/>
                <a:ext cx="1224136" cy="21431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0F3D7715-5DA1-6E49-991D-FB3814BAD4A3}"/>
                  </a:ext>
                </a:extLst>
              </p:cNvPr>
              <p:cNvSpPr txBox="1"/>
              <p:nvPr/>
            </p:nvSpPr>
            <p:spPr bwMode="gray">
              <a:xfrm>
                <a:off x="222065" y="3850345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0F3D7715-5DA1-6E49-991D-FB3814BAD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3850345"/>
                <a:ext cx="1224136" cy="21431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4EA37858-E810-32FA-973A-13D369A24851}"/>
                  </a:ext>
                </a:extLst>
              </p:cNvPr>
              <p:cNvSpPr txBox="1"/>
              <p:nvPr/>
            </p:nvSpPr>
            <p:spPr bwMode="gray">
              <a:xfrm>
                <a:off x="222065" y="4039993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4EA37858-E810-32FA-973A-13D369A24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4039993"/>
                <a:ext cx="1224136" cy="2143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" name="TextBox 930">
                <a:extLst>
                  <a:ext uri="{FF2B5EF4-FFF2-40B4-BE49-F238E27FC236}">
                    <a16:creationId xmlns:a16="http://schemas.microsoft.com/office/drawing/2014/main" id="{995D4EB4-A6BE-863C-3A26-6D5A589C793E}"/>
                  </a:ext>
                </a:extLst>
              </p:cNvPr>
              <p:cNvSpPr txBox="1"/>
              <p:nvPr/>
            </p:nvSpPr>
            <p:spPr bwMode="gray">
              <a:xfrm>
                <a:off x="222065" y="4229641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;3,1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31" name="TextBox 930">
                <a:extLst>
                  <a:ext uri="{FF2B5EF4-FFF2-40B4-BE49-F238E27FC236}">
                    <a16:creationId xmlns:a16="http://schemas.microsoft.com/office/drawing/2014/main" id="{995D4EB4-A6BE-863C-3A26-6D5A589C7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4229641"/>
                <a:ext cx="1224136" cy="214317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4905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8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9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9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9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9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9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500"/>
                            </p:stCondLst>
                            <p:childTnLst>
                              <p:par>
                                <p:cTn id="1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9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8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9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9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8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00"/>
                                        <p:tgtEl>
                                          <p:spTgt spid="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1" dur="500"/>
                                        <p:tgtEl>
                                          <p:spTgt spid="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5" dur="500"/>
                                        <p:tgtEl>
                                          <p:spTgt spid="8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8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8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7" dur="500"/>
                                        <p:tgtEl>
                                          <p:spTgt spid="8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9" grpId="0" animBg="1"/>
      <p:bldP spid="22" grpId="0" animBg="1"/>
      <p:bldP spid="34" grpId="0"/>
      <p:bldP spid="13" grpId="0"/>
      <p:bldP spid="870" grpId="0" animBg="1"/>
      <p:bldP spid="871" grpId="0" animBg="1"/>
      <p:bldP spid="879" grpId="0"/>
      <p:bldP spid="880" grpId="0"/>
      <p:bldP spid="881" grpId="0" animBg="1"/>
      <p:bldP spid="883" grpId="0"/>
      <p:bldP spid="4" grpId="0"/>
      <p:bldP spid="5" grpId="0" animBg="1"/>
      <p:bldP spid="14" grpId="0"/>
      <p:bldP spid="887" grpId="0" animBg="1"/>
      <p:bldP spid="889" grpId="0"/>
      <p:bldP spid="894" grpId="0" animBg="1"/>
      <p:bldP spid="898" grpId="0" animBg="1"/>
      <p:bldP spid="903" grpId="0" animBg="1"/>
      <p:bldP spid="909" grpId="0" animBg="1"/>
      <p:bldP spid="915" grpId="0"/>
      <p:bldP spid="916" grpId="0"/>
      <p:bldP spid="917" grpId="0"/>
      <p:bldP spid="919" grpId="0"/>
      <p:bldP spid="920" grpId="0"/>
      <p:bldP spid="921" grpId="0" animBg="1"/>
      <p:bldP spid="927" grpId="0"/>
      <p:bldP spid="928" grpId="0"/>
      <p:bldP spid="929" grpId="0"/>
      <p:bldP spid="9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FD9AD-58C7-5D84-512B-A1618963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37E9B08-5226-BDA8-4583-120E386FE2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b="1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EFCF69-FE65-43B8-3D1D-07EC53915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1949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133191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-Divergence (Amari, 1985)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i="1" dirty="0"/>
                  <a:t>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is defined by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1331913"/>
              </a:xfrm>
              <a:blipFill>
                <a:blip r:embed="rId2"/>
                <a:stretch>
                  <a:fillRect t="-20755" b="-7924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Recall: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-Divergence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9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5BE7770-BF4C-0A5E-3303-E6EA23D4650A}"/>
              </a:ext>
            </a:extLst>
          </p:cNvPr>
          <p:cNvSpPr txBox="1"/>
          <p:nvPr/>
        </p:nvSpPr>
        <p:spPr bwMode="gray">
          <a:xfrm>
            <a:off x="7758928" y="2303536"/>
            <a:ext cx="1008112" cy="29665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800" b="1" dirty="0" err="1"/>
              <a:t>Shun'ichi</a:t>
            </a:r>
            <a:r>
              <a:rPr lang="en-GB" sz="800" b="1" dirty="0"/>
              <a:t> Amari (</a:t>
            </a:r>
            <a:r>
              <a:rPr lang="ja-JP" altLang="en-US" sz="800" b="1"/>
              <a:t>甘利 俊</a:t>
            </a:r>
            <a:r>
              <a:rPr lang="en-US" altLang="ja-JP" sz="800" b="1" dirty="0"/>
              <a:t>)</a:t>
            </a:r>
            <a:br>
              <a:rPr lang="en-DE" sz="800" b="1" dirty="0"/>
            </a:br>
            <a:r>
              <a:rPr lang="en-DE" sz="800" b="1" dirty="0"/>
              <a:t>(1936)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D8E05B2B-D18E-25F6-EBCA-A5A27171D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0869" y="1266482"/>
            <a:ext cx="776692" cy="103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7295153-5AE9-67F6-1E96-832B050AD988}"/>
              </a:ext>
            </a:extLst>
          </p:cNvPr>
          <p:cNvGrpSpPr/>
          <p:nvPr/>
        </p:nvGrpSpPr>
        <p:grpSpPr>
          <a:xfrm>
            <a:off x="1870598" y="4299942"/>
            <a:ext cx="1188133" cy="792088"/>
            <a:chOff x="1988531" y="3963970"/>
            <a:chExt cx="1188133" cy="792088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CADFA75-A0C6-D06A-E1E9-41EB0468C8BD}"/>
                </a:ext>
              </a:extLst>
            </p:cNvPr>
            <p:cNvSpPr/>
            <p:nvPr/>
          </p:nvSpPr>
          <p:spPr>
            <a:xfrm>
              <a:off x="1988531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461D6-B829-653E-7062-255B0DE977FE}"/>
                </a:ext>
              </a:extLst>
            </p:cNvPr>
            <p:cNvSpPr/>
            <p:nvPr/>
          </p:nvSpPr>
          <p:spPr>
            <a:xfrm>
              <a:off x="2159623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F6E59C5-7402-D51B-C674-8CA54E1B1EE7}"/>
                </a:ext>
              </a:extLst>
            </p:cNvPr>
            <p:cNvSpPr/>
            <p:nvPr/>
          </p:nvSpPr>
          <p:spPr>
            <a:xfrm>
              <a:off x="234398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0F0B374-1310-B7DC-C235-3BA80C41F80A}"/>
                </a:ext>
              </a:extLst>
            </p:cNvPr>
            <p:cNvSpPr/>
            <p:nvPr/>
          </p:nvSpPr>
          <p:spPr>
            <a:xfrm>
              <a:off x="260437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051F80C8-AFB7-C511-8CCE-FB3EEDC9610D}"/>
                </a:ext>
              </a:extLst>
            </p:cNvPr>
            <p:cNvSpPr/>
            <p:nvPr/>
          </p:nvSpPr>
          <p:spPr>
            <a:xfrm>
              <a:off x="286476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A103121D-5DA1-6A86-E4D0-ED75ED9018A4}"/>
                </a:ext>
              </a:extLst>
            </p:cNvPr>
            <p:cNvSpPr/>
            <p:nvPr/>
          </p:nvSpPr>
          <p:spPr>
            <a:xfrm>
              <a:off x="312515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F81C41D-FABB-159F-DADE-4877256CE28A}"/>
                </a:ext>
              </a:extLst>
            </p:cNvPr>
            <p:cNvSpPr/>
            <p:nvPr/>
          </p:nvSpPr>
          <p:spPr>
            <a:xfrm>
              <a:off x="2159623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69A7D64-81B3-0DB2-AE5F-6C584ADF48B8}"/>
                </a:ext>
              </a:extLst>
            </p:cNvPr>
            <p:cNvSpPr/>
            <p:nvPr/>
          </p:nvSpPr>
          <p:spPr>
            <a:xfrm>
              <a:off x="2159623" y="45087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65F1EF4-B875-EFDF-217E-14CD9E0B332E}"/>
                </a:ext>
              </a:extLst>
            </p:cNvPr>
            <p:cNvSpPr/>
            <p:nvPr/>
          </p:nvSpPr>
          <p:spPr>
            <a:xfrm>
              <a:off x="2159623" y="439119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9FDB7D7C-EA92-E163-94E9-F7C89606BD08}"/>
                </a:ext>
              </a:extLst>
            </p:cNvPr>
            <p:cNvSpPr/>
            <p:nvPr/>
          </p:nvSpPr>
          <p:spPr>
            <a:xfrm>
              <a:off x="2159623" y="4273604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B861D41-E546-4D6E-F9AE-41D6D60C21CA}"/>
                </a:ext>
              </a:extLst>
            </p:cNvPr>
            <p:cNvSpPr/>
            <p:nvPr/>
          </p:nvSpPr>
          <p:spPr>
            <a:xfrm>
              <a:off x="2159623" y="4156011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9751FB1-9214-B0B3-7CF7-AE8F1C1E5406}"/>
                </a:ext>
              </a:extLst>
            </p:cNvPr>
            <p:cNvSpPr/>
            <p:nvPr/>
          </p:nvSpPr>
          <p:spPr>
            <a:xfrm>
              <a:off x="2159623" y="403841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DC235E2-1CBB-87F5-1E62-0DAE49CBBE2D}"/>
                </a:ext>
              </a:extLst>
            </p:cNvPr>
            <p:cNvSpPr/>
            <p:nvPr/>
          </p:nvSpPr>
          <p:spPr>
            <a:xfrm>
              <a:off x="2159623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AD7A36F-D7DD-ECF6-AADD-38FC43A42B04}"/>
                </a:ext>
              </a:extLst>
            </p:cNvPr>
            <p:cNvSpPr/>
            <p:nvPr/>
          </p:nvSpPr>
          <p:spPr>
            <a:xfrm>
              <a:off x="234398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B814E47-9FD2-492C-777E-F96976F0D947}"/>
                </a:ext>
              </a:extLst>
            </p:cNvPr>
            <p:cNvSpPr/>
            <p:nvPr/>
          </p:nvSpPr>
          <p:spPr>
            <a:xfrm>
              <a:off x="260437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C10A41C2-6443-E04C-D01B-E6566CAE4EF7}"/>
                </a:ext>
              </a:extLst>
            </p:cNvPr>
            <p:cNvSpPr/>
            <p:nvPr/>
          </p:nvSpPr>
          <p:spPr>
            <a:xfrm>
              <a:off x="286476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C005EDD-895E-8620-0ED6-039F521C1679}"/>
                </a:ext>
              </a:extLst>
            </p:cNvPr>
            <p:cNvSpPr/>
            <p:nvPr/>
          </p:nvSpPr>
          <p:spPr>
            <a:xfrm>
              <a:off x="3125153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F6CD245-972E-C8C9-B266-2BDF5E345DDE}"/>
                </a:ext>
              </a:extLst>
            </p:cNvPr>
            <p:cNvSpPr/>
            <p:nvPr/>
          </p:nvSpPr>
          <p:spPr>
            <a:xfrm>
              <a:off x="2333632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E774644-3362-91BC-0F38-F255696994DF}"/>
                </a:ext>
              </a:extLst>
            </p:cNvPr>
            <p:cNvSpPr/>
            <p:nvPr/>
          </p:nvSpPr>
          <p:spPr>
            <a:xfrm>
              <a:off x="259468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87BC6F93-B9B9-C639-D3DE-5BFCCD6C1B7E}"/>
                </a:ext>
              </a:extLst>
            </p:cNvPr>
            <p:cNvSpPr/>
            <p:nvPr/>
          </p:nvSpPr>
          <p:spPr>
            <a:xfrm>
              <a:off x="2842249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A17E918-513D-5D9B-70BC-7E7D477D3091}"/>
                </a:ext>
              </a:extLst>
            </p:cNvPr>
            <p:cNvSpPr/>
            <p:nvPr/>
          </p:nvSpPr>
          <p:spPr>
            <a:xfrm>
              <a:off x="2866576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9C45CDF-60E4-4C70-9F03-6AA71395C14B}"/>
                </a:ext>
              </a:extLst>
            </p:cNvPr>
            <p:cNvSpPr/>
            <p:nvPr/>
          </p:nvSpPr>
          <p:spPr>
            <a:xfrm>
              <a:off x="3103074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64918EB2-D272-09CB-A2CE-3AAE9ADFAB36}"/>
                </a:ext>
              </a:extLst>
            </p:cNvPr>
            <p:cNvSpPr/>
            <p:nvPr/>
          </p:nvSpPr>
          <p:spPr>
            <a:xfrm>
              <a:off x="312786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AD8AF14-8456-2056-5135-0384ADE6273C}"/>
                </a:ext>
              </a:extLst>
            </p:cNvPr>
            <p:cNvSpPr/>
            <p:nvPr/>
          </p:nvSpPr>
          <p:spPr>
            <a:xfrm>
              <a:off x="2643004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9102B50-2E0E-9D1D-52E8-91BC6DF93383}"/>
                </a:ext>
              </a:extLst>
            </p:cNvPr>
            <p:cNvSpPr/>
            <p:nvPr/>
          </p:nvSpPr>
          <p:spPr>
            <a:xfrm>
              <a:off x="215962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A2C6646-802C-B89A-B289-654D841A09AA}"/>
                </a:ext>
              </a:extLst>
            </p:cNvPr>
            <p:cNvSpPr/>
            <p:nvPr/>
          </p:nvSpPr>
          <p:spPr>
            <a:xfrm>
              <a:off x="2159623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EA8D4B94-E471-919A-1881-3C993287B38D}"/>
                </a:ext>
              </a:extLst>
            </p:cNvPr>
            <p:cNvSpPr/>
            <p:nvPr/>
          </p:nvSpPr>
          <p:spPr>
            <a:xfrm>
              <a:off x="2159623" y="45087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2EF1A40-96C4-5791-5326-82A16FB0483C}"/>
                </a:ext>
              </a:extLst>
            </p:cNvPr>
            <p:cNvSpPr/>
            <p:nvPr/>
          </p:nvSpPr>
          <p:spPr>
            <a:xfrm>
              <a:off x="2159623" y="439119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CF11A64-15F3-1765-CCD0-F3F6FCE2C053}"/>
                </a:ext>
              </a:extLst>
            </p:cNvPr>
            <p:cNvSpPr/>
            <p:nvPr/>
          </p:nvSpPr>
          <p:spPr>
            <a:xfrm>
              <a:off x="2159623" y="4273604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FCA661DE-EADA-6FF9-C6E0-7329DF39F970}"/>
                </a:ext>
              </a:extLst>
            </p:cNvPr>
            <p:cNvSpPr/>
            <p:nvPr/>
          </p:nvSpPr>
          <p:spPr>
            <a:xfrm>
              <a:off x="2159623" y="4156011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BF786040-5D0C-D84A-C38E-55453B144D66}"/>
                </a:ext>
              </a:extLst>
            </p:cNvPr>
            <p:cNvSpPr/>
            <p:nvPr/>
          </p:nvSpPr>
          <p:spPr>
            <a:xfrm>
              <a:off x="2159623" y="4038417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8D5B08B3-6E75-BB69-5433-6E7B5E5BD141}"/>
                </a:ext>
              </a:extLst>
            </p:cNvPr>
            <p:cNvSpPr/>
            <p:nvPr/>
          </p:nvSpPr>
          <p:spPr>
            <a:xfrm>
              <a:off x="205578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3DB41F17-EDF4-1DF1-D27C-6F50A99F2701}"/>
                </a:ext>
              </a:extLst>
            </p:cNvPr>
            <p:cNvSpPr/>
            <p:nvPr/>
          </p:nvSpPr>
          <p:spPr>
            <a:xfrm>
              <a:off x="2083604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BEB1011-7498-F833-D99F-9E7E49DE671A}"/>
                </a:ext>
              </a:extLst>
            </p:cNvPr>
            <p:cNvSpPr/>
            <p:nvPr/>
          </p:nvSpPr>
          <p:spPr>
            <a:xfrm>
              <a:off x="209497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5E607428-1F63-25CB-922C-682D398D5BA2}"/>
                </a:ext>
              </a:extLst>
            </p:cNvPr>
            <p:cNvSpPr/>
            <p:nvPr/>
          </p:nvSpPr>
          <p:spPr>
            <a:xfrm>
              <a:off x="212110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D94DC757-A499-9731-BCD6-B3397E1FE423}"/>
                </a:ext>
              </a:extLst>
            </p:cNvPr>
            <p:cNvSpPr/>
            <p:nvPr/>
          </p:nvSpPr>
          <p:spPr>
            <a:xfrm>
              <a:off x="2056651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AA0E943E-F658-6C86-AD14-4F1068062958}"/>
                </a:ext>
              </a:extLst>
            </p:cNvPr>
            <p:cNvSpPr/>
            <p:nvPr/>
          </p:nvSpPr>
          <p:spPr>
            <a:xfrm>
              <a:off x="2084466" y="451866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294706C-0746-CDCF-C077-C2BA6D9842B6}"/>
                </a:ext>
              </a:extLst>
            </p:cNvPr>
            <p:cNvSpPr/>
            <p:nvPr/>
          </p:nvSpPr>
          <p:spPr>
            <a:xfrm>
              <a:off x="2095837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A5F7938A-AD89-2B2F-EC4A-D5B40D4E142C}"/>
                </a:ext>
              </a:extLst>
            </p:cNvPr>
            <p:cNvSpPr/>
            <p:nvPr/>
          </p:nvSpPr>
          <p:spPr>
            <a:xfrm>
              <a:off x="2122429" y="449382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25F3763-F998-D4AD-51BF-DD2C1078583D}"/>
                </a:ext>
              </a:extLst>
            </p:cNvPr>
            <p:cNvSpPr/>
            <p:nvPr/>
          </p:nvSpPr>
          <p:spPr>
            <a:xfrm>
              <a:off x="2055789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DF43EBAE-D6AD-963B-B6FE-1408EDF86A2A}"/>
                </a:ext>
              </a:extLst>
            </p:cNvPr>
            <p:cNvSpPr/>
            <p:nvPr/>
          </p:nvSpPr>
          <p:spPr>
            <a:xfrm>
              <a:off x="2083604" y="440107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7F5C578-E364-B5FE-D2A7-5672AC0E184E}"/>
                </a:ext>
              </a:extLst>
            </p:cNvPr>
            <p:cNvSpPr/>
            <p:nvPr/>
          </p:nvSpPr>
          <p:spPr>
            <a:xfrm>
              <a:off x="2096780" y="4376227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3D480F5C-6483-0A2F-533B-61D52C613D39}"/>
                </a:ext>
              </a:extLst>
            </p:cNvPr>
            <p:cNvSpPr/>
            <p:nvPr/>
          </p:nvSpPr>
          <p:spPr>
            <a:xfrm>
              <a:off x="2121105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5326D21A-E277-A927-514F-4A0DF900F4E5}"/>
                </a:ext>
              </a:extLst>
            </p:cNvPr>
            <p:cNvSpPr/>
            <p:nvPr/>
          </p:nvSpPr>
          <p:spPr>
            <a:xfrm>
              <a:off x="2056651" y="4258092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8D744AB2-2795-A0EE-B680-A43488B9367E}"/>
                </a:ext>
              </a:extLst>
            </p:cNvPr>
            <p:cNvSpPr/>
            <p:nvPr/>
          </p:nvSpPr>
          <p:spPr>
            <a:xfrm>
              <a:off x="2084466" y="4283481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1453EBA0-CF27-3BAD-CD1F-55A79705C179}"/>
                </a:ext>
              </a:extLst>
            </p:cNvPr>
            <p:cNvSpPr/>
            <p:nvPr/>
          </p:nvSpPr>
          <p:spPr>
            <a:xfrm>
              <a:off x="2097642" y="4258634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9C2075A-2A18-E0E2-239F-6EBBCE79389A}"/>
                </a:ext>
              </a:extLst>
            </p:cNvPr>
            <p:cNvSpPr/>
            <p:nvPr/>
          </p:nvSpPr>
          <p:spPr>
            <a:xfrm>
              <a:off x="2122429" y="4258634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7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7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53E23BF-E9A8-C736-C8B6-E87E25020442}"/>
                </a:ext>
              </a:extLst>
            </p:cNvPr>
            <p:cNvSpPr/>
            <p:nvPr/>
          </p:nvSpPr>
          <p:spPr>
            <a:xfrm>
              <a:off x="2055789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AB347CF-8C2A-9836-3E43-B8D0A0A50C3B}"/>
                </a:ext>
              </a:extLst>
            </p:cNvPr>
            <p:cNvSpPr/>
            <p:nvPr/>
          </p:nvSpPr>
          <p:spPr>
            <a:xfrm>
              <a:off x="2083604" y="4165888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9EC6F97-D00E-D996-ECB3-63D69A567D66}"/>
                </a:ext>
              </a:extLst>
            </p:cNvPr>
            <p:cNvSpPr/>
            <p:nvPr/>
          </p:nvSpPr>
          <p:spPr>
            <a:xfrm>
              <a:off x="2095275" y="4140499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2 w 19011"/>
                <a:gd name="connsiteY1" fmla="*/ 27074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7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2" y="27074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7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6"/>
                    <a:pt x="16084" y="2327"/>
                  </a:cubicBezTo>
                  <a:cubicBezTo>
                    <a:pt x="17929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3"/>
                  </a:cubicBezTo>
                  <a:cubicBezTo>
                    <a:pt x="10663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9381F82B-AA5B-032C-E1E2-72EEAF22065B}"/>
                </a:ext>
              </a:extLst>
            </p:cNvPr>
            <p:cNvSpPr/>
            <p:nvPr/>
          </p:nvSpPr>
          <p:spPr>
            <a:xfrm>
              <a:off x="2121105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832D82B-F4EB-179A-6A4D-3656391A4EC9}"/>
                </a:ext>
              </a:extLst>
            </p:cNvPr>
            <p:cNvSpPr/>
            <p:nvPr/>
          </p:nvSpPr>
          <p:spPr>
            <a:xfrm>
              <a:off x="2056651" y="402290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9100F0F-5A62-EDC4-F7D1-BE87B4250E80}"/>
                </a:ext>
              </a:extLst>
            </p:cNvPr>
            <p:cNvSpPr/>
            <p:nvPr/>
          </p:nvSpPr>
          <p:spPr>
            <a:xfrm>
              <a:off x="2084466" y="404829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637A0BD-1757-E718-77E3-23BBD939AE27}"/>
                </a:ext>
              </a:extLst>
            </p:cNvPr>
            <p:cNvSpPr/>
            <p:nvPr/>
          </p:nvSpPr>
          <p:spPr>
            <a:xfrm>
              <a:off x="2096138" y="4022906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2 h 30482"/>
                <a:gd name="connsiteX3" fmla="*/ 0 w 19011"/>
                <a:gd name="connsiteY3" fmla="*/ 30482 h 30482"/>
                <a:gd name="connsiteX4" fmla="*/ 0 w 19011"/>
                <a:gd name="connsiteY4" fmla="*/ 27073 h 30482"/>
                <a:gd name="connsiteX5" fmla="*/ 6277 w 19011"/>
                <a:gd name="connsiteY5" fmla="*/ 20675 h 30482"/>
                <a:gd name="connsiteX6" fmla="*/ 11291 w 19011"/>
                <a:gd name="connsiteY6" fmla="*/ 15481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0 w 19011"/>
                <a:gd name="connsiteY12" fmla="*/ 6076 h 30482"/>
                <a:gd name="connsiteX13" fmla="*/ 200 w 19011"/>
                <a:gd name="connsiteY13" fmla="*/ 1985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2 h 30482"/>
                <a:gd name="connsiteX19" fmla="*/ 15642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2"/>
                  </a:lnTo>
                  <a:lnTo>
                    <a:pt x="0" y="30482"/>
                  </a:lnTo>
                  <a:lnTo>
                    <a:pt x="0" y="27073"/>
                  </a:lnTo>
                  <a:cubicBezTo>
                    <a:pt x="1538" y="25482"/>
                    <a:pt x="3630" y="23349"/>
                    <a:pt x="6277" y="20675"/>
                  </a:cubicBezTo>
                  <a:cubicBezTo>
                    <a:pt x="8938" y="17988"/>
                    <a:pt x="10609" y="16257"/>
                    <a:pt x="11291" y="15481"/>
                  </a:cubicBezTo>
                  <a:cubicBezTo>
                    <a:pt x="12587" y="14024"/>
                    <a:pt x="13490" y="12794"/>
                    <a:pt x="13998" y="11792"/>
                  </a:cubicBezTo>
                  <a:cubicBezTo>
                    <a:pt x="14519" y="10775"/>
                    <a:pt x="14780" y="9779"/>
                    <a:pt x="14780" y="8804"/>
                  </a:cubicBezTo>
                  <a:cubicBezTo>
                    <a:pt x="14780" y="7212"/>
                    <a:pt x="14219" y="5915"/>
                    <a:pt x="13096" y="4913"/>
                  </a:cubicBezTo>
                  <a:cubicBezTo>
                    <a:pt x="11986" y="3910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0" y="6076"/>
                  </a:cubicBezTo>
                  <a:lnTo>
                    <a:pt x="200" y="1985"/>
                  </a:lnTo>
                  <a:cubicBezTo>
                    <a:pt x="1832" y="1330"/>
                    <a:pt x="3356" y="835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49"/>
                    <a:pt x="18851" y="8543"/>
                  </a:cubicBezTo>
                  <a:cubicBezTo>
                    <a:pt x="18851" y="9773"/>
                    <a:pt x="18617" y="10943"/>
                    <a:pt x="18149" y="12052"/>
                  </a:cubicBezTo>
                  <a:cubicBezTo>
                    <a:pt x="17695" y="13149"/>
                    <a:pt x="16859" y="14445"/>
                    <a:pt x="15642" y="15943"/>
                  </a:cubicBezTo>
                  <a:cubicBezTo>
                    <a:pt x="15308" y="16330"/>
                    <a:pt x="14245" y="17454"/>
                    <a:pt x="12454" y="19312"/>
                  </a:cubicBezTo>
                  <a:cubicBezTo>
                    <a:pt x="10662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C3DC64-8E76-E538-56F0-D041D98F5A68}"/>
                </a:ext>
              </a:extLst>
            </p:cNvPr>
            <p:cNvSpPr/>
            <p:nvPr/>
          </p:nvSpPr>
          <p:spPr>
            <a:xfrm>
              <a:off x="2122429" y="4023447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7486C57-0983-0EAF-2658-0B54F4F1B28B}"/>
                </a:ext>
              </a:extLst>
            </p:cNvPr>
            <p:cNvSpPr/>
            <p:nvPr/>
          </p:nvSpPr>
          <p:spPr>
            <a:xfrm>
              <a:off x="2008210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09A0FD1-7AFF-50EB-EC0B-DABB31A6ABFB}"/>
                </a:ext>
              </a:extLst>
            </p:cNvPr>
            <p:cNvSpPr/>
            <p:nvPr/>
          </p:nvSpPr>
          <p:spPr>
            <a:xfrm>
              <a:off x="1993576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0FD170D-938E-7733-7369-5278DFF345D7}"/>
                </a:ext>
              </a:extLst>
            </p:cNvPr>
            <p:cNvSpPr/>
            <p:nvPr/>
          </p:nvSpPr>
          <p:spPr>
            <a:xfrm>
              <a:off x="2008210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F0C2BE7F-FF88-2991-D8C7-F6FE743453CB}"/>
                </a:ext>
              </a:extLst>
            </p:cNvPr>
            <p:cNvSpPr/>
            <p:nvPr/>
          </p:nvSpPr>
          <p:spPr>
            <a:xfrm>
              <a:off x="1993576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4428F4DB-52ED-68B1-0330-3DE964E30CD3}"/>
                </a:ext>
              </a:extLst>
            </p:cNvPr>
            <p:cNvSpPr/>
            <p:nvPr/>
          </p:nvSpPr>
          <p:spPr>
            <a:xfrm>
              <a:off x="2187746" y="4059173"/>
              <a:ext cx="937407" cy="567210"/>
            </a:xfrm>
            <a:custGeom>
              <a:avLst/>
              <a:gdLst>
                <a:gd name="connsiteX0" fmla="*/ 0 w 937407"/>
                <a:gd name="connsiteY0" fmla="*/ 567210 h 567210"/>
                <a:gd name="connsiteX1" fmla="*/ 938 w 937407"/>
                <a:gd name="connsiteY1" fmla="*/ 567210 h 567210"/>
                <a:gd name="connsiteX2" fmla="*/ 1877 w 937407"/>
                <a:gd name="connsiteY2" fmla="*/ 567210 h 567210"/>
                <a:gd name="connsiteX3" fmla="*/ 2815 w 937407"/>
                <a:gd name="connsiteY3" fmla="*/ 567210 h 567210"/>
                <a:gd name="connsiteX4" fmla="*/ 3753 w 937407"/>
                <a:gd name="connsiteY4" fmla="*/ 567210 h 567210"/>
                <a:gd name="connsiteX5" fmla="*/ 4692 w 937407"/>
                <a:gd name="connsiteY5" fmla="*/ 567210 h 567210"/>
                <a:gd name="connsiteX6" fmla="*/ 5630 w 937407"/>
                <a:gd name="connsiteY6" fmla="*/ 567210 h 567210"/>
                <a:gd name="connsiteX7" fmla="*/ 6568 w 937407"/>
                <a:gd name="connsiteY7" fmla="*/ 567210 h 567210"/>
                <a:gd name="connsiteX8" fmla="*/ 7507 w 937407"/>
                <a:gd name="connsiteY8" fmla="*/ 567210 h 567210"/>
                <a:gd name="connsiteX9" fmla="*/ 8445 w 937407"/>
                <a:gd name="connsiteY9" fmla="*/ 567210 h 567210"/>
                <a:gd name="connsiteX10" fmla="*/ 9383 w 937407"/>
                <a:gd name="connsiteY10" fmla="*/ 567210 h 567210"/>
                <a:gd name="connsiteX11" fmla="*/ 10321 w 937407"/>
                <a:gd name="connsiteY11" fmla="*/ 567210 h 567210"/>
                <a:gd name="connsiteX12" fmla="*/ 11260 w 937407"/>
                <a:gd name="connsiteY12" fmla="*/ 567210 h 567210"/>
                <a:gd name="connsiteX13" fmla="*/ 12198 w 937407"/>
                <a:gd name="connsiteY13" fmla="*/ 567210 h 567210"/>
                <a:gd name="connsiteX14" fmla="*/ 13137 w 937407"/>
                <a:gd name="connsiteY14" fmla="*/ 567210 h 567210"/>
                <a:gd name="connsiteX15" fmla="*/ 14075 w 937407"/>
                <a:gd name="connsiteY15" fmla="*/ 567210 h 567210"/>
                <a:gd name="connsiteX16" fmla="*/ 15014 w 937407"/>
                <a:gd name="connsiteY16" fmla="*/ 567210 h 567210"/>
                <a:gd name="connsiteX17" fmla="*/ 15952 w 937407"/>
                <a:gd name="connsiteY17" fmla="*/ 567210 h 567210"/>
                <a:gd name="connsiteX18" fmla="*/ 16890 w 937407"/>
                <a:gd name="connsiteY18" fmla="*/ 567210 h 567210"/>
                <a:gd name="connsiteX19" fmla="*/ 17828 w 937407"/>
                <a:gd name="connsiteY19" fmla="*/ 567210 h 567210"/>
                <a:gd name="connsiteX20" fmla="*/ 18767 w 937407"/>
                <a:gd name="connsiteY20" fmla="*/ 567210 h 567210"/>
                <a:gd name="connsiteX21" fmla="*/ 19705 w 937407"/>
                <a:gd name="connsiteY21" fmla="*/ 567210 h 567210"/>
                <a:gd name="connsiteX22" fmla="*/ 20643 w 937407"/>
                <a:gd name="connsiteY22" fmla="*/ 567210 h 567210"/>
                <a:gd name="connsiteX23" fmla="*/ 21582 w 937407"/>
                <a:gd name="connsiteY23" fmla="*/ 567210 h 567210"/>
                <a:gd name="connsiteX24" fmla="*/ 22520 w 937407"/>
                <a:gd name="connsiteY24" fmla="*/ 567210 h 567210"/>
                <a:gd name="connsiteX25" fmla="*/ 23459 w 937407"/>
                <a:gd name="connsiteY25" fmla="*/ 567210 h 567210"/>
                <a:gd name="connsiteX26" fmla="*/ 24397 w 937407"/>
                <a:gd name="connsiteY26" fmla="*/ 567210 h 567210"/>
                <a:gd name="connsiteX27" fmla="*/ 25335 w 937407"/>
                <a:gd name="connsiteY27" fmla="*/ 567210 h 567210"/>
                <a:gd name="connsiteX28" fmla="*/ 26274 w 937407"/>
                <a:gd name="connsiteY28" fmla="*/ 567210 h 567210"/>
                <a:gd name="connsiteX29" fmla="*/ 27212 w 937407"/>
                <a:gd name="connsiteY29" fmla="*/ 567210 h 567210"/>
                <a:gd name="connsiteX30" fmla="*/ 28150 w 937407"/>
                <a:gd name="connsiteY30" fmla="*/ 567210 h 567210"/>
                <a:gd name="connsiteX31" fmla="*/ 29088 w 937407"/>
                <a:gd name="connsiteY31" fmla="*/ 567210 h 567210"/>
                <a:gd name="connsiteX32" fmla="*/ 30027 w 937407"/>
                <a:gd name="connsiteY32" fmla="*/ 567205 h 567210"/>
                <a:gd name="connsiteX33" fmla="*/ 30965 w 937407"/>
                <a:gd name="connsiteY33" fmla="*/ 567205 h 567210"/>
                <a:gd name="connsiteX34" fmla="*/ 31903 w 937407"/>
                <a:gd name="connsiteY34" fmla="*/ 567205 h 567210"/>
                <a:gd name="connsiteX35" fmla="*/ 32842 w 937407"/>
                <a:gd name="connsiteY35" fmla="*/ 567205 h 567210"/>
                <a:gd name="connsiteX36" fmla="*/ 33780 w 937407"/>
                <a:gd name="connsiteY36" fmla="*/ 567200 h 567210"/>
                <a:gd name="connsiteX37" fmla="*/ 34719 w 937407"/>
                <a:gd name="connsiteY37" fmla="*/ 567200 h 567210"/>
                <a:gd name="connsiteX38" fmla="*/ 35657 w 937407"/>
                <a:gd name="connsiteY38" fmla="*/ 567200 h 567210"/>
                <a:gd name="connsiteX39" fmla="*/ 36595 w 937407"/>
                <a:gd name="connsiteY39" fmla="*/ 567195 h 567210"/>
                <a:gd name="connsiteX40" fmla="*/ 37534 w 937407"/>
                <a:gd name="connsiteY40" fmla="*/ 567195 h 567210"/>
                <a:gd name="connsiteX41" fmla="*/ 38472 w 937407"/>
                <a:gd name="connsiteY41" fmla="*/ 567190 h 567210"/>
                <a:gd name="connsiteX42" fmla="*/ 39410 w 937407"/>
                <a:gd name="connsiteY42" fmla="*/ 567186 h 567210"/>
                <a:gd name="connsiteX43" fmla="*/ 40348 w 937407"/>
                <a:gd name="connsiteY43" fmla="*/ 567186 h 567210"/>
                <a:gd name="connsiteX44" fmla="*/ 41287 w 937407"/>
                <a:gd name="connsiteY44" fmla="*/ 567181 h 567210"/>
                <a:gd name="connsiteX45" fmla="*/ 42225 w 937407"/>
                <a:gd name="connsiteY45" fmla="*/ 567171 h 567210"/>
                <a:gd name="connsiteX46" fmla="*/ 43164 w 937407"/>
                <a:gd name="connsiteY46" fmla="*/ 567166 h 567210"/>
                <a:gd name="connsiteX47" fmla="*/ 44102 w 937407"/>
                <a:gd name="connsiteY47" fmla="*/ 567156 h 567210"/>
                <a:gd name="connsiteX48" fmla="*/ 45041 w 937407"/>
                <a:gd name="connsiteY48" fmla="*/ 567151 h 567210"/>
                <a:gd name="connsiteX49" fmla="*/ 45979 w 937407"/>
                <a:gd name="connsiteY49" fmla="*/ 567141 h 567210"/>
                <a:gd name="connsiteX50" fmla="*/ 46917 w 937407"/>
                <a:gd name="connsiteY50" fmla="*/ 567126 h 567210"/>
                <a:gd name="connsiteX51" fmla="*/ 47856 w 937407"/>
                <a:gd name="connsiteY51" fmla="*/ 567111 h 567210"/>
                <a:gd name="connsiteX52" fmla="*/ 48794 w 937407"/>
                <a:gd name="connsiteY52" fmla="*/ 567096 h 567210"/>
                <a:gd name="connsiteX53" fmla="*/ 49732 w 937407"/>
                <a:gd name="connsiteY53" fmla="*/ 567082 h 567210"/>
                <a:gd name="connsiteX54" fmla="*/ 50670 w 937407"/>
                <a:gd name="connsiteY54" fmla="*/ 567057 h 567210"/>
                <a:gd name="connsiteX55" fmla="*/ 51609 w 937407"/>
                <a:gd name="connsiteY55" fmla="*/ 567037 h 567210"/>
                <a:gd name="connsiteX56" fmla="*/ 52547 w 937407"/>
                <a:gd name="connsiteY56" fmla="*/ 567007 h 567210"/>
                <a:gd name="connsiteX57" fmla="*/ 53485 w 937407"/>
                <a:gd name="connsiteY57" fmla="*/ 566978 h 567210"/>
                <a:gd name="connsiteX58" fmla="*/ 54424 w 937407"/>
                <a:gd name="connsiteY58" fmla="*/ 566938 h 567210"/>
                <a:gd name="connsiteX59" fmla="*/ 55362 w 937407"/>
                <a:gd name="connsiteY59" fmla="*/ 566898 h 567210"/>
                <a:gd name="connsiteX60" fmla="*/ 56301 w 937407"/>
                <a:gd name="connsiteY60" fmla="*/ 566854 h 567210"/>
                <a:gd name="connsiteX61" fmla="*/ 57239 w 937407"/>
                <a:gd name="connsiteY61" fmla="*/ 566799 h 567210"/>
                <a:gd name="connsiteX62" fmla="*/ 58177 w 937407"/>
                <a:gd name="connsiteY62" fmla="*/ 566740 h 567210"/>
                <a:gd name="connsiteX63" fmla="*/ 59116 w 937407"/>
                <a:gd name="connsiteY63" fmla="*/ 566671 h 567210"/>
                <a:gd name="connsiteX64" fmla="*/ 60054 w 937407"/>
                <a:gd name="connsiteY64" fmla="*/ 566596 h 567210"/>
                <a:gd name="connsiteX65" fmla="*/ 60992 w 937407"/>
                <a:gd name="connsiteY65" fmla="*/ 566507 h 567210"/>
                <a:gd name="connsiteX66" fmla="*/ 61930 w 937407"/>
                <a:gd name="connsiteY66" fmla="*/ 566408 h 567210"/>
                <a:gd name="connsiteX67" fmla="*/ 62869 w 937407"/>
                <a:gd name="connsiteY67" fmla="*/ 566299 h 567210"/>
                <a:gd name="connsiteX68" fmla="*/ 63807 w 937407"/>
                <a:gd name="connsiteY68" fmla="*/ 566176 h 567210"/>
                <a:gd name="connsiteX69" fmla="*/ 64746 w 937407"/>
                <a:gd name="connsiteY69" fmla="*/ 566032 h 567210"/>
                <a:gd name="connsiteX70" fmla="*/ 65684 w 937407"/>
                <a:gd name="connsiteY70" fmla="*/ 565874 h 567210"/>
                <a:gd name="connsiteX71" fmla="*/ 66623 w 937407"/>
                <a:gd name="connsiteY71" fmla="*/ 565695 h 567210"/>
                <a:gd name="connsiteX72" fmla="*/ 67561 w 937407"/>
                <a:gd name="connsiteY72" fmla="*/ 565497 h 567210"/>
                <a:gd name="connsiteX73" fmla="*/ 68499 w 937407"/>
                <a:gd name="connsiteY73" fmla="*/ 565275 h 567210"/>
                <a:gd name="connsiteX74" fmla="*/ 69437 w 937407"/>
                <a:gd name="connsiteY74" fmla="*/ 565027 h 567210"/>
                <a:gd name="connsiteX75" fmla="*/ 70376 w 937407"/>
                <a:gd name="connsiteY75" fmla="*/ 564750 h 567210"/>
                <a:gd name="connsiteX76" fmla="*/ 71314 w 937407"/>
                <a:gd name="connsiteY76" fmla="*/ 564443 h 567210"/>
                <a:gd name="connsiteX77" fmla="*/ 72252 w 937407"/>
                <a:gd name="connsiteY77" fmla="*/ 564101 h 567210"/>
                <a:gd name="connsiteX78" fmla="*/ 73191 w 937407"/>
                <a:gd name="connsiteY78" fmla="*/ 563720 h 567210"/>
                <a:gd name="connsiteX79" fmla="*/ 74129 w 937407"/>
                <a:gd name="connsiteY79" fmla="*/ 563294 h 567210"/>
                <a:gd name="connsiteX80" fmla="*/ 75067 w 937407"/>
                <a:gd name="connsiteY80" fmla="*/ 562829 h 567210"/>
                <a:gd name="connsiteX81" fmla="*/ 76006 w 937407"/>
                <a:gd name="connsiteY81" fmla="*/ 562309 h 567210"/>
                <a:gd name="connsiteX82" fmla="*/ 76944 w 937407"/>
                <a:gd name="connsiteY82" fmla="*/ 561740 h 567210"/>
                <a:gd name="connsiteX83" fmla="*/ 77883 w 937407"/>
                <a:gd name="connsiteY83" fmla="*/ 561111 h 567210"/>
                <a:gd name="connsiteX84" fmla="*/ 78821 w 937407"/>
                <a:gd name="connsiteY84" fmla="*/ 560413 h 567210"/>
                <a:gd name="connsiteX85" fmla="*/ 79759 w 937407"/>
                <a:gd name="connsiteY85" fmla="*/ 559651 h 567210"/>
                <a:gd name="connsiteX86" fmla="*/ 80697 w 937407"/>
                <a:gd name="connsiteY86" fmla="*/ 558814 h 567210"/>
                <a:gd name="connsiteX87" fmla="*/ 81636 w 937407"/>
                <a:gd name="connsiteY87" fmla="*/ 557893 h 567210"/>
                <a:gd name="connsiteX88" fmla="*/ 82574 w 937407"/>
                <a:gd name="connsiteY88" fmla="*/ 556888 h 567210"/>
                <a:gd name="connsiteX89" fmla="*/ 83512 w 937407"/>
                <a:gd name="connsiteY89" fmla="*/ 555789 h 567210"/>
                <a:gd name="connsiteX90" fmla="*/ 84451 w 937407"/>
                <a:gd name="connsiteY90" fmla="*/ 554591 h 567210"/>
                <a:gd name="connsiteX91" fmla="*/ 85389 w 937407"/>
                <a:gd name="connsiteY91" fmla="*/ 553279 h 567210"/>
                <a:gd name="connsiteX92" fmla="*/ 86328 w 937407"/>
                <a:gd name="connsiteY92" fmla="*/ 551859 h 567210"/>
                <a:gd name="connsiteX93" fmla="*/ 87266 w 937407"/>
                <a:gd name="connsiteY93" fmla="*/ 550309 h 567210"/>
                <a:gd name="connsiteX94" fmla="*/ 88205 w 937407"/>
                <a:gd name="connsiteY94" fmla="*/ 548626 h 567210"/>
                <a:gd name="connsiteX95" fmla="*/ 89143 w 937407"/>
                <a:gd name="connsiteY95" fmla="*/ 546809 h 567210"/>
                <a:gd name="connsiteX96" fmla="*/ 90081 w 937407"/>
                <a:gd name="connsiteY96" fmla="*/ 544839 h 567210"/>
                <a:gd name="connsiteX97" fmla="*/ 91019 w 937407"/>
                <a:gd name="connsiteY97" fmla="*/ 542710 h 567210"/>
                <a:gd name="connsiteX98" fmla="*/ 91958 w 937407"/>
                <a:gd name="connsiteY98" fmla="*/ 540413 h 567210"/>
                <a:gd name="connsiteX99" fmla="*/ 92896 w 937407"/>
                <a:gd name="connsiteY99" fmla="*/ 537938 h 567210"/>
                <a:gd name="connsiteX100" fmla="*/ 93834 w 937407"/>
                <a:gd name="connsiteY100" fmla="*/ 535279 h 567210"/>
                <a:gd name="connsiteX101" fmla="*/ 94773 w 937407"/>
                <a:gd name="connsiteY101" fmla="*/ 532423 h 567210"/>
                <a:gd name="connsiteX102" fmla="*/ 95711 w 937407"/>
                <a:gd name="connsiteY102" fmla="*/ 529358 h 567210"/>
                <a:gd name="connsiteX103" fmla="*/ 96649 w 937407"/>
                <a:gd name="connsiteY103" fmla="*/ 526076 h 567210"/>
                <a:gd name="connsiteX104" fmla="*/ 97588 w 937407"/>
                <a:gd name="connsiteY104" fmla="*/ 522571 h 567210"/>
                <a:gd name="connsiteX105" fmla="*/ 98526 w 937407"/>
                <a:gd name="connsiteY105" fmla="*/ 518829 h 567210"/>
                <a:gd name="connsiteX106" fmla="*/ 99465 w 937407"/>
                <a:gd name="connsiteY106" fmla="*/ 514843 h 567210"/>
                <a:gd name="connsiteX107" fmla="*/ 100403 w 937407"/>
                <a:gd name="connsiteY107" fmla="*/ 510601 h 567210"/>
                <a:gd name="connsiteX108" fmla="*/ 101341 w 937407"/>
                <a:gd name="connsiteY108" fmla="*/ 506091 h 567210"/>
                <a:gd name="connsiteX109" fmla="*/ 102279 w 937407"/>
                <a:gd name="connsiteY109" fmla="*/ 501309 h 567210"/>
                <a:gd name="connsiteX110" fmla="*/ 103218 w 937407"/>
                <a:gd name="connsiteY110" fmla="*/ 496249 h 567210"/>
                <a:gd name="connsiteX111" fmla="*/ 104156 w 937407"/>
                <a:gd name="connsiteY111" fmla="*/ 490893 h 567210"/>
                <a:gd name="connsiteX112" fmla="*/ 105094 w 937407"/>
                <a:gd name="connsiteY112" fmla="*/ 485244 h 567210"/>
                <a:gd name="connsiteX113" fmla="*/ 106033 w 937407"/>
                <a:gd name="connsiteY113" fmla="*/ 479288 h 567210"/>
                <a:gd name="connsiteX114" fmla="*/ 106971 w 937407"/>
                <a:gd name="connsiteY114" fmla="*/ 473026 h 567210"/>
                <a:gd name="connsiteX115" fmla="*/ 107910 w 937407"/>
                <a:gd name="connsiteY115" fmla="*/ 466447 h 567210"/>
                <a:gd name="connsiteX116" fmla="*/ 108848 w 937407"/>
                <a:gd name="connsiteY116" fmla="*/ 459546 h 567210"/>
                <a:gd name="connsiteX117" fmla="*/ 109786 w 937407"/>
                <a:gd name="connsiteY117" fmla="*/ 452323 h 567210"/>
                <a:gd name="connsiteX118" fmla="*/ 110725 w 937407"/>
                <a:gd name="connsiteY118" fmla="*/ 444773 h 567210"/>
                <a:gd name="connsiteX119" fmla="*/ 111663 w 937407"/>
                <a:gd name="connsiteY119" fmla="*/ 436897 h 567210"/>
                <a:gd name="connsiteX120" fmla="*/ 112601 w 937407"/>
                <a:gd name="connsiteY120" fmla="*/ 428694 h 567210"/>
                <a:gd name="connsiteX121" fmla="*/ 113539 w 937407"/>
                <a:gd name="connsiteY121" fmla="*/ 420164 h 567210"/>
                <a:gd name="connsiteX122" fmla="*/ 114478 w 937407"/>
                <a:gd name="connsiteY122" fmla="*/ 411313 h 567210"/>
                <a:gd name="connsiteX123" fmla="*/ 115416 w 937407"/>
                <a:gd name="connsiteY123" fmla="*/ 402139 h 567210"/>
                <a:gd name="connsiteX124" fmla="*/ 116355 w 937407"/>
                <a:gd name="connsiteY124" fmla="*/ 392657 h 567210"/>
                <a:gd name="connsiteX125" fmla="*/ 117293 w 937407"/>
                <a:gd name="connsiteY125" fmla="*/ 382868 h 567210"/>
                <a:gd name="connsiteX126" fmla="*/ 118232 w 937407"/>
                <a:gd name="connsiteY126" fmla="*/ 372782 h 567210"/>
                <a:gd name="connsiteX127" fmla="*/ 119170 w 937407"/>
                <a:gd name="connsiteY127" fmla="*/ 362409 h 567210"/>
                <a:gd name="connsiteX128" fmla="*/ 120108 w 937407"/>
                <a:gd name="connsiteY128" fmla="*/ 351764 h 567210"/>
                <a:gd name="connsiteX129" fmla="*/ 121047 w 937407"/>
                <a:gd name="connsiteY129" fmla="*/ 340858 h 567210"/>
                <a:gd name="connsiteX130" fmla="*/ 121985 w 937407"/>
                <a:gd name="connsiteY130" fmla="*/ 329708 h 567210"/>
                <a:gd name="connsiteX131" fmla="*/ 122923 w 937407"/>
                <a:gd name="connsiteY131" fmla="*/ 318332 h 567210"/>
                <a:gd name="connsiteX132" fmla="*/ 123861 w 937407"/>
                <a:gd name="connsiteY132" fmla="*/ 306748 h 567210"/>
                <a:gd name="connsiteX133" fmla="*/ 124800 w 937407"/>
                <a:gd name="connsiteY133" fmla="*/ 294979 h 567210"/>
                <a:gd name="connsiteX134" fmla="*/ 125738 w 937407"/>
                <a:gd name="connsiteY134" fmla="*/ 283046 h 567210"/>
                <a:gd name="connsiteX135" fmla="*/ 126676 w 937407"/>
                <a:gd name="connsiteY135" fmla="*/ 270974 h 567210"/>
                <a:gd name="connsiteX136" fmla="*/ 127615 w 937407"/>
                <a:gd name="connsiteY136" fmla="*/ 258789 h 567210"/>
                <a:gd name="connsiteX137" fmla="*/ 128553 w 937407"/>
                <a:gd name="connsiteY137" fmla="*/ 246518 h 567210"/>
                <a:gd name="connsiteX138" fmla="*/ 129492 w 937407"/>
                <a:gd name="connsiteY138" fmla="*/ 234190 h 567210"/>
                <a:gd name="connsiteX139" fmla="*/ 130430 w 937407"/>
                <a:gd name="connsiteY139" fmla="*/ 221836 h 567210"/>
                <a:gd name="connsiteX140" fmla="*/ 131368 w 937407"/>
                <a:gd name="connsiteY140" fmla="*/ 209487 h 567210"/>
                <a:gd name="connsiteX141" fmla="*/ 132307 w 937407"/>
                <a:gd name="connsiteY141" fmla="*/ 197175 h 567210"/>
                <a:gd name="connsiteX142" fmla="*/ 133245 w 937407"/>
                <a:gd name="connsiteY142" fmla="*/ 184936 h 567210"/>
                <a:gd name="connsiteX143" fmla="*/ 134183 w 937407"/>
                <a:gd name="connsiteY143" fmla="*/ 172801 h 567210"/>
                <a:gd name="connsiteX144" fmla="*/ 135121 w 937407"/>
                <a:gd name="connsiteY144" fmla="*/ 160807 h 567210"/>
                <a:gd name="connsiteX145" fmla="*/ 136060 w 937407"/>
                <a:gd name="connsiteY145" fmla="*/ 148990 h 567210"/>
                <a:gd name="connsiteX146" fmla="*/ 136998 w 937407"/>
                <a:gd name="connsiteY146" fmla="*/ 137385 h 567210"/>
                <a:gd name="connsiteX147" fmla="*/ 137937 w 937407"/>
                <a:gd name="connsiteY147" fmla="*/ 126028 h 567210"/>
                <a:gd name="connsiteX148" fmla="*/ 138875 w 937407"/>
                <a:gd name="connsiteY148" fmla="*/ 114956 h 567210"/>
                <a:gd name="connsiteX149" fmla="*/ 139814 w 937407"/>
                <a:gd name="connsiteY149" fmla="*/ 104204 h 567210"/>
                <a:gd name="connsiteX150" fmla="*/ 140752 w 937407"/>
                <a:gd name="connsiteY150" fmla="*/ 93808 h 567210"/>
                <a:gd name="connsiteX151" fmla="*/ 141690 w 937407"/>
                <a:gd name="connsiteY151" fmla="*/ 83803 h 567210"/>
                <a:gd name="connsiteX152" fmla="*/ 142628 w 937407"/>
                <a:gd name="connsiteY152" fmla="*/ 74222 h 567210"/>
                <a:gd name="connsiteX153" fmla="*/ 143567 w 937407"/>
                <a:gd name="connsiteY153" fmla="*/ 65099 h 567210"/>
                <a:gd name="connsiteX154" fmla="*/ 144505 w 937407"/>
                <a:gd name="connsiteY154" fmla="*/ 56465 h 567210"/>
                <a:gd name="connsiteX155" fmla="*/ 145443 w 937407"/>
                <a:gd name="connsiteY155" fmla="*/ 48352 h 567210"/>
                <a:gd name="connsiteX156" fmla="*/ 146382 w 937407"/>
                <a:gd name="connsiteY156" fmla="*/ 40788 h 567210"/>
                <a:gd name="connsiteX157" fmla="*/ 147320 w 937407"/>
                <a:gd name="connsiteY157" fmla="*/ 33799 h 567210"/>
                <a:gd name="connsiteX158" fmla="*/ 148258 w 937407"/>
                <a:gd name="connsiteY158" fmla="*/ 27411 h 567210"/>
                <a:gd name="connsiteX159" fmla="*/ 149197 w 937407"/>
                <a:gd name="connsiteY159" fmla="*/ 21648 h 567210"/>
                <a:gd name="connsiteX160" fmla="*/ 150135 w 937407"/>
                <a:gd name="connsiteY160" fmla="*/ 16530 h 567210"/>
                <a:gd name="connsiteX161" fmla="*/ 151074 w 937407"/>
                <a:gd name="connsiteY161" fmla="*/ 12075 h 567210"/>
                <a:gd name="connsiteX162" fmla="*/ 152012 w 937407"/>
                <a:gd name="connsiteY162" fmla="*/ 8301 h 567210"/>
                <a:gd name="connsiteX163" fmla="*/ 152950 w 937407"/>
                <a:gd name="connsiteY163" fmla="*/ 5219 h 567210"/>
                <a:gd name="connsiteX164" fmla="*/ 153888 w 937407"/>
                <a:gd name="connsiteY164" fmla="*/ 2842 h 567210"/>
                <a:gd name="connsiteX165" fmla="*/ 154827 w 937407"/>
                <a:gd name="connsiteY165" fmla="*/ 1176 h 567210"/>
                <a:gd name="connsiteX166" fmla="*/ 155765 w 937407"/>
                <a:gd name="connsiteY166" fmla="*/ 228 h 567210"/>
                <a:gd name="connsiteX167" fmla="*/ 156703 w 937407"/>
                <a:gd name="connsiteY167" fmla="*/ 0 h 567210"/>
                <a:gd name="connsiteX168" fmla="*/ 157642 w 937407"/>
                <a:gd name="connsiteY168" fmla="*/ 491 h 567210"/>
                <a:gd name="connsiteX169" fmla="*/ 158580 w 937407"/>
                <a:gd name="connsiteY169" fmla="*/ 1698 h 567210"/>
                <a:gd name="connsiteX170" fmla="*/ 159519 w 937407"/>
                <a:gd name="connsiteY170" fmla="*/ 3614 h 567210"/>
                <a:gd name="connsiteX171" fmla="*/ 160457 w 937407"/>
                <a:gd name="connsiteY171" fmla="*/ 6232 h 567210"/>
                <a:gd name="connsiteX172" fmla="*/ 161395 w 937407"/>
                <a:gd name="connsiteY172" fmla="*/ 9538 h 567210"/>
                <a:gd name="connsiteX173" fmla="*/ 162334 w 937407"/>
                <a:gd name="connsiteY173" fmla="*/ 13520 h 567210"/>
                <a:gd name="connsiteX174" fmla="*/ 163272 w 937407"/>
                <a:gd name="connsiteY174" fmla="*/ 18160 h 567210"/>
                <a:gd name="connsiteX175" fmla="*/ 164210 w 937407"/>
                <a:gd name="connsiteY175" fmla="*/ 23437 h 567210"/>
                <a:gd name="connsiteX176" fmla="*/ 165149 w 937407"/>
                <a:gd name="connsiteY176" fmla="*/ 29332 h 567210"/>
                <a:gd name="connsiteX177" fmla="*/ 166087 w 937407"/>
                <a:gd name="connsiteY177" fmla="*/ 35819 h 567210"/>
                <a:gd name="connsiteX178" fmla="*/ 167025 w 937407"/>
                <a:gd name="connsiteY178" fmla="*/ 42873 h 567210"/>
                <a:gd name="connsiteX179" fmla="*/ 167964 w 937407"/>
                <a:gd name="connsiteY179" fmla="*/ 50465 h 567210"/>
                <a:gd name="connsiteX180" fmla="*/ 168902 w 937407"/>
                <a:gd name="connsiteY180" fmla="*/ 58567 h 567210"/>
                <a:gd name="connsiteX181" fmla="*/ 169840 w 937407"/>
                <a:gd name="connsiteY181" fmla="*/ 67145 h 567210"/>
                <a:gd name="connsiteX182" fmla="*/ 170779 w 937407"/>
                <a:gd name="connsiteY182" fmla="*/ 76169 h 567210"/>
                <a:gd name="connsiteX183" fmla="*/ 171717 w 937407"/>
                <a:gd name="connsiteY183" fmla="*/ 85602 h 567210"/>
                <a:gd name="connsiteX184" fmla="*/ 172656 w 937407"/>
                <a:gd name="connsiteY184" fmla="*/ 95412 h 567210"/>
                <a:gd name="connsiteX185" fmla="*/ 173594 w 937407"/>
                <a:gd name="connsiteY185" fmla="*/ 105562 h 567210"/>
                <a:gd name="connsiteX186" fmla="*/ 174532 w 937407"/>
                <a:gd name="connsiteY186" fmla="*/ 116016 h 567210"/>
                <a:gd name="connsiteX187" fmla="*/ 175470 w 937407"/>
                <a:gd name="connsiteY187" fmla="*/ 126736 h 567210"/>
                <a:gd name="connsiteX188" fmla="*/ 176409 w 937407"/>
                <a:gd name="connsiteY188" fmla="*/ 137686 h 567210"/>
                <a:gd name="connsiteX189" fmla="*/ 177347 w 937407"/>
                <a:gd name="connsiteY189" fmla="*/ 148828 h 567210"/>
                <a:gd name="connsiteX190" fmla="*/ 178285 w 937407"/>
                <a:gd name="connsiteY190" fmla="*/ 160127 h 567210"/>
                <a:gd name="connsiteX191" fmla="*/ 179224 w 937407"/>
                <a:gd name="connsiteY191" fmla="*/ 171545 h 567210"/>
                <a:gd name="connsiteX192" fmla="*/ 180162 w 937407"/>
                <a:gd name="connsiteY192" fmla="*/ 183046 h 567210"/>
                <a:gd name="connsiteX193" fmla="*/ 181101 w 937407"/>
                <a:gd name="connsiteY193" fmla="*/ 194595 h 567210"/>
                <a:gd name="connsiteX194" fmla="*/ 182039 w 937407"/>
                <a:gd name="connsiteY194" fmla="*/ 206158 h 567210"/>
                <a:gd name="connsiteX195" fmla="*/ 182977 w 937407"/>
                <a:gd name="connsiteY195" fmla="*/ 217700 h 567210"/>
                <a:gd name="connsiteX196" fmla="*/ 183916 w 937407"/>
                <a:gd name="connsiteY196" fmla="*/ 229190 h 567210"/>
                <a:gd name="connsiteX197" fmla="*/ 184854 w 937407"/>
                <a:gd name="connsiteY197" fmla="*/ 240595 h 567210"/>
                <a:gd name="connsiteX198" fmla="*/ 185792 w 937407"/>
                <a:gd name="connsiteY198" fmla="*/ 251887 h 567210"/>
                <a:gd name="connsiteX199" fmla="*/ 186730 w 937407"/>
                <a:gd name="connsiteY199" fmla="*/ 263037 h 567210"/>
                <a:gd name="connsiteX200" fmla="*/ 187669 w 937407"/>
                <a:gd name="connsiteY200" fmla="*/ 274018 h 567210"/>
                <a:gd name="connsiteX201" fmla="*/ 188607 w 937407"/>
                <a:gd name="connsiteY201" fmla="*/ 284804 h 567210"/>
                <a:gd name="connsiteX202" fmla="*/ 189546 w 937407"/>
                <a:gd name="connsiteY202" fmla="*/ 295373 h 567210"/>
                <a:gd name="connsiteX203" fmla="*/ 190484 w 937407"/>
                <a:gd name="connsiteY203" fmla="*/ 305700 h 567210"/>
                <a:gd name="connsiteX204" fmla="*/ 191422 w 937407"/>
                <a:gd name="connsiteY204" fmla="*/ 315768 h 567210"/>
                <a:gd name="connsiteX205" fmla="*/ 192361 w 937407"/>
                <a:gd name="connsiteY205" fmla="*/ 325558 h 567210"/>
                <a:gd name="connsiteX206" fmla="*/ 193299 w 937407"/>
                <a:gd name="connsiteY206" fmla="*/ 335051 h 567210"/>
                <a:gd name="connsiteX207" fmla="*/ 194237 w 937407"/>
                <a:gd name="connsiteY207" fmla="*/ 344234 h 567210"/>
                <a:gd name="connsiteX208" fmla="*/ 195176 w 937407"/>
                <a:gd name="connsiteY208" fmla="*/ 353094 h 567210"/>
                <a:gd name="connsiteX209" fmla="*/ 196114 w 937407"/>
                <a:gd name="connsiteY209" fmla="*/ 361617 h 567210"/>
                <a:gd name="connsiteX210" fmla="*/ 197052 w 937407"/>
                <a:gd name="connsiteY210" fmla="*/ 369796 h 567210"/>
                <a:gd name="connsiteX211" fmla="*/ 197991 w 937407"/>
                <a:gd name="connsiteY211" fmla="*/ 377622 h 567210"/>
                <a:gd name="connsiteX212" fmla="*/ 198929 w 937407"/>
                <a:gd name="connsiteY212" fmla="*/ 385088 h 567210"/>
                <a:gd name="connsiteX213" fmla="*/ 199867 w 937407"/>
                <a:gd name="connsiteY213" fmla="*/ 392189 h 567210"/>
                <a:gd name="connsiteX214" fmla="*/ 200806 w 937407"/>
                <a:gd name="connsiteY214" fmla="*/ 398921 h 567210"/>
                <a:gd name="connsiteX215" fmla="*/ 201744 w 937407"/>
                <a:gd name="connsiteY215" fmla="*/ 405283 h 567210"/>
                <a:gd name="connsiteX216" fmla="*/ 202683 w 937407"/>
                <a:gd name="connsiteY216" fmla="*/ 411273 h 567210"/>
                <a:gd name="connsiteX217" fmla="*/ 203621 w 937407"/>
                <a:gd name="connsiteY217" fmla="*/ 416892 h 567210"/>
                <a:gd name="connsiteX218" fmla="*/ 204559 w 937407"/>
                <a:gd name="connsiteY218" fmla="*/ 422139 h 567210"/>
                <a:gd name="connsiteX219" fmla="*/ 205498 w 937407"/>
                <a:gd name="connsiteY219" fmla="*/ 427021 h 567210"/>
                <a:gd name="connsiteX220" fmla="*/ 206436 w 937407"/>
                <a:gd name="connsiteY220" fmla="*/ 431540 h 567210"/>
                <a:gd name="connsiteX221" fmla="*/ 207374 w 937407"/>
                <a:gd name="connsiteY221" fmla="*/ 435699 h 567210"/>
                <a:gd name="connsiteX222" fmla="*/ 208312 w 937407"/>
                <a:gd name="connsiteY222" fmla="*/ 439506 h 567210"/>
                <a:gd name="connsiteX223" fmla="*/ 209251 w 937407"/>
                <a:gd name="connsiteY223" fmla="*/ 442966 h 567210"/>
                <a:gd name="connsiteX224" fmla="*/ 210189 w 937407"/>
                <a:gd name="connsiteY224" fmla="*/ 446085 h 567210"/>
                <a:gd name="connsiteX225" fmla="*/ 211128 w 937407"/>
                <a:gd name="connsiteY225" fmla="*/ 448872 h 567210"/>
                <a:gd name="connsiteX226" fmla="*/ 212066 w 937407"/>
                <a:gd name="connsiteY226" fmla="*/ 451333 h 567210"/>
                <a:gd name="connsiteX227" fmla="*/ 213004 w 937407"/>
                <a:gd name="connsiteY227" fmla="*/ 453476 h 567210"/>
                <a:gd name="connsiteX228" fmla="*/ 213943 w 937407"/>
                <a:gd name="connsiteY228" fmla="*/ 455308 h 567210"/>
                <a:gd name="connsiteX229" fmla="*/ 214881 w 937407"/>
                <a:gd name="connsiteY229" fmla="*/ 456848 h 567210"/>
                <a:gd name="connsiteX230" fmla="*/ 215819 w 937407"/>
                <a:gd name="connsiteY230" fmla="*/ 458090 h 567210"/>
                <a:gd name="connsiteX231" fmla="*/ 216758 w 937407"/>
                <a:gd name="connsiteY231" fmla="*/ 459061 h 567210"/>
                <a:gd name="connsiteX232" fmla="*/ 217696 w 937407"/>
                <a:gd name="connsiteY232" fmla="*/ 459754 h 567210"/>
                <a:gd name="connsiteX233" fmla="*/ 218634 w 937407"/>
                <a:gd name="connsiteY233" fmla="*/ 460189 h 567210"/>
                <a:gd name="connsiteX234" fmla="*/ 219573 w 937407"/>
                <a:gd name="connsiteY234" fmla="*/ 460367 h 567210"/>
                <a:gd name="connsiteX235" fmla="*/ 220511 w 937407"/>
                <a:gd name="connsiteY235" fmla="*/ 460308 h 567210"/>
                <a:gd name="connsiteX236" fmla="*/ 221449 w 937407"/>
                <a:gd name="connsiteY236" fmla="*/ 460016 h 567210"/>
                <a:gd name="connsiteX237" fmla="*/ 222388 w 937407"/>
                <a:gd name="connsiteY237" fmla="*/ 459501 h 567210"/>
                <a:gd name="connsiteX238" fmla="*/ 223326 w 937407"/>
                <a:gd name="connsiteY238" fmla="*/ 458768 h 567210"/>
                <a:gd name="connsiteX239" fmla="*/ 224265 w 937407"/>
                <a:gd name="connsiteY239" fmla="*/ 457833 h 567210"/>
                <a:gd name="connsiteX240" fmla="*/ 225203 w 937407"/>
                <a:gd name="connsiteY240" fmla="*/ 456699 h 567210"/>
                <a:gd name="connsiteX241" fmla="*/ 226141 w 937407"/>
                <a:gd name="connsiteY241" fmla="*/ 455382 h 567210"/>
                <a:gd name="connsiteX242" fmla="*/ 227079 w 937407"/>
                <a:gd name="connsiteY242" fmla="*/ 453882 h 567210"/>
                <a:gd name="connsiteX243" fmla="*/ 228018 w 937407"/>
                <a:gd name="connsiteY243" fmla="*/ 452209 h 567210"/>
                <a:gd name="connsiteX244" fmla="*/ 228956 w 937407"/>
                <a:gd name="connsiteY244" fmla="*/ 450377 h 567210"/>
                <a:gd name="connsiteX245" fmla="*/ 229894 w 937407"/>
                <a:gd name="connsiteY245" fmla="*/ 448387 h 567210"/>
                <a:gd name="connsiteX246" fmla="*/ 230833 w 937407"/>
                <a:gd name="connsiteY246" fmla="*/ 446249 h 567210"/>
                <a:gd name="connsiteX247" fmla="*/ 231771 w 937407"/>
                <a:gd name="connsiteY247" fmla="*/ 443971 h 567210"/>
                <a:gd name="connsiteX248" fmla="*/ 232710 w 937407"/>
                <a:gd name="connsiteY248" fmla="*/ 441555 h 567210"/>
                <a:gd name="connsiteX249" fmla="*/ 233648 w 937407"/>
                <a:gd name="connsiteY249" fmla="*/ 439016 h 567210"/>
                <a:gd name="connsiteX250" fmla="*/ 234586 w 937407"/>
                <a:gd name="connsiteY250" fmla="*/ 436352 h 567210"/>
                <a:gd name="connsiteX251" fmla="*/ 235525 w 937407"/>
                <a:gd name="connsiteY251" fmla="*/ 433575 h 567210"/>
                <a:gd name="connsiteX252" fmla="*/ 236463 w 937407"/>
                <a:gd name="connsiteY252" fmla="*/ 430689 h 567210"/>
                <a:gd name="connsiteX253" fmla="*/ 237401 w 937407"/>
                <a:gd name="connsiteY253" fmla="*/ 427699 h 567210"/>
                <a:gd name="connsiteX254" fmla="*/ 238339 w 937407"/>
                <a:gd name="connsiteY254" fmla="*/ 424605 h 567210"/>
                <a:gd name="connsiteX255" fmla="*/ 239278 w 937407"/>
                <a:gd name="connsiteY255" fmla="*/ 421421 h 567210"/>
                <a:gd name="connsiteX256" fmla="*/ 240216 w 937407"/>
                <a:gd name="connsiteY256" fmla="*/ 418154 h 567210"/>
                <a:gd name="connsiteX257" fmla="*/ 241155 w 937407"/>
                <a:gd name="connsiteY257" fmla="*/ 414798 h 567210"/>
                <a:gd name="connsiteX258" fmla="*/ 242093 w 937407"/>
                <a:gd name="connsiteY258" fmla="*/ 411362 h 567210"/>
                <a:gd name="connsiteX259" fmla="*/ 243031 w 937407"/>
                <a:gd name="connsiteY259" fmla="*/ 407852 h 567210"/>
                <a:gd name="connsiteX260" fmla="*/ 243970 w 937407"/>
                <a:gd name="connsiteY260" fmla="*/ 404273 h 567210"/>
                <a:gd name="connsiteX261" fmla="*/ 244908 w 937407"/>
                <a:gd name="connsiteY261" fmla="*/ 400624 h 567210"/>
                <a:gd name="connsiteX262" fmla="*/ 245846 w 937407"/>
                <a:gd name="connsiteY262" fmla="*/ 396916 h 567210"/>
                <a:gd name="connsiteX263" fmla="*/ 246785 w 937407"/>
                <a:gd name="connsiteY263" fmla="*/ 393147 h 567210"/>
                <a:gd name="connsiteX264" fmla="*/ 247723 w 937407"/>
                <a:gd name="connsiteY264" fmla="*/ 389324 h 567210"/>
                <a:gd name="connsiteX265" fmla="*/ 248661 w 937407"/>
                <a:gd name="connsiteY265" fmla="*/ 385450 h 567210"/>
                <a:gd name="connsiteX266" fmla="*/ 249600 w 937407"/>
                <a:gd name="connsiteY266" fmla="*/ 381527 h 567210"/>
                <a:gd name="connsiteX267" fmla="*/ 250538 w 937407"/>
                <a:gd name="connsiteY267" fmla="*/ 377560 h 567210"/>
                <a:gd name="connsiteX268" fmla="*/ 251476 w 937407"/>
                <a:gd name="connsiteY268" fmla="*/ 373551 h 567210"/>
                <a:gd name="connsiteX269" fmla="*/ 252415 w 937407"/>
                <a:gd name="connsiteY269" fmla="*/ 369505 h 567210"/>
                <a:gd name="connsiteX270" fmla="*/ 253353 w 937407"/>
                <a:gd name="connsiteY270" fmla="*/ 365424 h 567210"/>
                <a:gd name="connsiteX271" fmla="*/ 254292 w 937407"/>
                <a:gd name="connsiteY271" fmla="*/ 361312 h 567210"/>
                <a:gd name="connsiteX272" fmla="*/ 255230 w 937407"/>
                <a:gd name="connsiteY272" fmla="*/ 357171 h 567210"/>
                <a:gd name="connsiteX273" fmla="*/ 256168 w 937407"/>
                <a:gd name="connsiteY273" fmla="*/ 353005 h 567210"/>
                <a:gd name="connsiteX274" fmla="*/ 257107 w 937407"/>
                <a:gd name="connsiteY274" fmla="*/ 348817 h 567210"/>
                <a:gd name="connsiteX275" fmla="*/ 258045 w 937407"/>
                <a:gd name="connsiteY275" fmla="*/ 344610 h 567210"/>
                <a:gd name="connsiteX276" fmla="*/ 258983 w 937407"/>
                <a:gd name="connsiteY276" fmla="*/ 340387 h 567210"/>
                <a:gd name="connsiteX277" fmla="*/ 259921 w 937407"/>
                <a:gd name="connsiteY277" fmla="*/ 336151 h 567210"/>
                <a:gd name="connsiteX278" fmla="*/ 260860 w 937407"/>
                <a:gd name="connsiteY278" fmla="*/ 331905 h 567210"/>
                <a:gd name="connsiteX279" fmla="*/ 261798 w 937407"/>
                <a:gd name="connsiteY279" fmla="*/ 327653 h 567210"/>
                <a:gd name="connsiteX280" fmla="*/ 262737 w 937407"/>
                <a:gd name="connsiteY280" fmla="*/ 323396 h 567210"/>
                <a:gd name="connsiteX281" fmla="*/ 263675 w 937407"/>
                <a:gd name="connsiteY281" fmla="*/ 319139 h 567210"/>
                <a:gd name="connsiteX282" fmla="*/ 264613 w 937407"/>
                <a:gd name="connsiteY282" fmla="*/ 314883 h 567210"/>
                <a:gd name="connsiteX283" fmla="*/ 265552 w 937407"/>
                <a:gd name="connsiteY283" fmla="*/ 310633 h 567210"/>
                <a:gd name="connsiteX284" fmla="*/ 266490 w 937407"/>
                <a:gd name="connsiteY284" fmla="*/ 306391 h 567210"/>
                <a:gd name="connsiteX285" fmla="*/ 267428 w 937407"/>
                <a:gd name="connsiteY285" fmla="*/ 302160 h 567210"/>
                <a:gd name="connsiteX286" fmla="*/ 268367 w 937407"/>
                <a:gd name="connsiteY286" fmla="*/ 297943 h 567210"/>
                <a:gd name="connsiteX287" fmla="*/ 269305 w 937407"/>
                <a:gd name="connsiteY287" fmla="*/ 293744 h 567210"/>
                <a:gd name="connsiteX288" fmla="*/ 270243 w 937407"/>
                <a:gd name="connsiteY288" fmla="*/ 289565 h 567210"/>
                <a:gd name="connsiteX289" fmla="*/ 271182 w 937407"/>
                <a:gd name="connsiteY289" fmla="*/ 285410 h 567210"/>
                <a:gd name="connsiteX290" fmla="*/ 272120 w 937407"/>
                <a:gd name="connsiteY290" fmla="*/ 281280 h 567210"/>
                <a:gd name="connsiteX291" fmla="*/ 273058 w 937407"/>
                <a:gd name="connsiteY291" fmla="*/ 277180 h 567210"/>
                <a:gd name="connsiteX292" fmla="*/ 273997 w 937407"/>
                <a:gd name="connsiteY292" fmla="*/ 273112 h 567210"/>
                <a:gd name="connsiteX293" fmla="*/ 274935 w 937407"/>
                <a:gd name="connsiteY293" fmla="*/ 269079 h 567210"/>
                <a:gd name="connsiteX294" fmla="*/ 275874 w 937407"/>
                <a:gd name="connsiteY294" fmla="*/ 265085 h 567210"/>
                <a:gd name="connsiteX295" fmla="*/ 276812 w 937407"/>
                <a:gd name="connsiteY295" fmla="*/ 261132 h 567210"/>
                <a:gd name="connsiteX296" fmla="*/ 277750 w 937407"/>
                <a:gd name="connsiteY296" fmla="*/ 257223 h 567210"/>
                <a:gd name="connsiteX297" fmla="*/ 278688 w 937407"/>
                <a:gd name="connsiteY297" fmla="*/ 253361 h 567210"/>
                <a:gd name="connsiteX298" fmla="*/ 279627 w 937407"/>
                <a:gd name="connsiteY298" fmla="*/ 249549 h 567210"/>
                <a:gd name="connsiteX299" fmla="*/ 280565 w 937407"/>
                <a:gd name="connsiteY299" fmla="*/ 245790 h 567210"/>
                <a:gd name="connsiteX300" fmla="*/ 281503 w 937407"/>
                <a:gd name="connsiteY300" fmla="*/ 242087 h 567210"/>
                <a:gd name="connsiteX301" fmla="*/ 282442 w 937407"/>
                <a:gd name="connsiteY301" fmla="*/ 238443 h 567210"/>
                <a:gd name="connsiteX302" fmla="*/ 283380 w 937407"/>
                <a:gd name="connsiteY302" fmla="*/ 234860 h 567210"/>
                <a:gd name="connsiteX303" fmla="*/ 284319 w 937407"/>
                <a:gd name="connsiteY303" fmla="*/ 231341 h 567210"/>
                <a:gd name="connsiteX304" fmla="*/ 285257 w 937407"/>
                <a:gd name="connsiteY304" fmla="*/ 227889 h 567210"/>
                <a:gd name="connsiteX305" fmla="*/ 286195 w 937407"/>
                <a:gd name="connsiteY305" fmla="*/ 224506 h 567210"/>
                <a:gd name="connsiteX306" fmla="*/ 287134 w 937407"/>
                <a:gd name="connsiteY306" fmla="*/ 221195 h 567210"/>
                <a:gd name="connsiteX307" fmla="*/ 288072 w 937407"/>
                <a:gd name="connsiteY307" fmla="*/ 217959 h 567210"/>
                <a:gd name="connsiteX308" fmla="*/ 289010 w 937407"/>
                <a:gd name="connsiteY308" fmla="*/ 214799 h 567210"/>
                <a:gd name="connsiteX309" fmla="*/ 289949 w 937407"/>
                <a:gd name="connsiteY309" fmla="*/ 211720 h 567210"/>
                <a:gd name="connsiteX310" fmla="*/ 290887 w 937407"/>
                <a:gd name="connsiteY310" fmla="*/ 208722 h 567210"/>
                <a:gd name="connsiteX311" fmla="*/ 291825 w 937407"/>
                <a:gd name="connsiteY311" fmla="*/ 205808 h 567210"/>
                <a:gd name="connsiteX312" fmla="*/ 292764 w 937407"/>
                <a:gd name="connsiteY312" fmla="*/ 202980 h 567210"/>
                <a:gd name="connsiteX313" fmla="*/ 293702 w 937407"/>
                <a:gd name="connsiteY313" fmla="*/ 200241 h 567210"/>
                <a:gd name="connsiteX314" fmla="*/ 294640 w 937407"/>
                <a:gd name="connsiteY314" fmla="*/ 197593 h 567210"/>
                <a:gd name="connsiteX315" fmla="*/ 295579 w 937407"/>
                <a:gd name="connsiteY315" fmla="*/ 195037 h 567210"/>
                <a:gd name="connsiteX316" fmla="*/ 296518 w 937407"/>
                <a:gd name="connsiteY316" fmla="*/ 192575 h 567210"/>
                <a:gd name="connsiteX317" fmla="*/ 297454 w 937407"/>
                <a:gd name="connsiteY317" fmla="*/ 190209 h 567210"/>
                <a:gd name="connsiteX318" fmla="*/ 298395 w 937407"/>
                <a:gd name="connsiteY318" fmla="*/ 187941 h 567210"/>
                <a:gd name="connsiteX319" fmla="*/ 299330 w 937407"/>
                <a:gd name="connsiteY319" fmla="*/ 185773 h 567210"/>
                <a:gd name="connsiteX320" fmla="*/ 300271 w 937407"/>
                <a:gd name="connsiteY320" fmla="*/ 183706 h 567210"/>
                <a:gd name="connsiteX321" fmla="*/ 301207 w 937407"/>
                <a:gd name="connsiteY321" fmla="*/ 181740 h 567210"/>
                <a:gd name="connsiteX322" fmla="*/ 302147 w 937407"/>
                <a:gd name="connsiteY322" fmla="*/ 179879 h 567210"/>
                <a:gd name="connsiteX323" fmla="*/ 303088 w 937407"/>
                <a:gd name="connsiteY323" fmla="*/ 178122 h 567210"/>
                <a:gd name="connsiteX324" fmla="*/ 304023 w 937407"/>
                <a:gd name="connsiteY324" fmla="*/ 176472 h 567210"/>
                <a:gd name="connsiteX325" fmla="*/ 304964 w 937407"/>
                <a:gd name="connsiteY325" fmla="*/ 174928 h 567210"/>
                <a:gd name="connsiteX326" fmla="*/ 305900 w 937407"/>
                <a:gd name="connsiteY326" fmla="*/ 173492 h 567210"/>
                <a:gd name="connsiteX327" fmla="*/ 306840 w 937407"/>
                <a:gd name="connsiteY327" fmla="*/ 172165 h 567210"/>
                <a:gd name="connsiteX328" fmla="*/ 307776 w 937407"/>
                <a:gd name="connsiteY328" fmla="*/ 170947 h 567210"/>
                <a:gd name="connsiteX329" fmla="*/ 308717 w 937407"/>
                <a:gd name="connsiteY329" fmla="*/ 169839 h 567210"/>
                <a:gd name="connsiteX330" fmla="*/ 309652 w 937407"/>
                <a:gd name="connsiteY330" fmla="*/ 168841 h 567210"/>
                <a:gd name="connsiteX331" fmla="*/ 310593 w 937407"/>
                <a:gd name="connsiteY331" fmla="*/ 167954 h 567210"/>
                <a:gd name="connsiteX332" fmla="*/ 311528 w 937407"/>
                <a:gd name="connsiteY332" fmla="*/ 167178 h 567210"/>
                <a:gd name="connsiteX333" fmla="*/ 312469 w 937407"/>
                <a:gd name="connsiteY333" fmla="*/ 166512 h 567210"/>
                <a:gd name="connsiteX334" fmla="*/ 313410 w 937407"/>
                <a:gd name="connsiteY334" fmla="*/ 165957 h 567210"/>
                <a:gd name="connsiteX335" fmla="*/ 314345 w 937407"/>
                <a:gd name="connsiteY335" fmla="*/ 165513 h 567210"/>
                <a:gd name="connsiteX336" fmla="*/ 315286 w 937407"/>
                <a:gd name="connsiteY336" fmla="*/ 165180 h 567210"/>
                <a:gd name="connsiteX337" fmla="*/ 316222 w 937407"/>
                <a:gd name="connsiteY337" fmla="*/ 164956 h 567210"/>
                <a:gd name="connsiteX338" fmla="*/ 317162 w 937407"/>
                <a:gd name="connsiteY338" fmla="*/ 164842 h 567210"/>
                <a:gd name="connsiteX339" fmla="*/ 318098 w 937407"/>
                <a:gd name="connsiteY339" fmla="*/ 164837 h 567210"/>
                <a:gd name="connsiteX340" fmla="*/ 319038 w 937407"/>
                <a:gd name="connsiteY340" fmla="*/ 164940 h 567210"/>
                <a:gd name="connsiteX341" fmla="*/ 319974 w 937407"/>
                <a:gd name="connsiteY341" fmla="*/ 165151 h 567210"/>
                <a:gd name="connsiteX342" fmla="*/ 320915 w 937407"/>
                <a:gd name="connsiteY342" fmla="*/ 165468 h 567210"/>
                <a:gd name="connsiteX343" fmla="*/ 321850 w 937407"/>
                <a:gd name="connsiteY343" fmla="*/ 165891 h 567210"/>
                <a:gd name="connsiteX344" fmla="*/ 322791 w 937407"/>
                <a:gd name="connsiteY344" fmla="*/ 166418 h 567210"/>
                <a:gd name="connsiteX345" fmla="*/ 323727 w 937407"/>
                <a:gd name="connsiteY345" fmla="*/ 167047 h 567210"/>
                <a:gd name="connsiteX346" fmla="*/ 324667 w 937407"/>
                <a:gd name="connsiteY346" fmla="*/ 167779 h 567210"/>
                <a:gd name="connsiteX347" fmla="*/ 325608 w 937407"/>
                <a:gd name="connsiteY347" fmla="*/ 168610 h 567210"/>
                <a:gd name="connsiteX348" fmla="*/ 326544 w 937407"/>
                <a:gd name="connsiteY348" fmla="*/ 169541 h 567210"/>
                <a:gd name="connsiteX349" fmla="*/ 327484 w 937407"/>
                <a:gd name="connsiteY349" fmla="*/ 170568 h 567210"/>
                <a:gd name="connsiteX350" fmla="*/ 328420 w 937407"/>
                <a:gd name="connsiteY350" fmla="*/ 171690 h 567210"/>
                <a:gd name="connsiteX351" fmla="*/ 329360 w 937407"/>
                <a:gd name="connsiteY351" fmla="*/ 172905 h 567210"/>
                <a:gd name="connsiteX352" fmla="*/ 330296 w 937407"/>
                <a:gd name="connsiteY352" fmla="*/ 174212 h 567210"/>
                <a:gd name="connsiteX353" fmla="*/ 331237 w 937407"/>
                <a:gd name="connsiteY353" fmla="*/ 175609 h 567210"/>
                <a:gd name="connsiteX354" fmla="*/ 332172 w 937407"/>
                <a:gd name="connsiteY354" fmla="*/ 177093 h 567210"/>
                <a:gd name="connsiteX355" fmla="*/ 333113 w 937407"/>
                <a:gd name="connsiteY355" fmla="*/ 178661 h 567210"/>
                <a:gd name="connsiteX356" fmla="*/ 334049 w 937407"/>
                <a:gd name="connsiteY356" fmla="*/ 180313 h 567210"/>
                <a:gd name="connsiteX357" fmla="*/ 334989 w 937407"/>
                <a:gd name="connsiteY357" fmla="*/ 182045 h 567210"/>
                <a:gd name="connsiteX358" fmla="*/ 335930 w 937407"/>
                <a:gd name="connsiteY358" fmla="*/ 183855 h 567210"/>
                <a:gd name="connsiteX359" fmla="*/ 336865 w 937407"/>
                <a:gd name="connsiteY359" fmla="*/ 185741 h 567210"/>
                <a:gd name="connsiteX360" fmla="*/ 337806 w 937407"/>
                <a:gd name="connsiteY360" fmla="*/ 187700 h 567210"/>
                <a:gd name="connsiteX361" fmla="*/ 338742 w 937407"/>
                <a:gd name="connsiteY361" fmla="*/ 189730 h 567210"/>
                <a:gd name="connsiteX362" fmla="*/ 339682 w 937407"/>
                <a:gd name="connsiteY362" fmla="*/ 191827 h 567210"/>
                <a:gd name="connsiteX363" fmla="*/ 340618 w 937407"/>
                <a:gd name="connsiteY363" fmla="*/ 193991 h 567210"/>
                <a:gd name="connsiteX364" fmla="*/ 341559 w 937407"/>
                <a:gd name="connsiteY364" fmla="*/ 196216 h 567210"/>
                <a:gd name="connsiteX365" fmla="*/ 342494 w 937407"/>
                <a:gd name="connsiteY365" fmla="*/ 198502 h 567210"/>
                <a:gd name="connsiteX366" fmla="*/ 343435 w 937407"/>
                <a:gd name="connsiteY366" fmla="*/ 200844 h 567210"/>
                <a:gd name="connsiteX367" fmla="*/ 344370 w 937407"/>
                <a:gd name="connsiteY367" fmla="*/ 203241 h 567210"/>
                <a:gd name="connsiteX368" fmla="*/ 345311 w 937407"/>
                <a:gd name="connsiteY368" fmla="*/ 205689 h 567210"/>
                <a:gd name="connsiteX369" fmla="*/ 346252 w 937407"/>
                <a:gd name="connsiteY369" fmla="*/ 208185 h 567210"/>
                <a:gd name="connsiteX370" fmla="*/ 347187 w 937407"/>
                <a:gd name="connsiteY370" fmla="*/ 210728 h 567210"/>
                <a:gd name="connsiteX371" fmla="*/ 348128 w 937407"/>
                <a:gd name="connsiteY371" fmla="*/ 213313 h 567210"/>
                <a:gd name="connsiteX372" fmla="*/ 349064 w 937407"/>
                <a:gd name="connsiteY372" fmla="*/ 215938 h 567210"/>
                <a:gd name="connsiteX373" fmla="*/ 350004 w 937407"/>
                <a:gd name="connsiteY373" fmla="*/ 218599 h 567210"/>
                <a:gd name="connsiteX374" fmla="*/ 350940 w 937407"/>
                <a:gd name="connsiteY374" fmla="*/ 221295 h 567210"/>
                <a:gd name="connsiteX375" fmla="*/ 351880 w 937407"/>
                <a:gd name="connsiteY375" fmla="*/ 224022 h 567210"/>
                <a:gd name="connsiteX376" fmla="*/ 352816 w 937407"/>
                <a:gd name="connsiteY376" fmla="*/ 226777 h 567210"/>
                <a:gd name="connsiteX377" fmla="*/ 353757 w 937407"/>
                <a:gd name="connsiteY377" fmla="*/ 229557 h 567210"/>
                <a:gd name="connsiteX378" fmla="*/ 354692 w 937407"/>
                <a:gd name="connsiteY378" fmla="*/ 232360 h 567210"/>
                <a:gd name="connsiteX379" fmla="*/ 355633 w 937407"/>
                <a:gd name="connsiteY379" fmla="*/ 235182 h 567210"/>
                <a:gd name="connsiteX380" fmla="*/ 356574 w 937407"/>
                <a:gd name="connsiteY380" fmla="*/ 238021 h 567210"/>
                <a:gd name="connsiteX381" fmla="*/ 357509 w 937407"/>
                <a:gd name="connsiteY381" fmla="*/ 240873 h 567210"/>
                <a:gd name="connsiteX382" fmla="*/ 358450 w 937407"/>
                <a:gd name="connsiteY382" fmla="*/ 243737 h 567210"/>
                <a:gd name="connsiteX383" fmla="*/ 359385 w 937407"/>
                <a:gd name="connsiteY383" fmla="*/ 246609 h 567210"/>
                <a:gd name="connsiteX384" fmla="*/ 360326 w 937407"/>
                <a:gd name="connsiteY384" fmla="*/ 249486 h 567210"/>
                <a:gd name="connsiteX385" fmla="*/ 361262 w 937407"/>
                <a:gd name="connsiteY385" fmla="*/ 252367 h 567210"/>
                <a:gd name="connsiteX386" fmla="*/ 362202 w 937407"/>
                <a:gd name="connsiteY386" fmla="*/ 255247 h 567210"/>
                <a:gd name="connsiteX387" fmla="*/ 363138 w 937407"/>
                <a:gd name="connsiteY387" fmla="*/ 258125 h 567210"/>
                <a:gd name="connsiteX388" fmla="*/ 364079 w 937407"/>
                <a:gd name="connsiteY388" fmla="*/ 260998 h 567210"/>
                <a:gd name="connsiteX389" fmla="*/ 365014 w 937407"/>
                <a:gd name="connsiteY389" fmla="*/ 263864 h 567210"/>
                <a:gd name="connsiteX390" fmla="*/ 365955 w 937407"/>
                <a:gd name="connsiteY390" fmla="*/ 266720 h 567210"/>
                <a:gd name="connsiteX391" fmla="*/ 366891 w 937407"/>
                <a:gd name="connsiteY391" fmla="*/ 269564 h 567210"/>
                <a:gd name="connsiteX392" fmla="*/ 367831 w 937407"/>
                <a:gd name="connsiteY392" fmla="*/ 272393 h 567210"/>
                <a:gd name="connsiteX393" fmla="*/ 368772 w 937407"/>
                <a:gd name="connsiteY393" fmla="*/ 275206 h 567210"/>
                <a:gd name="connsiteX394" fmla="*/ 369707 w 937407"/>
                <a:gd name="connsiteY394" fmla="*/ 277999 h 567210"/>
                <a:gd name="connsiteX395" fmla="*/ 370648 w 937407"/>
                <a:gd name="connsiteY395" fmla="*/ 280770 h 567210"/>
                <a:gd name="connsiteX396" fmla="*/ 371584 w 937407"/>
                <a:gd name="connsiteY396" fmla="*/ 283519 h 567210"/>
                <a:gd name="connsiteX397" fmla="*/ 372524 w 937407"/>
                <a:gd name="connsiteY397" fmla="*/ 286243 h 567210"/>
                <a:gd name="connsiteX398" fmla="*/ 373460 w 937407"/>
                <a:gd name="connsiteY398" fmla="*/ 288939 h 567210"/>
                <a:gd name="connsiteX399" fmla="*/ 374400 w 937407"/>
                <a:gd name="connsiteY399" fmla="*/ 291606 h 567210"/>
                <a:gd name="connsiteX400" fmla="*/ 375336 w 937407"/>
                <a:gd name="connsiteY400" fmla="*/ 294242 h 567210"/>
                <a:gd name="connsiteX401" fmla="*/ 376277 w 937407"/>
                <a:gd name="connsiteY401" fmla="*/ 296846 h 567210"/>
                <a:gd name="connsiteX402" fmla="*/ 377212 w 937407"/>
                <a:gd name="connsiteY402" fmla="*/ 299416 h 567210"/>
                <a:gd name="connsiteX403" fmla="*/ 378153 w 937407"/>
                <a:gd name="connsiteY403" fmla="*/ 301950 h 567210"/>
                <a:gd name="connsiteX404" fmla="*/ 379094 w 937407"/>
                <a:gd name="connsiteY404" fmla="*/ 304446 h 567210"/>
                <a:gd name="connsiteX405" fmla="*/ 380029 w 937407"/>
                <a:gd name="connsiteY405" fmla="*/ 306904 h 567210"/>
                <a:gd name="connsiteX406" fmla="*/ 380970 w 937407"/>
                <a:gd name="connsiteY406" fmla="*/ 309322 h 567210"/>
                <a:gd name="connsiteX407" fmla="*/ 381906 w 937407"/>
                <a:gd name="connsiteY407" fmla="*/ 311699 h 567210"/>
                <a:gd name="connsiteX408" fmla="*/ 382846 w 937407"/>
                <a:gd name="connsiteY408" fmla="*/ 314033 h 567210"/>
                <a:gd name="connsiteX409" fmla="*/ 383782 w 937407"/>
                <a:gd name="connsiteY409" fmla="*/ 316324 h 567210"/>
                <a:gd name="connsiteX410" fmla="*/ 384722 w 937407"/>
                <a:gd name="connsiteY410" fmla="*/ 318571 h 567210"/>
                <a:gd name="connsiteX411" fmla="*/ 385658 w 937407"/>
                <a:gd name="connsiteY411" fmla="*/ 320772 h 567210"/>
                <a:gd name="connsiteX412" fmla="*/ 386599 w 937407"/>
                <a:gd name="connsiteY412" fmla="*/ 322926 h 567210"/>
                <a:gd name="connsiteX413" fmla="*/ 387534 w 937407"/>
                <a:gd name="connsiteY413" fmla="*/ 325034 h 567210"/>
                <a:gd name="connsiteX414" fmla="*/ 388475 w 937407"/>
                <a:gd name="connsiteY414" fmla="*/ 327094 h 567210"/>
                <a:gd name="connsiteX415" fmla="*/ 389416 w 937407"/>
                <a:gd name="connsiteY415" fmla="*/ 329106 h 567210"/>
                <a:gd name="connsiteX416" fmla="*/ 390351 w 937407"/>
                <a:gd name="connsiteY416" fmla="*/ 331069 h 567210"/>
                <a:gd name="connsiteX417" fmla="*/ 391292 w 937407"/>
                <a:gd name="connsiteY417" fmla="*/ 332982 h 567210"/>
                <a:gd name="connsiteX418" fmla="*/ 392227 w 937407"/>
                <a:gd name="connsiteY418" fmla="*/ 334846 h 567210"/>
                <a:gd name="connsiteX419" fmla="*/ 393168 w 937407"/>
                <a:gd name="connsiteY419" fmla="*/ 336660 h 567210"/>
                <a:gd name="connsiteX420" fmla="*/ 394104 w 937407"/>
                <a:gd name="connsiteY420" fmla="*/ 338424 h 567210"/>
                <a:gd name="connsiteX421" fmla="*/ 395044 w 937407"/>
                <a:gd name="connsiteY421" fmla="*/ 340136 h 567210"/>
                <a:gd name="connsiteX422" fmla="*/ 395980 w 937407"/>
                <a:gd name="connsiteY422" fmla="*/ 341799 h 567210"/>
                <a:gd name="connsiteX423" fmla="*/ 396921 w 937407"/>
                <a:gd name="connsiteY423" fmla="*/ 343411 h 567210"/>
                <a:gd name="connsiteX424" fmla="*/ 397856 w 937407"/>
                <a:gd name="connsiteY424" fmla="*/ 344972 h 567210"/>
                <a:gd name="connsiteX425" fmla="*/ 398797 w 937407"/>
                <a:gd name="connsiteY425" fmla="*/ 346483 h 567210"/>
                <a:gd name="connsiteX426" fmla="*/ 399737 w 937407"/>
                <a:gd name="connsiteY426" fmla="*/ 347943 h 567210"/>
                <a:gd name="connsiteX427" fmla="*/ 400673 w 937407"/>
                <a:gd name="connsiteY427" fmla="*/ 349354 h 567210"/>
                <a:gd name="connsiteX428" fmla="*/ 401614 w 937407"/>
                <a:gd name="connsiteY428" fmla="*/ 350715 h 567210"/>
                <a:gd name="connsiteX429" fmla="*/ 402549 w 937407"/>
                <a:gd name="connsiteY429" fmla="*/ 352026 h 567210"/>
                <a:gd name="connsiteX430" fmla="*/ 403490 w 937407"/>
                <a:gd name="connsiteY430" fmla="*/ 353289 h 567210"/>
                <a:gd name="connsiteX431" fmla="*/ 404426 w 937407"/>
                <a:gd name="connsiteY431" fmla="*/ 354502 h 567210"/>
                <a:gd name="connsiteX432" fmla="*/ 405366 w 937407"/>
                <a:gd name="connsiteY432" fmla="*/ 355668 h 567210"/>
                <a:gd name="connsiteX433" fmla="*/ 406302 w 937407"/>
                <a:gd name="connsiteY433" fmla="*/ 356786 h 567210"/>
                <a:gd name="connsiteX434" fmla="*/ 407243 w 937407"/>
                <a:gd name="connsiteY434" fmla="*/ 357857 h 567210"/>
                <a:gd name="connsiteX435" fmla="*/ 408178 w 937407"/>
                <a:gd name="connsiteY435" fmla="*/ 358883 h 567210"/>
                <a:gd name="connsiteX436" fmla="*/ 409119 w 937407"/>
                <a:gd name="connsiteY436" fmla="*/ 359862 h 567210"/>
                <a:gd name="connsiteX437" fmla="*/ 410054 w 937407"/>
                <a:gd name="connsiteY437" fmla="*/ 360797 h 567210"/>
                <a:gd name="connsiteX438" fmla="*/ 410995 w 937407"/>
                <a:gd name="connsiteY438" fmla="*/ 361688 h 567210"/>
                <a:gd name="connsiteX439" fmla="*/ 411936 w 937407"/>
                <a:gd name="connsiteY439" fmla="*/ 362536 h 567210"/>
                <a:gd name="connsiteX440" fmla="*/ 412871 w 937407"/>
                <a:gd name="connsiteY440" fmla="*/ 363342 h 567210"/>
                <a:gd name="connsiteX441" fmla="*/ 413812 w 937407"/>
                <a:gd name="connsiteY441" fmla="*/ 364106 h 567210"/>
                <a:gd name="connsiteX442" fmla="*/ 414748 w 937407"/>
                <a:gd name="connsiteY442" fmla="*/ 364830 h 567210"/>
                <a:gd name="connsiteX443" fmla="*/ 415688 w 937407"/>
                <a:gd name="connsiteY443" fmla="*/ 365514 h 567210"/>
                <a:gd name="connsiteX444" fmla="*/ 416624 w 937407"/>
                <a:gd name="connsiteY444" fmla="*/ 366160 h 567210"/>
                <a:gd name="connsiteX445" fmla="*/ 417564 w 937407"/>
                <a:gd name="connsiteY445" fmla="*/ 366768 h 567210"/>
                <a:gd name="connsiteX446" fmla="*/ 418500 w 937407"/>
                <a:gd name="connsiteY446" fmla="*/ 367341 h 567210"/>
                <a:gd name="connsiteX447" fmla="*/ 419441 w 937407"/>
                <a:gd name="connsiteY447" fmla="*/ 367878 h 567210"/>
                <a:gd name="connsiteX448" fmla="*/ 420376 w 937407"/>
                <a:gd name="connsiteY448" fmla="*/ 368380 h 567210"/>
                <a:gd name="connsiteX449" fmla="*/ 421317 w 937407"/>
                <a:gd name="connsiteY449" fmla="*/ 368850 h 567210"/>
                <a:gd name="connsiteX450" fmla="*/ 422258 w 937407"/>
                <a:gd name="connsiteY450" fmla="*/ 369287 h 567210"/>
                <a:gd name="connsiteX451" fmla="*/ 423193 w 937407"/>
                <a:gd name="connsiteY451" fmla="*/ 369694 h 567210"/>
                <a:gd name="connsiteX452" fmla="*/ 424134 w 937407"/>
                <a:gd name="connsiteY452" fmla="*/ 370071 h 567210"/>
                <a:gd name="connsiteX453" fmla="*/ 425069 w 937407"/>
                <a:gd name="connsiteY453" fmla="*/ 370420 h 567210"/>
                <a:gd name="connsiteX454" fmla="*/ 426010 w 937407"/>
                <a:gd name="connsiteY454" fmla="*/ 370741 h 567210"/>
                <a:gd name="connsiteX455" fmla="*/ 426946 w 937407"/>
                <a:gd name="connsiteY455" fmla="*/ 371036 h 567210"/>
                <a:gd name="connsiteX456" fmla="*/ 427886 w 937407"/>
                <a:gd name="connsiteY456" fmla="*/ 371307 h 567210"/>
                <a:gd name="connsiteX457" fmla="*/ 428822 w 937407"/>
                <a:gd name="connsiteY457" fmla="*/ 371554 h 567210"/>
                <a:gd name="connsiteX458" fmla="*/ 429763 w 937407"/>
                <a:gd name="connsiteY458" fmla="*/ 371777 h 567210"/>
                <a:gd name="connsiteX459" fmla="*/ 430698 w 937407"/>
                <a:gd name="connsiteY459" fmla="*/ 371980 h 567210"/>
                <a:gd name="connsiteX460" fmla="*/ 431639 w 937407"/>
                <a:gd name="connsiteY460" fmla="*/ 372163 h 567210"/>
                <a:gd name="connsiteX461" fmla="*/ 432579 w 937407"/>
                <a:gd name="connsiteY461" fmla="*/ 372326 h 567210"/>
                <a:gd name="connsiteX462" fmla="*/ 433515 w 937407"/>
                <a:gd name="connsiteY462" fmla="*/ 372473 h 567210"/>
                <a:gd name="connsiteX463" fmla="*/ 434456 w 937407"/>
                <a:gd name="connsiteY463" fmla="*/ 372602 h 567210"/>
                <a:gd name="connsiteX464" fmla="*/ 435391 w 937407"/>
                <a:gd name="connsiteY464" fmla="*/ 372717 h 567210"/>
                <a:gd name="connsiteX465" fmla="*/ 436332 w 937407"/>
                <a:gd name="connsiteY465" fmla="*/ 372817 h 567210"/>
                <a:gd name="connsiteX466" fmla="*/ 437268 w 937407"/>
                <a:gd name="connsiteY466" fmla="*/ 372904 h 567210"/>
                <a:gd name="connsiteX467" fmla="*/ 438208 w 937407"/>
                <a:gd name="connsiteY467" fmla="*/ 372979 h 567210"/>
                <a:gd name="connsiteX468" fmla="*/ 439144 w 937407"/>
                <a:gd name="connsiteY468" fmla="*/ 373044 h 567210"/>
                <a:gd name="connsiteX469" fmla="*/ 440084 w 937407"/>
                <a:gd name="connsiteY469" fmla="*/ 373099 h 567210"/>
                <a:gd name="connsiteX470" fmla="*/ 441020 w 937407"/>
                <a:gd name="connsiteY470" fmla="*/ 373146 h 567210"/>
                <a:gd name="connsiteX471" fmla="*/ 441961 w 937407"/>
                <a:gd name="connsiteY471" fmla="*/ 373185 h 567210"/>
                <a:gd name="connsiteX472" fmla="*/ 442901 w 937407"/>
                <a:gd name="connsiteY472" fmla="*/ 373219 h 567210"/>
                <a:gd name="connsiteX473" fmla="*/ 443837 w 937407"/>
                <a:gd name="connsiteY473" fmla="*/ 373247 h 567210"/>
                <a:gd name="connsiteX474" fmla="*/ 444778 w 937407"/>
                <a:gd name="connsiteY474" fmla="*/ 373271 h 567210"/>
                <a:gd name="connsiteX475" fmla="*/ 445713 w 937407"/>
                <a:gd name="connsiteY475" fmla="*/ 373293 h 567210"/>
                <a:gd name="connsiteX476" fmla="*/ 446654 w 937407"/>
                <a:gd name="connsiteY476" fmla="*/ 373313 h 567210"/>
                <a:gd name="connsiteX477" fmla="*/ 447590 w 937407"/>
                <a:gd name="connsiteY477" fmla="*/ 373331 h 567210"/>
                <a:gd name="connsiteX478" fmla="*/ 448530 w 937407"/>
                <a:gd name="connsiteY478" fmla="*/ 373350 h 567210"/>
                <a:gd name="connsiteX479" fmla="*/ 449466 w 937407"/>
                <a:gd name="connsiteY479" fmla="*/ 373369 h 567210"/>
                <a:gd name="connsiteX480" fmla="*/ 450406 w 937407"/>
                <a:gd name="connsiteY480" fmla="*/ 373391 h 567210"/>
                <a:gd name="connsiteX481" fmla="*/ 451342 w 937407"/>
                <a:gd name="connsiteY481" fmla="*/ 373416 h 567210"/>
                <a:gd name="connsiteX482" fmla="*/ 452283 w 937407"/>
                <a:gd name="connsiteY482" fmla="*/ 373444 h 567210"/>
                <a:gd name="connsiteX483" fmla="*/ 453218 w 937407"/>
                <a:gd name="connsiteY483" fmla="*/ 373477 h 567210"/>
                <a:gd name="connsiteX484" fmla="*/ 454159 w 937407"/>
                <a:gd name="connsiteY484" fmla="*/ 373517 h 567210"/>
                <a:gd name="connsiteX485" fmla="*/ 455099 w 937407"/>
                <a:gd name="connsiteY485" fmla="*/ 373562 h 567210"/>
                <a:gd name="connsiteX486" fmla="*/ 456035 w 937407"/>
                <a:gd name="connsiteY486" fmla="*/ 373614 h 567210"/>
                <a:gd name="connsiteX487" fmla="*/ 456976 w 937407"/>
                <a:gd name="connsiteY487" fmla="*/ 373674 h 567210"/>
                <a:gd name="connsiteX488" fmla="*/ 457911 w 937407"/>
                <a:gd name="connsiteY488" fmla="*/ 373744 h 567210"/>
                <a:gd name="connsiteX489" fmla="*/ 458852 w 937407"/>
                <a:gd name="connsiteY489" fmla="*/ 373822 h 567210"/>
                <a:gd name="connsiteX490" fmla="*/ 459788 w 937407"/>
                <a:gd name="connsiteY490" fmla="*/ 373912 h 567210"/>
                <a:gd name="connsiteX491" fmla="*/ 460728 w 937407"/>
                <a:gd name="connsiteY491" fmla="*/ 374012 h 567210"/>
                <a:gd name="connsiteX492" fmla="*/ 461664 w 937407"/>
                <a:gd name="connsiteY492" fmla="*/ 374123 h 567210"/>
                <a:gd name="connsiteX493" fmla="*/ 462605 w 937407"/>
                <a:gd name="connsiteY493" fmla="*/ 374247 h 567210"/>
                <a:gd name="connsiteX494" fmla="*/ 463540 w 937407"/>
                <a:gd name="connsiteY494" fmla="*/ 374384 h 567210"/>
                <a:gd name="connsiteX495" fmla="*/ 464481 w 937407"/>
                <a:gd name="connsiteY495" fmla="*/ 374534 h 567210"/>
                <a:gd name="connsiteX496" fmla="*/ 465421 w 937407"/>
                <a:gd name="connsiteY496" fmla="*/ 374698 h 567210"/>
                <a:gd name="connsiteX497" fmla="*/ 466357 w 937407"/>
                <a:gd name="connsiteY497" fmla="*/ 374877 h 567210"/>
                <a:gd name="connsiteX498" fmla="*/ 467298 w 937407"/>
                <a:gd name="connsiteY498" fmla="*/ 375071 h 567210"/>
                <a:gd name="connsiteX499" fmla="*/ 468233 w 937407"/>
                <a:gd name="connsiteY499" fmla="*/ 375280 h 567210"/>
                <a:gd name="connsiteX500" fmla="*/ 469174 w 937407"/>
                <a:gd name="connsiteY500" fmla="*/ 375506 h 567210"/>
                <a:gd name="connsiteX501" fmla="*/ 470110 w 937407"/>
                <a:gd name="connsiteY501" fmla="*/ 375747 h 567210"/>
                <a:gd name="connsiteX502" fmla="*/ 471050 w 937407"/>
                <a:gd name="connsiteY502" fmla="*/ 376006 h 567210"/>
                <a:gd name="connsiteX503" fmla="*/ 471986 w 937407"/>
                <a:gd name="connsiteY503" fmla="*/ 376282 h 567210"/>
                <a:gd name="connsiteX504" fmla="*/ 472926 w 937407"/>
                <a:gd name="connsiteY504" fmla="*/ 376575 h 567210"/>
                <a:gd name="connsiteX505" fmla="*/ 473862 w 937407"/>
                <a:gd name="connsiteY505" fmla="*/ 376887 h 567210"/>
                <a:gd name="connsiteX506" fmla="*/ 474803 w 937407"/>
                <a:gd name="connsiteY506" fmla="*/ 377217 h 567210"/>
                <a:gd name="connsiteX507" fmla="*/ 475743 w 937407"/>
                <a:gd name="connsiteY507" fmla="*/ 377566 h 567210"/>
                <a:gd name="connsiteX508" fmla="*/ 476679 w 937407"/>
                <a:gd name="connsiteY508" fmla="*/ 377933 h 567210"/>
                <a:gd name="connsiteX509" fmla="*/ 477620 w 937407"/>
                <a:gd name="connsiteY509" fmla="*/ 378319 h 567210"/>
                <a:gd name="connsiteX510" fmla="*/ 478555 w 937407"/>
                <a:gd name="connsiteY510" fmla="*/ 378725 h 567210"/>
                <a:gd name="connsiteX511" fmla="*/ 479496 w 937407"/>
                <a:gd name="connsiteY511" fmla="*/ 379150 h 567210"/>
                <a:gd name="connsiteX512" fmla="*/ 480431 w 937407"/>
                <a:gd name="connsiteY512" fmla="*/ 379595 h 567210"/>
                <a:gd name="connsiteX513" fmla="*/ 481372 w 937407"/>
                <a:gd name="connsiteY513" fmla="*/ 380060 h 567210"/>
                <a:gd name="connsiteX514" fmla="*/ 482308 w 937407"/>
                <a:gd name="connsiteY514" fmla="*/ 380545 h 567210"/>
                <a:gd name="connsiteX515" fmla="*/ 483248 w 937407"/>
                <a:gd name="connsiteY515" fmla="*/ 381050 h 567210"/>
                <a:gd name="connsiteX516" fmla="*/ 484184 w 937407"/>
                <a:gd name="connsiteY516" fmla="*/ 381575 h 567210"/>
                <a:gd name="connsiteX517" fmla="*/ 485125 w 937407"/>
                <a:gd name="connsiteY517" fmla="*/ 382120 h 567210"/>
                <a:gd name="connsiteX518" fmla="*/ 486065 w 937407"/>
                <a:gd name="connsiteY518" fmla="*/ 382686 h 567210"/>
                <a:gd name="connsiteX519" fmla="*/ 487001 w 937407"/>
                <a:gd name="connsiteY519" fmla="*/ 383272 h 567210"/>
                <a:gd name="connsiteX520" fmla="*/ 487942 w 937407"/>
                <a:gd name="connsiteY520" fmla="*/ 383878 h 567210"/>
                <a:gd name="connsiteX521" fmla="*/ 488877 w 937407"/>
                <a:gd name="connsiteY521" fmla="*/ 384505 h 567210"/>
                <a:gd name="connsiteX522" fmla="*/ 489818 w 937407"/>
                <a:gd name="connsiteY522" fmla="*/ 385152 h 567210"/>
                <a:gd name="connsiteX523" fmla="*/ 490753 w 937407"/>
                <a:gd name="connsiteY523" fmla="*/ 385819 h 567210"/>
                <a:gd name="connsiteX524" fmla="*/ 491694 w 937407"/>
                <a:gd name="connsiteY524" fmla="*/ 386507 h 567210"/>
                <a:gd name="connsiteX525" fmla="*/ 492630 w 937407"/>
                <a:gd name="connsiteY525" fmla="*/ 387214 h 567210"/>
                <a:gd name="connsiteX526" fmla="*/ 493570 w 937407"/>
                <a:gd name="connsiteY526" fmla="*/ 387942 h 567210"/>
                <a:gd name="connsiteX527" fmla="*/ 494506 w 937407"/>
                <a:gd name="connsiteY527" fmla="*/ 388690 h 567210"/>
                <a:gd name="connsiteX528" fmla="*/ 495447 w 937407"/>
                <a:gd name="connsiteY528" fmla="*/ 389457 h 567210"/>
                <a:gd name="connsiteX529" fmla="*/ 496387 w 937407"/>
                <a:gd name="connsiteY529" fmla="*/ 390244 h 567210"/>
                <a:gd name="connsiteX530" fmla="*/ 497323 w 937407"/>
                <a:gd name="connsiteY530" fmla="*/ 391051 h 567210"/>
                <a:gd name="connsiteX531" fmla="*/ 498263 w 937407"/>
                <a:gd name="connsiteY531" fmla="*/ 391877 h 567210"/>
                <a:gd name="connsiteX532" fmla="*/ 499199 w 937407"/>
                <a:gd name="connsiteY532" fmla="*/ 392722 h 567210"/>
                <a:gd name="connsiteX533" fmla="*/ 500140 w 937407"/>
                <a:gd name="connsiteY533" fmla="*/ 393586 h 567210"/>
                <a:gd name="connsiteX534" fmla="*/ 501075 w 937407"/>
                <a:gd name="connsiteY534" fmla="*/ 394469 h 567210"/>
                <a:gd name="connsiteX535" fmla="*/ 502016 w 937407"/>
                <a:gd name="connsiteY535" fmla="*/ 395370 h 567210"/>
                <a:gd name="connsiteX536" fmla="*/ 502952 w 937407"/>
                <a:gd name="connsiteY536" fmla="*/ 396290 h 567210"/>
                <a:gd name="connsiteX537" fmla="*/ 503892 w 937407"/>
                <a:gd name="connsiteY537" fmla="*/ 397227 h 567210"/>
                <a:gd name="connsiteX538" fmla="*/ 504828 w 937407"/>
                <a:gd name="connsiteY538" fmla="*/ 398182 h 567210"/>
                <a:gd name="connsiteX539" fmla="*/ 505768 w 937407"/>
                <a:gd name="connsiteY539" fmla="*/ 399154 h 567210"/>
                <a:gd name="connsiteX540" fmla="*/ 506704 w 937407"/>
                <a:gd name="connsiteY540" fmla="*/ 400144 h 567210"/>
                <a:gd name="connsiteX541" fmla="*/ 507645 w 937407"/>
                <a:gd name="connsiteY541" fmla="*/ 401149 h 567210"/>
                <a:gd name="connsiteX542" fmla="*/ 508585 w 937407"/>
                <a:gd name="connsiteY542" fmla="*/ 402174 h 567210"/>
                <a:gd name="connsiteX543" fmla="*/ 509521 w 937407"/>
                <a:gd name="connsiteY543" fmla="*/ 403213 h 567210"/>
                <a:gd name="connsiteX544" fmla="*/ 510462 w 937407"/>
                <a:gd name="connsiteY544" fmla="*/ 404268 h 567210"/>
                <a:gd name="connsiteX545" fmla="*/ 511397 w 937407"/>
                <a:gd name="connsiteY545" fmla="*/ 405342 h 567210"/>
                <a:gd name="connsiteX546" fmla="*/ 512338 w 937407"/>
                <a:gd name="connsiteY546" fmla="*/ 406426 h 567210"/>
                <a:gd name="connsiteX547" fmla="*/ 513273 w 937407"/>
                <a:gd name="connsiteY547" fmla="*/ 407525 h 567210"/>
                <a:gd name="connsiteX548" fmla="*/ 514214 w 937407"/>
                <a:gd name="connsiteY548" fmla="*/ 408644 h 567210"/>
                <a:gd name="connsiteX549" fmla="*/ 515150 w 937407"/>
                <a:gd name="connsiteY549" fmla="*/ 409773 h 567210"/>
                <a:gd name="connsiteX550" fmla="*/ 516090 w 937407"/>
                <a:gd name="connsiteY550" fmla="*/ 410916 h 567210"/>
                <a:gd name="connsiteX551" fmla="*/ 517026 w 937407"/>
                <a:gd name="connsiteY551" fmla="*/ 412070 h 567210"/>
                <a:gd name="connsiteX552" fmla="*/ 517967 w 937407"/>
                <a:gd name="connsiteY552" fmla="*/ 413243 h 567210"/>
                <a:gd name="connsiteX553" fmla="*/ 518907 w 937407"/>
                <a:gd name="connsiteY553" fmla="*/ 414426 h 567210"/>
                <a:gd name="connsiteX554" fmla="*/ 519843 w 937407"/>
                <a:gd name="connsiteY554" fmla="*/ 415619 h 567210"/>
                <a:gd name="connsiteX555" fmla="*/ 520783 w 937407"/>
                <a:gd name="connsiteY555" fmla="*/ 416827 h 567210"/>
                <a:gd name="connsiteX556" fmla="*/ 521719 w 937407"/>
                <a:gd name="connsiteY556" fmla="*/ 418045 h 567210"/>
                <a:gd name="connsiteX557" fmla="*/ 522660 w 937407"/>
                <a:gd name="connsiteY557" fmla="*/ 419273 h 567210"/>
                <a:gd name="connsiteX558" fmla="*/ 523595 w 937407"/>
                <a:gd name="connsiteY558" fmla="*/ 420511 h 567210"/>
                <a:gd name="connsiteX559" fmla="*/ 524536 w 937407"/>
                <a:gd name="connsiteY559" fmla="*/ 421763 h 567210"/>
                <a:gd name="connsiteX560" fmla="*/ 525472 w 937407"/>
                <a:gd name="connsiteY560" fmla="*/ 423021 h 567210"/>
                <a:gd name="connsiteX561" fmla="*/ 526412 w 937407"/>
                <a:gd name="connsiteY561" fmla="*/ 424293 h 567210"/>
                <a:gd name="connsiteX562" fmla="*/ 527348 w 937407"/>
                <a:gd name="connsiteY562" fmla="*/ 425570 h 567210"/>
                <a:gd name="connsiteX563" fmla="*/ 528289 w 937407"/>
                <a:gd name="connsiteY563" fmla="*/ 426857 h 567210"/>
                <a:gd name="connsiteX564" fmla="*/ 529229 w 937407"/>
                <a:gd name="connsiteY564" fmla="*/ 428149 h 567210"/>
                <a:gd name="connsiteX565" fmla="*/ 530165 w 937407"/>
                <a:gd name="connsiteY565" fmla="*/ 429451 h 567210"/>
                <a:gd name="connsiteX566" fmla="*/ 531105 w 937407"/>
                <a:gd name="connsiteY566" fmla="*/ 430763 h 567210"/>
                <a:gd name="connsiteX567" fmla="*/ 532041 w 937407"/>
                <a:gd name="connsiteY567" fmla="*/ 432080 h 567210"/>
                <a:gd name="connsiteX568" fmla="*/ 532982 w 937407"/>
                <a:gd name="connsiteY568" fmla="*/ 433402 h 567210"/>
                <a:gd name="connsiteX569" fmla="*/ 533917 w 937407"/>
                <a:gd name="connsiteY569" fmla="*/ 434729 h 567210"/>
                <a:gd name="connsiteX570" fmla="*/ 534858 w 937407"/>
                <a:gd name="connsiteY570" fmla="*/ 436065 h 567210"/>
                <a:gd name="connsiteX571" fmla="*/ 535794 w 937407"/>
                <a:gd name="connsiteY571" fmla="*/ 437402 h 567210"/>
                <a:gd name="connsiteX572" fmla="*/ 536734 w 937407"/>
                <a:gd name="connsiteY572" fmla="*/ 438748 h 567210"/>
                <a:gd name="connsiteX573" fmla="*/ 537670 w 937407"/>
                <a:gd name="connsiteY573" fmla="*/ 440095 h 567210"/>
                <a:gd name="connsiteX574" fmla="*/ 538610 w 937407"/>
                <a:gd name="connsiteY574" fmla="*/ 441447 h 567210"/>
                <a:gd name="connsiteX575" fmla="*/ 539551 w 937407"/>
                <a:gd name="connsiteY575" fmla="*/ 442803 h 567210"/>
                <a:gd name="connsiteX576" fmla="*/ 540487 w 937407"/>
                <a:gd name="connsiteY576" fmla="*/ 444159 h 567210"/>
                <a:gd name="connsiteX577" fmla="*/ 541427 w 937407"/>
                <a:gd name="connsiteY577" fmla="*/ 445521 h 567210"/>
                <a:gd name="connsiteX578" fmla="*/ 542363 w 937407"/>
                <a:gd name="connsiteY578" fmla="*/ 446887 h 567210"/>
                <a:gd name="connsiteX579" fmla="*/ 543304 w 937407"/>
                <a:gd name="connsiteY579" fmla="*/ 448254 h 567210"/>
                <a:gd name="connsiteX580" fmla="*/ 544239 w 937407"/>
                <a:gd name="connsiteY580" fmla="*/ 449620 h 567210"/>
                <a:gd name="connsiteX581" fmla="*/ 545180 w 937407"/>
                <a:gd name="connsiteY581" fmla="*/ 450986 h 567210"/>
                <a:gd name="connsiteX582" fmla="*/ 546115 w 937407"/>
                <a:gd name="connsiteY582" fmla="*/ 452353 h 567210"/>
                <a:gd name="connsiteX583" fmla="*/ 547056 w 937407"/>
                <a:gd name="connsiteY583" fmla="*/ 453724 h 567210"/>
                <a:gd name="connsiteX584" fmla="*/ 547992 w 937407"/>
                <a:gd name="connsiteY584" fmla="*/ 455090 h 567210"/>
                <a:gd name="connsiteX585" fmla="*/ 548932 w 937407"/>
                <a:gd name="connsiteY585" fmla="*/ 456457 h 567210"/>
                <a:gd name="connsiteX586" fmla="*/ 549868 w 937407"/>
                <a:gd name="connsiteY586" fmla="*/ 457823 h 567210"/>
                <a:gd name="connsiteX587" fmla="*/ 550809 w 937407"/>
                <a:gd name="connsiteY587" fmla="*/ 459189 h 567210"/>
                <a:gd name="connsiteX588" fmla="*/ 551749 w 937407"/>
                <a:gd name="connsiteY588" fmla="*/ 460556 h 567210"/>
                <a:gd name="connsiteX589" fmla="*/ 552685 w 937407"/>
                <a:gd name="connsiteY589" fmla="*/ 461917 h 567210"/>
                <a:gd name="connsiteX590" fmla="*/ 553625 w 937407"/>
                <a:gd name="connsiteY590" fmla="*/ 463273 h 567210"/>
                <a:gd name="connsiteX591" fmla="*/ 554561 w 937407"/>
                <a:gd name="connsiteY591" fmla="*/ 464630 h 567210"/>
                <a:gd name="connsiteX592" fmla="*/ 555502 w 937407"/>
                <a:gd name="connsiteY592" fmla="*/ 465986 h 567210"/>
                <a:gd name="connsiteX593" fmla="*/ 556437 w 937407"/>
                <a:gd name="connsiteY593" fmla="*/ 467333 h 567210"/>
                <a:gd name="connsiteX594" fmla="*/ 557378 w 937407"/>
                <a:gd name="connsiteY594" fmla="*/ 468679 h 567210"/>
                <a:gd name="connsiteX595" fmla="*/ 558314 w 937407"/>
                <a:gd name="connsiteY595" fmla="*/ 470021 h 567210"/>
                <a:gd name="connsiteX596" fmla="*/ 559254 w 937407"/>
                <a:gd name="connsiteY596" fmla="*/ 471358 h 567210"/>
                <a:gd name="connsiteX597" fmla="*/ 560190 w 937407"/>
                <a:gd name="connsiteY597" fmla="*/ 472689 h 567210"/>
                <a:gd name="connsiteX598" fmla="*/ 561130 w 937407"/>
                <a:gd name="connsiteY598" fmla="*/ 474021 h 567210"/>
                <a:gd name="connsiteX599" fmla="*/ 562071 w 937407"/>
                <a:gd name="connsiteY599" fmla="*/ 475343 h 567210"/>
                <a:gd name="connsiteX600" fmla="*/ 563007 w 937407"/>
                <a:gd name="connsiteY600" fmla="*/ 476655 h 567210"/>
                <a:gd name="connsiteX601" fmla="*/ 563947 w 937407"/>
                <a:gd name="connsiteY601" fmla="*/ 477967 h 567210"/>
                <a:gd name="connsiteX602" fmla="*/ 564883 w 937407"/>
                <a:gd name="connsiteY602" fmla="*/ 479274 h 567210"/>
                <a:gd name="connsiteX603" fmla="*/ 565824 w 937407"/>
                <a:gd name="connsiteY603" fmla="*/ 480571 h 567210"/>
                <a:gd name="connsiteX604" fmla="*/ 566759 w 937407"/>
                <a:gd name="connsiteY604" fmla="*/ 481858 h 567210"/>
                <a:gd name="connsiteX605" fmla="*/ 567700 w 937407"/>
                <a:gd name="connsiteY605" fmla="*/ 483145 h 567210"/>
                <a:gd name="connsiteX606" fmla="*/ 568636 w 937407"/>
                <a:gd name="connsiteY606" fmla="*/ 484417 h 567210"/>
                <a:gd name="connsiteX607" fmla="*/ 569576 w 937407"/>
                <a:gd name="connsiteY607" fmla="*/ 485690 h 567210"/>
                <a:gd name="connsiteX608" fmla="*/ 570512 w 937407"/>
                <a:gd name="connsiteY608" fmla="*/ 486947 h 567210"/>
                <a:gd name="connsiteX609" fmla="*/ 571452 w 937407"/>
                <a:gd name="connsiteY609" fmla="*/ 488199 h 567210"/>
                <a:gd name="connsiteX610" fmla="*/ 572393 w 937407"/>
                <a:gd name="connsiteY610" fmla="*/ 489447 h 567210"/>
                <a:gd name="connsiteX611" fmla="*/ 573329 w 937407"/>
                <a:gd name="connsiteY611" fmla="*/ 490680 h 567210"/>
                <a:gd name="connsiteX612" fmla="*/ 574269 w 937407"/>
                <a:gd name="connsiteY612" fmla="*/ 491907 h 567210"/>
                <a:gd name="connsiteX613" fmla="*/ 575205 w 937407"/>
                <a:gd name="connsiteY613" fmla="*/ 493125 h 567210"/>
                <a:gd name="connsiteX614" fmla="*/ 576146 w 937407"/>
                <a:gd name="connsiteY614" fmla="*/ 494333 h 567210"/>
                <a:gd name="connsiteX615" fmla="*/ 577081 w 937407"/>
                <a:gd name="connsiteY615" fmla="*/ 495536 h 567210"/>
                <a:gd name="connsiteX616" fmla="*/ 578022 w 937407"/>
                <a:gd name="connsiteY616" fmla="*/ 496724 h 567210"/>
                <a:gd name="connsiteX617" fmla="*/ 578957 w 937407"/>
                <a:gd name="connsiteY617" fmla="*/ 497903 h 567210"/>
                <a:gd name="connsiteX618" fmla="*/ 579898 w 937407"/>
                <a:gd name="connsiteY618" fmla="*/ 499076 h 567210"/>
                <a:gd name="connsiteX619" fmla="*/ 580834 w 937407"/>
                <a:gd name="connsiteY619" fmla="*/ 500234 h 567210"/>
                <a:gd name="connsiteX620" fmla="*/ 581774 w 937407"/>
                <a:gd name="connsiteY620" fmla="*/ 501383 h 567210"/>
                <a:gd name="connsiteX621" fmla="*/ 582715 w 937407"/>
                <a:gd name="connsiteY621" fmla="*/ 502521 h 567210"/>
                <a:gd name="connsiteX622" fmla="*/ 583651 w 937407"/>
                <a:gd name="connsiteY622" fmla="*/ 503650 h 567210"/>
                <a:gd name="connsiteX623" fmla="*/ 584591 w 937407"/>
                <a:gd name="connsiteY623" fmla="*/ 504769 h 567210"/>
                <a:gd name="connsiteX624" fmla="*/ 585527 w 937407"/>
                <a:gd name="connsiteY624" fmla="*/ 505878 h 567210"/>
                <a:gd name="connsiteX625" fmla="*/ 586467 w 937407"/>
                <a:gd name="connsiteY625" fmla="*/ 506972 h 567210"/>
                <a:gd name="connsiteX626" fmla="*/ 587403 w 937407"/>
                <a:gd name="connsiteY626" fmla="*/ 508061 h 567210"/>
                <a:gd name="connsiteX627" fmla="*/ 588344 w 937407"/>
                <a:gd name="connsiteY627" fmla="*/ 509135 h 567210"/>
                <a:gd name="connsiteX628" fmla="*/ 589279 w 937407"/>
                <a:gd name="connsiteY628" fmla="*/ 510195 h 567210"/>
                <a:gd name="connsiteX629" fmla="*/ 590220 w 937407"/>
                <a:gd name="connsiteY629" fmla="*/ 511249 h 567210"/>
                <a:gd name="connsiteX630" fmla="*/ 591156 w 937407"/>
                <a:gd name="connsiteY630" fmla="*/ 512289 h 567210"/>
                <a:gd name="connsiteX631" fmla="*/ 592096 w 937407"/>
                <a:gd name="connsiteY631" fmla="*/ 513314 h 567210"/>
                <a:gd name="connsiteX632" fmla="*/ 593032 w 937407"/>
                <a:gd name="connsiteY632" fmla="*/ 514333 h 567210"/>
                <a:gd name="connsiteX633" fmla="*/ 593972 w 937407"/>
                <a:gd name="connsiteY633" fmla="*/ 515338 h 567210"/>
                <a:gd name="connsiteX634" fmla="*/ 594913 w 937407"/>
                <a:gd name="connsiteY634" fmla="*/ 516333 h 567210"/>
                <a:gd name="connsiteX635" fmla="*/ 595849 w 937407"/>
                <a:gd name="connsiteY635" fmla="*/ 517314 h 567210"/>
                <a:gd name="connsiteX636" fmla="*/ 596789 w 937407"/>
                <a:gd name="connsiteY636" fmla="*/ 518284 h 567210"/>
                <a:gd name="connsiteX637" fmla="*/ 597725 w 937407"/>
                <a:gd name="connsiteY637" fmla="*/ 519239 h 567210"/>
                <a:gd name="connsiteX638" fmla="*/ 598666 w 937407"/>
                <a:gd name="connsiteY638" fmla="*/ 520185 h 567210"/>
                <a:gd name="connsiteX639" fmla="*/ 599601 w 937407"/>
                <a:gd name="connsiteY639" fmla="*/ 521121 h 567210"/>
                <a:gd name="connsiteX640" fmla="*/ 600542 w 937407"/>
                <a:gd name="connsiteY640" fmla="*/ 522041 h 567210"/>
                <a:gd name="connsiteX641" fmla="*/ 601478 w 937407"/>
                <a:gd name="connsiteY641" fmla="*/ 522952 h 567210"/>
                <a:gd name="connsiteX642" fmla="*/ 602418 w 937407"/>
                <a:gd name="connsiteY642" fmla="*/ 523848 h 567210"/>
                <a:gd name="connsiteX643" fmla="*/ 603354 w 937407"/>
                <a:gd name="connsiteY643" fmla="*/ 524735 h 567210"/>
                <a:gd name="connsiteX644" fmla="*/ 604294 w 937407"/>
                <a:gd name="connsiteY644" fmla="*/ 525606 h 567210"/>
                <a:gd name="connsiteX645" fmla="*/ 605235 w 937407"/>
                <a:gd name="connsiteY645" fmla="*/ 526467 h 567210"/>
                <a:gd name="connsiteX646" fmla="*/ 606171 w 937407"/>
                <a:gd name="connsiteY646" fmla="*/ 527319 h 567210"/>
                <a:gd name="connsiteX647" fmla="*/ 607111 w 937407"/>
                <a:gd name="connsiteY647" fmla="*/ 528155 h 567210"/>
                <a:gd name="connsiteX648" fmla="*/ 608047 w 937407"/>
                <a:gd name="connsiteY648" fmla="*/ 528982 h 567210"/>
                <a:gd name="connsiteX649" fmla="*/ 608988 w 937407"/>
                <a:gd name="connsiteY649" fmla="*/ 529794 h 567210"/>
                <a:gd name="connsiteX650" fmla="*/ 609923 w 937407"/>
                <a:gd name="connsiteY650" fmla="*/ 530596 h 567210"/>
                <a:gd name="connsiteX651" fmla="*/ 610864 w 937407"/>
                <a:gd name="connsiteY651" fmla="*/ 531383 h 567210"/>
                <a:gd name="connsiteX652" fmla="*/ 611799 w 937407"/>
                <a:gd name="connsiteY652" fmla="*/ 532160 h 567210"/>
                <a:gd name="connsiteX653" fmla="*/ 612740 w 937407"/>
                <a:gd name="connsiteY653" fmla="*/ 532928 h 567210"/>
                <a:gd name="connsiteX654" fmla="*/ 613676 w 937407"/>
                <a:gd name="connsiteY654" fmla="*/ 533680 h 567210"/>
                <a:gd name="connsiteX655" fmla="*/ 614616 w 937407"/>
                <a:gd name="connsiteY655" fmla="*/ 534423 h 567210"/>
                <a:gd name="connsiteX656" fmla="*/ 615557 w 937407"/>
                <a:gd name="connsiteY656" fmla="*/ 535151 h 567210"/>
                <a:gd name="connsiteX657" fmla="*/ 616493 w 937407"/>
                <a:gd name="connsiteY657" fmla="*/ 535868 h 567210"/>
                <a:gd name="connsiteX658" fmla="*/ 617433 w 937407"/>
                <a:gd name="connsiteY658" fmla="*/ 536576 h 567210"/>
                <a:gd name="connsiteX659" fmla="*/ 618369 w 937407"/>
                <a:gd name="connsiteY659" fmla="*/ 537269 h 567210"/>
                <a:gd name="connsiteX660" fmla="*/ 619309 w 937407"/>
                <a:gd name="connsiteY660" fmla="*/ 537953 h 567210"/>
                <a:gd name="connsiteX661" fmla="*/ 620245 w 937407"/>
                <a:gd name="connsiteY661" fmla="*/ 538626 h 567210"/>
                <a:gd name="connsiteX662" fmla="*/ 621186 w 937407"/>
                <a:gd name="connsiteY662" fmla="*/ 539284 h 567210"/>
                <a:gd name="connsiteX663" fmla="*/ 622121 w 937407"/>
                <a:gd name="connsiteY663" fmla="*/ 539938 h 567210"/>
                <a:gd name="connsiteX664" fmla="*/ 623062 w 937407"/>
                <a:gd name="connsiteY664" fmla="*/ 540571 h 567210"/>
                <a:gd name="connsiteX665" fmla="*/ 623998 w 937407"/>
                <a:gd name="connsiteY665" fmla="*/ 541200 h 567210"/>
                <a:gd name="connsiteX666" fmla="*/ 624938 w 937407"/>
                <a:gd name="connsiteY666" fmla="*/ 541814 h 567210"/>
                <a:gd name="connsiteX667" fmla="*/ 625879 w 937407"/>
                <a:gd name="connsiteY667" fmla="*/ 542423 h 567210"/>
                <a:gd name="connsiteX668" fmla="*/ 626814 w 937407"/>
                <a:gd name="connsiteY668" fmla="*/ 543012 h 567210"/>
                <a:gd name="connsiteX669" fmla="*/ 627755 w 937407"/>
                <a:gd name="connsiteY669" fmla="*/ 543596 h 567210"/>
                <a:gd name="connsiteX670" fmla="*/ 628691 w 937407"/>
                <a:gd name="connsiteY670" fmla="*/ 544170 h 567210"/>
                <a:gd name="connsiteX671" fmla="*/ 629631 w 937407"/>
                <a:gd name="connsiteY671" fmla="*/ 544730 h 567210"/>
                <a:gd name="connsiteX672" fmla="*/ 630567 w 937407"/>
                <a:gd name="connsiteY672" fmla="*/ 545284 h 567210"/>
                <a:gd name="connsiteX673" fmla="*/ 631508 w 937407"/>
                <a:gd name="connsiteY673" fmla="*/ 545824 h 567210"/>
                <a:gd name="connsiteX674" fmla="*/ 632443 w 937407"/>
                <a:gd name="connsiteY674" fmla="*/ 546354 h 567210"/>
                <a:gd name="connsiteX675" fmla="*/ 633384 w 937407"/>
                <a:gd name="connsiteY675" fmla="*/ 546873 h 567210"/>
                <a:gd name="connsiteX676" fmla="*/ 634319 w 937407"/>
                <a:gd name="connsiteY676" fmla="*/ 547383 h 567210"/>
                <a:gd name="connsiteX677" fmla="*/ 635260 w 937407"/>
                <a:gd name="connsiteY677" fmla="*/ 547883 h 567210"/>
                <a:gd name="connsiteX678" fmla="*/ 636196 w 937407"/>
                <a:gd name="connsiteY678" fmla="*/ 548373 h 567210"/>
                <a:gd name="connsiteX679" fmla="*/ 637136 w 937407"/>
                <a:gd name="connsiteY679" fmla="*/ 548854 h 567210"/>
                <a:gd name="connsiteX680" fmla="*/ 638077 w 937407"/>
                <a:gd name="connsiteY680" fmla="*/ 549324 h 567210"/>
                <a:gd name="connsiteX681" fmla="*/ 639013 w 937407"/>
                <a:gd name="connsiteY681" fmla="*/ 549784 h 567210"/>
                <a:gd name="connsiteX682" fmla="*/ 639953 w 937407"/>
                <a:gd name="connsiteY682" fmla="*/ 550235 h 567210"/>
                <a:gd name="connsiteX683" fmla="*/ 640889 w 937407"/>
                <a:gd name="connsiteY683" fmla="*/ 550680 h 567210"/>
                <a:gd name="connsiteX684" fmla="*/ 641829 w 937407"/>
                <a:gd name="connsiteY684" fmla="*/ 551111 h 567210"/>
                <a:gd name="connsiteX685" fmla="*/ 642765 w 937407"/>
                <a:gd name="connsiteY685" fmla="*/ 551537 h 567210"/>
                <a:gd name="connsiteX686" fmla="*/ 643706 w 937407"/>
                <a:gd name="connsiteY686" fmla="*/ 551953 h 567210"/>
                <a:gd name="connsiteX687" fmla="*/ 644641 w 937407"/>
                <a:gd name="connsiteY687" fmla="*/ 552359 h 567210"/>
                <a:gd name="connsiteX688" fmla="*/ 645582 w 937407"/>
                <a:gd name="connsiteY688" fmla="*/ 552755 h 567210"/>
                <a:gd name="connsiteX689" fmla="*/ 646518 w 937407"/>
                <a:gd name="connsiteY689" fmla="*/ 553146 h 567210"/>
                <a:gd name="connsiteX690" fmla="*/ 647458 w 937407"/>
                <a:gd name="connsiteY690" fmla="*/ 553527 h 567210"/>
                <a:gd name="connsiteX691" fmla="*/ 648399 w 937407"/>
                <a:gd name="connsiteY691" fmla="*/ 553898 h 567210"/>
                <a:gd name="connsiteX692" fmla="*/ 649335 w 937407"/>
                <a:gd name="connsiteY692" fmla="*/ 554260 h 567210"/>
                <a:gd name="connsiteX693" fmla="*/ 650275 w 937407"/>
                <a:gd name="connsiteY693" fmla="*/ 554616 h 567210"/>
                <a:gd name="connsiteX694" fmla="*/ 651211 w 937407"/>
                <a:gd name="connsiteY694" fmla="*/ 554963 h 567210"/>
                <a:gd name="connsiteX695" fmla="*/ 652151 w 937407"/>
                <a:gd name="connsiteY695" fmla="*/ 555304 h 567210"/>
                <a:gd name="connsiteX696" fmla="*/ 653087 w 937407"/>
                <a:gd name="connsiteY696" fmla="*/ 555636 h 567210"/>
                <a:gd name="connsiteX697" fmla="*/ 654028 w 937407"/>
                <a:gd name="connsiteY697" fmla="*/ 555963 h 567210"/>
                <a:gd name="connsiteX698" fmla="*/ 654963 w 937407"/>
                <a:gd name="connsiteY698" fmla="*/ 556279 h 567210"/>
                <a:gd name="connsiteX699" fmla="*/ 655904 w 937407"/>
                <a:gd name="connsiteY699" fmla="*/ 556586 h 567210"/>
                <a:gd name="connsiteX700" fmla="*/ 656840 w 937407"/>
                <a:gd name="connsiteY700" fmla="*/ 556888 h 567210"/>
                <a:gd name="connsiteX701" fmla="*/ 657780 w 937407"/>
                <a:gd name="connsiteY701" fmla="*/ 557185 h 567210"/>
                <a:gd name="connsiteX702" fmla="*/ 658721 w 937407"/>
                <a:gd name="connsiteY702" fmla="*/ 557473 h 567210"/>
                <a:gd name="connsiteX703" fmla="*/ 659656 w 937407"/>
                <a:gd name="connsiteY703" fmla="*/ 557755 h 567210"/>
                <a:gd name="connsiteX704" fmla="*/ 660597 w 937407"/>
                <a:gd name="connsiteY704" fmla="*/ 558027 h 567210"/>
                <a:gd name="connsiteX705" fmla="*/ 661533 w 937407"/>
                <a:gd name="connsiteY705" fmla="*/ 558294 h 567210"/>
                <a:gd name="connsiteX706" fmla="*/ 662473 w 937407"/>
                <a:gd name="connsiteY706" fmla="*/ 558557 h 567210"/>
                <a:gd name="connsiteX707" fmla="*/ 663409 w 937407"/>
                <a:gd name="connsiteY707" fmla="*/ 558809 h 567210"/>
                <a:gd name="connsiteX708" fmla="*/ 664350 w 937407"/>
                <a:gd name="connsiteY708" fmla="*/ 559062 h 567210"/>
                <a:gd name="connsiteX709" fmla="*/ 665285 w 937407"/>
                <a:gd name="connsiteY709" fmla="*/ 559299 h 567210"/>
                <a:gd name="connsiteX710" fmla="*/ 666226 w 937407"/>
                <a:gd name="connsiteY710" fmla="*/ 559537 h 567210"/>
                <a:gd name="connsiteX711" fmla="*/ 667161 w 937407"/>
                <a:gd name="connsiteY711" fmla="*/ 559770 h 567210"/>
                <a:gd name="connsiteX712" fmla="*/ 668102 w 937407"/>
                <a:gd name="connsiteY712" fmla="*/ 559992 h 567210"/>
                <a:gd name="connsiteX713" fmla="*/ 669043 w 937407"/>
                <a:gd name="connsiteY713" fmla="*/ 560210 h 567210"/>
                <a:gd name="connsiteX714" fmla="*/ 669978 w 937407"/>
                <a:gd name="connsiteY714" fmla="*/ 560423 h 567210"/>
                <a:gd name="connsiteX715" fmla="*/ 670919 w 937407"/>
                <a:gd name="connsiteY715" fmla="*/ 560631 h 567210"/>
                <a:gd name="connsiteX716" fmla="*/ 671855 w 937407"/>
                <a:gd name="connsiteY716" fmla="*/ 560834 h 567210"/>
                <a:gd name="connsiteX717" fmla="*/ 672795 w 937407"/>
                <a:gd name="connsiteY717" fmla="*/ 561027 h 567210"/>
                <a:gd name="connsiteX718" fmla="*/ 673731 w 937407"/>
                <a:gd name="connsiteY718" fmla="*/ 561220 h 567210"/>
                <a:gd name="connsiteX719" fmla="*/ 674671 w 937407"/>
                <a:gd name="connsiteY719" fmla="*/ 561408 h 567210"/>
                <a:gd name="connsiteX720" fmla="*/ 675607 w 937407"/>
                <a:gd name="connsiteY720" fmla="*/ 561586 h 567210"/>
                <a:gd name="connsiteX721" fmla="*/ 676548 w 937407"/>
                <a:gd name="connsiteY721" fmla="*/ 561765 h 567210"/>
                <a:gd name="connsiteX722" fmla="*/ 677483 w 937407"/>
                <a:gd name="connsiteY722" fmla="*/ 561938 h 567210"/>
                <a:gd name="connsiteX723" fmla="*/ 678424 w 937407"/>
                <a:gd name="connsiteY723" fmla="*/ 562101 h 567210"/>
                <a:gd name="connsiteX724" fmla="*/ 679360 w 937407"/>
                <a:gd name="connsiteY724" fmla="*/ 562265 h 567210"/>
                <a:gd name="connsiteX725" fmla="*/ 680300 w 937407"/>
                <a:gd name="connsiteY725" fmla="*/ 562423 h 567210"/>
                <a:gd name="connsiteX726" fmla="*/ 681241 w 937407"/>
                <a:gd name="connsiteY726" fmla="*/ 562577 h 567210"/>
                <a:gd name="connsiteX727" fmla="*/ 682176 w 937407"/>
                <a:gd name="connsiteY727" fmla="*/ 562725 h 567210"/>
                <a:gd name="connsiteX728" fmla="*/ 683117 w 937407"/>
                <a:gd name="connsiteY728" fmla="*/ 562874 h 567210"/>
                <a:gd name="connsiteX729" fmla="*/ 684053 w 937407"/>
                <a:gd name="connsiteY729" fmla="*/ 563012 h 567210"/>
                <a:gd name="connsiteX730" fmla="*/ 684993 w 937407"/>
                <a:gd name="connsiteY730" fmla="*/ 563151 h 567210"/>
                <a:gd name="connsiteX731" fmla="*/ 685929 w 937407"/>
                <a:gd name="connsiteY731" fmla="*/ 563285 h 567210"/>
                <a:gd name="connsiteX732" fmla="*/ 686870 w 937407"/>
                <a:gd name="connsiteY732" fmla="*/ 563413 h 567210"/>
                <a:gd name="connsiteX733" fmla="*/ 687805 w 937407"/>
                <a:gd name="connsiteY733" fmla="*/ 563537 h 567210"/>
                <a:gd name="connsiteX734" fmla="*/ 688746 w 937407"/>
                <a:gd name="connsiteY734" fmla="*/ 563661 h 567210"/>
                <a:gd name="connsiteX735" fmla="*/ 689682 w 937407"/>
                <a:gd name="connsiteY735" fmla="*/ 563780 h 567210"/>
                <a:gd name="connsiteX736" fmla="*/ 690622 w 937407"/>
                <a:gd name="connsiteY736" fmla="*/ 563893 h 567210"/>
                <a:gd name="connsiteX737" fmla="*/ 691563 w 937407"/>
                <a:gd name="connsiteY737" fmla="*/ 564007 h 567210"/>
                <a:gd name="connsiteX738" fmla="*/ 692498 w 937407"/>
                <a:gd name="connsiteY738" fmla="*/ 564111 h 567210"/>
                <a:gd name="connsiteX739" fmla="*/ 693439 w 937407"/>
                <a:gd name="connsiteY739" fmla="*/ 564220 h 567210"/>
                <a:gd name="connsiteX740" fmla="*/ 694375 w 937407"/>
                <a:gd name="connsiteY740" fmla="*/ 564319 h 567210"/>
                <a:gd name="connsiteX741" fmla="*/ 695315 w 937407"/>
                <a:gd name="connsiteY741" fmla="*/ 564418 h 567210"/>
                <a:gd name="connsiteX742" fmla="*/ 696251 w 937407"/>
                <a:gd name="connsiteY742" fmla="*/ 564517 h 567210"/>
                <a:gd name="connsiteX743" fmla="*/ 697192 w 937407"/>
                <a:gd name="connsiteY743" fmla="*/ 564606 h 567210"/>
                <a:gd name="connsiteX744" fmla="*/ 698127 w 937407"/>
                <a:gd name="connsiteY744" fmla="*/ 564700 h 567210"/>
                <a:gd name="connsiteX745" fmla="*/ 699068 w 937407"/>
                <a:gd name="connsiteY745" fmla="*/ 564785 h 567210"/>
                <a:gd name="connsiteX746" fmla="*/ 700003 w 937407"/>
                <a:gd name="connsiteY746" fmla="*/ 564869 h 567210"/>
                <a:gd name="connsiteX747" fmla="*/ 700944 w 937407"/>
                <a:gd name="connsiteY747" fmla="*/ 564953 h 567210"/>
                <a:gd name="connsiteX748" fmla="*/ 701885 w 937407"/>
                <a:gd name="connsiteY748" fmla="*/ 565032 h 567210"/>
                <a:gd name="connsiteX749" fmla="*/ 702820 w 937407"/>
                <a:gd name="connsiteY749" fmla="*/ 565106 h 567210"/>
                <a:gd name="connsiteX750" fmla="*/ 703761 w 937407"/>
                <a:gd name="connsiteY750" fmla="*/ 565181 h 567210"/>
                <a:gd name="connsiteX751" fmla="*/ 704697 w 937407"/>
                <a:gd name="connsiteY751" fmla="*/ 565255 h 567210"/>
                <a:gd name="connsiteX752" fmla="*/ 705637 w 937407"/>
                <a:gd name="connsiteY752" fmla="*/ 565324 h 567210"/>
                <a:gd name="connsiteX753" fmla="*/ 706573 w 937407"/>
                <a:gd name="connsiteY753" fmla="*/ 565393 h 567210"/>
                <a:gd name="connsiteX754" fmla="*/ 707513 w 937407"/>
                <a:gd name="connsiteY754" fmla="*/ 565458 h 567210"/>
                <a:gd name="connsiteX755" fmla="*/ 708449 w 937407"/>
                <a:gd name="connsiteY755" fmla="*/ 565522 h 567210"/>
                <a:gd name="connsiteX756" fmla="*/ 709390 w 937407"/>
                <a:gd name="connsiteY756" fmla="*/ 565582 h 567210"/>
                <a:gd name="connsiteX757" fmla="*/ 710325 w 937407"/>
                <a:gd name="connsiteY757" fmla="*/ 565641 h 567210"/>
                <a:gd name="connsiteX758" fmla="*/ 711266 w 937407"/>
                <a:gd name="connsiteY758" fmla="*/ 565700 h 567210"/>
                <a:gd name="connsiteX759" fmla="*/ 712207 w 937407"/>
                <a:gd name="connsiteY759" fmla="*/ 565755 h 567210"/>
                <a:gd name="connsiteX760" fmla="*/ 713142 w 937407"/>
                <a:gd name="connsiteY760" fmla="*/ 565809 h 567210"/>
                <a:gd name="connsiteX761" fmla="*/ 714083 w 937407"/>
                <a:gd name="connsiteY761" fmla="*/ 565859 h 567210"/>
                <a:gd name="connsiteX762" fmla="*/ 715018 w 937407"/>
                <a:gd name="connsiteY762" fmla="*/ 565908 h 567210"/>
                <a:gd name="connsiteX763" fmla="*/ 715959 w 937407"/>
                <a:gd name="connsiteY763" fmla="*/ 565958 h 567210"/>
                <a:gd name="connsiteX764" fmla="*/ 716895 w 937407"/>
                <a:gd name="connsiteY764" fmla="*/ 566007 h 567210"/>
                <a:gd name="connsiteX765" fmla="*/ 717835 w 937407"/>
                <a:gd name="connsiteY765" fmla="*/ 566052 h 567210"/>
                <a:gd name="connsiteX766" fmla="*/ 718771 w 937407"/>
                <a:gd name="connsiteY766" fmla="*/ 566096 h 567210"/>
                <a:gd name="connsiteX767" fmla="*/ 719712 w 937407"/>
                <a:gd name="connsiteY767" fmla="*/ 566136 h 567210"/>
                <a:gd name="connsiteX768" fmla="*/ 720647 w 937407"/>
                <a:gd name="connsiteY768" fmla="*/ 566176 h 567210"/>
                <a:gd name="connsiteX769" fmla="*/ 721588 w 937407"/>
                <a:gd name="connsiteY769" fmla="*/ 566215 h 567210"/>
                <a:gd name="connsiteX770" fmla="*/ 722524 w 937407"/>
                <a:gd name="connsiteY770" fmla="*/ 566255 h 567210"/>
                <a:gd name="connsiteX771" fmla="*/ 723464 w 937407"/>
                <a:gd name="connsiteY771" fmla="*/ 566289 h 567210"/>
                <a:gd name="connsiteX772" fmla="*/ 724405 w 937407"/>
                <a:gd name="connsiteY772" fmla="*/ 566329 h 567210"/>
                <a:gd name="connsiteX773" fmla="*/ 725340 w 937407"/>
                <a:gd name="connsiteY773" fmla="*/ 566364 h 567210"/>
                <a:gd name="connsiteX774" fmla="*/ 726281 w 937407"/>
                <a:gd name="connsiteY774" fmla="*/ 566393 h 567210"/>
                <a:gd name="connsiteX775" fmla="*/ 727217 w 937407"/>
                <a:gd name="connsiteY775" fmla="*/ 566428 h 567210"/>
                <a:gd name="connsiteX776" fmla="*/ 728157 w 937407"/>
                <a:gd name="connsiteY776" fmla="*/ 566458 h 567210"/>
                <a:gd name="connsiteX777" fmla="*/ 729093 w 937407"/>
                <a:gd name="connsiteY777" fmla="*/ 566487 h 567210"/>
                <a:gd name="connsiteX778" fmla="*/ 730034 w 937407"/>
                <a:gd name="connsiteY778" fmla="*/ 566517 h 567210"/>
                <a:gd name="connsiteX779" fmla="*/ 730969 w 937407"/>
                <a:gd name="connsiteY779" fmla="*/ 566542 h 567210"/>
                <a:gd name="connsiteX780" fmla="*/ 731910 w 937407"/>
                <a:gd name="connsiteY780" fmla="*/ 566567 h 567210"/>
                <a:gd name="connsiteX781" fmla="*/ 732845 w 937407"/>
                <a:gd name="connsiteY781" fmla="*/ 566596 h 567210"/>
                <a:gd name="connsiteX782" fmla="*/ 733786 w 937407"/>
                <a:gd name="connsiteY782" fmla="*/ 566621 h 567210"/>
                <a:gd name="connsiteX783" fmla="*/ 734727 w 937407"/>
                <a:gd name="connsiteY783" fmla="*/ 566641 h 567210"/>
                <a:gd name="connsiteX784" fmla="*/ 735662 w 937407"/>
                <a:gd name="connsiteY784" fmla="*/ 566666 h 567210"/>
                <a:gd name="connsiteX785" fmla="*/ 736603 w 937407"/>
                <a:gd name="connsiteY785" fmla="*/ 566686 h 567210"/>
                <a:gd name="connsiteX786" fmla="*/ 737539 w 937407"/>
                <a:gd name="connsiteY786" fmla="*/ 566710 h 567210"/>
                <a:gd name="connsiteX787" fmla="*/ 738479 w 937407"/>
                <a:gd name="connsiteY787" fmla="*/ 566730 h 567210"/>
                <a:gd name="connsiteX788" fmla="*/ 739415 w 937407"/>
                <a:gd name="connsiteY788" fmla="*/ 566750 h 567210"/>
                <a:gd name="connsiteX789" fmla="*/ 740355 w 937407"/>
                <a:gd name="connsiteY789" fmla="*/ 566770 h 567210"/>
                <a:gd name="connsiteX790" fmla="*/ 741291 w 937407"/>
                <a:gd name="connsiteY790" fmla="*/ 566785 h 567210"/>
                <a:gd name="connsiteX791" fmla="*/ 742232 w 937407"/>
                <a:gd name="connsiteY791" fmla="*/ 566804 h 567210"/>
                <a:gd name="connsiteX792" fmla="*/ 743167 w 937407"/>
                <a:gd name="connsiteY792" fmla="*/ 566819 h 567210"/>
                <a:gd name="connsiteX793" fmla="*/ 744108 w 937407"/>
                <a:gd name="connsiteY793" fmla="*/ 566839 h 567210"/>
                <a:gd name="connsiteX794" fmla="*/ 745049 w 937407"/>
                <a:gd name="connsiteY794" fmla="*/ 566854 h 567210"/>
                <a:gd name="connsiteX795" fmla="*/ 745984 w 937407"/>
                <a:gd name="connsiteY795" fmla="*/ 566869 h 567210"/>
                <a:gd name="connsiteX796" fmla="*/ 746925 w 937407"/>
                <a:gd name="connsiteY796" fmla="*/ 566884 h 567210"/>
                <a:gd name="connsiteX797" fmla="*/ 747860 w 937407"/>
                <a:gd name="connsiteY797" fmla="*/ 566893 h 567210"/>
                <a:gd name="connsiteX798" fmla="*/ 748801 w 937407"/>
                <a:gd name="connsiteY798" fmla="*/ 566908 h 567210"/>
                <a:gd name="connsiteX799" fmla="*/ 749737 w 937407"/>
                <a:gd name="connsiteY799" fmla="*/ 566923 h 567210"/>
                <a:gd name="connsiteX800" fmla="*/ 750677 w 937407"/>
                <a:gd name="connsiteY800" fmla="*/ 566933 h 567210"/>
                <a:gd name="connsiteX801" fmla="*/ 751613 w 937407"/>
                <a:gd name="connsiteY801" fmla="*/ 566948 h 567210"/>
                <a:gd name="connsiteX802" fmla="*/ 752554 w 937407"/>
                <a:gd name="connsiteY802" fmla="*/ 566958 h 567210"/>
                <a:gd name="connsiteX803" fmla="*/ 753489 w 937407"/>
                <a:gd name="connsiteY803" fmla="*/ 566968 h 567210"/>
                <a:gd name="connsiteX804" fmla="*/ 754430 w 937407"/>
                <a:gd name="connsiteY804" fmla="*/ 566978 h 567210"/>
                <a:gd name="connsiteX805" fmla="*/ 755370 w 937407"/>
                <a:gd name="connsiteY805" fmla="*/ 566988 h 567210"/>
                <a:gd name="connsiteX806" fmla="*/ 756306 w 937407"/>
                <a:gd name="connsiteY806" fmla="*/ 566997 h 567210"/>
                <a:gd name="connsiteX807" fmla="*/ 757247 w 937407"/>
                <a:gd name="connsiteY807" fmla="*/ 567007 h 567210"/>
                <a:gd name="connsiteX808" fmla="*/ 758182 w 937407"/>
                <a:gd name="connsiteY808" fmla="*/ 567017 h 567210"/>
                <a:gd name="connsiteX809" fmla="*/ 759123 w 937407"/>
                <a:gd name="connsiteY809" fmla="*/ 567027 h 567210"/>
                <a:gd name="connsiteX810" fmla="*/ 760059 w 937407"/>
                <a:gd name="connsiteY810" fmla="*/ 567032 h 567210"/>
                <a:gd name="connsiteX811" fmla="*/ 760999 w 937407"/>
                <a:gd name="connsiteY811" fmla="*/ 567042 h 567210"/>
                <a:gd name="connsiteX812" fmla="*/ 761935 w 937407"/>
                <a:gd name="connsiteY812" fmla="*/ 567047 h 567210"/>
                <a:gd name="connsiteX813" fmla="*/ 762875 w 937407"/>
                <a:gd name="connsiteY813" fmla="*/ 567057 h 567210"/>
                <a:gd name="connsiteX814" fmla="*/ 763811 w 937407"/>
                <a:gd name="connsiteY814" fmla="*/ 567062 h 567210"/>
                <a:gd name="connsiteX815" fmla="*/ 764752 w 937407"/>
                <a:gd name="connsiteY815" fmla="*/ 567067 h 567210"/>
                <a:gd name="connsiteX816" fmla="*/ 765692 w 937407"/>
                <a:gd name="connsiteY816" fmla="*/ 567077 h 567210"/>
                <a:gd name="connsiteX817" fmla="*/ 766628 w 937407"/>
                <a:gd name="connsiteY817" fmla="*/ 567082 h 567210"/>
                <a:gd name="connsiteX818" fmla="*/ 767569 w 937407"/>
                <a:gd name="connsiteY818" fmla="*/ 567087 h 567210"/>
                <a:gd name="connsiteX819" fmla="*/ 768504 w 937407"/>
                <a:gd name="connsiteY819" fmla="*/ 567091 h 567210"/>
                <a:gd name="connsiteX820" fmla="*/ 769445 w 937407"/>
                <a:gd name="connsiteY820" fmla="*/ 567096 h 567210"/>
                <a:gd name="connsiteX821" fmla="*/ 770381 w 937407"/>
                <a:gd name="connsiteY821" fmla="*/ 567101 h 567210"/>
                <a:gd name="connsiteX822" fmla="*/ 771321 w 937407"/>
                <a:gd name="connsiteY822" fmla="*/ 567106 h 567210"/>
                <a:gd name="connsiteX823" fmla="*/ 772257 w 937407"/>
                <a:gd name="connsiteY823" fmla="*/ 567111 h 567210"/>
                <a:gd name="connsiteX824" fmla="*/ 773197 w 937407"/>
                <a:gd name="connsiteY824" fmla="*/ 567116 h 567210"/>
                <a:gd name="connsiteX825" fmla="*/ 774133 w 937407"/>
                <a:gd name="connsiteY825" fmla="*/ 567121 h 567210"/>
                <a:gd name="connsiteX826" fmla="*/ 775074 w 937407"/>
                <a:gd name="connsiteY826" fmla="*/ 567126 h 567210"/>
                <a:gd name="connsiteX827" fmla="*/ 776009 w 937407"/>
                <a:gd name="connsiteY827" fmla="*/ 567131 h 567210"/>
                <a:gd name="connsiteX828" fmla="*/ 776950 w 937407"/>
                <a:gd name="connsiteY828" fmla="*/ 567136 h 567210"/>
                <a:gd name="connsiteX829" fmla="*/ 777890 w 937407"/>
                <a:gd name="connsiteY829" fmla="*/ 567136 h 567210"/>
                <a:gd name="connsiteX830" fmla="*/ 778826 w 937407"/>
                <a:gd name="connsiteY830" fmla="*/ 567141 h 567210"/>
                <a:gd name="connsiteX831" fmla="*/ 779767 w 937407"/>
                <a:gd name="connsiteY831" fmla="*/ 567146 h 567210"/>
                <a:gd name="connsiteX832" fmla="*/ 780702 w 937407"/>
                <a:gd name="connsiteY832" fmla="*/ 567146 h 567210"/>
                <a:gd name="connsiteX833" fmla="*/ 781643 w 937407"/>
                <a:gd name="connsiteY833" fmla="*/ 567151 h 567210"/>
                <a:gd name="connsiteX834" fmla="*/ 782579 w 937407"/>
                <a:gd name="connsiteY834" fmla="*/ 567151 h 567210"/>
                <a:gd name="connsiteX835" fmla="*/ 783519 w 937407"/>
                <a:gd name="connsiteY835" fmla="*/ 567156 h 567210"/>
                <a:gd name="connsiteX836" fmla="*/ 784455 w 937407"/>
                <a:gd name="connsiteY836" fmla="*/ 567161 h 567210"/>
                <a:gd name="connsiteX837" fmla="*/ 785396 w 937407"/>
                <a:gd name="connsiteY837" fmla="*/ 567161 h 567210"/>
                <a:gd name="connsiteX838" fmla="*/ 786331 w 937407"/>
                <a:gd name="connsiteY838" fmla="*/ 567166 h 567210"/>
                <a:gd name="connsiteX839" fmla="*/ 787272 w 937407"/>
                <a:gd name="connsiteY839" fmla="*/ 567166 h 567210"/>
                <a:gd name="connsiteX840" fmla="*/ 788212 w 937407"/>
                <a:gd name="connsiteY840" fmla="*/ 567166 h 567210"/>
                <a:gd name="connsiteX841" fmla="*/ 789148 w 937407"/>
                <a:gd name="connsiteY841" fmla="*/ 567171 h 567210"/>
                <a:gd name="connsiteX842" fmla="*/ 790089 w 937407"/>
                <a:gd name="connsiteY842" fmla="*/ 567171 h 567210"/>
                <a:gd name="connsiteX843" fmla="*/ 791024 w 937407"/>
                <a:gd name="connsiteY843" fmla="*/ 567176 h 567210"/>
                <a:gd name="connsiteX844" fmla="*/ 791965 w 937407"/>
                <a:gd name="connsiteY844" fmla="*/ 567176 h 567210"/>
                <a:gd name="connsiteX845" fmla="*/ 792901 w 937407"/>
                <a:gd name="connsiteY845" fmla="*/ 567176 h 567210"/>
                <a:gd name="connsiteX846" fmla="*/ 793841 w 937407"/>
                <a:gd name="connsiteY846" fmla="*/ 567181 h 567210"/>
                <a:gd name="connsiteX847" fmla="*/ 794777 w 937407"/>
                <a:gd name="connsiteY847" fmla="*/ 567181 h 567210"/>
                <a:gd name="connsiteX848" fmla="*/ 795717 w 937407"/>
                <a:gd name="connsiteY848" fmla="*/ 567181 h 567210"/>
                <a:gd name="connsiteX849" fmla="*/ 796653 w 937407"/>
                <a:gd name="connsiteY849" fmla="*/ 567186 h 567210"/>
                <a:gd name="connsiteX850" fmla="*/ 797594 w 937407"/>
                <a:gd name="connsiteY850" fmla="*/ 567186 h 567210"/>
                <a:gd name="connsiteX851" fmla="*/ 798534 w 937407"/>
                <a:gd name="connsiteY851" fmla="*/ 567186 h 567210"/>
                <a:gd name="connsiteX852" fmla="*/ 799470 w 937407"/>
                <a:gd name="connsiteY852" fmla="*/ 567186 h 567210"/>
                <a:gd name="connsiteX853" fmla="*/ 800411 w 937407"/>
                <a:gd name="connsiteY853" fmla="*/ 567190 h 567210"/>
                <a:gd name="connsiteX854" fmla="*/ 801346 w 937407"/>
                <a:gd name="connsiteY854" fmla="*/ 567190 h 567210"/>
                <a:gd name="connsiteX855" fmla="*/ 802287 w 937407"/>
                <a:gd name="connsiteY855" fmla="*/ 567190 h 567210"/>
                <a:gd name="connsiteX856" fmla="*/ 803223 w 937407"/>
                <a:gd name="connsiteY856" fmla="*/ 567190 h 567210"/>
                <a:gd name="connsiteX857" fmla="*/ 804163 w 937407"/>
                <a:gd name="connsiteY857" fmla="*/ 567195 h 567210"/>
                <a:gd name="connsiteX858" fmla="*/ 805099 w 937407"/>
                <a:gd name="connsiteY858" fmla="*/ 567195 h 567210"/>
                <a:gd name="connsiteX859" fmla="*/ 806039 w 937407"/>
                <a:gd name="connsiteY859" fmla="*/ 567195 h 567210"/>
                <a:gd name="connsiteX860" fmla="*/ 806975 w 937407"/>
                <a:gd name="connsiteY860" fmla="*/ 567195 h 567210"/>
                <a:gd name="connsiteX861" fmla="*/ 807916 w 937407"/>
                <a:gd name="connsiteY861" fmla="*/ 567195 h 567210"/>
                <a:gd name="connsiteX862" fmla="*/ 808856 w 937407"/>
                <a:gd name="connsiteY862" fmla="*/ 567195 h 567210"/>
                <a:gd name="connsiteX863" fmla="*/ 809792 w 937407"/>
                <a:gd name="connsiteY863" fmla="*/ 567200 h 567210"/>
                <a:gd name="connsiteX864" fmla="*/ 810732 w 937407"/>
                <a:gd name="connsiteY864" fmla="*/ 567200 h 567210"/>
                <a:gd name="connsiteX865" fmla="*/ 811668 w 937407"/>
                <a:gd name="connsiteY865" fmla="*/ 567200 h 567210"/>
                <a:gd name="connsiteX866" fmla="*/ 812609 w 937407"/>
                <a:gd name="connsiteY866" fmla="*/ 567200 h 567210"/>
                <a:gd name="connsiteX867" fmla="*/ 813544 w 937407"/>
                <a:gd name="connsiteY867" fmla="*/ 567200 h 567210"/>
                <a:gd name="connsiteX868" fmla="*/ 814485 w 937407"/>
                <a:gd name="connsiteY868" fmla="*/ 567200 h 567210"/>
                <a:gd name="connsiteX869" fmla="*/ 815421 w 937407"/>
                <a:gd name="connsiteY869" fmla="*/ 567200 h 567210"/>
                <a:gd name="connsiteX870" fmla="*/ 816361 w 937407"/>
                <a:gd name="connsiteY870" fmla="*/ 567200 h 567210"/>
                <a:gd name="connsiteX871" fmla="*/ 817297 w 937407"/>
                <a:gd name="connsiteY871" fmla="*/ 567205 h 567210"/>
                <a:gd name="connsiteX872" fmla="*/ 818238 w 937407"/>
                <a:gd name="connsiteY872" fmla="*/ 567205 h 567210"/>
                <a:gd name="connsiteX873" fmla="*/ 819173 w 937407"/>
                <a:gd name="connsiteY873" fmla="*/ 567205 h 567210"/>
                <a:gd name="connsiteX874" fmla="*/ 820114 w 937407"/>
                <a:gd name="connsiteY874" fmla="*/ 567205 h 567210"/>
                <a:gd name="connsiteX875" fmla="*/ 821054 w 937407"/>
                <a:gd name="connsiteY875" fmla="*/ 567205 h 567210"/>
                <a:gd name="connsiteX876" fmla="*/ 821990 w 937407"/>
                <a:gd name="connsiteY876" fmla="*/ 567205 h 567210"/>
                <a:gd name="connsiteX877" fmla="*/ 822931 w 937407"/>
                <a:gd name="connsiteY877" fmla="*/ 567205 h 567210"/>
                <a:gd name="connsiteX878" fmla="*/ 823866 w 937407"/>
                <a:gd name="connsiteY878" fmla="*/ 567205 h 567210"/>
                <a:gd name="connsiteX879" fmla="*/ 824807 w 937407"/>
                <a:gd name="connsiteY879" fmla="*/ 567205 h 567210"/>
                <a:gd name="connsiteX880" fmla="*/ 825743 w 937407"/>
                <a:gd name="connsiteY880" fmla="*/ 567205 h 567210"/>
                <a:gd name="connsiteX881" fmla="*/ 826683 w 937407"/>
                <a:gd name="connsiteY881" fmla="*/ 567205 h 567210"/>
                <a:gd name="connsiteX882" fmla="*/ 827619 w 937407"/>
                <a:gd name="connsiteY882" fmla="*/ 567205 h 567210"/>
                <a:gd name="connsiteX883" fmla="*/ 828559 w 937407"/>
                <a:gd name="connsiteY883" fmla="*/ 567205 h 567210"/>
                <a:gd name="connsiteX884" fmla="*/ 829495 w 937407"/>
                <a:gd name="connsiteY884" fmla="*/ 567205 h 567210"/>
                <a:gd name="connsiteX885" fmla="*/ 830436 w 937407"/>
                <a:gd name="connsiteY885" fmla="*/ 567205 h 567210"/>
                <a:gd name="connsiteX886" fmla="*/ 831376 w 937407"/>
                <a:gd name="connsiteY886" fmla="*/ 567210 h 567210"/>
                <a:gd name="connsiteX887" fmla="*/ 832312 w 937407"/>
                <a:gd name="connsiteY887" fmla="*/ 567210 h 567210"/>
                <a:gd name="connsiteX888" fmla="*/ 833253 w 937407"/>
                <a:gd name="connsiteY888" fmla="*/ 567210 h 567210"/>
                <a:gd name="connsiteX889" fmla="*/ 834188 w 937407"/>
                <a:gd name="connsiteY889" fmla="*/ 567210 h 567210"/>
                <a:gd name="connsiteX890" fmla="*/ 835129 w 937407"/>
                <a:gd name="connsiteY890" fmla="*/ 567210 h 567210"/>
                <a:gd name="connsiteX891" fmla="*/ 836064 w 937407"/>
                <a:gd name="connsiteY891" fmla="*/ 567210 h 567210"/>
                <a:gd name="connsiteX892" fmla="*/ 837005 w 937407"/>
                <a:gd name="connsiteY892" fmla="*/ 567210 h 567210"/>
                <a:gd name="connsiteX893" fmla="*/ 837941 w 937407"/>
                <a:gd name="connsiteY893" fmla="*/ 567210 h 567210"/>
                <a:gd name="connsiteX894" fmla="*/ 838881 w 937407"/>
                <a:gd name="connsiteY894" fmla="*/ 567210 h 567210"/>
                <a:gd name="connsiteX895" fmla="*/ 839817 w 937407"/>
                <a:gd name="connsiteY895" fmla="*/ 567210 h 567210"/>
                <a:gd name="connsiteX896" fmla="*/ 840758 w 937407"/>
                <a:gd name="connsiteY896" fmla="*/ 567210 h 567210"/>
                <a:gd name="connsiteX897" fmla="*/ 841698 w 937407"/>
                <a:gd name="connsiteY897" fmla="*/ 567210 h 567210"/>
                <a:gd name="connsiteX898" fmla="*/ 842634 w 937407"/>
                <a:gd name="connsiteY898" fmla="*/ 567210 h 567210"/>
                <a:gd name="connsiteX899" fmla="*/ 843574 w 937407"/>
                <a:gd name="connsiteY899" fmla="*/ 567210 h 567210"/>
                <a:gd name="connsiteX900" fmla="*/ 844510 w 937407"/>
                <a:gd name="connsiteY900" fmla="*/ 567210 h 567210"/>
                <a:gd name="connsiteX901" fmla="*/ 845451 w 937407"/>
                <a:gd name="connsiteY901" fmla="*/ 567210 h 567210"/>
                <a:gd name="connsiteX902" fmla="*/ 846386 w 937407"/>
                <a:gd name="connsiteY902" fmla="*/ 567210 h 567210"/>
                <a:gd name="connsiteX903" fmla="*/ 847327 w 937407"/>
                <a:gd name="connsiteY903" fmla="*/ 567210 h 567210"/>
                <a:gd name="connsiteX904" fmla="*/ 848263 w 937407"/>
                <a:gd name="connsiteY904" fmla="*/ 567210 h 567210"/>
                <a:gd name="connsiteX905" fmla="*/ 849203 w 937407"/>
                <a:gd name="connsiteY905" fmla="*/ 567210 h 567210"/>
                <a:gd name="connsiteX906" fmla="*/ 850139 w 937407"/>
                <a:gd name="connsiteY906" fmla="*/ 567210 h 567210"/>
                <a:gd name="connsiteX907" fmla="*/ 851080 w 937407"/>
                <a:gd name="connsiteY907" fmla="*/ 567210 h 567210"/>
                <a:gd name="connsiteX908" fmla="*/ 852020 w 937407"/>
                <a:gd name="connsiteY908" fmla="*/ 567210 h 567210"/>
                <a:gd name="connsiteX909" fmla="*/ 852956 w 937407"/>
                <a:gd name="connsiteY909" fmla="*/ 567210 h 567210"/>
                <a:gd name="connsiteX910" fmla="*/ 853896 w 937407"/>
                <a:gd name="connsiteY910" fmla="*/ 567210 h 567210"/>
                <a:gd name="connsiteX911" fmla="*/ 854832 w 937407"/>
                <a:gd name="connsiteY911" fmla="*/ 567210 h 567210"/>
                <a:gd name="connsiteX912" fmla="*/ 855773 w 937407"/>
                <a:gd name="connsiteY912" fmla="*/ 567210 h 567210"/>
                <a:gd name="connsiteX913" fmla="*/ 856708 w 937407"/>
                <a:gd name="connsiteY913" fmla="*/ 567210 h 567210"/>
                <a:gd name="connsiteX914" fmla="*/ 857649 w 937407"/>
                <a:gd name="connsiteY914" fmla="*/ 567210 h 567210"/>
                <a:gd name="connsiteX915" fmla="*/ 858585 w 937407"/>
                <a:gd name="connsiteY915" fmla="*/ 567210 h 567210"/>
                <a:gd name="connsiteX916" fmla="*/ 859525 w 937407"/>
                <a:gd name="connsiteY916" fmla="*/ 567210 h 567210"/>
                <a:gd name="connsiteX917" fmla="*/ 860461 w 937407"/>
                <a:gd name="connsiteY917" fmla="*/ 567210 h 567210"/>
                <a:gd name="connsiteX918" fmla="*/ 861401 w 937407"/>
                <a:gd name="connsiteY918" fmla="*/ 567210 h 567210"/>
                <a:gd name="connsiteX919" fmla="*/ 862337 w 937407"/>
                <a:gd name="connsiteY919" fmla="*/ 567210 h 567210"/>
                <a:gd name="connsiteX920" fmla="*/ 863278 w 937407"/>
                <a:gd name="connsiteY920" fmla="*/ 567210 h 567210"/>
                <a:gd name="connsiteX921" fmla="*/ 864218 w 937407"/>
                <a:gd name="connsiteY921" fmla="*/ 567210 h 567210"/>
                <a:gd name="connsiteX922" fmla="*/ 865154 w 937407"/>
                <a:gd name="connsiteY922" fmla="*/ 567210 h 567210"/>
                <a:gd name="connsiteX923" fmla="*/ 866094 w 937407"/>
                <a:gd name="connsiteY923" fmla="*/ 567210 h 567210"/>
                <a:gd name="connsiteX924" fmla="*/ 867030 w 937407"/>
                <a:gd name="connsiteY924" fmla="*/ 567210 h 567210"/>
                <a:gd name="connsiteX925" fmla="*/ 867971 w 937407"/>
                <a:gd name="connsiteY925" fmla="*/ 567210 h 567210"/>
                <a:gd name="connsiteX926" fmla="*/ 868906 w 937407"/>
                <a:gd name="connsiteY926" fmla="*/ 567210 h 567210"/>
                <a:gd name="connsiteX927" fmla="*/ 869847 w 937407"/>
                <a:gd name="connsiteY927" fmla="*/ 567210 h 567210"/>
                <a:gd name="connsiteX928" fmla="*/ 870783 w 937407"/>
                <a:gd name="connsiteY928" fmla="*/ 567210 h 567210"/>
                <a:gd name="connsiteX929" fmla="*/ 871723 w 937407"/>
                <a:gd name="connsiteY929" fmla="*/ 567210 h 567210"/>
                <a:gd name="connsiteX930" fmla="*/ 872659 w 937407"/>
                <a:gd name="connsiteY930" fmla="*/ 567210 h 567210"/>
                <a:gd name="connsiteX931" fmla="*/ 873600 w 937407"/>
                <a:gd name="connsiteY931" fmla="*/ 567210 h 567210"/>
                <a:gd name="connsiteX932" fmla="*/ 874540 w 937407"/>
                <a:gd name="connsiteY932" fmla="*/ 567210 h 567210"/>
                <a:gd name="connsiteX933" fmla="*/ 875476 w 937407"/>
                <a:gd name="connsiteY933" fmla="*/ 567210 h 567210"/>
                <a:gd name="connsiteX934" fmla="*/ 876416 w 937407"/>
                <a:gd name="connsiteY934" fmla="*/ 567210 h 567210"/>
                <a:gd name="connsiteX935" fmla="*/ 877352 w 937407"/>
                <a:gd name="connsiteY935" fmla="*/ 567210 h 567210"/>
                <a:gd name="connsiteX936" fmla="*/ 878293 w 937407"/>
                <a:gd name="connsiteY936" fmla="*/ 567210 h 567210"/>
                <a:gd name="connsiteX937" fmla="*/ 879228 w 937407"/>
                <a:gd name="connsiteY937" fmla="*/ 567210 h 567210"/>
                <a:gd name="connsiteX938" fmla="*/ 880169 w 937407"/>
                <a:gd name="connsiteY938" fmla="*/ 567210 h 567210"/>
                <a:gd name="connsiteX939" fmla="*/ 881105 w 937407"/>
                <a:gd name="connsiteY939" fmla="*/ 567210 h 567210"/>
                <a:gd name="connsiteX940" fmla="*/ 882045 w 937407"/>
                <a:gd name="connsiteY940" fmla="*/ 567210 h 567210"/>
                <a:gd name="connsiteX941" fmla="*/ 882981 w 937407"/>
                <a:gd name="connsiteY941" fmla="*/ 567210 h 567210"/>
                <a:gd name="connsiteX942" fmla="*/ 883921 w 937407"/>
                <a:gd name="connsiteY942" fmla="*/ 567210 h 567210"/>
                <a:gd name="connsiteX943" fmla="*/ 884862 w 937407"/>
                <a:gd name="connsiteY943" fmla="*/ 567210 h 567210"/>
                <a:gd name="connsiteX944" fmla="*/ 885798 w 937407"/>
                <a:gd name="connsiteY944" fmla="*/ 567210 h 567210"/>
                <a:gd name="connsiteX945" fmla="*/ 886738 w 937407"/>
                <a:gd name="connsiteY945" fmla="*/ 567210 h 567210"/>
                <a:gd name="connsiteX946" fmla="*/ 887674 w 937407"/>
                <a:gd name="connsiteY946" fmla="*/ 567210 h 567210"/>
                <a:gd name="connsiteX947" fmla="*/ 888615 w 937407"/>
                <a:gd name="connsiteY947" fmla="*/ 567210 h 567210"/>
                <a:gd name="connsiteX948" fmla="*/ 889550 w 937407"/>
                <a:gd name="connsiteY948" fmla="*/ 567210 h 567210"/>
                <a:gd name="connsiteX949" fmla="*/ 890491 w 937407"/>
                <a:gd name="connsiteY949" fmla="*/ 567210 h 567210"/>
                <a:gd name="connsiteX950" fmla="*/ 891427 w 937407"/>
                <a:gd name="connsiteY950" fmla="*/ 567210 h 567210"/>
                <a:gd name="connsiteX951" fmla="*/ 892367 w 937407"/>
                <a:gd name="connsiteY951" fmla="*/ 567210 h 567210"/>
                <a:gd name="connsiteX952" fmla="*/ 893303 w 937407"/>
                <a:gd name="connsiteY952" fmla="*/ 567210 h 567210"/>
                <a:gd name="connsiteX953" fmla="*/ 894243 w 937407"/>
                <a:gd name="connsiteY953" fmla="*/ 567210 h 567210"/>
                <a:gd name="connsiteX954" fmla="*/ 895184 w 937407"/>
                <a:gd name="connsiteY954" fmla="*/ 567210 h 567210"/>
                <a:gd name="connsiteX955" fmla="*/ 896120 w 937407"/>
                <a:gd name="connsiteY955" fmla="*/ 567210 h 567210"/>
                <a:gd name="connsiteX956" fmla="*/ 897060 w 937407"/>
                <a:gd name="connsiteY956" fmla="*/ 567210 h 567210"/>
                <a:gd name="connsiteX957" fmla="*/ 897996 w 937407"/>
                <a:gd name="connsiteY957" fmla="*/ 567210 h 567210"/>
                <a:gd name="connsiteX958" fmla="*/ 898937 w 937407"/>
                <a:gd name="connsiteY958" fmla="*/ 567210 h 567210"/>
                <a:gd name="connsiteX959" fmla="*/ 899872 w 937407"/>
                <a:gd name="connsiteY959" fmla="*/ 567210 h 567210"/>
                <a:gd name="connsiteX960" fmla="*/ 900813 w 937407"/>
                <a:gd name="connsiteY960" fmla="*/ 567210 h 567210"/>
                <a:gd name="connsiteX961" fmla="*/ 901748 w 937407"/>
                <a:gd name="connsiteY961" fmla="*/ 567210 h 567210"/>
                <a:gd name="connsiteX962" fmla="*/ 902689 w 937407"/>
                <a:gd name="connsiteY962" fmla="*/ 567210 h 567210"/>
                <a:gd name="connsiteX963" fmla="*/ 903625 w 937407"/>
                <a:gd name="connsiteY963" fmla="*/ 567210 h 567210"/>
                <a:gd name="connsiteX964" fmla="*/ 904565 w 937407"/>
                <a:gd name="connsiteY964" fmla="*/ 567210 h 567210"/>
                <a:gd name="connsiteX965" fmla="*/ 905501 w 937407"/>
                <a:gd name="connsiteY965" fmla="*/ 567210 h 567210"/>
                <a:gd name="connsiteX966" fmla="*/ 906441 w 937407"/>
                <a:gd name="connsiteY966" fmla="*/ 567210 h 567210"/>
                <a:gd name="connsiteX967" fmla="*/ 907382 w 937407"/>
                <a:gd name="connsiteY967" fmla="*/ 567210 h 567210"/>
                <a:gd name="connsiteX968" fmla="*/ 908318 w 937407"/>
                <a:gd name="connsiteY968" fmla="*/ 567210 h 567210"/>
                <a:gd name="connsiteX969" fmla="*/ 909258 w 937407"/>
                <a:gd name="connsiteY969" fmla="*/ 567210 h 567210"/>
                <a:gd name="connsiteX970" fmla="*/ 910194 w 937407"/>
                <a:gd name="connsiteY970" fmla="*/ 567210 h 567210"/>
                <a:gd name="connsiteX971" fmla="*/ 911135 w 937407"/>
                <a:gd name="connsiteY971" fmla="*/ 567210 h 567210"/>
                <a:gd name="connsiteX972" fmla="*/ 912070 w 937407"/>
                <a:gd name="connsiteY972" fmla="*/ 567210 h 567210"/>
                <a:gd name="connsiteX973" fmla="*/ 913011 w 937407"/>
                <a:gd name="connsiteY973" fmla="*/ 567210 h 567210"/>
                <a:gd name="connsiteX974" fmla="*/ 913947 w 937407"/>
                <a:gd name="connsiteY974" fmla="*/ 567210 h 567210"/>
                <a:gd name="connsiteX975" fmla="*/ 914887 w 937407"/>
                <a:gd name="connsiteY975" fmla="*/ 567210 h 567210"/>
                <a:gd name="connsiteX976" fmla="*/ 915823 w 937407"/>
                <a:gd name="connsiteY976" fmla="*/ 567210 h 567210"/>
                <a:gd name="connsiteX977" fmla="*/ 916763 w 937407"/>
                <a:gd name="connsiteY977" fmla="*/ 567210 h 567210"/>
                <a:gd name="connsiteX978" fmla="*/ 917704 w 937407"/>
                <a:gd name="connsiteY978" fmla="*/ 567210 h 567210"/>
                <a:gd name="connsiteX979" fmla="*/ 918640 w 937407"/>
                <a:gd name="connsiteY979" fmla="*/ 567210 h 567210"/>
                <a:gd name="connsiteX980" fmla="*/ 919580 w 937407"/>
                <a:gd name="connsiteY980" fmla="*/ 567210 h 567210"/>
                <a:gd name="connsiteX981" fmla="*/ 920516 w 937407"/>
                <a:gd name="connsiteY981" fmla="*/ 567210 h 567210"/>
                <a:gd name="connsiteX982" fmla="*/ 921457 w 937407"/>
                <a:gd name="connsiteY982" fmla="*/ 567210 h 567210"/>
                <a:gd name="connsiteX983" fmla="*/ 922392 w 937407"/>
                <a:gd name="connsiteY983" fmla="*/ 567210 h 567210"/>
                <a:gd name="connsiteX984" fmla="*/ 923333 w 937407"/>
                <a:gd name="connsiteY984" fmla="*/ 567210 h 567210"/>
                <a:gd name="connsiteX985" fmla="*/ 924268 w 937407"/>
                <a:gd name="connsiteY985" fmla="*/ 567210 h 567210"/>
                <a:gd name="connsiteX986" fmla="*/ 925209 w 937407"/>
                <a:gd name="connsiteY986" fmla="*/ 567210 h 567210"/>
                <a:gd name="connsiteX987" fmla="*/ 926145 w 937407"/>
                <a:gd name="connsiteY987" fmla="*/ 567210 h 567210"/>
                <a:gd name="connsiteX988" fmla="*/ 927085 w 937407"/>
                <a:gd name="connsiteY988" fmla="*/ 567210 h 567210"/>
                <a:gd name="connsiteX989" fmla="*/ 928026 w 937407"/>
                <a:gd name="connsiteY989" fmla="*/ 567210 h 567210"/>
                <a:gd name="connsiteX990" fmla="*/ 928962 w 937407"/>
                <a:gd name="connsiteY990" fmla="*/ 567210 h 567210"/>
                <a:gd name="connsiteX991" fmla="*/ 929902 w 937407"/>
                <a:gd name="connsiteY991" fmla="*/ 567210 h 567210"/>
                <a:gd name="connsiteX992" fmla="*/ 930838 w 937407"/>
                <a:gd name="connsiteY992" fmla="*/ 567210 h 567210"/>
                <a:gd name="connsiteX993" fmla="*/ 931779 w 937407"/>
                <a:gd name="connsiteY993" fmla="*/ 567210 h 567210"/>
                <a:gd name="connsiteX994" fmla="*/ 932714 w 937407"/>
                <a:gd name="connsiteY994" fmla="*/ 567210 h 567210"/>
                <a:gd name="connsiteX995" fmla="*/ 933655 w 937407"/>
                <a:gd name="connsiteY995" fmla="*/ 567210 h 567210"/>
                <a:gd name="connsiteX996" fmla="*/ 934590 w 937407"/>
                <a:gd name="connsiteY996" fmla="*/ 567210 h 567210"/>
                <a:gd name="connsiteX997" fmla="*/ 935531 w 937407"/>
                <a:gd name="connsiteY997" fmla="*/ 567210 h 567210"/>
                <a:gd name="connsiteX998" fmla="*/ 936467 w 937407"/>
                <a:gd name="connsiteY998" fmla="*/ 567210 h 567210"/>
                <a:gd name="connsiteX999" fmla="*/ 937407 w 937407"/>
                <a:gd name="connsiteY999" fmla="*/ 567210 h 56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567210">
                  <a:moveTo>
                    <a:pt x="0" y="567210"/>
                  </a:moveTo>
                  <a:lnTo>
                    <a:pt x="938" y="567210"/>
                  </a:lnTo>
                  <a:lnTo>
                    <a:pt x="1877" y="567210"/>
                  </a:lnTo>
                  <a:lnTo>
                    <a:pt x="2815" y="567210"/>
                  </a:lnTo>
                  <a:lnTo>
                    <a:pt x="3753" y="567210"/>
                  </a:lnTo>
                  <a:lnTo>
                    <a:pt x="4692" y="567210"/>
                  </a:lnTo>
                  <a:lnTo>
                    <a:pt x="5630" y="567210"/>
                  </a:lnTo>
                  <a:lnTo>
                    <a:pt x="6568" y="567210"/>
                  </a:lnTo>
                  <a:lnTo>
                    <a:pt x="7507" y="567210"/>
                  </a:lnTo>
                  <a:lnTo>
                    <a:pt x="8445" y="567210"/>
                  </a:lnTo>
                  <a:lnTo>
                    <a:pt x="9383" y="567210"/>
                  </a:lnTo>
                  <a:lnTo>
                    <a:pt x="10321" y="567210"/>
                  </a:lnTo>
                  <a:lnTo>
                    <a:pt x="11260" y="567210"/>
                  </a:lnTo>
                  <a:lnTo>
                    <a:pt x="12198" y="567210"/>
                  </a:lnTo>
                  <a:lnTo>
                    <a:pt x="13137" y="567210"/>
                  </a:lnTo>
                  <a:lnTo>
                    <a:pt x="14075" y="567210"/>
                  </a:lnTo>
                  <a:lnTo>
                    <a:pt x="15014" y="567210"/>
                  </a:lnTo>
                  <a:lnTo>
                    <a:pt x="15952" y="567210"/>
                  </a:lnTo>
                  <a:lnTo>
                    <a:pt x="16890" y="567210"/>
                  </a:lnTo>
                  <a:lnTo>
                    <a:pt x="17828" y="567210"/>
                  </a:lnTo>
                  <a:lnTo>
                    <a:pt x="18767" y="567210"/>
                  </a:lnTo>
                  <a:lnTo>
                    <a:pt x="19705" y="567210"/>
                  </a:lnTo>
                  <a:lnTo>
                    <a:pt x="20643" y="567210"/>
                  </a:lnTo>
                  <a:lnTo>
                    <a:pt x="21582" y="567210"/>
                  </a:lnTo>
                  <a:lnTo>
                    <a:pt x="22520" y="567210"/>
                  </a:lnTo>
                  <a:lnTo>
                    <a:pt x="23459" y="567210"/>
                  </a:lnTo>
                  <a:lnTo>
                    <a:pt x="24397" y="567210"/>
                  </a:lnTo>
                  <a:lnTo>
                    <a:pt x="25335" y="567210"/>
                  </a:lnTo>
                  <a:lnTo>
                    <a:pt x="26274" y="567210"/>
                  </a:lnTo>
                  <a:lnTo>
                    <a:pt x="27212" y="567210"/>
                  </a:lnTo>
                  <a:lnTo>
                    <a:pt x="28150" y="567210"/>
                  </a:lnTo>
                  <a:lnTo>
                    <a:pt x="29088" y="567210"/>
                  </a:lnTo>
                  <a:lnTo>
                    <a:pt x="30027" y="567205"/>
                  </a:lnTo>
                  <a:lnTo>
                    <a:pt x="30965" y="567205"/>
                  </a:lnTo>
                  <a:lnTo>
                    <a:pt x="31903" y="567205"/>
                  </a:lnTo>
                  <a:lnTo>
                    <a:pt x="32842" y="567205"/>
                  </a:lnTo>
                  <a:lnTo>
                    <a:pt x="33780" y="567200"/>
                  </a:lnTo>
                  <a:lnTo>
                    <a:pt x="34719" y="567200"/>
                  </a:lnTo>
                  <a:lnTo>
                    <a:pt x="35657" y="567200"/>
                  </a:lnTo>
                  <a:lnTo>
                    <a:pt x="36595" y="567195"/>
                  </a:lnTo>
                  <a:lnTo>
                    <a:pt x="37534" y="567195"/>
                  </a:lnTo>
                  <a:lnTo>
                    <a:pt x="38472" y="567190"/>
                  </a:lnTo>
                  <a:lnTo>
                    <a:pt x="39410" y="567186"/>
                  </a:lnTo>
                  <a:lnTo>
                    <a:pt x="40348" y="567186"/>
                  </a:lnTo>
                  <a:lnTo>
                    <a:pt x="41287" y="567181"/>
                  </a:lnTo>
                  <a:lnTo>
                    <a:pt x="42225" y="567171"/>
                  </a:lnTo>
                  <a:lnTo>
                    <a:pt x="43164" y="567166"/>
                  </a:lnTo>
                  <a:lnTo>
                    <a:pt x="44102" y="567156"/>
                  </a:lnTo>
                  <a:lnTo>
                    <a:pt x="45041" y="567151"/>
                  </a:lnTo>
                  <a:lnTo>
                    <a:pt x="45979" y="567141"/>
                  </a:lnTo>
                  <a:lnTo>
                    <a:pt x="46917" y="567126"/>
                  </a:lnTo>
                  <a:lnTo>
                    <a:pt x="47856" y="567111"/>
                  </a:lnTo>
                  <a:lnTo>
                    <a:pt x="48794" y="567096"/>
                  </a:lnTo>
                  <a:lnTo>
                    <a:pt x="49732" y="567082"/>
                  </a:lnTo>
                  <a:lnTo>
                    <a:pt x="50670" y="567057"/>
                  </a:lnTo>
                  <a:lnTo>
                    <a:pt x="51609" y="567037"/>
                  </a:lnTo>
                  <a:lnTo>
                    <a:pt x="52547" y="567007"/>
                  </a:lnTo>
                  <a:lnTo>
                    <a:pt x="53485" y="566978"/>
                  </a:lnTo>
                  <a:lnTo>
                    <a:pt x="54424" y="566938"/>
                  </a:lnTo>
                  <a:lnTo>
                    <a:pt x="55362" y="566898"/>
                  </a:lnTo>
                  <a:lnTo>
                    <a:pt x="56301" y="566854"/>
                  </a:lnTo>
                  <a:lnTo>
                    <a:pt x="57239" y="566799"/>
                  </a:lnTo>
                  <a:lnTo>
                    <a:pt x="58177" y="566740"/>
                  </a:lnTo>
                  <a:lnTo>
                    <a:pt x="59116" y="566671"/>
                  </a:lnTo>
                  <a:lnTo>
                    <a:pt x="60054" y="566596"/>
                  </a:lnTo>
                  <a:lnTo>
                    <a:pt x="60992" y="566507"/>
                  </a:lnTo>
                  <a:lnTo>
                    <a:pt x="61930" y="566408"/>
                  </a:lnTo>
                  <a:lnTo>
                    <a:pt x="62869" y="566299"/>
                  </a:lnTo>
                  <a:lnTo>
                    <a:pt x="63807" y="566176"/>
                  </a:lnTo>
                  <a:lnTo>
                    <a:pt x="64746" y="566032"/>
                  </a:lnTo>
                  <a:lnTo>
                    <a:pt x="65684" y="565874"/>
                  </a:lnTo>
                  <a:lnTo>
                    <a:pt x="66623" y="565695"/>
                  </a:lnTo>
                  <a:lnTo>
                    <a:pt x="67561" y="565497"/>
                  </a:lnTo>
                  <a:lnTo>
                    <a:pt x="68499" y="565275"/>
                  </a:lnTo>
                  <a:lnTo>
                    <a:pt x="69437" y="565027"/>
                  </a:lnTo>
                  <a:lnTo>
                    <a:pt x="70376" y="564750"/>
                  </a:lnTo>
                  <a:lnTo>
                    <a:pt x="71314" y="564443"/>
                  </a:lnTo>
                  <a:lnTo>
                    <a:pt x="72252" y="564101"/>
                  </a:lnTo>
                  <a:lnTo>
                    <a:pt x="73191" y="563720"/>
                  </a:lnTo>
                  <a:lnTo>
                    <a:pt x="74129" y="563294"/>
                  </a:lnTo>
                  <a:lnTo>
                    <a:pt x="75067" y="562829"/>
                  </a:lnTo>
                  <a:lnTo>
                    <a:pt x="76006" y="562309"/>
                  </a:lnTo>
                  <a:lnTo>
                    <a:pt x="76944" y="561740"/>
                  </a:lnTo>
                  <a:lnTo>
                    <a:pt x="77883" y="561111"/>
                  </a:lnTo>
                  <a:lnTo>
                    <a:pt x="78821" y="560413"/>
                  </a:lnTo>
                  <a:lnTo>
                    <a:pt x="79759" y="559651"/>
                  </a:lnTo>
                  <a:lnTo>
                    <a:pt x="80697" y="558814"/>
                  </a:lnTo>
                  <a:lnTo>
                    <a:pt x="81636" y="557893"/>
                  </a:lnTo>
                  <a:lnTo>
                    <a:pt x="82574" y="556888"/>
                  </a:lnTo>
                  <a:lnTo>
                    <a:pt x="83512" y="555789"/>
                  </a:lnTo>
                  <a:lnTo>
                    <a:pt x="84451" y="554591"/>
                  </a:lnTo>
                  <a:lnTo>
                    <a:pt x="85389" y="553279"/>
                  </a:lnTo>
                  <a:lnTo>
                    <a:pt x="86328" y="551859"/>
                  </a:lnTo>
                  <a:lnTo>
                    <a:pt x="87266" y="550309"/>
                  </a:lnTo>
                  <a:lnTo>
                    <a:pt x="88205" y="548626"/>
                  </a:lnTo>
                  <a:lnTo>
                    <a:pt x="89143" y="546809"/>
                  </a:lnTo>
                  <a:lnTo>
                    <a:pt x="90081" y="544839"/>
                  </a:lnTo>
                  <a:lnTo>
                    <a:pt x="91019" y="542710"/>
                  </a:lnTo>
                  <a:lnTo>
                    <a:pt x="91958" y="540413"/>
                  </a:lnTo>
                  <a:lnTo>
                    <a:pt x="92896" y="537938"/>
                  </a:lnTo>
                  <a:lnTo>
                    <a:pt x="93834" y="535279"/>
                  </a:lnTo>
                  <a:lnTo>
                    <a:pt x="94773" y="532423"/>
                  </a:lnTo>
                  <a:lnTo>
                    <a:pt x="95711" y="529358"/>
                  </a:lnTo>
                  <a:lnTo>
                    <a:pt x="96649" y="526076"/>
                  </a:lnTo>
                  <a:lnTo>
                    <a:pt x="97588" y="522571"/>
                  </a:lnTo>
                  <a:lnTo>
                    <a:pt x="98526" y="518829"/>
                  </a:lnTo>
                  <a:lnTo>
                    <a:pt x="99465" y="514843"/>
                  </a:lnTo>
                  <a:lnTo>
                    <a:pt x="100403" y="510601"/>
                  </a:lnTo>
                  <a:lnTo>
                    <a:pt x="101341" y="506091"/>
                  </a:lnTo>
                  <a:lnTo>
                    <a:pt x="102279" y="501309"/>
                  </a:lnTo>
                  <a:lnTo>
                    <a:pt x="103218" y="496249"/>
                  </a:lnTo>
                  <a:lnTo>
                    <a:pt x="104156" y="490893"/>
                  </a:lnTo>
                  <a:lnTo>
                    <a:pt x="105094" y="485244"/>
                  </a:lnTo>
                  <a:lnTo>
                    <a:pt x="106033" y="479288"/>
                  </a:lnTo>
                  <a:lnTo>
                    <a:pt x="106971" y="473026"/>
                  </a:lnTo>
                  <a:lnTo>
                    <a:pt x="107910" y="466447"/>
                  </a:lnTo>
                  <a:lnTo>
                    <a:pt x="108848" y="459546"/>
                  </a:lnTo>
                  <a:lnTo>
                    <a:pt x="109786" y="452323"/>
                  </a:lnTo>
                  <a:lnTo>
                    <a:pt x="110725" y="444773"/>
                  </a:lnTo>
                  <a:lnTo>
                    <a:pt x="111663" y="436897"/>
                  </a:lnTo>
                  <a:lnTo>
                    <a:pt x="112601" y="428694"/>
                  </a:lnTo>
                  <a:lnTo>
                    <a:pt x="113539" y="420164"/>
                  </a:lnTo>
                  <a:lnTo>
                    <a:pt x="114478" y="411313"/>
                  </a:lnTo>
                  <a:lnTo>
                    <a:pt x="115416" y="402139"/>
                  </a:lnTo>
                  <a:lnTo>
                    <a:pt x="116355" y="392657"/>
                  </a:lnTo>
                  <a:lnTo>
                    <a:pt x="117293" y="382868"/>
                  </a:lnTo>
                  <a:lnTo>
                    <a:pt x="118232" y="372782"/>
                  </a:lnTo>
                  <a:lnTo>
                    <a:pt x="119170" y="362409"/>
                  </a:lnTo>
                  <a:lnTo>
                    <a:pt x="120108" y="351764"/>
                  </a:lnTo>
                  <a:lnTo>
                    <a:pt x="121047" y="340858"/>
                  </a:lnTo>
                  <a:lnTo>
                    <a:pt x="121985" y="329708"/>
                  </a:lnTo>
                  <a:lnTo>
                    <a:pt x="122923" y="318332"/>
                  </a:lnTo>
                  <a:lnTo>
                    <a:pt x="123861" y="306748"/>
                  </a:lnTo>
                  <a:lnTo>
                    <a:pt x="124800" y="294979"/>
                  </a:lnTo>
                  <a:lnTo>
                    <a:pt x="125738" y="283046"/>
                  </a:lnTo>
                  <a:lnTo>
                    <a:pt x="126676" y="270974"/>
                  </a:lnTo>
                  <a:lnTo>
                    <a:pt x="127615" y="258789"/>
                  </a:lnTo>
                  <a:lnTo>
                    <a:pt x="128553" y="246518"/>
                  </a:lnTo>
                  <a:lnTo>
                    <a:pt x="129492" y="234190"/>
                  </a:lnTo>
                  <a:lnTo>
                    <a:pt x="130430" y="221836"/>
                  </a:lnTo>
                  <a:lnTo>
                    <a:pt x="131368" y="209487"/>
                  </a:lnTo>
                  <a:lnTo>
                    <a:pt x="132307" y="197175"/>
                  </a:lnTo>
                  <a:lnTo>
                    <a:pt x="133245" y="184936"/>
                  </a:lnTo>
                  <a:lnTo>
                    <a:pt x="134183" y="172801"/>
                  </a:lnTo>
                  <a:lnTo>
                    <a:pt x="135121" y="160807"/>
                  </a:lnTo>
                  <a:lnTo>
                    <a:pt x="136060" y="148990"/>
                  </a:lnTo>
                  <a:lnTo>
                    <a:pt x="136998" y="137385"/>
                  </a:lnTo>
                  <a:lnTo>
                    <a:pt x="137937" y="126028"/>
                  </a:lnTo>
                  <a:lnTo>
                    <a:pt x="138875" y="114956"/>
                  </a:lnTo>
                  <a:lnTo>
                    <a:pt x="139814" y="104204"/>
                  </a:lnTo>
                  <a:lnTo>
                    <a:pt x="140752" y="93808"/>
                  </a:lnTo>
                  <a:lnTo>
                    <a:pt x="141690" y="83803"/>
                  </a:lnTo>
                  <a:lnTo>
                    <a:pt x="142628" y="74222"/>
                  </a:lnTo>
                  <a:lnTo>
                    <a:pt x="143567" y="65099"/>
                  </a:lnTo>
                  <a:lnTo>
                    <a:pt x="144505" y="56465"/>
                  </a:lnTo>
                  <a:lnTo>
                    <a:pt x="145443" y="48352"/>
                  </a:lnTo>
                  <a:lnTo>
                    <a:pt x="146382" y="40788"/>
                  </a:lnTo>
                  <a:lnTo>
                    <a:pt x="147320" y="33799"/>
                  </a:lnTo>
                  <a:lnTo>
                    <a:pt x="148258" y="27411"/>
                  </a:lnTo>
                  <a:lnTo>
                    <a:pt x="149197" y="21648"/>
                  </a:lnTo>
                  <a:lnTo>
                    <a:pt x="150135" y="16530"/>
                  </a:lnTo>
                  <a:lnTo>
                    <a:pt x="151074" y="12075"/>
                  </a:lnTo>
                  <a:lnTo>
                    <a:pt x="152012" y="8301"/>
                  </a:lnTo>
                  <a:lnTo>
                    <a:pt x="152950" y="5219"/>
                  </a:lnTo>
                  <a:lnTo>
                    <a:pt x="153888" y="2842"/>
                  </a:lnTo>
                  <a:lnTo>
                    <a:pt x="154827" y="1176"/>
                  </a:lnTo>
                  <a:lnTo>
                    <a:pt x="155765" y="228"/>
                  </a:lnTo>
                  <a:lnTo>
                    <a:pt x="156703" y="0"/>
                  </a:lnTo>
                  <a:lnTo>
                    <a:pt x="157642" y="491"/>
                  </a:lnTo>
                  <a:lnTo>
                    <a:pt x="158580" y="1698"/>
                  </a:lnTo>
                  <a:lnTo>
                    <a:pt x="159519" y="3614"/>
                  </a:lnTo>
                  <a:lnTo>
                    <a:pt x="160457" y="6232"/>
                  </a:lnTo>
                  <a:lnTo>
                    <a:pt x="161395" y="9538"/>
                  </a:lnTo>
                  <a:lnTo>
                    <a:pt x="162334" y="13520"/>
                  </a:lnTo>
                  <a:lnTo>
                    <a:pt x="163272" y="18160"/>
                  </a:lnTo>
                  <a:lnTo>
                    <a:pt x="164210" y="23437"/>
                  </a:lnTo>
                  <a:lnTo>
                    <a:pt x="165149" y="29332"/>
                  </a:lnTo>
                  <a:lnTo>
                    <a:pt x="166087" y="35819"/>
                  </a:lnTo>
                  <a:lnTo>
                    <a:pt x="167025" y="42873"/>
                  </a:lnTo>
                  <a:lnTo>
                    <a:pt x="167964" y="50465"/>
                  </a:lnTo>
                  <a:lnTo>
                    <a:pt x="168902" y="58567"/>
                  </a:lnTo>
                  <a:lnTo>
                    <a:pt x="169840" y="67145"/>
                  </a:lnTo>
                  <a:lnTo>
                    <a:pt x="170779" y="76169"/>
                  </a:lnTo>
                  <a:lnTo>
                    <a:pt x="171717" y="85602"/>
                  </a:lnTo>
                  <a:lnTo>
                    <a:pt x="172656" y="95412"/>
                  </a:lnTo>
                  <a:lnTo>
                    <a:pt x="173594" y="105562"/>
                  </a:lnTo>
                  <a:lnTo>
                    <a:pt x="174532" y="116016"/>
                  </a:lnTo>
                  <a:lnTo>
                    <a:pt x="175470" y="126736"/>
                  </a:lnTo>
                  <a:lnTo>
                    <a:pt x="176409" y="137686"/>
                  </a:lnTo>
                  <a:lnTo>
                    <a:pt x="177347" y="148828"/>
                  </a:lnTo>
                  <a:lnTo>
                    <a:pt x="178285" y="160127"/>
                  </a:lnTo>
                  <a:lnTo>
                    <a:pt x="179224" y="171545"/>
                  </a:lnTo>
                  <a:lnTo>
                    <a:pt x="180162" y="183046"/>
                  </a:lnTo>
                  <a:lnTo>
                    <a:pt x="181101" y="194595"/>
                  </a:lnTo>
                  <a:lnTo>
                    <a:pt x="182039" y="206158"/>
                  </a:lnTo>
                  <a:lnTo>
                    <a:pt x="182977" y="217700"/>
                  </a:lnTo>
                  <a:lnTo>
                    <a:pt x="183916" y="229190"/>
                  </a:lnTo>
                  <a:lnTo>
                    <a:pt x="184854" y="240595"/>
                  </a:lnTo>
                  <a:lnTo>
                    <a:pt x="185792" y="251887"/>
                  </a:lnTo>
                  <a:lnTo>
                    <a:pt x="186730" y="263037"/>
                  </a:lnTo>
                  <a:lnTo>
                    <a:pt x="187669" y="274018"/>
                  </a:lnTo>
                  <a:lnTo>
                    <a:pt x="188607" y="284804"/>
                  </a:lnTo>
                  <a:lnTo>
                    <a:pt x="189546" y="295373"/>
                  </a:lnTo>
                  <a:lnTo>
                    <a:pt x="190484" y="305700"/>
                  </a:lnTo>
                  <a:lnTo>
                    <a:pt x="191422" y="315768"/>
                  </a:lnTo>
                  <a:lnTo>
                    <a:pt x="192361" y="325558"/>
                  </a:lnTo>
                  <a:lnTo>
                    <a:pt x="193299" y="335051"/>
                  </a:lnTo>
                  <a:lnTo>
                    <a:pt x="194237" y="344234"/>
                  </a:lnTo>
                  <a:lnTo>
                    <a:pt x="195176" y="353094"/>
                  </a:lnTo>
                  <a:lnTo>
                    <a:pt x="196114" y="361617"/>
                  </a:lnTo>
                  <a:lnTo>
                    <a:pt x="197052" y="369796"/>
                  </a:lnTo>
                  <a:lnTo>
                    <a:pt x="197991" y="377622"/>
                  </a:lnTo>
                  <a:lnTo>
                    <a:pt x="198929" y="385088"/>
                  </a:lnTo>
                  <a:lnTo>
                    <a:pt x="199867" y="392189"/>
                  </a:lnTo>
                  <a:lnTo>
                    <a:pt x="200806" y="398921"/>
                  </a:lnTo>
                  <a:lnTo>
                    <a:pt x="201744" y="405283"/>
                  </a:lnTo>
                  <a:lnTo>
                    <a:pt x="202683" y="411273"/>
                  </a:lnTo>
                  <a:lnTo>
                    <a:pt x="203621" y="416892"/>
                  </a:lnTo>
                  <a:lnTo>
                    <a:pt x="204559" y="422139"/>
                  </a:lnTo>
                  <a:lnTo>
                    <a:pt x="205498" y="427021"/>
                  </a:lnTo>
                  <a:lnTo>
                    <a:pt x="206436" y="431540"/>
                  </a:lnTo>
                  <a:lnTo>
                    <a:pt x="207374" y="435699"/>
                  </a:lnTo>
                  <a:lnTo>
                    <a:pt x="208312" y="439506"/>
                  </a:lnTo>
                  <a:lnTo>
                    <a:pt x="209251" y="442966"/>
                  </a:lnTo>
                  <a:lnTo>
                    <a:pt x="210189" y="446085"/>
                  </a:lnTo>
                  <a:lnTo>
                    <a:pt x="211128" y="448872"/>
                  </a:lnTo>
                  <a:lnTo>
                    <a:pt x="212066" y="451333"/>
                  </a:lnTo>
                  <a:lnTo>
                    <a:pt x="213004" y="453476"/>
                  </a:lnTo>
                  <a:lnTo>
                    <a:pt x="213943" y="455308"/>
                  </a:lnTo>
                  <a:lnTo>
                    <a:pt x="214881" y="456848"/>
                  </a:lnTo>
                  <a:lnTo>
                    <a:pt x="215819" y="458090"/>
                  </a:lnTo>
                  <a:lnTo>
                    <a:pt x="216758" y="459061"/>
                  </a:lnTo>
                  <a:lnTo>
                    <a:pt x="217696" y="459754"/>
                  </a:lnTo>
                  <a:lnTo>
                    <a:pt x="218634" y="460189"/>
                  </a:lnTo>
                  <a:lnTo>
                    <a:pt x="219573" y="460367"/>
                  </a:lnTo>
                  <a:lnTo>
                    <a:pt x="220511" y="460308"/>
                  </a:lnTo>
                  <a:lnTo>
                    <a:pt x="221449" y="460016"/>
                  </a:lnTo>
                  <a:lnTo>
                    <a:pt x="222388" y="459501"/>
                  </a:lnTo>
                  <a:lnTo>
                    <a:pt x="223326" y="458768"/>
                  </a:lnTo>
                  <a:lnTo>
                    <a:pt x="224265" y="457833"/>
                  </a:lnTo>
                  <a:lnTo>
                    <a:pt x="225203" y="456699"/>
                  </a:lnTo>
                  <a:lnTo>
                    <a:pt x="226141" y="455382"/>
                  </a:lnTo>
                  <a:lnTo>
                    <a:pt x="227079" y="453882"/>
                  </a:lnTo>
                  <a:lnTo>
                    <a:pt x="228018" y="452209"/>
                  </a:lnTo>
                  <a:lnTo>
                    <a:pt x="228956" y="450377"/>
                  </a:lnTo>
                  <a:lnTo>
                    <a:pt x="229894" y="448387"/>
                  </a:lnTo>
                  <a:lnTo>
                    <a:pt x="230833" y="446249"/>
                  </a:lnTo>
                  <a:lnTo>
                    <a:pt x="231771" y="443971"/>
                  </a:lnTo>
                  <a:lnTo>
                    <a:pt x="232710" y="441555"/>
                  </a:lnTo>
                  <a:lnTo>
                    <a:pt x="233648" y="439016"/>
                  </a:lnTo>
                  <a:lnTo>
                    <a:pt x="234586" y="436352"/>
                  </a:lnTo>
                  <a:lnTo>
                    <a:pt x="235525" y="433575"/>
                  </a:lnTo>
                  <a:lnTo>
                    <a:pt x="236463" y="430689"/>
                  </a:lnTo>
                  <a:lnTo>
                    <a:pt x="237401" y="427699"/>
                  </a:lnTo>
                  <a:lnTo>
                    <a:pt x="238339" y="424605"/>
                  </a:lnTo>
                  <a:lnTo>
                    <a:pt x="239278" y="421421"/>
                  </a:lnTo>
                  <a:lnTo>
                    <a:pt x="240216" y="418154"/>
                  </a:lnTo>
                  <a:lnTo>
                    <a:pt x="241155" y="414798"/>
                  </a:lnTo>
                  <a:lnTo>
                    <a:pt x="242093" y="411362"/>
                  </a:lnTo>
                  <a:lnTo>
                    <a:pt x="243031" y="407852"/>
                  </a:lnTo>
                  <a:lnTo>
                    <a:pt x="243970" y="404273"/>
                  </a:lnTo>
                  <a:lnTo>
                    <a:pt x="244908" y="400624"/>
                  </a:lnTo>
                  <a:lnTo>
                    <a:pt x="245846" y="396916"/>
                  </a:lnTo>
                  <a:lnTo>
                    <a:pt x="246785" y="393147"/>
                  </a:lnTo>
                  <a:lnTo>
                    <a:pt x="247723" y="389324"/>
                  </a:lnTo>
                  <a:lnTo>
                    <a:pt x="248661" y="385450"/>
                  </a:lnTo>
                  <a:lnTo>
                    <a:pt x="249600" y="381527"/>
                  </a:lnTo>
                  <a:lnTo>
                    <a:pt x="250538" y="377560"/>
                  </a:lnTo>
                  <a:lnTo>
                    <a:pt x="251476" y="373551"/>
                  </a:lnTo>
                  <a:lnTo>
                    <a:pt x="252415" y="369505"/>
                  </a:lnTo>
                  <a:lnTo>
                    <a:pt x="253353" y="365424"/>
                  </a:lnTo>
                  <a:lnTo>
                    <a:pt x="254292" y="361312"/>
                  </a:lnTo>
                  <a:lnTo>
                    <a:pt x="255230" y="357171"/>
                  </a:lnTo>
                  <a:lnTo>
                    <a:pt x="256168" y="353005"/>
                  </a:lnTo>
                  <a:lnTo>
                    <a:pt x="257107" y="348817"/>
                  </a:lnTo>
                  <a:lnTo>
                    <a:pt x="258045" y="344610"/>
                  </a:lnTo>
                  <a:lnTo>
                    <a:pt x="258983" y="340387"/>
                  </a:lnTo>
                  <a:lnTo>
                    <a:pt x="259921" y="336151"/>
                  </a:lnTo>
                  <a:lnTo>
                    <a:pt x="260860" y="331905"/>
                  </a:lnTo>
                  <a:lnTo>
                    <a:pt x="261798" y="327653"/>
                  </a:lnTo>
                  <a:lnTo>
                    <a:pt x="262737" y="323396"/>
                  </a:lnTo>
                  <a:lnTo>
                    <a:pt x="263675" y="319139"/>
                  </a:lnTo>
                  <a:lnTo>
                    <a:pt x="264613" y="314883"/>
                  </a:lnTo>
                  <a:lnTo>
                    <a:pt x="265552" y="310633"/>
                  </a:lnTo>
                  <a:lnTo>
                    <a:pt x="266490" y="306391"/>
                  </a:lnTo>
                  <a:lnTo>
                    <a:pt x="267428" y="302160"/>
                  </a:lnTo>
                  <a:lnTo>
                    <a:pt x="268367" y="297943"/>
                  </a:lnTo>
                  <a:lnTo>
                    <a:pt x="269305" y="293744"/>
                  </a:lnTo>
                  <a:lnTo>
                    <a:pt x="270243" y="289565"/>
                  </a:lnTo>
                  <a:lnTo>
                    <a:pt x="271182" y="285410"/>
                  </a:lnTo>
                  <a:lnTo>
                    <a:pt x="272120" y="281280"/>
                  </a:lnTo>
                  <a:lnTo>
                    <a:pt x="273058" y="277180"/>
                  </a:lnTo>
                  <a:lnTo>
                    <a:pt x="273997" y="273112"/>
                  </a:lnTo>
                  <a:lnTo>
                    <a:pt x="274935" y="269079"/>
                  </a:lnTo>
                  <a:lnTo>
                    <a:pt x="275874" y="265085"/>
                  </a:lnTo>
                  <a:lnTo>
                    <a:pt x="276812" y="261132"/>
                  </a:lnTo>
                  <a:lnTo>
                    <a:pt x="277750" y="257223"/>
                  </a:lnTo>
                  <a:lnTo>
                    <a:pt x="278688" y="253361"/>
                  </a:lnTo>
                  <a:lnTo>
                    <a:pt x="279627" y="249549"/>
                  </a:lnTo>
                  <a:lnTo>
                    <a:pt x="280565" y="245790"/>
                  </a:lnTo>
                  <a:lnTo>
                    <a:pt x="281503" y="242087"/>
                  </a:lnTo>
                  <a:lnTo>
                    <a:pt x="282442" y="238443"/>
                  </a:lnTo>
                  <a:lnTo>
                    <a:pt x="283380" y="234860"/>
                  </a:lnTo>
                  <a:lnTo>
                    <a:pt x="284319" y="231341"/>
                  </a:lnTo>
                  <a:lnTo>
                    <a:pt x="285257" y="227889"/>
                  </a:lnTo>
                  <a:lnTo>
                    <a:pt x="286195" y="224506"/>
                  </a:lnTo>
                  <a:lnTo>
                    <a:pt x="287134" y="221195"/>
                  </a:lnTo>
                  <a:lnTo>
                    <a:pt x="288072" y="217959"/>
                  </a:lnTo>
                  <a:lnTo>
                    <a:pt x="289010" y="214799"/>
                  </a:lnTo>
                  <a:lnTo>
                    <a:pt x="289949" y="211720"/>
                  </a:lnTo>
                  <a:lnTo>
                    <a:pt x="290887" y="208722"/>
                  </a:lnTo>
                  <a:lnTo>
                    <a:pt x="291825" y="205808"/>
                  </a:lnTo>
                  <a:lnTo>
                    <a:pt x="292764" y="202980"/>
                  </a:lnTo>
                  <a:lnTo>
                    <a:pt x="293702" y="200241"/>
                  </a:lnTo>
                  <a:lnTo>
                    <a:pt x="294640" y="197593"/>
                  </a:lnTo>
                  <a:lnTo>
                    <a:pt x="295579" y="195037"/>
                  </a:lnTo>
                  <a:lnTo>
                    <a:pt x="296518" y="192575"/>
                  </a:lnTo>
                  <a:lnTo>
                    <a:pt x="297454" y="190209"/>
                  </a:lnTo>
                  <a:lnTo>
                    <a:pt x="298395" y="187941"/>
                  </a:lnTo>
                  <a:lnTo>
                    <a:pt x="299330" y="185773"/>
                  </a:lnTo>
                  <a:lnTo>
                    <a:pt x="300271" y="183706"/>
                  </a:lnTo>
                  <a:lnTo>
                    <a:pt x="301207" y="181740"/>
                  </a:lnTo>
                  <a:lnTo>
                    <a:pt x="302147" y="179879"/>
                  </a:lnTo>
                  <a:lnTo>
                    <a:pt x="303088" y="178122"/>
                  </a:lnTo>
                  <a:lnTo>
                    <a:pt x="304023" y="176472"/>
                  </a:lnTo>
                  <a:lnTo>
                    <a:pt x="304964" y="174928"/>
                  </a:lnTo>
                  <a:lnTo>
                    <a:pt x="305900" y="173492"/>
                  </a:lnTo>
                  <a:lnTo>
                    <a:pt x="306840" y="172165"/>
                  </a:lnTo>
                  <a:lnTo>
                    <a:pt x="307776" y="170947"/>
                  </a:lnTo>
                  <a:lnTo>
                    <a:pt x="308717" y="169839"/>
                  </a:lnTo>
                  <a:lnTo>
                    <a:pt x="309652" y="168841"/>
                  </a:lnTo>
                  <a:lnTo>
                    <a:pt x="310593" y="167954"/>
                  </a:lnTo>
                  <a:lnTo>
                    <a:pt x="311528" y="167178"/>
                  </a:lnTo>
                  <a:lnTo>
                    <a:pt x="312469" y="166512"/>
                  </a:lnTo>
                  <a:lnTo>
                    <a:pt x="313410" y="165957"/>
                  </a:lnTo>
                  <a:lnTo>
                    <a:pt x="314345" y="165513"/>
                  </a:lnTo>
                  <a:lnTo>
                    <a:pt x="315286" y="165180"/>
                  </a:lnTo>
                  <a:lnTo>
                    <a:pt x="316222" y="164956"/>
                  </a:lnTo>
                  <a:lnTo>
                    <a:pt x="317162" y="164842"/>
                  </a:lnTo>
                  <a:lnTo>
                    <a:pt x="318098" y="164837"/>
                  </a:lnTo>
                  <a:lnTo>
                    <a:pt x="319038" y="164940"/>
                  </a:lnTo>
                  <a:lnTo>
                    <a:pt x="319974" y="165151"/>
                  </a:lnTo>
                  <a:lnTo>
                    <a:pt x="320915" y="165468"/>
                  </a:lnTo>
                  <a:lnTo>
                    <a:pt x="321850" y="165891"/>
                  </a:lnTo>
                  <a:lnTo>
                    <a:pt x="322791" y="166418"/>
                  </a:lnTo>
                  <a:lnTo>
                    <a:pt x="323727" y="167047"/>
                  </a:lnTo>
                  <a:lnTo>
                    <a:pt x="324667" y="167779"/>
                  </a:lnTo>
                  <a:lnTo>
                    <a:pt x="325608" y="168610"/>
                  </a:lnTo>
                  <a:lnTo>
                    <a:pt x="326544" y="169541"/>
                  </a:lnTo>
                  <a:lnTo>
                    <a:pt x="327484" y="170568"/>
                  </a:lnTo>
                  <a:lnTo>
                    <a:pt x="328420" y="171690"/>
                  </a:lnTo>
                  <a:lnTo>
                    <a:pt x="329360" y="172905"/>
                  </a:lnTo>
                  <a:lnTo>
                    <a:pt x="330296" y="174212"/>
                  </a:lnTo>
                  <a:lnTo>
                    <a:pt x="331237" y="175609"/>
                  </a:lnTo>
                  <a:lnTo>
                    <a:pt x="332172" y="177093"/>
                  </a:lnTo>
                  <a:lnTo>
                    <a:pt x="333113" y="178661"/>
                  </a:lnTo>
                  <a:lnTo>
                    <a:pt x="334049" y="180313"/>
                  </a:lnTo>
                  <a:lnTo>
                    <a:pt x="334989" y="182045"/>
                  </a:lnTo>
                  <a:lnTo>
                    <a:pt x="335930" y="183855"/>
                  </a:lnTo>
                  <a:lnTo>
                    <a:pt x="336865" y="185741"/>
                  </a:lnTo>
                  <a:lnTo>
                    <a:pt x="337806" y="187700"/>
                  </a:lnTo>
                  <a:lnTo>
                    <a:pt x="338742" y="189730"/>
                  </a:lnTo>
                  <a:lnTo>
                    <a:pt x="339682" y="191827"/>
                  </a:lnTo>
                  <a:lnTo>
                    <a:pt x="340618" y="193991"/>
                  </a:lnTo>
                  <a:lnTo>
                    <a:pt x="341559" y="196216"/>
                  </a:lnTo>
                  <a:lnTo>
                    <a:pt x="342494" y="198502"/>
                  </a:lnTo>
                  <a:lnTo>
                    <a:pt x="343435" y="200844"/>
                  </a:lnTo>
                  <a:lnTo>
                    <a:pt x="344370" y="203241"/>
                  </a:lnTo>
                  <a:lnTo>
                    <a:pt x="345311" y="205689"/>
                  </a:lnTo>
                  <a:lnTo>
                    <a:pt x="346252" y="208185"/>
                  </a:lnTo>
                  <a:lnTo>
                    <a:pt x="347187" y="210728"/>
                  </a:lnTo>
                  <a:lnTo>
                    <a:pt x="348128" y="213313"/>
                  </a:lnTo>
                  <a:lnTo>
                    <a:pt x="349064" y="215938"/>
                  </a:lnTo>
                  <a:lnTo>
                    <a:pt x="350004" y="218599"/>
                  </a:lnTo>
                  <a:lnTo>
                    <a:pt x="350940" y="221295"/>
                  </a:lnTo>
                  <a:lnTo>
                    <a:pt x="351880" y="224022"/>
                  </a:lnTo>
                  <a:lnTo>
                    <a:pt x="352816" y="226777"/>
                  </a:lnTo>
                  <a:lnTo>
                    <a:pt x="353757" y="229557"/>
                  </a:lnTo>
                  <a:lnTo>
                    <a:pt x="354692" y="232360"/>
                  </a:lnTo>
                  <a:lnTo>
                    <a:pt x="355633" y="235182"/>
                  </a:lnTo>
                  <a:lnTo>
                    <a:pt x="356574" y="238021"/>
                  </a:lnTo>
                  <a:lnTo>
                    <a:pt x="357509" y="240873"/>
                  </a:lnTo>
                  <a:lnTo>
                    <a:pt x="358450" y="243737"/>
                  </a:lnTo>
                  <a:lnTo>
                    <a:pt x="359385" y="246609"/>
                  </a:lnTo>
                  <a:lnTo>
                    <a:pt x="360326" y="249486"/>
                  </a:lnTo>
                  <a:lnTo>
                    <a:pt x="361262" y="252367"/>
                  </a:lnTo>
                  <a:lnTo>
                    <a:pt x="362202" y="255247"/>
                  </a:lnTo>
                  <a:lnTo>
                    <a:pt x="363138" y="258125"/>
                  </a:lnTo>
                  <a:lnTo>
                    <a:pt x="364079" y="260998"/>
                  </a:lnTo>
                  <a:lnTo>
                    <a:pt x="365014" y="263864"/>
                  </a:lnTo>
                  <a:lnTo>
                    <a:pt x="365955" y="266720"/>
                  </a:lnTo>
                  <a:lnTo>
                    <a:pt x="366891" y="269564"/>
                  </a:lnTo>
                  <a:lnTo>
                    <a:pt x="367831" y="272393"/>
                  </a:lnTo>
                  <a:lnTo>
                    <a:pt x="368772" y="275206"/>
                  </a:lnTo>
                  <a:lnTo>
                    <a:pt x="369707" y="277999"/>
                  </a:lnTo>
                  <a:lnTo>
                    <a:pt x="370648" y="280770"/>
                  </a:lnTo>
                  <a:lnTo>
                    <a:pt x="371584" y="283519"/>
                  </a:lnTo>
                  <a:lnTo>
                    <a:pt x="372524" y="286243"/>
                  </a:lnTo>
                  <a:lnTo>
                    <a:pt x="373460" y="288939"/>
                  </a:lnTo>
                  <a:lnTo>
                    <a:pt x="374400" y="291606"/>
                  </a:lnTo>
                  <a:lnTo>
                    <a:pt x="375336" y="294242"/>
                  </a:lnTo>
                  <a:lnTo>
                    <a:pt x="376277" y="296846"/>
                  </a:lnTo>
                  <a:lnTo>
                    <a:pt x="377212" y="299416"/>
                  </a:lnTo>
                  <a:lnTo>
                    <a:pt x="378153" y="301950"/>
                  </a:lnTo>
                  <a:lnTo>
                    <a:pt x="379094" y="304446"/>
                  </a:lnTo>
                  <a:lnTo>
                    <a:pt x="380029" y="306904"/>
                  </a:lnTo>
                  <a:lnTo>
                    <a:pt x="380970" y="309322"/>
                  </a:lnTo>
                  <a:lnTo>
                    <a:pt x="381906" y="311699"/>
                  </a:lnTo>
                  <a:lnTo>
                    <a:pt x="382846" y="314033"/>
                  </a:lnTo>
                  <a:lnTo>
                    <a:pt x="383782" y="316324"/>
                  </a:lnTo>
                  <a:lnTo>
                    <a:pt x="384722" y="318571"/>
                  </a:lnTo>
                  <a:lnTo>
                    <a:pt x="385658" y="320772"/>
                  </a:lnTo>
                  <a:lnTo>
                    <a:pt x="386599" y="322926"/>
                  </a:lnTo>
                  <a:lnTo>
                    <a:pt x="387534" y="325034"/>
                  </a:lnTo>
                  <a:lnTo>
                    <a:pt x="388475" y="327094"/>
                  </a:lnTo>
                  <a:lnTo>
                    <a:pt x="389416" y="329106"/>
                  </a:lnTo>
                  <a:lnTo>
                    <a:pt x="390351" y="331069"/>
                  </a:lnTo>
                  <a:lnTo>
                    <a:pt x="391292" y="332982"/>
                  </a:lnTo>
                  <a:lnTo>
                    <a:pt x="392227" y="334846"/>
                  </a:lnTo>
                  <a:lnTo>
                    <a:pt x="393168" y="336660"/>
                  </a:lnTo>
                  <a:lnTo>
                    <a:pt x="394104" y="338424"/>
                  </a:lnTo>
                  <a:lnTo>
                    <a:pt x="395044" y="340136"/>
                  </a:lnTo>
                  <a:lnTo>
                    <a:pt x="395980" y="341799"/>
                  </a:lnTo>
                  <a:lnTo>
                    <a:pt x="396921" y="343411"/>
                  </a:lnTo>
                  <a:lnTo>
                    <a:pt x="397856" y="344972"/>
                  </a:lnTo>
                  <a:lnTo>
                    <a:pt x="398797" y="346483"/>
                  </a:lnTo>
                  <a:lnTo>
                    <a:pt x="399737" y="347943"/>
                  </a:lnTo>
                  <a:lnTo>
                    <a:pt x="400673" y="349354"/>
                  </a:lnTo>
                  <a:lnTo>
                    <a:pt x="401614" y="350715"/>
                  </a:lnTo>
                  <a:lnTo>
                    <a:pt x="402549" y="352026"/>
                  </a:lnTo>
                  <a:lnTo>
                    <a:pt x="403490" y="353289"/>
                  </a:lnTo>
                  <a:lnTo>
                    <a:pt x="404426" y="354502"/>
                  </a:lnTo>
                  <a:lnTo>
                    <a:pt x="405366" y="355668"/>
                  </a:lnTo>
                  <a:lnTo>
                    <a:pt x="406302" y="356786"/>
                  </a:lnTo>
                  <a:lnTo>
                    <a:pt x="407243" y="357857"/>
                  </a:lnTo>
                  <a:lnTo>
                    <a:pt x="408178" y="358883"/>
                  </a:lnTo>
                  <a:lnTo>
                    <a:pt x="409119" y="359862"/>
                  </a:lnTo>
                  <a:lnTo>
                    <a:pt x="410054" y="360797"/>
                  </a:lnTo>
                  <a:lnTo>
                    <a:pt x="410995" y="361688"/>
                  </a:lnTo>
                  <a:lnTo>
                    <a:pt x="411936" y="362536"/>
                  </a:lnTo>
                  <a:lnTo>
                    <a:pt x="412871" y="363342"/>
                  </a:lnTo>
                  <a:lnTo>
                    <a:pt x="413812" y="364106"/>
                  </a:lnTo>
                  <a:lnTo>
                    <a:pt x="414748" y="364830"/>
                  </a:lnTo>
                  <a:lnTo>
                    <a:pt x="415688" y="365514"/>
                  </a:lnTo>
                  <a:lnTo>
                    <a:pt x="416624" y="366160"/>
                  </a:lnTo>
                  <a:lnTo>
                    <a:pt x="417564" y="366768"/>
                  </a:lnTo>
                  <a:lnTo>
                    <a:pt x="418500" y="367341"/>
                  </a:lnTo>
                  <a:lnTo>
                    <a:pt x="419441" y="367878"/>
                  </a:lnTo>
                  <a:lnTo>
                    <a:pt x="420376" y="368380"/>
                  </a:lnTo>
                  <a:lnTo>
                    <a:pt x="421317" y="368850"/>
                  </a:lnTo>
                  <a:lnTo>
                    <a:pt x="422258" y="369287"/>
                  </a:lnTo>
                  <a:lnTo>
                    <a:pt x="423193" y="369694"/>
                  </a:lnTo>
                  <a:lnTo>
                    <a:pt x="424134" y="370071"/>
                  </a:lnTo>
                  <a:lnTo>
                    <a:pt x="425069" y="370420"/>
                  </a:lnTo>
                  <a:lnTo>
                    <a:pt x="426010" y="370741"/>
                  </a:lnTo>
                  <a:lnTo>
                    <a:pt x="426946" y="371036"/>
                  </a:lnTo>
                  <a:lnTo>
                    <a:pt x="427886" y="371307"/>
                  </a:lnTo>
                  <a:lnTo>
                    <a:pt x="428822" y="371554"/>
                  </a:lnTo>
                  <a:lnTo>
                    <a:pt x="429763" y="371777"/>
                  </a:lnTo>
                  <a:lnTo>
                    <a:pt x="430698" y="371980"/>
                  </a:lnTo>
                  <a:lnTo>
                    <a:pt x="431639" y="372163"/>
                  </a:lnTo>
                  <a:lnTo>
                    <a:pt x="432579" y="372326"/>
                  </a:lnTo>
                  <a:lnTo>
                    <a:pt x="433515" y="372473"/>
                  </a:lnTo>
                  <a:lnTo>
                    <a:pt x="434456" y="372602"/>
                  </a:lnTo>
                  <a:lnTo>
                    <a:pt x="435391" y="372717"/>
                  </a:lnTo>
                  <a:lnTo>
                    <a:pt x="436332" y="372817"/>
                  </a:lnTo>
                  <a:lnTo>
                    <a:pt x="437268" y="372904"/>
                  </a:lnTo>
                  <a:lnTo>
                    <a:pt x="438208" y="372979"/>
                  </a:lnTo>
                  <a:lnTo>
                    <a:pt x="439144" y="373044"/>
                  </a:lnTo>
                  <a:lnTo>
                    <a:pt x="440084" y="373099"/>
                  </a:lnTo>
                  <a:lnTo>
                    <a:pt x="441020" y="373146"/>
                  </a:lnTo>
                  <a:lnTo>
                    <a:pt x="441961" y="373185"/>
                  </a:lnTo>
                  <a:lnTo>
                    <a:pt x="442901" y="373219"/>
                  </a:lnTo>
                  <a:lnTo>
                    <a:pt x="443837" y="373247"/>
                  </a:lnTo>
                  <a:lnTo>
                    <a:pt x="444778" y="373271"/>
                  </a:lnTo>
                  <a:lnTo>
                    <a:pt x="445713" y="373293"/>
                  </a:lnTo>
                  <a:lnTo>
                    <a:pt x="446654" y="373313"/>
                  </a:lnTo>
                  <a:lnTo>
                    <a:pt x="447590" y="373331"/>
                  </a:lnTo>
                  <a:lnTo>
                    <a:pt x="448530" y="373350"/>
                  </a:lnTo>
                  <a:lnTo>
                    <a:pt x="449466" y="373369"/>
                  </a:lnTo>
                  <a:lnTo>
                    <a:pt x="450406" y="373391"/>
                  </a:lnTo>
                  <a:lnTo>
                    <a:pt x="451342" y="373416"/>
                  </a:lnTo>
                  <a:lnTo>
                    <a:pt x="452283" y="373444"/>
                  </a:lnTo>
                  <a:lnTo>
                    <a:pt x="453218" y="373477"/>
                  </a:lnTo>
                  <a:lnTo>
                    <a:pt x="454159" y="373517"/>
                  </a:lnTo>
                  <a:lnTo>
                    <a:pt x="455099" y="373562"/>
                  </a:lnTo>
                  <a:lnTo>
                    <a:pt x="456035" y="373614"/>
                  </a:lnTo>
                  <a:lnTo>
                    <a:pt x="456976" y="373674"/>
                  </a:lnTo>
                  <a:lnTo>
                    <a:pt x="457911" y="373744"/>
                  </a:lnTo>
                  <a:lnTo>
                    <a:pt x="458852" y="373822"/>
                  </a:lnTo>
                  <a:lnTo>
                    <a:pt x="459788" y="373912"/>
                  </a:lnTo>
                  <a:lnTo>
                    <a:pt x="460728" y="374012"/>
                  </a:lnTo>
                  <a:lnTo>
                    <a:pt x="461664" y="374123"/>
                  </a:lnTo>
                  <a:lnTo>
                    <a:pt x="462605" y="374247"/>
                  </a:lnTo>
                  <a:lnTo>
                    <a:pt x="463540" y="374384"/>
                  </a:lnTo>
                  <a:lnTo>
                    <a:pt x="464481" y="374534"/>
                  </a:lnTo>
                  <a:lnTo>
                    <a:pt x="465421" y="374698"/>
                  </a:lnTo>
                  <a:lnTo>
                    <a:pt x="466357" y="374877"/>
                  </a:lnTo>
                  <a:lnTo>
                    <a:pt x="467298" y="375071"/>
                  </a:lnTo>
                  <a:lnTo>
                    <a:pt x="468233" y="375280"/>
                  </a:lnTo>
                  <a:lnTo>
                    <a:pt x="469174" y="375506"/>
                  </a:lnTo>
                  <a:lnTo>
                    <a:pt x="470110" y="375747"/>
                  </a:lnTo>
                  <a:lnTo>
                    <a:pt x="471050" y="376006"/>
                  </a:lnTo>
                  <a:lnTo>
                    <a:pt x="471986" y="376282"/>
                  </a:lnTo>
                  <a:lnTo>
                    <a:pt x="472926" y="376575"/>
                  </a:lnTo>
                  <a:lnTo>
                    <a:pt x="473862" y="376887"/>
                  </a:lnTo>
                  <a:lnTo>
                    <a:pt x="474803" y="377217"/>
                  </a:lnTo>
                  <a:lnTo>
                    <a:pt x="475743" y="377566"/>
                  </a:lnTo>
                  <a:lnTo>
                    <a:pt x="476679" y="377933"/>
                  </a:lnTo>
                  <a:lnTo>
                    <a:pt x="477620" y="378319"/>
                  </a:lnTo>
                  <a:lnTo>
                    <a:pt x="478555" y="378725"/>
                  </a:lnTo>
                  <a:lnTo>
                    <a:pt x="479496" y="379150"/>
                  </a:lnTo>
                  <a:lnTo>
                    <a:pt x="480431" y="379595"/>
                  </a:lnTo>
                  <a:lnTo>
                    <a:pt x="481372" y="380060"/>
                  </a:lnTo>
                  <a:lnTo>
                    <a:pt x="482308" y="380545"/>
                  </a:lnTo>
                  <a:lnTo>
                    <a:pt x="483248" y="381050"/>
                  </a:lnTo>
                  <a:lnTo>
                    <a:pt x="484184" y="381575"/>
                  </a:lnTo>
                  <a:lnTo>
                    <a:pt x="485125" y="382120"/>
                  </a:lnTo>
                  <a:lnTo>
                    <a:pt x="486065" y="382686"/>
                  </a:lnTo>
                  <a:lnTo>
                    <a:pt x="487001" y="383272"/>
                  </a:lnTo>
                  <a:lnTo>
                    <a:pt x="487942" y="383878"/>
                  </a:lnTo>
                  <a:lnTo>
                    <a:pt x="488877" y="384505"/>
                  </a:lnTo>
                  <a:lnTo>
                    <a:pt x="489818" y="385152"/>
                  </a:lnTo>
                  <a:lnTo>
                    <a:pt x="490753" y="385819"/>
                  </a:lnTo>
                  <a:lnTo>
                    <a:pt x="491694" y="386507"/>
                  </a:lnTo>
                  <a:lnTo>
                    <a:pt x="492630" y="387214"/>
                  </a:lnTo>
                  <a:lnTo>
                    <a:pt x="493570" y="387942"/>
                  </a:lnTo>
                  <a:lnTo>
                    <a:pt x="494506" y="388690"/>
                  </a:lnTo>
                  <a:lnTo>
                    <a:pt x="495447" y="389457"/>
                  </a:lnTo>
                  <a:lnTo>
                    <a:pt x="496387" y="390244"/>
                  </a:lnTo>
                  <a:lnTo>
                    <a:pt x="497323" y="391051"/>
                  </a:lnTo>
                  <a:lnTo>
                    <a:pt x="498263" y="391877"/>
                  </a:lnTo>
                  <a:lnTo>
                    <a:pt x="499199" y="392722"/>
                  </a:lnTo>
                  <a:lnTo>
                    <a:pt x="500140" y="393586"/>
                  </a:lnTo>
                  <a:lnTo>
                    <a:pt x="501075" y="394469"/>
                  </a:lnTo>
                  <a:lnTo>
                    <a:pt x="502016" y="395370"/>
                  </a:lnTo>
                  <a:lnTo>
                    <a:pt x="502952" y="396290"/>
                  </a:lnTo>
                  <a:lnTo>
                    <a:pt x="503892" y="397227"/>
                  </a:lnTo>
                  <a:lnTo>
                    <a:pt x="504828" y="398182"/>
                  </a:lnTo>
                  <a:lnTo>
                    <a:pt x="505768" y="399154"/>
                  </a:lnTo>
                  <a:lnTo>
                    <a:pt x="506704" y="400144"/>
                  </a:lnTo>
                  <a:lnTo>
                    <a:pt x="507645" y="401149"/>
                  </a:lnTo>
                  <a:lnTo>
                    <a:pt x="508585" y="402174"/>
                  </a:lnTo>
                  <a:lnTo>
                    <a:pt x="509521" y="403213"/>
                  </a:lnTo>
                  <a:lnTo>
                    <a:pt x="510462" y="404268"/>
                  </a:lnTo>
                  <a:lnTo>
                    <a:pt x="511397" y="405342"/>
                  </a:lnTo>
                  <a:lnTo>
                    <a:pt x="512338" y="406426"/>
                  </a:lnTo>
                  <a:lnTo>
                    <a:pt x="513273" y="407525"/>
                  </a:lnTo>
                  <a:lnTo>
                    <a:pt x="514214" y="408644"/>
                  </a:lnTo>
                  <a:lnTo>
                    <a:pt x="515150" y="409773"/>
                  </a:lnTo>
                  <a:lnTo>
                    <a:pt x="516090" y="410916"/>
                  </a:lnTo>
                  <a:lnTo>
                    <a:pt x="517026" y="412070"/>
                  </a:lnTo>
                  <a:lnTo>
                    <a:pt x="517967" y="413243"/>
                  </a:lnTo>
                  <a:lnTo>
                    <a:pt x="518907" y="414426"/>
                  </a:lnTo>
                  <a:lnTo>
                    <a:pt x="519843" y="415619"/>
                  </a:lnTo>
                  <a:lnTo>
                    <a:pt x="520783" y="416827"/>
                  </a:lnTo>
                  <a:lnTo>
                    <a:pt x="521719" y="418045"/>
                  </a:lnTo>
                  <a:lnTo>
                    <a:pt x="522660" y="419273"/>
                  </a:lnTo>
                  <a:lnTo>
                    <a:pt x="523595" y="420511"/>
                  </a:lnTo>
                  <a:lnTo>
                    <a:pt x="524536" y="421763"/>
                  </a:lnTo>
                  <a:lnTo>
                    <a:pt x="525472" y="423021"/>
                  </a:lnTo>
                  <a:lnTo>
                    <a:pt x="526412" y="424293"/>
                  </a:lnTo>
                  <a:lnTo>
                    <a:pt x="527348" y="425570"/>
                  </a:lnTo>
                  <a:lnTo>
                    <a:pt x="528289" y="426857"/>
                  </a:lnTo>
                  <a:lnTo>
                    <a:pt x="529229" y="428149"/>
                  </a:lnTo>
                  <a:lnTo>
                    <a:pt x="530165" y="429451"/>
                  </a:lnTo>
                  <a:lnTo>
                    <a:pt x="531105" y="430763"/>
                  </a:lnTo>
                  <a:lnTo>
                    <a:pt x="532041" y="432080"/>
                  </a:lnTo>
                  <a:lnTo>
                    <a:pt x="532982" y="433402"/>
                  </a:lnTo>
                  <a:lnTo>
                    <a:pt x="533917" y="434729"/>
                  </a:lnTo>
                  <a:lnTo>
                    <a:pt x="534858" y="436065"/>
                  </a:lnTo>
                  <a:lnTo>
                    <a:pt x="535794" y="437402"/>
                  </a:lnTo>
                  <a:lnTo>
                    <a:pt x="536734" y="438748"/>
                  </a:lnTo>
                  <a:lnTo>
                    <a:pt x="537670" y="440095"/>
                  </a:lnTo>
                  <a:lnTo>
                    <a:pt x="538610" y="441447"/>
                  </a:lnTo>
                  <a:lnTo>
                    <a:pt x="539551" y="442803"/>
                  </a:lnTo>
                  <a:lnTo>
                    <a:pt x="540487" y="444159"/>
                  </a:lnTo>
                  <a:lnTo>
                    <a:pt x="541427" y="445521"/>
                  </a:lnTo>
                  <a:lnTo>
                    <a:pt x="542363" y="446887"/>
                  </a:lnTo>
                  <a:lnTo>
                    <a:pt x="543304" y="448254"/>
                  </a:lnTo>
                  <a:lnTo>
                    <a:pt x="544239" y="449620"/>
                  </a:lnTo>
                  <a:lnTo>
                    <a:pt x="545180" y="450986"/>
                  </a:lnTo>
                  <a:lnTo>
                    <a:pt x="546115" y="452353"/>
                  </a:lnTo>
                  <a:lnTo>
                    <a:pt x="547056" y="453724"/>
                  </a:lnTo>
                  <a:lnTo>
                    <a:pt x="547992" y="455090"/>
                  </a:lnTo>
                  <a:lnTo>
                    <a:pt x="548932" y="456457"/>
                  </a:lnTo>
                  <a:lnTo>
                    <a:pt x="549868" y="457823"/>
                  </a:lnTo>
                  <a:lnTo>
                    <a:pt x="550809" y="459189"/>
                  </a:lnTo>
                  <a:lnTo>
                    <a:pt x="551749" y="460556"/>
                  </a:lnTo>
                  <a:lnTo>
                    <a:pt x="552685" y="461917"/>
                  </a:lnTo>
                  <a:lnTo>
                    <a:pt x="553625" y="463273"/>
                  </a:lnTo>
                  <a:lnTo>
                    <a:pt x="554561" y="464630"/>
                  </a:lnTo>
                  <a:lnTo>
                    <a:pt x="555502" y="465986"/>
                  </a:lnTo>
                  <a:lnTo>
                    <a:pt x="556437" y="467333"/>
                  </a:lnTo>
                  <a:lnTo>
                    <a:pt x="557378" y="468679"/>
                  </a:lnTo>
                  <a:lnTo>
                    <a:pt x="558314" y="470021"/>
                  </a:lnTo>
                  <a:lnTo>
                    <a:pt x="559254" y="471358"/>
                  </a:lnTo>
                  <a:lnTo>
                    <a:pt x="560190" y="472689"/>
                  </a:lnTo>
                  <a:lnTo>
                    <a:pt x="561130" y="474021"/>
                  </a:lnTo>
                  <a:lnTo>
                    <a:pt x="562071" y="475343"/>
                  </a:lnTo>
                  <a:lnTo>
                    <a:pt x="563007" y="476655"/>
                  </a:lnTo>
                  <a:lnTo>
                    <a:pt x="563947" y="477967"/>
                  </a:lnTo>
                  <a:lnTo>
                    <a:pt x="564883" y="479274"/>
                  </a:lnTo>
                  <a:lnTo>
                    <a:pt x="565824" y="480571"/>
                  </a:lnTo>
                  <a:lnTo>
                    <a:pt x="566759" y="481858"/>
                  </a:lnTo>
                  <a:lnTo>
                    <a:pt x="567700" y="483145"/>
                  </a:lnTo>
                  <a:lnTo>
                    <a:pt x="568636" y="484417"/>
                  </a:lnTo>
                  <a:lnTo>
                    <a:pt x="569576" y="485690"/>
                  </a:lnTo>
                  <a:lnTo>
                    <a:pt x="570512" y="486947"/>
                  </a:lnTo>
                  <a:lnTo>
                    <a:pt x="571452" y="488199"/>
                  </a:lnTo>
                  <a:lnTo>
                    <a:pt x="572393" y="489447"/>
                  </a:lnTo>
                  <a:lnTo>
                    <a:pt x="573329" y="490680"/>
                  </a:lnTo>
                  <a:lnTo>
                    <a:pt x="574269" y="491907"/>
                  </a:lnTo>
                  <a:lnTo>
                    <a:pt x="575205" y="493125"/>
                  </a:lnTo>
                  <a:lnTo>
                    <a:pt x="576146" y="494333"/>
                  </a:lnTo>
                  <a:lnTo>
                    <a:pt x="577081" y="495536"/>
                  </a:lnTo>
                  <a:lnTo>
                    <a:pt x="578022" y="496724"/>
                  </a:lnTo>
                  <a:lnTo>
                    <a:pt x="578957" y="497903"/>
                  </a:lnTo>
                  <a:lnTo>
                    <a:pt x="579898" y="499076"/>
                  </a:lnTo>
                  <a:lnTo>
                    <a:pt x="580834" y="500234"/>
                  </a:lnTo>
                  <a:lnTo>
                    <a:pt x="581774" y="501383"/>
                  </a:lnTo>
                  <a:lnTo>
                    <a:pt x="582715" y="502521"/>
                  </a:lnTo>
                  <a:lnTo>
                    <a:pt x="583651" y="503650"/>
                  </a:lnTo>
                  <a:lnTo>
                    <a:pt x="584591" y="504769"/>
                  </a:lnTo>
                  <a:lnTo>
                    <a:pt x="585527" y="505878"/>
                  </a:lnTo>
                  <a:lnTo>
                    <a:pt x="586467" y="506972"/>
                  </a:lnTo>
                  <a:lnTo>
                    <a:pt x="587403" y="508061"/>
                  </a:lnTo>
                  <a:lnTo>
                    <a:pt x="588344" y="509135"/>
                  </a:lnTo>
                  <a:lnTo>
                    <a:pt x="589279" y="510195"/>
                  </a:lnTo>
                  <a:lnTo>
                    <a:pt x="590220" y="511249"/>
                  </a:lnTo>
                  <a:lnTo>
                    <a:pt x="591156" y="512289"/>
                  </a:lnTo>
                  <a:lnTo>
                    <a:pt x="592096" y="513314"/>
                  </a:lnTo>
                  <a:lnTo>
                    <a:pt x="593032" y="514333"/>
                  </a:lnTo>
                  <a:lnTo>
                    <a:pt x="593972" y="515338"/>
                  </a:lnTo>
                  <a:lnTo>
                    <a:pt x="594913" y="516333"/>
                  </a:lnTo>
                  <a:lnTo>
                    <a:pt x="595849" y="517314"/>
                  </a:lnTo>
                  <a:lnTo>
                    <a:pt x="596789" y="518284"/>
                  </a:lnTo>
                  <a:lnTo>
                    <a:pt x="597725" y="519239"/>
                  </a:lnTo>
                  <a:lnTo>
                    <a:pt x="598666" y="520185"/>
                  </a:lnTo>
                  <a:lnTo>
                    <a:pt x="599601" y="521121"/>
                  </a:lnTo>
                  <a:lnTo>
                    <a:pt x="600542" y="522041"/>
                  </a:lnTo>
                  <a:lnTo>
                    <a:pt x="601478" y="522952"/>
                  </a:lnTo>
                  <a:lnTo>
                    <a:pt x="602418" y="523848"/>
                  </a:lnTo>
                  <a:lnTo>
                    <a:pt x="603354" y="524735"/>
                  </a:lnTo>
                  <a:lnTo>
                    <a:pt x="604294" y="525606"/>
                  </a:lnTo>
                  <a:lnTo>
                    <a:pt x="605235" y="526467"/>
                  </a:lnTo>
                  <a:lnTo>
                    <a:pt x="606171" y="527319"/>
                  </a:lnTo>
                  <a:lnTo>
                    <a:pt x="607111" y="528155"/>
                  </a:lnTo>
                  <a:lnTo>
                    <a:pt x="608047" y="528982"/>
                  </a:lnTo>
                  <a:lnTo>
                    <a:pt x="608988" y="529794"/>
                  </a:lnTo>
                  <a:lnTo>
                    <a:pt x="609923" y="530596"/>
                  </a:lnTo>
                  <a:lnTo>
                    <a:pt x="610864" y="531383"/>
                  </a:lnTo>
                  <a:lnTo>
                    <a:pt x="611799" y="532160"/>
                  </a:lnTo>
                  <a:lnTo>
                    <a:pt x="612740" y="532928"/>
                  </a:lnTo>
                  <a:lnTo>
                    <a:pt x="613676" y="533680"/>
                  </a:lnTo>
                  <a:lnTo>
                    <a:pt x="614616" y="534423"/>
                  </a:lnTo>
                  <a:lnTo>
                    <a:pt x="615557" y="535151"/>
                  </a:lnTo>
                  <a:lnTo>
                    <a:pt x="616493" y="535868"/>
                  </a:lnTo>
                  <a:lnTo>
                    <a:pt x="617433" y="536576"/>
                  </a:lnTo>
                  <a:lnTo>
                    <a:pt x="618369" y="537269"/>
                  </a:lnTo>
                  <a:lnTo>
                    <a:pt x="619309" y="537953"/>
                  </a:lnTo>
                  <a:lnTo>
                    <a:pt x="620245" y="538626"/>
                  </a:lnTo>
                  <a:lnTo>
                    <a:pt x="621186" y="539284"/>
                  </a:lnTo>
                  <a:lnTo>
                    <a:pt x="622121" y="539938"/>
                  </a:lnTo>
                  <a:lnTo>
                    <a:pt x="623062" y="540571"/>
                  </a:lnTo>
                  <a:lnTo>
                    <a:pt x="623998" y="541200"/>
                  </a:lnTo>
                  <a:lnTo>
                    <a:pt x="624938" y="541814"/>
                  </a:lnTo>
                  <a:lnTo>
                    <a:pt x="625879" y="542423"/>
                  </a:lnTo>
                  <a:lnTo>
                    <a:pt x="626814" y="543012"/>
                  </a:lnTo>
                  <a:lnTo>
                    <a:pt x="627755" y="543596"/>
                  </a:lnTo>
                  <a:lnTo>
                    <a:pt x="628691" y="544170"/>
                  </a:lnTo>
                  <a:lnTo>
                    <a:pt x="629631" y="544730"/>
                  </a:lnTo>
                  <a:lnTo>
                    <a:pt x="630567" y="545284"/>
                  </a:lnTo>
                  <a:lnTo>
                    <a:pt x="631508" y="545824"/>
                  </a:lnTo>
                  <a:lnTo>
                    <a:pt x="632443" y="546354"/>
                  </a:lnTo>
                  <a:lnTo>
                    <a:pt x="633384" y="546873"/>
                  </a:lnTo>
                  <a:lnTo>
                    <a:pt x="634319" y="547383"/>
                  </a:lnTo>
                  <a:lnTo>
                    <a:pt x="635260" y="547883"/>
                  </a:lnTo>
                  <a:lnTo>
                    <a:pt x="636196" y="548373"/>
                  </a:lnTo>
                  <a:lnTo>
                    <a:pt x="637136" y="548854"/>
                  </a:lnTo>
                  <a:lnTo>
                    <a:pt x="638077" y="549324"/>
                  </a:lnTo>
                  <a:lnTo>
                    <a:pt x="639013" y="549784"/>
                  </a:lnTo>
                  <a:lnTo>
                    <a:pt x="639953" y="550235"/>
                  </a:lnTo>
                  <a:lnTo>
                    <a:pt x="640889" y="550680"/>
                  </a:lnTo>
                  <a:lnTo>
                    <a:pt x="641829" y="551111"/>
                  </a:lnTo>
                  <a:lnTo>
                    <a:pt x="642765" y="551537"/>
                  </a:lnTo>
                  <a:lnTo>
                    <a:pt x="643706" y="551953"/>
                  </a:lnTo>
                  <a:lnTo>
                    <a:pt x="644641" y="552359"/>
                  </a:lnTo>
                  <a:lnTo>
                    <a:pt x="645582" y="552755"/>
                  </a:lnTo>
                  <a:lnTo>
                    <a:pt x="646518" y="553146"/>
                  </a:lnTo>
                  <a:lnTo>
                    <a:pt x="647458" y="553527"/>
                  </a:lnTo>
                  <a:lnTo>
                    <a:pt x="648399" y="553898"/>
                  </a:lnTo>
                  <a:lnTo>
                    <a:pt x="649335" y="554260"/>
                  </a:lnTo>
                  <a:lnTo>
                    <a:pt x="650275" y="554616"/>
                  </a:lnTo>
                  <a:lnTo>
                    <a:pt x="651211" y="554963"/>
                  </a:lnTo>
                  <a:lnTo>
                    <a:pt x="652151" y="555304"/>
                  </a:lnTo>
                  <a:lnTo>
                    <a:pt x="653087" y="555636"/>
                  </a:lnTo>
                  <a:lnTo>
                    <a:pt x="654028" y="555963"/>
                  </a:lnTo>
                  <a:lnTo>
                    <a:pt x="654963" y="556279"/>
                  </a:lnTo>
                  <a:lnTo>
                    <a:pt x="655904" y="556586"/>
                  </a:lnTo>
                  <a:lnTo>
                    <a:pt x="656840" y="556888"/>
                  </a:lnTo>
                  <a:lnTo>
                    <a:pt x="657780" y="557185"/>
                  </a:lnTo>
                  <a:lnTo>
                    <a:pt x="658721" y="557473"/>
                  </a:lnTo>
                  <a:lnTo>
                    <a:pt x="659656" y="557755"/>
                  </a:lnTo>
                  <a:lnTo>
                    <a:pt x="660597" y="558027"/>
                  </a:lnTo>
                  <a:lnTo>
                    <a:pt x="661533" y="558294"/>
                  </a:lnTo>
                  <a:lnTo>
                    <a:pt x="662473" y="558557"/>
                  </a:lnTo>
                  <a:lnTo>
                    <a:pt x="663409" y="558809"/>
                  </a:lnTo>
                  <a:lnTo>
                    <a:pt x="664350" y="559062"/>
                  </a:lnTo>
                  <a:lnTo>
                    <a:pt x="665285" y="559299"/>
                  </a:lnTo>
                  <a:lnTo>
                    <a:pt x="666226" y="559537"/>
                  </a:lnTo>
                  <a:lnTo>
                    <a:pt x="667161" y="559770"/>
                  </a:lnTo>
                  <a:lnTo>
                    <a:pt x="668102" y="559992"/>
                  </a:lnTo>
                  <a:lnTo>
                    <a:pt x="669043" y="560210"/>
                  </a:lnTo>
                  <a:lnTo>
                    <a:pt x="669978" y="560423"/>
                  </a:lnTo>
                  <a:lnTo>
                    <a:pt x="670919" y="560631"/>
                  </a:lnTo>
                  <a:lnTo>
                    <a:pt x="671855" y="560834"/>
                  </a:lnTo>
                  <a:lnTo>
                    <a:pt x="672795" y="561027"/>
                  </a:lnTo>
                  <a:lnTo>
                    <a:pt x="673731" y="561220"/>
                  </a:lnTo>
                  <a:lnTo>
                    <a:pt x="674671" y="561408"/>
                  </a:lnTo>
                  <a:lnTo>
                    <a:pt x="675607" y="561586"/>
                  </a:lnTo>
                  <a:lnTo>
                    <a:pt x="676548" y="561765"/>
                  </a:lnTo>
                  <a:lnTo>
                    <a:pt x="677483" y="561938"/>
                  </a:lnTo>
                  <a:lnTo>
                    <a:pt x="678424" y="562101"/>
                  </a:lnTo>
                  <a:lnTo>
                    <a:pt x="679360" y="562265"/>
                  </a:lnTo>
                  <a:lnTo>
                    <a:pt x="680300" y="562423"/>
                  </a:lnTo>
                  <a:lnTo>
                    <a:pt x="681241" y="562577"/>
                  </a:lnTo>
                  <a:lnTo>
                    <a:pt x="682176" y="562725"/>
                  </a:lnTo>
                  <a:lnTo>
                    <a:pt x="683117" y="562874"/>
                  </a:lnTo>
                  <a:lnTo>
                    <a:pt x="684053" y="563012"/>
                  </a:lnTo>
                  <a:lnTo>
                    <a:pt x="684993" y="563151"/>
                  </a:lnTo>
                  <a:lnTo>
                    <a:pt x="685929" y="563285"/>
                  </a:lnTo>
                  <a:lnTo>
                    <a:pt x="686870" y="563413"/>
                  </a:lnTo>
                  <a:lnTo>
                    <a:pt x="687805" y="563537"/>
                  </a:lnTo>
                  <a:lnTo>
                    <a:pt x="688746" y="563661"/>
                  </a:lnTo>
                  <a:lnTo>
                    <a:pt x="689682" y="563780"/>
                  </a:lnTo>
                  <a:lnTo>
                    <a:pt x="690622" y="563893"/>
                  </a:lnTo>
                  <a:lnTo>
                    <a:pt x="691563" y="564007"/>
                  </a:lnTo>
                  <a:lnTo>
                    <a:pt x="692498" y="564111"/>
                  </a:lnTo>
                  <a:lnTo>
                    <a:pt x="693439" y="564220"/>
                  </a:lnTo>
                  <a:lnTo>
                    <a:pt x="694375" y="564319"/>
                  </a:lnTo>
                  <a:lnTo>
                    <a:pt x="695315" y="564418"/>
                  </a:lnTo>
                  <a:lnTo>
                    <a:pt x="696251" y="564517"/>
                  </a:lnTo>
                  <a:lnTo>
                    <a:pt x="697192" y="564606"/>
                  </a:lnTo>
                  <a:lnTo>
                    <a:pt x="698127" y="564700"/>
                  </a:lnTo>
                  <a:lnTo>
                    <a:pt x="699068" y="564785"/>
                  </a:lnTo>
                  <a:lnTo>
                    <a:pt x="700003" y="564869"/>
                  </a:lnTo>
                  <a:lnTo>
                    <a:pt x="700944" y="564953"/>
                  </a:lnTo>
                  <a:lnTo>
                    <a:pt x="701885" y="565032"/>
                  </a:lnTo>
                  <a:lnTo>
                    <a:pt x="702820" y="565106"/>
                  </a:lnTo>
                  <a:lnTo>
                    <a:pt x="703761" y="565181"/>
                  </a:lnTo>
                  <a:lnTo>
                    <a:pt x="704697" y="565255"/>
                  </a:lnTo>
                  <a:lnTo>
                    <a:pt x="705637" y="565324"/>
                  </a:lnTo>
                  <a:lnTo>
                    <a:pt x="706573" y="565393"/>
                  </a:lnTo>
                  <a:lnTo>
                    <a:pt x="707513" y="565458"/>
                  </a:lnTo>
                  <a:lnTo>
                    <a:pt x="708449" y="565522"/>
                  </a:lnTo>
                  <a:lnTo>
                    <a:pt x="709390" y="565582"/>
                  </a:lnTo>
                  <a:lnTo>
                    <a:pt x="710325" y="565641"/>
                  </a:lnTo>
                  <a:lnTo>
                    <a:pt x="711266" y="565700"/>
                  </a:lnTo>
                  <a:lnTo>
                    <a:pt x="712207" y="565755"/>
                  </a:lnTo>
                  <a:lnTo>
                    <a:pt x="713142" y="565809"/>
                  </a:lnTo>
                  <a:lnTo>
                    <a:pt x="714083" y="565859"/>
                  </a:lnTo>
                  <a:lnTo>
                    <a:pt x="715018" y="565908"/>
                  </a:lnTo>
                  <a:lnTo>
                    <a:pt x="715959" y="565958"/>
                  </a:lnTo>
                  <a:lnTo>
                    <a:pt x="716895" y="566007"/>
                  </a:lnTo>
                  <a:lnTo>
                    <a:pt x="717835" y="566052"/>
                  </a:lnTo>
                  <a:lnTo>
                    <a:pt x="718771" y="566096"/>
                  </a:lnTo>
                  <a:lnTo>
                    <a:pt x="719712" y="566136"/>
                  </a:lnTo>
                  <a:lnTo>
                    <a:pt x="720647" y="566176"/>
                  </a:lnTo>
                  <a:lnTo>
                    <a:pt x="721588" y="566215"/>
                  </a:lnTo>
                  <a:lnTo>
                    <a:pt x="722524" y="566255"/>
                  </a:lnTo>
                  <a:lnTo>
                    <a:pt x="723464" y="566289"/>
                  </a:lnTo>
                  <a:lnTo>
                    <a:pt x="724405" y="566329"/>
                  </a:lnTo>
                  <a:lnTo>
                    <a:pt x="725340" y="566364"/>
                  </a:lnTo>
                  <a:lnTo>
                    <a:pt x="726281" y="566393"/>
                  </a:lnTo>
                  <a:lnTo>
                    <a:pt x="727217" y="566428"/>
                  </a:lnTo>
                  <a:lnTo>
                    <a:pt x="728157" y="566458"/>
                  </a:lnTo>
                  <a:lnTo>
                    <a:pt x="729093" y="566487"/>
                  </a:lnTo>
                  <a:lnTo>
                    <a:pt x="730034" y="566517"/>
                  </a:lnTo>
                  <a:lnTo>
                    <a:pt x="730969" y="566542"/>
                  </a:lnTo>
                  <a:lnTo>
                    <a:pt x="731910" y="566567"/>
                  </a:lnTo>
                  <a:lnTo>
                    <a:pt x="732845" y="566596"/>
                  </a:lnTo>
                  <a:lnTo>
                    <a:pt x="733786" y="566621"/>
                  </a:lnTo>
                  <a:lnTo>
                    <a:pt x="734727" y="566641"/>
                  </a:lnTo>
                  <a:lnTo>
                    <a:pt x="735662" y="566666"/>
                  </a:lnTo>
                  <a:lnTo>
                    <a:pt x="736603" y="566686"/>
                  </a:lnTo>
                  <a:lnTo>
                    <a:pt x="737539" y="566710"/>
                  </a:lnTo>
                  <a:lnTo>
                    <a:pt x="738479" y="566730"/>
                  </a:lnTo>
                  <a:lnTo>
                    <a:pt x="739415" y="566750"/>
                  </a:lnTo>
                  <a:lnTo>
                    <a:pt x="740355" y="566770"/>
                  </a:lnTo>
                  <a:lnTo>
                    <a:pt x="741291" y="566785"/>
                  </a:lnTo>
                  <a:lnTo>
                    <a:pt x="742232" y="566804"/>
                  </a:lnTo>
                  <a:lnTo>
                    <a:pt x="743167" y="566819"/>
                  </a:lnTo>
                  <a:lnTo>
                    <a:pt x="744108" y="566839"/>
                  </a:lnTo>
                  <a:lnTo>
                    <a:pt x="745049" y="566854"/>
                  </a:lnTo>
                  <a:lnTo>
                    <a:pt x="745984" y="566869"/>
                  </a:lnTo>
                  <a:lnTo>
                    <a:pt x="746925" y="566884"/>
                  </a:lnTo>
                  <a:lnTo>
                    <a:pt x="747860" y="566893"/>
                  </a:lnTo>
                  <a:lnTo>
                    <a:pt x="748801" y="566908"/>
                  </a:lnTo>
                  <a:lnTo>
                    <a:pt x="749737" y="566923"/>
                  </a:lnTo>
                  <a:lnTo>
                    <a:pt x="750677" y="566933"/>
                  </a:lnTo>
                  <a:lnTo>
                    <a:pt x="751613" y="566948"/>
                  </a:lnTo>
                  <a:lnTo>
                    <a:pt x="752554" y="566958"/>
                  </a:lnTo>
                  <a:lnTo>
                    <a:pt x="753489" y="566968"/>
                  </a:lnTo>
                  <a:lnTo>
                    <a:pt x="754430" y="566978"/>
                  </a:lnTo>
                  <a:lnTo>
                    <a:pt x="755370" y="566988"/>
                  </a:lnTo>
                  <a:lnTo>
                    <a:pt x="756306" y="566997"/>
                  </a:lnTo>
                  <a:lnTo>
                    <a:pt x="757247" y="567007"/>
                  </a:lnTo>
                  <a:lnTo>
                    <a:pt x="758182" y="567017"/>
                  </a:lnTo>
                  <a:lnTo>
                    <a:pt x="759123" y="567027"/>
                  </a:lnTo>
                  <a:lnTo>
                    <a:pt x="760059" y="567032"/>
                  </a:lnTo>
                  <a:lnTo>
                    <a:pt x="760999" y="567042"/>
                  </a:lnTo>
                  <a:lnTo>
                    <a:pt x="761935" y="567047"/>
                  </a:lnTo>
                  <a:lnTo>
                    <a:pt x="762875" y="567057"/>
                  </a:lnTo>
                  <a:lnTo>
                    <a:pt x="763811" y="567062"/>
                  </a:lnTo>
                  <a:lnTo>
                    <a:pt x="764752" y="567067"/>
                  </a:lnTo>
                  <a:lnTo>
                    <a:pt x="765692" y="567077"/>
                  </a:lnTo>
                  <a:lnTo>
                    <a:pt x="766628" y="567082"/>
                  </a:lnTo>
                  <a:lnTo>
                    <a:pt x="767569" y="567087"/>
                  </a:lnTo>
                  <a:lnTo>
                    <a:pt x="768504" y="567091"/>
                  </a:lnTo>
                  <a:lnTo>
                    <a:pt x="769445" y="567096"/>
                  </a:lnTo>
                  <a:lnTo>
                    <a:pt x="770381" y="567101"/>
                  </a:lnTo>
                  <a:lnTo>
                    <a:pt x="771321" y="567106"/>
                  </a:lnTo>
                  <a:lnTo>
                    <a:pt x="772257" y="567111"/>
                  </a:lnTo>
                  <a:lnTo>
                    <a:pt x="773197" y="567116"/>
                  </a:lnTo>
                  <a:lnTo>
                    <a:pt x="774133" y="567121"/>
                  </a:lnTo>
                  <a:lnTo>
                    <a:pt x="775074" y="567126"/>
                  </a:lnTo>
                  <a:lnTo>
                    <a:pt x="776009" y="567131"/>
                  </a:lnTo>
                  <a:lnTo>
                    <a:pt x="776950" y="567136"/>
                  </a:lnTo>
                  <a:lnTo>
                    <a:pt x="777890" y="567136"/>
                  </a:lnTo>
                  <a:lnTo>
                    <a:pt x="778826" y="567141"/>
                  </a:lnTo>
                  <a:lnTo>
                    <a:pt x="779767" y="567146"/>
                  </a:lnTo>
                  <a:lnTo>
                    <a:pt x="780702" y="567146"/>
                  </a:lnTo>
                  <a:lnTo>
                    <a:pt x="781643" y="567151"/>
                  </a:lnTo>
                  <a:lnTo>
                    <a:pt x="782579" y="567151"/>
                  </a:lnTo>
                  <a:lnTo>
                    <a:pt x="783519" y="567156"/>
                  </a:lnTo>
                  <a:lnTo>
                    <a:pt x="784455" y="567161"/>
                  </a:lnTo>
                  <a:lnTo>
                    <a:pt x="785396" y="567161"/>
                  </a:lnTo>
                  <a:lnTo>
                    <a:pt x="786331" y="567166"/>
                  </a:lnTo>
                  <a:lnTo>
                    <a:pt x="787272" y="567166"/>
                  </a:lnTo>
                  <a:lnTo>
                    <a:pt x="788212" y="567166"/>
                  </a:lnTo>
                  <a:lnTo>
                    <a:pt x="789148" y="567171"/>
                  </a:lnTo>
                  <a:lnTo>
                    <a:pt x="790089" y="567171"/>
                  </a:lnTo>
                  <a:lnTo>
                    <a:pt x="791024" y="567176"/>
                  </a:lnTo>
                  <a:lnTo>
                    <a:pt x="791965" y="567176"/>
                  </a:lnTo>
                  <a:lnTo>
                    <a:pt x="792901" y="567176"/>
                  </a:lnTo>
                  <a:lnTo>
                    <a:pt x="793841" y="567181"/>
                  </a:lnTo>
                  <a:lnTo>
                    <a:pt x="794777" y="567181"/>
                  </a:lnTo>
                  <a:lnTo>
                    <a:pt x="795717" y="567181"/>
                  </a:lnTo>
                  <a:lnTo>
                    <a:pt x="796653" y="567186"/>
                  </a:lnTo>
                  <a:lnTo>
                    <a:pt x="797594" y="567186"/>
                  </a:lnTo>
                  <a:lnTo>
                    <a:pt x="798534" y="567186"/>
                  </a:lnTo>
                  <a:lnTo>
                    <a:pt x="799470" y="567186"/>
                  </a:lnTo>
                  <a:lnTo>
                    <a:pt x="800411" y="567190"/>
                  </a:lnTo>
                  <a:lnTo>
                    <a:pt x="801346" y="567190"/>
                  </a:lnTo>
                  <a:lnTo>
                    <a:pt x="802287" y="567190"/>
                  </a:lnTo>
                  <a:lnTo>
                    <a:pt x="803223" y="567190"/>
                  </a:lnTo>
                  <a:lnTo>
                    <a:pt x="804163" y="567195"/>
                  </a:lnTo>
                  <a:lnTo>
                    <a:pt x="805099" y="567195"/>
                  </a:lnTo>
                  <a:lnTo>
                    <a:pt x="806039" y="567195"/>
                  </a:lnTo>
                  <a:lnTo>
                    <a:pt x="806975" y="567195"/>
                  </a:lnTo>
                  <a:lnTo>
                    <a:pt x="807916" y="567195"/>
                  </a:lnTo>
                  <a:lnTo>
                    <a:pt x="808856" y="567195"/>
                  </a:lnTo>
                  <a:lnTo>
                    <a:pt x="809792" y="567200"/>
                  </a:lnTo>
                  <a:lnTo>
                    <a:pt x="810732" y="567200"/>
                  </a:lnTo>
                  <a:lnTo>
                    <a:pt x="811668" y="567200"/>
                  </a:lnTo>
                  <a:lnTo>
                    <a:pt x="812609" y="567200"/>
                  </a:lnTo>
                  <a:lnTo>
                    <a:pt x="813544" y="567200"/>
                  </a:lnTo>
                  <a:lnTo>
                    <a:pt x="814485" y="567200"/>
                  </a:lnTo>
                  <a:lnTo>
                    <a:pt x="815421" y="567200"/>
                  </a:lnTo>
                  <a:lnTo>
                    <a:pt x="816361" y="567200"/>
                  </a:lnTo>
                  <a:lnTo>
                    <a:pt x="817297" y="567205"/>
                  </a:lnTo>
                  <a:lnTo>
                    <a:pt x="818238" y="567205"/>
                  </a:lnTo>
                  <a:lnTo>
                    <a:pt x="819173" y="567205"/>
                  </a:lnTo>
                  <a:lnTo>
                    <a:pt x="820114" y="567205"/>
                  </a:lnTo>
                  <a:lnTo>
                    <a:pt x="821054" y="567205"/>
                  </a:lnTo>
                  <a:lnTo>
                    <a:pt x="821990" y="567205"/>
                  </a:lnTo>
                  <a:lnTo>
                    <a:pt x="822931" y="567205"/>
                  </a:lnTo>
                  <a:lnTo>
                    <a:pt x="823866" y="567205"/>
                  </a:lnTo>
                  <a:lnTo>
                    <a:pt x="824807" y="567205"/>
                  </a:lnTo>
                  <a:lnTo>
                    <a:pt x="825743" y="567205"/>
                  </a:lnTo>
                  <a:lnTo>
                    <a:pt x="826683" y="567205"/>
                  </a:lnTo>
                  <a:lnTo>
                    <a:pt x="827619" y="567205"/>
                  </a:lnTo>
                  <a:lnTo>
                    <a:pt x="828559" y="567205"/>
                  </a:lnTo>
                  <a:lnTo>
                    <a:pt x="829495" y="567205"/>
                  </a:lnTo>
                  <a:lnTo>
                    <a:pt x="830436" y="567205"/>
                  </a:lnTo>
                  <a:lnTo>
                    <a:pt x="831376" y="567210"/>
                  </a:lnTo>
                  <a:lnTo>
                    <a:pt x="832312" y="567210"/>
                  </a:lnTo>
                  <a:lnTo>
                    <a:pt x="833253" y="567210"/>
                  </a:lnTo>
                  <a:lnTo>
                    <a:pt x="834188" y="567210"/>
                  </a:lnTo>
                  <a:lnTo>
                    <a:pt x="835129" y="567210"/>
                  </a:lnTo>
                  <a:lnTo>
                    <a:pt x="836064" y="567210"/>
                  </a:lnTo>
                  <a:lnTo>
                    <a:pt x="837005" y="567210"/>
                  </a:lnTo>
                  <a:lnTo>
                    <a:pt x="837941" y="567210"/>
                  </a:lnTo>
                  <a:lnTo>
                    <a:pt x="838881" y="567210"/>
                  </a:lnTo>
                  <a:lnTo>
                    <a:pt x="839817" y="567210"/>
                  </a:lnTo>
                  <a:lnTo>
                    <a:pt x="840758" y="567210"/>
                  </a:lnTo>
                  <a:lnTo>
                    <a:pt x="841698" y="567210"/>
                  </a:lnTo>
                  <a:lnTo>
                    <a:pt x="842634" y="567210"/>
                  </a:lnTo>
                  <a:lnTo>
                    <a:pt x="843574" y="567210"/>
                  </a:lnTo>
                  <a:lnTo>
                    <a:pt x="844510" y="567210"/>
                  </a:lnTo>
                  <a:lnTo>
                    <a:pt x="845451" y="567210"/>
                  </a:lnTo>
                  <a:lnTo>
                    <a:pt x="846386" y="567210"/>
                  </a:lnTo>
                  <a:lnTo>
                    <a:pt x="847327" y="567210"/>
                  </a:lnTo>
                  <a:lnTo>
                    <a:pt x="848263" y="567210"/>
                  </a:lnTo>
                  <a:lnTo>
                    <a:pt x="849203" y="567210"/>
                  </a:lnTo>
                  <a:lnTo>
                    <a:pt x="850139" y="567210"/>
                  </a:lnTo>
                  <a:lnTo>
                    <a:pt x="851080" y="567210"/>
                  </a:lnTo>
                  <a:lnTo>
                    <a:pt x="852020" y="567210"/>
                  </a:lnTo>
                  <a:lnTo>
                    <a:pt x="852956" y="567210"/>
                  </a:lnTo>
                  <a:lnTo>
                    <a:pt x="853896" y="567210"/>
                  </a:lnTo>
                  <a:lnTo>
                    <a:pt x="854832" y="567210"/>
                  </a:lnTo>
                  <a:lnTo>
                    <a:pt x="855773" y="567210"/>
                  </a:lnTo>
                  <a:lnTo>
                    <a:pt x="856708" y="567210"/>
                  </a:lnTo>
                  <a:lnTo>
                    <a:pt x="857649" y="567210"/>
                  </a:lnTo>
                  <a:lnTo>
                    <a:pt x="858585" y="567210"/>
                  </a:lnTo>
                  <a:lnTo>
                    <a:pt x="859525" y="567210"/>
                  </a:lnTo>
                  <a:lnTo>
                    <a:pt x="860461" y="567210"/>
                  </a:lnTo>
                  <a:lnTo>
                    <a:pt x="861401" y="567210"/>
                  </a:lnTo>
                  <a:lnTo>
                    <a:pt x="862337" y="567210"/>
                  </a:lnTo>
                  <a:lnTo>
                    <a:pt x="863278" y="567210"/>
                  </a:lnTo>
                  <a:lnTo>
                    <a:pt x="864218" y="567210"/>
                  </a:lnTo>
                  <a:lnTo>
                    <a:pt x="865154" y="567210"/>
                  </a:lnTo>
                  <a:lnTo>
                    <a:pt x="866094" y="567210"/>
                  </a:lnTo>
                  <a:lnTo>
                    <a:pt x="867030" y="567210"/>
                  </a:lnTo>
                  <a:lnTo>
                    <a:pt x="867971" y="567210"/>
                  </a:lnTo>
                  <a:lnTo>
                    <a:pt x="868906" y="567210"/>
                  </a:lnTo>
                  <a:lnTo>
                    <a:pt x="869847" y="567210"/>
                  </a:lnTo>
                  <a:lnTo>
                    <a:pt x="870783" y="567210"/>
                  </a:lnTo>
                  <a:lnTo>
                    <a:pt x="871723" y="567210"/>
                  </a:lnTo>
                  <a:lnTo>
                    <a:pt x="872659" y="567210"/>
                  </a:lnTo>
                  <a:lnTo>
                    <a:pt x="873600" y="567210"/>
                  </a:lnTo>
                  <a:lnTo>
                    <a:pt x="874540" y="567210"/>
                  </a:lnTo>
                  <a:lnTo>
                    <a:pt x="875476" y="567210"/>
                  </a:lnTo>
                  <a:lnTo>
                    <a:pt x="876416" y="567210"/>
                  </a:lnTo>
                  <a:lnTo>
                    <a:pt x="877352" y="567210"/>
                  </a:lnTo>
                  <a:lnTo>
                    <a:pt x="878293" y="567210"/>
                  </a:lnTo>
                  <a:lnTo>
                    <a:pt x="879228" y="567210"/>
                  </a:lnTo>
                  <a:lnTo>
                    <a:pt x="880169" y="567210"/>
                  </a:lnTo>
                  <a:lnTo>
                    <a:pt x="881105" y="567210"/>
                  </a:lnTo>
                  <a:lnTo>
                    <a:pt x="882045" y="567210"/>
                  </a:lnTo>
                  <a:lnTo>
                    <a:pt x="882981" y="567210"/>
                  </a:lnTo>
                  <a:lnTo>
                    <a:pt x="883921" y="567210"/>
                  </a:lnTo>
                  <a:lnTo>
                    <a:pt x="884862" y="567210"/>
                  </a:lnTo>
                  <a:lnTo>
                    <a:pt x="885798" y="567210"/>
                  </a:lnTo>
                  <a:lnTo>
                    <a:pt x="886738" y="567210"/>
                  </a:lnTo>
                  <a:lnTo>
                    <a:pt x="887674" y="567210"/>
                  </a:lnTo>
                  <a:lnTo>
                    <a:pt x="888615" y="567210"/>
                  </a:lnTo>
                  <a:lnTo>
                    <a:pt x="889550" y="567210"/>
                  </a:lnTo>
                  <a:lnTo>
                    <a:pt x="890491" y="567210"/>
                  </a:lnTo>
                  <a:lnTo>
                    <a:pt x="891427" y="567210"/>
                  </a:lnTo>
                  <a:lnTo>
                    <a:pt x="892367" y="567210"/>
                  </a:lnTo>
                  <a:lnTo>
                    <a:pt x="893303" y="567210"/>
                  </a:lnTo>
                  <a:lnTo>
                    <a:pt x="894243" y="567210"/>
                  </a:lnTo>
                  <a:lnTo>
                    <a:pt x="895184" y="567210"/>
                  </a:lnTo>
                  <a:lnTo>
                    <a:pt x="896120" y="567210"/>
                  </a:lnTo>
                  <a:lnTo>
                    <a:pt x="897060" y="567210"/>
                  </a:lnTo>
                  <a:lnTo>
                    <a:pt x="897996" y="567210"/>
                  </a:lnTo>
                  <a:lnTo>
                    <a:pt x="898937" y="567210"/>
                  </a:lnTo>
                  <a:lnTo>
                    <a:pt x="899872" y="567210"/>
                  </a:lnTo>
                  <a:lnTo>
                    <a:pt x="900813" y="567210"/>
                  </a:lnTo>
                  <a:lnTo>
                    <a:pt x="901748" y="567210"/>
                  </a:lnTo>
                  <a:lnTo>
                    <a:pt x="902689" y="567210"/>
                  </a:lnTo>
                  <a:lnTo>
                    <a:pt x="903625" y="567210"/>
                  </a:lnTo>
                  <a:lnTo>
                    <a:pt x="904565" y="567210"/>
                  </a:lnTo>
                  <a:lnTo>
                    <a:pt x="905501" y="567210"/>
                  </a:lnTo>
                  <a:lnTo>
                    <a:pt x="906441" y="567210"/>
                  </a:lnTo>
                  <a:lnTo>
                    <a:pt x="907382" y="567210"/>
                  </a:lnTo>
                  <a:lnTo>
                    <a:pt x="908318" y="567210"/>
                  </a:lnTo>
                  <a:lnTo>
                    <a:pt x="909258" y="567210"/>
                  </a:lnTo>
                  <a:lnTo>
                    <a:pt x="910194" y="567210"/>
                  </a:lnTo>
                  <a:lnTo>
                    <a:pt x="911135" y="567210"/>
                  </a:lnTo>
                  <a:lnTo>
                    <a:pt x="912070" y="567210"/>
                  </a:lnTo>
                  <a:lnTo>
                    <a:pt x="913011" y="567210"/>
                  </a:lnTo>
                  <a:lnTo>
                    <a:pt x="913947" y="567210"/>
                  </a:lnTo>
                  <a:lnTo>
                    <a:pt x="914887" y="567210"/>
                  </a:lnTo>
                  <a:lnTo>
                    <a:pt x="915823" y="567210"/>
                  </a:lnTo>
                  <a:lnTo>
                    <a:pt x="916763" y="567210"/>
                  </a:lnTo>
                  <a:lnTo>
                    <a:pt x="917704" y="567210"/>
                  </a:lnTo>
                  <a:lnTo>
                    <a:pt x="918640" y="567210"/>
                  </a:lnTo>
                  <a:lnTo>
                    <a:pt x="919580" y="567210"/>
                  </a:lnTo>
                  <a:lnTo>
                    <a:pt x="920516" y="567210"/>
                  </a:lnTo>
                  <a:lnTo>
                    <a:pt x="921457" y="567210"/>
                  </a:lnTo>
                  <a:lnTo>
                    <a:pt x="922392" y="567210"/>
                  </a:lnTo>
                  <a:lnTo>
                    <a:pt x="923333" y="567210"/>
                  </a:lnTo>
                  <a:lnTo>
                    <a:pt x="924268" y="567210"/>
                  </a:lnTo>
                  <a:lnTo>
                    <a:pt x="925209" y="567210"/>
                  </a:lnTo>
                  <a:lnTo>
                    <a:pt x="926145" y="567210"/>
                  </a:lnTo>
                  <a:lnTo>
                    <a:pt x="927085" y="567210"/>
                  </a:lnTo>
                  <a:lnTo>
                    <a:pt x="928026" y="567210"/>
                  </a:lnTo>
                  <a:lnTo>
                    <a:pt x="928962" y="567210"/>
                  </a:lnTo>
                  <a:lnTo>
                    <a:pt x="929902" y="567210"/>
                  </a:lnTo>
                  <a:lnTo>
                    <a:pt x="930838" y="567210"/>
                  </a:lnTo>
                  <a:lnTo>
                    <a:pt x="931779" y="567210"/>
                  </a:lnTo>
                  <a:lnTo>
                    <a:pt x="932714" y="567210"/>
                  </a:lnTo>
                  <a:lnTo>
                    <a:pt x="933655" y="567210"/>
                  </a:lnTo>
                  <a:lnTo>
                    <a:pt x="934590" y="567210"/>
                  </a:lnTo>
                  <a:lnTo>
                    <a:pt x="935531" y="567210"/>
                  </a:lnTo>
                  <a:lnTo>
                    <a:pt x="936467" y="567210"/>
                  </a:lnTo>
                  <a:lnTo>
                    <a:pt x="937407" y="56721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2" name="Freeform 71">
            <a:extLst>
              <a:ext uri="{FF2B5EF4-FFF2-40B4-BE49-F238E27FC236}">
                <a16:creationId xmlns:a16="http://schemas.microsoft.com/office/drawing/2014/main" id="{359947F2-095B-04F8-9E69-2200FD44E4FF}"/>
              </a:ext>
            </a:extLst>
          </p:cNvPr>
          <p:cNvSpPr/>
          <p:nvPr/>
        </p:nvSpPr>
        <p:spPr>
          <a:xfrm>
            <a:off x="2069813" y="4341942"/>
            <a:ext cx="937407" cy="620412"/>
          </a:xfrm>
          <a:custGeom>
            <a:avLst/>
            <a:gdLst>
              <a:gd name="connsiteX0" fmla="*/ 0 w 937407"/>
              <a:gd name="connsiteY0" fmla="*/ 620388 h 620412"/>
              <a:gd name="connsiteX1" fmla="*/ 938 w 937407"/>
              <a:gd name="connsiteY1" fmla="*/ 620388 h 620412"/>
              <a:gd name="connsiteX2" fmla="*/ 1877 w 937407"/>
              <a:gd name="connsiteY2" fmla="*/ 620388 h 620412"/>
              <a:gd name="connsiteX3" fmla="*/ 2815 w 937407"/>
              <a:gd name="connsiteY3" fmla="*/ 620383 h 620412"/>
              <a:gd name="connsiteX4" fmla="*/ 3753 w 937407"/>
              <a:gd name="connsiteY4" fmla="*/ 620383 h 620412"/>
              <a:gd name="connsiteX5" fmla="*/ 4692 w 937407"/>
              <a:gd name="connsiteY5" fmla="*/ 620383 h 620412"/>
              <a:gd name="connsiteX6" fmla="*/ 5630 w 937407"/>
              <a:gd name="connsiteY6" fmla="*/ 620378 h 620412"/>
              <a:gd name="connsiteX7" fmla="*/ 6568 w 937407"/>
              <a:gd name="connsiteY7" fmla="*/ 620378 h 620412"/>
              <a:gd name="connsiteX8" fmla="*/ 7507 w 937407"/>
              <a:gd name="connsiteY8" fmla="*/ 620373 h 620412"/>
              <a:gd name="connsiteX9" fmla="*/ 8445 w 937407"/>
              <a:gd name="connsiteY9" fmla="*/ 620373 h 620412"/>
              <a:gd name="connsiteX10" fmla="*/ 9383 w 937407"/>
              <a:gd name="connsiteY10" fmla="*/ 620368 h 620412"/>
              <a:gd name="connsiteX11" fmla="*/ 10321 w 937407"/>
              <a:gd name="connsiteY11" fmla="*/ 620368 h 620412"/>
              <a:gd name="connsiteX12" fmla="*/ 11260 w 937407"/>
              <a:gd name="connsiteY12" fmla="*/ 620368 h 620412"/>
              <a:gd name="connsiteX13" fmla="*/ 12198 w 937407"/>
              <a:gd name="connsiteY13" fmla="*/ 620363 h 620412"/>
              <a:gd name="connsiteX14" fmla="*/ 13137 w 937407"/>
              <a:gd name="connsiteY14" fmla="*/ 620358 h 620412"/>
              <a:gd name="connsiteX15" fmla="*/ 14075 w 937407"/>
              <a:gd name="connsiteY15" fmla="*/ 620358 h 620412"/>
              <a:gd name="connsiteX16" fmla="*/ 15014 w 937407"/>
              <a:gd name="connsiteY16" fmla="*/ 620353 h 620412"/>
              <a:gd name="connsiteX17" fmla="*/ 15952 w 937407"/>
              <a:gd name="connsiteY17" fmla="*/ 620353 h 620412"/>
              <a:gd name="connsiteX18" fmla="*/ 16890 w 937407"/>
              <a:gd name="connsiteY18" fmla="*/ 620348 h 620412"/>
              <a:gd name="connsiteX19" fmla="*/ 17828 w 937407"/>
              <a:gd name="connsiteY19" fmla="*/ 620343 h 620412"/>
              <a:gd name="connsiteX20" fmla="*/ 18767 w 937407"/>
              <a:gd name="connsiteY20" fmla="*/ 620343 h 620412"/>
              <a:gd name="connsiteX21" fmla="*/ 19705 w 937407"/>
              <a:gd name="connsiteY21" fmla="*/ 620338 h 620412"/>
              <a:gd name="connsiteX22" fmla="*/ 20643 w 937407"/>
              <a:gd name="connsiteY22" fmla="*/ 620333 h 620412"/>
              <a:gd name="connsiteX23" fmla="*/ 21582 w 937407"/>
              <a:gd name="connsiteY23" fmla="*/ 620328 h 620412"/>
              <a:gd name="connsiteX24" fmla="*/ 22520 w 937407"/>
              <a:gd name="connsiteY24" fmla="*/ 620323 h 620412"/>
              <a:gd name="connsiteX25" fmla="*/ 23459 w 937407"/>
              <a:gd name="connsiteY25" fmla="*/ 620318 h 620412"/>
              <a:gd name="connsiteX26" fmla="*/ 24397 w 937407"/>
              <a:gd name="connsiteY26" fmla="*/ 620313 h 620412"/>
              <a:gd name="connsiteX27" fmla="*/ 25335 w 937407"/>
              <a:gd name="connsiteY27" fmla="*/ 620308 h 620412"/>
              <a:gd name="connsiteX28" fmla="*/ 26274 w 937407"/>
              <a:gd name="connsiteY28" fmla="*/ 620304 h 620412"/>
              <a:gd name="connsiteX29" fmla="*/ 27212 w 937407"/>
              <a:gd name="connsiteY29" fmla="*/ 620299 h 620412"/>
              <a:gd name="connsiteX30" fmla="*/ 28150 w 937407"/>
              <a:gd name="connsiteY30" fmla="*/ 620294 h 620412"/>
              <a:gd name="connsiteX31" fmla="*/ 29088 w 937407"/>
              <a:gd name="connsiteY31" fmla="*/ 620289 h 620412"/>
              <a:gd name="connsiteX32" fmla="*/ 30027 w 937407"/>
              <a:gd name="connsiteY32" fmla="*/ 620279 h 620412"/>
              <a:gd name="connsiteX33" fmla="*/ 30965 w 937407"/>
              <a:gd name="connsiteY33" fmla="*/ 620274 h 620412"/>
              <a:gd name="connsiteX34" fmla="*/ 31903 w 937407"/>
              <a:gd name="connsiteY34" fmla="*/ 620269 h 620412"/>
              <a:gd name="connsiteX35" fmla="*/ 32842 w 937407"/>
              <a:gd name="connsiteY35" fmla="*/ 620259 h 620412"/>
              <a:gd name="connsiteX36" fmla="*/ 33780 w 937407"/>
              <a:gd name="connsiteY36" fmla="*/ 620254 h 620412"/>
              <a:gd name="connsiteX37" fmla="*/ 34719 w 937407"/>
              <a:gd name="connsiteY37" fmla="*/ 620244 h 620412"/>
              <a:gd name="connsiteX38" fmla="*/ 35657 w 937407"/>
              <a:gd name="connsiteY38" fmla="*/ 620234 h 620412"/>
              <a:gd name="connsiteX39" fmla="*/ 36595 w 937407"/>
              <a:gd name="connsiteY39" fmla="*/ 620229 h 620412"/>
              <a:gd name="connsiteX40" fmla="*/ 37534 w 937407"/>
              <a:gd name="connsiteY40" fmla="*/ 620219 h 620412"/>
              <a:gd name="connsiteX41" fmla="*/ 38472 w 937407"/>
              <a:gd name="connsiteY41" fmla="*/ 620210 h 620412"/>
              <a:gd name="connsiteX42" fmla="*/ 39410 w 937407"/>
              <a:gd name="connsiteY42" fmla="*/ 620200 h 620412"/>
              <a:gd name="connsiteX43" fmla="*/ 40348 w 937407"/>
              <a:gd name="connsiteY43" fmla="*/ 620190 h 620412"/>
              <a:gd name="connsiteX44" fmla="*/ 41287 w 937407"/>
              <a:gd name="connsiteY44" fmla="*/ 620175 h 620412"/>
              <a:gd name="connsiteX45" fmla="*/ 42225 w 937407"/>
              <a:gd name="connsiteY45" fmla="*/ 620165 h 620412"/>
              <a:gd name="connsiteX46" fmla="*/ 43164 w 937407"/>
              <a:gd name="connsiteY46" fmla="*/ 620155 h 620412"/>
              <a:gd name="connsiteX47" fmla="*/ 44102 w 937407"/>
              <a:gd name="connsiteY47" fmla="*/ 620140 h 620412"/>
              <a:gd name="connsiteX48" fmla="*/ 45041 w 937407"/>
              <a:gd name="connsiteY48" fmla="*/ 620130 h 620412"/>
              <a:gd name="connsiteX49" fmla="*/ 45979 w 937407"/>
              <a:gd name="connsiteY49" fmla="*/ 620115 h 620412"/>
              <a:gd name="connsiteX50" fmla="*/ 46917 w 937407"/>
              <a:gd name="connsiteY50" fmla="*/ 620101 h 620412"/>
              <a:gd name="connsiteX51" fmla="*/ 47856 w 937407"/>
              <a:gd name="connsiteY51" fmla="*/ 620086 h 620412"/>
              <a:gd name="connsiteX52" fmla="*/ 48794 w 937407"/>
              <a:gd name="connsiteY52" fmla="*/ 620071 h 620412"/>
              <a:gd name="connsiteX53" fmla="*/ 49732 w 937407"/>
              <a:gd name="connsiteY53" fmla="*/ 620056 h 620412"/>
              <a:gd name="connsiteX54" fmla="*/ 50670 w 937407"/>
              <a:gd name="connsiteY54" fmla="*/ 620036 h 620412"/>
              <a:gd name="connsiteX55" fmla="*/ 51609 w 937407"/>
              <a:gd name="connsiteY55" fmla="*/ 620021 h 620412"/>
              <a:gd name="connsiteX56" fmla="*/ 52547 w 937407"/>
              <a:gd name="connsiteY56" fmla="*/ 620002 h 620412"/>
              <a:gd name="connsiteX57" fmla="*/ 53485 w 937407"/>
              <a:gd name="connsiteY57" fmla="*/ 619982 h 620412"/>
              <a:gd name="connsiteX58" fmla="*/ 54424 w 937407"/>
              <a:gd name="connsiteY58" fmla="*/ 619962 h 620412"/>
              <a:gd name="connsiteX59" fmla="*/ 55362 w 937407"/>
              <a:gd name="connsiteY59" fmla="*/ 619942 h 620412"/>
              <a:gd name="connsiteX60" fmla="*/ 56301 w 937407"/>
              <a:gd name="connsiteY60" fmla="*/ 619917 h 620412"/>
              <a:gd name="connsiteX61" fmla="*/ 57239 w 937407"/>
              <a:gd name="connsiteY61" fmla="*/ 619898 h 620412"/>
              <a:gd name="connsiteX62" fmla="*/ 58177 w 937407"/>
              <a:gd name="connsiteY62" fmla="*/ 619873 h 620412"/>
              <a:gd name="connsiteX63" fmla="*/ 59116 w 937407"/>
              <a:gd name="connsiteY63" fmla="*/ 619848 h 620412"/>
              <a:gd name="connsiteX64" fmla="*/ 60054 w 937407"/>
              <a:gd name="connsiteY64" fmla="*/ 619823 h 620412"/>
              <a:gd name="connsiteX65" fmla="*/ 60992 w 937407"/>
              <a:gd name="connsiteY65" fmla="*/ 619794 h 620412"/>
              <a:gd name="connsiteX66" fmla="*/ 61930 w 937407"/>
              <a:gd name="connsiteY66" fmla="*/ 619769 h 620412"/>
              <a:gd name="connsiteX67" fmla="*/ 62869 w 937407"/>
              <a:gd name="connsiteY67" fmla="*/ 619739 h 620412"/>
              <a:gd name="connsiteX68" fmla="*/ 63807 w 937407"/>
              <a:gd name="connsiteY68" fmla="*/ 619705 h 620412"/>
              <a:gd name="connsiteX69" fmla="*/ 64746 w 937407"/>
              <a:gd name="connsiteY69" fmla="*/ 619675 h 620412"/>
              <a:gd name="connsiteX70" fmla="*/ 65684 w 937407"/>
              <a:gd name="connsiteY70" fmla="*/ 619640 h 620412"/>
              <a:gd name="connsiteX71" fmla="*/ 66623 w 937407"/>
              <a:gd name="connsiteY71" fmla="*/ 619610 h 620412"/>
              <a:gd name="connsiteX72" fmla="*/ 67561 w 937407"/>
              <a:gd name="connsiteY72" fmla="*/ 619571 h 620412"/>
              <a:gd name="connsiteX73" fmla="*/ 68499 w 937407"/>
              <a:gd name="connsiteY73" fmla="*/ 619536 h 620412"/>
              <a:gd name="connsiteX74" fmla="*/ 69437 w 937407"/>
              <a:gd name="connsiteY74" fmla="*/ 619497 h 620412"/>
              <a:gd name="connsiteX75" fmla="*/ 70376 w 937407"/>
              <a:gd name="connsiteY75" fmla="*/ 619457 h 620412"/>
              <a:gd name="connsiteX76" fmla="*/ 71314 w 937407"/>
              <a:gd name="connsiteY76" fmla="*/ 619412 h 620412"/>
              <a:gd name="connsiteX77" fmla="*/ 72252 w 937407"/>
              <a:gd name="connsiteY77" fmla="*/ 619373 h 620412"/>
              <a:gd name="connsiteX78" fmla="*/ 73191 w 937407"/>
              <a:gd name="connsiteY78" fmla="*/ 619323 h 620412"/>
              <a:gd name="connsiteX79" fmla="*/ 74129 w 937407"/>
              <a:gd name="connsiteY79" fmla="*/ 619279 h 620412"/>
              <a:gd name="connsiteX80" fmla="*/ 75067 w 937407"/>
              <a:gd name="connsiteY80" fmla="*/ 619229 h 620412"/>
              <a:gd name="connsiteX81" fmla="*/ 76006 w 937407"/>
              <a:gd name="connsiteY81" fmla="*/ 619180 h 620412"/>
              <a:gd name="connsiteX82" fmla="*/ 76944 w 937407"/>
              <a:gd name="connsiteY82" fmla="*/ 619125 h 620412"/>
              <a:gd name="connsiteX83" fmla="*/ 77883 w 937407"/>
              <a:gd name="connsiteY83" fmla="*/ 619071 h 620412"/>
              <a:gd name="connsiteX84" fmla="*/ 78821 w 937407"/>
              <a:gd name="connsiteY84" fmla="*/ 619011 h 620412"/>
              <a:gd name="connsiteX85" fmla="*/ 79759 w 937407"/>
              <a:gd name="connsiteY85" fmla="*/ 618952 h 620412"/>
              <a:gd name="connsiteX86" fmla="*/ 80697 w 937407"/>
              <a:gd name="connsiteY86" fmla="*/ 618893 h 620412"/>
              <a:gd name="connsiteX87" fmla="*/ 81636 w 937407"/>
              <a:gd name="connsiteY87" fmla="*/ 618828 h 620412"/>
              <a:gd name="connsiteX88" fmla="*/ 82574 w 937407"/>
              <a:gd name="connsiteY88" fmla="*/ 618764 h 620412"/>
              <a:gd name="connsiteX89" fmla="*/ 83512 w 937407"/>
              <a:gd name="connsiteY89" fmla="*/ 618695 h 620412"/>
              <a:gd name="connsiteX90" fmla="*/ 84451 w 937407"/>
              <a:gd name="connsiteY90" fmla="*/ 618620 h 620412"/>
              <a:gd name="connsiteX91" fmla="*/ 85389 w 937407"/>
              <a:gd name="connsiteY91" fmla="*/ 618546 h 620412"/>
              <a:gd name="connsiteX92" fmla="*/ 86328 w 937407"/>
              <a:gd name="connsiteY92" fmla="*/ 618467 h 620412"/>
              <a:gd name="connsiteX93" fmla="*/ 87266 w 937407"/>
              <a:gd name="connsiteY93" fmla="*/ 618388 h 620412"/>
              <a:gd name="connsiteX94" fmla="*/ 88205 w 937407"/>
              <a:gd name="connsiteY94" fmla="*/ 618304 h 620412"/>
              <a:gd name="connsiteX95" fmla="*/ 89143 w 937407"/>
              <a:gd name="connsiteY95" fmla="*/ 618219 h 620412"/>
              <a:gd name="connsiteX96" fmla="*/ 90081 w 937407"/>
              <a:gd name="connsiteY96" fmla="*/ 618130 h 620412"/>
              <a:gd name="connsiteX97" fmla="*/ 91019 w 937407"/>
              <a:gd name="connsiteY97" fmla="*/ 618036 h 620412"/>
              <a:gd name="connsiteX98" fmla="*/ 91958 w 937407"/>
              <a:gd name="connsiteY98" fmla="*/ 617942 h 620412"/>
              <a:gd name="connsiteX99" fmla="*/ 92896 w 937407"/>
              <a:gd name="connsiteY99" fmla="*/ 617843 h 620412"/>
              <a:gd name="connsiteX100" fmla="*/ 93834 w 937407"/>
              <a:gd name="connsiteY100" fmla="*/ 617739 h 620412"/>
              <a:gd name="connsiteX101" fmla="*/ 94773 w 937407"/>
              <a:gd name="connsiteY101" fmla="*/ 617630 h 620412"/>
              <a:gd name="connsiteX102" fmla="*/ 95711 w 937407"/>
              <a:gd name="connsiteY102" fmla="*/ 617521 h 620412"/>
              <a:gd name="connsiteX103" fmla="*/ 96649 w 937407"/>
              <a:gd name="connsiteY103" fmla="*/ 617403 h 620412"/>
              <a:gd name="connsiteX104" fmla="*/ 97588 w 937407"/>
              <a:gd name="connsiteY104" fmla="*/ 617284 h 620412"/>
              <a:gd name="connsiteX105" fmla="*/ 98526 w 937407"/>
              <a:gd name="connsiteY105" fmla="*/ 617165 h 620412"/>
              <a:gd name="connsiteX106" fmla="*/ 99465 w 937407"/>
              <a:gd name="connsiteY106" fmla="*/ 617036 h 620412"/>
              <a:gd name="connsiteX107" fmla="*/ 100403 w 937407"/>
              <a:gd name="connsiteY107" fmla="*/ 616903 h 620412"/>
              <a:gd name="connsiteX108" fmla="*/ 101341 w 937407"/>
              <a:gd name="connsiteY108" fmla="*/ 616764 h 620412"/>
              <a:gd name="connsiteX109" fmla="*/ 102279 w 937407"/>
              <a:gd name="connsiteY109" fmla="*/ 616625 h 620412"/>
              <a:gd name="connsiteX110" fmla="*/ 103218 w 937407"/>
              <a:gd name="connsiteY110" fmla="*/ 616477 h 620412"/>
              <a:gd name="connsiteX111" fmla="*/ 104156 w 937407"/>
              <a:gd name="connsiteY111" fmla="*/ 616323 h 620412"/>
              <a:gd name="connsiteX112" fmla="*/ 105094 w 937407"/>
              <a:gd name="connsiteY112" fmla="*/ 616170 h 620412"/>
              <a:gd name="connsiteX113" fmla="*/ 106033 w 937407"/>
              <a:gd name="connsiteY113" fmla="*/ 616006 h 620412"/>
              <a:gd name="connsiteX114" fmla="*/ 106971 w 937407"/>
              <a:gd name="connsiteY114" fmla="*/ 615838 h 620412"/>
              <a:gd name="connsiteX115" fmla="*/ 107910 w 937407"/>
              <a:gd name="connsiteY115" fmla="*/ 615665 h 620412"/>
              <a:gd name="connsiteX116" fmla="*/ 108848 w 937407"/>
              <a:gd name="connsiteY116" fmla="*/ 615487 h 620412"/>
              <a:gd name="connsiteX117" fmla="*/ 109786 w 937407"/>
              <a:gd name="connsiteY117" fmla="*/ 615299 h 620412"/>
              <a:gd name="connsiteX118" fmla="*/ 110725 w 937407"/>
              <a:gd name="connsiteY118" fmla="*/ 615105 h 620412"/>
              <a:gd name="connsiteX119" fmla="*/ 111663 w 937407"/>
              <a:gd name="connsiteY119" fmla="*/ 614907 h 620412"/>
              <a:gd name="connsiteX120" fmla="*/ 112601 w 937407"/>
              <a:gd name="connsiteY120" fmla="*/ 614704 h 620412"/>
              <a:gd name="connsiteX121" fmla="*/ 113539 w 937407"/>
              <a:gd name="connsiteY121" fmla="*/ 614492 h 620412"/>
              <a:gd name="connsiteX122" fmla="*/ 114478 w 937407"/>
              <a:gd name="connsiteY122" fmla="*/ 614274 h 620412"/>
              <a:gd name="connsiteX123" fmla="*/ 115416 w 937407"/>
              <a:gd name="connsiteY123" fmla="*/ 614046 h 620412"/>
              <a:gd name="connsiteX124" fmla="*/ 116355 w 937407"/>
              <a:gd name="connsiteY124" fmla="*/ 613813 h 620412"/>
              <a:gd name="connsiteX125" fmla="*/ 117293 w 937407"/>
              <a:gd name="connsiteY125" fmla="*/ 613571 h 620412"/>
              <a:gd name="connsiteX126" fmla="*/ 118232 w 937407"/>
              <a:gd name="connsiteY126" fmla="*/ 613323 h 620412"/>
              <a:gd name="connsiteX127" fmla="*/ 119170 w 937407"/>
              <a:gd name="connsiteY127" fmla="*/ 613066 h 620412"/>
              <a:gd name="connsiteX128" fmla="*/ 120108 w 937407"/>
              <a:gd name="connsiteY128" fmla="*/ 612803 h 620412"/>
              <a:gd name="connsiteX129" fmla="*/ 121047 w 937407"/>
              <a:gd name="connsiteY129" fmla="*/ 612531 h 620412"/>
              <a:gd name="connsiteX130" fmla="*/ 121985 w 937407"/>
              <a:gd name="connsiteY130" fmla="*/ 612249 h 620412"/>
              <a:gd name="connsiteX131" fmla="*/ 122923 w 937407"/>
              <a:gd name="connsiteY131" fmla="*/ 611957 h 620412"/>
              <a:gd name="connsiteX132" fmla="*/ 123861 w 937407"/>
              <a:gd name="connsiteY132" fmla="*/ 611655 h 620412"/>
              <a:gd name="connsiteX133" fmla="*/ 124800 w 937407"/>
              <a:gd name="connsiteY133" fmla="*/ 611348 h 620412"/>
              <a:gd name="connsiteX134" fmla="*/ 125738 w 937407"/>
              <a:gd name="connsiteY134" fmla="*/ 611026 h 620412"/>
              <a:gd name="connsiteX135" fmla="*/ 126676 w 937407"/>
              <a:gd name="connsiteY135" fmla="*/ 610699 h 620412"/>
              <a:gd name="connsiteX136" fmla="*/ 127615 w 937407"/>
              <a:gd name="connsiteY136" fmla="*/ 610363 h 620412"/>
              <a:gd name="connsiteX137" fmla="*/ 128553 w 937407"/>
              <a:gd name="connsiteY137" fmla="*/ 610011 h 620412"/>
              <a:gd name="connsiteX138" fmla="*/ 129492 w 937407"/>
              <a:gd name="connsiteY138" fmla="*/ 609650 h 620412"/>
              <a:gd name="connsiteX139" fmla="*/ 130430 w 937407"/>
              <a:gd name="connsiteY139" fmla="*/ 609284 h 620412"/>
              <a:gd name="connsiteX140" fmla="*/ 131368 w 937407"/>
              <a:gd name="connsiteY140" fmla="*/ 608898 h 620412"/>
              <a:gd name="connsiteX141" fmla="*/ 132307 w 937407"/>
              <a:gd name="connsiteY141" fmla="*/ 608506 h 620412"/>
              <a:gd name="connsiteX142" fmla="*/ 133245 w 937407"/>
              <a:gd name="connsiteY142" fmla="*/ 608100 h 620412"/>
              <a:gd name="connsiteX143" fmla="*/ 134183 w 937407"/>
              <a:gd name="connsiteY143" fmla="*/ 607685 h 620412"/>
              <a:gd name="connsiteX144" fmla="*/ 135121 w 937407"/>
              <a:gd name="connsiteY144" fmla="*/ 607254 h 620412"/>
              <a:gd name="connsiteX145" fmla="*/ 136060 w 937407"/>
              <a:gd name="connsiteY145" fmla="*/ 606813 h 620412"/>
              <a:gd name="connsiteX146" fmla="*/ 136998 w 937407"/>
              <a:gd name="connsiteY146" fmla="*/ 606363 h 620412"/>
              <a:gd name="connsiteX147" fmla="*/ 137937 w 937407"/>
              <a:gd name="connsiteY147" fmla="*/ 605892 h 620412"/>
              <a:gd name="connsiteX148" fmla="*/ 138875 w 937407"/>
              <a:gd name="connsiteY148" fmla="*/ 605412 h 620412"/>
              <a:gd name="connsiteX149" fmla="*/ 139814 w 937407"/>
              <a:gd name="connsiteY149" fmla="*/ 604917 h 620412"/>
              <a:gd name="connsiteX150" fmla="*/ 140752 w 937407"/>
              <a:gd name="connsiteY150" fmla="*/ 604407 h 620412"/>
              <a:gd name="connsiteX151" fmla="*/ 141690 w 937407"/>
              <a:gd name="connsiteY151" fmla="*/ 603888 h 620412"/>
              <a:gd name="connsiteX152" fmla="*/ 142628 w 937407"/>
              <a:gd name="connsiteY152" fmla="*/ 603348 h 620412"/>
              <a:gd name="connsiteX153" fmla="*/ 143567 w 937407"/>
              <a:gd name="connsiteY153" fmla="*/ 602793 h 620412"/>
              <a:gd name="connsiteX154" fmla="*/ 144505 w 937407"/>
              <a:gd name="connsiteY154" fmla="*/ 602229 h 620412"/>
              <a:gd name="connsiteX155" fmla="*/ 145443 w 937407"/>
              <a:gd name="connsiteY155" fmla="*/ 601645 h 620412"/>
              <a:gd name="connsiteX156" fmla="*/ 146382 w 937407"/>
              <a:gd name="connsiteY156" fmla="*/ 601046 h 620412"/>
              <a:gd name="connsiteX157" fmla="*/ 147320 w 937407"/>
              <a:gd name="connsiteY157" fmla="*/ 600427 h 620412"/>
              <a:gd name="connsiteX158" fmla="*/ 148258 w 937407"/>
              <a:gd name="connsiteY158" fmla="*/ 599798 h 620412"/>
              <a:gd name="connsiteX159" fmla="*/ 149197 w 937407"/>
              <a:gd name="connsiteY159" fmla="*/ 599145 h 620412"/>
              <a:gd name="connsiteX160" fmla="*/ 150135 w 937407"/>
              <a:gd name="connsiteY160" fmla="*/ 598482 h 620412"/>
              <a:gd name="connsiteX161" fmla="*/ 151074 w 937407"/>
              <a:gd name="connsiteY161" fmla="*/ 597793 h 620412"/>
              <a:gd name="connsiteX162" fmla="*/ 152012 w 937407"/>
              <a:gd name="connsiteY162" fmla="*/ 597090 h 620412"/>
              <a:gd name="connsiteX163" fmla="*/ 152950 w 937407"/>
              <a:gd name="connsiteY163" fmla="*/ 596373 h 620412"/>
              <a:gd name="connsiteX164" fmla="*/ 153888 w 937407"/>
              <a:gd name="connsiteY164" fmla="*/ 595630 h 620412"/>
              <a:gd name="connsiteX165" fmla="*/ 154827 w 937407"/>
              <a:gd name="connsiteY165" fmla="*/ 594873 h 620412"/>
              <a:gd name="connsiteX166" fmla="*/ 155765 w 937407"/>
              <a:gd name="connsiteY166" fmla="*/ 594095 h 620412"/>
              <a:gd name="connsiteX167" fmla="*/ 156703 w 937407"/>
              <a:gd name="connsiteY167" fmla="*/ 593298 h 620412"/>
              <a:gd name="connsiteX168" fmla="*/ 157642 w 937407"/>
              <a:gd name="connsiteY168" fmla="*/ 592477 h 620412"/>
              <a:gd name="connsiteX169" fmla="*/ 158580 w 937407"/>
              <a:gd name="connsiteY169" fmla="*/ 591640 h 620412"/>
              <a:gd name="connsiteX170" fmla="*/ 159519 w 937407"/>
              <a:gd name="connsiteY170" fmla="*/ 590778 h 620412"/>
              <a:gd name="connsiteX171" fmla="*/ 160457 w 937407"/>
              <a:gd name="connsiteY171" fmla="*/ 589897 h 620412"/>
              <a:gd name="connsiteX172" fmla="*/ 161395 w 937407"/>
              <a:gd name="connsiteY172" fmla="*/ 588991 h 620412"/>
              <a:gd name="connsiteX173" fmla="*/ 162334 w 937407"/>
              <a:gd name="connsiteY173" fmla="*/ 588066 h 620412"/>
              <a:gd name="connsiteX174" fmla="*/ 163272 w 937407"/>
              <a:gd name="connsiteY174" fmla="*/ 587120 h 620412"/>
              <a:gd name="connsiteX175" fmla="*/ 164210 w 937407"/>
              <a:gd name="connsiteY175" fmla="*/ 586150 h 620412"/>
              <a:gd name="connsiteX176" fmla="*/ 165149 w 937407"/>
              <a:gd name="connsiteY176" fmla="*/ 585155 h 620412"/>
              <a:gd name="connsiteX177" fmla="*/ 166087 w 937407"/>
              <a:gd name="connsiteY177" fmla="*/ 584135 h 620412"/>
              <a:gd name="connsiteX178" fmla="*/ 167025 w 937407"/>
              <a:gd name="connsiteY178" fmla="*/ 583095 h 620412"/>
              <a:gd name="connsiteX179" fmla="*/ 167964 w 937407"/>
              <a:gd name="connsiteY179" fmla="*/ 582026 h 620412"/>
              <a:gd name="connsiteX180" fmla="*/ 168902 w 937407"/>
              <a:gd name="connsiteY180" fmla="*/ 580937 h 620412"/>
              <a:gd name="connsiteX181" fmla="*/ 169840 w 937407"/>
              <a:gd name="connsiteY181" fmla="*/ 579818 h 620412"/>
              <a:gd name="connsiteX182" fmla="*/ 170779 w 937407"/>
              <a:gd name="connsiteY182" fmla="*/ 578679 h 620412"/>
              <a:gd name="connsiteX183" fmla="*/ 171717 w 937407"/>
              <a:gd name="connsiteY183" fmla="*/ 577511 h 620412"/>
              <a:gd name="connsiteX184" fmla="*/ 172656 w 937407"/>
              <a:gd name="connsiteY184" fmla="*/ 576313 h 620412"/>
              <a:gd name="connsiteX185" fmla="*/ 173594 w 937407"/>
              <a:gd name="connsiteY185" fmla="*/ 575090 h 620412"/>
              <a:gd name="connsiteX186" fmla="*/ 174532 w 937407"/>
              <a:gd name="connsiteY186" fmla="*/ 573843 h 620412"/>
              <a:gd name="connsiteX187" fmla="*/ 175470 w 937407"/>
              <a:gd name="connsiteY187" fmla="*/ 572565 h 620412"/>
              <a:gd name="connsiteX188" fmla="*/ 176409 w 937407"/>
              <a:gd name="connsiteY188" fmla="*/ 571263 h 620412"/>
              <a:gd name="connsiteX189" fmla="*/ 177347 w 937407"/>
              <a:gd name="connsiteY189" fmla="*/ 569932 h 620412"/>
              <a:gd name="connsiteX190" fmla="*/ 178285 w 937407"/>
              <a:gd name="connsiteY190" fmla="*/ 568565 h 620412"/>
              <a:gd name="connsiteX191" fmla="*/ 179224 w 937407"/>
              <a:gd name="connsiteY191" fmla="*/ 567179 h 620412"/>
              <a:gd name="connsiteX192" fmla="*/ 180162 w 937407"/>
              <a:gd name="connsiteY192" fmla="*/ 565758 h 620412"/>
              <a:gd name="connsiteX193" fmla="*/ 181101 w 937407"/>
              <a:gd name="connsiteY193" fmla="*/ 564308 h 620412"/>
              <a:gd name="connsiteX194" fmla="*/ 182039 w 937407"/>
              <a:gd name="connsiteY194" fmla="*/ 562823 h 620412"/>
              <a:gd name="connsiteX195" fmla="*/ 182977 w 937407"/>
              <a:gd name="connsiteY195" fmla="*/ 561313 h 620412"/>
              <a:gd name="connsiteX196" fmla="*/ 183916 w 937407"/>
              <a:gd name="connsiteY196" fmla="*/ 559773 h 620412"/>
              <a:gd name="connsiteX197" fmla="*/ 184854 w 937407"/>
              <a:gd name="connsiteY197" fmla="*/ 558199 h 620412"/>
              <a:gd name="connsiteX198" fmla="*/ 185792 w 937407"/>
              <a:gd name="connsiteY198" fmla="*/ 556590 h 620412"/>
              <a:gd name="connsiteX199" fmla="*/ 186730 w 937407"/>
              <a:gd name="connsiteY199" fmla="*/ 554951 h 620412"/>
              <a:gd name="connsiteX200" fmla="*/ 187669 w 937407"/>
              <a:gd name="connsiteY200" fmla="*/ 553283 h 620412"/>
              <a:gd name="connsiteX201" fmla="*/ 188607 w 937407"/>
              <a:gd name="connsiteY201" fmla="*/ 551580 h 620412"/>
              <a:gd name="connsiteX202" fmla="*/ 189546 w 937407"/>
              <a:gd name="connsiteY202" fmla="*/ 549842 h 620412"/>
              <a:gd name="connsiteX203" fmla="*/ 190484 w 937407"/>
              <a:gd name="connsiteY203" fmla="*/ 548075 h 620412"/>
              <a:gd name="connsiteX204" fmla="*/ 191422 w 937407"/>
              <a:gd name="connsiteY204" fmla="*/ 546268 h 620412"/>
              <a:gd name="connsiteX205" fmla="*/ 192361 w 937407"/>
              <a:gd name="connsiteY205" fmla="*/ 544431 h 620412"/>
              <a:gd name="connsiteX206" fmla="*/ 193299 w 937407"/>
              <a:gd name="connsiteY206" fmla="*/ 542560 h 620412"/>
              <a:gd name="connsiteX207" fmla="*/ 194237 w 937407"/>
              <a:gd name="connsiteY207" fmla="*/ 540654 h 620412"/>
              <a:gd name="connsiteX208" fmla="*/ 195176 w 937407"/>
              <a:gd name="connsiteY208" fmla="*/ 538709 h 620412"/>
              <a:gd name="connsiteX209" fmla="*/ 196114 w 937407"/>
              <a:gd name="connsiteY209" fmla="*/ 536733 h 620412"/>
              <a:gd name="connsiteX210" fmla="*/ 197052 w 937407"/>
              <a:gd name="connsiteY210" fmla="*/ 534718 h 620412"/>
              <a:gd name="connsiteX211" fmla="*/ 197991 w 937407"/>
              <a:gd name="connsiteY211" fmla="*/ 532669 h 620412"/>
              <a:gd name="connsiteX212" fmla="*/ 198929 w 937407"/>
              <a:gd name="connsiteY212" fmla="*/ 530585 h 620412"/>
              <a:gd name="connsiteX213" fmla="*/ 199867 w 937407"/>
              <a:gd name="connsiteY213" fmla="*/ 528461 h 620412"/>
              <a:gd name="connsiteX214" fmla="*/ 200806 w 937407"/>
              <a:gd name="connsiteY214" fmla="*/ 526302 h 620412"/>
              <a:gd name="connsiteX215" fmla="*/ 201744 w 937407"/>
              <a:gd name="connsiteY215" fmla="*/ 524104 h 620412"/>
              <a:gd name="connsiteX216" fmla="*/ 202683 w 937407"/>
              <a:gd name="connsiteY216" fmla="*/ 521872 h 620412"/>
              <a:gd name="connsiteX217" fmla="*/ 203621 w 937407"/>
              <a:gd name="connsiteY217" fmla="*/ 519599 h 620412"/>
              <a:gd name="connsiteX218" fmla="*/ 204559 w 937407"/>
              <a:gd name="connsiteY218" fmla="*/ 517292 h 620412"/>
              <a:gd name="connsiteX219" fmla="*/ 205498 w 937407"/>
              <a:gd name="connsiteY219" fmla="*/ 514946 h 620412"/>
              <a:gd name="connsiteX220" fmla="*/ 206436 w 937407"/>
              <a:gd name="connsiteY220" fmla="*/ 512560 h 620412"/>
              <a:gd name="connsiteX221" fmla="*/ 207374 w 937407"/>
              <a:gd name="connsiteY221" fmla="*/ 510139 h 620412"/>
              <a:gd name="connsiteX222" fmla="*/ 208312 w 937407"/>
              <a:gd name="connsiteY222" fmla="*/ 507679 h 620412"/>
              <a:gd name="connsiteX223" fmla="*/ 209251 w 937407"/>
              <a:gd name="connsiteY223" fmla="*/ 505179 h 620412"/>
              <a:gd name="connsiteX224" fmla="*/ 210189 w 937407"/>
              <a:gd name="connsiteY224" fmla="*/ 502639 h 620412"/>
              <a:gd name="connsiteX225" fmla="*/ 211128 w 937407"/>
              <a:gd name="connsiteY225" fmla="*/ 500060 h 620412"/>
              <a:gd name="connsiteX226" fmla="*/ 212066 w 937407"/>
              <a:gd name="connsiteY226" fmla="*/ 497446 h 620412"/>
              <a:gd name="connsiteX227" fmla="*/ 213004 w 937407"/>
              <a:gd name="connsiteY227" fmla="*/ 494787 h 620412"/>
              <a:gd name="connsiteX228" fmla="*/ 213943 w 937407"/>
              <a:gd name="connsiteY228" fmla="*/ 492094 h 620412"/>
              <a:gd name="connsiteX229" fmla="*/ 214881 w 937407"/>
              <a:gd name="connsiteY229" fmla="*/ 489361 h 620412"/>
              <a:gd name="connsiteX230" fmla="*/ 215819 w 937407"/>
              <a:gd name="connsiteY230" fmla="*/ 486589 h 620412"/>
              <a:gd name="connsiteX231" fmla="*/ 216758 w 937407"/>
              <a:gd name="connsiteY231" fmla="*/ 483777 h 620412"/>
              <a:gd name="connsiteX232" fmla="*/ 217696 w 937407"/>
              <a:gd name="connsiteY232" fmla="*/ 480926 h 620412"/>
              <a:gd name="connsiteX233" fmla="*/ 218634 w 937407"/>
              <a:gd name="connsiteY233" fmla="*/ 478035 h 620412"/>
              <a:gd name="connsiteX234" fmla="*/ 219573 w 937407"/>
              <a:gd name="connsiteY234" fmla="*/ 475104 h 620412"/>
              <a:gd name="connsiteX235" fmla="*/ 220511 w 937407"/>
              <a:gd name="connsiteY235" fmla="*/ 472134 h 620412"/>
              <a:gd name="connsiteX236" fmla="*/ 221449 w 937407"/>
              <a:gd name="connsiteY236" fmla="*/ 469124 h 620412"/>
              <a:gd name="connsiteX237" fmla="*/ 222388 w 937407"/>
              <a:gd name="connsiteY237" fmla="*/ 466079 h 620412"/>
              <a:gd name="connsiteX238" fmla="*/ 223326 w 937407"/>
              <a:gd name="connsiteY238" fmla="*/ 462990 h 620412"/>
              <a:gd name="connsiteX239" fmla="*/ 224265 w 937407"/>
              <a:gd name="connsiteY239" fmla="*/ 459866 h 620412"/>
              <a:gd name="connsiteX240" fmla="*/ 225203 w 937407"/>
              <a:gd name="connsiteY240" fmla="*/ 456698 h 620412"/>
              <a:gd name="connsiteX241" fmla="*/ 226141 w 937407"/>
              <a:gd name="connsiteY241" fmla="*/ 453495 h 620412"/>
              <a:gd name="connsiteX242" fmla="*/ 227079 w 937407"/>
              <a:gd name="connsiteY242" fmla="*/ 450255 h 620412"/>
              <a:gd name="connsiteX243" fmla="*/ 228018 w 937407"/>
              <a:gd name="connsiteY243" fmla="*/ 446975 h 620412"/>
              <a:gd name="connsiteX244" fmla="*/ 228956 w 937407"/>
              <a:gd name="connsiteY244" fmla="*/ 443657 h 620412"/>
              <a:gd name="connsiteX245" fmla="*/ 229894 w 937407"/>
              <a:gd name="connsiteY245" fmla="*/ 440301 h 620412"/>
              <a:gd name="connsiteX246" fmla="*/ 230833 w 937407"/>
              <a:gd name="connsiteY246" fmla="*/ 436906 h 620412"/>
              <a:gd name="connsiteX247" fmla="*/ 231771 w 937407"/>
              <a:gd name="connsiteY247" fmla="*/ 433475 h 620412"/>
              <a:gd name="connsiteX248" fmla="*/ 232710 w 937407"/>
              <a:gd name="connsiteY248" fmla="*/ 430007 h 620412"/>
              <a:gd name="connsiteX249" fmla="*/ 233648 w 937407"/>
              <a:gd name="connsiteY249" fmla="*/ 426502 h 620412"/>
              <a:gd name="connsiteX250" fmla="*/ 234586 w 937407"/>
              <a:gd name="connsiteY250" fmla="*/ 422960 h 620412"/>
              <a:gd name="connsiteX251" fmla="*/ 235525 w 937407"/>
              <a:gd name="connsiteY251" fmla="*/ 419382 h 620412"/>
              <a:gd name="connsiteX252" fmla="*/ 236463 w 937407"/>
              <a:gd name="connsiteY252" fmla="*/ 415769 h 620412"/>
              <a:gd name="connsiteX253" fmla="*/ 237401 w 937407"/>
              <a:gd name="connsiteY253" fmla="*/ 412120 h 620412"/>
              <a:gd name="connsiteX254" fmla="*/ 238339 w 937407"/>
              <a:gd name="connsiteY254" fmla="*/ 408436 h 620412"/>
              <a:gd name="connsiteX255" fmla="*/ 239278 w 937407"/>
              <a:gd name="connsiteY255" fmla="*/ 404717 h 620412"/>
              <a:gd name="connsiteX256" fmla="*/ 240216 w 937407"/>
              <a:gd name="connsiteY256" fmla="*/ 400964 h 620412"/>
              <a:gd name="connsiteX257" fmla="*/ 241155 w 937407"/>
              <a:gd name="connsiteY257" fmla="*/ 397178 h 620412"/>
              <a:gd name="connsiteX258" fmla="*/ 242093 w 937407"/>
              <a:gd name="connsiteY258" fmla="*/ 393359 h 620412"/>
              <a:gd name="connsiteX259" fmla="*/ 243031 w 937407"/>
              <a:gd name="connsiteY259" fmla="*/ 389507 h 620412"/>
              <a:gd name="connsiteX260" fmla="*/ 243970 w 937407"/>
              <a:gd name="connsiteY260" fmla="*/ 385624 h 620412"/>
              <a:gd name="connsiteX261" fmla="*/ 244908 w 937407"/>
              <a:gd name="connsiteY261" fmla="*/ 381708 h 620412"/>
              <a:gd name="connsiteX262" fmla="*/ 245846 w 937407"/>
              <a:gd name="connsiteY262" fmla="*/ 377762 h 620412"/>
              <a:gd name="connsiteX263" fmla="*/ 246785 w 937407"/>
              <a:gd name="connsiteY263" fmla="*/ 373786 h 620412"/>
              <a:gd name="connsiteX264" fmla="*/ 247723 w 937407"/>
              <a:gd name="connsiteY264" fmla="*/ 369780 h 620412"/>
              <a:gd name="connsiteX265" fmla="*/ 248661 w 937407"/>
              <a:gd name="connsiteY265" fmla="*/ 365745 h 620412"/>
              <a:gd name="connsiteX266" fmla="*/ 249600 w 937407"/>
              <a:gd name="connsiteY266" fmla="*/ 361682 h 620412"/>
              <a:gd name="connsiteX267" fmla="*/ 250538 w 937407"/>
              <a:gd name="connsiteY267" fmla="*/ 357591 h 620412"/>
              <a:gd name="connsiteX268" fmla="*/ 251476 w 937407"/>
              <a:gd name="connsiteY268" fmla="*/ 353474 h 620412"/>
              <a:gd name="connsiteX269" fmla="*/ 252415 w 937407"/>
              <a:gd name="connsiteY269" fmla="*/ 349331 h 620412"/>
              <a:gd name="connsiteX270" fmla="*/ 253353 w 937407"/>
              <a:gd name="connsiteY270" fmla="*/ 345162 h 620412"/>
              <a:gd name="connsiteX271" fmla="*/ 254292 w 937407"/>
              <a:gd name="connsiteY271" fmla="*/ 340969 h 620412"/>
              <a:gd name="connsiteX272" fmla="*/ 255230 w 937407"/>
              <a:gd name="connsiteY272" fmla="*/ 336752 h 620412"/>
              <a:gd name="connsiteX273" fmla="*/ 256168 w 937407"/>
              <a:gd name="connsiteY273" fmla="*/ 332513 h 620412"/>
              <a:gd name="connsiteX274" fmla="*/ 257107 w 937407"/>
              <a:gd name="connsiteY274" fmla="*/ 328252 h 620412"/>
              <a:gd name="connsiteX275" fmla="*/ 258045 w 937407"/>
              <a:gd name="connsiteY275" fmla="*/ 323970 h 620412"/>
              <a:gd name="connsiteX276" fmla="*/ 258983 w 937407"/>
              <a:gd name="connsiteY276" fmla="*/ 319667 h 620412"/>
              <a:gd name="connsiteX277" fmla="*/ 259921 w 937407"/>
              <a:gd name="connsiteY277" fmla="*/ 315346 h 620412"/>
              <a:gd name="connsiteX278" fmla="*/ 260860 w 937407"/>
              <a:gd name="connsiteY278" fmla="*/ 311006 h 620412"/>
              <a:gd name="connsiteX279" fmla="*/ 261798 w 937407"/>
              <a:gd name="connsiteY279" fmla="*/ 306649 h 620412"/>
              <a:gd name="connsiteX280" fmla="*/ 262737 w 937407"/>
              <a:gd name="connsiteY280" fmla="*/ 302276 h 620412"/>
              <a:gd name="connsiteX281" fmla="*/ 263675 w 937407"/>
              <a:gd name="connsiteY281" fmla="*/ 297888 h 620412"/>
              <a:gd name="connsiteX282" fmla="*/ 264613 w 937407"/>
              <a:gd name="connsiteY282" fmla="*/ 293486 h 620412"/>
              <a:gd name="connsiteX283" fmla="*/ 265552 w 937407"/>
              <a:gd name="connsiteY283" fmla="*/ 289070 h 620412"/>
              <a:gd name="connsiteX284" fmla="*/ 266490 w 937407"/>
              <a:gd name="connsiteY284" fmla="*/ 284643 h 620412"/>
              <a:gd name="connsiteX285" fmla="*/ 267428 w 937407"/>
              <a:gd name="connsiteY285" fmla="*/ 280205 h 620412"/>
              <a:gd name="connsiteX286" fmla="*/ 268367 w 937407"/>
              <a:gd name="connsiteY286" fmla="*/ 275757 h 620412"/>
              <a:gd name="connsiteX287" fmla="*/ 269305 w 937407"/>
              <a:gd name="connsiteY287" fmla="*/ 271300 h 620412"/>
              <a:gd name="connsiteX288" fmla="*/ 270243 w 937407"/>
              <a:gd name="connsiteY288" fmla="*/ 266836 h 620412"/>
              <a:gd name="connsiteX289" fmla="*/ 271182 w 937407"/>
              <a:gd name="connsiteY289" fmla="*/ 262366 h 620412"/>
              <a:gd name="connsiteX290" fmla="*/ 272120 w 937407"/>
              <a:gd name="connsiteY290" fmla="*/ 257891 h 620412"/>
              <a:gd name="connsiteX291" fmla="*/ 273058 w 937407"/>
              <a:gd name="connsiteY291" fmla="*/ 253412 h 620412"/>
              <a:gd name="connsiteX292" fmla="*/ 273997 w 937407"/>
              <a:gd name="connsiteY292" fmla="*/ 248930 h 620412"/>
              <a:gd name="connsiteX293" fmla="*/ 274935 w 937407"/>
              <a:gd name="connsiteY293" fmla="*/ 244447 h 620412"/>
              <a:gd name="connsiteX294" fmla="*/ 275874 w 937407"/>
              <a:gd name="connsiteY294" fmla="*/ 239964 h 620412"/>
              <a:gd name="connsiteX295" fmla="*/ 276812 w 937407"/>
              <a:gd name="connsiteY295" fmla="*/ 235482 h 620412"/>
              <a:gd name="connsiteX296" fmla="*/ 277750 w 937407"/>
              <a:gd name="connsiteY296" fmla="*/ 231002 h 620412"/>
              <a:gd name="connsiteX297" fmla="*/ 278688 w 937407"/>
              <a:gd name="connsiteY297" fmla="*/ 226526 h 620412"/>
              <a:gd name="connsiteX298" fmla="*/ 279627 w 937407"/>
              <a:gd name="connsiteY298" fmla="*/ 222056 h 620412"/>
              <a:gd name="connsiteX299" fmla="*/ 280565 w 937407"/>
              <a:gd name="connsiteY299" fmla="*/ 217592 h 620412"/>
              <a:gd name="connsiteX300" fmla="*/ 281503 w 937407"/>
              <a:gd name="connsiteY300" fmla="*/ 213136 h 620412"/>
              <a:gd name="connsiteX301" fmla="*/ 282442 w 937407"/>
              <a:gd name="connsiteY301" fmla="*/ 208688 h 620412"/>
              <a:gd name="connsiteX302" fmla="*/ 283380 w 937407"/>
              <a:gd name="connsiteY302" fmla="*/ 204251 h 620412"/>
              <a:gd name="connsiteX303" fmla="*/ 284319 w 937407"/>
              <a:gd name="connsiteY303" fmla="*/ 199827 h 620412"/>
              <a:gd name="connsiteX304" fmla="*/ 285257 w 937407"/>
              <a:gd name="connsiteY304" fmla="*/ 195415 h 620412"/>
              <a:gd name="connsiteX305" fmla="*/ 286195 w 937407"/>
              <a:gd name="connsiteY305" fmla="*/ 191019 h 620412"/>
              <a:gd name="connsiteX306" fmla="*/ 287134 w 937407"/>
              <a:gd name="connsiteY306" fmla="*/ 186638 h 620412"/>
              <a:gd name="connsiteX307" fmla="*/ 288072 w 937407"/>
              <a:gd name="connsiteY307" fmla="*/ 182274 h 620412"/>
              <a:gd name="connsiteX308" fmla="*/ 289010 w 937407"/>
              <a:gd name="connsiteY308" fmla="*/ 177930 h 620412"/>
              <a:gd name="connsiteX309" fmla="*/ 289949 w 937407"/>
              <a:gd name="connsiteY309" fmla="*/ 173606 h 620412"/>
              <a:gd name="connsiteX310" fmla="*/ 290887 w 937407"/>
              <a:gd name="connsiteY310" fmla="*/ 169304 h 620412"/>
              <a:gd name="connsiteX311" fmla="*/ 291825 w 937407"/>
              <a:gd name="connsiteY311" fmla="*/ 165025 h 620412"/>
              <a:gd name="connsiteX312" fmla="*/ 292764 w 937407"/>
              <a:gd name="connsiteY312" fmla="*/ 160771 h 620412"/>
              <a:gd name="connsiteX313" fmla="*/ 293702 w 937407"/>
              <a:gd name="connsiteY313" fmla="*/ 156542 h 620412"/>
              <a:gd name="connsiteX314" fmla="*/ 294640 w 937407"/>
              <a:gd name="connsiteY314" fmla="*/ 152342 h 620412"/>
              <a:gd name="connsiteX315" fmla="*/ 295579 w 937407"/>
              <a:gd name="connsiteY315" fmla="*/ 148171 h 620412"/>
              <a:gd name="connsiteX316" fmla="*/ 296518 w 937407"/>
              <a:gd name="connsiteY316" fmla="*/ 144029 h 620412"/>
              <a:gd name="connsiteX317" fmla="*/ 297454 w 937407"/>
              <a:gd name="connsiteY317" fmla="*/ 139920 h 620412"/>
              <a:gd name="connsiteX318" fmla="*/ 298395 w 937407"/>
              <a:gd name="connsiteY318" fmla="*/ 135844 h 620412"/>
              <a:gd name="connsiteX319" fmla="*/ 299330 w 937407"/>
              <a:gd name="connsiteY319" fmla="*/ 131803 h 620412"/>
              <a:gd name="connsiteX320" fmla="*/ 300271 w 937407"/>
              <a:gd name="connsiteY320" fmla="*/ 127798 h 620412"/>
              <a:gd name="connsiteX321" fmla="*/ 301207 w 937407"/>
              <a:gd name="connsiteY321" fmla="*/ 123831 h 620412"/>
              <a:gd name="connsiteX322" fmla="*/ 302147 w 937407"/>
              <a:gd name="connsiteY322" fmla="*/ 119902 h 620412"/>
              <a:gd name="connsiteX323" fmla="*/ 303088 w 937407"/>
              <a:gd name="connsiteY323" fmla="*/ 116015 h 620412"/>
              <a:gd name="connsiteX324" fmla="*/ 304023 w 937407"/>
              <a:gd name="connsiteY324" fmla="*/ 112169 h 620412"/>
              <a:gd name="connsiteX325" fmla="*/ 304964 w 937407"/>
              <a:gd name="connsiteY325" fmla="*/ 108367 h 620412"/>
              <a:gd name="connsiteX326" fmla="*/ 305900 w 937407"/>
              <a:gd name="connsiteY326" fmla="*/ 104610 h 620412"/>
              <a:gd name="connsiteX327" fmla="*/ 306840 w 937407"/>
              <a:gd name="connsiteY327" fmla="*/ 100898 h 620412"/>
              <a:gd name="connsiteX328" fmla="*/ 307776 w 937407"/>
              <a:gd name="connsiteY328" fmla="*/ 97234 h 620412"/>
              <a:gd name="connsiteX329" fmla="*/ 308717 w 937407"/>
              <a:gd name="connsiteY329" fmla="*/ 93619 h 620412"/>
              <a:gd name="connsiteX330" fmla="*/ 309652 w 937407"/>
              <a:gd name="connsiteY330" fmla="*/ 90055 h 620412"/>
              <a:gd name="connsiteX331" fmla="*/ 310593 w 937407"/>
              <a:gd name="connsiteY331" fmla="*/ 86542 h 620412"/>
              <a:gd name="connsiteX332" fmla="*/ 311528 w 937407"/>
              <a:gd name="connsiteY332" fmla="*/ 83082 h 620412"/>
              <a:gd name="connsiteX333" fmla="*/ 312469 w 937407"/>
              <a:gd name="connsiteY333" fmla="*/ 79677 h 620412"/>
              <a:gd name="connsiteX334" fmla="*/ 313410 w 937407"/>
              <a:gd name="connsiteY334" fmla="*/ 76327 h 620412"/>
              <a:gd name="connsiteX335" fmla="*/ 314345 w 937407"/>
              <a:gd name="connsiteY335" fmla="*/ 73034 h 620412"/>
              <a:gd name="connsiteX336" fmla="*/ 315286 w 937407"/>
              <a:gd name="connsiteY336" fmla="*/ 69799 h 620412"/>
              <a:gd name="connsiteX337" fmla="*/ 316222 w 937407"/>
              <a:gd name="connsiteY337" fmla="*/ 66624 h 620412"/>
              <a:gd name="connsiteX338" fmla="*/ 317162 w 937407"/>
              <a:gd name="connsiteY338" fmla="*/ 63510 h 620412"/>
              <a:gd name="connsiteX339" fmla="*/ 318098 w 937407"/>
              <a:gd name="connsiteY339" fmla="*/ 60457 h 620412"/>
              <a:gd name="connsiteX340" fmla="*/ 319038 w 937407"/>
              <a:gd name="connsiteY340" fmla="*/ 57468 h 620412"/>
              <a:gd name="connsiteX341" fmla="*/ 319974 w 937407"/>
              <a:gd name="connsiteY341" fmla="*/ 54543 h 620412"/>
              <a:gd name="connsiteX342" fmla="*/ 320915 w 937407"/>
              <a:gd name="connsiteY342" fmla="*/ 51684 h 620412"/>
              <a:gd name="connsiteX343" fmla="*/ 321850 w 937407"/>
              <a:gd name="connsiteY343" fmla="*/ 48891 h 620412"/>
              <a:gd name="connsiteX344" fmla="*/ 322791 w 937407"/>
              <a:gd name="connsiteY344" fmla="*/ 46166 h 620412"/>
              <a:gd name="connsiteX345" fmla="*/ 323727 w 937407"/>
              <a:gd name="connsiteY345" fmla="*/ 43510 h 620412"/>
              <a:gd name="connsiteX346" fmla="*/ 324667 w 937407"/>
              <a:gd name="connsiteY346" fmla="*/ 40925 h 620412"/>
              <a:gd name="connsiteX347" fmla="*/ 325608 w 937407"/>
              <a:gd name="connsiteY347" fmla="*/ 38410 h 620412"/>
              <a:gd name="connsiteX348" fmla="*/ 326544 w 937407"/>
              <a:gd name="connsiteY348" fmla="*/ 35967 h 620412"/>
              <a:gd name="connsiteX349" fmla="*/ 327484 w 937407"/>
              <a:gd name="connsiteY349" fmla="*/ 33597 h 620412"/>
              <a:gd name="connsiteX350" fmla="*/ 328420 w 937407"/>
              <a:gd name="connsiteY350" fmla="*/ 31301 h 620412"/>
              <a:gd name="connsiteX351" fmla="*/ 329360 w 937407"/>
              <a:gd name="connsiteY351" fmla="*/ 29080 h 620412"/>
              <a:gd name="connsiteX352" fmla="*/ 330296 w 937407"/>
              <a:gd name="connsiteY352" fmla="*/ 26936 h 620412"/>
              <a:gd name="connsiteX353" fmla="*/ 331237 w 937407"/>
              <a:gd name="connsiteY353" fmla="*/ 24867 h 620412"/>
              <a:gd name="connsiteX354" fmla="*/ 332172 w 937407"/>
              <a:gd name="connsiteY354" fmla="*/ 22877 h 620412"/>
              <a:gd name="connsiteX355" fmla="*/ 333113 w 937407"/>
              <a:gd name="connsiteY355" fmla="*/ 20965 h 620412"/>
              <a:gd name="connsiteX356" fmla="*/ 334049 w 937407"/>
              <a:gd name="connsiteY356" fmla="*/ 19132 h 620412"/>
              <a:gd name="connsiteX357" fmla="*/ 334989 w 937407"/>
              <a:gd name="connsiteY357" fmla="*/ 17379 h 620412"/>
              <a:gd name="connsiteX358" fmla="*/ 335930 w 937407"/>
              <a:gd name="connsiteY358" fmla="*/ 15707 h 620412"/>
              <a:gd name="connsiteX359" fmla="*/ 336865 w 937407"/>
              <a:gd name="connsiteY359" fmla="*/ 14116 h 620412"/>
              <a:gd name="connsiteX360" fmla="*/ 337806 w 937407"/>
              <a:gd name="connsiteY360" fmla="*/ 12607 h 620412"/>
              <a:gd name="connsiteX361" fmla="*/ 338742 w 937407"/>
              <a:gd name="connsiteY361" fmla="*/ 11181 h 620412"/>
              <a:gd name="connsiteX362" fmla="*/ 339682 w 937407"/>
              <a:gd name="connsiteY362" fmla="*/ 9839 h 620412"/>
              <a:gd name="connsiteX363" fmla="*/ 340618 w 937407"/>
              <a:gd name="connsiteY363" fmla="*/ 8580 h 620412"/>
              <a:gd name="connsiteX364" fmla="*/ 341559 w 937407"/>
              <a:gd name="connsiteY364" fmla="*/ 7406 h 620412"/>
              <a:gd name="connsiteX365" fmla="*/ 342494 w 937407"/>
              <a:gd name="connsiteY365" fmla="*/ 6316 h 620412"/>
              <a:gd name="connsiteX366" fmla="*/ 343435 w 937407"/>
              <a:gd name="connsiteY366" fmla="*/ 5312 h 620412"/>
              <a:gd name="connsiteX367" fmla="*/ 344370 w 937407"/>
              <a:gd name="connsiteY367" fmla="*/ 4394 h 620412"/>
              <a:gd name="connsiteX368" fmla="*/ 345311 w 937407"/>
              <a:gd name="connsiteY368" fmla="*/ 3562 h 620412"/>
              <a:gd name="connsiteX369" fmla="*/ 346252 w 937407"/>
              <a:gd name="connsiteY369" fmla="*/ 2817 h 620412"/>
              <a:gd name="connsiteX370" fmla="*/ 347187 w 937407"/>
              <a:gd name="connsiteY370" fmla="*/ 2159 h 620412"/>
              <a:gd name="connsiteX371" fmla="*/ 348128 w 937407"/>
              <a:gd name="connsiteY371" fmla="*/ 1587 h 620412"/>
              <a:gd name="connsiteX372" fmla="*/ 349064 w 937407"/>
              <a:gd name="connsiteY372" fmla="*/ 1103 h 620412"/>
              <a:gd name="connsiteX373" fmla="*/ 350004 w 937407"/>
              <a:gd name="connsiteY373" fmla="*/ 707 h 620412"/>
              <a:gd name="connsiteX374" fmla="*/ 350940 w 937407"/>
              <a:gd name="connsiteY374" fmla="*/ 398 h 620412"/>
              <a:gd name="connsiteX375" fmla="*/ 351880 w 937407"/>
              <a:gd name="connsiteY375" fmla="*/ 177 h 620412"/>
              <a:gd name="connsiteX376" fmla="*/ 352816 w 937407"/>
              <a:gd name="connsiteY376" fmla="*/ 45 h 620412"/>
              <a:gd name="connsiteX377" fmla="*/ 353757 w 937407"/>
              <a:gd name="connsiteY377" fmla="*/ 0 h 620412"/>
              <a:gd name="connsiteX378" fmla="*/ 354692 w 937407"/>
              <a:gd name="connsiteY378" fmla="*/ 43 h 620412"/>
              <a:gd name="connsiteX379" fmla="*/ 355633 w 937407"/>
              <a:gd name="connsiteY379" fmla="*/ 175 h 620412"/>
              <a:gd name="connsiteX380" fmla="*/ 356574 w 937407"/>
              <a:gd name="connsiteY380" fmla="*/ 394 h 620412"/>
              <a:gd name="connsiteX381" fmla="*/ 357509 w 937407"/>
              <a:gd name="connsiteY381" fmla="*/ 701 h 620412"/>
              <a:gd name="connsiteX382" fmla="*/ 358450 w 937407"/>
              <a:gd name="connsiteY382" fmla="*/ 1096 h 620412"/>
              <a:gd name="connsiteX383" fmla="*/ 359385 w 937407"/>
              <a:gd name="connsiteY383" fmla="*/ 1579 h 620412"/>
              <a:gd name="connsiteX384" fmla="*/ 360326 w 937407"/>
              <a:gd name="connsiteY384" fmla="*/ 2149 h 620412"/>
              <a:gd name="connsiteX385" fmla="*/ 361262 w 937407"/>
              <a:gd name="connsiteY385" fmla="*/ 2806 h 620412"/>
              <a:gd name="connsiteX386" fmla="*/ 362202 w 937407"/>
              <a:gd name="connsiteY386" fmla="*/ 3550 h 620412"/>
              <a:gd name="connsiteX387" fmla="*/ 363138 w 937407"/>
              <a:gd name="connsiteY387" fmla="*/ 4381 h 620412"/>
              <a:gd name="connsiteX388" fmla="*/ 364079 w 937407"/>
              <a:gd name="connsiteY388" fmla="*/ 5298 h 620412"/>
              <a:gd name="connsiteX389" fmla="*/ 365014 w 937407"/>
              <a:gd name="connsiteY389" fmla="*/ 6301 h 620412"/>
              <a:gd name="connsiteX390" fmla="*/ 365955 w 937407"/>
              <a:gd name="connsiteY390" fmla="*/ 7389 h 620412"/>
              <a:gd name="connsiteX391" fmla="*/ 366891 w 937407"/>
              <a:gd name="connsiteY391" fmla="*/ 8562 h 620412"/>
              <a:gd name="connsiteX392" fmla="*/ 367831 w 937407"/>
              <a:gd name="connsiteY392" fmla="*/ 9819 h 620412"/>
              <a:gd name="connsiteX393" fmla="*/ 368772 w 937407"/>
              <a:gd name="connsiteY393" fmla="*/ 11160 h 620412"/>
              <a:gd name="connsiteX394" fmla="*/ 369707 w 937407"/>
              <a:gd name="connsiteY394" fmla="*/ 12585 h 620412"/>
              <a:gd name="connsiteX395" fmla="*/ 370648 w 937407"/>
              <a:gd name="connsiteY395" fmla="*/ 14092 h 620412"/>
              <a:gd name="connsiteX396" fmla="*/ 371584 w 937407"/>
              <a:gd name="connsiteY396" fmla="*/ 15682 h 620412"/>
              <a:gd name="connsiteX397" fmla="*/ 372524 w 937407"/>
              <a:gd name="connsiteY397" fmla="*/ 17353 h 620412"/>
              <a:gd name="connsiteX398" fmla="*/ 373460 w 937407"/>
              <a:gd name="connsiteY398" fmla="*/ 19104 h 620412"/>
              <a:gd name="connsiteX399" fmla="*/ 374400 w 937407"/>
              <a:gd name="connsiteY399" fmla="*/ 20936 h 620412"/>
              <a:gd name="connsiteX400" fmla="*/ 375336 w 937407"/>
              <a:gd name="connsiteY400" fmla="*/ 22847 h 620412"/>
              <a:gd name="connsiteX401" fmla="*/ 376277 w 937407"/>
              <a:gd name="connsiteY401" fmla="*/ 24837 h 620412"/>
              <a:gd name="connsiteX402" fmla="*/ 377212 w 937407"/>
              <a:gd name="connsiteY402" fmla="*/ 26903 h 620412"/>
              <a:gd name="connsiteX403" fmla="*/ 378153 w 937407"/>
              <a:gd name="connsiteY403" fmla="*/ 29047 h 620412"/>
              <a:gd name="connsiteX404" fmla="*/ 379094 w 937407"/>
              <a:gd name="connsiteY404" fmla="*/ 31267 h 620412"/>
              <a:gd name="connsiteX405" fmla="*/ 380029 w 937407"/>
              <a:gd name="connsiteY405" fmla="*/ 33562 h 620412"/>
              <a:gd name="connsiteX406" fmla="*/ 380970 w 937407"/>
              <a:gd name="connsiteY406" fmla="*/ 35930 h 620412"/>
              <a:gd name="connsiteX407" fmla="*/ 381906 w 937407"/>
              <a:gd name="connsiteY407" fmla="*/ 38372 h 620412"/>
              <a:gd name="connsiteX408" fmla="*/ 382846 w 937407"/>
              <a:gd name="connsiteY408" fmla="*/ 40886 h 620412"/>
              <a:gd name="connsiteX409" fmla="*/ 383782 w 937407"/>
              <a:gd name="connsiteY409" fmla="*/ 43471 h 620412"/>
              <a:gd name="connsiteX410" fmla="*/ 384722 w 937407"/>
              <a:gd name="connsiteY410" fmla="*/ 46126 h 620412"/>
              <a:gd name="connsiteX411" fmla="*/ 385658 w 937407"/>
              <a:gd name="connsiteY411" fmla="*/ 48850 h 620412"/>
              <a:gd name="connsiteX412" fmla="*/ 386599 w 937407"/>
              <a:gd name="connsiteY412" fmla="*/ 51641 h 620412"/>
              <a:gd name="connsiteX413" fmla="*/ 387534 w 937407"/>
              <a:gd name="connsiteY413" fmla="*/ 54500 h 620412"/>
              <a:gd name="connsiteX414" fmla="*/ 388475 w 937407"/>
              <a:gd name="connsiteY414" fmla="*/ 57424 h 620412"/>
              <a:gd name="connsiteX415" fmla="*/ 389416 w 937407"/>
              <a:gd name="connsiteY415" fmla="*/ 60412 h 620412"/>
              <a:gd name="connsiteX416" fmla="*/ 390351 w 937407"/>
              <a:gd name="connsiteY416" fmla="*/ 63463 h 620412"/>
              <a:gd name="connsiteX417" fmla="*/ 391292 w 937407"/>
              <a:gd name="connsiteY417" fmla="*/ 66577 h 620412"/>
              <a:gd name="connsiteX418" fmla="*/ 392227 w 937407"/>
              <a:gd name="connsiteY418" fmla="*/ 69751 h 620412"/>
              <a:gd name="connsiteX419" fmla="*/ 393168 w 937407"/>
              <a:gd name="connsiteY419" fmla="*/ 72985 h 620412"/>
              <a:gd name="connsiteX420" fmla="*/ 394104 w 937407"/>
              <a:gd name="connsiteY420" fmla="*/ 76277 h 620412"/>
              <a:gd name="connsiteX421" fmla="*/ 395044 w 937407"/>
              <a:gd name="connsiteY421" fmla="*/ 79626 h 620412"/>
              <a:gd name="connsiteX422" fmla="*/ 395980 w 937407"/>
              <a:gd name="connsiteY422" fmla="*/ 83030 h 620412"/>
              <a:gd name="connsiteX423" fmla="*/ 396921 w 937407"/>
              <a:gd name="connsiteY423" fmla="*/ 86489 h 620412"/>
              <a:gd name="connsiteX424" fmla="*/ 397856 w 937407"/>
              <a:gd name="connsiteY424" fmla="*/ 90002 h 620412"/>
              <a:gd name="connsiteX425" fmla="*/ 398797 w 937407"/>
              <a:gd name="connsiteY425" fmla="*/ 93565 h 620412"/>
              <a:gd name="connsiteX426" fmla="*/ 399737 w 937407"/>
              <a:gd name="connsiteY426" fmla="*/ 97179 h 620412"/>
              <a:gd name="connsiteX427" fmla="*/ 400673 w 937407"/>
              <a:gd name="connsiteY427" fmla="*/ 100842 h 620412"/>
              <a:gd name="connsiteX428" fmla="*/ 401614 w 937407"/>
              <a:gd name="connsiteY428" fmla="*/ 104553 h 620412"/>
              <a:gd name="connsiteX429" fmla="*/ 402549 w 937407"/>
              <a:gd name="connsiteY429" fmla="*/ 108310 h 620412"/>
              <a:gd name="connsiteX430" fmla="*/ 403490 w 937407"/>
              <a:gd name="connsiteY430" fmla="*/ 112111 h 620412"/>
              <a:gd name="connsiteX431" fmla="*/ 404426 w 937407"/>
              <a:gd name="connsiteY431" fmla="*/ 115956 h 620412"/>
              <a:gd name="connsiteX432" fmla="*/ 405366 w 937407"/>
              <a:gd name="connsiteY432" fmla="*/ 119844 h 620412"/>
              <a:gd name="connsiteX433" fmla="*/ 406302 w 937407"/>
              <a:gd name="connsiteY433" fmla="*/ 123771 h 620412"/>
              <a:gd name="connsiteX434" fmla="*/ 407243 w 937407"/>
              <a:gd name="connsiteY434" fmla="*/ 127738 h 620412"/>
              <a:gd name="connsiteX435" fmla="*/ 408178 w 937407"/>
              <a:gd name="connsiteY435" fmla="*/ 131742 h 620412"/>
              <a:gd name="connsiteX436" fmla="*/ 409119 w 937407"/>
              <a:gd name="connsiteY436" fmla="*/ 135782 h 620412"/>
              <a:gd name="connsiteX437" fmla="*/ 410054 w 937407"/>
              <a:gd name="connsiteY437" fmla="*/ 139858 h 620412"/>
              <a:gd name="connsiteX438" fmla="*/ 410995 w 937407"/>
              <a:gd name="connsiteY438" fmla="*/ 143967 h 620412"/>
              <a:gd name="connsiteX439" fmla="*/ 411936 w 937407"/>
              <a:gd name="connsiteY439" fmla="*/ 148107 h 620412"/>
              <a:gd name="connsiteX440" fmla="*/ 412871 w 937407"/>
              <a:gd name="connsiteY440" fmla="*/ 152279 h 620412"/>
              <a:gd name="connsiteX441" fmla="*/ 413812 w 937407"/>
              <a:gd name="connsiteY441" fmla="*/ 156479 h 620412"/>
              <a:gd name="connsiteX442" fmla="*/ 414748 w 937407"/>
              <a:gd name="connsiteY442" fmla="*/ 160706 h 620412"/>
              <a:gd name="connsiteX443" fmla="*/ 415688 w 937407"/>
              <a:gd name="connsiteY443" fmla="*/ 164960 h 620412"/>
              <a:gd name="connsiteX444" fmla="*/ 416624 w 937407"/>
              <a:gd name="connsiteY444" fmla="*/ 169239 h 620412"/>
              <a:gd name="connsiteX445" fmla="*/ 417564 w 937407"/>
              <a:gd name="connsiteY445" fmla="*/ 173541 h 620412"/>
              <a:gd name="connsiteX446" fmla="*/ 418500 w 937407"/>
              <a:gd name="connsiteY446" fmla="*/ 177864 h 620412"/>
              <a:gd name="connsiteX447" fmla="*/ 419441 w 937407"/>
              <a:gd name="connsiteY447" fmla="*/ 182209 h 620412"/>
              <a:gd name="connsiteX448" fmla="*/ 420376 w 937407"/>
              <a:gd name="connsiteY448" fmla="*/ 186571 h 620412"/>
              <a:gd name="connsiteX449" fmla="*/ 421317 w 937407"/>
              <a:gd name="connsiteY449" fmla="*/ 190952 h 620412"/>
              <a:gd name="connsiteX450" fmla="*/ 422258 w 937407"/>
              <a:gd name="connsiteY450" fmla="*/ 195348 h 620412"/>
              <a:gd name="connsiteX451" fmla="*/ 423193 w 937407"/>
              <a:gd name="connsiteY451" fmla="*/ 199760 h 620412"/>
              <a:gd name="connsiteX452" fmla="*/ 424134 w 937407"/>
              <a:gd name="connsiteY452" fmla="*/ 204185 h 620412"/>
              <a:gd name="connsiteX453" fmla="*/ 425069 w 937407"/>
              <a:gd name="connsiteY453" fmla="*/ 208621 h 620412"/>
              <a:gd name="connsiteX454" fmla="*/ 426010 w 937407"/>
              <a:gd name="connsiteY454" fmla="*/ 213068 h 620412"/>
              <a:gd name="connsiteX455" fmla="*/ 426946 w 937407"/>
              <a:gd name="connsiteY455" fmla="*/ 217524 h 620412"/>
              <a:gd name="connsiteX456" fmla="*/ 427886 w 937407"/>
              <a:gd name="connsiteY456" fmla="*/ 221988 h 620412"/>
              <a:gd name="connsiteX457" fmla="*/ 428822 w 937407"/>
              <a:gd name="connsiteY457" fmla="*/ 226459 h 620412"/>
              <a:gd name="connsiteX458" fmla="*/ 429763 w 937407"/>
              <a:gd name="connsiteY458" fmla="*/ 230934 h 620412"/>
              <a:gd name="connsiteX459" fmla="*/ 430698 w 937407"/>
              <a:gd name="connsiteY459" fmla="*/ 235414 h 620412"/>
              <a:gd name="connsiteX460" fmla="*/ 431639 w 937407"/>
              <a:gd name="connsiteY460" fmla="*/ 239896 h 620412"/>
              <a:gd name="connsiteX461" fmla="*/ 432579 w 937407"/>
              <a:gd name="connsiteY461" fmla="*/ 244379 h 620412"/>
              <a:gd name="connsiteX462" fmla="*/ 433515 w 937407"/>
              <a:gd name="connsiteY462" fmla="*/ 248862 h 620412"/>
              <a:gd name="connsiteX463" fmla="*/ 434456 w 937407"/>
              <a:gd name="connsiteY463" fmla="*/ 253344 h 620412"/>
              <a:gd name="connsiteX464" fmla="*/ 435391 w 937407"/>
              <a:gd name="connsiteY464" fmla="*/ 257823 h 620412"/>
              <a:gd name="connsiteX465" fmla="*/ 436332 w 937407"/>
              <a:gd name="connsiteY465" fmla="*/ 262298 h 620412"/>
              <a:gd name="connsiteX466" fmla="*/ 437268 w 937407"/>
              <a:gd name="connsiteY466" fmla="*/ 266768 h 620412"/>
              <a:gd name="connsiteX467" fmla="*/ 438208 w 937407"/>
              <a:gd name="connsiteY467" fmla="*/ 271233 h 620412"/>
              <a:gd name="connsiteX468" fmla="*/ 439144 w 937407"/>
              <a:gd name="connsiteY468" fmla="*/ 275689 h 620412"/>
              <a:gd name="connsiteX469" fmla="*/ 440084 w 937407"/>
              <a:gd name="connsiteY469" fmla="*/ 280137 h 620412"/>
              <a:gd name="connsiteX470" fmla="*/ 441020 w 937407"/>
              <a:gd name="connsiteY470" fmla="*/ 284576 h 620412"/>
              <a:gd name="connsiteX471" fmla="*/ 441961 w 937407"/>
              <a:gd name="connsiteY471" fmla="*/ 289003 h 620412"/>
              <a:gd name="connsiteX472" fmla="*/ 442901 w 937407"/>
              <a:gd name="connsiteY472" fmla="*/ 293419 h 620412"/>
              <a:gd name="connsiteX473" fmla="*/ 443837 w 937407"/>
              <a:gd name="connsiteY473" fmla="*/ 297821 h 620412"/>
              <a:gd name="connsiteX474" fmla="*/ 444778 w 937407"/>
              <a:gd name="connsiteY474" fmla="*/ 302210 h 620412"/>
              <a:gd name="connsiteX475" fmla="*/ 445713 w 937407"/>
              <a:gd name="connsiteY475" fmla="*/ 306583 h 620412"/>
              <a:gd name="connsiteX476" fmla="*/ 446654 w 937407"/>
              <a:gd name="connsiteY476" fmla="*/ 310940 h 620412"/>
              <a:gd name="connsiteX477" fmla="*/ 447590 w 937407"/>
              <a:gd name="connsiteY477" fmla="*/ 315280 h 620412"/>
              <a:gd name="connsiteX478" fmla="*/ 448530 w 937407"/>
              <a:gd name="connsiteY478" fmla="*/ 319602 h 620412"/>
              <a:gd name="connsiteX479" fmla="*/ 449466 w 937407"/>
              <a:gd name="connsiteY479" fmla="*/ 323904 h 620412"/>
              <a:gd name="connsiteX480" fmla="*/ 450406 w 937407"/>
              <a:gd name="connsiteY480" fmla="*/ 328187 h 620412"/>
              <a:gd name="connsiteX481" fmla="*/ 451342 w 937407"/>
              <a:gd name="connsiteY481" fmla="*/ 332449 h 620412"/>
              <a:gd name="connsiteX482" fmla="*/ 452283 w 937407"/>
              <a:gd name="connsiteY482" fmla="*/ 336688 h 620412"/>
              <a:gd name="connsiteX483" fmla="*/ 453218 w 937407"/>
              <a:gd name="connsiteY483" fmla="*/ 340905 h 620412"/>
              <a:gd name="connsiteX484" fmla="*/ 454159 w 937407"/>
              <a:gd name="connsiteY484" fmla="*/ 345099 h 620412"/>
              <a:gd name="connsiteX485" fmla="*/ 455099 w 937407"/>
              <a:gd name="connsiteY485" fmla="*/ 349268 h 620412"/>
              <a:gd name="connsiteX486" fmla="*/ 456035 w 937407"/>
              <a:gd name="connsiteY486" fmla="*/ 353411 h 620412"/>
              <a:gd name="connsiteX487" fmla="*/ 456976 w 937407"/>
              <a:gd name="connsiteY487" fmla="*/ 357529 h 620412"/>
              <a:gd name="connsiteX488" fmla="*/ 457911 w 937407"/>
              <a:gd name="connsiteY488" fmla="*/ 361620 h 620412"/>
              <a:gd name="connsiteX489" fmla="*/ 458852 w 937407"/>
              <a:gd name="connsiteY489" fmla="*/ 365684 h 620412"/>
              <a:gd name="connsiteX490" fmla="*/ 459788 w 937407"/>
              <a:gd name="connsiteY490" fmla="*/ 369719 h 620412"/>
              <a:gd name="connsiteX491" fmla="*/ 460728 w 937407"/>
              <a:gd name="connsiteY491" fmla="*/ 373726 h 620412"/>
              <a:gd name="connsiteX492" fmla="*/ 461664 w 937407"/>
              <a:gd name="connsiteY492" fmla="*/ 377702 h 620412"/>
              <a:gd name="connsiteX493" fmla="*/ 462605 w 937407"/>
              <a:gd name="connsiteY493" fmla="*/ 381649 h 620412"/>
              <a:gd name="connsiteX494" fmla="*/ 463540 w 937407"/>
              <a:gd name="connsiteY494" fmla="*/ 385564 h 620412"/>
              <a:gd name="connsiteX495" fmla="*/ 464481 w 937407"/>
              <a:gd name="connsiteY495" fmla="*/ 389449 h 620412"/>
              <a:gd name="connsiteX496" fmla="*/ 465421 w 937407"/>
              <a:gd name="connsiteY496" fmla="*/ 393301 h 620412"/>
              <a:gd name="connsiteX497" fmla="*/ 466357 w 937407"/>
              <a:gd name="connsiteY497" fmla="*/ 397121 h 620412"/>
              <a:gd name="connsiteX498" fmla="*/ 467298 w 937407"/>
              <a:gd name="connsiteY498" fmla="*/ 400908 h 620412"/>
              <a:gd name="connsiteX499" fmla="*/ 468233 w 937407"/>
              <a:gd name="connsiteY499" fmla="*/ 404661 h 620412"/>
              <a:gd name="connsiteX500" fmla="*/ 469174 w 937407"/>
              <a:gd name="connsiteY500" fmla="*/ 408379 h 620412"/>
              <a:gd name="connsiteX501" fmla="*/ 470110 w 937407"/>
              <a:gd name="connsiteY501" fmla="*/ 412064 h 620412"/>
              <a:gd name="connsiteX502" fmla="*/ 471050 w 937407"/>
              <a:gd name="connsiteY502" fmla="*/ 415714 h 620412"/>
              <a:gd name="connsiteX503" fmla="*/ 471986 w 937407"/>
              <a:gd name="connsiteY503" fmla="*/ 419328 h 620412"/>
              <a:gd name="connsiteX504" fmla="*/ 472926 w 937407"/>
              <a:gd name="connsiteY504" fmla="*/ 422906 h 620412"/>
              <a:gd name="connsiteX505" fmla="*/ 473862 w 937407"/>
              <a:gd name="connsiteY505" fmla="*/ 426448 h 620412"/>
              <a:gd name="connsiteX506" fmla="*/ 474803 w 937407"/>
              <a:gd name="connsiteY506" fmla="*/ 429954 h 620412"/>
              <a:gd name="connsiteX507" fmla="*/ 475743 w 937407"/>
              <a:gd name="connsiteY507" fmla="*/ 433423 h 620412"/>
              <a:gd name="connsiteX508" fmla="*/ 476679 w 937407"/>
              <a:gd name="connsiteY508" fmla="*/ 436855 h 620412"/>
              <a:gd name="connsiteX509" fmla="*/ 477620 w 937407"/>
              <a:gd name="connsiteY509" fmla="*/ 440249 h 620412"/>
              <a:gd name="connsiteX510" fmla="*/ 478555 w 937407"/>
              <a:gd name="connsiteY510" fmla="*/ 443606 h 620412"/>
              <a:gd name="connsiteX511" fmla="*/ 479496 w 937407"/>
              <a:gd name="connsiteY511" fmla="*/ 446925 h 620412"/>
              <a:gd name="connsiteX512" fmla="*/ 480431 w 937407"/>
              <a:gd name="connsiteY512" fmla="*/ 450206 h 620412"/>
              <a:gd name="connsiteX513" fmla="*/ 481372 w 937407"/>
              <a:gd name="connsiteY513" fmla="*/ 453450 h 620412"/>
              <a:gd name="connsiteX514" fmla="*/ 482308 w 937407"/>
              <a:gd name="connsiteY514" fmla="*/ 456653 h 620412"/>
              <a:gd name="connsiteX515" fmla="*/ 483248 w 937407"/>
              <a:gd name="connsiteY515" fmla="*/ 459817 h 620412"/>
              <a:gd name="connsiteX516" fmla="*/ 484184 w 937407"/>
              <a:gd name="connsiteY516" fmla="*/ 462945 h 620412"/>
              <a:gd name="connsiteX517" fmla="*/ 485125 w 937407"/>
              <a:gd name="connsiteY517" fmla="*/ 466030 h 620412"/>
              <a:gd name="connsiteX518" fmla="*/ 486065 w 937407"/>
              <a:gd name="connsiteY518" fmla="*/ 469079 h 620412"/>
              <a:gd name="connsiteX519" fmla="*/ 487001 w 937407"/>
              <a:gd name="connsiteY519" fmla="*/ 472089 h 620412"/>
              <a:gd name="connsiteX520" fmla="*/ 487942 w 937407"/>
              <a:gd name="connsiteY520" fmla="*/ 475059 h 620412"/>
              <a:gd name="connsiteX521" fmla="*/ 488877 w 937407"/>
              <a:gd name="connsiteY521" fmla="*/ 477990 h 620412"/>
              <a:gd name="connsiteX522" fmla="*/ 489818 w 937407"/>
              <a:gd name="connsiteY522" fmla="*/ 480881 h 620412"/>
              <a:gd name="connsiteX523" fmla="*/ 490753 w 937407"/>
              <a:gd name="connsiteY523" fmla="*/ 483733 h 620412"/>
              <a:gd name="connsiteX524" fmla="*/ 491694 w 937407"/>
              <a:gd name="connsiteY524" fmla="*/ 486545 h 620412"/>
              <a:gd name="connsiteX525" fmla="*/ 492630 w 937407"/>
              <a:gd name="connsiteY525" fmla="*/ 489317 h 620412"/>
              <a:gd name="connsiteX526" fmla="*/ 493570 w 937407"/>
              <a:gd name="connsiteY526" fmla="*/ 492055 h 620412"/>
              <a:gd name="connsiteX527" fmla="*/ 494506 w 937407"/>
              <a:gd name="connsiteY527" fmla="*/ 494748 h 620412"/>
              <a:gd name="connsiteX528" fmla="*/ 495447 w 937407"/>
              <a:gd name="connsiteY528" fmla="*/ 497406 h 620412"/>
              <a:gd name="connsiteX529" fmla="*/ 496387 w 937407"/>
              <a:gd name="connsiteY529" fmla="*/ 500020 h 620412"/>
              <a:gd name="connsiteX530" fmla="*/ 497323 w 937407"/>
              <a:gd name="connsiteY530" fmla="*/ 502599 h 620412"/>
              <a:gd name="connsiteX531" fmla="*/ 498263 w 937407"/>
              <a:gd name="connsiteY531" fmla="*/ 505139 h 620412"/>
              <a:gd name="connsiteX532" fmla="*/ 499199 w 937407"/>
              <a:gd name="connsiteY532" fmla="*/ 507639 h 620412"/>
              <a:gd name="connsiteX533" fmla="*/ 500140 w 937407"/>
              <a:gd name="connsiteY533" fmla="*/ 510099 h 620412"/>
              <a:gd name="connsiteX534" fmla="*/ 501075 w 937407"/>
              <a:gd name="connsiteY534" fmla="*/ 512525 h 620412"/>
              <a:gd name="connsiteX535" fmla="*/ 502016 w 937407"/>
              <a:gd name="connsiteY535" fmla="*/ 514911 h 620412"/>
              <a:gd name="connsiteX536" fmla="*/ 502952 w 937407"/>
              <a:gd name="connsiteY536" fmla="*/ 517258 h 620412"/>
              <a:gd name="connsiteX537" fmla="*/ 503892 w 937407"/>
              <a:gd name="connsiteY537" fmla="*/ 519565 h 620412"/>
              <a:gd name="connsiteX538" fmla="*/ 504828 w 937407"/>
              <a:gd name="connsiteY538" fmla="*/ 521837 h 620412"/>
              <a:gd name="connsiteX539" fmla="*/ 505768 w 937407"/>
              <a:gd name="connsiteY539" fmla="*/ 524070 h 620412"/>
              <a:gd name="connsiteX540" fmla="*/ 506704 w 937407"/>
              <a:gd name="connsiteY540" fmla="*/ 526268 h 620412"/>
              <a:gd name="connsiteX541" fmla="*/ 507645 w 937407"/>
              <a:gd name="connsiteY541" fmla="*/ 528426 h 620412"/>
              <a:gd name="connsiteX542" fmla="*/ 508585 w 937407"/>
              <a:gd name="connsiteY542" fmla="*/ 530550 h 620412"/>
              <a:gd name="connsiteX543" fmla="*/ 509521 w 937407"/>
              <a:gd name="connsiteY543" fmla="*/ 532639 h 620412"/>
              <a:gd name="connsiteX544" fmla="*/ 510462 w 937407"/>
              <a:gd name="connsiteY544" fmla="*/ 534689 h 620412"/>
              <a:gd name="connsiteX545" fmla="*/ 511397 w 937407"/>
              <a:gd name="connsiteY545" fmla="*/ 536704 h 620412"/>
              <a:gd name="connsiteX546" fmla="*/ 512338 w 937407"/>
              <a:gd name="connsiteY546" fmla="*/ 538679 h 620412"/>
              <a:gd name="connsiteX547" fmla="*/ 513273 w 937407"/>
              <a:gd name="connsiteY547" fmla="*/ 540624 h 620412"/>
              <a:gd name="connsiteX548" fmla="*/ 514214 w 937407"/>
              <a:gd name="connsiteY548" fmla="*/ 542530 h 620412"/>
              <a:gd name="connsiteX549" fmla="*/ 515150 w 937407"/>
              <a:gd name="connsiteY549" fmla="*/ 544402 h 620412"/>
              <a:gd name="connsiteX550" fmla="*/ 516090 w 937407"/>
              <a:gd name="connsiteY550" fmla="*/ 546243 h 620412"/>
              <a:gd name="connsiteX551" fmla="*/ 517026 w 937407"/>
              <a:gd name="connsiteY551" fmla="*/ 548045 h 620412"/>
              <a:gd name="connsiteX552" fmla="*/ 517967 w 937407"/>
              <a:gd name="connsiteY552" fmla="*/ 549818 h 620412"/>
              <a:gd name="connsiteX553" fmla="*/ 518907 w 937407"/>
              <a:gd name="connsiteY553" fmla="*/ 551555 h 620412"/>
              <a:gd name="connsiteX554" fmla="*/ 519843 w 937407"/>
              <a:gd name="connsiteY554" fmla="*/ 553258 h 620412"/>
              <a:gd name="connsiteX555" fmla="*/ 520783 w 937407"/>
              <a:gd name="connsiteY555" fmla="*/ 554927 h 620412"/>
              <a:gd name="connsiteX556" fmla="*/ 521719 w 937407"/>
              <a:gd name="connsiteY556" fmla="*/ 556565 h 620412"/>
              <a:gd name="connsiteX557" fmla="*/ 522660 w 937407"/>
              <a:gd name="connsiteY557" fmla="*/ 558174 h 620412"/>
              <a:gd name="connsiteX558" fmla="*/ 523595 w 937407"/>
              <a:gd name="connsiteY558" fmla="*/ 559748 h 620412"/>
              <a:gd name="connsiteX559" fmla="*/ 524536 w 937407"/>
              <a:gd name="connsiteY559" fmla="*/ 561293 h 620412"/>
              <a:gd name="connsiteX560" fmla="*/ 525472 w 937407"/>
              <a:gd name="connsiteY560" fmla="*/ 562803 h 620412"/>
              <a:gd name="connsiteX561" fmla="*/ 526412 w 937407"/>
              <a:gd name="connsiteY561" fmla="*/ 564283 h 620412"/>
              <a:gd name="connsiteX562" fmla="*/ 527348 w 937407"/>
              <a:gd name="connsiteY562" fmla="*/ 565734 h 620412"/>
              <a:gd name="connsiteX563" fmla="*/ 528289 w 937407"/>
              <a:gd name="connsiteY563" fmla="*/ 567154 h 620412"/>
              <a:gd name="connsiteX564" fmla="*/ 529229 w 937407"/>
              <a:gd name="connsiteY564" fmla="*/ 568546 h 620412"/>
              <a:gd name="connsiteX565" fmla="*/ 530165 w 937407"/>
              <a:gd name="connsiteY565" fmla="*/ 569907 h 620412"/>
              <a:gd name="connsiteX566" fmla="*/ 531105 w 937407"/>
              <a:gd name="connsiteY566" fmla="*/ 571244 h 620412"/>
              <a:gd name="connsiteX567" fmla="*/ 532041 w 937407"/>
              <a:gd name="connsiteY567" fmla="*/ 572546 h 620412"/>
              <a:gd name="connsiteX568" fmla="*/ 532982 w 937407"/>
              <a:gd name="connsiteY568" fmla="*/ 573823 h 620412"/>
              <a:gd name="connsiteX569" fmla="*/ 533917 w 937407"/>
              <a:gd name="connsiteY569" fmla="*/ 575075 h 620412"/>
              <a:gd name="connsiteX570" fmla="*/ 534858 w 937407"/>
              <a:gd name="connsiteY570" fmla="*/ 576298 h 620412"/>
              <a:gd name="connsiteX571" fmla="*/ 535794 w 937407"/>
              <a:gd name="connsiteY571" fmla="*/ 577491 h 620412"/>
              <a:gd name="connsiteX572" fmla="*/ 536734 w 937407"/>
              <a:gd name="connsiteY572" fmla="*/ 578660 h 620412"/>
              <a:gd name="connsiteX573" fmla="*/ 537670 w 937407"/>
              <a:gd name="connsiteY573" fmla="*/ 579803 h 620412"/>
              <a:gd name="connsiteX574" fmla="*/ 538610 w 937407"/>
              <a:gd name="connsiteY574" fmla="*/ 580922 h 620412"/>
              <a:gd name="connsiteX575" fmla="*/ 539551 w 937407"/>
              <a:gd name="connsiteY575" fmla="*/ 582011 h 620412"/>
              <a:gd name="connsiteX576" fmla="*/ 540487 w 937407"/>
              <a:gd name="connsiteY576" fmla="*/ 583080 h 620412"/>
              <a:gd name="connsiteX577" fmla="*/ 541427 w 937407"/>
              <a:gd name="connsiteY577" fmla="*/ 584120 h 620412"/>
              <a:gd name="connsiteX578" fmla="*/ 542363 w 937407"/>
              <a:gd name="connsiteY578" fmla="*/ 585140 h 620412"/>
              <a:gd name="connsiteX579" fmla="*/ 543304 w 937407"/>
              <a:gd name="connsiteY579" fmla="*/ 586135 h 620412"/>
              <a:gd name="connsiteX580" fmla="*/ 544239 w 937407"/>
              <a:gd name="connsiteY580" fmla="*/ 587105 h 620412"/>
              <a:gd name="connsiteX581" fmla="*/ 545180 w 937407"/>
              <a:gd name="connsiteY581" fmla="*/ 588056 h 620412"/>
              <a:gd name="connsiteX582" fmla="*/ 546115 w 937407"/>
              <a:gd name="connsiteY582" fmla="*/ 588981 h 620412"/>
              <a:gd name="connsiteX583" fmla="*/ 547056 w 937407"/>
              <a:gd name="connsiteY583" fmla="*/ 589882 h 620412"/>
              <a:gd name="connsiteX584" fmla="*/ 547992 w 937407"/>
              <a:gd name="connsiteY584" fmla="*/ 590764 h 620412"/>
              <a:gd name="connsiteX585" fmla="*/ 548932 w 937407"/>
              <a:gd name="connsiteY585" fmla="*/ 591625 h 620412"/>
              <a:gd name="connsiteX586" fmla="*/ 549868 w 937407"/>
              <a:gd name="connsiteY586" fmla="*/ 592467 h 620412"/>
              <a:gd name="connsiteX587" fmla="*/ 550809 w 937407"/>
              <a:gd name="connsiteY587" fmla="*/ 593283 h 620412"/>
              <a:gd name="connsiteX588" fmla="*/ 551749 w 937407"/>
              <a:gd name="connsiteY588" fmla="*/ 594080 h 620412"/>
              <a:gd name="connsiteX589" fmla="*/ 552685 w 937407"/>
              <a:gd name="connsiteY589" fmla="*/ 594863 h 620412"/>
              <a:gd name="connsiteX590" fmla="*/ 553625 w 937407"/>
              <a:gd name="connsiteY590" fmla="*/ 595620 h 620412"/>
              <a:gd name="connsiteX591" fmla="*/ 554561 w 937407"/>
              <a:gd name="connsiteY591" fmla="*/ 596363 h 620412"/>
              <a:gd name="connsiteX592" fmla="*/ 555502 w 937407"/>
              <a:gd name="connsiteY592" fmla="*/ 597081 h 620412"/>
              <a:gd name="connsiteX593" fmla="*/ 556437 w 937407"/>
              <a:gd name="connsiteY593" fmla="*/ 597783 h 620412"/>
              <a:gd name="connsiteX594" fmla="*/ 557378 w 937407"/>
              <a:gd name="connsiteY594" fmla="*/ 598472 h 620412"/>
              <a:gd name="connsiteX595" fmla="*/ 558314 w 937407"/>
              <a:gd name="connsiteY595" fmla="*/ 599135 h 620412"/>
              <a:gd name="connsiteX596" fmla="*/ 559254 w 937407"/>
              <a:gd name="connsiteY596" fmla="*/ 599788 h 620412"/>
              <a:gd name="connsiteX597" fmla="*/ 560190 w 937407"/>
              <a:gd name="connsiteY597" fmla="*/ 600417 h 620412"/>
              <a:gd name="connsiteX598" fmla="*/ 561130 w 937407"/>
              <a:gd name="connsiteY598" fmla="*/ 601036 h 620412"/>
              <a:gd name="connsiteX599" fmla="*/ 562071 w 937407"/>
              <a:gd name="connsiteY599" fmla="*/ 601635 h 620412"/>
              <a:gd name="connsiteX600" fmla="*/ 563007 w 937407"/>
              <a:gd name="connsiteY600" fmla="*/ 602219 h 620412"/>
              <a:gd name="connsiteX601" fmla="*/ 563947 w 937407"/>
              <a:gd name="connsiteY601" fmla="*/ 602788 h 620412"/>
              <a:gd name="connsiteX602" fmla="*/ 564883 w 937407"/>
              <a:gd name="connsiteY602" fmla="*/ 603338 h 620412"/>
              <a:gd name="connsiteX603" fmla="*/ 565824 w 937407"/>
              <a:gd name="connsiteY603" fmla="*/ 603878 h 620412"/>
              <a:gd name="connsiteX604" fmla="*/ 566759 w 937407"/>
              <a:gd name="connsiteY604" fmla="*/ 604402 h 620412"/>
              <a:gd name="connsiteX605" fmla="*/ 567700 w 937407"/>
              <a:gd name="connsiteY605" fmla="*/ 604912 h 620412"/>
              <a:gd name="connsiteX606" fmla="*/ 568636 w 937407"/>
              <a:gd name="connsiteY606" fmla="*/ 605402 h 620412"/>
              <a:gd name="connsiteX607" fmla="*/ 569576 w 937407"/>
              <a:gd name="connsiteY607" fmla="*/ 605888 h 620412"/>
              <a:gd name="connsiteX608" fmla="*/ 570512 w 937407"/>
              <a:gd name="connsiteY608" fmla="*/ 606353 h 620412"/>
              <a:gd name="connsiteX609" fmla="*/ 571452 w 937407"/>
              <a:gd name="connsiteY609" fmla="*/ 606808 h 620412"/>
              <a:gd name="connsiteX610" fmla="*/ 572393 w 937407"/>
              <a:gd name="connsiteY610" fmla="*/ 607249 h 620412"/>
              <a:gd name="connsiteX611" fmla="*/ 573329 w 937407"/>
              <a:gd name="connsiteY611" fmla="*/ 607680 h 620412"/>
              <a:gd name="connsiteX612" fmla="*/ 574269 w 937407"/>
              <a:gd name="connsiteY612" fmla="*/ 608096 h 620412"/>
              <a:gd name="connsiteX613" fmla="*/ 575205 w 937407"/>
              <a:gd name="connsiteY613" fmla="*/ 608501 h 620412"/>
              <a:gd name="connsiteX614" fmla="*/ 576146 w 937407"/>
              <a:gd name="connsiteY614" fmla="*/ 608893 h 620412"/>
              <a:gd name="connsiteX615" fmla="*/ 577081 w 937407"/>
              <a:gd name="connsiteY615" fmla="*/ 609274 h 620412"/>
              <a:gd name="connsiteX616" fmla="*/ 578022 w 937407"/>
              <a:gd name="connsiteY616" fmla="*/ 609645 h 620412"/>
              <a:gd name="connsiteX617" fmla="*/ 578957 w 937407"/>
              <a:gd name="connsiteY617" fmla="*/ 610006 h 620412"/>
              <a:gd name="connsiteX618" fmla="*/ 579898 w 937407"/>
              <a:gd name="connsiteY618" fmla="*/ 610358 h 620412"/>
              <a:gd name="connsiteX619" fmla="*/ 580834 w 937407"/>
              <a:gd name="connsiteY619" fmla="*/ 610695 h 620412"/>
              <a:gd name="connsiteX620" fmla="*/ 581774 w 937407"/>
              <a:gd name="connsiteY620" fmla="*/ 611021 h 620412"/>
              <a:gd name="connsiteX621" fmla="*/ 582715 w 937407"/>
              <a:gd name="connsiteY621" fmla="*/ 611343 h 620412"/>
              <a:gd name="connsiteX622" fmla="*/ 583651 w 937407"/>
              <a:gd name="connsiteY622" fmla="*/ 611650 h 620412"/>
              <a:gd name="connsiteX623" fmla="*/ 584591 w 937407"/>
              <a:gd name="connsiteY623" fmla="*/ 611952 h 620412"/>
              <a:gd name="connsiteX624" fmla="*/ 585527 w 937407"/>
              <a:gd name="connsiteY624" fmla="*/ 612244 h 620412"/>
              <a:gd name="connsiteX625" fmla="*/ 586467 w 937407"/>
              <a:gd name="connsiteY625" fmla="*/ 612526 h 620412"/>
              <a:gd name="connsiteX626" fmla="*/ 587403 w 937407"/>
              <a:gd name="connsiteY626" fmla="*/ 612799 h 620412"/>
              <a:gd name="connsiteX627" fmla="*/ 588344 w 937407"/>
              <a:gd name="connsiteY627" fmla="*/ 613066 h 620412"/>
              <a:gd name="connsiteX628" fmla="*/ 589279 w 937407"/>
              <a:gd name="connsiteY628" fmla="*/ 613318 h 620412"/>
              <a:gd name="connsiteX629" fmla="*/ 590220 w 937407"/>
              <a:gd name="connsiteY629" fmla="*/ 613571 h 620412"/>
              <a:gd name="connsiteX630" fmla="*/ 591156 w 937407"/>
              <a:gd name="connsiteY630" fmla="*/ 613808 h 620412"/>
              <a:gd name="connsiteX631" fmla="*/ 592096 w 937407"/>
              <a:gd name="connsiteY631" fmla="*/ 614041 h 620412"/>
              <a:gd name="connsiteX632" fmla="*/ 593032 w 937407"/>
              <a:gd name="connsiteY632" fmla="*/ 614269 h 620412"/>
              <a:gd name="connsiteX633" fmla="*/ 593972 w 937407"/>
              <a:gd name="connsiteY633" fmla="*/ 614487 h 620412"/>
              <a:gd name="connsiteX634" fmla="*/ 594913 w 937407"/>
              <a:gd name="connsiteY634" fmla="*/ 614700 h 620412"/>
              <a:gd name="connsiteX635" fmla="*/ 595849 w 937407"/>
              <a:gd name="connsiteY635" fmla="*/ 614907 h 620412"/>
              <a:gd name="connsiteX636" fmla="*/ 596789 w 937407"/>
              <a:gd name="connsiteY636" fmla="*/ 615105 h 620412"/>
              <a:gd name="connsiteX637" fmla="*/ 597725 w 937407"/>
              <a:gd name="connsiteY637" fmla="*/ 615294 h 620412"/>
              <a:gd name="connsiteX638" fmla="*/ 598666 w 937407"/>
              <a:gd name="connsiteY638" fmla="*/ 615482 h 620412"/>
              <a:gd name="connsiteX639" fmla="*/ 599601 w 937407"/>
              <a:gd name="connsiteY639" fmla="*/ 615660 h 620412"/>
              <a:gd name="connsiteX640" fmla="*/ 600542 w 937407"/>
              <a:gd name="connsiteY640" fmla="*/ 615833 h 620412"/>
              <a:gd name="connsiteX641" fmla="*/ 601478 w 937407"/>
              <a:gd name="connsiteY641" fmla="*/ 616002 h 620412"/>
              <a:gd name="connsiteX642" fmla="*/ 602418 w 937407"/>
              <a:gd name="connsiteY642" fmla="*/ 616165 h 620412"/>
              <a:gd name="connsiteX643" fmla="*/ 603354 w 937407"/>
              <a:gd name="connsiteY643" fmla="*/ 616323 h 620412"/>
              <a:gd name="connsiteX644" fmla="*/ 604294 w 937407"/>
              <a:gd name="connsiteY644" fmla="*/ 616477 h 620412"/>
              <a:gd name="connsiteX645" fmla="*/ 605235 w 937407"/>
              <a:gd name="connsiteY645" fmla="*/ 616620 h 620412"/>
              <a:gd name="connsiteX646" fmla="*/ 606171 w 937407"/>
              <a:gd name="connsiteY646" fmla="*/ 616764 h 620412"/>
              <a:gd name="connsiteX647" fmla="*/ 607111 w 937407"/>
              <a:gd name="connsiteY647" fmla="*/ 616903 h 620412"/>
              <a:gd name="connsiteX648" fmla="*/ 608047 w 937407"/>
              <a:gd name="connsiteY648" fmla="*/ 617031 h 620412"/>
              <a:gd name="connsiteX649" fmla="*/ 608988 w 937407"/>
              <a:gd name="connsiteY649" fmla="*/ 617160 h 620412"/>
              <a:gd name="connsiteX650" fmla="*/ 609923 w 937407"/>
              <a:gd name="connsiteY650" fmla="*/ 617284 h 620412"/>
              <a:gd name="connsiteX651" fmla="*/ 610864 w 937407"/>
              <a:gd name="connsiteY651" fmla="*/ 617403 h 620412"/>
              <a:gd name="connsiteX652" fmla="*/ 611799 w 937407"/>
              <a:gd name="connsiteY652" fmla="*/ 617516 h 620412"/>
              <a:gd name="connsiteX653" fmla="*/ 612740 w 937407"/>
              <a:gd name="connsiteY653" fmla="*/ 617630 h 620412"/>
              <a:gd name="connsiteX654" fmla="*/ 613676 w 937407"/>
              <a:gd name="connsiteY654" fmla="*/ 617734 h 620412"/>
              <a:gd name="connsiteX655" fmla="*/ 614616 w 937407"/>
              <a:gd name="connsiteY655" fmla="*/ 617838 h 620412"/>
              <a:gd name="connsiteX656" fmla="*/ 615557 w 937407"/>
              <a:gd name="connsiteY656" fmla="*/ 617942 h 620412"/>
              <a:gd name="connsiteX657" fmla="*/ 616493 w 937407"/>
              <a:gd name="connsiteY657" fmla="*/ 618036 h 620412"/>
              <a:gd name="connsiteX658" fmla="*/ 617433 w 937407"/>
              <a:gd name="connsiteY658" fmla="*/ 618130 h 620412"/>
              <a:gd name="connsiteX659" fmla="*/ 618369 w 937407"/>
              <a:gd name="connsiteY659" fmla="*/ 618219 h 620412"/>
              <a:gd name="connsiteX660" fmla="*/ 619309 w 937407"/>
              <a:gd name="connsiteY660" fmla="*/ 618304 h 620412"/>
              <a:gd name="connsiteX661" fmla="*/ 620245 w 937407"/>
              <a:gd name="connsiteY661" fmla="*/ 618388 h 620412"/>
              <a:gd name="connsiteX662" fmla="*/ 621186 w 937407"/>
              <a:gd name="connsiteY662" fmla="*/ 618467 h 620412"/>
              <a:gd name="connsiteX663" fmla="*/ 622121 w 937407"/>
              <a:gd name="connsiteY663" fmla="*/ 618546 h 620412"/>
              <a:gd name="connsiteX664" fmla="*/ 623062 w 937407"/>
              <a:gd name="connsiteY664" fmla="*/ 618620 h 620412"/>
              <a:gd name="connsiteX665" fmla="*/ 623998 w 937407"/>
              <a:gd name="connsiteY665" fmla="*/ 618690 h 620412"/>
              <a:gd name="connsiteX666" fmla="*/ 624938 w 937407"/>
              <a:gd name="connsiteY666" fmla="*/ 618759 h 620412"/>
              <a:gd name="connsiteX667" fmla="*/ 625879 w 937407"/>
              <a:gd name="connsiteY667" fmla="*/ 618828 h 620412"/>
              <a:gd name="connsiteX668" fmla="*/ 626814 w 937407"/>
              <a:gd name="connsiteY668" fmla="*/ 618893 h 620412"/>
              <a:gd name="connsiteX669" fmla="*/ 627755 w 937407"/>
              <a:gd name="connsiteY669" fmla="*/ 618952 h 620412"/>
              <a:gd name="connsiteX670" fmla="*/ 628691 w 937407"/>
              <a:gd name="connsiteY670" fmla="*/ 619011 h 620412"/>
              <a:gd name="connsiteX671" fmla="*/ 629631 w 937407"/>
              <a:gd name="connsiteY671" fmla="*/ 619071 h 620412"/>
              <a:gd name="connsiteX672" fmla="*/ 630567 w 937407"/>
              <a:gd name="connsiteY672" fmla="*/ 619125 h 620412"/>
              <a:gd name="connsiteX673" fmla="*/ 631508 w 937407"/>
              <a:gd name="connsiteY673" fmla="*/ 619180 h 620412"/>
              <a:gd name="connsiteX674" fmla="*/ 632443 w 937407"/>
              <a:gd name="connsiteY674" fmla="*/ 619229 h 620412"/>
              <a:gd name="connsiteX675" fmla="*/ 633384 w 937407"/>
              <a:gd name="connsiteY675" fmla="*/ 619279 h 620412"/>
              <a:gd name="connsiteX676" fmla="*/ 634319 w 937407"/>
              <a:gd name="connsiteY676" fmla="*/ 619323 h 620412"/>
              <a:gd name="connsiteX677" fmla="*/ 635260 w 937407"/>
              <a:gd name="connsiteY677" fmla="*/ 619368 h 620412"/>
              <a:gd name="connsiteX678" fmla="*/ 636196 w 937407"/>
              <a:gd name="connsiteY678" fmla="*/ 619412 h 620412"/>
              <a:gd name="connsiteX679" fmla="*/ 637136 w 937407"/>
              <a:gd name="connsiteY679" fmla="*/ 619457 h 620412"/>
              <a:gd name="connsiteX680" fmla="*/ 638077 w 937407"/>
              <a:gd name="connsiteY680" fmla="*/ 619497 h 620412"/>
              <a:gd name="connsiteX681" fmla="*/ 639013 w 937407"/>
              <a:gd name="connsiteY681" fmla="*/ 619536 h 620412"/>
              <a:gd name="connsiteX682" fmla="*/ 639953 w 937407"/>
              <a:gd name="connsiteY682" fmla="*/ 619571 h 620412"/>
              <a:gd name="connsiteX683" fmla="*/ 640889 w 937407"/>
              <a:gd name="connsiteY683" fmla="*/ 619606 h 620412"/>
              <a:gd name="connsiteX684" fmla="*/ 641829 w 937407"/>
              <a:gd name="connsiteY684" fmla="*/ 619640 h 620412"/>
              <a:gd name="connsiteX685" fmla="*/ 642765 w 937407"/>
              <a:gd name="connsiteY685" fmla="*/ 619675 h 620412"/>
              <a:gd name="connsiteX686" fmla="*/ 643706 w 937407"/>
              <a:gd name="connsiteY686" fmla="*/ 619705 h 620412"/>
              <a:gd name="connsiteX687" fmla="*/ 644641 w 937407"/>
              <a:gd name="connsiteY687" fmla="*/ 619739 h 620412"/>
              <a:gd name="connsiteX688" fmla="*/ 645582 w 937407"/>
              <a:gd name="connsiteY688" fmla="*/ 619764 h 620412"/>
              <a:gd name="connsiteX689" fmla="*/ 646518 w 937407"/>
              <a:gd name="connsiteY689" fmla="*/ 619794 h 620412"/>
              <a:gd name="connsiteX690" fmla="*/ 647458 w 937407"/>
              <a:gd name="connsiteY690" fmla="*/ 619823 h 620412"/>
              <a:gd name="connsiteX691" fmla="*/ 648399 w 937407"/>
              <a:gd name="connsiteY691" fmla="*/ 619848 h 620412"/>
              <a:gd name="connsiteX692" fmla="*/ 649335 w 937407"/>
              <a:gd name="connsiteY692" fmla="*/ 619873 h 620412"/>
              <a:gd name="connsiteX693" fmla="*/ 650275 w 937407"/>
              <a:gd name="connsiteY693" fmla="*/ 619898 h 620412"/>
              <a:gd name="connsiteX694" fmla="*/ 651211 w 937407"/>
              <a:gd name="connsiteY694" fmla="*/ 619917 h 620412"/>
              <a:gd name="connsiteX695" fmla="*/ 652151 w 937407"/>
              <a:gd name="connsiteY695" fmla="*/ 619942 h 620412"/>
              <a:gd name="connsiteX696" fmla="*/ 653087 w 937407"/>
              <a:gd name="connsiteY696" fmla="*/ 619962 h 620412"/>
              <a:gd name="connsiteX697" fmla="*/ 654028 w 937407"/>
              <a:gd name="connsiteY697" fmla="*/ 619982 h 620412"/>
              <a:gd name="connsiteX698" fmla="*/ 654963 w 937407"/>
              <a:gd name="connsiteY698" fmla="*/ 620002 h 620412"/>
              <a:gd name="connsiteX699" fmla="*/ 655904 w 937407"/>
              <a:gd name="connsiteY699" fmla="*/ 620016 h 620412"/>
              <a:gd name="connsiteX700" fmla="*/ 656840 w 937407"/>
              <a:gd name="connsiteY700" fmla="*/ 620036 h 620412"/>
              <a:gd name="connsiteX701" fmla="*/ 657780 w 937407"/>
              <a:gd name="connsiteY701" fmla="*/ 620051 h 620412"/>
              <a:gd name="connsiteX702" fmla="*/ 658721 w 937407"/>
              <a:gd name="connsiteY702" fmla="*/ 620071 h 620412"/>
              <a:gd name="connsiteX703" fmla="*/ 659656 w 937407"/>
              <a:gd name="connsiteY703" fmla="*/ 620086 h 620412"/>
              <a:gd name="connsiteX704" fmla="*/ 660597 w 937407"/>
              <a:gd name="connsiteY704" fmla="*/ 620101 h 620412"/>
              <a:gd name="connsiteX705" fmla="*/ 661533 w 937407"/>
              <a:gd name="connsiteY705" fmla="*/ 620115 h 620412"/>
              <a:gd name="connsiteX706" fmla="*/ 662473 w 937407"/>
              <a:gd name="connsiteY706" fmla="*/ 620130 h 620412"/>
              <a:gd name="connsiteX707" fmla="*/ 663409 w 937407"/>
              <a:gd name="connsiteY707" fmla="*/ 620140 h 620412"/>
              <a:gd name="connsiteX708" fmla="*/ 664350 w 937407"/>
              <a:gd name="connsiteY708" fmla="*/ 620155 h 620412"/>
              <a:gd name="connsiteX709" fmla="*/ 665285 w 937407"/>
              <a:gd name="connsiteY709" fmla="*/ 620165 h 620412"/>
              <a:gd name="connsiteX710" fmla="*/ 666226 w 937407"/>
              <a:gd name="connsiteY710" fmla="*/ 620175 h 620412"/>
              <a:gd name="connsiteX711" fmla="*/ 667161 w 937407"/>
              <a:gd name="connsiteY711" fmla="*/ 620190 h 620412"/>
              <a:gd name="connsiteX712" fmla="*/ 668102 w 937407"/>
              <a:gd name="connsiteY712" fmla="*/ 620200 h 620412"/>
              <a:gd name="connsiteX713" fmla="*/ 669043 w 937407"/>
              <a:gd name="connsiteY713" fmla="*/ 620210 h 620412"/>
              <a:gd name="connsiteX714" fmla="*/ 669978 w 937407"/>
              <a:gd name="connsiteY714" fmla="*/ 620219 h 620412"/>
              <a:gd name="connsiteX715" fmla="*/ 670919 w 937407"/>
              <a:gd name="connsiteY715" fmla="*/ 620229 h 620412"/>
              <a:gd name="connsiteX716" fmla="*/ 671855 w 937407"/>
              <a:gd name="connsiteY716" fmla="*/ 620234 h 620412"/>
              <a:gd name="connsiteX717" fmla="*/ 672795 w 937407"/>
              <a:gd name="connsiteY717" fmla="*/ 620244 h 620412"/>
              <a:gd name="connsiteX718" fmla="*/ 673731 w 937407"/>
              <a:gd name="connsiteY718" fmla="*/ 620254 h 620412"/>
              <a:gd name="connsiteX719" fmla="*/ 674671 w 937407"/>
              <a:gd name="connsiteY719" fmla="*/ 620259 h 620412"/>
              <a:gd name="connsiteX720" fmla="*/ 675607 w 937407"/>
              <a:gd name="connsiteY720" fmla="*/ 620269 h 620412"/>
              <a:gd name="connsiteX721" fmla="*/ 676548 w 937407"/>
              <a:gd name="connsiteY721" fmla="*/ 620274 h 620412"/>
              <a:gd name="connsiteX722" fmla="*/ 677483 w 937407"/>
              <a:gd name="connsiteY722" fmla="*/ 620279 h 620412"/>
              <a:gd name="connsiteX723" fmla="*/ 678424 w 937407"/>
              <a:gd name="connsiteY723" fmla="*/ 620289 h 620412"/>
              <a:gd name="connsiteX724" fmla="*/ 679360 w 937407"/>
              <a:gd name="connsiteY724" fmla="*/ 620294 h 620412"/>
              <a:gd name="connsiteX725" fmla="*/ 680300 w 937407"/>
              <a:gd name="connsiteY725" fmla="*/ 620299 h 620412"/>
              <a:gd name="connsiteX726" fmla="*/ 681241 w 937407"/>
              <a:gd name="connsiteY726" fmla="*/ 620304 h 620412"/>
              <a:gd name="connsiteX727" fmla="*/ 682176 w 937407"/>
              <a:gd name="connsiteY727" fmla="*/ 620308 h 620412"/>
              <a:gd name="connsiteX728" fmla="*/ 683117 w 937407"/>
              <a:gd name="connsiteY728" fmla="*/ 620313 h 620412"/>
              <a:gd name="connsiteX729" fmla="*/ 684053 w 937407"/>
              <a:gd name="connsiteY729" fmla="*/ 620318 h 620412"/>
              <a:gd name="connsiteX730" fmla="*/ 684993 w 937407"/>
              <a:gd name="connsiteY730" fmla="*/ 620323 h 620412"/>
              <a:gd name="connsiteX731" fmla="*/ 685929 w 937407"/>
              <a:gd name="connsiteY731" fmla="*/ 620328 h 620412"/>
              <a:gd name="connsiteX732" fmla="*/ 686870 w 937407"/>
              <a:gd name="connsiteY732" fmla="*/ 620333 h 620412"/>
              <a:gd name="connsiteX733" fmla="*/ 687805 w 937407"/>
              <a:gd name="connsiteY733" fmla="*/ 620338 h 620412"/>
              <a:gd name="connsiteX734" fmla="*/ 688746 w 937407"/>
              <a:gd name="connsiteY734" fmla="*/ 620343 h 620412"/>
              <a:gd name="connsiteX735" fmla="*/ 689682 w 937407"/>
              <a:gd name="connsiteY735" fmla="*/ 620343 h 620412"/>
              <a:gd name="connsiteX736" fmla="*/ 690622 w 937407"/>
              <a:gd name="connsiteY736" fmla="*/ 620348 h 620412"/>
              <a:gd name="connsiteX737" fmla="*/ 691563 w 937407"/>
              <a:gd name="connsiteY737" fmla="*/ 620353 h 620412"/>
              <a:gd name="connsiteX738" fmla="*/ 692498 w 937407"/>
              <a:gd name="connsiteY738" fmla="*/ 620353 h 620412"/>
              <a:gd name="connsiteX739" fmla="*/ 693439 w 937407"/>
              <a:gd name="connsiteY739" fmla="*/ 620358 h 620412"/>
              <a:gd name="connsiteX740" fmla="*/ 694375 w 937407"/>
              <a:gd name="connsiteY740" fmla="*/ 620358 h 620412"/>
              <a:gd name="connsiteX741" fmla="*/ 695315 w 937407"/>
              <a:gd name="connsiteY741" fmla="*/ 620363 h 620412"/>
              <a:gd name="connsiteX742" fmla="*/ 696251 w 937407"/>
              <a:gd name="connsiteY742" fmla="*/ 620368 h 620412"/>
              <a:gd name="connsiteX743" fmla="*/ 697192 w 937407"/>
              <a:gd name="connsiteY743" fmla="*/ 620368 h 620412"/>
              <a:gd name="connsiteX744" fmla="*/ 698127 w 937407"/>
              <a:gd name="connsiteY744" fmla="*/ 620368 h 620412"/>
              <a:gd name="connsiteX745" fmla="*/ 699068 w 937407"/>
              <a:gd name="connsiteY745" fmla="*/ 620373 h 620412"/>
              <a:gd name="connsiteX746" fmla="*/ 700003 w 937407"/>
              <a:gd name="connsiteY746" fmla="*/ 620373 h 620412"/>
              <a:gd name="connsiteX747" fmla="*/ 700944 w 937407"/>
              <a:gd name="connsiteY747" fmla="*/ 620378 h 620412"/>
              <a:gd name="connsiteX748" fmla="*/ 701885 w 937407"/>
              <a:gd name="connsiteY748" fmla="*/ 620378 h 620412"/>
              <a:gd name="connsiteX749" fmla="*/ 702820 w 937407"/>
              <a:gd name="connsiteY749" fmla="*/ 620383 h 620412"/>
              <a:gd name="connsiteX750" fmla="*/ 703761 w 937407"/>
              <a:gd name="connsiteY750" fmla="*/ 620383 h 620412"/>
              <a:gd name="connsiteX751" fmla="*/ 704697 w 937407"/>
              <a:gd name="connsiteY751" fmla="*/ 620383 h 620412"/>
              <a:gd name="connsiteX752" fmla="*/ 705637 w 937407"/>
              <a:gd name="connsiteY752" fmla="*/ 620388 h 620412"/>
              <a:gd name="connsiteX753" fmla="*/ 706573 w 937407"/>
              <a:gd name="connsiteY753" fmla="*/ 620388 h 620412"/>
              <a:gd name="connsiteX754" fmla="*/ 707513 w 937407"/>
              <a:gd name="connsiteY754" fmla="*/ 620388 h 620412"/>
              <a:gd name="connsiteX755" fmla="*/ 708449 w 937407"/>
              <a:gd name="connsiteY755" fmla="*/ 620388 h 620412"/>
              <a:gd name="connsiteX756" fmla="*/ 709390 w 937407"/>
              <a:gd name="connsiteY756" fmla="*/ 620393 h 620412"/>
              <a:gd name="connsiteX757" fmla="*/ 710325 w 937407"/>
              <a:gd name="connsiteY757" fmla="*/ 620393 h 620412"/>
              <a:gd name="connsiteX758" fmla="*/ 711266 w 937407"/>
              <a:gd name="connsiteY758" fmla="*/ 620393 h 620412"/>
              <a:gd name="connsiteX759" fmla="*/ 712207 w 937407"/>
              <a:gd name="connsiteY759" fmla="*/ 620393 h 620412"/>
              <a:gd name="connsiteX760" fmla="*/ 713142 w 937407"/>
              <a:gd name="connsiteY760" fmla="*/ 620398 h 620412"/>
              <a:gd name="connsiteX761" fmla="*/ 714083 w 937407"/>
              <a:gd name="connsiteY761" fmla="*/ 620398 h 620412"/>
              <a:gd name="connsiteX762" fmla="*/ 715018 w 937407"/>
              <a:gd name="connsiteY762" fmla="*/ 620398 h 620412"/>
              <a:gd name="connsiteX763" fmla="*/ 715959 w 937407"/>
              <a:gd name="connsiteY763" fmla="*/ 620398 h 620412"/>
              <a:gd name="connsiteX764" fmla="*/ 716895 w 937407"/>
              <a:gd name="connsiteY764" fmla="*/ 620398 h 620412"/>
              <a:gd name="connsiteX765" fmla="*/ 717835 w 937407"/>
              <a:gd name="connsiteY765" fmla="*/ 620398 h 620412"/>
              <a:gd name="connsiteX766" fmla="*/ 718771 w 937407"/>
              <a:gd name="connsiteY766" fmla="*/ 620403 h 620412"/>
              <a:gd name="connsiteX767" fmla="*/ 719712 w 937407"/>
              <a:gd name="connsiteY767" fmla="*/ 620403 h 620412"/>
              <a:gd name="connsiteX768" fmla="*/ 720647 w 937407"/>
              <a:gd name="connsiteY768" fmla="*/ 620403 h 620412"/>
              <a:gd name="connsiteX769" fmla="*/ 721588 w 937407"/>
              <a:gd name="connsiteY769" fmla="*/ 620403 h 620412"/>
              <a:gd name="connsiteX770" fmla="*/ 722524 w 937407"/>
              <a:gd name="connsiteY770" fmla="*/ 620403 h 620412"/>
              <a:gd name="connsiteX771" fmla="*/ 723464 w 937407"/>
              <a:gd name="connsiteY771" fmla="*/ 620403 h 620412"/>
              <a:gd name="connsiteX772" fmla="*/ 724405 w 937407"/>
              <a:gd name="connsiteY772" fmla="*/ 620403 h 620412"/>
              <a:gd name="connsiteX773" fmla="*/ 725340 w 937407"/>
              <a:gd name="connsiteY773" fmla="*/ 620403 h 620412"/>
              <a:gd name="connsiteX774" fmla="*/ 726281 w 937407"/>
              <a:gd name="connsiteY774" fmla="*/ 620408 h 620412"/>
              <a:gd name="connsiteX775" fmla="*/ 727217 w 937407"/>
              <a:gd name="connsiteY775" fmla="*/ 620408 h 620412"/>
              <a:gd name="connsiteX776" fmla="*/ 728157 w 937407"/>
              <a:gd name="connsiteY776" fmla="*/ 620408 h 620412"/>
              <a:gd name="connsiteX777" fmla="*/ 729093 w 937407"/>
              <a:gd name="connsiteY777" fmla="*/ 620408 h 620412"/>
              <a:gd name="connsiteX778" fmla="*/ 730034 w 937407"/>
              <a:gd name="connsiteY778" fmla="*/ 620408 h 620412"/>
              <a:gd name="connsiteX779" fmla="*/ 730969 w 937407"/>
              <a:gd name="connsiteY779" fmla="*/ 620408 h 620412"/>
              <a:gd name="connsiteX780" fmla="*/ 731910 w 937407"/>
              <a:gd name="connsiteY780" fmla="*/ 620408 h 620412"/>
              <a:gd name="connsiteX781" fmla="*/ 732845 w 937407"/>
              <a:gd name="connsiteY781" fmla="*/ 620408 h 620412"/>
              <a:gd name="connsiteX782" fmla="*/ 733786 w 937407"/>
              <a:gd name="connsiteY782" fmla="*/ 620408 h 620412"/>
              <a:gd name="connsiteX783" fmla="*/ 734727 w 937407"/>
              <a:gd name="connsiteY783" fmla="*/ 620408 h 620412"/>
              <a:gd name="connsiteX784" fmla="*/ 735662 w 937407"/>
              <a:gd name="connsiteY784" fmla="*/ 620408 h 620412"/>
              <a:gd name="connsiteX785" fmla="*/ 736603 w 937407"/>
              <a:gd name="connsiteY785" fmla="*/ 620408 h 620412"/>
              <a:gd name="connsiteX786" fmla="*/ 737539 w 937407"/>
              <a:gd name="connsiteY786" fmla="*/ 620408 h 620412"/>
              <a:gd name="connsiteX787" fmla="*/ 738479 w 937407"/>
              <a:gd name="connsiteY787" fmla="*/ 620408 h 620412"/>
              <a:gd name="connsiteX788" fmla="*/ 739415 w 937407"/>
              <a:gd name="connsiteY788" fmla="*/ 620412 h 620412"/>
              <a:gd name="connsiteX789" fmla="*/ 740355 w 937407"/>
              <a:gd name="connsiteY789" fmla="*/ 620412 h 620412"/>
              <a:gd name="connsiteX790" fmla="*/ 741291 w 937407"/>
              <a:gd name="connsiteY790" fmla="*/ 620412 h 620412"/>
              <a:gd name="connsiteX791" fmla="*/ 742232 w 937407"/>
              <a:gd name="connsiteY791" fmla="*/ 620412 h 620412"/>
              <a:gd name="connsiteX792" fmla="*/ 743167 w 937407"/>
              <a:gd name="connsiteY792" fmla="*/ 620412 h 620412"/>
              <a:gd name="connsiteX793" fmla="*/ 744108 w 937407"/>
              <a:gd name="connsiteY793" fmla="*/ 620412 h 620412"/>
              <a:gd name="connsiteX794" fmla="*/ 745049 w 937407"/>
              <a:gd name="connsiteY794" fmla="*/ 620412 h 620412"/>
              <a:gd name="connsiteX795" fmla="*/ 745984 w 937407"/>
              <a:gd name="connsiteY795" fmla="*/ 620412 h 620412"/>
              <a:gd name="connsiteX796" fmla="*/ 746925 w 937407"/>
              <a:gd name="connsiteY796" fmla="*/ 620412 h 620412"/>
              <a:gd name="connsiteX797" fmla="*/ 747860 w 937407"/>
              <a:gd name="connsiteY797" fmla="*/ 620412 h 620412"/>
              <a:gd name="connsiteX798" fmla="*/ 748801 w 937407"/>
              <a:gd name="connsiteY798" fmla="*/ 620412 h 620412"/>
              <a:gd name="connsiteX799" fmla="*/ 749737 w 937407"/>
              <a:gd name="connsiteY799" fmla="*/ 620412 h 620412"/>
              <a:gd name="connsiteX800" fmla="*/ 750677 w 937407"/>
              <a:gd name="connsiteY800" fmla="*/ 620412 h 620412"/>
              <a:gd name="connsiteX801" fmla="*/ 751613 w 937407"/>
              <a:gd name="connsiteY801" fmla="*/ 620412 h 620412"/>
              <a:gd name="connsiteX802" fmla="*/ 752554 w 937407"/>
              <a:gd name="connsiteY802" fmla="*/ 620412 h 620412"/>
              <a:gd name="connsiteX803" fmla="*/ 753489 w 937407"/>
              <a:gd name="connsiteY803" fmla="*/ 620412 h 620412"/>
              <a:gd name="connsiteX804" fmla="*/ 754430 w 937407"/>
              <a:gd name="connsiteY804" fmla="*/ 620412 h 620412"/>
              <a:gd name="connsiteX805" fmla="*/ 755370 w 937407"/>
              <a:gd name="connsiteY805" fmla="*/ 620412 h 620412"/>
              <a:gd name="connsiteX806" fmla="*/ 756306 w 937407"/>
              <a:gd name="connsiteY806" fmla="*/ 620412 h 620412"/>
              <a:gd name="connsiteX807" fmla="*/ 757247 w 937407"/>
              <a:gd name="connsiteY807" fmla="*/ 620412 h 620412"/>
              <a:gd name="connsiteX808" fmla="*/ 758182 w 937407"/>
              <a:gd name="connsiteY808" fmla="*/ 620412 h 620412"/>
              <a:gd name="connsiteX809" fmla="*/ 759123 w 937407"/>
              <a:gd name="connsiteY809" fmla="*/ 620412 h 620412"/>
              <a:gd name="connsiteX810" fmla="*/ 760059 w 937407"/>
              <a:gd name="connsiteY810" fmla="*/ 620412 h 620412"/>
              <a:gd name="connsiteX811" fmla="*/ 760999 w 937407"/>
              <a:gd name="connsiteY811" fmla="*/ 620412 h 620412"/>
              <a:gd name="connsiteX812" fmla="*/ 761935 w 937407"/>
              <a:gd name="connsiteY812" fmla="*/ 620412 h 620412"/>
              <a:gd name="connsiteX813" fmla="*/ 762875 w 937407"/>
              <a:gd name="connsiteY813" fmla="*/ 620412 h 620412"/>
              <a:gd name="connsiteX814" fmla="*/ 763811 w 937407"/>
              <a:gd name="connsiteY814" fmla="*/ 620412 h 620412"/>
              <a:gd name="connsiteX815" fmla="*/ 764752 w 937407"/>
              <a:gd name="connsiteY815" fmla="*/ 620412 h 620412"/>
              <a:gd name="connsiteX816" fmla="*/ 765692 w 937407"/>
              <a:gd name="connsiteY816" fmla="*/ 620412 h 620412"/>
              <a:gd name="connsiteX817" fmla="*/ 766628 w 937407"/>
              <a:gd name="connsiteY817" fmla="*/ 620412 h 620412"/>
              <a:gd name="connsiteX818" fmla="*/ 767569 w 937407"/>
              <a:gd name="connsiteY818" fmla="*/ 620412 h 620412"/>
              <a:gd name="connsiteX819" fmla="*/ 768504 w 937407"/>
              <a:gd name="connsiteY819" fmla="*/ 620412 h 620412"/>
              <a:gd name="connsiteX820" fmla="*/ 769445 w 937407"/>
              <a:gd name="connsiteY820" fmla="*/ 620412 h 620412"/>
              <a:gd name="connsiteX821" fmla="*/ 770381 w 937407"/>
              <a:gd name="connsiteY821" fmla="*/ 620412 h 620412"/>
              <a:gd name="connsiteX822" fmla="*/ 771321 w 937407"/>
              <a:gd name="connsiteY822" fmla="*/ 620412 h 620412"/>
              <a:gd name="connsiteX823" fmla="*/ 772257 w 937407"/>
              <a:gd name="connsiteY823" fmla="*/ 620412 h 620412"/>
              <a:gd name="connsiteX824" fmla="*/ 773197 w 937407"/>
              <a:gd name="connsiteY824" fmla="*/ 620412 h 620412"/>
              <a:gd name="connsiteX825" fmla="*/ 774133 w 937407"/>
              <a:gd name="connsiteY825" fmla="*/ 620412 h 620412"/>
              <a:gd name="connsiteX826" fmla="*/ 775074 w 937407"/>
              <a:gd name="connsiteY826" fmla="*/ 620412 h 620412"/>
              <a:gd name="connsiteX827" fmla="*/ 776009 w 937407"/>
              <a:gd name="connsiteY827" fmla="*/ 620412 h 620412"/>
              <a:gd name="connsiteX828" fmla="*/ 776950 w 937407"/>
              <a:gd name="connsiteY828" fmla="*/ 620412 h 620412"/>
              <a:gd name="connsiteX829" fmla="*/ 777890 w 937407"/>
              <a:gd name="connsiteY829" fmla="*/ 620412 h 620412"/>
              <a:gd name="connsiteX830" fmla="*/ 778826 w 937407"/>
              <a:gd name="connsiteY830" fmla="*/ 620412 h 620412"/>
              <a:gd name="connsiteX831" fmla="*/ 779767 w 937407"/>
              <a:gd name="connsiteY831" fmla="*/ 620412 h 620412"/>
              <a:gd name="connsiteX832" fmla="*/ 780702 w 937407"/>
              <a:gd name="connsiteY832" fmla="*/ 620412 h 620412"/>
              <a:gd name="connsiteX833" fmla="*/ 781643 w 937407"/>
              <a:gd name="connsiteY833" fmla="*/ 620412 h 620412"/>
              <a:gd name="connsiteX834" fmla="*/ 782579 w 937407"/>
              <a:gd name="connsiteY834" fmla="*/ 620412 h 620412"/>
              <a:gd name="connsiteX835" fmla="*/ 783519 w 937407"/>
              <a:gd name="connsiteY835" fmla="*/ 620412 h 620412"/>
              <a:gd name="connsiteX836" fmla="*/ 784455 w 937407"/>
              <a:gd name="connsiteY836" fmla="*/ 620412 h 620412"/>
              <a:gd name="connsiteX837" fmla="*/ 785396 w 937407"/>
              <a:gd name="connsiteY837" fmla="*/ 620412 h 620412"/>
              <a:gd name="connsiteX838" fmla="*/ 786331 w 937407"/>
              <a:gd name="connsiteY838" fmla="*/ 620412 h 620412"/>
              <a:gd name="connsiteX839" fmla="*/ 787272 w 937407"/>
              <a:gd name="connsiteY839" fmla="*/ 620412 h 620412"/>
              <a:gd name="connsiteX840" fmla="*/ 788212 w 937407"/>
              <a:gd name="connsiteY840" fmla="*/ 620412 h 620412"/>
              <a:gd name="connsiteX841" fmla="*/ 789148 w 937407"/>
              <a:gd name="connsiteY841" fmla="*/ 620412 h 620412"/>
              <a:gd name="connsiteX842" fmla="*/ 790089 w 937407"/>
              <a:gd name="connsiteY842" fmla="*/ 620412 h 620412"/>
              <a:gd name="connsiteX843" fmla="*/ 791024 w 937407"/>
              <a:gd name="connsiteY843" fmla="*/ 620412 h 620412"/>
              <a:gd name="connsiteX844" fmla="*/ 791965 w 937407"/>
              <a:gd name="connsiteY844" fmla="*/ 620412 h 620412"/>
              <a:gd name="connsiteX845" fmla="*/ 792901 w 937407"/>
              <a:gd name="connsiteY845" fmla="*/ 620412 h 620412"/>
              <a:gd name="connsiteX846" fmla="*/ 793841 w 937407"/>
              <a:gd name="connsiteY846" fmla="*/ 620412 h 620412"/>
              <a:gd name="connsiteX847" fmla="*/ 794777 w 937407"/>
              <a:gd name="connsiteY847" fmla="*/ 620412 h 620412"/>
              <a:gd name="connsiteX848" fmla="*/ 795717 w 937407"/>
              <a:gd name="connsiteY848" fmla="*/ 620412 h 620412"/>
              <a:gd name="connsiteX849" fmla="*/ 796653 w 937407"/>
              <a:gd name="connsiteY849" fmla="*/ 620412 h 620412"/>
              <a:gd name="connsiteX850" fmla="*/ 797594 w 937407"/>
              <a:gd name="connsiteY850" fmla="*/ 620412 h 620412"/>
              <a:gd name="connsiteX851" fmla="*/ 798534 w 937407"/>
              <a:gd name="connsiteY851" fmla="*/ 620412 h 620412"/>
              <a:gd name="connsiteX852" fmla="*/ 799470 w 937407"/>
              <a:gd name="connsiteY852" fmla="*/ 620412 h 620412"/>
              <a:gd name="connsiteX853" fmla="*/ 800411 w 937407"/>
              <a:gd name="connsiteY853" fmla="*/ 620412 h 620412"/>
              <a:gd name="connsiteX854" fmla="*/ 801346 w 937407"/>
              <a:gd name="connsiteY854" fmla="*/ 620412 h 620412"/>
              <a:gd name="connsiteX855" fmla="*/ 802287 w 937407"/>
              <a:gd name="connsiteY855" fmla="*/ 620412 h 620412"/>
              <a:gd name="connsiteX856" fmla="*/ 803223 w 937407"/>
              <a:gd name="connsiteY856" fmla="*/ 620412 h 620412"/>
              <a:gd name="connsiteX857" fmla="*/ 804163 w 937407"/>
              <a:gd name="connsiteY857" fmla="*/ 620412 h 620412"/>
              <a:gd name="connsiteX858" fmla="*/ 805099 w 937407"/>
              <a:gd name="connsiteY858" fmla="*/ 620412 h 620412"/>
              <a:gd name="connsiteX859" fmla="*/ 806039 w 937407"/>
              <a:gd name="connsiteY859" fmla="*/ 620412 h 620412"/>
              <a:gd name="connsiteX860" fmla="*/ 806975 w 937407"/>
              <a:gd name="connsiteY860" fmla="*/ 620412 h 620412"/>
              <a:gd name="connsiteX861" fmla="*/ 807916 w 937407"/>
              <a:gd name="connsiteY861" fmla="*/ 620412 h 620412"/>
              <a:gd name="connsiteX862" fmla="*/ 808856 w 937407"/>
              <a:gd name="connsiteY862" fmla="*/ 620412 h 620412"/>
              <a:gd name="connsiteX863" fmla="*/ 809792 w 937407"/>
              <a:gd name="connsiteY863" fmla="*/ 620412 h 620412"/>
              <a:gd name="connsiteX864" fmla="*/ 810732 w 937407"/>
              <a:gd name="connsiteY864" fmla="*/ 620412 h 620412"/>
              <a:gd name="connsiteX865" fmla="*/ 811668 w 937407"/>
              <a:gd name="connsiteY865" fmla="*/ 620412 h 620412"/>
              <a:gd name="connsiteX866" fmla="*/ 812609 w 937407"/>
              <a:gd name="connsiteY866" fmla="*/ 620412 h 620412"/>
              <a:gd name="connsiteX867" fmla="*/ 813544 w 937407"/>
              <a:gd name="connsiteY867" fmla="*/ 620412 h 620412"/>
              <a:gd name="connsiteX868" fmla="*/ 814485 w 937407"/>
              <a:gd name="connsiteY868" fmla="*/ 620412 h 620412"/>
              <a:gd name="connsiteX869" fmla="*/ 815421 w 937407"/>
              <a:gd name="connsiteY869" fmla="*/ 620412 h 620412"/>
              <a:gd name="connsiteX870" fmla="*/ 816361 w 937407"/>
              <a:gd name="connsiteY870" fmla="*/ 620412 h 620412"/>
              <a:gd name="connsiteX871" fmla="*/ 817297 w 937407"/>
              <a:gd name="connsiteY871" fmla="*/ 620412 h 620412"/>
              <a:gd name="connsiteX872" fmla="*/ 818238 w 937407"/>
              <a:gd name="connsiteY872" fmla="*/ 620412 h 620412"/>
              <a:gd name="connsiteX873" fmla="*/ 819173 w 937407"/>
              <a:gd name="connsiteY873" fmla="*/ 620412 h 620412"/>
              <a:gd name="connsiteX874" fmla="*/ 820114 w 937407"/>
              <a:gd name="connsiteY874" fmla="*/ 620412 h 620412"/>
              <a:gd name="connsiteX875" fmla="*/ 821054 w 937407"/>
              <a:gd name="connsiteY875" fmla="*/ 620412 h 620412"/>
              <a:gd name="connsiteX876" fmla="*/ 821990 w 937407"/>
              <a:gd name="connsiteY876" fmla="*/ 620412 h 620412"/>
              <a:gd name="connsiteX877" fmla="*/ 822931 w 937407"/>
              <a:gd name="connsiteY877" fmla="*/ 620412 h 620412"/>
              <a:gd name="connsiteX878" fmla="*/ 823866 w 937407"/>
              <a:gd name="connsiteY878" fmla="*/ 620412 h 620412"/>
              <a:gd name="connsiteX879" fmla="*/ 824807 w 937407"/>
              <a:gd name="connsiteY879" fmla="*/ 620412 h 620412"/>
              <a:gd name="connsiteX880" fmla="*/ 825743 w 937407"/>
              <a:gd name="connsiteY880" fmla="*/ 620412 h 620412"/>
              <a:gd name="connsiteX881" fmla="*/ 826683 w 937407"/>
              <a:gd name="connsiteY881" fmla="*/ 620412 h 620412"/>
              <a:gd name="connsiteX882" fmla="*/ 827619 w 937407"/>
              <a:gd name="connsiteY882" fmla="*/ 620412 h 620412"/>
              <a:gd name="connsiteX883" fmla="*/ 828559 w 937407"/>
              <a:gd name="connsiteY883" fmla="*/ 620412 h 620412"/>
              <a:gd name="connsiteX884" fmla="*/ 829495 w 937407"/>
              <a:gd name="connsiteY884" fmla="*/ 620412 h 620412"/>
              <a:gd name="connsiteX885" fmla="*/ 830436 w 937407"/>
              <a:gd name="connsiteY885" fmla="*/ 620412 h 620412"/>
              <a:gd name="connsiteX886" fmla="*/ 831376 w 937407"/>
              <a:gd name="connsiteY886" fmla="*/ 620412 h 620412"/>
              <a:gd name="connsiteX887" fmla="*/ 832312 w 937407"/>
              <a:gd name="connsiteY887" fmla="*/ 620412 h 620412"/>
              <a:gd name="connsiteX888" fmla="*/ 833253 w 937407"/>
              <a:gd name="connsiteY888" fmla="*/ 620412 h 620412"/>
              <a:gd name="connsiteX889" fmla="*/ 834188 w 937407"/>
              <a:gd name="connsiteY889" fmla="*/ 620412 h 620412"/>
              <a:gd name="connsiteX890" fmla="*/ 835129 w 937407"/>
              <a:gd name="connsiteY890" fmla="*/ 620412 h 620412"/>
              <a:gd name="connsiteX891" fmla="*/ 836064 w 937407"/>
              <a:gd name="connsiteY891" fmla="*/ 620412 h 620412"/>
              <a:gd name="connsiteX892" fmla="*/ 837005 w 937407"/>
              <a:gd name="connsiteY892" fmla="*/ 620412 h 620412"/>
              <a:gd name="connsiteX893" fmla="*/ 837941 w 937407"/>
              <a:gd name="connsiteY893" fmla="*/ 620412 h 620412"/>
              <a:gd name="connsiteX894" fmla="*/ 838881 w 937407"/>
              <a:gd name="connsiteY894" fmla="*/ 620412 h 620412"/>
              <a:gd name="connsiteX895" fmla="*/ 839817 w 937407"/>
              <a:gd name="connsiteY895" fmla="*/ 620412 h 620412"/>
              <a:gd name="connsiteX896" fmla="*/ 840758 w 937407"/>
              <a:gd name="connsiteY896" fmla="*/ 620412 h 620412"/>
              <a:gd name="connsiteX897" fmla="*/ 841698 w 937407"/>
              <a:gd name="connsiteY897" fmla="*/ 620412 h 620412"/>
              <a:gd name="connsiteX898" fmla="*/ 842634 w 937407"/>
              <a:gd name="connsiteY898" fmla="*/ 620412 h 620412"/>
              <a:gd name="connsiteX899" fmla="*/ 843574 w 937407"/>
              <a:gd name="connsiteY899" fmla="*/ 620412 h 620412"/>
              <a:gd name="connsiteX900" fmla="*/ 844510 w 937407"/>
              <a:gd name="connsiteY900" fmla="*/ 620412 h 620412"/>
              <a:gd name="connsiteX901" fmla="*/ 845451 w 937407"/>
              <a:gd name="connsiteY901" fmla="*/ 620412 h 620412"/>
              <a:gd name="connsiteX902" fmla="*/ 846386 w 937407"/>
              <a:gd name="connsiteY902" fmla="*/ 620412 h 620412"/>
              <a:gd name="connsiteX903" fmla="*/ 847327 w 937407"/>
              <a:gd name="connsiteY903" fmla="*/ 620412 h 620412"/>
              <a:gd name="connsiteX904" fmla="*/ 848263 w 937407"/>
              <a:gd name="connsiteY904" fmla="*/ 620412 h 620412"/>
              <a:gd name="connsiteX905" fmla="*/ 849203 w 937407"/>
              <a:gd name="connsiteY905" fmla="*/ 620412 h 620412"/>
              <a:gd name="connsiteX906" fmla="*/ 850139 w 937407"/>
              <a:gd name="connsiteY906" fmla="*/ 620412 h 620412"/>
              <a:gd name="connsiteX907" fmla="*/ 851080 w 937407"/>
              <a:gd name="connsiteY907" fmla="*/ 620412 h 620412"/>
              <a:gd name="connsiteX908" fmla="*/ 852020 w 937407"/>
              <a:gd name="connsiteY908" fmla="*/ 620412 h 620412"/>
              <a:gd name="connsiteX909" fmla="*/ 852956 w 937407"/>
              <a:gd name="connsiteY909" fmla="*/ 620412 h 620412"/>
              <a:gd name="connsiteX910" fmla="*/ 853896 w 937407"/>
              <a:gd name="connsiteY910" fmla="*/ 620412 h 620412"/>
              <a:gd name="connsiteX911" fmla="*/ 854832 w 937407"/>
              <a:gd name="connsiteY911" fmla="*/ 620412 h 620412"/>
              <a:gd name="connsiteX912" fmla="*/ 855773 w 937407"/>
              <a:gd name="connsiteY912" fmla="*/ 620412 h 620412"/>
              <a:gd name="connsiteX913" fmla="*/ 856708 w 937407"/>
              <a:gd name="connsiteY913" fmla="*/ 620412 h 620412"/>
              <a:gd name="connsiteX914" fmla="*/ 857649 w 937407"/>
              <a:gd name="connsiteY914" fmla="*/ 620412 h 620412"/>
              <a:gd name="connsiteX915" fmla="*/ 858585 w 937407"/>
              <a:gd name="connsiteY915" fmla="*/ 620412 h 620412"/>
              <a:gd name="connsiteX916" fmla="*/ 859525 w 937407"/>
              <a:gd name="connsiteY916" fmla="*/ 620412 h 620412"/>
              <a:gd name="connsiteX917" fmla="*/ 860461 w 937407"/>
              <a:gd name="connsiteY917" fmla="*/ 620412 h 620412"/>
              <a:gd name="connsiteX918" fmla="*/ 861401 w 937407"/>
              <a:gd name="connsiteY918" fmla="*/ 620412 h 620412"/>
              <a:gd name="connsiteX919" fmla="*/ 862337 w 937407"/>
              <a:gd name="connsiteY919" fmla="*/ 620412 h 620412"/>
              <a:gd name="connsiteX920" fmla="*/ 863278 w 937407"/>
              <a:gd name="connsiteY920" fmla="*/ 620412 h 620412"/>
              <a:gd name="connsiteX921" fmla="*/ 864218 w 937407"/>
              <a:gd name="connsiteY921" fmla="*/ 620412 h 620412"/>
              <a:gd name="connsiteX922" fmla="*/ 865154 w 937407"/>
              <a:gd name="connsiteY922" fmla="*/ 620412 h 620412"/>
              <a:gd name="connsiteX923" fmla="*/ 866094 w 937407"/>
              <a:gd name="connsiteY923" fmla="*/ 620412 h 620412"/>
              <a:gd name="connsiteX924" fmla="*/ 867030 w 937407"/>
              <a:gd name="connsiteY924" fmla="*/ 620412 h 620412"/>
              <a:gd name="connsiteX925" fmla="*/ 867971 w 937407"/>
              <a:gd name="connsiteY925" fmla="*/ 620412 h 620412"/>
              <a:gd name="connsiteX926" fmla="*/ 868906 w 937407"/>
              <a:gd name="connsiteY926" fmla="*/ 620412 h 620412"/>
              <a:gd name="connsiteX927" fmla="*/ 869847 w 937407"/>
              <a:gd name="connsiteY927" fmla="*/ 620412 h 620412"/>
              <a:gd name="connsiteX928" fmla="*/ 870783 w 937407"/>
              <a:gd name="connsiteY928" fmla="*/ 620412 h 620412"/>
              <a:gd name="connsiteX929" fmla="*/ 871723 w 937407"/>
              <a:gd name="connsiteY929" fmla="*/ 620412 h 620412"/>
              <a:gd name="connsiteX930" fmla="*/ 872659 w 937407"/>
              <a:gd name="connsiteY930" fmla="*/ 620412 h 620412"/>
              <a:gd name="connsiteX931" fmla="*/ 873600 w 937407"/>
              <a:gd name="connsiteY931" fmla="*/ 620412 h 620412"/>
              <a:gd name="connsiteX932" fmla="*/ 874540 w 937407"/>
              <a:gd name="connsiteY932" fmla="*/ 620412 h 620412"/>
              <a:gd name="connsiteX933" fmla="*/ 875476 w 937407"/>
              <a:gd name="connsiteY933" fmla="*/ 620412 h 620412"/>
              <a:gd name="connsiteX934" fmla="*/ 876416 w 937407"/>
              <a:gd name="connsiteY934" fmla="*/ 620412 h 620412"/>
              <a:gd name="connsiteX935" fmla="*/ 877352 w 937407"/>
              <a:gd name="connsiteY935" fmla="*/ 620412 h 620412"/>
              <a:gd name="connsiteX936" fmla="*/ 878293 w 937407"/>
              <a:gd name="connsiteY936" fmla="*/ 620412 h 620412"/>
              <a:gd name="connsiteX937" fmla="*/ 879228 w 937407"/>
              <a:gd name="connsiteY937" fmla="*/ 620412 h 620412"/>
              <a:gd name="connsiteX938" fmla="*/ 880169 w 937407"/>
              <a:gd name="connsiteY938" fmla="*/ 620412 h 620412"/>
              <a:gd name="connsiteX939" fmla="*/ 881105 w 937407"/>
              <a:gd name="connsiteY939" fmla="*/ 620412 h 620412"/>
              <a:gd name="connsiteX940" fmla="*/ 882045 w 937407"/>
              <a:gd name="connsiteY940" fmla="*/ 620412 h 620412"/>
              <a:gd name="connsiteX941" fmla="*/ 882981 w 937407"/>
              <a:gd name="connsiteY941" fmla="*/ 620412 h 620412"/>
              <a:gd name="connsiteX942" fmla="*/ 883921 w 937407"/>
              <a:gd name="connsiteY942" fmla="*/ 620412 h 620412"/>
              <a:gd name="connsiteX943" fmla="*/ 884862 w 937407"/>
              <a:gd name="connsiteY943" fmla="*/ 620412 h 620412"/>
              <a:gd name="connsiteX944" fmla="*/ 885798 w 937407"/>
              <a:gd name="connsiteY944" fmla="*/ 620412 h 620412"/>
              <a:gd name="connsiteX945" fmla="*/ 886738 w 937407"/>
              <a:gd name="connsiteY945" fmla="*/ 620412 h 620412"/>
              <a:gd name="connsiteX946" fmla="*/ 887674 w 937407"/>
              <a:gd name="connsiteY946" fmla="*/ 620412 h 620412"/>
              <a:gd name="connsiteX947" fmla="*/ 888615 w 937407"/>
              <a:gd name="connsiteY947" fmla="*/ 620412 h 620412"/>
              <a:gd name="connsiteX948" fmla="*/ 889550 w 937407"/>
              <a:gd name="connsiteY948" fmla="*/ 620412 h 620412"/>
              <a:gd name="connsiteX949" fmla="*/ 890491 w 937407"/>
              <a:gd name="connsiteY949" fmla="*/ 620412 h 620412"/>
              <a:gd name="connsiteX950" fmla="*/ 891427 w 937407"/>
              <a:gd name="connsiteY950" fmla="*/ 620412 h 620412"/>
              <a:gd name="connsiteX951" fmla="*/ 892367 w 937407"/>
              <a:gd name="connsiteY951" fmla="*/ 620412 h 620412"/>
              <a:gd name="connsiteX952" fmla="*/ 893303 w 937407"/>
              <a:gd name="connsiteY952" fmla="*/ 620412 h 620412"/>
              <a:gd name="connsiteX953" fmla="*/ 894243 w 937407"/>
              <a:gd name="connsiteY953" fmla="*/ 620412 h 620412"/>
              <a:gd name="connsiteX954" fmla="*/ 895184 w 937407"/>
              <a:gd name="connsiteY954" fmla="*/ 620412 h 620412"/>
              <a:gd name="connsiteX955" fmla="*/ 896120 w 937407"/>
              <a:gd name="connsiteY955" fmla="*/ 620412 h 620412"/>
              <a:gd name="connsiteX956" fmla="*/ 897060 w 937407"/>
              <a:gd name="connsiteY956" fmla="*/ 620412 h 620412"/>
              <a:gd name="connsiteX957" fmla="*/ 897996 w 937407"/>
              <a:gd name="connsiteY957" fmla="*/ 620412 h 620412"/>
              <a:gd name="connsiteX958" fmla="*/ 898937 w 937407"/>
              <a:gd name="connsiteY958" fmla="*/ 620412 h 620412"/>
              <a:gd name="connsiteX959" fmla="*/ 899872 w 937407"/>
              <a:gd name="connsiteY959" fmla="*/ 620412 h 620412"/>
              <a:gd name="connsiteX960" fmla="*/ 900813 w 937407"/>
              <a:gd name="connsiteY960" fmla="*/ 620412 h 620412"/>
              <a:gd name="connsiteX961" fmla="*/ 901748 w 937407"/>
              <a:gd name="connsiteY961" fmla="*/ 620412 h 620412"/>
              <a:gd name="connsiteX962" fmla="*/ 902689 w 937407"/>
              <a:gd name="connsiteY962" fmla="*/ 620412 h 620412"/>
              <a:gd name="connsiteX963" fmla="*/ 903625 w 937407"/>
              <a:gd name="connsiteY963" fmla="*/ 620412 h 620412"/>
              <a:gd name="connsiteX964" fmla="*/ 904565 w 937407"/>
              <a:gd name="connsiteY964" fmla="*/ 620412 h 620412"/>
              <a:gd name="connsiteX965" fmla="*/ 905501 w 937407"/>
              <a:gd name="connsiteY965" fmla="*/ 620412 h 620412"/>
              <a:gd name="connsiteX966" fmla="*/ 906441 w 937407"/>
              <a:gd name="connsiteY966" fmla="*/ 620412 h 620412"/>
              <a:gd name="connsiteX967" fmla="*/ 907382 w 937407"/>
              <a:gd name="connsiteY967" fmla="*/ 620412 h 620412"/>
              <a:gd name="connsiteX968" fmla="*/ 908318 w 937407"/>
              <a:gd name="connsiteY968" fmla="*/ 620412 h 620412"/>
              <a:gd name="connsiteX969" fmla="*/ 909258 w 937407"/>
              <a:gd name="connsiteY969" fmla="*/ 620412 h 620412"/>
              <a:gd name="connsiteX970" fmla="*/ 910194 w 937407"/>
              <a:gd name="connsiteY970" fmla="*/ 620412 h 620412"/>
              <a:gd name="connsiteX971" fmla="*/ 911135 w 937407"/>
              <a:gd name="connsiteY971" fmla="*/ 620412 h 620412"/>
              <a:gd name="connsiteX972" fmla="*/ 912070 w 937407"/>
              <a:gd name="connsiteY972" fmla="*/ 620412 h 620412"/>
              <a:gd name="connsiteX973" fmla="*/ 913011 w 937407"/>
              <a:gd name="connsiteY973" fmla="*/ 620412 h 620412"/>
              <a:gd name="connsiteX974" fmla="*/ 913947 w 937407"/>
              <a:gd name="connsiteY974" fmla="*/ 620412 h 620412"/>
              <a:gd name="connsiteX975" fmla="*/ 914887 w 937407"/>
              <a:gd name="connsiteY975" fmla="*/ 620412 h 620412"/>
              <a:gd name="connsiteX976" fmla="*/ 915823 w 937407"/>
              <a:gd name="connsiteY976" fmla="*/ 620412 h 620412"/>
              <a:gd name="connsiteX977" fmla="*/ 916763 w 937407"/>
              <a:gd name="connsiteY977" fmla="*/ 620412 h 620412"/>
              <a:gd name="connsiteX978" fmla="*/ 917704 w 937407"/>
              <a:gd name="connsiteY978" fmla="*/ 620412 h 620412"/>
              <a:gd name="connsiteX979" fmla="*/ 918640 w 937407"/>
              <a:gd name="connsiteY979" fmla="*/ 620412 h 620412"/>
              <a:gd name="connsiteX980" fmla="*/ 919580 w 937407"/>
              <a:gd name="connsiteY980" fmla="*/ 620412 h 620412"/>
              <a:gd name="connsiteX981" fmla="*/ 920516 w 937407"/>
              <a:gd name="connsiteY981" fmla="*/ 620412 h 620412"/>
              <a:gd name="connsiteX982" fmla="*/ 921457 w 937407"/>
              <a:gd name="connsiteY982" fmla="*/ 620412 h 620412"/>
              <a:gd name="connsiteX983" fmla="*/ 922392 w 937407"/>
              <a:gd name="connsiteY983" fmla="*/ 620412 h 620412"/>
              <a:gd name="connsiteX984" fmla="*/ 923333 w 937407"/>
              <a:gd name="connsiteY984" fmla="*/ 620412 h 620412"/>
              <a:gd name="connsiteX985" fmla="*/ 924268 w 937407"/>
              <a:gd name="connsiteY985" fmla="*/ 620412 h 620412"/>
              <a:gd name="connsiteX986" fmla="*/ 925209 w 937407"/>
              <a:gd name="connsiteY986" fmla="*/ 620412 h 620412"/>
              <a:gd name="connsiteX987" fmla="*/ 926145 w 937407"/>
              <a:gd name="connsiteY987" fmla="*/ 620412 h 620412"/>
              <a:gd name="connsiteX988" fmla="*/ 927085 w 937407"/>
              <a:gd name="connsiteY988" fmla="*/ 620412 h 620412"/>
              <a:gd name="connsiteX989" fmla="*/ 928026 w 937407"/>
              <a:gd name="connsiteY989" fmla="*/ 620412 h 620412"/>
              <a:gd name="connsiteX990" fmla="*/ 928962 w 937407"/>
              <a:gd name="connsiteY990" fmla="*/ 620412 h 620412"/>
              <a:gd name="connsiteX991" fmla="*/ 929902 w 937407"/>
              <a:gd name="connsiteY991" fmla="*/ 620412 h 620412"/>
              <a:gd name="connsiteX992" fmla="*/ 930838 w 937407"/>
              <a:gd name="connsiteY992" fmla="*/ 620412 h 620412"/>
              <a:gd name="connsiteX993" fmla="*/ 931779 w 937407"/>
              <a:gd name="connsiteY993" fmla="*/ 620412 h 620412"/>
              <a:gd name="connsiteX994" fmla="*/ 932714 w 937407"/>
              <a:gd name="connsiteY994" fmla="*/ 620412 h 620412"/>
              <a:gd name="connsiteX995" fmla="*/ 933655 w 937407"/>
              <a:gd name="connsiteY995" fmla="*/ 620412 h 620412"/>
              <a:gd name="connsiteX996" fmla="*/ 934590 w 937407"/>
              <a:gd name="connsiteY996" fmla="*/ 620412 h 620412"/>
              <a:gd name="connsiteX997" fmla="*/ 935531 w 937407"/>
              <a:gd name="connsiteY997" fmla="*/ 620412 h 620412"/>
              <a:gd name="connsiteX998" fmla="*/ 936467 w 937407"/>
              <a:gd name="connsiteY998" fmla="*/ 620412 h 620412"/>
              <a:gd name="connsiteX999" fmla="*/ 937407 w 937407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620412">
                <a:moveTo>
                  <a:pt x="0" y="620388"/>
                </a:moveTo>
                <a:lnTo>
                  <a:pt x="938" y="620388"/>
                </a:lnTo>
                <a:lnTo>
                  <a:pt x="1877" y="620388"/>
                </a:lnTo>
                <a:lnTo>
                  <a:pt x="2815" y="620383"/>
                </a:lnTo>
                <a:lnTo>
                  <a:pt x="3753" y="620383"/>
                </a:lnTo>
                <a:lnTo>
                  <a:pt x="4692" y="620383"/>
                </a:lnTo>
                <a:lnTo>
                  <a:pt x="5630" y="620378"/>
                </a:lnTo>
                <a:lnTo>
                  <a:pt x="6568" y="620378"/>
                </a:lnTo>
                <a:lnTo>
                  <a:pt x="7507" y="620373"/>
                </a:lnTo>
                <a:lnTo>
                  <a:pt x="8445" y="620373"/>
                </a:lnTo>
                <a:lnTo>
                  <a:pt x="9383" y="620368"/>
                </a:lnTo>
                <a:lnTo>
                  <a:pt x="10321" y="620368"/>
                </a:lnTo>
                <a:lnTo>
                  <a:pt x="11260" y="620368"/>
                </a:lnTo>
                <a:lnTo>
                  <a:pt x="12198" y="620363"/>
                </a:lnTo>
                <a:lnTo>
                  <a:pt x="13137" y="620358"/>
                </a:lnTo>
                <a:lnTo>
                  <a:pt x="14075" y="620358"/>
                </a:lnTo>
                <a:lnTo>
                  <a:pt x="15014" y="620353"/>
                </a:lnTo>
                <a:lnTo>
                  <a:pt x="15952" y="620353"/>
                </a:lnTo>
                <a:lnTo>
                  <a:pt x="16890" y="620348"/>
                </a:lnTo>
                <a:lnTo>
                  <a:pt x="17828" y="620343"/>
                </a:lnTo>
                <a:lnTo>
                  <a:pt x="18767" y="620343"/>
                </a:lnTo>
                <a:lnTo>
                  <a:pt x="19705" y="620338"/>
                </a:lnTo>
                <a:lnTo>
                  <a:pt x="20643" y="620333"/>
                </a:lnTo>
                <a:lnTo>
                  <a:pt x="21582" y="620328"/>
                </a:lnTo>
                <a:lnTo>
                  <a:pt x="22520" y="620323"/>
                </a:lnTo>
                <a:lnTo>
                  <a:pt x="23459" y="620318"/>
                </a:lnTo>
                <a:lnTo>
                  <a:pt x="24397" y="620313"/>
                </a:lnTo>
                <a:lnTo>
                  <a:pt x="25335" y="620308"/>
                </a:lnTo>
                <a:lnTo>
                  <a:pt x="26274" y="620304"/>
                </a:lnTo>
                <a:lnTo>
                  <a:pt x="27212" y="620299"/>
                </a:lnTo>
                <a:lnTo>
                  <a:pt x="28150" y="620294"/>
                </a:lnTo>
                <a:lnTo>
                  <a:pt x="29088" y="620289"/>
                </a:lnTo>
                <a:lnTo>
                  <a:pt x="30027" y="620279"/>
                </a:lnTo>
                <a:lnTo>
                  <a:pt x="30965" y="620274"/>
                </a:lnTo>
                <a:lnTo>
                  <a:pt x="31903" y="620269"/>
                </a:lnTo>
                <a:lnTo>
                  <a:pt x="32842" y="620259"/>
                </a:lnTo>
                <a:lnTo>
                  <a:pt x="33780" y="620254"/>
                </a:lnTo>
                <a:lnTo>
                  <a:pt x="34719" y="620244"/>
                </a:lnTo>
                <a:lnTo>
                  <a:pt x="35657" y="620234"/>
                </a:lnTo>
                <a:lnTo>
                  <a:pt x="36595" y="620229"/>
                </a:lnTo>
                <a:lnTo>
                  <a:pt x="37534" y="620219"/>
                </a:lnTo>
                <a:lnTo>
                  <a:pt x="38472" y="620210"/>
                </a:lnTo>
                <a:lnTo>
                  <a:pt x="39410" y="620200"/>
                </a:lnTo>
                <a:lnTo>
                  <a:pt x="40348" y="620190"/>
                </a:lnTo>
                <a:lnTo>
                  <a:pt x="41287" y="620175"/>
                </a:lnTo>
                <a:lnTo>
                  <a:pt x="42225" y="620165"/>
                </a:lnTo>
                <a:lnTo>
                  <a:pt x="43164" y="620155"/>
                </a:lnTo>
                <a:lnTo>
                  <a:pt x="44102" y="620140"/>
                </a:lnTo>
                <a:lnTo>
                  <a:pt x="45041" y="620130"/>
                </a:lnTo>
                <a:lnTo>
                  <a:pt x="45979" y="620115"/>
                </a:lnTo>
                <a:lnTo>
                  <a:pt x="46917" y="620101"/>
                </a:lnTo>
                <a:lnTo>
                  <a:pt x="47856" y="620086"/>
                </a:lnTo>
                <a:lnTo>
                  <a:pt x="48794" y="620071"/>
                </a:lnTo>
                <a:lnTo>
                  <a:pt x="49732" y="620056"/>
                </a:lnTo>
                <a:lnTo>
                  <a:pt x="50670" y="620036"/>
                </a:lnTo>
                <a:lnTo>
                  <a:pt x="51609" y="620021"/>
                </a:lnTo>
                <a:lnTo>
                  <a:pt x="52547" y="620002"/>
                </a:lnTo>
                <a:lnTo>
                  <a:pt x="53485" y="619982"/>
                </a:lnTo>
                <a:lnTo>
                  <a:pt x="54424" y="619962"/>
                </a:lnTo>
                <a:lnTo>
                  <a:pt x="55362" y="619942"/>
                </a:lnTo>
                <a:lnTo>
                  <a:pt x="56301" y="619917"/>
                </a:lnTo>
                <a:lnTo>
                  <a:pt x="57239" y="619898"/>
                </a:lnTo>
                <a:lnTo>
                  <a:pt x="58177" y="619873"/>
                </a:lnTo>
                <a:lnTo>
                  <a:pt x="59116" y="619848"/>
                </a:lnTo>
                <a:lnTo>
                  <a:pt x="60054" y="619823"/>
                </a:lnTo>
                <a:lnTo>
                  <a:pt x="60992" y="619794"/>
                </a:lnTo>
                <a:lnTo>
                  <a:pt x="61930" y="619769"/>
                </a:lnTo>
                <a:lnTo>
                  <a:pt x="62869" y="619739"/>
                </a:lnTo>
                <a:lnTo>
                  <a:pt x="63807" y="619705"/>
                </a:lnTo>
                <a:lnTo>
                  <a:pt x="64746" y="619675"/>
                </a:lnTo>
                <a:lnTo>
                  <a:pt x="65684" y="619640"/>
                </a:lnTo>
                <a:lnTo>
                  <a:pt x="66623" y="619610"/>
                </a:lnTo>
                <a:lnTo>
                  <a:pt x="67561" y="619571"/>
                </a:lnTo>
                <a:lnTo>
                  <a:pt x="68499" y="619536"/>
                </a:lnTo>
                <a:lnTo>
                  <a:pt x="69437" y="619497"/>
                </a:lnTo>
                <a:lnTo>
                  <a:pt x="70376" y="619457"/>
                </a:lnTo>
                <a:lnTo>
                  <a:pt x="71314" y="619412"/>
                </a:lnTo>
                <a:lnTo>
                  <a:pt x="72252" y="619373"/>
                </a:lnTo>
                <a:lnTo>
                  <a:pt x="73191" y="619323"/>
                </a:lnTo>
                <a:lnTo>
                  <a:pt x="74129" y="619279"/>
                </a:lnTo>
                <a:lnTo>
                  <a:pt x="75067" y="619229"/>
                </a:lnTo>
                <a:lnTo>
                  <a:pt x="76006" y="619180"/>
                </a:lnTo>
                <a:lnTo>
                  <a:pt x="76944" y="619125"/>
                </a:lnTo>
                <a:lnTo>
                  <a:pt x="77883" y="619071"/>
                </a:lnTo>
                <a:lnTo>
                  <a:pt x="78821" y="619011"/>
                </a:lnTo>
                <a:lnTo>
                  <a:pt x="79759" y="618952"/>
                </a:lnTo>
                <a:lnTo>
                  <a:pt x="80697" y="618893"/>
                </a:lnTo>
                <a:lnTo>
                  <a:pt x="81636" y="618828"/>
                </a:lnTo>
                <a:lnTo>
                  <a:pt x="82574" y="618764"/>
                </a:lnTo>
                <a:lnTo>
                  <a:pt x="83512" y="618695"/>
                </a:lnTo>
                <a:lnTo>
                  <a:pt x="84451" y="618620"/>
                </a:lnTo>
                <a:lnTo>
                  <a:pt x="85389" y="618546"/>
                </a:lnTo>
                <a:lnTo>
                  <a:pt x="86328" y="618467"/>
                </a:lnTo>
                <a:lnTo>
                  <a:pt x="87266" y="618388"/>
                </a:lnTo>
                <a:lnTo>
                  <a:pt x="88205" y="618304"/>
                </a:lnTo>
                <a:lnTo>
                  <a:pt x="89143" y="618219"/>
                </a:lnTo>
                <a:lnTo>
                  <a:pt x="90081" y="618130"/>
                </a:lnTo>
                <a:lnTo>
                  <a:pt x="91019" y="618036"/>
                </a:lnTo>
                <a:lnTo>
                  <a:pt x="91958" y="617942"/>
                </a:lnTo>
                <a:lnTo>
                  <a:pt x="92896" y="617843"/>
                </a:lnTo>
                <a:lnTo>
                  <a:pt x="93834" y="617739"/>
                </a:lnTo>
                <a:lnTo>
                  <a:pt x="94773" y="617630"/>
                </a:lnTo>
                <a:lnTo>
                  <a:pt x="95711" y="617521"/>
                </a:lnTo>
                <a:lnTo>
                  <a:pt x="96649" y="617403"/>
                </a:lnTo>
                <a:lnTo>
                  <a:pt x="97588" y="617284"/>
                </a:lnTo>
                <a:lnTo>
                  <a:pt x="98526" y="617165"/>
                </a:lnTo>
                <a:lnTo>
                  <a:pt x="99465" y="617036"/>
                </a:lnTo>
                <a:lnTo>
                  <a:pt x="100403" y="616903"/>
                </a:lnTo>
                <a:lnTo>
                  <a:pt x="101341" y="616764"/>
                </a:lnTo>
                <a:lnTo>
                  <a:pt x="102279" y="616625"/>
                </a:lnTo>
                <a:lnTo>
                  <a:pt x="103218" y="616477"/>
                </a:lnTo>
                <a:lnTo>
                  <a:pt x="104156" y="616323"/>
                </a:lnTo>
                <a:lnTo>
                  <a:pt x="105094" y="616170"/>
                </a:lnTo>
                <a:lnTo>
                  <a:pt x="106033" y="616006"/>
                </a:lnTo>
                <a:lnTo>
                  <a:pt x="106971" y="615838"/>
                </a:lnTo>
                <a:lnTo>
                  <a:pt x="107910" y="615665"/>
                </a:lnTo>
                <a:lnTo>
                  <a:pt x="108848" y="615487"/>
                </a:lnTo>
                <a:lnTo>
                  <a:pt x="109786" y="615299"/>
                </a:lnTo>
                <a:lnTo>
                  <a:pt x="110725" y="615105"/>
                </a:lnTo>
                <a:lnTo>
                  <a:pt x="111663" y="614907"/>
                </a:lnTo>
                <a:lnTo>
                  <a:pt x="112601" y="614704"/>
                </a:lnTo>
                <a:lnTo>
                  <a:pt x="113539" y="614492"/>
                </a:lnTo>
                <a:lnTo>
                  <a:pt x="114478" y="614274"/>
                </a:lnTo>
                <a:lnTo>
                  <a:pt x="115416" y="614046"/>
                </a:lnTo>
                <a:lnTo>
                  <a:pt x="116355" y="613813"/>
                </a:lnTo>
                <a:lnTo>
                  <a:pt x="117293" y="613571"/>
                </a:lnTo>
                <a:lnTo>
                  <a:pt x="118232" y="613323"/>
                </a:lnTo>
                <a:lnTo>
                  <a:pt x="119170" y="613066"/>
                </a:lnTo>
                <a:lnTo>
                  <a:pt x="120108" y="612803"/>
                </a:lnTo>
                <a:lnTo>
                  <a:pt x="121047" y="612531"/>
                </a:lnTo>
                <a:lnTo>
                  <a:pt x="121985" y="612249"/>
                </a:lnTo>
                <a:lnTo>
                  <a:pt x="122923" y="611957"/>
                </a:lnTo>
                <a:lnTo>
                  <a:pt x="123861" y="611655"/>
                </a:lnTo>
                <a:lnTo>
                  <a:pt x="124800" y="611348"/>
                </a:lnTo>
                <a:lnTo>
                  <a:pt x="125738" y="611026"/>
                </a:lnTo>
                <a:lnTo>
                  <a:pt x="126676" y="610699"/>
                </a:lnTo>
                <a:lnTo>
                  <a:pt x="127615" y="610363"/>
                </a:lnTo>
                <a:lnTo>
                  <a:pt x="128553" y="610011"/>
                </a:lnTo>
                <a:lnTo>
                  <a:pt x="129492" y="609650"/>
                </a:lnTo>
                <a:lnTo>
                  <a:pt x="130430" y="609284"/>
                </a:lnTo>
                <a:lnTo>
                  <a:pt x="131368" y="608898"/>
                </a:lnTo>
                <a:lnTo>
                  <a:pt x="132307" y="608506"/>
                </a:lnTo>
                <a:lnTo>
                  <a:pt x="133245" y="608100"/>
                </a:lnTo>
                <a:lnTo>
                  <a:pt x="134183" y="607685"/>
                </a:lnTo>
                <a:lnTo>
                  <a:pt x="135121" y="607254"/>
                </a:lnTo>
                <a:lnTo>
                  <a:pt x="136060" y="606813"/>
                </a:lnTo>
                <a:lnTo>
                  <a:pt x="136998" y="606363"/>
                </a:lnTo>
                <a:lnTo>
                  <a:pt x="137937" y="605892"/>
                </a:lnTo>
                <a:lnTo>
                  <a:pt x="138875" y="605412"/>
                </a:lnTo>
                <a:lnTo>
                  <a:pt x="139814" y="604917"/>
                </a:lnTo>
                <a:lnTo>
                  <a:pt x="140752" y="604407"/>
                </a:lnTo>
                <a:lnTo>
                  <a:pt x="141690" y="603888"/>
                </a:lnTo>
                <a:lnTo>
                  <a:pt x="142628" y="603348"/>
                </a:lnTo>
                <a:lnTo>
                  <a:pt x="143567" y="602793"/>
                </a:lnTo>
                <a:lnTo>
                  <a:pt x="144505" y="602229"/>
                </a:lnTo>
                <a:lnTo>
                  <a:pt x="145443" y="601645"/>
                </a:lnTo>
                <a:lnTo>
                  <a:pt x="146382" y="601046"/>
                </a:lnTo>
                <a:lnTo>
                  <a:pt x="147320" y="600427"/>
                </a:lnTo>
                <a:lnTo>
                  <a:pt x="148258" y="599798"/>
                </a:lnTo>
                <a:lnTo>
                  <a:pt x="149197" y="599145"/>
                </a:lnTo>
                <a:lnTo>
                  <a:pt x="150135" y="598482"/>
                </a:lnTo>
                <a:lnTo>
                  <a:pt x="151074" y="597793"/>
                </a:lnTo>
                <a:lnTo>
                  <a:pt x="152012" y="597090"/>
                </a:lnTo>
                <a:lnTo>
                  <a:pt x="152950" y="596373"/>
                </a:lnTo>
                <a:lnTo>
                  <a:pt x="153888" y="595630"/>
                </a:lnTo>
                <a:lnTo>
                  <a:pt x="154827" y="594873"/>
                </a:lnTo>
                <a:lnTo>
                  <a:pt x="155765" y="594095"/>
                </a:lnTo>
                <a:lnTo>
                  <a:pt x="156703" y="593298"/>
                </a:lnTo>
                <a:lnTo>
                  <a:pt x="157642" y="592477"/>
                </a:lnTo>
                <a:lnTo>
                  <a:pt x="158580" y="591640"/>
                </a:lnTo>
                <a:lnTo>
                  <a:pt x="159519" y="590778"/>
                </a:lnTo>
                <a:lnTo>
                  <a:pt x="160457" y="589897"/>
                </a:lnTo>
                <a:lnTo>
                  <a:pt x="161395" y="588991"/>
                </a:lnTo>
                <a:lnTo>
                  <a:pt x="162334" y="588066"/>
                </a:lnTo>
                <a:lnTo>
                  <a:pt x="163272" y="587120"/>
                </a:lnTo>
                <a:lnTo>
                  <a:pt x="164210" y="586150"/>
                </a:lnTo>
                <a:lnTo>
                  <a:pt x="165149" y="585155"/>
                </a:lnTo>
                <a:lnTo>
                  <a:pt x="166087" y="584135"/>
                </a:lnTo>
                <a:lnTo>
                  <a:pt x="167025" y="583095"/>
                </a:lnTo>
                <a:lnTo>
                  <a:pt x="167964" y="582026"/>
                </a:lnTo>
                <a:lnTo>
                  <a:pt x="168902" y="580937"/>
                </a:lnTo>
                <a:lnTo>
                  <a:pt x="169840" y="579818"/>
                </a:lnTo>
                <a:lnTo>
                  <a:pt x="170779" y="578679"/>
                </a:lnTo>
                <a:lnTo>
                  <a:pt x="171717" y="577511"/>
                </a:lnTo>
                <a:lnTo>
                  <a:pt x="172656" y="576313"/>
                </a:lnTo>
                <a:lnTo>
                  <a:pt x="173594" y="575090"/>
                </a:lnTo>
                <a:lnTo>
                  <a:pt x="174532" y="573843"/>
                </a:lnTo>
                <a:lnTo>
                  <a:pt x="175470" y="572565"/>
                </a:lnTo>
                <a:lnTo>
                  <a:pt x="176409" y="571263"/>
                </a:lnTo>
                <a:lnTo>
                  <a:pt x="177347" y="569932"/>
                </a:lnTo>
                <a:lnTo>
                  <a:pt x="178285" y="568565"/>
                </a:lnTo>
                <a:lnTo>
                  <a:pt x="179224" y="567179"/>
                </a:lnTo>
                <a:lnTo>
                  <a:pt x="180162" y="565758"/>
                </a:lnTo>
                <a:lnTo>
                  <a:pt x="181101" y="564308"/>
                </a:lnTo>
                <a:lnTo>
                  <a:pt x="182039" y="562823"/>
                </a:lnTo>
                <a:lnTo>
                  <a:pt x="182977" y="561313"/>
                </a:lnTo>
                <a:lnTo>
                  <a:pt x="183916" y="559773"/>
                </a:lnTo>
                <a:lnTo>
                  <a:pt x="184854" y="558199"/>
                </a:lnTo>
                <a:lnTo>
                  <a:pt x="185792" y="556590"/>
                </a:lnTo>
                <a:lnTo>
                  <a:pt x="186730" y="554951"/>
                </a:lnTo>
                <a:lnTo>
                  <a:pt x="187669" y="553283"/>
                </a:lnTo>
                <a:lnTo>
                  <a:pt x="188607" y="551580"/>
                </a:lnTo>
                <a:lnTo>
                  <a:pt x="189546" y="549842"/>
                </a:lnTo>
                <a:lnTo>
                  <a:pt x="190484" y="548075"/>
                </a:lnTo>
                <a:lnTo>
                  <a:pt x="191422" y="546268"/>
                </a:lnTo>
                <a:lnTo>
                  <a:pt x="192361" y="544431"/>
                </a:lnTo>
                <a:lnTo>
                  <a:pt x="193299" y="542560"/>
                </a:lnTo>
                <a:lnTo>
                  <a:pt x="194237" y="540654"/>
                </a:lnTo>
                <a:lnTo>
                  <a:pt x="195176" y="538709"/>
                </a:lnTo>
                <a:lnTo>
                  <a:pt x="196114" y="536733"/>
                </a:lnTo>
                <a:lnTo>
                  <a:pt x="197052" y="534718"/>
                </a:lnTo>
                <a:lnTo>
                  <a:pt x="197991" y="532669"/>
                </a:lnTo>
                <a:lnTo>
                  <a:pt x="198929" y="530585"/>
                </a:lnTo>
                <a:lnTo>
                  <a:pt x="199867" y="528461"/>
                </a:lnTo>
                <a:lnTo>
                  <a:pt x="200806" y="526302"/>
                </a:lnTo>
                <a:lnTo>
                  <a:pt x="201744" y="524104"/>
                </a:lnTo>
                <a:lnTo>
                  <a:pt x="202683" y="521872"/>
                </a:lnTo>
                <a:lnTo>
                  <a:pt x="203621" y="519599"/>
                </a:lnTo>
                <a:lnTo>
                  <a:pt x="204559" y="517292"/>
                </a:lnTo>
                <a:lnTo>
                  <a:pt x="205498" y="514946"/>
                </a:lnTo>
                <a:lnTo>
                  <a:pt x="206436" y="512560"/>
                </a:lnTo>
                <a:lnTo>
                  <a:pt x="207374" y="510139"/>
                </a:lnTo>
                <a:lnTo>
                  <a:pt x="208312" y="507679"/>
                </a:lnTo>
                <a:lnTo>
                  <a:pt x="209251" y="505179"/>
                </a:lnTo>
                <a:lnTo>
                  <a:pt x="210189" y="502639"/>
                </a:lnTo>
                <a:lnTo>
                  <a:pt x="211128" y="500060"/>
                </a:lnTo>
                <a:lnTo>
                  <a:pt x="212066" y="497446"/>
                </a:lnTo>
                <a:lnTo>
                  <a:pt x="213004" y="494787"/>
                </a:lnTo>
                <a:lnTo>
                  <a:pt x="213943" y="492094"/>
                </a:lnTo>
                <a:lnTo>
                  <a:pt x="214881" y="489361"/>
                </a:lnTo>
                <a:lnTo>
                  <a:pt x="215819" y="486589"/>
                </a:lnTo>
                <a:lnTo>
                  <a:pt x="216758" y="483777"/>
                </a:lnTo>
                <a:lnTo>
                  <a:pt x="217696" y="480926"/>
                </a:lnTo>
                <a:lnTo>
                  <a:pt x="218634" y="478035"/>
                </a:lnTo>
                <a:lnTo>
                  <a:pt x="219573" y="475104"/>
                </a:lnTo>
                <a:lnTo>
                  <a:pt x="220511" y="472134"/>
                </a:lnTo>
                <a:lnTo>
                  <a:pt x="221449" y="469124"/>
                </a:lnTo>
                <a:lnTo>
                  <a:pt x="222388" y="466079"/>
                </a:lnTo>
                <a:lnTo>
                  <a:pt x="223326" y="462990"/>
                </a:lnTo>
                <a:lnTo>
                  <a:pt x="224265" y="459866"/>
                </a:lnTo>
                <a:lnTo>
                  <a:pt x="225203" y="456698"/>
                </a:lnTo>
                <a:lnTo>
                  <a:pt x="226141" y="453495"/>
                </a:lnTo>
                <a:lnTo>
                  <a:pt x="227079" y="450255"/>
                </a:lnTo>
                <a:lnTo>
                  <a:pt x="228018" y="446975"/>
                </a:lnTo>
                <a:lnTo>
                  <a:pt x="228956" y="443657"/>
                </a:lnTo>
                <a:lnTo>
                  <a:pt x="229894" y="440301"/>
                </a:lnTo>
                <a:lnTo>
                  <a:pt x="230833" y="436906"/>
                </a:lnTo>
                <a:lnTo>
                  <a:pt x="231771" y="433475"/>
                </a:lnTo>
                <a:lnTo>
                  <a:pt x="232710" y="430007"/>
                </a:lnTo>
                <a:lnTo>
                  <a:pt x="233648" y="426502"/>
                </a:lnTo>
                <a:lnTo>
                  <a:pt x="234586" y="422960"/>
                </a:lnTo>
                <a:lnTo>
                  <a:pt x="235525" y="419382"/>
                </a:lnTo>
                <a:lnTo>
                  <a:pt x="236463" y="415769"/>
                </a:lnTo>
                <a:lnTo>
                  <a:pt x="237401" y="412120"/>
                </a:lnTo>
                <a:lnTo>
                  <a:pt x="238339" y="408436"/>
                </a:lnTo>
                <a:lnTo>
                  <a:pt x="239278" y="404717"/>
                </a:lnTo>
                <a:lnTo>
                  <a:pt x="240216" y="400964"/>
                </a:lnTo>
                <a:lnTo>
                  <a:pt x="241155" y="397178"/>
                </a:lnTo>
                <a:lnTo>
                  <a:pt x="242093" y="393359"/>
                </a:lnTo>
                <a:lnTo>
                  <a:pt x="243031" y="389507"/>
                </a:lnTo>
                <a:lnTo>
                  <a:pt x="243970" y="385624"/>
                </a:lnTo>
                <a:lnTo>
                  <a:pt x="244908" y="381708"/>
                </a:lnTo>
                <a:lnTo>
                  <a:pt x="245846" y="377762"/>
                </a:lnTo>
                <a:lnTo>
                  <a:pt x="246785" y="373786"/>
                </a:lnTo>
                <a:lnTo>
                  <a:pt x="247723" y="369780"/>
                </a:lnTo>
                <a:lnTo>
                  <a:pt x="248661" y="365745"/>
                </a:lnTo>
                <a:lnTo>
                  <a:pt x="249600" y="361682"/>
                </a:lnTo>
                <a:lnTo>
                  <a:pt x="250538" y="357591"/>
                </a:lnTo>
                <a:lnTo>
                  <a:pt x="251476" y="353474"/>
                </a:lnTo>
                <a:lnTo>
                  <a:pt x="252415" y="349331"/>
                </a:lnTo>
                <a:lnTo>
                  <a:pt x="253353" y="345162"/>
                </a:lnTo>
                <a:lnTo>
                  <a:pt x="254292" y="340969"/>
                </a:lnTo>
                <a:lnTo>
                  <a:pt x="255230" y="336752"/>
                </a:lnTo>
                <a:lnTo>
                  <a:pt x="256168" y="332513"/>
                </a:lnTo>
                <a:lnTo>
                  <a:pt x="257107" y="328252"/>
                </a:lnTo>
                <a:lnTo>
                  <a:pt x="258045" y="323970"/>
                </a:lnTo>
                <a:lnTo>
                  <a:pt x="258983" y="319667"/>
                </a:lnTo>
                <a:lnTo>
                  <a:pt x="259921" y="315346"/>
                </a:lnTo>
                <a:lnTo>
                  <a:pt x="260860" y="311006"/>
                </a:lnTo>
                <a:lnTo>
                  <a:pt x="261798" y="306649"/>
                </a:lnTo>
                <a:lnTo>
                  <a:pt x="262737" y="302276"/>
                </a:lnTo>
                <a:lnTo>
                  <a:pt x="263675" y="297888"/>
                </a:lnTo>
                <a:lnTo>
                  <a:pt x="264613" y="293486"/>
                </a:lnTo>
                <a:lnTo>
                  <a:pt x="265552" y="289070"/>
                </a:lnTo>
                <a:lnTo>
                  <a:pt x="266490" y="284643"/>
                </a:lnTo>
                <a:lnTo>
                  <a:pt x="267428" y="280205"/>
                </a:lnTo>
                <a:lnTo>
                  <a:pt x="268367" y="275757"/>
                </a:lnTo>
                <a:lnTo>
                  <a:pt x="269305" y="271300"/>
                </a:lnTo>
                <a:lnTo>
                  <a:pt x="270243" y="266836"/>
                </a:lnTo>
                <a:lnTo>
                  <a:pt x="271182" y="262366"/>
                </a:lnTo>
                <a:lnTo>
                  <a:pt x="272120" y="257891"/>
                </a:lnTo>
                <a:lnTo>
                  <a:pt x="273058" y="253412"/>
                </a:lnTo>
                <a:lnTo>
                  <a:pt x="273997" y="248930"/>
                </a:lnTo>
                <a:lnTo>
                  <a:pt x="274935" y="244447"/>
                </a:lnTo>
                <a:lnTo>
                  <a:pt x="275874" y="239964"/>
                </a:lnTo>
                <a:lnTo>
                  <a:pt x="276812" y="235482"/>
                </a:lnTo>
                <a:lnTo>
                  <a:pt x="277750" y="231002"/>
                </a:lnTo>
                <a:lnTo>
                  <a:pt x="278688" y="226526"/>
                </a:lnTo>
                <a:lnTo>
                  <a:pt x="279627" y="222056"/>
                </a:lnTo>
                <a:lnTo>
                  <a:pt x="280565" y="217592"/>
                </a:lnTo>
                <a:lnTo>
                  <a:pt x="281503" y="213136"/>
                </a:lnTo>
                <a:lnTo>
                  <a:pt x="282442" y="208688"/>
                </a:lnTo>
                <a:lnTo>
                  <a:pt x="283380" y="204251"/>
                </a:lnTo>
                <a:lnTo>
                  <a:pt x="284319" y="199827"/>
                </a:lnTo>
                <a:lnTo>
                  <a:pt x="285257" y="195415"/>
                </a:lnTo>
                <a:lnTo>
                  <a:pt x="286195" y="191019"/>
                </a:lnTo>
                <a:lnTo>
                  <a:pt x="287134" y="186638"/>
                </a:lnTo>
                <a:lnTo>
                  <a:pt x="288072" y="182274"/>
                </a:lnTo>
                <a:lnTo>
                  <a:pt x="289010" y="177930"/>
                </a:lnTo>
                <a:lnTo>
                  <a:pt x="289949" y="173606"/>
                </a:lnTo>
                <a:lnTo>
                  <a:pt x="290887" y="169304"/>
                </a:lnTo>
                <a:lnTo>
                  <a:pt x="291825" y="165025"/>
                </a:lnTo>
                <a:lnTo>
                  <a:pt x="292764" y="160771"/>
                </a:lnTo>
                <a:lnTo>
                  <a:pt x="293702" y="156542"/>
                </a:lnTo>
                <a:lnTo>
                  <a:pt x="294640" y="152342"/>
                </a:lnTo>
                <a:lnTo>
                  <a:pt x="295579" y="148171"/>
                </a:lnTo>
                <a:lnTo>
                  <a:pt x="296518" y="144029"/>
                </a:lnTo>
                <a:lnTo>
                  <a:pt x="297454" y="139920"/>
                </a:lnTo>
                <a:lnTo>
                  <a:pt x="298395" y="135844"/>
                </a:lnTo>
                <a:lnTo>
                  <a:pt x="299330" y="131803"/>
                </a:lnTo>
                <a:lnTo>
                  <a:pt x="300271" y="127798"/>
                </a:lnTo>
                <a:lnTo>
                  <a:pt x="301207" y="123831"/>
                </a:lnTo>
                <a:lnTo>
                  <a:pt x="302147" y="119902"/>
                </a:lnTo>
                <a:lnTo>
                  <a:pt x="303088" y="116015"/>
                </a:lnTo>
                <a:lnTo>
                  <a:pt x="304023" y="112169"/>
                </a:lnTo>
                <a:lnTo>
                  <a:pt x="304964" y="108367"/>
                </a:lnTo>
                <a:lnTo>
                  <a:pt x="305900" y="104610"/>
                </a:lnTo>
                <a:lnTo>
                  <a:pt x="306840" y="100898"/>
                </a:lnTo>
                <a:lnTo>
                  <a:pt x="307776" y="97234"/>
                </a:lnTo>
                <a:lnTo>
                  <a:pt x="308717" y="93619"/>
                </a:lnTo>
                <a:lnTo>
                  <a:pt x="309652" y="90055"/>
                </a:lnTo>
                <a:lnTo>
                  <a:pt x="310593" y="86542"/>
                </a:lnTo>
                <a:lnTo>
                  <a:pt x="311528" y="83082"/>
                </a:lnTo>
                <a:lnTo>
                  <a:pt x="312469" y="79677"/>
                </a:lnTo>
                <a:lnTo>
                  <a:pt x="313410" y="76327"/>
                </a:lnTo>
                <a:lnTo>
                  <a:pt x="314345" y="73034"/>
                </a:lnTo>
                <a:lnTo>
                  <a:pt x="315286" y="69799"/>
                </a:lnTo>
                <a:lnTo>
                  <a:pt x="316222" y="66624"/>
                </a:lnTo>
                <a:lnTo>
                  <a:pt x="317162" y="63510"/>
                </a:lnTo>
                <a:lnTo>
                  <a:pt x="318098" y="60457"/>
                </a:lnTo>
                <a:lnTo>
                  <a:pt x="319038" y="57468"/>
                </a:lnTo>
                <a:lnTo>
                  <a:pt x="319974" y="54543"/>
                </a:lnTo>
                <a:lnTo>
                  <a:pt x="320915" y="51684"/>
                </a:lnTo>
                <a:lnTo>
                  <a:pt x="321850" y="48891"/>
                </a:lnTo>
                <a:lnTo>
                  <a:pt x="322791" y="46166"/>
                </a:lnTo>
                <a:lnTo>
                  <a:pt x="323727" y="43510"/>
                </a:lnTo>
                <a:lnTo>
                  <a:pt x="324667" y="40925"/>
                </a:lnTo>
                <a:lnTo>
                  <a:pt x="325608" y="38410"/>
                </a:lnTo>
                <a:lnTo>
                  <a:pt x="326544" y="35967"/>
                </a:lnTo>
                <a:lnTo>
                  <a:pt x="327484" y="33597"/>
                </a:lnTo>
                <a:lnTo>
                  <a:pt x="328420" y="31301"/>
                </a:lnTo>
                <a:lnTo>
                  <a:pt x="329360" y="29080"/>
                </a:lnTo>
                <a:lnTo>
                  <a:pt x="330296" y="26936"/>
                </a:lnTo>
                <a:lnTo>
                  <a:pt x="331237" y="24867"/>
                </a:lnTo>
                <a:lnTo>
                  <a:pt x="332172" y="22877"/>
                </a:lnTo>
                <a:lnTo>
                  <a:pt x="333113" y="20965"/>
                </a:lnTo>
                <a:lnTo>
                  <a:pt x="334049" y="19132"/>
                </a:lnTo>
                <a:lnTo>
                  <a:pt x="334989" y="17379"/>
                </a:lnTo>
                <a:lnTo>
                  <a:pt x="335930" y="15707"/>
                </a:lnTo>
                <a:lnTo>
                  <a:pt x="336865" y="14116"/>
                </a:lnTo>
                <a:lnTo>
                  <a:pt x="337806" y="12607"/>
                </a:lnTo>
                <a:lnTo>
                  <a:pt x="338742" y="11181"/>
                </a:lnTo>
                <a:lnTo>
                  <a:pt x="339682" y="9839"/>
                </a:lnTo>
                <a:lnTo>
                  <a:pt x="340618" y="8580"/>
                </a:lnTo>
                <a:lnTo>
                  <a:pt x="341559" y="7406"/>
                </a:lnTo>
                <a:lnTo>
                  <a:pt x="342494" y="6316"/>
                </a:lnTo>
                <a:lnTo>
                  <a:pt x="343435" y="5312"/>
                </a:lnTo>
                <a:lnTo>
                  <a:pt x="344370" y="4394"/>
                </a:lnTo>
                <a:lnTo>
                  <a:pt x="345311" y="3562"/>
                </a:lnTo>
                <a:lnTo>
                  <a:pt x="346252" y="2817"/>
                </a:lnTo>
                <a:lnTo>
                  <a:pt x="347187" y="2159"/>
                </a:lnTo>
                <a:lnTo>
                  <a:pt x="348128" y="1587"/>
                </a:lnTo>
                <a:lnTo>
                  <a:pt x="349064" y="1103"/>
                </a:lnTo>
                <a:lnTo>
                  <a:pt x="350004" y="707"/>
                </a:lnTo>
                <a:lnTo>
                  <a:pt x="350940" y="398"/>
                </a:lnTo>
                <a:lnTo>
                  <a:pt x="351880" y="177"/>
                </a:lnTo>
                <a:lnTo>
                  <a:pt x="352816" y="45"/>
                </a:lnTo>
                <a:lnTo>
                  <a:pt x="353757" y="0"/>
                </a:lnTo>
                <a:lnTo>
                  <a:pt x="354692" y="43"/>
                </a:lnTo>
                <a:lnTo>
                  <a:pt x="355633" y="175"/>
                </a:lnTo>
                <a:lnTo>
                  <a:pt x="356574" y="394"/>
                </a:lnTo>
                <a:lnTo>
                  <a:pt x="357509" y="701"/>
                </a:lnTo>
                <a:lnTo>
                  <a:pt x="358450" y="1096"/>
                </a:lnTo>
                <a:lnTo>
                  <a:pt x="359385" y="1579"/>
                </a:lnTo>
                <a:lnTo>
                  <a:pt x="360326" y="2149"/>
                </a:lnTo>
                <a:lnTo>
                  <a:pt x="361262" y="2806"/>
                </a:lnTo>
                <a:lnTo>
                  <a:pt x="362202" y="3550"/>
                </a:lnTo>
                <a:lnTo>
                  <a:pt x="363138" y="4381"/>
                </a:lnTo>
                <a:lnTo>
                  <a:pt x="364079" y="5298"/>
                </a:lnTo>
                <a:lnTo>
                  <a:pt x="365014" y="6301"/>
                </a:lnTo>
                <a:lnTo>
                  <a:pt x="365955" y="7389"/>
                </a:lnTo>
                <a:lnTo>
                  <a:pt x="366891" y="8562"/>
                </a:lnTo>
                <a:lnTo>
                  <a:pt x="367831" y="9819"/>
                </a:lnTo>
                <a:lnTo>
                  <a:pt x="368772" y="11160"/>
                </a:lnTo>
                <a:lnTo>
                  <a:pt x="369707" y="12585"/>
                </a:lnTo>
                <a:lnTo>
                  <a:pt x="370648" y="14092"/>
                </a:lnTo>
                <a:lnTo>
                  <a:pt x="371584" y="15682"/>
                </a:lnTo>
                <a:lnTo>
                  <a:pt x="372524" y="17353"/>
                </a:lnTo>
                <a:lnTo>
                  <a:pt x="373460" y="19104"/>
                </a:lnTo>
                <a:lnTo>
                  <a:pt x="374400" y="20936"/>
                </a:lnTo>
                <a:lnTo>
                  <a:pt x="375336" y="22847"/>
                </a:lnTo>
                <a:lnTo>
                  <a:pt x="376277" y="24837"/>
                </a:lnTo>
                <a:lnTo>
                  <a:pt x="377212" y="26903"/>
                </a:lnTo>
                <a:lnTo>
                  <a:pt x="378153" y="29047"/>
                </a:lnTo>
                <a:lnTo>
                  <a:pt x="379094" y="31267"/>
                </a:lnTo>
                <a:lnTo>
                  <a:pt x="380029" y="33562"/>
                </a:lnTo>
                <a:lnTo>
                  <a:pt x="380970" y="35930"/>
                </a:lnTo>
                <a:lnTo>
                  <a:pt x="381906" y="38372"/>
                </a:lnTo>
                <a:lnTo>
                  <a:pt x="382846" y="40886"/>
                </a:lnTo>
                <a:lnTo>
                  <a:pt x="383782" y="43471"/>
                </a:lnTo>
                <a:lnTo>
                  <a:pt x="384722" y="46126"/>
                </a:lnTo>
                <a:lnTo>
                  <a:pt x="385658" y="48850"/>
                </a:lnTo>
                <a:lnTo>
                  <a:pt x="386599" y="51641"/>
                </a:lnTo>
                <a:lnTo>
                  <a:pt x="387534" y="54500"/>
                </a:lnTo>
                <a:lnTo>
                  <a:pt x="388475" y="57424"/>
                </a:lnTo>
                <a:lnTo>
                  <a:pt x="389416" y="60412"/>
                </a:lnTo>
                <a:lnTo>
                  <a:pt x="390351" y="63463"/>
                </a:lnTo>
                <a:lnTo>
                  <a:pt x="391292" y="66577"/>
                </a:lnTo>
                <a:lnTo>
                  <a:pt x="392227" y="69751"/>
                </a:lnTo>
                <a:lnTo>
                  <a:pt x="393168" y="72985"/>
                </a:lnTo>
                <a:lnTo>
                  <a:pt x="394104" y="76277"/>
                </a:lnTo>
                <a:lnTo>
                  <a:pt x="395044" y="79626"/>
                </a:lnTo>
                <a:lnTo>
                  <a:pt x="395980" y="83030"/>
                </a:lnTo>
                <a:lnTo>
                  <a:pt x="396921" y="86489"/>
                </a:lnTo>
                <a:lnTo>
                  <a:pt x="397856" y="90002"/>
                </a:lnTo>
                <a:lnTo>
                  <a:pt x="398797" y="93565"/>
                </a:lnTo>
                <a:lnTo>
                  <a:pt x="399737" y="97179"/>
                </a:lnTo>
                <a:lnTo>
                  <a:pt x="400673" y="100842"/>
                </a:lnTo>
                <a:lnTo>
                  <a:pt x="401614" y="104553"/>
                </a:lnTo>
                <a:lnTo>
                  <a:pt x="402549" y="108310"/>
                </a:lnTo>
                <a:lnTo>
                  <a:pt x="403490" y="112111"/>
                </a:lnTo>
                <a:lnTo>
                  <a:pt x="404426" y="115956"/>
                </a:lnTo>
                <a:lnTo>
                  <a:pt x="405366" y="119844"/>
                </a:lnTo>
                <a:lnTo>
                  <a:pt x="406302" y="123771"/>
                </a:lnTo>
                <a:lnTo>
                  <a:pt x="407243" y="127738"/>
                </a:lnTo>
                <a:lnTo>
                  <a:pt x="408178" y="131742"/>
                </a:lnTo>
                <a:lnTo>
                  <a:pt x="409119" y="135782"/>
                </a:lnTo>
                <a:lnTo>
                  <a:pt x="410054" y="139858"/>
                </a:lnTo>
                <a:lnTo>
                  <a:pt x="410995" y="143967"/>
                </a:lnTo>
                <a:lnTo>
                  <a:pt x="411936" y="148107"/>
                </a:lnTo>
                <a:lnTo>
                  <a:pt x="412871" y="152279"/>
                </a:lnTo>
                <a:lnTo>
                  <a:pt x="413812" y="156479"/>
                </a:lnTo>
                <a:lnTo>
                  <a:pt x="414748" y="160706"/>
                </a:lnTo>
                <a:lnTo>
                  <a:pt x="415688" y="164960"/>
                </a:lnTo>
                <a:lnTo>
                  <a:pt x="416624" y="169239"/>
                </a:lnTo>
                <a:lnTo>
                  <a:pt x="417564" y="173541"/>
                </a:lnTo>
                <a:lnTo>
                  <a:pt x="418500" y="177864"/>
                </a:lnTo>
                <a:lnTo>
                  <a:pt x="419441" y="182209"/>
                </a:lnTo>
                <a:lnTo>
                  <a:pt x="420376" y="186571"/>
                </a:lnTo>
                <a:lnTo>
                  <a:pt x="421317" y="190952"/>
                </a:lnTo>
                <a:lnTo>
                  <a:pt x="422258" y="195348"/>
                </a:lnTo>
                <a:lnTo>
                  <a:pt x="423193" y="199760"/>
                </a:lnTo>
                <a:lnTo>
                  <a:pt x="424134" y="204185"/>
                </a:lnTo>
                <a:lnTo>
                  <a:pt x="425069" y="208621"/>
                </a:lnTo>
                <a:lnTo>
                  <a:pt x="426010" y="213068"/>
                </a:lnTo>
                <a:lnTo>
                  <a:pt x="426946" y="217524"/>
                </a:lnTo>
                <a:lnTo>
                  <a:pt x="427886" y="221988"/>
                </a:lnTo>
                <a:lnTo>
                  <a:pt x="428822" y="226459"/>
                </a:lnTo>
                <a:lnTo>
                  <a:pt x="429763" y="230934"/>
                </a:lnTo>
                <a:lnTo>
                  <a:pt x="430698" y="235414"/>
                </a:lnTo>
                <a:lnTo>
                  <a:pt x="431639" y="239896"/>
                </a:lnTo>
                <a:lnTo>
                  <a:pt x="432579" y="244379"/>
                </a:lnTo>
                <a:lnTo>
                  <a:pt x="433515" y="248862"/>
                </a:lnTo>
                <a:lnTo>
                  <a:pt x="434456" y="253344"/>
                </a:lnTo>
                <a:lnTo>
                  <a:pt x="435391" y="257823"/>
                </a:lnTo>
                <a:lnTo>
                  <a:pt x="436332" y="262298"/>
                </a:lnTo>
                <a:lnTo>
                  <a:pt x="437268" y="266768"/>
                </a:lnTo>
                <a:lnTo>
                  <a:pt x="438208" y="271233"/>
                </a:lnTo>
                <a:lnTo>
                  <a:pt x="439144" y="275689"/>
                </a:lnTo>
                <a:lnTo>
                  <a:pt x="440084" y="280137"/>
                </a:lnTo>
                <a:lnTo>
                  <a:pt x="441020" y="284576"/>
                </a:lnTo>
                <a:lnTo>
                  <a:pt x="441961" y="289003"/>
                </a:lnTo>
                <a:lnTo>
                  <a:pt x="442901" y="293419"/>
                </a:lnTo>
                <a:lnTo>
                  <a:pt x="443837" y="297821"/>
                </a:lnTo>
                <a:lnTo>
                  <a:pt x="444778" y="302210"/>
                </a:lnTo>
                <a:lnTo>
                  <a:pt x="445713" y="306583"/>
                </a:lnTo>
                <a:lnTo>
                  <a:pt x="446654" y="310940"/>
                </a:lnTo>
                <a:lnTo>
                  <a:pt x="447590" y="315280"/>
                </a:lnTo>
                <a:lnTo>
                  <a:pt x="448530" y="319602"/>
                </a:lnTo>
                <a:lnTo>
                  <a:pt x="449466" y="323904"/>
                </a:lnTo>
                <a:lnTo>
                  <a:pt x="450406" y="328187"/>
                </a:lnTo>
                <a:lnTo>
                  <a:pt x="451342" y="332449"/>
                </a:lnTo>
                <a:lnTo>
                  <a:pt x="452283" y="336688"/>
                </a:lnTo>
                <a:lnTo>
                  <a:pt x="453218" y="340905"/>
                </a:lnTo>
                <a:lnTo>
                  <a:pt x="454159" y="345099"/>
                </a:lnTo>
                <a:lnTo>
                  <a:pt x="455099" y="349268"/>
                </a:lnTo>
                <a:lnTo>
                  <a:pt x="456035" y="353411"/>
                </a:lnTo>
                <a:lnTo>
                  <a:pt x="456976" y="357529"/>
                </a:lnTo>
                <a:lnTo>
                  <a:pt x="457911" y="361620"/>
                </a:lnTo>
                <a:lnTo>
                  <a:pt x="458852" y="365684"/>
                </a:lnTo>
                <a:lnTo>
                  <a:pt x="459788" y="369719"/>
                </a:lnTo>
                <a:lnTo>
                  <a:pt x="460728" y="373726"/>
                </a:lnTo>
                <a:lnTo>
                  <a:pt x="461664" y="377702"/>
                </a:lnTo>
                <a:lnTo>
                  <a:pt x="462605" y="381649"/>
                </a:lnTo>
                <a:lnTo>
                  <a:pt x="463540" y="385564"/>
                </a:lnTo>
                <a:lnTo>
                  <a:pt x="464481" y="389449"/>
                </a:lnTo>
                <a:lnTo>
                  <a:pt x="465421" y="393301"/>
                </a:lnTo>
                <a:lnTo>
                  <a:pt x="466357" y="397121"/>
                </a:lnTo>
                <a:lnTo>
                  <a:pt x="467298" y="400908"/>
                </a:lnTo>
                <a:lnTo>
                  <a:pt x="468233" y="404661"/>
                </a:lnTo>
                <a:lnTo>
                  <a:pt x="469174" y="408379"/>
                </a:lnTo>
                <a:lnTo>
                  <a:pt x="470110" y="412064"/>
                </a:lnTo>
                <a:lnTo>
                  <a:pt x="471050" y="415714"/>
                </a:lnTo>
                <a:lnTo>
                  <a:pt x="471986" y="419328"/>
                </a:lnTo>
                <a:lnTo>
                  <a:pt x="472926" y="422906"/>
                </a:lnTo>
                <a:lnTo>
                  <a:pt x="473862" y="426448"/>
                </a:lnTo>
                <a:lnTo>
                  <a:pt x="474803" y="429954"/>
                </a:lnTo>
                <a:lnTo>
                  <a:pt x="475743" y="433423"/>
                </a:lnTo>
                <a:lnTo>
                  <a:pt x="476679" y="436855"/>
                </a:lnTo>
                <a:lnTo>
                  <a:pt x="477620" y="440249"/>
                </a:lnTo>
                <a:lnTo>
                  <a:pt x="478555" y="443606"/>
                </a:lnTo>
                <a:lnTo>
                  <a:pt x="479496" y="446925"/>
                </a:lnTo>
                <a:lnTo>
                  <a:pt x="480431" y="450206"/>
                </a:lnTo>
                <a:lnTo>
                  <a:pt x="481372" y="453450"/>
                </a:lnTo>
                <a:lnTo>
                  <a:pt x="482308" y="456653"/>
                </a:lnTo>
                <a:lnTo>
                  <a:pt x="483248" y="459817"/>
                </a:lnTo>
                <a:lnTo>
                  <a:pt x="484184" y="462945"/>
                </a:lnTo>
                <a:lnTo>
                  <a:pt x="485125" y="466030"/>
                </a:lnTo>
                <a:lnTo>
                  <a:pt x="486065" y="469079"/>
                </a:lnTo>
                <a:lnTo>
                  <a:pt x="487001" y="472089"/>
                </a:lnTo>
                <a:lnTo>
                  <a:pt x="487942" y="475059"/>
                </a:lnTo>
                <a:lnTo>
                  <a:pt x="488877" y="477990"/>
                </a:lnTo>
                <a:lnTo>
                  <a:pt x="489818" y="480881"/>
                </a:lnTo>
                <a:lnTo>
                  <a:pt x="490753" y="483733"/>
                </a:lnTo>
                <a:lnTo>
                  <a:pt x="491694" y="486545"/>
                </a:lnTo>
                <a:lnTo>
                  <a:pt x="492630" y="489317"/>
                </a:lnTo>
                <a:lnTo>
                  <a:pt x="493570" y="492055"/>
                </a:lnTo>
                <a:lnTo>
                  <a:pt x="494506" y="494748"/>
                </a:lnTo>
                <a:lnTo>
                  <a:pt x="495447" y="497406"/>
                </a:lnTo>
                <a:lnTo>
                  <a:pt x="496387" y="500020"/>
                </a:lnTo>
                <a:lnTo>
                  <a:pt x="497323" y="502599"/>
                </a:lnTo>
                <a:lnTo>
                  <a:pt x="498263" y="505139"/>
                </a:lnTo>
                <a:lnTo>
                  <a:pt x="499199" y="507639"/>
                </a:lnTo>
                <a:lnTo>
                  <a:pt x="500140" y="510099"/>
                </a:lnTo>
                <a:lnTo>
                  <a:pt x="501075" y="512525"/>
                </a:lnTo>
                <a:lnTo>
                  <a:pt x="502016" y="514911"/>
                </a:lnTo>
                <a:lnTo>
                  <a:pt x="502952" y="517258"/>
                </a:lnTo>
                <a:lnTo>
                  <a:pt x="503892" y="519565"/>
                </a:lnTo>
                <a:lnTo>
                  <a:pt x="504828" y="521837"/>
                </a:lnTo>
                <a:lnTo>
                  <a:pt x="505768" y="524070"/>
                </a:lnTo>
                <a:lnTo>
                  <a:pt x="506704" y="526268"/>
                </a:lnTo>
                <a:lnTo>
                  <a:pt x="507645" y="528426"/>
                </a:lnTo>
                <a:lnTo>
                  <a:pt x="508585" y="530550"/>
                </a:lnTo>
                <a:lnTo>
                  <a:pt x="509521" y="532639"/>
                </a:lnTo>
                <a:lnTo>
                  <a:pt x="510462" y="534689"/>
                </a:lnTo>
                <a:lnTo>
                  <a:pt x="511397" y="536704"/>
                </a:lnTo>
                <a:lnTo>
                  <a:pt x="512338" y="538679"/>
                </a:lnTo>
                <a:lnTo>
                  <a:pt x="513273" y="540624"/>
                </a:lnTo>
                <a:lnTo>
                  <a:pt x="514214" y="542530"/>
                </a:lnTo>
                <a:lnTo>
                  <a:pt x="515150" y="544402"/>
                </a:lnTo>
                <a:lnTo>
                  <a:pt x="516090" y="546243"/>
                </a:lnTo>
                <a:lnTo>
                  <a:pt x="517026" y="548045"/>
                </a:lnTo>
                <a:lnTo>
                  <a:pt x="517967" y="549818"/>
                </a:lnTo>
                <a:lnTo>
                  <a:pt x="518907" y="551555"/>
                </a:lnTo>
                <a:lnTo>
                  <a:pt x="519843" y="553258"/>
                </a:lnTo>
                <a:lnTo>
                  <a:pt x="520783" y="554927"/>
                </a:lnTo>
                <a:lnTo>
                  <a:pt x="521719" y="556565"/>
                </a:lnTo>
                <a:lnTo>
                  <a:pt x="522660" y="558174"/>
                </a:lnTo>
                <a:lnTo>
                  <a:pt x="523595" y="559748"/>
                </a:lnTo>
                <a:lnTo>
                  <a:pt x="524536" y="561293"/>
                </a:lnTo>
                <a:lnTo>
                  <a:pt x="525472" y="562803"/>
                </a:lnTo>
                <a:lnTo>
                  <a:pt x="526412" y="564283"/>
                </a:lnTo>
                <a:lnTo>
                  <a:pt x="527348" y="565734"/>
                </a:lnTo>
                <a:lnTo>
                  <a:pt x="528289" y="567154"/>
                </a:lnTo>
                <a:lnTo>
                  <a:pt x="529229" y="568546"/>
                </a:lnTo>
                <a:lnTo>
                  <a:pt x="530165" y="569907"/>
                </a:lnTo>
                <a:lnTo>
                  <a:pt x="531105" y="571244"/>
                </a:lnTo>
                <a:lnTo>
                  <a:pt x="532041" y="572546"/>
                </a:lnTo>
                <a:lnTo>
                  <a:pt x="532982" y="573823"/>
                </a:lnTo>
                <a:lnTo>
                  <a:pt x="533917" y="575075"/>
                </a:lnTo>
                <a:lnTo>
                  <a:pt x="534858" y="576298"/>
                </a:lnTo>
                <a:lnTo>
                  <a:pt x="535794" y="577491"/>
                </a:lnTo>
                <a:lnTo>
                  <a:pt x="536734" y="578660"/>
                </a:lnTo>
                <a:lnTo>
                  <a:pt x="537670" y="579803"/>
                </a:lnTo>
                <a:lnTo>
                  <a:pt x="538610" y="580922"/>
                </a:lnTo>
                <a:lnTo>
                  <a:pt x="539551" y="582011"/>
                </a:lnTo>
                <a:lnTo>
                  <a:pt x="540487" y="583080"/>
                </a:lnTo>
                <a:lnTo>
                  <a:pt x="541427" y="584120"/>
                </a:lnTo>
                <a:lnTo>
                  <a:pt x="542363" y="585140"/>
                </a:lnTo>
                <a:lnTo>
                  <a:pt x="543304" y="586135"/>
                </a:lnTo>
                <a:lnTo>
                  <a:pt x="544239" y="587105"/>
                </a:lnTo>
                <a:lnTo>
                  <a:pt x="545180" y="588056"/>
                </a:lnTo>
                <a:lnTo>
                  <a:pt x="546115" y="588981"/>
                </a:lnTo>
                <a:lnTo>
                  <a:pt x="547056" y="589882"/>
                </a:lnTo>
                <a:lnTo>
                  <a:pt x="547992" y="590764"/>
                </a:lnTo>
                <a:lnTo>
                  <a:pt x="548932" y="591625"/>
                </a:lnTo>
                <a:lnTo>
                  <a:pt x="549868" y="592467"/>
                </a:lnTo>
                <a:lnTo>
                  <a:pt x="550809" y="593283"/>
                </a:lnTo>
                <a:lnTo>
                  <a:pt x="551749" y="594080"/>
                </a:lnTo>
                <a:lnTo>
                  <a:pt x="552685" y="594863"/>
                </a:lnTo>
                <a:lnTo>
                  <a:pt x="553625" y="595620"/>
                </a:lnTo>
                <a:lnTo>
                  <a:pt x="554561" y="596363"/>
                </a:lnTo>
                <a:lnTo>
                  <a:pt x="555502" y="597081"/>
                </a:lnTo>
                <a:lnTo>
                  <a:pt x="556437" y="597783"/>
                </a:lnTo>
                <a:lnTo>
                  <a:pt x="557378" y="598472"/>
                </a:lnTo>
                <a:lnTo>
                  <a:pt x="558314" y="599135"/>
                </a:lnTo>
                <a:lnTo>
                  <a:pt x="559254" y="599788"/>
                </a:lnTo>
                <a:lnTo>
                  <a:pt x="560190" y="600417"/>
                </a:lnTo>
                <a:lnTo>
                  <a:pt x="561130" y="601036"/>
                </a:lnTo>
                <a:lnTo>
                  <a:pt x="562071" y="601635"/>
                </a:lnTo>
                <a:lnTo>
                  <a:pt x="563007" y="602219"/>
                </a:lnTo>
                <a:lnTo>
                  <a:pt x="563947" y="602788"/>
                </a:lnTo>
                <a:lnTo>
                  <a:pt x="564883" y="603338"/>
                </a:lnTo>
                <a:lnTo>
                  <a:pt x="565824" y="603878"/>
                </a:lnTo>
                <a:lnTo>
                  <a:pt x="566759" y="604402"/>
                </a:lnTo>
                <a:lnTo>
                  <a:pt x="567700" y="604912"/>
                </a:lnTo>
                <a:lnTo>
                  <a:pt x="568636" y="605402"/>
                </a:lnTo>
                <a:lnTo>
                  <a:pt x="569576" y="605888"/>
                </a:lnTo>
                <a:lnTo>
                  <a:pt x="570512" y="606353"/>
                </a:lnTo>
                <a:lnTo>
                  <a:pt x="571452" y="606808"/>
                </a:lnTo>
                <a:lnTo>
                  <a:pt x="572393" y="607249"/>
                </a:lnTo>
                <a:lnTo>
                  <a:pt x="573329" y="607680"/>
                </a:lnTo>
                <a:lnTo>
                  <a:pt x="574269" y="608096"/>
                </a:lnTo>
                <a:lnTo>
                  <a:pt x="575205" y="608501"/>
                </a:lnTo>
                <a:lnTo>
                  <a:pt x="576146" y="608893"/>
                </a:lnTo>
                <a:lnTo>
                  <a:pt x="577081" y="609274"/>
                </a:lnTo>
                <a:lnTo>
                  <a:pt x="578022" y="609645"/>
                </a:lnTo>
                <a:lnTo>
                  <a:pt x="578957" y="610006"/>
                </a:lnTo>
                <a:lnTo>
                  <a:pt x="579898" y="610358"/>
                </a:lnTo>
                <a:lnTo>
                  <a:pt x="580834" y="610695"/>
                </a:lnTo>
                <a:lnTo>
                  <a:pt x="581774" y="611021"/>
                </a:lnTo>
                <a:lnTo>
                  <a:pt x="582715" y="611343"/>
                </a:lnTo>
                <a:lnTo>
                  <a:pt x="583651" y="611650"/>
                </a:lnTo>
                <a:lnTo>
                  <a:pt x="584591" y="611952"/>
                </a:lnTo>
                <a:lnTo>
                  <a:pt x="585527" y="612244"/>
                </a:lnTo>
                <a:lnTo>
                  <a:pt x="586467" y="612526"/>
                </a:lnTo>
                <a:lnTo>
                  <a:pt x="587403" y="612799"/>
                </a:lnTo>
                <a:lnTo>
                  <a:pt x="588344" y="613066"/>
                </a:lnTo>
                <a:lnTo>
                  <a:pt x="589279" y="613318"/>
                </a:lnTo>
                <a:lnTo>
                  <a:pt x="590220" y="613571"/>
                </a:lnTo>
                <a:lnTo>
                  <a:pt x="591156" y="613808"/>
                </a:lnTo>
                <a:lnTo>
                  <a:pt x="592096" y="614041"/>
                </a:lnTo>
                <a:lnTo>
                  <a:pt x="593032" y="614269"/>
                </a:lnTo>
                <a:lnTo>
                  <a:pt x="593972" y="614487"/>
                </a:lnTo>
                <a:lnTo>
                  <a:pt x="594913" y="614700"/>
                </a:lnTo>
                <a:lnTo>
                  <a:pt x="595849" y="614907"/>
                </a:lnTo>
                <a:lnTo>
                  <a:pt x="596789" y="615105"/>
                </a:lnTo>
                <a:lnTo>
                  <a:pt x="597725" y="615294"/>
                </a:lnTo>
                <a:lnTo>
                  <a:pt x="598666" y="615482"/>
                </a:lnTo>
                <a:lnTo>
                  <a:pt x="599601" y="615660"/>
                </a:lnTo>
                <a:lnTo>
                  <a:pt x="600542" y="615833"/>
                </a:lnTo>
                <a:lnTo>
                  <a:pt x="601478" y="616002"/>
                </a:lnTo>
                <a:lnTo>
                  <a:pt x="602418" y="616165"/>
                </a:lnTo>
                <a:lnTo>
                  <a:pt x="603354" y="616323"/>
                </a:lnTo>
                <a:lnTo>
                  <a:pt x="604294" y="616477"/>
                </a:lnTo>
                <a:lnTo>
                  <a:pt x="605235" y="616620"/>
                </a:lnTo>
                <a:lnTo>
                  <a:pt x="606171" y="616764"/>
                </a:lnTo>
                <a:lnTo>
                  <a:pt x="607111" y="616903"/>
                </a:lnTo>
                <a:lnTo>
                  <a:pt x="608047" y="617031"/>
                </a:lnTo>
                <a:lnTo>
                  <a:pt x="608988" y="617160"/>
                </a:lnTo>
                <a:lnTo>
                  <a:pt x="609923" y="617284"/>
                </a:lnTo>
                <a:lnTo>
                  <a:pt x="610864" y="617403"/>
                </a:lnTo>
                <a:lnTo>
                  <a:pt x="611799" y="617516"/>
                </a:lnTo>
                <a:lnTo>
                  <a:pt x="612740" y="617630"/>
                </a:lnTo>
                <a:lnTo>
                  <a:pt x="613676" y="617734"/>
                </a:lnTo>
                <a:lnTo>
                  <a:pt x="614616" y="617838"/>
                </a:lnTo>
                <a:lnTo>
                  <a:pt x="615557" y="617942"/>
                </a:lnTo>
                <a:lnTo>
                  <a:pt x="616493" y="618036"/>
                </a:lnTo>
                <a:lnTo>
                  <a:pt x="617433" y="618130"/>
                </a:lnTo>
                <a:lnTo>
                  <a:pt x="618369" y="618219"/>
                </a:lnTo>
                <a:lnTo>
                  <a:pt x="619309" y="618304"/>
                </a:lnTo>
                <a:lnTo>
                  <a:pt x="620245" y="618388"/>
                </a:lnTo>
                <a:lnTo>
                  <a:pt x="621186" y="618467"/>
                </a:lnTo>
                <a:lnTo>
                  <a:pt x="622121" y="618546"/>
                </a:lnTo>
                <a:lnTo>
                  <a:pt x="623062" y="618620"/>
                </a:lnTo>
                <a:lnTo>
                  <a:pt x="623998" y="618690"/>
                </a:lnTo>
                <a:lnTo>
                  <a:pt x="624938" y="618759"/>
                </a:lnTo>
                <a:lnTo>
                  <a:pt x="625879" y="618828"/>
                </a:lnTo>
                <a:lnTo>
                  <a:pt x="626814" y="618893"/>
                </a:lnTo>
                <a:lnTo>
                  <a:pt x="627755" y="618952"/>
                </a:lnTo>
                <a:lnTo>
                  <a:pt x="628691" y="619011"/>
                </a:lnTo>
                <a:lnTo>
                  <a:pt x="629631" y="619071"/>
                </a:lnTo>
                <a:lnTo>
                  <a:pt x="630567" y="619125"/>
                </a:lnTo>
                <a:lnTo>
                  <a:pt x="631508" y="619180"/>
                </a:lnTo>
                <a:lnTo>
                  <a:pt x="632443" y="619229"/>
                </a:lnTo>
                <a:lnTo>
                  <a:pt x="633384" y="619279"/>
                </a:lnTo>
                <a:lnTo>
                  <a:pt x="634319" y="619323"/>
                </a:lnTo>
                <a:lnTo>
                  <a:pt x="635260" y="619368"/>
                </a:lnTo>
                <a:lnTo>
                  <a:pt x="636196" y="619412"/>
                </a:lnTo>
                <a:lnTo>
                  <a:pt x="637136" y="619457"/>
                </a:lnTo>
                <a:lnTo>
                  <a:pt x="638077" y="619497"/>
                </a:lnTo>
                <a:lnTo>
                  <a:pt x="639013" y="619536"/>
                </a:lnTo>
                <a:lnTo>
                  <a:pt x="639953" y="619571"/>
                </a:lnTo>
                <a:lnTo>
                  <a:pt x="640889" y="619606"/>
                </a:lnTo>
                <a:lnTo>
                  <a:pt x="641829" y="619640"/>
                </a:lnTo>
                <a:lnTo>
                  <a:pt x="642765" y="619675"/>
                </a:lnTo>
                <a:lnTo>
                  <a:pt x="643706" y="619705"/>
                </a:lnTo>
                <a:lnTo>
                  <a:pt x="644641" y="619739"/>
                </a:lnTo>
                <a:lnTo>
                  <a:pt x="645582" y="619764"/>
                </a:lnTo>
                <a:lnTo>
                  <a:pt x="646518" y="619794"/>
                </a:lnTo>
                <a:lnTo>
                  <a:pt x="647458" y="619823"/>
                </a:lnTo>
                <a:lnTo>
                  <a:pt x="648399" y="619848"/>
                </a:lnTo>
                <a:lnTo>
                  <a:pt x="649335" y="619873"/>
                </a:lnTo>
                <a:lnTo>
                  <a:pt x="650275" y="619898"/>
                </a:lnTo>
                <a:lnTo>
                  <a:pt x="651211" y="619917"/>
                </a:lnTo>
                <a:lnTo>
                  <a:pt x="652151" y="619942"/>
                </a:lnTo>
                <a:lnTo>
                  <a:pt x="653087" y="619962"/>
                </a:lnTo>
                <a:lnTo>
                  <a:pt x="654028" y="619982"/>
                </a:lnTo>
                <a:lnTo>
                  <a:pt x="654963" y="620002"/>
                </a:lnTo>
                <a:lnTo>
                  <a:pt x="655904" y="620016"/>
                </a:lnTo>
                <a:lnTo>
                  <a:pt x="656840" y="620036"/>
                </a:lnTo>
                <a:lnTo>
                  <a:pt x="657780" y="620051"/>
                </a:lnTo>
                <a:lnTo>
                  <a:pt x="658721" y="620071"/>
                </a:lnTo>
                <a:lnTo>
                  <a:pt x="659656" y="620086"/>
                </a:lnTo>
                <a:lnTo>
                  <a:pt x="660597" y="620101"/>
                </a:lnTo>
                <a:lnTo>
                  <a:pt x="661533" y="620115"/>
                </a:lnTo>
                <a:lnTo>
                  <a:pt x="662473" y="620130"/>
                </a:lnTo>
                <a:lnTo>
                  <a:pt x="663409" y="620140"/>
                </a:lnTo>
                <a:lnTo>
                  <a:pt x="664350" y="620155"/>
                </a:lnTo>
                <a:lnTo>
                  <a:pt x="665285" y="620165"/>
                </a:lnTo>
                <a:lnTo>
                  <a:pt x="666226" y="620175"/>
                </a:lnTo>
                <a:lnTo>
                  <a:pt x="667161" y="620190"/>
                </a:lnTo>
                <a:lnTo>
                  <a:pt x="668102" y="620200"/>
                </a:lnTo>
                <a:lnTo>
                  <a:pt x="669043" y="620210"/>
                </a:lnTo>
                <a:lnTo>
                  <a:pt x="669978" y="620219"/>
                </a:lnTo>
                <a:lnTo>
                  <a:pt x="670919" y="620229"/>
                </a:lnTo>
                <a:lnTo>
                  <a:pt x="671855" y="620234"/>
                </a:lnTo>
                <a:lnTo>
                  <a:pt x="672795" y="620244"/>
                </a:lnTo>
                <a:lnTo>
                  <a:pt x="673731" y="620254"/>
                </a:lnTo>
                <a:lnTo>
                  <a:pt x="674671" y="620259"/>
                </a:lnTo>
                <a:lnTo>
                  <a:pt x="675607" y="620269"/>
                </a:lnTo>
                <a:lnTo>
                  <a:pt x="676548" y="620274"/>
                </a:lnTo>
                <a:lnTo>
                  <a:pt x="677483" y="620279"/>
                </a:lnTo>
                <a:lnTo>
                  <a:pt x="678424" y="620289"/>
                </a:lnTo>
                <a:lnTo>
                  <a:pt x="679360" y="620294"/>
                </a:lnTo>
                <a:lnTo>
                  <a:pt x="680300" y="620299"/>
                </a:lnTo>
                <a:lnTo>
                  <a:pt x="681241" y="620304"/>
                </a:lnTo>
                <a:lnTo>
                  <a:pt x="682176" y="620308"/>
                </a:lnTo>
                <a:lnTo>
                  <a:pt x="683117" y="620313"/>
                </a:lnTo>
                <a:lnTo>
                  <a:pt x="684053" y="620318"/>
                </a:lnTo>
                <a:lnTo>
                  <a:pt x="684993" y="620323"/>
                </a:lnTo>
                <a:lnTo>
                  <a:pt x="685929" y="620328"/>
                </a:lnTo>
                <a:lnTo>
                  <a:pt x="686870" y="620333"/>
                </a:lnTo>
                <a:lnTo>
                  <a:pt x="687805" y="620338"/>
                </a:lnTo>
                <a:lnTo>
                  <a:pt x="688746" y="620343"/>
                </a:lnTo>
                <a:lnTo>
                  <a:pt x="689682" y="620343"/>
                </a:lnTo>
                <a:lnTo>
                  <a:pt x="690622" y="620348"/>
                </a:lnTo>
                <a:lnTo>
                  <a:pt x="691563" y="620353"/>
                </a:lnTo>
                <a:lnTo>
                  <a:pt x="692498" y="620353"/>
                </a:lnTo>
                <a:lnTo>
                  <a:pt x="693439" y="620358"/>
                </a:lnTo>
                <a:lnTo>
                  <a:pt x="694375" y="620358"/>
                </a:lnTo>
                <a:lnTo>
                  <a:pt x="695315" y="620363"/>
                </a:lnTo>
                <a:lnTo>
                  <a:pt x="696251" y="620368"/>
                </a:lnTo>
                <a:lnTo>
                  <a:pt x="697192" y="620368"/>
                </a:lnTo>
                <a:lnTo>
                  <a:pt x="698127" y="620368"/>
                </a:lnTo>
                <a:lnTo>
                  <a:pt x="699068" y="620373"/>
                </a:lnTo>
                <a:lnTo>
                  <a:pt x="700003" y="620373"/>
                </a:lnTo>
                <a:lnTo>
                  <a:pt x="700944" y="620378"/>
                </a:lnTo>
                <a:lnTo>
                  <a:pt x="701885" y="620378"/>
                </a:lnTo>
                <a:lnTo>
                  <a:pt x="702820" y="620383"/>
                </a:lnTo>
                <a:lnTo>
                  <a:pt x="703761" y="620383"/>
                </a:lnTo>
                <a:lnTo>
                  <a:pt x="704697" y="620383"/>
                </a:lnTo>
                <a:lnTo>
                  <a:pt x="705637" y="620388"/>
                </a:lnTo>
                <a:lnTo>
                  <a:pt x="706573" y="620388"/>
                </a:lnTo>
                <a:lnTo>
                  <a:pt x="707513" y="620388"/>
                </a:lnTo>
                <a:lnTo>
                  <a:pt x="708449" y="620388"/>
                </a:lnTo>
                <a:lnTo>
                  <a:pt x="709390" y="620393"/>
                </a:lnTo>
                <a:lnTo>
                  <a:pt x="710325" y="620393"/>
                </a:lnTo>
                <a:lnTo>
                  <a:pt x="711266" y="620393"/>
                </a:lnTo>
                <a:lnTo>
                  <a:pt x="712207" y="620393"/>
                </a:lnTo>
                <a:lnTo>
                  <a:pt x="713142" y="620398"/>
                </a:lnTo>
                <a:lnTo>
                  <a:pt x="714083" y="620398"/>
                </a:lnTo>
                <a:lnTo>
                  <a:pt x="715018" y="620398"/>
                </a:lnTo>
                <a:lnTo>
                  <a:pt x="715959" y="620398"/>
                </a:lnTo>
                <a:lnTo>
                  <a:pt x="716895" y="620398"/>
                </a:lnTo>
                <a:lnTo>
                  <a:pt x="717835" y="620398"/>
                </a:lnTo>
                <a:lnTo>
                  <a:pt x="718771" y="620403"/>
                </a:lnTo>
                <a:lnTo>
                  <a:pt x="719712" y="620403"/>
                </a:lnTo>
                <a:lnTo>
                  <a:pt x="720647" y="620403"/>
                </a:lnTo>
                <a:lnTo>
                  <a:pt x="721588" y="620403"/>
                </a:lnTo>
                <a:lnTo>
                  <a:pt x="722524" y="620403"/>
                </a:lnTo>
                <a:lnTo>
                  <a:pt x="723464" y="620403"/>
                </a:lnTo>
                <a:lnTo>
                  <a:pt x="724405" y="620403"/>
                </a:lnTo>
                <a:lnTo>
                  <a:pt x="725340" y="620403"/>
                </a:lnTo>
                <a:lnTo>
                  <a:pt x="726281" y="620408"/>
                </a:lnTo>
                <a:lnTo>
                  <a:pt x="727217" y="620408"/>
                </a:lnTo>
                <a:lnTo>
                  <a:pt x="728157" y="620408"/>
                </a:lnTo>
                <a:lnTo>
                  <a:pt x="729093" y="620408"/>
                </a:lnTo>
                <a:lnTo>
                  <a:pt x="730034" y="620408"/>
                </a:lnTo>
                <a:lnTo>
                  <a:pt x="730969" y="620408"/>
                </a:lnTo>
                <a:lnTo>
                  <a:pt x="731910" y="620408"/>
                </a:lnTo>
                <a:lnTo>
                  <a:pt x="732845" y="620408"/>
                </a:lnTo>
                <a:lnTo>
                  <a:pt x="733786" y="620408"/>
                </a:lnTo>
                <a:lnTo>
                  <a:pt x="734727" y="620408"/>
                </a:lnTo>
                <a:lnTo>
                  <a:pt x="735662" y="620408"/>
                </a:lnTo>
                <a:lnTo>
                  <a:pt x="736603" y="620408"/>
                </a:lnTo>
                <a:lnTo>
                  <a:pt x="737539" y="620408"/>
                </a:lnTo>
                <a:lnTo>
                  <a:pt x="738479" y="620408"/>
                </a:lnTo>
                <a:lnTo>
                  <a:pt x="739415" y="620412"/>
                </a:lnTo>
                <a:lnTo>
                  <a:pt x="740355" y="620412"/>
                </a:lnTo>
                <a:lnTo>
                  <a:pt x="741291" y="620412"/>
                </a:lnTo>
                <a:lnTo>
                  <a:pt x="742232" y="620412"/>
                </a:lnTo>
                <a:lnTo>
                  <a:pt x="743167" y="620412"/>
                </a:lnTo>
                <a:lnTo>
                  <a:pt x="744108" y="620412"/>
                </a:lnTo>
                <a:lnTo>
                  <a:pt x="745049" y="620412"/>
                </a:lnTo>
                <a:lnTo>
                  <a:pt x="745984" y="620412"/>
                </a:lnTo>
                <a:lnTo>
                  <a:pt x="746925" y="620412"/>
                </a:lnTo>
                <a:lnTo>
                  <a:pt x="747860" y="620412"/>
                </a:lnTo>
                <a:lnTo>
                  <a:pt x="748801" y="620412"/>
                </a:lnTo>
                <a:lnTo>
                  <a:pt x="749737" y="620412"/>
                </a:lnTo>
                <a:lnTo>
                  <a:pt x="750677" y="620412"/>
                </a:lnTo>
                <a:lnTo>
                  <a:pt x="751613" y="620412"/>
                </a:lnTo>
                <a:lnTo>
                  <a:pt x="752554" y="620412"/>
                </a:lnTo>
                <a:lnTo>
                  <a:pt x="753489" y="620412"/>
                </a:lnTo>
                <a:lnTo>
                  <a:pt x="754430" y="620412"/>
                </a:lnTo>
                <a:lnTo>
                  <a:pt x="755370" y="620412"/>
                </a:lnTo>
                <a:lnTo>
                  <a:pt x="756306" y="620412"/>
                </a:lnTo>
                <a:lnTo>
                  <a:pt x="757247" y="620412"/>
                </a:lnTo>
                <a:lnTo>
                  <a:pt x="758182" y="620412"/>
                </a:lnTo>
                <a:lnTo>
                  <a:pt x="759123" y="620412"/>
                </a:lnTo>
                <a:lnTo>
                  <a:pt x="760059" y="620412"/>
                </a:lnTo>
                <a:lnTo>
                  <a:pt x="760999" y="620412"/>
                </a:lnTo>
                <a:lnTo>
                  <a:pt x="761935" y="620412"/>
                </a:lnTo>
                <a:lnTo>
                  <a:pt x="762875" y="620412"/>
                </a:lnTo>
                <a:lnTo>
                  <a:pt x="763811" y="620412"/>
                </a:lnTo>
                <a:lnTo>
                  <a:pt x="764752" y="620412"/>
                </a:lnTo>
                <a:lnTo>
                  <a:pt x="765692" y="620412"/>
                </a:lnTo>
                <a:lnTo>
                  <a:pt x="766628" y="620412"/>
                </a:lnTo>
                <a:lnTo>
                  <a:pt x="767569" y="620412"/>
                </a:lnTo>
                <a:lnTo>
                  <a:pt x="768504" y="620412"/>
                </a:lnTo>
                <a:lnTo>
                  <a:pt x="769445" y="620412"/>
                </a:lnTo>
                <a:lnTo>
                  <a:pt x="770381" y="620412"/>
                </a:lnTo>
                <a:lnTo>
                  <a:pt x="771321" y="620412"/>
                </a:lnTo>
                <a:lnTo>
                  <a:pt x="772257" y="620412"/>
                </a:lnTo>
                <a:lnTo>
                  <a:pt x="773197" y="620412"/>
                </a:lnTo>
                <a:lnTo>
                  <a:pt x="774133" y="620412"/>
                </a:lnTo>
                <a:lnTo>
                  <a:pt x="775074" y="620412"/>
                </a:lnTo>
                <a:lnTo>
                  <a:pt x="776009" y="620412"/>
                </a:lnTo>
                <a:lnTo>
                  <a:pt x="776950" y="620412"/>
                </a:lnTo>
                <a:lnTo>
                  <a:pt x="777890" y="620412"/>
                </a:lnTo>
                <a:lnTo>
                  <a:pt x="778826" y="620412"/>
                </a:lnTo>
                <a:lnTo>
                  <a:pt x="779767" y="620412"/>
                </a:lnTo>
                <a:lnTo>
                  <a:pt x="780702" y="620412"/>
                </a:lnTo>
                <a:lnTo>
                  <a:pt x="781643" y="620412"/>
                </a:lnTo>
                <a:lnTo>
                  <a:pt x="782579" y="620412"/>
                </a:lnTo>
                <a:lnTo>
                  <a:pt x="783519" y="620412"/>
                </a:lnTo>
                <a:lnTo>
                  <a:pt x="784455" y="620412"/>
                </a:lnTo>
                <a:lnTo>
                  <a:pt x="785396" y="620412"/>
                </a:lnTo>
                <a:lnTo>
                  <a:pt x="786331" y="620412"/>
                </a:lnTo>
                <a:lnTo>
                  <a:pt x="787272" y="620412"/>
                </a:lnTo>
                <a:lnTo>
                  <a:pt x="788212" y="620412"/>
                </a:lnTo>
                <a:lnTo>
                  <a:pt x="789148" y="620412"/>
                </a:lnTo>
                <a:lnTo>
                  <a:pt x="790089" y="620412"/>
                </a:lnTo>
                <a:lnTo>
                  <a:pt x="791024" y="620412"/>
                </a:lnTo>
                <a:lnTo>
                  <a:pt x="791965" y="620412"/>
                </a:lnTo>
                <a:lnTo>
                  <a:pt x="792901" y="620412"/>
                </a:lnTo>
                <a:lnTo>
                  <a:pt x="793841" y="620412"/>
                </a:lnTo>
                <a:lnTo>
                  <a:pt x="794777" y="620412"/>
                </a:lnTo>
                <a:lnTo>
                  <a:pt x="795717" y="620412"/>
                </a:lnTo>
                <a:lnTo>
                  <a:pt x="796653" y="620412"/>
                </a:lnTo>
                <a:lnTo>
                  <a:pt x="797594" y="620412"/>
                </a:lnTo>
                <a:lnTo>
                  <a:pt x="798534" y="620412"/>
                </a:lnTo>
                <a:lnTo>
                  <a:pt x="799470" y="620412"/>
                </a:lnTo>
                <a:lnTo>
                  <a:pt x="800411" y="620412"/>
                </a:lnTo>
                <a:lnTo>
                  <a:pt x="801346" y="620412"/>
                </a:lnTo>
                <a:lnTo>
                  <a:pt x="802287" y="620412"/>
                </a:lnTo>
                <a:lnTo>
                  <a:pt x="803223" y="620412"/>
                </a:lnTo>
                <a:lnTo>
                  <a:pt x="804163" y="620412"/>
                </a:lnTo>
                <a:lnTo>
                  <a:pt x="805099" y="620412"/>
                </a:lnTo>
                <a:lnTo>
                  <a:pt x="806039" y="620412"/>
                </a:lnTo>
                <a:lnTo>
                  <a:pt x="806975" y="620412"/>
                </a:lnTo>
                <a:lnTo>
                  <a:pt x="807916" y="620412"/>
                </a:lnTo>
                <a:lnTo>
                  <a:pt x="808856" y="620412"/>
                </a:lnTo>
                <a:lnTo>
                  <a:pt x="809792" y="620412"/>
                </a:lnTo>
                <a:lnTo>
                  <a:pt x="810732" y="620412"/>
                </a:lnTo>
                <a:lnTo>
                  <a:pt x="811668" y="620412"/>
                </a:lnTo>
                <a:lnTo>
                  <a:pt x="812609" y="620412"/>
                </a:lnTo>
                <a:lnTo>
                  <a:pt x="813544" y="620412"/>
                </a:lnTo>
                <a:lnTo>
                  <a:pt x="814485" y="620412"/>
                </a:lnTo>
                <a:lnTo>
                  <a:pt x="815421" y="620412"/>
                </a:lnTo>
                <a:lnTo>
                  <a:pt x="816361" y="620412"/>
                </a:lnTo>
                <a:lnTo>
                  <a:pt x="817297" y="620412"/>
                </a:lnTo>
                <a:lnTo>
                  <a:pt x="818238" y="620412"/>
                </a:lnTo>
                <a:lnTo>
                  <a:pt x="819173" y="620412"/>
                </a:lnTo>
                <a:lnTo>
                  <a:pt x="820114" y="620412"/>
                </a:lnTo>
                <a:lnTo>
                  <a:pt x="821054" y="620412"/>
                </a:lnTo>
                <a:lnTo>
                  <a:pt x="821990" y="620412"/>
                </a:lnTo>
                <a:lnTo>
                  <a:pt x="822931" y="620412"/>
                </a:lnTo>
                <a:lnTo>
                  <a:pt x="823866" y="620412"/>
                </a:lnTo>
                <a:lnTo>
                  <a:pt x="824807" y="620412"/>
                </a:lnTo>
                <a:lnTo>
                  <a:pt x="825743" y="620412"/>
                </a:lnTo>
                <a:lnTo>
                  <a:pt x="826683" y="620412"/>
                </a:lnTo>
                <a:lnTo>
                  <a:pt x="827619" y="620412"/>
                </a:lnTo>
                <a:lnTo>
                  <a:pt x="828559" y="620412"/>
                </a:lnTo>
                <a:lnTo>
                  <a:pt x="829495" y="620412"/>
                </a:lnTo>
                <a:lnTo>
                  <a:pt x="830436" y="620412"/>
                </a:lnTo>
                <a:lnTo>
                  <a:pt x="831376" y="620412"/>
                </a:lnTo>
                <a:lnTo>
                  <a:pt x="832312" y="620412"/>
                </a:lnTo>
                <a:lnTo>
                  <a:pt x="833253" y="620412"/>
                </a:lnTo>
                <a:lnTo>
                  <a:pt x="834188" y="620412"/>
                </a:lnTo>
                <a:lnTo>
                  <a:pt x="835129" y="620412"/>
                </a:lnTo>
                <a:lnTo>
                  <a:pt x="836064" y="620412"/>
                </a:lnTo>
                <a:lnTo>
                  <a:pt x="837005" y="620412"/>
                </a:lnTo>
                <a:lnTo>
                  <a:pt x="837941" y="620412"/>
                </a:lnTo>
                <a:lnTo>
                  <a:pt x="838881" y="620412"/>
                </a:lnTo>
                <a:lnTo>
                  <a:pt x="839817" y="620412"/>
                </a:lnTo>
                <a:lnTo>
                  <a:pt x="840758" y="620412"/>
                </a:lnTo>
                <a:lnTo>
                  <a:pt x="841698" y="620412"/>
                </a:lnTo>
                <a:lnTo>
                  <a:pt x="842634" y="620412"/>
                </a:lnTo>
                <a:lnTo>
                  <a:pt x="843574" y="620412"/>
                </a:lnTo>
                <a:lnTo>
                  <a:pt x="844510" y="620412"/>
                </a:lnTo>
                <a:lnTo>
                  <a:pt x="845451" y="620412"/>
                </a:lnTo>
                <a:lnTo>
                  <a:pt x="846386" y="620412"/>
                </a:lnTo>
                <a:lnTo>
                  <a:pt x="847327" y="620412"/>
                </a:lnTo>
                <a:lnTo>
                  <a:pt x="848263" y="620412"/>
                </a:lnTo>
                <a:lnTo>
                  <a:pt x="849203" y="620412"/>
                </a:lnTo>
                <a:lnTo>
                  <a:pt x="850139" y="620412"/>
                </a:lnTo>
                <a:lnTo>
                  <a:pt x="851080" y="620412"/>
                </a:lnTo>
                <a:lnTo>
                  <a:pt x="852020" y="620412"/>
                </a:lnTo>
                <a:lnTo>
                  <a:pt x="852956" y="620412"/>
                </a:lnTo>
                <a:lnTo>
                  <a:pt x="853896" y="620412"/>
                </a:lnTo>
                <a:lnTo>
                  <a:pt x="854832" y="620412"/>
                </a:lnTo>
                <a:lnTo>
                  <a:pt x="855773" y="620412"/>
                </a:lnTo>
                <a:lnTo>
                  <a:pt x="856708" y="620412"/>
                </a:lnTo>
                <a:lnTo>
                  <a:pt x="857649" y="620412"/>
                </a:lnTo>
                <a:lnTo>
                  <a:pt x="858585" y="620412"/>
                </a:lnTo>
                <a:lnTo>
                  <a:pt x="859525" y="620412"/>
                </a:lnTo>
                <a:lnTo>
                  <a:pt x="860461" y="620412"/>
                </a:lnTo>
                <a:lnTo>
                  <a:pt x="861401" y="620412"/>
                </a:lnTo>
                <a:lnTo>
                  <a:pt x="862337" y="620412"/>
                </a:lnTo>
                <a:lnTo>
                  <a:pt x="863278" y="620412"/>
                </a:lnTo>
                <a:lnTo>
                  <a:pt x="864218" y="620412"/>
                </a:lnTo>
                <a:lnTo>
                  <a:pt x="865154" y="620412"/>
                </a:lnTo>
                <a:lnTo>
                  <a:pt x="866094" y="620412"/>
                </a:lnTo>
                <a:lnTo>
                  <a:pt x="867030" y="620412"/>
                </a:lnTo>
                <a:lnTo>
                  <a:pt x="867971" y="620412"/>
                </a:lnTo>
                <a:lnTo>
                  <a:pt x="868906" y="620412"/>
                </a:lnTo>
                <a:lnTo>
                  <a:pt x="869847" y="620412"/>
                </a:lnTo>
                <a:lnTo>
                  <a:pt x="870783" y="620412"/>
                </a:lnTo>
                <a:lnTo>
                  <a:pt x="871723" y="620412"/>
                </a:lnTo>
                <a:lnTo>
                  <a:pt x="872659" y="620412"/>
                </a:lnTo>
                <a:lnTo>
                  <a:pt x="873600" y="620412"/>
                </a:lnTo>
                <a:lnTo>
                  <a:pt x="874540" y="620412"/>
                </a:lnTo>
                <a:lnTo>
                  <a:pt x="875476" y="620412"/>
                </a:lnTo>
                <a:lnTo>
                  <a:pt x="876416" y="620412"/>
                </a:lnTo>
                <a:lnTo>
                  <a:pt x="877352" y="620412"/>
                </a:lnTo>
                <a:lnTo>
                  <a:pt x="878293" y="620412"/>
                </a:lnTo>
                <a:lnTo>
                  <a:pt x="879228" y="620412"/>
                </a:lnTo>
                <a:lnTo>
                  <a:pt x="880169" y="620412"/>
                </a:lnTo>
                <a:lnTo>
                  <a:pt x="881105" y="620412"/>
                </a:lnTo>
                <a:lnTo>
                  <a:pt x="882045" y="620412"/>
                </a:lnTo>
                <a:lnTo>
                  <a:pt x="882981" y="620412"/>
                </a:lnTo>
                <a:lnTo>
                  <a:pt x="883921" y="620412"/>
                </a:lnTo>
                <a:lnTo>
                  <a:pt x="884862" y="620412"/>
                </a:lnTo>
                <a:lnTo>
                  <a:pt x="885798" y="620412"/>
                </a:lnTo>
                <a:lnTo>
                  <a:pt x="886738" y="620412"/>
                </a:lnTo>
                <a:lnTo>
                  <a:pt x="887674" y="620412"/>
                </a:lnTo>
                <a:lnTo>
                  <a:pt x="888615" y="620412"/>
                </a:lnTo>
                <a:lnTo>
                  <a:pt x="889550" y="620412"/>
                </a:lnTo>
                <a:lnTo>
                  <a:pt x="890491" y="620412"/>
                </a:lnTo>
                <a:lnTo>
                  <a:pt x="891427" y="620412"/>
                </a:lnTo>
                <a:lnTo>
                  <a:pt x="892367" y="620412"/>
                </a:lnTo>
                <a:lnTo>
                  <a:pt x="893303" y="620412"/>
                </a:lnTo>
                <a:lnTo>
                  <a:pt x="894243" y="620412"/>
                </a:lnTo>
                <a:lnTo>
                  <a:pt x="895184" y="620412"/>
                </a:lnTo>
                <a:lnTo>
                  <a:pt x="896120" y="620412"/>
                </a:lnTo>
                <a:lnTo>
                  <a:pt x="897060" y="620412"/>
                </a:lnTo>
                <a:lnTo>
                  <a:pt x="897996" y="620412"/>
                </a:lnTo>
                <a:lnTo>
                  <a:pt x="898937" y="620412"/>
                </a:lnTo>
                <a:lnTo>
                  <a:pt x="899872" y="620412"/>
                </a:lnTo>
                <a:lnTo>
                  <a:pt x="900813" y="620412"/>
                </a:lnTo>
                <a:lnTo>
                  <a:pt x="901748" y="620412"/>
                </a:lnTo>
                <a:lnTo>
                  <a:pt x="902689" y="620412"/>
                </a:lnTo>
                <a:lnTo>
                  <a:pt x="903625" y="620412"/>
                </a:lnTo>
                <a:lnTo>
                  <a:pt x="904565" y="620412"/>
                </a:lnTo>
                <a:lnTo>
                  <a:pt x="905501" y="620412"/>
                </a:lnTo>
                <a:lnTo>
                  <a:pt x="906441" y="620412"/>
                </a:lnTo>
                <a:lnTo>
                  <a:pt x="907382" y="620412"/>
                </a:lnTo>
                <a:lnTo>
                  <a:pt x="908318" y="620412"/>
                </a:lnTo>
                <a:lnTo>
                  <a:pt x="909258" y="620412"/>
                </a:lnTo>
                <a:lnTo>
                  <a:pt x="910194" y="620412"/>
                </a:lnTo>
                <a:lnTo>
                  <a:pt x="911135" y="620412"/>
                </a:lnTo>
                <a:lnTo>
                  <a:pt x="912070" y="620412"/>
                </a:lnTo>
                <a:lnTo>
                  <a:pt x="913011" y="620412"/>
                </a:lnTo>
                <a:lnTo>
                  <a:pt x="913947" y="620412"/>
                </a:lnTo>
                <a:lnTo>
                  <a:pt x="914887" y="620412"/>
                </a:lnTo>
                <a:lnTo>
                  <a:pt x="915823" y="620412"/>
                </a:lnTo>
                <a:lnTo>
                  <a:pt x="916763" y="620412"/>
                </a:lnTo>
                <a:lnTo>
                  <a:pt x="917704" y="620412"/>
                </a:lnTo>
                <a:lnTo>
                  <a:pt x="918640" y="620412"/>
                </a:lnTo>
                <a:lnTo>
                  <a:pt x="919580" y="620412"/>
                </a:lnTo>
                <a:lnTo>
                  <a:pt x="920516" y="620412"/>
                </a:lnTo>
                <a:lnTo>
                  <a:pt x="921457" y="620412"/>
                </a:lnTo>
                <a:lnTo>
                  <a:pt x="922392" y="620412"/>
                </a:lnTo>
                <a:lnTo>
                  <a:pt x="923333" y="620412"/>
                </a:lnTo>
                <a:lnTo>
                  <a:pt x="924268" y="620412"/>
                </a:lnTo>
                <a:lnTo>
                  <a:pt x="925209" y="620412"/>
                </a:lnTo>
                <a:lnTo>
                  <a:pt x="926145" y="620412"/>
                </a:lnTo>
                <a:lnTo>
                  <a:pt x="927085" y="620412"/>
                </a:lnTo>
                <a:lnTo>
                  <a:pt x="928026" y="620412"/>
                </a:lnTo>
                <a:lnTo>
                  <a:pt x="928962" y="620412"/>
                </a:lnTo>
                <a:lnTo>
                  <a:pt x="929902" y="620412"/>
                </a:lnTo>
                <a:lnTo>
                  <a:pt x="930838" y="620412"/>
                </a:lnTo>
                <a:lnTo>
                  <a:pt x="931779" y="620412"/>
                </a:lnTo>
                <a:lnTo>
                  <a:pt x="932714" y="620412"/>
                </a:lnTo>
                <a:lnTo>
                  <a:pt x="933655" y="620412"/>
                </a:lnTo>
                <a:lnTo>
                  <a:pt x="934590" y="620412"/>
                </a:lnTo>
                <a:lnTo>
                  <a:pt x="935531" y="620412"/>
                </a:lnTo>
                <a:lnTo>
                  <a:pt x="936467" y="620412"/>
                </a:lnTo>
                <a:lnTo>
                  <a:pt x="937407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9702146-BB60-9FE5-3D4A-400CF125B7CF}"/>
              </a:ext>
            </a:extLst>
          </p:cNvPr>
          <p:cNvGrpSpPr/>
          <p:nvPr/>
        </p:nvGrpSpPr>
        <p:grpSpPr>
          <a:xfrm>
            <a:off x="539552" y="4299942"/>
            <a:ext cx="1188133" cy="792088"/>
            <a:chOff x="539552" y="3963970"/>
            <a:chExt cx="1188133" cy="792088"/>
          </a:xfrm>
        </p:grpSpPr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83D39BE1-FA29-FE14-9A5B-DE4D4D6C201E}"/>
                </a:ext>
              </a:extLst>
            </p:cNvPr>
            <p:cNvSpPr/>
            <p:nvPr/>
          </p:nvSpPr>
          <p:spPr>
            <a:xfrm>
              <a:off x="53955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415DB9E1-DBB9-9B5E-DB12-3D480E0FBA04}"/>
                </a:ext>
              </a:extLst>
            </p:cNvPr>
            <p:cNvSpPr/>
            <p:nvPr/>
          </p:nvSpPr>
          <p:spPr>
            <a:xfrm>
              <a:off x="684514" y="3987358"/>
              <a:ext cx="1019784" cy="657638"/>
            </a:xfrm>
            <a:custGeom>
              <a:avLst/>
              <a:gdLst>
                <a:gd name="connsiteX0" fmla="*/ 0 w 1019784"/>
                <a:gd name="connsiteY0" fmla="*/ 657639 h 657638"/>
                <a:gd name="connsiteX1" fmla="*/ 1019784 w 1019784"/>
                <a:gd name="connsiteY1" fmla="*/ 657639 h 657638"/>
                <a:gd name="connsiteX2" fmla="*/ 1019784 w 1019784"/>
                <a:gd name="connsiteY2" fmla="*/ 0 h 657638"/>
                <a:gd name="connsiteX3" fmla="*/ 0 w 1019784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9784" h="657638">
                  <a:moveTo>
                    <a:pt x="0" y="657639"/>
                  </a:moveTo>
                  <a:lnTo>
                    <a:pt x="1019784" y="657639"/>
                  </a:lnTo>
                  <a:lnTo>
                    <a:pt x="10197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07F9084B-1703-E4E3-2C65-676C8D4FC7D3}"/>
                </a:ext>
              </a:extLst>
            </p:cNvPr>
            <p:cNvSpPr/>
            <p:nvPr/>
          </p:nvSpPr>
          <p:spPr>
            <a:xfrm>
              <a:off x="87371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8B98C3-09DE-64AC-C77E-4EDD5BB36225}"/>
                </a:ext>
              </a:extLst>
            </p:cNvPr>
            <p:cNvSpPr/>
            <p:nvPr/>
          </p:nvSpPr>
          <p:spPr>
            <a:xfrm>
              <a:off x="114095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E9F756C-A417-C168-4842-C2BED58F0DA3}"/>
                </a:ext>
              </a:extLst>
            </p:cNvPr>
            <p:cNvSpPr/>
            <p:nvPr/>
          </p:nvSpPr>
          <p:spPr>
            <a:xfrm>
              <a:off x="140819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D5F024A-DB3C-AD0D-6762-31B9726CD8C8}"/>
                </a:ext>
              </a:extLst>
            </p:cNvPr>
            <p:cNvSpPr/>
            <p:nvPr/>
          </p:nvSpPr>
          <p:spPr>
            <a:xfrm>
              <a:off x="167543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DEF10FA-39DF-C861-59F9-969B6865ECE6}"/>
                </a:ext>
              </a:extLst>
            </p:cNvPr>
            <p:cNvSpPr/>
            <p:nvPr/>
          </p:nvSpPr>
          <p:spPr>
            <a:xfrm>
              <a:off x="684514" y="462638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77C32878-495B-BEB8-8435-B09CCB2E4206}"/>
                </a:ext>
              </a:extLst>
            </p:cNvPr>
            <p:cNvSpPr/>
            <p:nvPr/>
          </p:nvSpPr>
          <p:spPr>
            <a:xfrm>
              <a:off x="684514" y="4427379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9889E3AB-9EB8-81DD-AB5F-04398207AF33}"/>
                </a:ext>
              </a:extLst>
            </p:cNvPr>
            <p:cNvSpPr/>
            <p:nvPr/>
          </p:nvSpPr>
          <p:spPr>
            <a:xfrm>
              <a:off x="684514" y="422837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5D3BEB4-C758-1881-8E93-0F19D1E031FC}"/>
                </a:ext>
              </a:extLst>
            </p:cNvPr>
            <p:cNvSpPr/>
            <p:nvPr/>
          </p:nvSpPr>
          <p:spPr>
            <a:xfrm>
              <a:off x="684514" y="4029368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C9F1987A-4977-E7E7-D3E3-75717768D1A5}"/>
                </a:ext>
              </a:extLst>
            </p:cNvPr>
            <p:cNvSpPr/>
            <p:nvPr/>
          </p:nvSpPr>
          <p:spPr>
            <a:xfrm>
              <a:off x="684514" y="4644997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2E7AB77E-0C04-4C54-728C-F087618360DA}"/>
                </a:ext>
              </a:extLst>
            </p:cNvPr>
            <p:cNvSpPr/>
            <p:nvPr/>
          </p:nvSpPr>
          <p:spPr>
            <a:xfrm>
              <a:off x="87371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52227C17-7872-BA88-5ECA-D5B7F5D4C2F1}"/>
                </a:ext>
              </a:extLst>
            </p:cNvPr>
            <p:cNvSpPr/>
            <p:nvPr/>
          </p:nvSpPr>
          <p:spPr>
            <a:xfrm>
              <a:off x="114095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28BE553-DBEA-B754-D383-7F2B6D092817}"/>
                </a:ext>
              </a:extLst>
            </p:cNvPr>
            <p:cNvSpPr/>
            <p:nvPr/>
          </p:nvSpPr>
          <p:spPr>
            <a:xfrm>
              <a:off x="140819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8E7BB38E-BE38-C788-810A-915E88D58DC6}"/>
                </a:ext>
              </a:extLst>
            </p:cNvPr>
            <p:cNvSpPr/>
            <p:nvPr/>
          </p:nvSpPr>
          <p:spPr>
            <a:xfrm>
              <a:off x="167543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DC8ED0F8-20E8-3BEF-B85B-9B1E12922527}"/>
                </a:ext>
              </a:extLst>
            </p:cNvPr>
            <p:cNvSpPr/>
            <p:nvPr/>
          </p:nvSpPr>
          <p:spPr>
            <a:xfrm>
              <a:off x="863371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8 w 20695"/>
                <a:gd name="connsiteY10" fmla="*/ 3990 h 31059"/>
                <a:gd name="connsiteX11" fmla="*/ 20696 w 20695"/>
                <a:gd name="connsiteY11" fmla="*/ 15540 h 31059"/>
                <a:gd name="connsiteX12" fmla="*/ 18028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8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D1769A16-3EED-1F5D-EC89-4DDB9360C1C9}"/>
                </a:ext>
              </a:extLst>
            </p:cNvPr>
            <p:cNvSpPr/>
            <p:nvPr/>
          </p:nvSpPr>
          <p:spPr>
            <a:xfrm>
              <a:off x="113127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5 w 19371"/>
                <a:gd name="connsiteY3" fmla="*/ 3411 h 30520"/>
                <a:gd name="connsiteX4" fmla="*/ 4975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18F622F-CB0E-9FB1-44AF-D45063B2EFF0}"/>
                </a:ext>
              </a:extLst>
            </p:cNvPr>
            <p:cNvSpPr/>
            <p:nvPr/>
          </p:nvSpPr>
          <p:spPr>
            <a:xfrm>
              <a:off x="138568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F9398413-1031-1E6B-6076-4E7BF13C9DAC}"/>
                </a:ext>
              </a:extLst>
            </p:cNvPr>
            <p:cNvSpPr/>
            <p:nvPr/>
          </p:nvSpPr>
          <p:spPr>
            <a:xfrm>
              <a:off x="1410012" y="4661448"/>
              <a:ext cx="20693" cy="31059"/>
            </a:xfrm>
            <a:custGeom>
              <a:avLst/>
              <a:gdLst>
                <a:gd name="connsiteX0" fmla="*/ 10347 w 20693"/>
                <a:gd name="connsiteY0" fmla="*/ 3208 h 31059"/>
                <a:gd name="connsiteX1" fmla="*/ 5634 w 20693"/>
                <a:gd name="connsiteY1" fmla="*/ 6297 h 31059"/>
                <a:gd name="connsiteX2" fmla="*/ 4069 w 20693"/>
                <a:gd name="connsiteY2" fmla="*/ 15540 h 31059"/>
                <a:gd name="connsiteX3" fmla="*/ 5634 w 20693"/>
                <a:gd name="connsiteY3" fmla="*/ 24787 h 31059"/>
                <a:gd name="connsiteX4" fmla="*/ 10347 w 20693"/>
                <a:gd name="connsiteY4" fmla="*/ 27852 h 31059"/>
                <a:gd name="connsiteX5" fmla="*/ 15060 w 20693"/>
                <a:gd name="connsiteY5" fmla="*/ 24787 h 31059"/>
                <a:gd name="connsiteX6" fmla="*/ 16644 w 20693"/>
                <a:gd name="connsiteY6" fmla="*/ 15540 h 31059"/>
                <a:gd name="connsiteX7" fmla="*/ 15060 w 20693"/>
                <a:gd name="connsiteY7" fmla="*/ 6297 h 31059"/>
                <a:gd name="connsiteX8" fmla="*/ 10347 w 20693"/>
                <a:gd name="connsiteY8" fmla="*/ 3208 h 31059"/>
                <a:gd name="connsiteX9" fmla="*/ 10347 w 20693"/>
                <a:gd name="connsiteY9" fmla="*/ 0 h 31059"/>
                <a:gd name="connsiteX10" fmla="*/ 18025 w 20693"/>
                <a:gd name="connsiteY10" fmla="*/ 3990 h 31059"/>
                <a:gd name="connsiteX11" fmla="*/ 20693 w 20693"/>
                <a:gd name="connsiteY11" fmla="*/ 15540 h 31059"/>
                <a:gd name="connsiteX12" fmla="*/ 18025 w 20693"/>
                <a:gd name="connsiteY12" fmla="*/ 27089 h 31059"/>
                <a:gd name="connsiteX13" fmla="*/ 10347 w 20693"/>
                <a:gd name="connsiteY13" fmla="*/ 31060 h 31059"/>
                <a:gd name="connsiteX14" fmla="*/ 2644 w 20693"/>
                <a:gd name="connsiteY14" fmla="*/ 27089 h 31059"/>
                <a:gd name="connsiteX15" fmla="*/ 0 w 20693"/>
                <a:gd name="connsiteY15" fmla="*/ 15540 h 31059"/>
                <a:gd name="connsiteX16" fmla="*/ 2644 w 20693"/>
                <a:gd name="connsiteY16" fmla="*/ 3990 h 31059"/>
                <a:gd name="connsiteX17" fmla="*/ 10347 w 20693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3" h="31059">
                  <a:moveTo>
                    <a:pt x="10347" y="3208"/>
                  </a:moveTo>
                  <a:cubicBezTo>
                    <a:pt x="8262" y="3208"/>
                    <a:pt x="6688" y="4238"/>
                    <a:pt x="5634" y="6297"/>
                  </a:cubicBezTo>
                  <a:cubicBezTo>
                    <a:pt x="4589" y="8342"/>
                    <a:pt x="4069" y="11421"/>
                    <a:pt x="4069" y="15540"/>
                  </a:cubicBezTo>
                  <a:cubicBezTo>
                    <a:pt x="4069" y="19644"/>
                    <a:pt x="4589" y="22728"/>
                    <a:pt x="5634" y="24787"/>
                  </a:cubicBezTo>
                  <a:cubicBezTo>
                    <a:pt x="6688" y="26832"/>
                    <a:pt x="8262" y="27852"/>
                    <a:pt x="10347" y="27852"/>
                  </a:cubicBezTo>
                  <a:cubicBezTo>
                    <a:pt x="12446" y="27852"/>
                    <a:pt x="14015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15" y="4238"/>
                    <a:pt x="12446" y="3208"/>
                    <a:pt x="10347" y="3208"/>
                  </a:cubicBezTo>
                  <a:moveTo>
                    <a:pt x="10347" y="0"/>
                  </a:moveTo>
                  <a:cubicBezTo>
                    <a:pt x="13703" y="0"/>
                    <a:pt x="16263" y="1332"/>
                    <a:pt x="18025" y="3990"/>
                  </a:cubicBezTo>
                  <a:cubicBezTo>
                    <a:pt x="19802" y="6639"/>
                    <a:pt x="20693" y="10485"/>
                    <a:pt x="20693" y="15540"/>
                  </a:cubicBezTo>
                  <a:cubicBezTo>
                    <a:pt x="20693" y="20579"/>
                    <a:pt x="19802" y="24431"/>
                    <a:pt x="18025" y="27089"/>
                  </a:cubicBezTo>
                  <a:cubicBezTo>
                    <a:pt x="16263" y="29738"/>
                    <a:pt x="13703" y="31060"/>
                    <a:pt x="10347" y="31060"/>
                  </a:cubicBezTo>
                  <a:cubicBezTo>
                    <a:pt x="6990" y="31060"/>
                    <a:pt x="4421" y="29738"/>
                    <a:pt x="2644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4" y="3990"/>
                  </a:cubicBezTo>
                  <a:cubicBezTo>
                    <a:pt x="4421" y="1332"/>
                    <a:pt x="6990" y="0"/>
                    <a:pt x="10347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5312AEA4-4796-48ED-990B-6FEA12558A70}"/>
                </a:ext>
              </a:extLst>
            </p:cNvPr>
            <p:cNvSpPr/>
            <p:nvPr/>
          </p:nvSpPr>
          <p:spPr>
            <a:xfrm>
              <a:off x="1653357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B25FD2CD-1C66-CF7D-8C6E-0A2EA3B9EBA8}"/>
                </a:ext>
              </a:extLst>
            </p:cNvPr>
            <p:cNvSpPr/>
            <p:nvPr/>
          </p:nvSpPr>
          <p:spPr>
            <a:xfrm>
              <a:off x="1678139" y="4661987"/>
              <a:ext cx="19376" cy="30520"/>
            </a:xfrm>
            <a:custGeom>
              <a:avLst/>
              <a:gdLst>
                <a:gd name="connsiteX0" fmla="*/ 1267 w 19376"/>
                <a:gd name="connsiteY0" fmla="*/ 0 h 30520"/>
                <a:gd name="connsiteX1" fmla="*/ 17169 w 19376"/>
                <a:gd name="connsiteY1" fmla="*/ 0 h 30520"/>
                <a:gd name="connsiteX2" fmla="*/ 17169 w 19376"/>
                <a:gd name="connsiteY2" fmla="*/ 3411 h 30520"/>
                <a:gd name="connsiteX3" fmla="*/ 4975 w 19376"/>
                <a:gd name="connsiteY3" fmla="*/ 3411 h 30520"/>
                <a:gd name="connsiteX4" fmla="*/ 4975 w 19376"/>
                <a:gd name="connsiteY4" fmla="*/ 10748 h 30520"/>
                <a:gd name="connsiteX5" fmla="*/ 6743 w 19376"/>
                <a:gd name="connsiteY5" fmla="*/ 10307 h 30520"/>
                <a:gd name="connsiteX6" fmla="*/ 8505 w 19376"/>
                <a:gd name="connsiteY6" fmla="*/ 10149 h 30520"/>
                <a:gd name="connsiteX7" fmla="*/ 16446 w 19376"/>
                <a:gd name="connsiteY7" fmla="*/ 12896 h 30520"/>
                <a:gd name="connsiteX8" fmla="*/ 19377 w 19376"/>
                <a:gd name="connsiteY8" fmla="*/ 20337 h 30520"/>
                <a:gd name="connsiteX9" fmla="*/ 16367 w 19376"/>
                <a:gd name="connsiteY9" fmla="*/ 27857 h 30520"/>
                <a:gd name="connsiteX10" fmla="*/ 7881 w 19376"/>
                <a:gd name="connsiteY10" fmla="*/ 30520 h 30520"/>
                <a:gd name="connsiteX11" fmla="*/ 4035 w 19376"/>
                <a:gd name="connsiteY11" fmla="*/ 30203 h 30520"/>
                <a:gd name="connsiteX12" fmla="*/ 0 w 19376"/>
                <a:gd name="connsiteY12" fmla="*/ 29238 h 30520"/>
                <a:gd name="connsiteX13" fmla="*/ 0 w 19376"/>
                <a:gd name="connsiteY13" fmla="*/ 25169 h 30520"/>
                <a:gd name="connsiteX14" fmla="*/ 3733 w 19376"/>
                <a:gd name="connsiteY14" fmla="*/ 26634 h 30520"/>
                <a:gd name="connsiteX15" fmla="*/ 7802 w 19376"/>
                <a:gd name="connsiteY15" fmla="*/ 27114 h 30520"/>
                <a:gd name="connsiteX16" fmla="*/ 13297 w 19376"/>
                <a:gd name="connsiteY16" fmla="*/ 25287 h 30520"/>
                <a:gd name="connsiteX17" fmla="*/ 15322 w 19376"/>
                <a:gd name="connsiteY17" fmla="*/ 20337 h 30520"/>
                <a:gd name="connsiteX18" fmla="*/ 13297 w 19376"/>
                <a:gd name="connsiteY18" fmla="*/ 15381 h 30520"/>
                <a:gd name="connsiteX19" fmla="*/ 7802 w 19376"/>
                <a:gd name="connsiteY19" fmla="*/ 13555 h 30520"/>
                <a:gd name="connsiteX20" fmla="*/ 4555 w 19376"/>
                <a:gd name="connsiteY20" fmla="*/ 13916 h 30520"/>
                <a:gd name="connsiteX21" fmla="*/ 1267 w 19376"/>
                <a:gd name="connsiteY21" fmla="*/ 15040 h 30520"/>
                <a:gd name="connsiteX22" fmla="*/ 1267 w 19376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6" h="30520">
                  <a:moveTo>
                    <a:pt x="1267" y="0"/>
                  </a:moveTo>
                  <a:lnTo>
                    <a:pt x="17169" y="0"/>
                  </a:lnTo>
                  <a:lnTo>
                    <a:pt x="17169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54" y="10401"/>
                    <a:pt x="6743" y="10307"/>
                  </a:cubicBezTo>
                  <a:cubicBezTo>
                    <a:pt x="7332" y="10203"/>
                    <a:pt x="7916" y="10149"/>
                    <a:pt x="8505" y="10149"/>
                  </a:cubicBezTo>
                  <a:cubicBezTo>
                    <a:pt x="11847" y="10149"/>
                    <a:pt x="14495" y="11064"/>
                    <a:pt x="16446" y="12896"/>
                  </a:cubicBezTo>
                  <a:cubicBezTo>
                    <a:pt x="18401" y="14728"/>
                    <a:pt x="19377" y="17208"/>
                    <a:pt x="19377" y="20337"/>
                  </a:cubicBezTo>
                  <a:cubicBezTo>
                    <a:pt x="19377" y="23560"/>
                    <a:pt x="18372" y="26065"/>
                    <a:pt x="16367" y="27857"/>
                  </a:cubicBezTo>
                  <a:cubicBezTo>
                    <a:pt x="14362" y="29634"/>
                    <a:pt x="11530" y="30520"/>
                    <a:pt x="7881" y="30520"/>
                  </a:cubicBezTo>
                  <a:cubicBezTo>
                    <a:pt x="6629" y="30520"/>
                    <a:pt x="5347" y="30416"/>
                    <a:pt x="4035" y="30203"/>
                  </a:cubicBezTo>
                  <a:cubicBezTo>
                    <a:pt x="2738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51" y="26312"/>
                    <a:pt x="3733" y="26634"/>
                  </a:cubicBezTo>
                  <a:cubicBezTo>
                    <a:pt x="5015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9" y="13673"/>
                    <a:pt x="4555" y="13916"/>
                  </a:cubicBezTo>
                  <a:cubicBezTo>
                    <a:pt x="3485" y="14159"/>
                    <a:pt x="2391" y="14530"/>
                    <a:pt x="1267" y="15040"/>
                  </a:cubicBezTo>
                  <a:lnTo>
                    <a:pt x="1267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1EBACE9B-A9ED-7DF0-509E-60972CD51D70}"/>
                </a:ext>
              </a:extLst>
            </p:cNvPr>
            <p:cNvSpPr/>
            <p:nvPr/>
          </p:nvSpPr>
          <p:spPr>
            <a:xfrm>
              <a:off x="1180955" y="4717404"/>
              <a:ext cx="23658" cy="21520"/>
            </a:xfrm>
            <a:custGeom>
              <a:avLst/>
              <a:gdLst>
                <a:gd name="connsiteX0" fmla="*/ 23659 w 23658"/>
                <a:gd name="connsiteY0" fmla="*/ 3129 h 21520"/>
                <a:gd name="connsiteX1" fmla="*/ 22847 w 23658"/>
                <a:gd name="connsiteY1" fmla="*/ 5168 h 21520"/>
                <a:gd name="connsiteX2" fmla="*/ 21104 w 23658"/>
                <a:gd name="connsiteY2" fmla="*/ 5891 h 21520"/>
                <a:gd name="connsiteX3" fmla="*/ 19763 w 23658"/>
                <a:gd name="connsiteY3" fmla="*/ 5381 h 21520"/>
                <a:gd name="connsiteX4" fmla="*/ 19297 w 23658"/>
                <a:gd name="connsiteY4" fmla="*/ 4218 h 21520"/>
                <a:gd name="connsiteX5" fmla="*/ 19946 w 23658"/>
                <a:gd name="connsiteY5" fmla="*/ 2574 h 21520"/>
                <a:gd name="connsiteX6" fmla="*/ 21570 w 23658"/>
                <a:gd name="connsiteY6" fmla="*/ 1644 h 21520"/>
                <a:gd name="connsiteX7" fmla="*/ 19203 w 23658"/>
                <a:gd name="connsiteY7" fmla="*/ 1045 h 21520"/>
                <a:gd name="connsiteX8" fmla="*/ 17466 w 23658"/>
                <a:gd name="connsiteY8" fmla="*/ 1530 h 21520"/>
                <a:gd name="connsiteX9" fmla="*/ 16188 w 23658"/>
                <a:gd name="connsiteY9" fmla="*/ 2644 h 21520"/>
                <a:gd name="connsiteX10" fmla="*/ 15307 w 23658"/>
                <a:gd name="connsiteY10" fmla="*/ 4173 h 21520"/>
                <a:gd name="connsiteX11" fmla="*/ 14753 w 23658"/>
                <a:gd name="connsiteY11" fmla="*/ 5589 h 21520"/>
                <a:gd name="connsiteX12" fmla="*/ 14495 w 23658"/>
                <a:gd name="connsiteY12" fmla="*/ 6654 h 21520"/>
                <a:gd name="connsiteX13" fmla="*/ 12871 w 23658"/>
                <a:gd name="connsiteY13" fmla="*/ 13149 h 21520"/>
                <a:gd name="connsiteX14" fmla="*/ 12084 w 23658"/>
                <a:gd name="connsiteY14" fmla="*/ 17322 h 21520"/>
                <a:gd name="connsiteX15" fmla="*/ 12733 w 23658"/>
                <a:gd name="connsiteY15" fmla="*/ 19574 h 21520"/>
                <a:gd name="connsiteX16" fmla="*/ 14683 w 23658"/>
                <a:gd name="connsiteY16" fmla="*/ 20456 h 21520"/>
                <a:gd name="connsiteX17" fmla="*/ 15772 w 23658"/>
                <a:gd name="connsiteY17" fmla="*/ 20312 h 21520"/>
                <a:gd name="connsiteX18" fmla="*/ 17094 w 23658"/>
                <a:gd name="connsiteY18" fmla="*/ 19733 h 21520"/>
                <a:gd name="connsiteX19" fmla="*/ 18530 w 23658"/>
                <a:gd name="connsiteY19" fmla="*/ 18644 h 21520"/>
                <a:gd name="connsiteX20" fmla="*/ 19901 w 23658"/>
                <a:gd name="connsiteY20" fmla="*/ 16837 h 21520"/>
                <a:gd name="connsiteX21" fmla="*/ 21015 w 23658"/>
                <a:gd name="connsiteY21" fmla="*/ 14238 h 21520"/>
                <a:gd name="connsiteX22" fmla="*/ 21614 w 23658"/>
                <a:gd name="connsiteY22" fmla="*/ 13728 h 21520"/>
                <a:gd name="connsiteX23" fmla="*/ 22193 w 23658"/>
                <a:gd name="connsiteY23" fmla="*/ 14193 h 21520"/>
                <a:gd name="connsiteX24" fmla="*/ 21872 w 23658"/>
                <a:gd name="connsiteY24" fmla="*/ 15421 h 21520"/>
                <a:gd name="connsiteX25" fmla="*/ 20896 w 23658"/>
                <a:gd name="connsiteY25" fmla="*/ 17297 h 21520"/>
                <a:gd name="connsiteX26" fmla="*/ 19391 w 23658"/>
                <a:gd name="connsiteY26" fmla="*/ 19292 h 21520"/>
                <a:gd name="connsiteX27" fmla="*/ 17258 w 23658"/>
                <a:gd name="connsiteY27" fmla="*/ 20871 h 21520"/>
                <a:gd name="connsiteX28" fmla="*/ 14589 w 23658"/>
                <a:gd name="connsiteY28" fmla="*/ 21520 h 21520"/>
                <a:gd name="connsiteX29" fmla="*/ 11272 w 23658"/>
                <a:gd name="connsiteY29" fmla="*/ 20456 h 21520"/>
                <a:gd name="connsiteX30" fmla="*/ 9465 w 23658"/>
                <a:gd name="connsiteY30" fmla="*/ 17901 h 21520"/>
                <a:gd name="connsiteX31" fmla="*/ 9183 w 23658"/>
                <a:gd name="connsiteY31" fmla="*/ 18391 h 21520"/>
                <a:gd name="connsiteX32" fmla="*/ 8535 w 23658"/>
                <a:gd name="connsiteY32" fmla="*/ 19292 h 21520"/>
                <a:gd name="connsiteX33" fmla="*/ 7540 w 23658"/>
                <a:gd name="connsiteY33" fmla="*/ 20362 h 21520"/>
                <a:gd name="connsiteX34" fmla="*/ 6168 w 23658"/>
                <a:gd name="connsiteY34" fmla="*/ 21149 h 21520"/>
                <a:gd name="connsiteX35" fmla="*/ 4480 w 23658"/>
                <a:gd name="connsiteY35" fmla="*/ 21520 h 21520"/>
                <a:gd name="connsiteX36" fmla="*/ 2366 w 23658"/>
                <a:gd name="connsiteY36" fmla="*/ 21193 h 21520"/>
                <a:gd name="connsiteX37" fmla="*/ 698 w 23658"/>
                <a:gd name="connsiteY37" fmla="*/ 20129 h 21520"/>
                <a:gd name="connsiteX38" fmla="*/ 0 w 23658"/>
                <a:gd name="connsiteY38" fmla="*/ 18367 h 21520"/>
                <a:gd name="connsiteX39" fmla="*/ 767 w 23658"/>
                <a:gd name="connsiteY39" fmla="*/ 16441 h 21520"/>
                <a:gd name="connsiteX40" fmla="*/ 2624 w 23658"/>
                <a:gd name="connsiteY40" fmla="*/ 15629 h 21520"/>
                <a:gd name="connsiteX41" fmla="*/ 3827 w 23658"/>
                <a:gd name="connsiteY41" fmla="*/ 16025 h 21520"/>
                <a:gd name="connsiteX42" fmla="*/ 4386 w 23658"/>
                <a:gd name="connsiteY42" fmla="*/ 17277 h 21520"/>
                <a:gd name="connsiteX43" fmla="*/ 3738 w 23658"/>
                <a:gd name="connsiteY43" fmla="*/ 18946 h 21520"/>
                <a:gd name="connsiteX44" fmla="*/ 2158 w 23658"/>
                <a:gd name="connsiteY44" fmla="*/ 19852 h 21520"/>
                <a:gd name="connsiteX45" fmla="*/ 4525 w 23658"/>
                <a:gd name="connsiteY45" fmla="*/ 20456 h 21520"/>
                <a:gd name="connsiteX46" fmla="*/ 7262 w 23658"/>
                <a:gd name="connsiteY46" fmla="*/ 19109 h 21520"/>
                <a:gd name="connsiteX47" fmla="*/ 9045 w 23658"/>
                <a:gd name="connsiteY47" fmla="*/ 15515 h 21520"/>
                <a:gd name="connsiteX48" fmla="*/ 11040 w 23658"/>
                <a:gd name="connsiteY48" fmla="*/ 7698 h 21520"/>
                <a:gd name="connsiteX49" fmla="*/ 11599 w 23658"/>
                <a:gd name="connsiteY49" fmla="*/ 4218 h 21520"/>
                <a:gd name="connsiteX50" fmla="*/ 11342 w 23658"/>
                <a:gd name="connsiteY50" fmla="*/ 2574 h 21520"/>
                <a:gd name="connsiteX51" fmla="*/ 10649 w 23658"/>
                <a:gd name="connsiteY51" fmla="*/ 1599 h 21520"/>
                <a:gd name="connsiteX52" fmla="*/ 9837 w 23658"/>
                <a:gd name="connsiteY52" fmla="*/ 1158 h 21520"/>
                <a:gd name="connsiteX53" fmla="*/ 9045 w 23658"/>
                <a:gd name="connsiteY53" fmla="*/ 1045 h 21520"/>
                <a:gd name="connsiteX54" fmla="*/ 7564 w 23658"/>
                <a:gd name="connsiteY54" fmla="*/ 1322 h 21520"/>
                <a:gd name="connsiteX55" fmla="*/ 5871 w 23658"/>
                <a:gd name="connsiteY55" fmla="*/ 2248 h 21520"/>
                <a:gd name="connsiteX56" fmla="*/ 4109 w 23658"/>
                <a:gd name="connsiteY56" fmla="*/ 4173 h 21520"/>
                <a:gd name="connsiteX57" fmla="*/ 2668 w 23658"/>
                <a:gd name="connsiteY57" fmla="*/ 7257 h 21520"/>
                <a:gd name="connsiteX58" fmla="*/ 2045 w 23658"/>
                <a:gd name="connsiteY58" fmla="*/ 7792 h 21520"/>
                <a:gd name="connsiteX59" fmla="*/ 1485 w 23658"/>
                <a:gd name="connsiteY59" fmla="*/ 7302 h 21520"/>
                <a:gd name="connsiteX60" fmla="*/ 1787 w 23658"/>
                <a:gd name="connsiteY60" fmla="*/ 6099 h 21520"/>
                <a:gd name="connsiteX61" fmla="*/ 2762 w 23658"/>
                <a:gd name="connsiteY61" fmla="*/ 4218 h 21520"/>
                <a:gd name="connsiteX62" fmla="*/ 4292 w 23658"/>
                <a:gd name="connsiteY62" fmla="*/ 2248 h 21520"/>
                <a:gd name="connsiteX63" fmla="*/ 6451 w 23658"/>
                <a:gd name="connsiteY63" fmla="*/ 648 h 21520"/>
                <a:gd name="connsiteX64" fmla="*/ 9139 w 23658"/>
                <a:gd name="connsiteY64" fmla="*/ 0 h 21520"/>
                <a:gd name="connsiteX65" fmla="*/ 10366 w 23658"/>
                <a:gd name="connsiteY65" fmla="*/ 139 h 21520"/>
                <a:gd name="connsiteX66" fmla="*/ 11738 w 23658"/>
                <a:gd name="connsiteY66" fmla="*/ 604 h 21520"/>
                <a:gd name="connsiteX67" fmla="*/ 13173 w 23658"/>
                <a:gd name="connsiteY67" fmla="*/ 1713 h 21520"/>
                <a:gd name="connsiteX68" fmla="*/ 14263 w 23658"/>
                <a:gd name="connsiteY68" fmla="*/ 3594 h 21520"/>
                <a:gd name="connsiteX69" fmla="*/ 14916 w 23658"/>
                <a:gd name="connsiteY69" fmla="*/ 2549 h 21520"/>
                <a:gd name="connsiteX70" fmla="*/ 15911 w 23658"/>
                <a:gd name="connsiteY70" fmla="*/ 1416 h 21520"/>
                <a:gd name="connsiteX71" fmla="*/ 17396 w 23658"/>
                <a:gd name="connsiteY71" fmla="*/ 391 h 21520"/>
                <a:gd name="connsiteX72" fmla="*/ 19253 w 23658"/>
                <a:gd name="connsiteY72" fmla="*/ 0 h 21520"/>
                <a:gd name="connsiteX73" fmla="*/ 21129 w 23658"/>
                <a:gd name="connsiteY73" fmla="*/ 252 h 21520"/>
                <a:gd name="connsiteX74" fmla="*/ 22847 w 23658"/>
                <a:gd name="connsiteY74" fmla="*/ 1252 h 21520"/>
                <a:gd name="connsiteX75" fmla="*/ 23659 w 23658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8" h="21520">
                  <a:moveTo>
                    <a:pt x="23659" y="3129"/>
                  </a:moveTo>
                  <a:cubicBezTo>
                    <a:pt x="23659" y="3995"/>
                    <a:pt x="23386" y="4678"/>
                    <a:pt x="22847" y="5168"/>
                  </a:cubicBezTo>
                  <a:cubicBezTo>
                    <a:pt x="22307" y="5649"/>
                    <a:pt x="21723" y="5891"/>
                    <a:pt x="21104" y="5891"/>
                  </a:cubicBezTo>
                  <a:cubicBezTo>
                    <a:pt x="20515" y="5891"/>
                    <a:pt x="20070" y="5723"/>
                    <a:pt x="19763" y="5381"/>
                  </a:cubicBezTo>
                  <a:cubicBezTo>
                    <a:pt x="19451" y="5040"/>
                    <a:pt x="19297" y="4653"/>
                    <a:pt x="19297" y="4218"/>
                  </a:cubicBezTo>
                  <a:cubicBezTo>
                    <a:pt x="19297" y="3629"/>
                    <a:pt x="19515" y="3084"/>
                    <a:pt x="19946" y="2574"/>
                  </a:cubicBezTo>
                  <a:cubicBezTo>
                    <a:pt x="20376" y="2064"/>
                    <a:pt x="20921" y="1752"/>
                    <a:pt x="21570" y="1644"/>
                  </a:cubicBezTo>
                  <a:cubicBezTo>
                    <a:pt x="20936" y="1243"/>
                    <a:pt x="20149" y="1045"/>
                    <a:pt x="19203" y="1045"/>
                  </a:cubicBezTo>
                  <a:cubicBezTo>
                    <a:pt x="18584" y="1045"/>
                    <a:pt x="18005" y="1208"/>
                    <a:pt x="17466" y="1530"/>
                  </a:cubicBezTo>
                  <a:cubicBezTo>
                    <a:pt x="16941" y="1852"/>
                    <a:pt x="16515" y="2223"/>
                    <a:pt x="16188" y="2644"/>
                  </a:cubicBezTo>
                  <a:cubicBezTo>
                    <a:pt x="15876" y="3059"/>
                    <a:pt x="15584" y="3569"/>
                    <a:pt x="15307" y="4173"/>
                  </a:cubicBezTo>
                  <a:cubicBezTo>
                    <a:pt x="15045" y="4762"/>
                    <a:pt x="14862" y="5233"/>
                    <a:pt x="14753" y="5589"/>
                  </a:cubicBezTo>
                  <a:cubicBezTo>
                    <a:pt x="14659" y="5931"/>
                    <a:pt x="14574" y="6282"/>
                    <a:pt x="14495" y="6654"/>
                  </a:cubicBezTo>
                  <a:lnTo>
                    <a:pt x="12871" y="13149"/>
                  </a:lnTo>
                  <a:cubicBezTo>
                    <a:pt x="12347" y="15203"/>
                    <a:pt x="12084" y="16594"/>
                    <a:pt x="12084" y="17322"/>
                  </a:cubicBezTo>
                  <a:cubicBezTo>
                    <a:pt x="12084" y="18218"/>
                    <a:pt x="12302" y="18970"/>
                    <a:pt x="12733" y="19574"/>
                  </a:cubicBezTo>
                  <a:cubicBezTo>
                    <a:pt x="13164" y="20164"/>
                    <a:pt x="13817" y="20456"/>
                    <a:pt x="14683" y="20456"/>
                  </a:cubicBezTo>
                  <a:cubicBezTo>
                    <a:pt x="15025" y="20456"/>
                    <a:pt x="15386" y="20406"/>
                    <a:pt x="15772" y="20312"/>
                  </a:cubicBezTo>
                  <a:cubicBezTo>
                    <a:pt x="16159" y="20208"/>
                    <a:pt x="16599" y="20015"/>
                    <a:pt x="17094" y="19733"/>
                  </a:cubicBezTo>
                  <a:cubicBezTo>
                    <a:pt x="17604" y="19441"/>
                    <a:pt x="18079" y="19074"/>
                    <a:pt x="18530" y="18644"/>
                  </a:cubicBezTo>
                  <a:cubicBezTo>
                    <a:pt x="18995" y="18193"/>
                    <a:pt x="19451" y="17594"/>
                    <a:pt x="19901" y="16837"/>
                  </a:cubicBezTo>
                  <a:cubicBezTo>
                    <a:pt x="20352" y="16079"/>
                    <a:pt x="20723" y="15213"/>
                    <a:pt x="21015" y="14238"/>
                  </a:cubicBezTo>
                  <a:cubicBezTo>
                    <a:pt x="21109" y="13896"/>
                    <a:pt x="21307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72" y="15421"/>
                  </a:cubicBezTo>
                  <a:cubicBezTo>
                    <a:pt x="21669" y="15961"/>
                    <a:pt x="21347" y="16589"/>
                    <a:pt x="20896" y="17297"/>
                  </a:cubicBezTo>
                  <a:cubicBezTo>
                    <a:pt x="20466" y="17995"/>
                    <a:pt x="19961" y="18659"/>
                    <a:pt x="19391" y="19292"/>
                  </a:cubicBezTo>
                  <a:cubicBezTo>
                    <a:pt x="18817" y="19911"/>
                    <a:pt x="18104" y="20441"/>
                    <a:pt x="17258" y="20871"/>
                  </a:cubicBezTo>
                  <a:cubicBezTo>
                    <a:pt x="16406" y="21302"/>
                    <a:pt x="15515" y="21520"/>
                    <a:pt x="14589" y="21520"/>
                  </a:cubicBezTo>
                  <a:cubicBezTo>
                    <a:pt x="13258" y="21520"/>
                    <a:pt x="12154" y="21164"/>
                    <a:pt x="11272" y="20456"/>
                  </a:cubicBezTo>
                  <a:cubicBezTo>
                    <a:pt x="10391" y="19743"/>
                    <a:pt x="9787" y="18891"/>
                    <a:pt x="9465" y="17901"/>
                  </a:cubicBezTo>
                  <a:cubicBezTo>
                    <a:pt x="9386" y="18040"/>
                    <a:pt x="9292" y="18203"/>
                    <a:pt x="9183" y="18391"/>
                  </a:cubicBezTo>
                  <a:cubicBezTo>
                    <a:pt x="9079" y="18574"/>
                    <a:pt x="8862" y="18876"/>
                    <a:pt x="8535" y="19292"/>
                  </a:cubicBezTo>
                  <a:cubicBezTo>
                    <a:pt x="8228" y="19693"/>
                    <a:pt x="7896" y="20050"/>
                    <a:pt x="7540" y="20362"/>
                  </a:cubicBezTo>
                  <a:cubicBezTo>
                    <a:pt x="7183" y="20654"/>
                    <a:pt x="6728" y="20916"/>
                    <a:pt x="6168" y="21149"/>
                  </a:cubicBezTo>
                  <a:cubicBezTo>
                    <a:pt x="5629" y="21396"/>
                    <a:pt x="5069" y="21520"/>
                    <a:pt x="4480" y="21520"/>
                  </a:cubicBezTo>
                  <a:cubicBezTo>
                    <a:pt x="3738" y="21520"/>
                    <a:pt x="3035" y="21411"/>
                    <a:pt x="2366" y="21193"/>
                  </a:cubicBezTo>
                  <a:cubicBezTo>
                    <a:pt x="1718" y="20980"/>
                    <a:pt x="1158" y="20624"/>
                    <a:pt x="698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7" y="16965"/>
                    <a:pt x="767" y="16441"/>
                  </a:cubicBezTo>
                  <a:cubicBezTo>
                    <a:pt x="1292" y="15901"/>
                    <a:pt x="1911" y="15629"/>
                    <a:pt x="2624" y="15629"/>
                  </a:cubicBezTo>
                  <a:cubicBezTo>
                    <a:pt x="3074" y="15629"/>
                    <a:pt x="3475" y="15763"/>
                    <a:pt x="3827" y="16025"/>
                  </a:cubicBezTo>
                  <a:cubicBezTo>
                    <a:pt x="4198" y="16287"/>
                    <a:pt x="4386" y="16703"/>
                    <a:pt x="4386" y="17277"/>
                  </a:cubicBezTo>
                  <a:cubicBezTo>
                    <a:pt x="4386" y="17911"/>
                    <a:pt x="4168" y="18466"/>
                    <a:pt x="3738" y="18946"/>
                  </a:cubicBezTo>
                  <a:cubicBezTo>
                    <a:pt x="3302" y="19426"/>
                    <a:pt x="2777" y="19728"/>
                    <a:pt x="2158" y="19852"/>
                  </a:cubicBezTo>
                  <a:cubicBezTo>
                    <a:pt x="2792" y="20253"/>
                    <a:pt x="3579" y="20456"/>
                    <a:pt x="4525" y="20456"/>
                  </a:cubicBezTo>
                  <a:cubicBezTo>
                    <a:pt x="5545" y="20456"/>
                    <a:pt x="6456" y="20005"/>
                    <a:pt x="7262" y="19109"/>
                  </a:cubicBezTo>
                  <a:cubicBezTo>
                    <a:pt x="8064" y="18213"/>
                    <a:pt x="8659" y="17015"/>
                    <a:pt x="9045" y="15515"/>
                  </a:cubicBezTo>
                  <a:cubicBezTo>
                    <a:pt x="10005" y="11911"/>
                    <a:pt x="10668" y="9307"/>
                    <a:pt x="11040" y="7698"/>
                  </a:cubicBezTo>
                  <a:cubicBezTo>
                    <a:pt x="11411" y="6074"/>
                    <a:pt x="11599" y="4916"/>
                    <a:pt x="11599" y="4218"/>
                  </a:cubicBezTo>
                  <a:cubicBezTo>
                    <a:pt x="11599" y="3569"/>
                    <a:pt x="11515" y="3025"/>
                    <a:pt x="11342" y="2574"/>
                  </a:cubicBezTo>
                  <a:cubicBezTo>
                    <a:pt x="11173" y="2124"/>
                    <a:pt x="10941" y="1802"/>
                    <a:pt x="10649" y="1599"/>
                  </a:cubicBezTo>
                  <a:cubicBezTo>
                    <a:pt x="10366" y="1381"/>
                    <a:pt x="10099" y="1233"/>
                    <a:pt x="9837" y="1158"/>
                  </a:cubicBezTo>
                  <a:cubicBezTo>
                    <a:pt x="9589" y="1084"/>
                    <a:pt x="9327" y="1045"/>
                    <a:pt x="9045" y="1045"/>
                  </a:cubicBezTo>
                  <a:cubicBezTo>
                    <a:pt x="8584" y="1045"/>
                    <a:pt x="8089" y="1139"/>
                    <a:pt x="7564" y="1322"/>
                  </a:cubicBezTo>
                  <a:cubicBezTo>
                    <a:pt x="7055" y="1505"/>
                    <a:pt x="6490" y="1817"/>
                    <a:pt x="5871" y="2248"/>
                  </a:cubicBezTo>
                  <a:cubicBezTo>
                    <a:pt x="5267" y="2668"/>
                    <a:pt x="4678" y="3307"/>
                    <a:pt x="4109" y="4173"/>
                  </a:cubicBezTo>
                  <a:cubicBezTo>
                    <a:pt x="3535" y="5040"/>
                    <a:pt x="3055" y="6064"/>
                    <a:pt x="2668" y="7257"/>
                  </a:cubicBezTo>
                  <a:cubicBezTo>
                    <a:pt x="2594" y="7614"/>
                    <a:pt x="2386" y="7792"/>
                    <a:pt x="2045" y="7792"/>
                  </a:cubicBezTo>
                  <a:cubicBezTo>
                    <a:pt x="1673" y="7777"/>
                    <a:pt x="1485" y="7614"/>
                    <a:pt x="1485" y="7302"/>
                  </a:cubicBezTo>
                  <a:cubicBezTo>
                    <a:pt x="1485" y="7040"/>
                    <a:pt x="1584" y="6639"/>
                    <a:pt x="1787" y="6099"/>
                  </a:cubicBezTo>
                  <a:cubicBezTo>
                    <a:pt x="2005" y="5540"/>
                    <a:pt x="2332" y="4916"/>
                    <a:pt x="2762" y="4218"/>
                  </a:cubicBezTo>
                  <a:cubicBezTo>
                    <a:pt x="3213" y="3525"/>
                    <a:pt x="3723" y="2866"/>
                    <a:pt x="4292" y="2248"/>
                  </a:cubicBezTo>
                  <a:cubicBezTo>
                    <a:pt x="4881" y="1614"/>
                    <a:pt x="5599" y="1079"/>
                    <a:pt x="6451" y="648"/>
                  </a:cubicBezTo>
                  <a:cubicBezTo>
                    <a:pt x="7317" y="218"/>
                    <a:pt x="8213" y="0"/>
                    <a:pt x="9139" y="0"/>
                  </a:cubicBezTo>
                  <a:cubicBezTo>
                    <a:pt x="9560" y="0"/>
                    <a:pt x="9965" y="45"/>
                    <a:pt x="10366" y="139"/>
                  </a:cubicBezTo>
                  <a:cubicBezTo>
                    <a:pt x="10787" y="213"/>
                    <a:pt x="11243" y="371"/>
                    <a:pt x="11738" y="604"/>
                  </a:cubicBezTo>
                  <a:cubicBezTo>
                    <a:pt x="12248" y="837"/>
                    <a:pt x="12723" y="1203"/>
                    <a:pt x="13173" y="1713"/>
                  </a:cubicBezTo>
                  <a:cubicBezTo>
                    <a:pt x="13624" y="2223"/>
                    <a:pt x="13985" y="2852"/>
                    <a:pt x="14263" y="3594"/>
                  </a:cubicBezTo>
                  <a:cubicBezTo>
                    <a:pt x="14451" y="3238"/>
                    <a:pt x="14668" y="2891"/>
                    <a:pt x="14916" y="2549"/>
                  </a:cubicBezTo>
                  <a:cubicBezTo>
                    <a:pt x="15178" y="2208"/>
                    <a:pt x="15510" y="1832"/>
                    <a:pt x="15911" y="1416"/>
                  </a:cubicBezTo>
                  <a:cubicBezTo>
                    <a:pt x="16327" y="980"/>
                    <a:pt x="16822" y="639"/>
                    <a:pt x="17396" y="391"/>
                  </a:cubicBezTo>
                  <a:cubicBezTo>
                    <a:pt x="17985" y="129"/>
                    <a:pt x="18604" y="0"/>
                    <a:pt x="19253" y="0"/>
                  </a:cubicBezTo>
                  <a:cubicBezTo>
                    <a:pt x="19886" y="0"/>
                    <a:pt x="20510" y="84"/>
                    <a:pt x="21129" y="252"/>
                  </a:cubicBezTo>
                  <a:cubicBezTo>
                    <a:pt x="21748" y="406"/>
                    <a:pt x="22317" y="743"/>
                    <a:pt x="22847" y="1252"/>
                  </a:cubicBezTo>
                  <a:cubicBezTo>
                    <a:pt x="23386" y="1747"/>
                    <a:pt x="23659" y="2371"/>
                    <a:pt x="23659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F7AC2E0-5B71-84F8-2617-937FC679674F}"/>
                </a:ext>
              </a:extLst>
            </p:cNvPr>
            <p:cNvSpPr/>
            <p:nvPr/>
          </p:nvSpPr>
          <p:spPr>
            <a:xfrm>
              <a:off x="68451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0D678B0C-1FD3-B573-30DD-73DEBD7CE9F8}"/>
                </a:ext>
              </a:extLst>
            </p:cNvPr>
            <p:cNvSpPr/>
            <p:nvPr/>
          </p:nvSpPr>
          <p:spPr>
            <a:xfrm>
              <a:off x="68451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019D0FC3-0651-C4F2-3E82-C8C79F4D6329}"/>
                </a:ext>
              </a:extLst>
            </p:cNvPr>
            <p:cNvSpPr/>
            <p:nvPr/>
          </p:nvSpPr>
          <p:spPr>
            <a:xfrm>
              <a:off x="684514" y="4427379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07E2AED6-6109-D83D-3A8A-8B44D78D3DE8}"/>
                </a:ext>
              </a:extLst>
            </p:cNvPr>
            <p:cNvSpPr/>
            <p:nvPr/>
          </p:nvSpPr>
          <p:spPr>
            <a:xfrm>
              <a:off x="684514" y="422837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E8CFE9A7-91F8-4951-CF21-B1C6E488307A}"/>
                </a:ext>
              </a:extLst>
            </p:cNvPr>
            <p:cNvSpPr/>
            <p:nvPr/>
          </p:nvSpPr>
          <p:spPr>
            <a:xfrm>
              <a:off x="684514" y="402936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97EB3A67-5F82-175B-DC0D-852B8F9AF48B}"/>
                </a:ext>
              </a:extLst>
            </p:cNvPr>
            <p:cNvSpPr/>
            <p:nvPr/>
          </p:nvSpPr>
          <p:spPr>
            <a:xfrm>
              <a:off x="6068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7295EE82-F29E-E681-65FF-C9647535F5CB}"/>
                </a:ext>
              </a:extLst>
            </p:cNvPr>
            <p:cNvSpPr/>
            <p:nvPr/>
          </p:nvSpPr>
          <p:spPr>
            <a:xfrm>
              <a:off x="63462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32F25F15-8867-D893-3436-3F1B967BE3AA}"/>
                </a:ext>
              </a:extLst>
            </p:cNvPr>
            <p:cNvSpPr/>
            <p:nvPr/>
          </p:nvSpPr>
          <p:spPr>
            <a:xfrm>
              <a:off x="64599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F9F7F23-B19A-06A1-9E03-26814B50C7F2}"/>
                </a:ext>
              </a:extLst>
            </p:cNvPr>
            <p:cNvSpPr/>
            <p:nvPr/>
          </p:nvSpPr>
          <p:spPr>
            <a:xfrm>
              <a:off x="607873" y="4411867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A05D1024-E061-6917-4324-D4A8EB388C92}"/>
                </a:ext>
              </a:extLst>
            </p:cNvPr>
            <p:cNvSpPr/>
            <p:nvPr/>
          </p:nvSpPr>
          <p:spPr>
            <a:xfrm>
              <a:off x="635688" y="443725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50C9CF1-93EC-35A4-7E7A-845311851161}"/>
                </a:ext>
              </a:extLst>
            </p:cNvPr>
            <p:cNvSpPr/>
            <p:nvPr/>
          </p:nvSpPr>
          <p:spPr>
            <a:xfrm>
              <a:off x="648864" y="4412409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59397110-A9D0-DE60-1882-5C394EAE8FFB}"/>
                </a:ext>
              </a:extLst>
            </p:cNvPr>
            <p:cNvSpPr/>
            <p:nvPr/>
          </p:nvSpPr>
          <p:spPr>
            <a:xfrm>
              <a:off x="608193" y="4212861"/>
              <a:ext cx="20696" cy="31064"/>
            </a:xfrm>
            <a:custGeom>
              <a:avLst/>
              <a:gdLst>
                <a:gd name="connsiteX0" fmla="*/ 10348 w 20696"/>
                <a:gd name="connsiteY0" fmla="*/ 3209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6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9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7 w 20696"/>
                <a:gd name="connsiteY14" fmla="*/ 27093 h 31064"/>
                <a:gd name="connsiteX15" fmla="*/ 0 w 20696"/>
                <a:gd name="connsiteY15" fmla="*/ 15542 h 31064"/>
                <a:gd name="connsiteX16" fmla="*/ 2647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9"/>
                  </a:moveTo>
                  <a:cubicBezTo>
                    <a:pt x="8262" y="3209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D84BED3-0B7B-FE10-AE36-9BA7EC7DD544}"/>
                </a:ext>
              </a:extLst>
            </p:cNvPr>
            <p:cNvSpPr/>
            <p:nvPr/>
          </p:nvSpPr>
          <p:spPr>
            <a:xfrm>
              <a:off x="636009" y="4238250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41EC3B67-89CB-D259-C129-87A404DF06F1}"/>
                </a:ext>
              </a:extLst>
            </p:cNvPr>
            <p:cNvSpPr/>
            <p:nvPr/>
          </p:nvSpPr>
          <p:spPr>
            <a:xfrm>
              <a:off x="647681" y="4212861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1 w 19011"/>
                <a:gd name="connsiteY1" fmla="*/ 27074 h 30482"/>
                <a:gd name="connsiteX2" fmla="*/ 19011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0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5 w 19011"/>
                <a:gd name="connsiteY9" fmla="*/ 4913 h 30482"/>
                <a:gd name="connsiteX10" fmla="*/ 8744 w 19011"/>
                <a:gd name="connsiteY10" fmla="*/ 3409 h 30482"/>
                <a:gd name="connsiteX11" fmla="*/ 4712 w 19011"/>
                <a:gd name="connsiteY11" fmla="*/ 4071 h 30482"/>
                <a:gd name="connsiteX12" fmla="*/ 200 w 19011"/>
                <a:gd name="connsiteY12" fmla="*/ 6077 h 30482"/>
                <a:gd name="connsiteX13" fmla="*/ 200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3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2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1" y="27074"/>
                  </a:lnTo>
                  <a:lnTo>
                    <a:pt x="19011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7" y="25482"/>
                    <a:pt x="3630" y="23350"/>
                    <a:pt x="6277" y="20676"/>
                  </a:cubicBezTo>
                  <a:cubicBezTo>
                    <a:pt x="8937" y="17989"/>
                    <a:pt x="10609" y="16258"/>
                    <a:pt x="11290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8" y="5916"/>
                    <a:pt x="13095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3" y="3409"/>
                    <a:pt x="6130" y="3630"/>
                    <a:pt x="4712" y="4071"/>
                  </a:cubicBezTo>
                  <a:cubicBezTo>
                    <a:pt x="3309" y="4512"/>
                    <a:pt x="1805" y="5181"/>
                    <a:pt x="200" y="6077"/>
                  </a:cubicBezTo>
                  <a:lnTo>
                    <a:pt x="200" y="1986"/>
                  </a:lnTo>
                  <a:cubicBezTo>
                    <a:pt x="1832" y="1331"/>
                    <a:pt x="3355" y="836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8" y="776"/>
                    <a:pt x="16083" y="2327"/>
                  </a:cubicBezTo>
                  <a:cubicBezTo>
                    <a:pt x="17928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4" y="13149"/>
                    <a:pt x="16859" y="14446"/>
                    <a:pt x="15642" y="15943"/>
                  </a:cubicBezTo>
                  <a:cubicBezTo>
                    <a:pt x="15308" y="16331"/>
                    <a:pt x="14245" y="17454"/>
                    <a:pt x="12454" y="19313"/>
                  </a:cubicBezTo>
                  <a:cubicBezTo>
                    <a:pt x="10662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BAFBF6EB-D4C7-4162-4C7C-0D3AE27F8F21}"/>
                </a:ext>
              </a:extLst>
            </p:cNvPr>
            <p:cNvSpPr/>
            <p:nvPr/>
          </p:nvSpPr>
          <p:spPr>
            <a:xfrm>
              <a:off x="607371" y="4013856"/>
              <a:ext cx="20696" cy="31064"/>
            </a:xfrm>
            <a:custGeom>
              <a:avLst/>
              <a:gdLst>
                <a:gd name="connsiteX0" fmla="*/ 10348 w 20696"/>
                <a:gd name="connsiteY0" fmla="*/ 3208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5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8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8 w 20696"/>
                <a:gd name="connsiteY14" fmla="*/ 27093 h 31064"/>
                <a:gd name="connsiteX15" fmla="*/ 0 w 20696"/>
                <a:gd name="connsiteY15" fmla="*/ 15542 h 31064"/>
                <a:gd name="connsiteX16" fmla="*/ 2648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8"/>
                  </a:moveTo>
                  <a:cubicBezTo>
                    <a:pt x="8262" y="3208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8" y="27093"/>
                  </a:cubicBezTo>
                  <a:cubicBezTo>
                    <a:pt x="883" y="24432"/>
                    <a:pt x="0" y="20582"/>
                    <a:pt x="0" y="15542"/>
                  </a:cubicBezTo>
                  <a:cubicBezTo>
                    <a:pt x="0" y="10488"/>
                    <a:pt x="883" y="6638"/>
                    <a:pt x="2648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9AFCF4BD-B2AD-C628-76FF-3D2D4053FE22}"/>
                </a:ext>
              </a:extLst>
            </p:cNvPr>
            <p:cNvSpPr/>
            <p:nvPr/>
          </p:nvSpPr>
          <p:spPr>
            <a:xfrm>
              <a:off x="635186" y="403924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C9F441A-05C6-3922-DBAC-9D5BA7AE4841}"/>
                </a:ext>
              </a:extLst>
            </p:cNvPr>
            <p:cNvSpPr/>
            <p:nvPr/>
          </p:nvSpPr>
          <p:spPr>
            <a:xfrm>
              <a:off x="646979" y="4013856"/>
              <a:ext cx="19713" cy="31064"/>
            </a:xfrm>
            <a:custGeom>
              <a:avLst/>
              <a:gdLst>
                <a:gd name="connsiteX0" fmla="*/ 13536 w 19713"/>
                <a:gd name="connsiteY0" fmla="*/ 14339 h 31064"/>
                <a:gd name="connsiteX1" fmla="*/ 18069 w 19713"/>
                <a:gd name="connsiteY1" fmla="*/ 16926 h 31064"/>
                <a:gd name="connsiteX2" fmla="*/ 19713 w 19713"/>
                <a:gd name="connsiteY2" fmla="*/ 21779 h 31064"/>
                <a:gd name="connsiteX3" fmla="*/ 16665 w 19713"/>
                <a:gd name="connsiteY3" fmla="*/ 28637 h 31064"/>
                <a:gd name="connsiteX4" fmla="*/ 8002 w 19713"/>
                <a:gd name="connsiteY4" fmla="*/ 31064 h 31064"/>
                <a:gd name="connsiteX5" fmla="*/ 4111 w 19713"/>
                <a:gd name="connsiteY5" fmla="*/ 30683 h 31064"/>
                <a:gd name="connsiteX6" fmla="*/ 0 w 19713"/>
                <a:gd name="connsiteY6" fmla="*/ 29580 h 31064"/>
                <a:gd name="connsiteX7" fmla="*/ 0 w 19713"/>
                <a:gd name="connsiteY7" fmla="*/ 25670 h 31064"/>
                <a:gd name="connsiteX8" fmla="*/ 3690 w 19713"/>
                <a:gd name="connsiteY8" fmla="*/ 27153 h 31064"/>
                <a:gd name="connsiteX9" fmla="*/ 7881 w 19713"/>
                <a:gd name="connsiteY9" fmla="*/ 27655 h 31064"/>
                <a:gd name="connsiteX10" fmla="*/ 13677 w 19713"/>
                <a:gd name="connsiteY10" fmla="*/ 26151 h 31064"/>
                <a:gd name="connsiteX11" fmla="*/ 15682 w 19713"/>
                <a:gd name="connsiteY11" fmla="*/ 21779 h 31064"/>
                <a:gd name="connsiteX12" fmla="*/ 13817 w 19713"/>
                <a:gd name="connsiteY12" fmla="*/ 17648 h 31064"/>
                <a:gd name="connsiteX13" fmla="*/ 8663 w 19713"/>
                <a:gd name="connsiteY13" fmla="*/ 16144 h 31064"/>
                <a:gd name="connsiteX14" fmla="*/ 5174 w 19713"/>
                <a:gd name="connsiteY14" fmla="*/ 16144 h 31064"/>
                <a:gd name="connsiteX15" fmla="*/ 5174 w 19713"/>
                <a:gd name="connsiteY15" fmla="*/ 12815 h 31064"/>
                <a:gd name="connsiteX16" fmla="*/ 8824 w 19713"/>
                <a:gd name="connsiteY16" fmla="*/ 12815 h 31064"/>
                <a:gd name="connsiteX17" fmla="*/ 13396 w 19713"/>
                <a:gd name="connsiteY17" fmla="*/ 11631 h 31064"/>
                <a:gd name="connsiteX18" fmla="*/ 14980 w 19713"/>
                <a:gd name="connsiteY18" fmla="*/ 8182 h 31064"/>
                <a:gd name="connsiteX19" fmla="*/ 13336 w 19713"/>
                <a:gd name="connsiteY19" fmla="*/ 4653 h 31064"/>
                <a:gd name="connsiteX20" fmla="*/ 8663 w 19713"/>
                <a:gd name="connsiteY20" fmla="*/ 3409 h 31064"/>
                <a:gd name="connsiteX21" fmla="*/ 5094 w 19713"/>
                <a:gd name="connsiteY21" fmla="*/ 3770 h 31064"/>
                <a:gd name="connsiteX22" fmla="*/ 902 w 19713"/>
                <a:gd name="connsiteY22" fmla="*/ 4893 h 31064"/>
                <a:gd name="connsiteX23" fmla="*/ 902 w 19713"/>
                <a:gd name="connsiteY23" fmla="*/ 1284 h 31064"/>
                <a:gd name="connsiteX24" fmla="*/ 5214 w 19713"/>
                <a:gd name="connsiteY24" fmla="*/ 321 h 31064"/>
                <a:gd name="connsiteX25" fmla="*/ 9024 w 19713"/>
                <a:gd name="connsiteY25" fmla="*/ 0 h 31064"/>
                <a:gd name="connsiteX26" fmla="*/ 16324 w 19713"/>
                <a:gd name="connsiteY26" fmla="*/ 2105 h 31064"/>
                <a:gd name="connsiteX27" fmla="*/ 19011 w 19713"/>
                <a:gd name="connsiteY27" fmla="*/ 7761 h 31064"/>
                <a:gd name="connsiteX28" fmla="*/ 17587 w 19713"/>
                <a:gd name="connsiteY28" fmla="*/ 11972 h 31064"/>
                <a:gd name="connsiteX29" fmla="*/ 13536 w 19713"/>
                <a:gd name="connsiteY29" fmla="*/ 14339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9713" h="31064">
                  <a:moveTo>
                    <a:pt x="13536" y="14339"/>
                  </a:moveTo>
                  <a:cubicBezTo>
                    <a:pt x="15475" y="14753"/>
                    <a:pt x="16986" y="15616"/>
                    <a:pt x="18069" y="16926"/>
                  </a:cubicBezTo>
                  <a:cubicBezTo>
                    <a:pt x="19165" y="18236"/>
                    <a:pt x="19713" y="19854"/>
                    <a:pt x="19713" y="21779"/>
                  </a:cubicBezTo>
                  <a:cubicBezTo>
                    <a:pt x="19713" y="24733"/>
                    <a:pt x="18697" y="27020"/>
                    <a:pt x="16665" y="28637"/>
                  </a:cubicBezTo>
                  <a:cubicBezTo>
                    <a:pt x="14633" y="30255"/>
                    <a:pt x="11745" y="31064"/>
                    <a:pt x="8002" y="31064"/>
                  </a:cubicBezTo>
                  <a:cubicBezTo>
                    <a:pt x="6745" y="31064"/>
                    <a:pt x="5448" y="30937"/>
                    <a:pt x="4111" y="30683"/>
                  </a:cubicBezTo>
                  <a:cubicBezTo>
                    <a:pt x="2788" y="30442"/>
                    <a:pt x="1417" y="30075"/>
                    <a:pt x="0" y="29580"/>
                  </a:cubicBezTo>
                  <a:lnTo>
                    <a:pt x="0" y="25670"/>
                  </a:lnTo>
                  <a:cubicBezTo>
                    <a:pt x="1123" y="26325"/>
                    <a:pt x="2353" y="26819"/>
                    <a:pt x="3690" y="27153"/>
                  </a:cubicBezTo>
                  <a:cubicBezTo>
                    <a:pt x="5027" y="27487"/>
                    <a:pt x="6424" y="27655"/>
                    <a:pt x="7881" y="27655"/>
                  </a:cubicBezTo>
                  <a:cubicBezTo>
                    <a:pt x="10421" y="27655"/>
                    <a:pt x="12354" y="27153"/>
                    <a:pt x="13677" y="26151"/>
                  </a:cubicBezTo>
                  <a:cubicBezTo>
                    <a:pt x="15014" y="25148"/>
                    <a:pt x="15682" y="23691"/>
                    <a:pt x="15682" y="21779"/>
                  </a:cubicBezTo>
                  <a:cubicBezTo>
                    <a:pt x="15682" y="20014"/>
                    <a:pt x="15061" y="18637"/>
                    <a:pt x="13817" y="17648"/>
                  </a:cubicBezTo>
                  <a:cubicBezTo>
                    <a:pt x="12587" y="16645"/>
                    <a:pt x="10869" y="16144"/>
                    <a:pt x="8663" y="16144"/>
                  </a:cubicBezTo>
                  <a:lnTo>
                    <a:pt x="5174" y="16144"/>
                  </a:lnTo>
                  <a:lnTo>
                    <a:pt x="5174" y="12815"/>
                  </a:lnTo>
                  <a:lnTo>
                    <a:pt x="8824" y="12815"/>
                  </a:lnTo>
                  <a:cubicBezTo>
                    <a:pt x="10816" y="12815"/>
                    <a:pt x="12340" y="12420"/>
                    <a:pt x="13396" y="11631"/>
                  </a:cubicBezTo>
                  <a:cubicBezTo>
                    <a:pt x="14452" y="10829"/>
                    <a:pt x="14980" y="9680"/>
                    <a:pt x="14980" y="8182"/>
                  </a:cubicBezTo>
                  <a:cubicBezTo>
                    <a:pt x="14980" y="6645"/>
                    <a:pt x="14432" y="5468"/>
                    <a:pt x="13336" y="4653"/>
                  </a:cubicBezTo>
                  <a:cubicBezTo>
                    <a:pt x="12253" y="3824"/>
                    <a:pt x="10696" y="3409"/>
                    <a:pt x="8663" y="3409"/>
                  </a:cubicBezTo>
                  <a:cubicBezTo>
                    <a:pt x="7554" y="3409"/>
                    <a:pt x="6363" y="3530"/>
                    <a:pt x="5094" y="3770"/>
                  </a:cubicBezTo>
                  <a:cubicBezTo>
                    <a:pt x="3824" y="4011"/>
                    <a:pt x="2427" y="4385"/>
                    <a:pt x="902" y="4893"/>
                  </a:cubicBezTo>
                  <a:lnTo>
                    <a:pt x="902" y="1284"/>
                  </a:lnTo>
                  <a:cubicBezTo>
                    <a:pt x="2440" y="855"/>
                    <a:pt x="3877" y="535"/>
                    <a:pt x="5214" y="321"/>
                  </a:cubicBezTo>
                  <a:cubicBezTo>
                    <a:pt x="6564" y="107"/>
                    <a:pt x="7835" y="0"/>
                    <a:pt x="9024" y="0"/>
                  </a:cubicBezTo>
                  <a:cubicBezTo>
                    <a:pt x="12099" y="0"/>
                    <a:pt x="14532" y="702"/>
                    <a:pt x="16324" y="2105"/>
                  </a:cubicBezTo>
                  <a:cubicBezTo>
                    <a:pt x="18116" y="3496"/>
                    <a:pt x="19011" y="5381"/>
                    <a:pt x="19011" y="7761"/>
                  </a:cubicBezTo>
                  <a:cubicBezTo>
                    <a:pt x="19011" y="9419"/>
                    <a:pt x="18536" y="10822"/>
                    <a:pt x="17587" y="11972"/>
                  </a:cubicBezTo>
                  <a:cubicBezTo>
                    <a:pt x="16638" y="13109"/>
                    <a:pt x="15288" y="13898"/>
                    <a:pt x="13536" y="1433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A57B058D-E1DE-07B4-D9FC-F30C340A96A9}"/>
                </a:ext>
              </a:extLst>
            </p:cNvPr>
            <p:cNvSpPr/>
            <p:nvPr/>
          </p:nvSpPr>
          <p:spPr>
            <a:xfrm>
              <a:off x="55923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BDBB0385-3B8D-4B3C-179A-70448B204302}"/>
                </a:ext>
              </a:extLst>
            </p:cNvPr>
            <p:cNvSpPr/>
            <p:nvPr/>
          </p:nvSpPr>
          <p:spPr>
            <a:xfrm>
              <a:off x="54459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4A7DA37-6D32-114E-7D6D-E9CC37280DCC}"/>
                </a:ext>
              </a:extLst>
            </p:cNvPr>
            <p:cNvSpPr/>
            <p:nvPr/>
          </p:nvSpPr>
          <p:spPr>
            <a:xfrm>
              <a:off x="55923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7E5C89EE-DC05-CC08-6FCF-00C8A6E343FD}"/>
                </a:ext>
              </a:extLst>
            </p:cNvPr>
            <p:cNvSpPr/>
            <p:nvPr/>
          </p:nvSpPr>
          <p:spPr>
            <a:xfrm>
              <a:off x="54459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79FFD9C-D813-A842-BC96-164432795B4D}"/>
                </a:ext>
              </a:extLst>
            </p:cNvPr>
            <p:cNvSpPr/>
            <p:nvPr/>
          </p:nvSpPr>
          <p:spPr>
            <a:xfrm>
              <a:off x="713375" y="4146433"/>
              <a:ext cx="962060" cy="479949"/>
            </a:xfrm>
            <a:custGeom>
              <a:avLst/>
              <a:gdLst>
                <a:gd name="connsiteX0" fmla="*/ 0 w 962060"/>
                <a:gd name="connsiteY0" fmla="*/ 479950 h 479949"/>
                <a:gd name="connsiteX1" fmla="*/ 963 w 962060"/>
                <a:gd name="connsiteY1" fmla="*/ 479950 h 479949"/>
                <a:gd name="connsiteX2" fmla="*/ 1926 w 962060"/>
                <a:gd name="connsiteY2" fmla="*/ 479950 h 479949"/>
                <a:gd name="connsiteX3" fmla="*/ 2889 w 962060"/>
                <a:gd name="connsiteY3" fmla="*/ 479950 h 479949"/>
                <a:gd name="connsiteX4" fmla="*/ 3852 w 962060"/>
                <a:gd name="connsiteY4" fmla="*/ 479950 h 479949"/>
                <a:gd name="connsiteX5" fmla="*/ 4815 w 962060"/>
                <a:gd name="connsiteY5" fmla="*/ 479950 h 479949"/>
                <a:gd name="connsiteX6" fmla="*/ 5778 w 962060"/>
                <a:gd name="connsiteY6" fmla="*/ 479950 h 479949"/>
                <a:gd name="connsiteX7" fmla="*/ 6741 w 962060"/>
                <a:gd name="connsiteY7" fmla="*/ 479950 h 479949"/>
                <a:gd name="connsiteX8" fmla="*/ 7704 w 962060"/>
                <a:gd name="connsiteY8" fmla="*/ 479950 h 479949"/>
                <a:gd name="connsiteX9" fmla="*/ 8667 w 962060"/>
                <a:gd name="connsiteY9" fmla="*/ 479950 h 479949"/>
                <a:gd name="connsiteX10" fmla="*/ 9630 w 962060"/>
                <a:gd name="connsiteY10" fmla="*/ 479950 h 479949"/>
                <a:gd name="connsiteX11" fmla="*/ 10593 w 962060"/>
                <a:gd name="connsiteY11" fmla="*/ 479950 h 479949"/>
                <a:gd name="connsiteX12" fmla="*/ 11557 w 962060"/>
                <a:gd name="connsiteY12" fmla="*/ 479950 h 479949"/>
                <a:gd name="connsiteX13" fmla="*/ 12519 w 962060"/>
                <a:gd name="connsiteY13" fmla="*/ 479950 h 479949"/>
                <a:gd name="connsiteX14" fmla="*/ 13482 w 962060"/>
                <a:gd name="connsiteY14" fmla="*/ 479950 h 479949"/>
                <a:gd name="connsiteX15" fmla="*/ 14445 w 962060"/>
                <a:gd name="connsiteY15" fmla="*/ 479950 h 479949"/>
                <a:gd name="connsiteX16" fmla="*/ 15409 w 962060"/>
                <a:gd name="connsiteY16" fmla="*/ 479950 h 479949"/>
                <a:gd name="connsiteX17" fmla="*/ 16371 w 962060"/>
                <a:gd name="connsiteY17" fmla="*/ 479950 h 479949"/>
                <a:gd name="connsiteX18" fmla="*/ 17334 w 962060"/>
                <a:gd name="connsiteY18" fmla="*/ 479950 h 479949"/>
                <a:gd name="connsiteX19" fmla="*/ 18298 w 962060"/>
                <a:gd name="connsiteY19" fmla="*/ 479950 h 479949"/>
                <a:gd name="connsiteX20" fmla="*/ 19261 w 962060"/>
                <a:gd name="connsiteY20" fmla="*/ 479950 h 479949"/>
                <a:gd name="connsiteX21" fmla="*/ 20224 w 962060"/>
                <a:gd name="connsiteY21" fmla="*/ 479950 h 479949"/>
                <a:gd name="connsiteX22" fmla="*/ 21186 w 962060"/>
                <a:gd name="connsiteY22" fmla="*/ 479950 h 479949"/>
                <a:gd name="connsiteX23" fmla="*/ 22150 w 962060"/>
                <a:gd name="connsiteY23" fmla="*/ 479950 h 479949"/>
                <a:gd name="connsiteX24" fmla="*/ 23113 w 962060"/>
                <a:gd name="connsiteY24" fmla="*/ 479950 h 479949"/>
                <a:gd name="connsiteX25" fmla="*/ 24076 w 962060"/>
                <a:gd name="connsiteY25" fmla="*/ 479950 h 479949"/>
                <a:gd name="connsiteX26" fmla="*/ 25039 w 962060"/>
                <a:gd name="connsiteY26" fmla="*/ 479950 h 479949"/>
                <a:gd name="connsiteX27" fmla="*/ 26002 w 962060"/>
                <a:gd name="connsiteY27" fmla="*/ 479950 h 479949"/>
                <a:gd name="connsiteX28" fmla="*/ 26965 w 962060"/>
                <a:gd name="connsiteY28" fmla="*/ 479950 h 479949"/>
                <a:gd name="connsiteX29" fmla="*/ 27928 w 962060"/>
                <a:gd name="connsiteY29" fmla="*/ 479950 h 479949"/>
                <a:gd name="connsiteX30" fmla="*/ 28891 w 962060"/>
                <a:gd name="connsiteY30" fmla="*/ 479950 h 479949"/>
                <a:gd name="connsiteX31" fmla="*/ 29854 w 962060"/>
                <a:gd name="connsiteY31" fmla="*/ 479950 h 479949"/>
                <a:gd name="connsiteX32" fmla="*/ 30817 w 962060"/>
                <a:gd name="connsiteY32" fmla="*/ 479950 h 479949"/>
                <a:gd name="connsiteX33" fmla="*/ 31780 w 962060"/>
                <a:gd name="connsiteY33" fmla="*/ 479945 h 479949"/>
                <a:gd name="connsiteX34" fmla="*/ 32743 w 962060"/>
                <a:gd name="connsiteY34" fmla="*/ 479945 h 479949"/>
                <a:gd name="connsiteX35" fmla="*/ 33706 w 962060"/>
                <a:gd name="connsiteY35" fmla="*/ 479945 h 479949"/>
                <a:gd name="connsiteX36" fmla="*/ 34669 w 962060"/>
                <a:gd name="connsiteY36" fmla="*/ 479945 h 479949"/>
                <a:gd name="connsiteX37" fmla="*/ 35632 w 962060"/>
                <a:gd name="connsiteY37" fmla="*/ 479940 h 479949"/>
                <a:gd name="connsiteX38" fmla="*/ 36595 w 962060"/>
                <a:gd name="connsiteY38" fmla="*/ 479940 h 479949"/>
                <a:gd name="connsiteX39" fmla="*/ 37558 w 962060"/>
                <a:gd name="connsiteY39" fmla="*/ 479940 h 479949"/>
                <a:gd name="connsiteX40" fmla="*/ 38521 w 962060"/>
                <a:gd name="connsiteY40" fmla="*/ 479935 h 479949"/>
                <a:gd name="connsiteX41" fmla="*/ 39484 w 962060"/>
                <a:gd name="connsiteY41" fmla="*/ 479935 h 479949"/>
                <a:gd name="connsiteX42" fmla="*/ 40447 w 962060"/>
                <a:gd name="connsiteY42" fmla="*/ 479930 h 479949"/>
                <a:gd name="connsiteX43" fmla="*/ 41410 w 962060"/>
                <a:gd name="connsiteY43" fmla="*/ 479925 h 479949"/>
                <a:gd name="connsiteX44" fmla="*/ 42373 w 962060"/>
                <a:gd name="connsiteY44" fmla="*/ 479925 h 479949"/>
                <a:gd name="connsiteX45" fmla="*/ 43336 w 962060"/>
                <a:gd name="connsiteY45" fmla="*/ 479920 h 479949"/>
                <a:gd name="connsiteX46" fmla="*/ 44299 w 962060"/>
                <a:gd name="connsiteY46" fmla="*/ 479910 h 479949"/>
                <a:gd name="connsiteX47" fmla="*/ 45262 w 962060"/>
                <a:gd name="connsiteY47" fmla="*/ 479905 h 479949"/>
                <a:gd name="connsiteX48" fmla="*/ 46225 w 962060"/>
                <a:gd name="connsiteY48" fmla="*/ 479900 h 479949"/>
                <a:gd name="connsiteX49" fmla="*/ 47188 w 962060"/>
                <a:gd name="connsiteY49" fmla="*/ 479890 h 479949"/>
                <a:gd name="connsiteX50" fmla="*/ 48151 w 962060"/>
                <a:gd name="connsiteY50" fmla="*/ 479881 h 479949"/>
                <a:gd name="connsiteX51" fmla="*/ 49114 w 962060"/>
                <a:gd name="connsiteY51" fmla="*/ 479866 h 479949"/>
                <a:gd name="connsiteX52" fmla="*/ 50077 w 962060"/>
                <a:gd name="connsiteY52" fmla="*/ 479856 h 479949"/>
                <a:gd name="connsiteX53" fmla="*/ 51040 w 962060"/>
                <a:gd name="connsiteY53" fmla="*/ 479841 h 479949"/>
                <a:gd name="connsiteX54" fmla="*/ 52003 w 962060"/>
                <a:gd name="connsiteY54" fmla="*/ 479821 h 479949"/>
                <a:gd name="connsiteX55" fmla="*/ 52966 w 962060"/>
                <a:gd name="connsiteY55" fmla="*/ 479801 h 479949"/>
                <a:gd name="connsiteX56" fmla="*/ 53929 w 962060"/>
                <a:gd name="connsiteY56" fmla="*/ 479777 h 479949"/>
                <a:gd name="connsiteX57" fmla="*/ 54892 w 962060"/>
                <a:gd name="connsiteY57" fmla="*/ 479752 h 479949"/>
                <a:gd name="connsiteX58" fmla="*/ 55856 w 962060"/>
                <a:gd name="connsiteY58" fmla="*/ 479722 h 479949"/>
                <a:gd name="connsiteX59" fmla="*/ 56819 w 962060"/>
                <a:gd name="connsiteY59" fmla="*/ 479688 h 479949"/>
                <a:gd name="connsiteX60" fmla="*/ 57781 w 962060"/>
                <a:gd name="connsiteY60" fmla="*/ 479648 h 479949"/>
                <a:gd name="connsiteX61" fmla="*/ 58744 w 962060"/>
                <a:gd name="connsiteY61" fmla="*/ 479603 h 479949"/>
                <a:gd name="connsiteX62" fmla="*/ 59708 w 962060"/>
                <a:gd name="connsiteY62" fmla="*/ 479554 h 479949"/>
                <a:gd name="connsiteX63" fmla="*/ 60671 w 962060"/>
                <a:gd name="connsiteY63" fmla="*/ 479494 h 479949"/>
                <a:gd name="connsiteX64" fmla="*/ 61633 w 962060"/>
                <a:gd name="connsiteY64" fmla="*/ 479430 h 479949"/>
                <a:gd name="connsiteX65" fmla="*/ 62596 w 962060"/>
                <a:gd name="connsiteY65" fmla="*/ 479356 h 479949"/>
                <a:gd name="connsiteX66" fmla="*/ 63560 w 962060"/>
                <a:gd name="connsiteY66" fmla="*/ 479272 h 479949"/>
                <a:gd name="connsiteX67" fmla="*/ 64523 w 962060"/>
                <a:gd name="connsiteY67" fmla="*/ 479178 h 479949"/>
                <a:gd name="connsiteX68" fmla="*/ 65485 w 962060"/>
                <a:gd name="connsiteY68" fmla="*/ 479074 h 479949"/>
                <a:gd name="connsiteX69" fmla="*/ 66449 w 962060"/>
                <a:gd name="connsiteY69" fmla="*/ 478955 h 479949"/>
                <a:gd name="connsiteX70" fmla="*/ 67412 w 962060"/>
                <a:gd name="connsiteY70" fmla="*/ 478821 h 479949"/>
                <a:gd name="connsiteX71" fmla="*/ 68375 w 962060"/>
                <a:gd name="connsiteY71" fmla="*/ 478668 h 479949"/>
                <a:gd name="connsiteX72" fmla="*/ 69337 w 962060"/>
                <a:gd name="connsiteY72" fmla="*/ 478499 h 479949"/>
                <a:gd name="connsiteX73" fmla="*/ 70301 w 962060"/>
                <a:gd name="connsiteY73" fmla="*/ 478311 h 479949"/>
                <a:gd name="connsiteX74" fmla="*/ 71264 w 962060"/>
                <a:gd name="connsiteY74" fmla="*/ 478103 h 479949"/>
                <a:gd name="connsiteX75" fmla="*/ 72227 w 962060"/>
                <a:gd name="connsiteY75" fmla="*/ 477871 h 479949"/>
                <a:gd name="connsiteX76" fmla="*/ 73190 w 962060"/>
                <a:gd name="connsiteY76" fmla="*/ 477608 h 479949"/>
                <a:gd name="connsiteX77" fmla="*/ 74153 w 962060"/>
                <a:gd name="connsiteY77" fmla="*/ 477316 h 479949"/>
                <a:gd name="connsiteX78" fmla="*/ 75116 w 962060"/>
                <a:gd name="connsiteY78" fmla="*/ 476994 h 479949"/>
                <a:gd name="connsiteX79" fmla="*/ 76079 w 962060"/>
                <a:gd name="connsiteY79" fmla="*/ 476638 h 479949"/>
                <a:gd name="connsiteX80" fmla="*/ 77042 w 962060"/>
                <a:gd name="connsiteY80" fmla="*/ 476242 h 479949"/>
                <a:gd name="connsiteX81" fmla="*/ 78005 w 962060"/>
                <a:gd name="connsiteY81" fmla="*/ 475806 h 479949"/>
                <a:gd name="connsiteX82" fmla="*/ 78968 w 962060"/>
                <a:gd name="connsiteY82" fmla="*/ 475321 h 479949"/>
                <a:gd name="connsiteX83" fmla="*/ 79931 w 962060"/>
                <a:gd name="connsiteY83" fmla="*/ 474786 h 479949"/>
                <a:gd name="connsiteX84" fmla="*/ 80894 w 962060"/>
                <a:gd name="connsiteY84" fmla="*/ 474202 h 479949"/>
                <a:gd name="connsiteX85" fmla="*/ 81857 w 962060"/>
                <a:gd name="connsiteY85" fmla="*/ 473554 h 479949"/>
                <a:gd name="connsiteX86" fmla="*/ 82820 w 962060"/>
                <a:gd name="connsiteY86" fmla="*/ 472846 h 479949"/>
                <a:gd name="connsiteX87" fmla="*/ 83783 w 962060"/>
                <a:gd name="connsiteY87" fmla="*/ 472069 h 479949"/>
                <a:gd name="connsiteX88" fmla="*/ 84746 w 962060"/>
                <a:gd name="connsiteY88" fmla="*/ 471217 h 479949"/>
                <a:gd name="connsiteX89" fmla="*/ 85709 w 962060"/>
                <a:gd name="connsiteY89" fmla="*/ 470286 h 479949"/>
                <a:gd name="connsiteX90" fmla="*/ 86672 w 962060"/>
                <a:gd name="connsiteY90" fmla="*/ 469272 h 479949"/>
                <a:gd name="connsiteX91" fmla="*/ 87635 w 962060"/>
                <a:gd name="connsiteY91" fmla="*/ 468163 h 479949"/>
                <a:gd name="connsiteX92" fmla="*/ 88598 w 962060"/>
                <a:gd name="connsiteY92" fmla="*/ 466960 h 479949"/>
                <a:gd name="connsiteX93" fmla="*/ 89561 w 962060"/>
                <a:gd name="connsiteY93" fmla="*/ 465648 h 479949"/>
                <a:gd name="connsiteX94" fmla="*/ 90524 w 962060"/>
                <a:gd name="connsiteY94" fmla="*/ 464227 h 479949"/>
                <a:gd name="connsiteX95" fmla="*/ 91487 w 962060"/>
                <a:gd name="connsiteY95" fmla="*/ 462687 h 479949"/>
                <a:gd name="connsiteX96" fmla="*/ 92450 w 962060"/>
                <a:gd name="connsiteY96" fmla="*/ 461019 h 479949"/>
                <a:gd name="connsiteX97" fmla="*/ 93413 w 962060"/>
                <a:gd name="connsiteY97" fmla="*/ 459217 h 479949"/>
                <a:gd name="connsiteX98" fmla="*/ 94376 w 962060"/>
                <a:gd name="connsiteY98" fmla="*/ 457276 h 479949"/>
                <a:gd name="connsiteX99" fmla="*/ 95339 w 962060"/>
                <a:gd name="connsiteY99" fmla="*/ 455182 h 479949"/>
                <a:gd name="connsiteX100" fmla="*/ 96302 w 962060"/>
                <a:gd name="connsiteY100" fmla="*/ 452930 h 479949"/>
                <a:gd name="connsiteX101" fmla="*/ 97266 w 962060"/>
                <a:gd name="connsiteY101" fmla="*/ 450514 h 479949"/>
                <a:gd name="connsiteX102" fmla="*/ 98228 w 962060"/>
                <a:gd name="connsiteY102" fmla="*/ 447920 h 479949"/>
                <a:gd name="connsiteX103" fmla="*/ 99191 w 962060"/>
                <a:gd name="connsiteY103" fmla="*/ 445148 h 479949"/>
                <a:gd name="connsiteX104" fmla="*/ 100154 w 962060"/>
                <a:gd name="connsiteY104" fmla="*/ 442177 h 479949"/>
                <a:gd name="connsiteX105" fmla="*/ 101118 w 962060"/>
                <a:gd name="connsiteY105" fmla="*/ 439014 h 479949"/>
                <a:gd name="connsiteX106" fmla="*/ 102080 w 962060"/>
                <a:gd name="connsiteY106" fmla="*/ 435638 h 479949"/>
                <a:gd name="connsiteX107" fmla="*/ 103043 w 962060"/>
                <a:gd name="connsiteY107" fmla="*/ 432048 h 479949"/>
                <a:gd name="connsiteX108" fmla="*/ 104007 w 962060"/>
                <a:gd name="connsiteY108" fmla="*/ 428231 h 479949"/>
                <a:gd name="connsiteX109" fmla="*/ 104970 w 962060"/>
                <a:gd name="connsiteY109" fmla="*/ 424187 h 479949"/>
                <a:gd name="connsiteX110" fmla="*/ 105932 w 962060"/>
                <a:gd name="connsiteY110" fmla="*/ 419905 h 479949"/>
                <a:gd name="connsiteX111" fmla="*/ 106895 w 962060"/>
                <a:gd name="connsiteY111" fmla="*/ 415375 h 479949"/>
                <a:gd name="connsiteX112" fmla="*/ 107859 w 962060"/>
                <a:gd name="connsiteY112" fmla="*/ 410593 h 479949"/>
                <a:gd name="connsiteX113" fmla="*/ 108822 w 962060"/>
                <a:gd name="connsiteY113" fmla="*/ 405558 h 479949"/>
                <a:gd name="connsiteX114" fmla="*/ 109784 w 962060"/>
                <a:gd name="connsiteY114" fmla="*/ 400256 h 479949"/>
                <a:gd name="connsiteX115" fmla="*/ 110748 w 962060"/>
                <a:gd name="connsiteY115" fmla="*/ 394687 h 479949"/>
                <a:gd name="connsiteX116" fmla="*/ 111711 w 962060"/>
                <a:gd name="connsiteY116" fmla="*/ 388850 h 479949"/>
                <a:gd name="connsiteX117" fmla="*/ 112674 w 962060"/>
                <a:gd name="connsiteY117" fmla="*/ 382736 h 479949"/>
                <a:gd name="connsiteX118" fmla="*/ 113637 w 962060"/>
                <a:gd name="connsiteY118" fmla="*/ 376350 h 479949"/>
                <a:gd name="connsiteX119" fmla="*/ 114600 w 962060"/>
                <a:gd name="connsiteY119" fmla="*/ 369681 h 479949"/>
                <a:gd name="connsiteX120" fmla="*/ 115563 w 962060"/>
                <a:gd name="connsiteY120" fmla="*/ 362741 h 479949"/>
                <a:gd name="connsiteX121" fmla="*/ 116526 w 962060"/>
                <a:gd name="connsiteY121" fmla="*/ 355523 h 479949"/>
                <a:gd name="connsiteX122" fmla="*/ 117489 w 962060"/>
                <a:gd name="connsiteY122" fmla="*/ 348033 h 479949"/>
                <a:gd name="connsiteX123" fmla="*/ 118452 w 962060"/>
                <a:gd name="connsiteY123" fmla="*/ 340275 h 479949"/>
                <a:gd name="connsiteX124" fmla="*/ 119415 w 962060"/>
                <a:gd name="connsiteY124" fmla="*/ 332250 h 479949"/>
                <a:gd name="connsiteX125" fmla="*/ 120378 w 962060"/>
                <a:gd name="connsiteY125" fmla="*/ 323968 h 479949"/>
                <a:gd name="connsiteX126" fmla="*/ 121341 w 962060"/>
                <a:gd name="connsiteY126" fmla="*/ 315433 h 479949"/>
                <a:gd name="connsiteX127" fmla="*/ 122304 w 962060"/>
                <a:gd name="connsiteY127" fmla="*/ 306656 h 479949"/>
                <a:gd name="connsiteX128" fmla="*/ 123267 w 962060"/>
                <a:gd name="connsiteY128" fmla="*/ 297648 h 479949"/>
                <a:gd name="connsiteX129" fmla="*/ 124230 w 962060"/>
                <a:gd name="connsiteY129" fmla="*/ 288420 h 479949"/>
                <a:gd name="connsiteX130" fmla="*/ 125193 w 962060"/>
                <a:gd name="connsiteY130" fmla="*/ 278985 h 479949"/>
                <a:gd name="connsiteX131" fmla="*/ 126156 w 962060"/>
                <a:gd name="connsiteY131" fmla="*/ 269359 h 479949"/>
                <a:gd name="connsiteX132" fmla="*/ 127119 w 962060"/>
                <a:gd name="connsiteY132" fmla="*/ 259558 h 479949"/>
                <a:gd name="connsiteX133" fmla="*/ 128082 w 962060"/>
                <a:gd name="connsiteY133" fmla="*/ 249599 h 479949"/>
                <a:gd name="connsiteX134" fmla="*/ 129045 w 962060"/>
                <a:gd name="connsiteY134" fmla="*/ 239502 h 479949"/>
                <a:gd name="connsiteX135" fmla="*/ 130008 w 962060"/>
                <a:gd name="connsiteY135" fmla="*/ 229287 h 479949"/>
                <a:gd name="connsiteX136" fmla="*/ 130971 w 962060"/>
                <a:gd name="connsiteY136" fmla="*/ 218976 h 479949"/>
                <a:gd name="connsiteX137" fmla="*/ 131934 w 962060"/>
                <a:gd name="connsiteY137" fmla="*/ 208593 h 479949"/>
                <a:gd name="connsiteX138" fmla="*/ 132897 w 962060"/>
                <a:gd name="connsiteY138" fmla="*/ 198162 h 479949"/>
                <a:gd name="connsiteX139" fmla="*/ 133860 w 962060"/>
                <a:gd name="connsiteY139" fmla="*/ 187709 h 479949"/>
                <a:gd name="connsiteX140" fmla="*/ 134823 w 962060"/>
                <a:gd name="connsiteY140" fmla="*/ 177259 h 479949"/>
                <a:gd name="connsiteX141" fmla="*/ 135786 w 962060"/>
                <a:gd name="connsiteY141" fmla="*/ 166842 h 479949"/>
                <a:gd name="connsiteX142" fmla="*/ 136749 w 962060"/>
                <a:gd name="connsiteY142" fmla="*/ 156485 h 479949"/>
                <a:gd name="connsiteX143" fmla="*/ 137712 w 962060"/>
                <a:gd name="connsiteY143" fmla="*/ 146217 h 479949"/>
                <a:gd name="connsiteX144" fmla="*/ 138675 w 962060"/>
                <a:gd name="connsiteY144" fmla="*/ 136069 h 479949"/>
                <a:gd name="connsiteX145" fmla="*/ 139638 w 962060"/>
                <a:gd name="connsiteY145" fmla="*/ 126069 h 479949"/>
                <a:gd name="connsiteX146" fmla="*/ 140601 w 962060"/>
                <a:gd name="connsiteY146" fmla="*/ 116249 h 479949"/>
                <a:gd name="connsiteX147" fmla="*/ 141565 w 962060"/>
                <a:gd name="connsiteY147" fmla="*/ 106640 h 479949"/>
                <a:gd name="connsiteX148" fmla="*/ 142527 w 962060"/>
                <a:gd name="connsiteY148" fmla="*/ 97271 h 479949"/>
                <a:gd name="connsiteX149" fmla="*/ 143490 w 962060"/>
                <a:gd name="connsiteY149" fmla="*/ 88173 h 479949"/>
                <a:gd name="connsiteX150" fmla="*/ 144453 w 962060"/>
                <a:gd name="connsiteY150" fmla="*/ 79377 h 479949"/>
                <a:gd name="connsiteX151" fmla="*/ 145417 w 962060"/>
                <a:gd name="connsiteY151" fmla="*/ 70911 h 479949"/>
                <a:gd name="connsiteX152" fmla="*/ 146379 w 962060"/>
                <a:gd name="connsiteY152" fmla="*/ 62804 h 479949"/>
                <a:gd name="connsiteX153" fmla="*/ 147342 w 962060"/>
                <a:gd name="connsiteY153" fmla="*/ 55084 h 479949"/>
                <a:gd name="connsiteX154" fmla="*/ 148305 w 962060"/>
                <a:gd name="connsiteY154" fmla="*/ 47779 h 479949"/>
                <a:gd name="connsiteX155" fmla="*/ 149269 w 962060"/>
                <a:gd name="connsiteY155" fmla="*/ 40914 h 479949"/>
                <a:gd name="connsiteX156" fmla="*/ 150231 w 962060"/>
                <a:gd name="connsiteY156" fmla="*/ 34513 h 479949"/>
                <a:gd name="connsiteX157" fmla="*/ 151194 w 962060"/>
                <a:gd name="connsiteY157" fmla="*/ 28599 h 479949"/>
                <a:gd name="connsiteX158" fmla="*/ 152158 w 962060"/>
                <a:gd name="connsiteY158" fmla="*/ 23194 h 479949"/>
                <a:gd name="connsiteX159" fmla="*/ 153121 w 962060"/>
                <a:gd name="connsiteY159" fmla="*/ 18318 h 479949"/>
                <a:gd name="connsiteX160" fmla="*/ 154084 w 962060"/>
                <a:gd name="connsiteY160" fmla="*/ 13987 h 479949"/>
                <a:gd name="connsiteX161" fmla="*/ 155046 w 962060"/>
                <a:gd name="connsiteY161" fmla="*/ 10218 h 479949"/>
                <a:gd name="connsiteX162" fmla="*/ 156010 w 962060"/>
                <a:gd name="connsiteY162" fmla="*/ 7024 h 479949"/>
                <a:gd name="connsiteX163" fmla="*/ 156973 w 962060"/>
                <a:gd name="connsiteY163" fmla="*/ 4416 h 479949"/>
                <a:gd name="connsiteX164" fmla="*/ 157936 w 962060"/>
                <a:gd name="connsiteY164" fmla="*/ 2404 h 479949"/>
                <a:gd name="connsiteX165" fmla="*/ 158899 w 962060"/>
                <a:gd name="connsiteY165" fmla="*/ 996 h 479949"/>
                <a:gd name="connsiteX166" fmla="*/ 159862 w 962060"/>
                <a:gd name="connsiteY166" fmla="*/ 193 h 479949"/>
                <a:gd name="connsiteX167" fmla="*/ 160825 w 962060"/>
                <a:gd name="connsiteY167" fmla="*/ 0 h 479949"/>
                <a:gd name="connsiteX168" fmla="*/ 161788 w 962060"/>
                <a:gd name="connsiteY168" fmla="*/ 415 h 479949"/>
                <a:gd name="connsiteX169" fmla="*/ 162751 w 962060"/>
                <a:gd name="connsiteY169" fmla="*/ 1436 h 479949"/>
                <a:gd name="connsiteX170" fmla="*/ 163714 w 962060"/>
                <a:gd name="connsiteY170" fmla="*/ 3058 h 479949"/>
                <a:gd name="connsiteX171" fmla="*/ 164677 w 962060"/>
                <a:gd name="connsiteY171" fmla="*/ 5273 h 479949"/>
                <a:gd name="connsiteX172" fmla="*/ 165640 w 962060"/>
                <a:gd name="connsiteY172" fmla="*/ 8071 h 479949"/>
                <a:gd name="connsiteX173" fmla="*/ 166603 w 962060"/>
                <a:gd name="connsiteY173" fmla="*/ 11440 h 479949"/>
                <a:gd name="connsiteX174" fmla="*/ 167566 w 962060"/>
                <a:gd name="connsiteY174" fmla="*/ 15366 h 479949"/>
                <a:gd name="connsiteX175" fmla="*/ 168529 w 962060"/>
                <a:gd name="connsiteY175" fmla="*/ 19832 h 479949"/>
                <a:gd name="connsiteX176" fmla="*/ 169492 w 962060"/>
                <a:gd name="connsiteY176" fmla="*/ 24820 h 479949"/>
                <a:gd name="connsiteX177" fmla="*/ 170455 w 962060"/>
                <a:gd name="connsiteY177" fmla="*/ 30309 h 479949"/>
                <a:gd name="connsiteX178" fmla="*/ 171418 w 962060"/>
                <a:gd name="connsiteY178" fmla="*/ 36278 h 479949"/>
                <a:gd name="connsiteX179" fmla="*/ 172381 w 962060"/>
                <a:gd name="connsiteY179" fmla="*/ 42702 h 479949"/>
                <a:gd name="connsiteX180" fmla="*/ 173344 w 962060"/>
                <a:gd name="connsiteY180" fmla="*/ 49557 h 479949"/>
                <a:gd name="connsiteX181" fmla="*/ 174307 w 962060"/>
                <a:gd name="connsiteY181" fmla="*/ 56815 h 479949"/>
                <a:gd name="connsiteX182" fmla="*/ 175270 w 962060"/>
                <a:gd name="connsiteY182" fmla="*/ 64451 h 479949"/>
                <a:gd name="connsiteX183" fmla="*/ 176233 w 962060"/>
                <a:gd name="connsiteY183" fmla="*/ 72433 h 479949"/>
                <a:gd name="connsiteX184" fmla="*/ 177196 w 962060"/>
                <a:gd name="connsiteY184" fmla="*/ 80734 h 479949"/>
                <a:gd name="connsiteX185" fmla="*/ 178159 w 962060"/>
                <a:gd name="connsiteY185" fmla="*/ 89322 h 479949"/>
                <a:gd name="connsiteX186" fmla="*/ 179122 w 962060"/>
                <a:gd name="connsiteY186" fmla="*/ 98167 h 479949"/>
                <a:gd name="connsiteX187" fmla="*/ 180085 w 962060"/>
                <a:gd name="connsiteY187" fmla="*/ 107238 h 479949"/>
                <a:gd name="connsiteX188" fmla="*/ 181048 w 962060"/>
                <a:gd name="connsiteY188" fmla="*/ 116504 h 479949"/>
                <a:gd name="connsiteX189" fmla="*/ 182011 w 962060"/>
                <a:gd name="connsiteY189" fmla="*/ 125933 h 479949"/>
                <a:gd name="connsiteX190" fmla="*/ 182974 w 962060"/>
                <a:gd name="connsiteY190" fmla="*/ 135493 h 479949"/>
                <a:gd name="connsiteX191" fmla="*/ 183937 w 962060"/>
                <a:gd name="connsiteY191" fmla="*/ 145154 h 479949"/>
                <a:gd name="connsiteX192" fmla="*/ 184900 w 962060"/>
                <a:gd name="connsiteY192" fmla="*/ 154886 h 479949"/>
                <a:gd name="connsiteX193" fmla="*/ 185863 w 962060"/>
                <a:gd name="connsiteY193" fmla="*/ 164658 h 479949"/>
                <a:gd name="connsiteX194" fmla="*/ 186827 w 962060"/>
                <a:gd name="connsiteY194" fmla="*/ 174442 h 479949"/>
                <a:gd name="connsiteX195" fmla="*/ 187789 w 962060"/>
                <a:gd name="connsiteY195" fmla="*/ 184209 h 479949"/>
                <a:gd name="connsiteX196" fmla="*/ 188752 w 962060"/>
                <a:gd name="connsiteY196" fmla="*/ 193931 h 479949"/>
                <a:gd name="connsiteX197" fmla="*/ 189716 w 962060"/>
                <a:gd name="connsiteY197" fmla="*/ 203582 h 479949"/>
                <a:gd name="connsiteX198" fmla="*/ 190679 w 962060"/>
                <a:gd name="connsiteY198" fmla="*/ 213137 h 479949"/>
                <a:gd name="connsiteX199" fmla="*/ 191641 w 962060"/>
                <a:gd name="connsiteY199" fmla="*/ 222571 h 479949"/>
                <a:gd name="connsiteX200" fmla="*/ 192604 w 962060"/>
                <a:gd name="connsiteY200" fmla="*/ 231862 h 479949"/>
                <a:gd name="connsiteX201" fmla="*/ 193568 w 962060"/>
                <a:gd name="connsiteY201" fmla="*/ 240990 h 479949"/>
                <a:gd name="connsiteX202" fmla="*/ 194531 w 962060"/>
                <a:gd name="connsiteY202" fmla="*/ 249932 h 479949"/>
                <a:gd name="connsiteX203" fmla="*/ 195493 w 962060"/>
                <a:gd name="connsiteY203" fmla="*/ 258671 h 479949"/>
                <a:gd name="connsiteX204" fmla="*/ 196457 w 962060"/>
                <a:gd name="connsiteY204" fmla="*/ 267191 h 479949"/>
                <a:gd name="connsiteX205" fmla="*/ 197420 w 962060"/>
                <a:gd name="connsiteY205" fmla="*/ 275473 h 479949"/>
                <a:gd name="connsiteX206" fmla="*/ 198383 w 962060"/>
                <a:gd name="connsiteY206" fmla="*/ 283507 h 479949"/>
                <a:gd name="connsiteX207" fmla="*/ 199345 w 962060"/>
                <a:gd name="connsiteY207" fmla="*/ 291277 h 479949"/>
                <a:gd name="connsiteX208" fmla="*/ 200309 w 962060"/>
                <a:gd name="connsiteY208" fmla="*/ 298773 h 479949"/>
                <a:gd name="connsiteX209" fmla="*/ 201272 w 962060"/>
                <a:gd name="connsiteY209" fmla="*/ 305986 h 479949"/>
                <a:gd name="connsiteX210" fmla="*/ 202235 w 962060"/>
                <a:gd name="connsiteY210" fmla="*/ 312908 h 479949"/>
                <a:gd name="connsiteX211" fmla="*/ 203197 w 962060"/>
                <a:gd name="connsiteY211" fmla="*/ 319527 h 479949"/>
                <a:gd name="connsiteX212" fmla="*/ 204161 w 962060"/>
                <a:gd name="connsiteY212" fmla="*/ 325844 h 479949"/>
                <a:gd name="connsiteX213" fmla="*/ 205124 w 962060"/>
                <a:gd name="connsiteY213" fmla="*/ 331854 h 479949"/>
                <a:gd name="connsiteX214" fmla="*/ 206087 w 962060"/>
                <a:gd name="connsiteY214" fmla="*/ 337552 h 479949"/>
                <a:gd name="connsiteX215" fmla="*/ 207050 w 962060"/>
                <a:gd name="connsiteY215" fmla="*/ 342934 h 479949"/>
                <a:gd name="connsiteX216" fmla="*/ 208013 w 962060"/>
                <a:gd name="connsiteY216" fmla="*/ 348003 h 479949"/>
                <a:gd name="connsiteX217" fmla="*/ 208976 w 962060"/>
                <a:gd name="connsiteY217" fmla="*/ 352755 h 479949"/>
                <a:gd name="connsiteX218" fmla="*/ 209939 w 962060"/>
                <a:gd name="connsiteY218" fmla="*/ 357196 h 479949"/>
                <a:gd name="connsiteX219" fmla="*/ 210902 w 962060"/>
                <a:gd name="connsiteY219" fmla="*/ 361330 h 479949"/>
                <a:gd name="connsiteX220" fmla="*/ 211865 w 962060"/>
                <a:gd name="connsiteY220" fmla="*/ 365152 h 479949"/>
                <a:gd name="connsiteX221" fmla="*/ 212828 w 962060"/>
                <a:gd name="connsiteY221" fmla="*/ 368671 h 479949"/>
                <a:gd name="connsiteX222" fmla="*/ 213791 w 962060"/>
                <a:gd name="connsiteY222" fmla="*/ 371894 h 479949"/>
                <a:gd name="connsiteX223" fmla="*/ 214754 w 962060"/>
                <a:gd name="connsiteY223" fmla="*/ 374820 h 479949"/>
                <a:gd name="connsiteX224" fmla="*/ 215717 w 962060"/>
                <a:gd name="connsiteY224" fmla="*/ 377459 h 479949"/>
                <a:gd name="connsiteX225" fmla="*/ 216680 w 962060"/>
                <a:gd name="connsiteY225" fmla="*/ 379815 h 479949"/>
                <a:gd name="connsiteX226" fmla="*/ 217643 w 962060"/>
                <a:gd name="connsiteY226" fmla="*/ 381899 h 479949"/>
                <a:gd name="connsiteX227" fmla="*/ 218606 w 962060"/>
                <a:gd name="connsiteY227" fmla="*/ 383711 h 479949"/>
                <a:gd name="connsiteX228" fmla="*/ 219569 w 962060"/>
                <a:gd name="connsiteY228" fmla="*/ 385266 h 479949"/>
                <a:gd name="connsiteX229" fmla="*/ 220532 w 962060"/>
                <a:gd name="connsiteY229" fmla="*/ 386563 h 479949"/>
                <a:gd name="connsiteX230" fmla="*/ 221495 w 962060"/>
                <a:gd name="connsiteY230" fmla="*/ 387617 h 479949"/>
                <a:gd name="connsiteX231" fmla="*/ 222458 w 962060"/>
                <a:gd name="connsiteY231" fmla="*/ 388439 h 479949"/>
                <a:gd name="connsiteX232" fmla="*/ 223421 w 962060"/>
                <a:gd name="connsiteY232" fmla="*/ 389023 h 479949"/>
                <a:gd name="connsiteX233" fmla="*/ 224384 w 962060"/>
                <a:gd name="connsiteY233" fmla="*/ 389389 h 479949"/>
                <a:gd name="connsiteX234" fmla="*/ 225347 w 962060"/>
                <a:gd name="connsiteY234" fmla="*/ 389548 h 479949"/>
                <a:gd name="connsiteX235" fmla="*/ 226310 w 962060"/>
                <a:gd name="connsiteY235" fmla="*/ 389493 h 479949"/>
                <a:gd name="connsiteX236" fmla="*/ 227274 w 962060"/>
                <a:gd name="connsiteY236" fmla="*/ 389246 h 479949"/>
                <a:gd name="connsiteX237" fmla="*/ 228236 w 962060"/>
                <a:gd name="connsiteY237" fmla="*/ 388810 h 479949"/>
                <a:gd name="connsiteX238" fmla="*/ 229199 w 962060"/>
                <a:gd name="connsiteY238" fmla="*/ 388191 h 479949"/>
                <a:gd name="connsiteX239" fmla="*/ 230162 w 962060"/>
                <a:gd name="connsiteY239" fmla="*/ 387399 h 479949"/>
                <a:gd name="connsiteX240" fmla="*/ 231126 w 962060"/>
                <a:gd name="connsiteY240" fmla="*/ 386439 h 479949"/>
                <a:gd name="connsiteX241" fmla="*/ 232088 w 962060"/>
                <a:gd name="connsiteY241" fmla="*/ 385325 h 479949"/>
                <a:gd name="connsiteX242" fmla="*/ 233051 w 962060"/>
                <a:gd name="connsiteY242" fmla="*/ 384058 h 479949"/>
                <a:gd name="connsiteX243" fmla="*/ 234014 w 962060"/>
                <a:gd name="connsiteY243" fmla="*/ 382642 h 479949"/>
                <a:gd name="connsiteX244" fmla="*/ 234978 w 962060"/>
                <a:gd name="connsiteY244" fmla="*/ 381092 h 479949"/>
                <a:gd name="connsiteX245" fmla="*/ 235940 w 962060"/>
                <a:gd name="connsiteY245" fmla="*/ 379404 h 479949"/>
                <a:gd name="connsiteX246" fmla="*/ 236903 w 962060"/>
                <a:gd name="connsiteY246" fmla="*/ 377597 h 479949"/>
                <a:gd name="connsiteX247" fmla="*/ 237867 w 962060"/>
                <a:gd name="connsiteY247" fmla="*/ 375672 h 479949"/>
                <a:gd name="connsiteX248" fmla="*/ 238830 w 962060"/>
                <a:gd name="connsiteY248" fmla="*/ 373627 h 479949"/>
                <a:gd name="connsiteX249" fmla="*/ 239792 w 962060"/>
                <a:gd name="connsiteY249" fmla="*/ 371478 h 479949"/>
                <a:gd name="connsiteX250" fmla="*/ 240755 w 962060"/>
                <a:gd name="connsiteY250" fmla="*/ 369226 h 479949"/>
                <a:gd name="connsiteX251" fmla="*/ 241719 w 962060"/>
                <a:gd name="connsiteY251" fmla="*/ 366874 h 479949"/>
                <a:gd name="connsiteX252" fmla="*/ 242682 w 962060"/>
                <a:gd name="connsiteY252" fmla="*/ 364429 h 479949"/>
                <a:gd name="connsiteX253" fmla="*/ 243645 w 962060"/>
                <a:gd name="connsiteY253" fmla="*/ 361899 h 479949"/>
                <a:gd name="connsiteX254" fmla="*/ 244608 w 962060"/>
                <a:gd name="connsiteY254" fmla="*/ 359285 h 479949"/>
                <a:gd name="connsiteX255" fmla="*/ 245571 w 962060"/>
                <a:gd name="connsiteY255" fmla="*/ 356592 h 479949"/>
                <a:gd name="connsiteX256" fmla="*/ 246534 w 962060"/>
                <a:gd name="connsiteY256" fmla="*/ 353825 h 479949"/>
                <a:gd name="connsiteX257" fmla="*/ 247497 w 962060"/>
                <a:gd name="connsiteY257" fmla="*/ 350983 h 479949"/>
                <a:gd name="connsiteX258" fmla="*/ 248460 w 962060"/>
                <a:gd name="connsiteY258" fmla="*/ 348077 h 479949"/>
                <a:gd name="connsiteX259" fmla="*/ 249423 w 962060"/>
                <a:gd name="connsiteY259" fmla="*/ 345107 h 479949"/>
                <a:gd name="connsiteX260" fmla="*/ 250386 w 962060"/>
                <a:gd name="connsiteY260" fmla="*/ 342077 h 479949"/>
                <a:gd name="connsiteX261" fmla="*/ 251349 w 962060"/>
                <a:gd name="connsiteY261" fmla="*/ 338993 h 479949"/>
                <a:gd name="connsiteX262" fmla="*/ 252312 w 962060"/>
                <a:gd name="connsiteY262" fmla="*/ 335854 h 479949"/>
                <a:gd name="connsiteX263" fmla="*/ 253275 w 962060"/>
                <a:gd name="connsiteY263" fmla="*/ 332666 h 479949"/>
                <a:gd name="connsiteX264" fmla="*/ 254238 w 962060"/>
                <a:gd name="connsiteY264" fmla="*/ 329428 h 479949"/>
                <a:gd name="connsiteX265" fmla="*/ 255201 w 962060"/>
                <a:gd name="connsiteY265" fmla="*/ 326151 h 479949"/>
                <a:gd name="connsiteX266" fmla="*/ 256164 w 962060"/>
                <a:gd name="connsiteY266" fmla="*/ 322834 h 479949"/>
                <a:gd name="connsiteX267" fmla="*/ 257127 w 962060"/>
                <a:gd name="connsiteY267" fmla="*/ 319478 h 479949"/>
                <a:gd name="connsiteX268" fmla="*/ 258090 w 962060"/>
                <a:gd name="connsiteY268" fmla="*/ 316082 h 479949"/>
                <a:gd name="connsiteX269" fmla="*/ 259053 w 962060"/>
                <a:gd name="connsiteY269" fmla="*/ 312661 h 479949"/>
                <a:gd name="connsiteX270" fmla="*/ 260016 w 962060"/>
                <a:gd name="connsiteY270" fmla="*/ 309207 h 479949"/>
                <a:gd name="connsiteX271" fmla="*/ 260979 w 962060"/>
                <a:gd name="connsiteY271" fmla="*/ 305727 h 479949"/>
                <a:gd name="connsiteX272" fmla="*/ 261942 w 962060"/>
                <a:gd name="connsiteY272" fmla="*/ 302224 h 479949"/>
                <a:gd name="connsiteX273" fmla="*/ 262905 w 962060"/>
                <a:gd name="connsiteY273" fmla="*/ 298698 h 479949"/>
                <a:gd name="connsiteX274" fmla="*/ 263868 w 962060"/>
                <a:gd name="connsiteY274" fmla="*/ 295155 h 479949"/>
                <a:gd name="connsiteX275" fmla="*/ 264831 w 962060"/>
                <a:gd name="connsiteY275" fmla="*/ 291595 h 479949"/>
                <a:gd name="connsiteX276" fmla="*/ 265794 w 962060"/>
                <a:gd name="connsiteY276" fmla="*/ 288022 h 479949"/>
                <a:gd name="connsiteX277" fmla="*/ 266757 w 962060"/>
                <a:gd name="connsiteY277" fmla="*/ 284437 h 479949"/>
                <a:gd name="connsiteX278" fmla="*/ 267720 w 962060"/>
                <a:gd name="connsiteY278" fmla="*/ 280845 h 479949"/>
                <a:gd name="connsiteX279" fmla="*/ 268683 w 962060"/>
                <a:gd name="connsiteY279" fmla="*/ 277246 h 479949"/>
                <a:gd name="connsiteX280" fmla="*/ 269646 w 962060"/>
                <a:gd name="connsiteY280" fmla="*/ 273645 h 479949"/>
                <a:gd name="connsiteX281" fmla="*/ 270609 w 962060"/>
                <a:gd name="connsiteY281" fmla="*/ 270042 h 479949"/>
                <a:gd name="connsiteX282" fmla="*/ 271572 w 962060"/>
                <a:gd name="connsiteY282" fmla="*/ 266441 h 479949"/>
                <a:gd name="connsiteX283" fmla="*/ 272535 w 962060"/>
                <a:gd name="connsiteY283" fmla="*/ 262845 h 479949"/>
                <a:gd name="connsiteX284" fmla="*/ 273498 w 962060"/>
                <a:gd name="connsiteY284" fmla="*/ 259255 h 479949"/>
                <a:gd name="connsiteX285" fmla="*/ 274461 w 962060"/>
                <a:gd name="connsiteY285" fmla="*/ 255676 h 479949"/>
                <a:gd name="connsiteX286" fmla="*/ 275425 w 962060"/>
                <a:gd name="connsiteY286" fmla="*/ 252108 h 479949"/>
                <a:gd name="connsiteX287" fmla="*/ 276387 w 962060"/>
                <a:gd name="connsiteY287" fmla="*/ 248554 h 479949"/>
                <a:gd name="connsiteX288" fmla="*/ 277350 w 962060"/>
                <a:gd name="connsiteY288" fmla="*/ 245018 h 479949"/>
                <a:gd name="connsiteX289" fmla="*/ 278313 w 962060"/>
                <a:gd name="connsiteY289" fmla="*/ 241502 h 479949"/>
                <a:gd name="connsiteX290" fmla="*/ 279277 w 962060"/>
                <a:gd name="connsiteY290" fmla="*/ 238008 h 479949"/>
                <a:gd name="connsiteX291" fmla="*/ 280240 w 962060"/>
                <a:gd name="connsiteY291" fmla="*/ 234538 h 479949"/>
                <a:gd name="connsiteX292" fmla="*/ 281202 w 962060"/>
                <a:gd name="connsiteY292" fmla="*/ 231096 h 479949"/>
                <a:gd name="connsiteX293" fmla="*/ 282166 w 962060"/>
                <a:gd name="connsiteY293" fmla="*/ 227684 h 479949"/>
                <a:gd name="connsiteX294" fmla="*/ 283129 w 962060"/>
                <a:gd name="connsiteY294" fmla="*/ 224304 h 479949"/>
                <a:gd name="connsiteX295" fmla="*/ 284092 w 962060"/>
                <a:gd name="connsiteY295" fmla="*/ 220959 h 479949"/>
                <a:gd name="connsiteX296" fmla="*/ 285054 w 962060"/>
                <a:gd name="connsiteY296" fmla="*/ 217651 h 479949"/>
                <a:gd name="connsiteX297" fmla="*/ 286018 w 962060"/>
                <a:gd name="connsiteY297" fmla="*/ 214384 h 479949"/>
                <a:gd name="connsiteX298" fmla="*/ 286981 w 962060"/>
                <a:gd name="connsiteY298" fmla="*/ 211158 h 479949"/>
                <a:gd name="connsiteX299" fmla="*/ 287944 w 962060"/>
                <a:gd name="connsiteY299" fmla="*/ 207978 h 479949"/>
                <a:gd name="connsiteX300" fmla="*/ 288906 w 962060"/>
                <a:gd name="connsiteY300" fmla="*/ 204844 h 479949"/>
                <a:gd name="connsiteX301" fmla="*/ 289870 w 962060"/>
                <a:gd name="connsiteY301" fmla="*/ 201761 h 479949"/>
                <a:gd name="connsiteX302" fmla="*/ 290833 w 962060"/>
                <a:gd name="connsiteY302" fmla="*/ 198729 h 479949"/>
                <a:gd name="connsiteX303" fmla="*/ 291796 w 962060"/>
                <a:gd name="connsiteY303" fmla="*/ 195751 h 479949"/>
                <a:gd name="connsiteX304" fmla="*/ 292759 w 962060"/>
                <a:gd name="connsiteY304" fmla="*/ 192830 h 479949"/>
                <a:gd name="connsiteX305" fmla="*/ 293722 w 962060"/>
                <a:gd name="connsiteY305" fmla="*/ 189967 h 479949"/>
                <a:gd name="connsiteX306" fmla="*/ 294685 w 962060"/>
                <a:gd name="connsiteY306" fmla="*/ 187166 h 479949"/>
                <a:gd name="connsiteX307" fmla="*/ 295648 w 962060"/>
                <a:gd name="connsiteY307" fmla="*/ 184428 h 479949"/>
                <a:gd name="connsiteX308" fmla="*/ 296611 w 962060"/>
                <a:gd name="connsiteY308" fmla="*/ 181754 h 479949"/>
                <a:gd name="connsiteX309" fmla="*/ 297574 w 962060"/>
                <a:gd name="connsiteY309" fmla="*/ 179149 h 479949"/>
                <a:gd name="connsiteX310" fmla="*/ 298537 w 962060"/>
                <a:gd name="connsiteY310" fmla="*/ 176612 h 479949"/>
                <a:gd name="connsiteX311" fmla="*/ 299500 w 962060"/>
                <a:gd name="connsiteY311" fmla="*/ 174146 h 479949"/>
                <a:gd name="connsiteX312" fmla="*/ 300463 w 962060"/>
                <a:gd name="connsiteY312" fmla="*/ 171754 h 479949"/>
                <a:gd name="connsiteX313" fmla="*/ 301426 w 962060"/>
                <a:gd name="connsiteY313" fmla="*/ 169436 h 479949"/>
                <a:gd name="connsiteX314" fmla="*/ 302389 w 962060"/>
                <a:gd name="connsiteY314" fmla="*/ 167195 h 479949"/>
                <a:gd name="connsiteX315" fmla="*/ 303352 w 962060"/>
                <a:gd name="connsiteY315" fmla="*/ 165032 h 479949"/>
                <a:gd name="connsiteX316" fmla="*/ 304315 w 962060"/>
                <a:gd name="connsiteY316" fmla="*/ 162949 h 479949"/>
                <a:gd name="connsiteX317" fmla="*/ 305278 w 962060"/>
                <a:gd name="connsiteY317" fmla="*/ 160947 h 479949"/>
                <a:gd name="connsiteX318" fmla="*/ 306241 w 962060"/>
                <a:gd name="connsiteY318" fmla="*/ 159028 h 479949"/>
                <a:gd name="connsiteX319" fmla="*/ 307204 w 962060"/>
                <a:gd name="connsiteY319" fmla="*/ 157193 h 479949"/>
                <a:gd name="connsiteX320" fmla="*/ 308167 w 962060"/>
                <a:gd name="connsiteY320" fmla="*/ 155444 h 479949"/>
                <a:gd name="connsiteX321" fmla="*/ 309130 w 962060"/>
                <a:gd name="connsiteY321" fmla="*/ 153781 h 479949"/>
                <a:gd name="connsiteX322" fmla="*/ 310093 w 962060"/>
                <a:gd name="connsiteY322" fmla="*/ 152206 h 479949"/>
                <a:gd name="connsiteX323" fmla="*/ 311056 w 962060"/>
                <a:gd name="connsiteY323" fmla="*/ 150719 h 479949"/>
                <a:gd name="connsiteX324" fmla="*/ 312019 w 962060"/>
                <a:gd name="connsiteY324" fmla="*/ 149323 h 479949"/>
                <a:gd name="connsiteX325" fmla="*/ 312982 w 962060"/>
                <a:gd name="connsiteY325" fmla="*/ 148017 h 479949"/>
                <a:gd name="connsiteX326" fmla="*/ 313945 w 962060"/>
                <a:gd name="connsiteY326" fmla="*/ 146802 h 479949"/>
                <a:gd name="connsiteX327" fmla="*/ 314908 w 962060"/>
                <a:gd name="connsiteY327" fmla="*/ 145679 h 479949"/>
                <a:gd name="connsiteX328" fmla="*/ 315871 w 962060"/>
                <a:gd name="connsiteY328" fmla="*/ 144649 h 479949"/>
                <a:gd name="connsiteX329" fmla="*/ 316834 w 962060"/>
                <a:gd name="connsiteY329" fmla="*/ 143711 h 479949"/>
                <a:gd name="connsiteX330" fmla="*/ 317797 w 962060"/>
                <a:gd name="connsiteY330" fmla="*/ 142866 h 479949"/>
                <a:gd name="connsiteX331" fmla="*/ 318760 w 962060"/>
                <a:gd name="connsiteY331" fmla="*/ 142116 h 479949"/>
                <a:gd name="connsiteX332" fmla="*/ 319723 w 962060"/>
                <a:gd name="connsiteY332" fmla="*/ 141459 h 479949"/>
                <a:gd name="connsiteX333" fmla="*/ 320687 w 962060"/>
                <a:gd name="connsiteY333" fmla="*/ 140896 h 479949"/>
                <a:gd name="connsiteX334" fmla="*/ 321647 w 962060"/>
                <a:gd name="connsiteY334" fmla="*/ 140426 h 479949"/>
                <a:gd name="connsiteX335" fmla="*/ 322613 w 962060"/>
                <a:gd name="connsiteY335" fmla="*/ 140051 h 479949"/>
                <a:gd name="connsiteX336" fmla="*/ 323573 w 962060"/>
                <a:gd name="connsiteY336" fmla="*/ 139768 h 479949"/>
                <a:gd name="connsiteX337" fmla="*/ 324539 w 962060"/>
                <a:gd name="connsiteY337" fmla="*/ 139579 h 479949"/>
                <a:gd name="connsiteX338" fmla="*/ 325504 w 962060"/>
                <a:gd name="connsiteY338" fmla="*/ 139483 h 479949"/>
                <a:gd name="connsiteX339" fmla="*/ 326464 w 962060"/>
                <a:gd name="connsiteY339" fmla="*/ 139479 h 479949"/>
                <a:gd name="connsiteX340" fmla="*/ 327430 w 962060"/>
                <a:gd name="connsiteY340" fmla="*/ 139566 h 479949"/>
                <a:gd name="connsiteX341" fmla="*/ 328390 w 962060"/>
                <a:gd name="connsiteY341" fmla="*/ 139744 h 479949"/>
                <a:gd name="connsiteX342" fmla="*/ 329355 w 962060"/>
                <a:gd name="connsiteY342" fmla="*/ 140012 h 479949"/>
                <a:gd name="connsiteX343" fmla="*/ 330316 w 962060"/>
                <a:gd name="connsiteY343" fmla="*/ 140370 h 479949"/>
                <a:gd name="connsiteX344" fmla="*/ 331281 w 962060"/>
                <a:gd name="connsiteY344" fmla="*/ 140816 h 479949"/>
                <a:gd name="connsiteX345" fmla="*/ 332242 w 962060"/>
                <a:gd name="connsiteY345" fmla="*/ 141349 h 479949"/>
                <a:gd name="connsiteX346" fmla="*/ 333207 w 962060"/>
                <a:gd name="connsiteY346" fmla="*/ 141967 h 479949"/>
                <a:gd name="connsiteX347" fmla="*/ 334167 w 962060"/>
                <a:gd name="connsiteY347" fmla="*/ 142671 h 479949"/>
                <a:gd name="connsiteX348" fmla="*/ 335133 w 962060"/>
                <a:gd name="connsiteY348" fmla="*/ 143458 h 479949"/>
                <a:gd name="connsiteX349" fmla="*/ 336093 w 962060"/>
                <a:gd name="connsiteY349" fmla="*/ 144327 h 479949"/>
                <a:gd name="connsiteX350" fmla="*/ 337058 w 962060"/>
                <a:gd name="connsiteY350" fmla="*/ 145277 h 479949"/>
                <a:gd name="connsiteX351" fmla="*/ 338019 w 962060"/>
                <a:gd name="connsiteY351" fmla="*/ 146306 h 479949"/>
                <a:gd name="connsiteX352" fmla="*/ 338984 w 962060"/>
                <a:gd name="connsiteY352" fmla="*/ 147412 h 479949"/>
                <a:gd name="connsiteX353" fmla="*/ 339945 w 962060"/>
                <a:gd name="connsiteY353" fmla="*/ 148593 h 479949"/>
                <a:gd name="connsiteX354" fmla="*/ 340910 w 962060"/>
                <a:gd name="connsiteY354" fmla="*/ 149848 h 479949"/>
                <a:gd name="connsiteX355" fmla="*/ 341870 w 962060"/>
                <a:gd name="connsiteY355" fmla="*/ 151176 h 479949"/>
                <a:gd name="connsiteX356" fmla="*/ 342836 w 962060"/>
                <a:gd name="connsiteY356" fmla="*/ 152574 h 479949"/>
                <a:gd name="connsiteX357" fmla="*/ 343801 w 962060"/>
                <a:gd name="connsiteY357" fmla="*/ 154039 h 479949"/>
                <a:gd name="connsiteX358" fmla="*/ 344762 w 962060"/>
                <a:gd name="connsiteY358" fmla="*/ 155571 h 479949"/>
                <a:gd name="connsiteX359" fmla="*/ 345727 w 962060"/>
                <a:gd name="connsiteY359" fmla="*/ 157167 h 479949"/>
                <a:gd name="connsiteX360" fmla="*/ 346687 w 962060"/>
                <a:gd name="connsiteY360" fmla="*/ 158824 h 479949"/>
                <a:gd name="connsiteX361" fmla="*/ 347653 w 962060"/>
                <a:gd name="connsiteY361" fmla="*/ 160542 h 479949"/>
                <a:gd name="connsiteX362" fmla="*/ 348613 w 962060"/>
                <a:gd name="connsiteY362" fmla="*/ 162317 h 479949"/>
                <a:gd name="connsiteX363" fmla="*/ 349578 w 962060"/>
                <a:gd name="connsiteY363" fmla="*/ 164147 h 479949"/>
                <a:gd name="connsiteX364" fmla="*/ 350539 w 962060"/>
                <a:gd name="connsiteY364" fmla="*/ 166030 h 479949"/>
                <a:gd name="connsiteX365" fmla="*/ 351504 w 962060"/>
                <a:gd name="connsiteY365" fmla="*/ 167964 h 479949"/>
                <a:gd name="connsiteX366" fmla="*/ 352465 w 962060"/>
                <a:gd name="connsiteY366" fmla="*/ 169946 h 479949"/>
                <a:gd name="connsiteX367" fmla="*/ 353430 w 962060"/>
                <a:gd name="connsiteY367" fmla="*/ 171974 h 479949"/>
                <a:gd name="connsiteX368" fmla="*/ 354390 w 962060"/>
                <a:gd name="connsiteY368" fmla="*/ 174046 h 479949"/>
                <a:gd name="connsiteX369" fmla="*/ 355356 w 962060"/>
                <a:gd name="connsiteY369" fmla="*/ 176158 h 479949"/>
                <a:gd name="connsiteX370" fmla="*/ 356316 w 962060"/>
                <a:gd name="connsiteY370" fmla="*/ 178309 h 479949"/>
                <a:gd name="connsiteX371" fmla="*/ 357281 w 962060"/>
                <a:gd name="connsiteY371" fmla="*/ 180497 h 479949"/>
                <a:gd name="connsiteX372" fmla="*/ 358242 w 962060"/>
                <a:gd name="connsiteY372" fmla="*/ 182718 h 479949"/>
                <a:gd name="connsiteX373" fmla="*/ 359207 w 962060"/>
                <a:gd name="connsiteY373" fmla="*/ 184970 h 479949"/>
                <a:gd name="connsiteX374" fmla="*/ 360173 w 962060"/>
                <a:gd name="connsiteY374" fmla="*/ 187251 h 479949"/>
                <a:gd name="connsiteX375" fmla="*/ 361133 w 962060"/>
                <a:gd name="connsiteY375" fmla="*/ 189559 h 479949"/>
                <a:gd name="connsiteX376" fmla="*/ 362098 w 962060"/>
                <a:gd name="connsiteY376" fmla="*/ 191889 h 479949"/>
                <a:gd name="connsiteX377" fmla="*/ 363059 w 962060"/>
                <a:gd name="connsiteY377" fmla="*/ 194242 h 479949"/>
                <a:gd name="connsiteX378" fmla="*/ 364024 w 962060"/>
                <a:gd name="connsiteY378" fmla="*/ 196614 h 479949"/>
                <a:gd name="connsiteX379" fmla="*/ 364985 w 962060"/>
                <a:gd name="connsiteY379" fmla="*/ 199001 h 479949"/>
                <a:gd name="connsiteX380" fmla="*/ 365950 w 962060"/>
                <a:gd name="connsiteY380" fmla="*/ 201403 h 479949"/>
                <a:gd name="connsiteX381" fmla="*/ 366910 w 962060"/>
                <a:gd name="connsiteY381" fmla="*/ 203817 h 479949"/>
                <a:gd name="connsiteX382" fmla="*/ 367876 w 962060"/>
                <a:gd name="connsiteY382" fmla="*/ 206240 h 479949"/>
                <a:gd name="connsiteX383" fmla="*/ 368836 w 962060"/>
                <a:gd name="connsiteY383" fmla="*/ 208670 h 479949"/>
                <a:gd name="connsiteX384" fmla="*/ 369801 w 962060"/>
                <a:gd name="connsiteY384" fmla="*/ 211105 h 479949"/>
                <a:gd name="connsiteX385" fmla="*/ 370762 w 962060"/>
                <a:gd name="connsiteY385" fmla="*/ 213542 h 479949"/>
                <a:gd name="connsiteX386" fmla="*/ 371727 w 962060"/>
                <a:gd name="connsiteY386" fmla="*/ 215980 h 479949"/>
                <a:gd name="connsiteX387" fmla="*/ 372688 w 962060"/>
                <a:gd name="connsiteY387" fmla="*/ 218415 h 479949"/>
                <a:gd name="connsiteX388" fmla="*/ 373653 w 962060"/>
                <a:gd name="connsiteY388" fmla="*/ 220847 h 479949"/>
                <a:gd name="connsiteX389" fmla="*/ 374613 w 962060"/>
                <a:gd name="connsiteY389" fmla="*/ 223271 h 479949"/>
                <a:gd name="connsiteX390" fmla="*/ 375579 w 962060"/>
                <a:gd name="connsiteY390" fmla="*/ 225688 h 479949"/>
                <a:gd name="connsiteX391" fmla="*/ 376544 w 962060"/>
                <a:gd name="connsiteY391" fmla="*/ 228094 h 479949"/>
                <a:gd name="connsiteX392" fmla="*/ 377505 w 962060"/>
                <a:gd name="connsiteY392" fmla="*/ 230488 h 479949"/>
                <a:gd name="connsiteX393" fmla="*/ 378470 w 962060"/>
                <a:gd name="connsiteY393" fmla="*/ 232867 h 479949"/>
                <a:gd name="connsiteX394" fmla="*/ 379430 w 962060"/>
                <a:gd name="connsiteY394" fmla="*/ 235231 h 479949"/>
                <a:gd name="connsiteX395" fmla="*/ 380396 w 962060"/>
                <a:gd name="connsiteY395" fmla="*/ 237577 h 479949"/>
                <a:gd name="connsiteX396" fmla="*/ 381356 w 962060"/>
                <a:gd name="connsiteY396" fmla="*/ 239903 h 479949"/>
                <a:gd name="connsiteX397" fmla="*/ 382321 w 962060"/>
                <a:gd name="connsiteY397" fmla="*/ 242207 h 479949"/>
                <a:gd name="connsiteX398" fmla="*/ 383282 w 962060"/>
                <a:gd name="connsiteY398" fmla="*/ 244488 h 479949"/>
                <a:gd name="connsiteX399" fmla="*/ 384247 w 962060"/>
                <a:gd name="connsiteY399" fmla="*/ 246745 h 479949"/>
                <a:gd name="connsiteX400" fmla="*/ 385208 w 962060"/>
                <a:gd name="connsiteY400" fmla="*/ 248976 h 479949"/>
                <a:gd name="connsiteX401" fmla="*/ 386173 w 962060"/>
                <a:gd name="connsiteY401" fmla="*/ 251180 h 479949"/>
                <a:gd name="connsiteX402" fmla="*/ 387133 w 962060"/>
                <a:gd name="connsiteY402" fmla="*/ 253353 h 479949"/>
                <a:gd name="connsiteX403" fmla="*/ 388099 w 962060"/>
                <a:gd name="connsiteY403" fmla="*/ 255497 h 479949"/>
                <a:gd name="connsiteX404" fmla="*/ 389059 w 962060"/>
                <a:gd name="connsiteY404" fmla="*/ 257610 h 479949"/>
                <a:gd name="connsiteX405" fmla="*/ 390024 w 962060"/>
                <a:gd name="connsiteY405" fmla="*/ 259690 h 479949"/>
                <a:gd name="connsiteX406" fmla="*/ 390985 w 962060"/>
                <a:gd name="connsiteY406" fmla="*/ 261736 h 479949"/>
                <a:gd name="connsiteX407" fmla="*/ 391950 w 962060"/>
                <a:gd name="connsiteY407" fmla="*/ 263747 h 479949"/>
                <a:gd name="connsiteX408" fmla="*/ 392911 w 962060"/>
                <a:gd name="connsiteY408" fmla="*/ 265722 h 479949"/>
                <a:gd name="connsiteX409" fmla="*/ 393876 w 962060"/>
                <a:gd name="connsiteY409" fmla="*/ 267661 h 479949"/>
                <a:gd name="connsiteX410" fmla="*/ 394841 w 962060"/>
                <a:gd name="connsiteY410" fmla="*/ 269561 h 479949"/>
                <a:gd name="connsiteX411" fmla="*/ 395802 w 962060"/>
                <a:gd name="connsiteY411" fmla="*/ 271424 h 479949"/>
                <a:gd name="connsiteX412" fmla="*/ 396767 w 962060"/>
                <a:gd name="connsiteY412" fmla="*/ 273247 h 479949"/>
                <a:gd name="connsiteX413" fmla="*/ 397728 w 962060"/>
                <a:gd name="connsiteY413" fmla="*/ 275031 h 479949"/>
                <a:gd name="connsiteX414" fmla="*/ 398693 w 962060"/>
                <a:gd name="connsiteY414" fmla="*/ 276774 h 479949"/>
                <a:gd name="connsiteX415" fmla="*/ 399653 w 962060"/>
                <a:gd name="connsiteY415" fmla="*/ 278476 h 479949"/>
                <a:gd name="connsiteX416" fmla="*/ 400619 w 962060"/>
                <a:gd name="connsiteY416" fmla="*/ 280137 h 479949"/>
                <a:gd name="connsiteX417" fmla="*/ 401579 w 962060"/>
                <a:gd name="connsiteY417" fmla="*/ 281756 h 479949"/>
                <a:gd name="connsiteX418" fmla="*/ 402544 w 962060"/>
                <a:gd name="connsiteY418" fmla="*/ 283333 h 479949"/>
                <a:gd name="connsiteX419" fmla="*/ 403505 w 962060"/>
                <a:gd name="connsiteY419" fmla="*/ 284868 h 479949"/>
                <a:gd name="connsiteX420" fmla="*/ 404470 w 962060"/>
                <a:gd name="connsiteY420" fmla="*/ 286360 h 479949"/>
                <a:gd name="connsiteX421" fmla="*/ 405431 w 962060"/>
                <a:gd name="connsiteY421" fmla="*/ 287810 h 479949"/>
                <a:gd name="connsiteX422" fmla="*/ 406396 w 962060"/>
                <a:gd name="connsiteY422" fmla="*/ 289216 h 479949"/>
                <a:gd name="connsiteX423" fmla="*/ 407356 w 962060"/>
                <a:gd name="connsiteY423" fmla="*/ 290580 h 479949"/>
                <a:gd name="connsiteX424" fmla="*/ 408322 w 962060"/>
                <a:gd name="connsiteY424" fmla="*/ 291901 h 479949"/>
                <a:gd name="connsiteX425" fmla="*/ 409282 w 962060"/>
                <a:gd name="connsiteY425" fmla="*/ 293180 h 479949"/>
                <a:gd name="connsiteX426" fmla="*/ 410248 w 962060"/>
                <a:gd name="connsiteY426" fmla="*/ 294416 h 479949"/>
                <a:gd name="connsiteX427" fmla="*/ 411213 w 962060"/>
                <a:gd name="connsiteY427" fmla="*/ 295609 h 479949"/>
                <a:gd name="connsiteX428" fmla="*/ 412173 w 962060"/>
                <a:gd name="connsiteY428" fmla="*/ 296761 h 479949"/>
                <a:gd name="connsiteX429" fmla="*/ 413139 w 962060"/>
                <a:gd name="connsiteY429" fmla="*/ 297870 h 479949"/>
                <a:gd name="connsiteX430" fmla="*/ 414099 w 962060"/>
                <a:gd name="connsiteY430" fmla="*/ 298938 h 479949"/>
                <a:gd name="connsiteX431" fmla="*/ 415064 w 962060"/>
                <a:gd name="connsiteY431" fmla="*/ 299965 h 479949"/>
                <a:gd name="connsiteX432" fmla="*/ 416025 w 962060"/>
                <a:gd name="connsiteY432" fmla="*/ 300952 h 479949"/>
                <a:gd name="connsiteX433" fmla="*/ 416990 w 962060"/>
                <a:gd name="connsiteY433" fmla="*/ 301898 h 479949"/>
                <a:gd name="connsiteX434" fmla="*/ 417951 w 962060"/>
                <a:gd name="connsiteY434" fmla="*/ 302804 h 479949"/>
                <a:gd name="connsiteX435" fmla="*/ 418916 w 962060"/>
                <a:gd name="connsiteY435" fmla="*/ 303672 h 479949"/>
                <a:gd name="connsiteX436" fmla="*/ 419876 w 962060"/>
                <a:gd name="connsiteY436" fmla="*/ 304501 h 479949"/>
                <a:gd name="connsiteX437" fmla="*/ 420842 w 962060"/>
                <a:gd name="connsiteY437" fmla="*/ 305292 h 479949"/>
                <a:gd name="connsiteX438" fmla="*/ 421802 w 962060"/>
                <a:gd name="connsiteY438" fmla="*/ 306046 h 479949"/>
                <a:gd name="connsiteX439" fmla="*/ 422767 w 962060"/>
                <a:gd name="connsiteY439" fmla="*/ 306763 h 479949"/>
                <a:gd name="connsiteX440" fmla="*/ 423728 w 962060"/>
                <a:gd name="connsiteY440" fmla="*/ 307445 h 479949"/>
                <a:gd name="connsiteX441" fmla="*/ 424693 w 962060"/>
                <a:gd name="connsiteY441" fmla="*/ 308092 h 479949"/>
                <a:gd name="connsiteX442" fmla="*/ 425654 w 962060"/>
                <a:gd name="connsiteY442" fmla="*/ 308704 h 479949"/>
                <a:gd name="connsiteX443" fmla="*/ 426619 w 962060"/>
                <a:gd name="connsiteY443" fmla="*/ 309283 h 479949"/>
                <a:gd name="connsiteX444" fmla="*/ 427579 w 962060"/>
                <a:gd name="connsiteY444" fmla="*/ 309830 h 479949"/>
                <a:gd name="connsiteX445" fmla="*/ 428545 w 962060"/>
                <a:gd name="connsiteY445" fmla="*/ 310345 h 479949"/>
                <a:gd name="connsiteX446" fmla="*/ 429510 w 962060"/>
                <a:gd name="connsiteY446" fmla="*/ 310829 h 479949"/>
                <a:gd name="connsiteX447" fmla="*/ 430471 w 962060"/>
                <a:gd name="connsiteY447" fmla="*/ 311283 h 479949"/>
                <a:gd name="connsiteX448" fmla="*/ 431436 w 962060"/>
                <a:gd name="connsiteY448" fmla="*/ 311708 h 479949"/>
                <a:gd name="connsiteX449" fmla="*/ 432396 w 962060"/>
                <a:gd name="connsiteY449" fmla="*/ 312105 h 479949"/>
                <a:gd name="connsiteX450" fmla="*/ 433362 w 962060"/>
                <a:gd name="connsiteY450" fmla="*/ 312476 h 479949"/>
                <a:gd name="connsiteX451" fmla="*/ 434322 w 962060"/>
                <a:gd name="connsiteY451" fmla="*/ 312819 h 479949"/>
                <a:gd name="connsiteX452" fmla="*/ 435287 w 962060"/>
                <a:gd name="connsiteY452" fmla="*/ 313141 h 479949"/>
                <a:gd name="connsiteX453" fmla="*/ 436248 w 962060"/>
                <a:gd name="connsiteY453" fmla="*/ 313433 h 479949"/>
                <a:gd name="connsiteX454" fmla="*/ 437213 w 962060"/>
                <a:gd name="connsiteY454" fmla="*/ 313705 h 479949"/>
                <a:gd name="connsiteX455" fmla="*/ 438174 w 962060"/>
                <a:gd name="connsiteY455" fmla="*/ 313958 h 479949"/>
                <a:gd name="connsiteX456" fmla="*/ 439139 w 962060"/>
                <a:gd name="connsiteY456" fmla="*/ 314186 h 479949"/>
                <a:gd name="connsiteX457" fmla="*/ 440099 w 962060"/>
                <a:gd name="connsiteY457" fmla="*/ 314394 h 479949"/>
                <a:gd name="connsiteX458" fmla="*/ 441065 w 962060"/>
                <a:gd name="connsiteY458" fmla="*/ 314582 h 479949"/>
                <a:gd name="connsiteX459" fmla="*/ 442025 w 962060"/>
                <a:gd name="connsiteY459" fmla="*/ 314755 h 479949"/>
                <a:gd name="connsiteX460" fmla="*/ 442990 w 962060"/>
                <a:gd name="connsiteY460" fmla="*/ 314908 h 479949"/>
                <a:gd name="connsiteX461" fmla="*/ 443951 w 962060"/>
                <a:gd name="connsiteY461" fmla="*/ 315047 h 479949"/>
                <a:gd name="connsiteX462" fmla="*/ 444916 w 962060"/>
                <a:gd name="connsiteY462" fmla="*/ 315171 h 479949"/>
                <a:gd name="connsiteX463" fmla="*/ 445882 w 962060"/>
                <a:gd name="connsiteY463" fmla="*/ 315280 h 479949"/>
                <a:gd name="connsiteX464" fmla="*/ 446842 w 962060"/>
                <a:gd name="connsiteY464" fmla="*/ 315379 h 479949"/>
                <a:gd name="connsiteX465" fmla="*/ 447807 w 962060"/>
                <a:gd name="connsiteY465" fmla="*/ 315463 h 479949"/>
                <a:gd name="connsiteX466" fmla="*/ 448768 w 962060"/>
                <a:gd name="connsiteY466" fmla="*/ 315537 h 479949"/>
                <a:gd name="connsiteX467" fmla="*/ 449733 w 962060"/>
                <a:gd name="connsiteY467" fmla="*/ 315602 h 479949"/>
                <a:gd name="connsiteX468" fmla="*/ 450694 w 962060"/>
                <a:gd name="connsiteY468" fmla="*/ 315656 h 479949"/>
                <a:gd name="connsiteX469" fmla="*/ 451659 w 962060"/>
                <a:gd name="connsiteY469" fmla="*/ 315701 h 479949"/>
                <a:gd name="connsiteX470" fmla="*/ 452619 w 962060"/>
                <a:gd name="connsiteY470" fmla="*/ 315740 h 479949"/>
                <a:gd name="connsiteX471" fmla="*/ 453585 w 962060"/>
                <a:gd name="connsiteY471" fmla="*/ 315775 h 479949"/>
                <a:gd name="connsiteX472" fmla="*/ 454545 w 962060"/>
                <a:gd name="connsiteY472" fmla="*/ 315805 h 479949"/>
                <a:gd name="connsiteX473" fmla="*/ 455510 w 962060"/>
                <a:gd name="connsiteY473" fmla="*/ 315824 h 479949"/>
                <a:gd name="connsiteX474" fmla="*/ 456471 w 962060"/>
                <a:gd name="connsiteY474" fmla="*/ 315849 h 479949"/>
                <a:gd name="connsiteX475" fmla="*/ 457436 w 962060"/>
                <a:gd name="connsiteY475" fmla="*/ 315864 h 479949"/>
                <a:gd name="connsiteX476" fmla="*/ 458397 w 962060"/>
                <a:gd name="connsiteY476" fmla="*/ 315884 h 479949"/>
                <a:gd name="connsiteX477" fmla="*/ 459362 w 962060"/>
                <a:gd name="connsiteY477" fmla="*/ 315899 h 479949"/>
                <a:gd name="connsiteX478" fmla="*/ 460322 w 962060"/>
                <a:gd name="connsiteY478" fmla="*/ 315913 h 479949"/>
                <a:gd name="connsiteX479" fmla="*/ 461288 w 962060"/>
                <a:gd name="connsiteY479" fmla="*/ 315928 h 479949"/>
                <a:gd name="connsiteX480" fmla="*/ 462253 w 962060"/>
                <a:gd name="connsiteY480" fmla="*/ 315948 h 479949"/>
                <a:gd name="connsiteX481" fmla="*/ 463213 w 962060"/>
                <a:gd name="connsiteY481" fmla="*/ 315968 h 479949"/>
                <a:gd name="connsiteX482" fmla="*/ 464179 w 962060"/>
                <a:gd name="connsiteY482" fmla="*/ 315993 h 479949"/>
                <a:gd name="connsiteX483" fmla="*/ 465139 w 962060"/>
                <a:gd name="connsiteY483" fmla="*/ 316022 h 479949"/>
                <a:gd name="connsiteX484" fmla="*/ 466105 w 962060"/>
                <a:gd name="connsiteY484" fmla="*/ 316052 h 479949"/>
                <a:gd name="connsiteX485" fmla="*/ 467065 w 962060"/>
                <a:gd name="connsiteY485" fmla="*/ 316092 h 479949"/>
                <a:gd name="connsiteX486" fmla="*/ 468030 w 962060"/>
                <a:gd name="connsiteY486" fmla="*/ 316136 h 479949"/>
                <a:gd name="connsiteX487" fmla="*/ 468991 w 962060"/>
                <a:gd name="connsiteY487" fmla="*/ 316186 h 479949"/>
                <a:gd name="connsiteX488" fmla="*/ 469956 w 962060"/>
                <a:gd name="connsiteY488" fmla="*/ 316245 h 479949"/>
                <a:gd name="connsiteX489" fmla="*/ 470917 w 962060"/>
                <a:gd name="connsiteY489" fmla="*/ 316314 h 479949"/>
                <a:gd name="connsiteX490" fmla="*/ 471882 w 962060"/>
                <a:gd name="connsiteY490" fmla="*/ 316389 h 479949"/>
                <a:gd name="connsiteX491" fmla="*/ 472842 w 962060"/>
                <a:gd name="connsiteY491" fmla="*/ 316473 h 479949"/>
                <a:gd name="connsiteX492" fmla="*/ 473808 w 962060"/>
                <a:gd name="connsiteY492" fmla="*/ 316567 h 479949"/>
                <a:gd name="connsiteX493" fmla="*/ 474768 w 962060"/>
                <a:gd name="connsiteY493" fmla="*/ 316671 h 479949"/>
                <a:gd name="connsiteX494" fmla="*/ 475733 w 962060"/>
                <a:gd name="connsiteY494" fmla="*/ 316790 h 479949"/>
                <a:gd name="connsiteX495" fmla="*/ 476694 w 962060"/>
                <a:gd name="connsiteY495" fmla="*/ 316913 h 479949"/>
                <a:gd name="connsiteX496" fmla="*/ 477659 w 962060"/>
                <a:gd name="connsiteY496" fmla="*/ 317052 h 479949"/>
                <a:gd name="connsiteX497" fmla="*/ 478620 w 962060"/>
                <a:gd name="connsiteY497" fmla="*/ 317206 h 479949"/>
                <a:gd name="connsiteX498" fmla="*/ 479585 w 962060"/>
                <a:gd name="connsiteY498" fmla="*/ 317369 h 479949"/>
                <a:gd name="connsiteX499" fmla="*/ 480550 w 962060"/>
                <a:gd name="connsiteY499" fmla="*/ 317547 h 479949"/>
                <a:gd name="connsiteX500" fmla="*/ 481511 w 962060"/>
                <a:gd name="connsiteY500" fmla="*/ 317735 h 479949"/>
                <a:gd name="connsiteX501" fmla="*/ 482476 w 962060"/>
                <a:gd name="connsiteY501" fmla="*/ 317943 h 479949"/>
                <a:gd name="connsiteX502" fmla="*/ 483436 w 962060"/>
                <a:gd name="connsiteY502" fmla="*/ 318161 h 479949"/>
                <a:gd name="connsiteX503" fmla="*/ 484402 w 962060"/>
                <a:gd name="connsiteY503" fmla="*/ 318394 h 479949"/>
                <a:gd name="connsiteX504" fmla="*/ 485362 w 962060"/>
                <a:gd name="connsiteY504" fmla="*/ 318641 h 479949"/>
                <a:gd name="connsiteX505" fmla="*/ 486328 w 962060"/>
                <a:gd name="connsiteY505" fmla="*/ 318909 h 479949"/>
                <a:gd name="connsiteX506" fmla="*/ 487288 w 962060"/>
                <a:gd name="connsiteY506" fmla="*/ 319186 h 479949"/>
                <a:gd name="connsiteX507" fmla="*/ 488253 w 962060"/>
                <a:gd name="connsiteY507" fmla="*/ 319483 h 479949"/>
                <a:gd name="connsiteX508" fmla="*/ 489214 w 962060"/>
                <a:gd name="connsiteY508" fmla="*/ 319790 h 479949"/>
                <a:gd name="connsiteX509" fmla="*/ 490179 w 962060"/>
                <a:gd name="connsiteY509" fmla="*/ 320116 h 479949"/>
                <a:gd name="connsiteX510" fmla="*/ 491140 w 962060"/>
                <a:gd name="connsiteY510" fmla="*/ 320463 h 479949"/>
                <a:gd name="connsiteX511" fmla="*/ 492105 w 962060"/>
                <a:gd name="connsiteY511" fmla="*/ 320819 h 479949"/>
                <a:gd name="connsiteX512" fmla="*/ 493065 w 962060"/>
                <a:gd name="connsiteY512" fmla="*/ 321196 h 479949"/>
                <a:gd name="connsiteX513" fmla="*/ 494031 w 962060"/>
                <a:gd name="connsiteY513" fmla="*/ 321592 h 479949"/>
                <a:gd name="connsiteX514" fmla="*/ 494991 w 962060"/>
                <a:gd name="connsiteY514" fmla="*/ 322003 h 479949"/>
                <a:gd name="connsiteX515" fmla="*/ 495956 w 962060"/>
                <a:gd name="connsiteY515" fmla="*/ 322428 h 479949"/>
                <a:gd name="connsiteX516" fmla="*/ 496922 w 962060"/>
                <a:gd name="connsiteY516" fmla="*/ 322874 h 479949"/>
                <a:gd name="connsiteX517" fmla="*/ 497882 w 962060"/>
                <a:gd name="connsiteY517" fmla="*/ 323334 h 479949"/>
                <a:gd name="connsiteX518" fmla="*/ 498848 w 962060"/>
                <a:gd name="connsiteY518" fmla="*/ 323814 h 479949"/>
                <a:gd name="connsiteX519" fmla="*/ 499808 w 962060"/>
                <a:gd name="connsiteY519" fmla="*/ 324310 h 479949"/>
                <a:gd name="connsiteX520" fmla="*/ 500773 w 962060"/>
                <a:gd name="connsiteY520" fmla="*/ 324824 h 479949"/>
                <a:gd name="connsiteX521" fmla="*/ 501734 w 962060"/>
                <a:gd name="connsiteY521" fmla="*/ 325354 h 479949"/>
                <a:gd name="connsiteX522" fmla="*/ 502699 w 962060"/>
                <a:gd name="connsiteY522" fmla="*/ 325899 h 479949"/>
                <a:gd name="connsiteX523" fmla="*/ 503659 w 962060"/>
                <a:gd name="connsiteY523" fmla="*/ 326463 h 479949"/>
                <a:gd name="connsiteX524" fmla="*/ 504625 w 962060"/>
                <a:gd name="connsiteY524" fmla="*/ 327047 h 479949"/>
                <a:gd name="connsiteX525" fmla="*/ 505585 w 962060"/>
                <a:gd name="connsiteY525" fmla="*/ 327646 h 479949"/>
                <a:gd name="connsiteX526" fmla="*/ 506551 w 962060"/>
                <a:gd name="connsiteY526" fmla="*/ 328260 h 479949"/>
                <a:gd name="connsiteX527" fmla="*/ 507511 w 962060"/>
                <a:gd name="connsiteY527" fmla="*/ 328894 h 479949"/>
                <a:gd name="connsiteX528" fmla="*/ 508476 w 962060"/>
                <a:gd name="connsiteY528" fmla="*/ 329542 h 479949"/>
                <a:gd name="connsiteX529" fmla="*/ 509437 w 962060"/>
                <a:gd name="connsiteY529" fmla="*/ 330211 h 479949"/>
                <a:gd name="connsiteX530" fmla="*/ 510402 w 962060"/>
                <a:gd name="connsiteY530" fmla="*/ 330894 h 479949"/>
                <a:gd name="connsiteX531" fmla="*/ 511363 w 962060"/>
                <a:gd name="connsiteY531" fmla="*/ 331592 h 479949"/>
                <a:gd name="connsiteX532" fmla="*/ 512328 w 962060"/>
                <a:gd name="connsiteY532" fmla="*/ 332305 h 479949"/>
                <a:gd name="connsiteX533" fmla="*/ 513288 w 962060"/>
                <a:gd name="connsiteY533" fmla="*/ 333037 h 479949"/>
                <a:gd name="connsiteX534" fmla="*/ 514254 w 962060"/>
                <a:gd name="connsiteY534" fmla="*/ 333785 h 479949"/>
                <a:gd name="connsiteX535" fmla="*/ 515219 w 962060"/>
                <a:gd name="connsiteY535" fmla="*/ 334547 h 479949"/>
                <a:gd name="connsiteX536" fmla="*/ 516179 w 962060"/>
                <a:gd name="connsiteY536" fmla="*/ 335325 h 479949"/>
                <a:gd name="connsiteX537" fmla="*/ 517145 w 962060"/>
                <a:gd name="connsiteY537" fmla="*/ 336117 h 479949"/>
                <a:gd name="connsiteX538" fmla="*/ 518105 w 962060"/>
                <a:gd name="connsiteY538" fmla="*/ 336924 h 479949"/>
                <a:gd name="connsiteX539" fmla="*/ 519071 w 962060"/>
                <a:gd name="connsiteY539" fmla="*/ 337750 h 479949"/>
                <a:gd name="connsiteX540" fmla="*/ 520031 w 962060"/>
                <a:gd name="connsiteY540" fmla="*/ 338587 h 479949"/>
                <a:gd name="connsiteX541" fmla="*/ 520996 w 962060"/>
                <a:gd name="connsiteY541" fmla="*/ 339438 h 479949"/>
                <a:gd name="connsiteX542" fmla="*/ 521957 w 962060"/>
                <a:gd name="connsiteY542" fmla="*/ 340305 h 479949"/>
                <a:gd name="connsiteX543" fmla="*/ 522922 w 962060"/>
                <a:gd name="connsiteY543" fmla="*/ 341181 h 479949"/>
                <a:gd name="connsiteX544" fmla="*/ 523882 w 962060"/>
                <a:gd name="connsiteY544" fmla="*/ 342077 h 479949"/>
                <a:gd name="connsiteX545" fmla="*/ 524848 w 962060"/>
                <a:gd name="connsiteY545" fmla="*/ 342983 h 479949"/>
                <a:gd name="connsiteX546" fmla="*/ 525808 w 962060"/>
                <a:gd name="connsiteY546" fmla="*/ 343899 h 479949"/>
                <a:gd name="connsiteX547" fmla="*/ 526774 w 962060"/>
                <a:gd name="connsiteY547" fmla="*/ 344835 h 479949"/>
                <a:gd name="connsiteX548" fmla="*/ 527734 w 962060"/>
                <a:gd name="connsiteY548" fmla="*/ 345775 h 479949"/>
                <a:gd name="connsiteX549" fmla="*/ 528699 w 962060"/>
                <a:gd name="connsiteY549" fmla="*/ 346731 h 479949"/>
                <a:gd name="connsiteX550" fmla="*/ 529660 w 962060"/>
                <a:gd name="connsiteY550" fmla="*/ 347701 h 479949"/>
                <a:gd name="connsiteX551" fmla="*/ 530625 w 962060"/>
                <a:gd name="connsiteY551" fmla="*/ 348681 h 479949"/>
                <a:gd name="connsiteX552" fmla="*/ 531591 w 962060"/>
                <a:gd name="connsiteY552" fmla="*/ 349666 h 479949"/>
                <a:gd name="connsiteX553" fmla="*/ 532551 w 962060"/>
                <a:gd name="connsiteY553" fmla="*/ 350671 h 479949"/>
                <a:gd name="connsiteX554" fmla="*/ 533516 w 962060"/>
                <a:gd name="connsiteY554" fmla="*/ 351681 h 479949"/>
                <a:gd name="connsiteX555" fmla="*/ 534477 w 962060"/>
                <a:gd name="connsiteY555" fmla="*/ 352701 h 479949"/>
                <a:gd name="connsiteX556" fmla="*/ 535442 w 962060"/>
                <a:gd name="connsiteY556" fmla="*/ 353731 h 479949"/>
                <a:gd name="connsiteX557" fmla="*/ 536402 w 962060"/>
                <a:gd name="connsiteY557" fmla="*/ 354770 h 479949"/>
                <a:gd name="connsiteX558" fmla="*/ 537368 w 962060"/>
                <a:gd name="connsiteY558" fmla="*/ 355820 h 479949"/>
                <a:gd name="connsiteX559" fmla="*/ 538328 w 962060"/>
                <a:gd name="connsiteY559" fmla="*/ 356879 h 479949"/>
                <a:gd name="connsiteX560" fmla="*/ 539294 w 962060"/>
                <a:gd name="connsiteY560" fmla="*/ 357944 h 479949"/>
                <a:gd name="connsiteX561" fmla="*/ 540254 w 962060"/>
                <a:gd name="connsiteY561" fmla="*/ 359018 h 479949"/>
                <a:gd name="connsiteX562" fmla="*/ 541219 w 962060"/>
                <a:gd name="connsiteY562" fmla="*/ 360097 h 479949"/>
                <a:gd name="connsiteX563" fmla="*/ 542180 w 962060"/>
                <a:gd name="connsiteY563" fmla="*/ 361186 h 479949"/>
                <a:gd name="connsiteX564" fmla="*/ 543145 w 962060"/>
                <a:gd name="connsiteY564" fmla="*/ 362285 h 479949"/>
                <a:gd name="connsiteX565" fmla="*/ 544106 w 962060"/>
                <a:gd name="connsiteY565" fmla="*/ 363384 h 479949"/>
                <a:gd name="connsiteX566" fmla="*/ 545071 w 962060"/>
                <a:gd name="connsiteY566" fmla="*/ 364493 h 479949"/>
                <a:gd name="connsiteX567" fmla="*/ 546031 w 962060"/>
                <a:gd name="connsiteY567" fmla="*/ 365607 h 479949"/>
                <a:gd name="connsiteX568" fmla="*/ 546997 w 962060"/>
                <a:gd name="connsiteY568" fmla="*/ 366726 h 479949"/>
                <a:gd name="connsiteX569" fmla="*/ 547962 w 962060"/>
                <a:gd name="connsiteY569" fmla="*/ 367850 h 479949"/>
                <a:gd name="connsiteX570" fmla="*/ 548922 w 962060"/>
                <a:gd name="connsiteY570" fmla="*/ 368978 h 479949"/>
                <a:gd name="connsiteX571" fmla="*/ 549888 w 962060"/>
                <a:gd name="connsiteY571" fmla="*/ 370112 h 479949"/>
                <a:gd name="connsiteX572" fmla="*/ 550848 w 962060"/>
                <a:gd name="connsiteY572" fmla="*/ 371251 h 479949"/>
                <a:gd name="connsiteX573" fmla="*/ 551814 w 962060"/>
                <a:gd name="connsiteY573" fmla="*/ 372389 h 479949"/>
                <a:gd name="connsiteX574" fmla="*/ 552774 w 962060"/>
                <a:gd name="connsiteY574" fmla="*/ 373533 h 479949"/>
                <a:gd name="connsiteX575" fmla="*/ 553739 w 962060"/>
                <a:gd name="connsiteY575" fmla="*/ 374681 h 479949"/>
                <a:gd name="connsiteX576" fmla="*/ 554700 w 962060"/>
                <a:gd name="connsiteY576" fmla="*/ 375830 h 479949"/>
                <a:gd name="connsiteX577" fmla="*/ 555665 w 962060"/>
                <a:gd name="connsiteY577" fmla="*/ 376983 h 479949"/>
                <a:gd name="connsiteX578" fmla="*/ 556625 w 962060"/>
                <a:gd name="connsiteY578" fmla="*/ 378137 h 479949"/>
                <a:gd name="connsiteX579" fmla="*/ 557591 w 962060"/>
                <a:gd name="connsiteY579" fmla="*/ 379290 h 479949"/>
                <a:gd name="connsiteX580" fmla="*/ 558551 w 962060"/>
                <a:gd name="connsiteY580" fmla="*/ 380449 h 479949"/>
                <a:gd name="connsiteX581" fmla="*/ 559517 w 962060"/>
                <a:gd name="connsiteY581" fmla="*/ 381607 h 479949"/>
                <a:gd name="connsiteX582" fmla="*/ 560477 w 962060"/>
                <a:gd name="connsiteY582" fmla="*/ 382766 h 479949"/>
                <a:gd name="connsiteX583" fmla="*/ 561442 w 962060"/>
                <a:gd name="connsiteY583" fmla="*/ 383919 h 479949"/>
                <a:gd name="connsiteX584" fmla="*/ 562403 w 962060"/>
                <a:gd name="connsiteY584" fmla="*/ 385078 h 479949"/>
                <a:gd name="connsiteX585" fmla="*/ 563368 w 962060"/>
                <a:gd name="connsiteY585" fmla="*/ 386236 h 479949"/>
                <a:gd name="connsiteX586" fmla="*/ 564329 w 962060"/>
                <a:gd name="connsiteY586" fmla="*/ 387394 h 479949"/>
                <a:gd name="connsiteX587" fmla="*/ 565294 w 962060"/>
                <a:gd name="connsiteY587" fmla="*/ 388548 h 479949"/>
                <a:gd name="connsiteX588" fmla="*/ 566259 w 962060"/>
                <a:gd name="connsiteY588" fmla="*/ 389701 h 479949"/>
                <a:gd name="connsiteX589" fmla="*/ 567220 w 962060"/>
                <a:gd name="connsiteY589" fmla="*/ 390855 h 479949"/>
                <a:gd name="connsiteX590" fmla="*/ 568185 w 962060"/>
                <a:gd name="connsiteY590" fmla="*/ 392003 h 479949"/>
                <a:gd name="connsiteX591" fmla="*/ 569145 w 962060"/>
                <a:gd name="connsiteY591" fmla="*/ 393152 h 479949"/>
                <a:gd name="connsiteX592" fmla="*/ 570111 w 962060"/>
                <a:gd name="connsiteY592" fmla="*/ 394296 h 479949"/>
                <a:gd name="connsiteX593" fmla="*/ 571071 w 962060"/>
                <a:gd name="connsiteY593" fmla="*/ 395439 h 479949"/>
                <a:gd name="connsiteX594" fmla="*/ 572037 w 962060"/>
                <a:gd name="connsiteY594" fmla="*/ 396578 h 479949"/>
                <a:gd name="connsiteX595" fmla="*/ 572997 w 962060"/>
                <a:gd name="connsiteY595" fmla="*/ 397711 h 479949"/>
                <a:gd name="connsiteX596" fmla="*/ 573962 w 962060"/>
                <a:gd name="connsiteY596" fmla="*/ 398845 h 479949"/>
                <a:gd name="connsiteX597" fmla="*/ 574923 w 962060"/>
                <a:gd name="connsiteY597" fmla="*/ 399974 h 479949"/>
                <a:gd name="connsiteX598" fmla="*/ 575888 w 962060"/>
                <a:gd name="connsiteY598" fmla="*/ 401098 h 479949"/>
                <a:gd name="connsiteX599" fmla="*/ 576848 w 962060"/>
                <a:gd name="connsiteY599" fmla="*/ 402216 h 479949"/>
                <a:gd name="connsiteX600" fmla="*/ 577814 w 962060"/>
                <a:gd name="connsiteY600" fmla="*/ 403330 h 479949"/>
                <a:gd name="connsiteX601" fmla="*/ 578774 w 962060"/>
                <a:gd name="connsiteY601" fmla="*/ 404434 h 479949"/>
                <a:gd name="connsiteX602" fmla="*/ 579740 w 962060"/>
                <a:gd name="connsiteY602" fmla="*/ 405538 h 479949"/>
                <a:gd name="connsiteX603" fmla="*/ 580700 w 962060"/>
                <a:gd name="connsiteY603" fmla="*/ 406637 h 479949"/>
                <a:gd name="connsiteX604" fmla="*/ 581665 w 962060"/>
                <a:gd name="connsiteY604" fmla="*/ 407731 h 479949"/>
                <a:gd name="connsiteX605" fmla="*/ 582631 w 962060"/>
                <a:gd name="connsiteY605" fmla="*/ 408815 h 479949"/>
                <a:gd name="connsiteX606" fmla="*/ 583591 w 962060"/>
                <a:gd name="connsiteY606" fmla="*/ 409895 h 479949"/>
                <a:gd name="connsiteX607" fmla="*/ 584557 w 962060"/>
                <a:gd name="connsiteY607" fmla="*/ 410969 h 479949"/>
                <a:gd name="connsiteX608" fmla="*/ 585517 w 962060"/>
                <a:gd name="connsiteY608" fmla="*/ 412038 h 479949"/>
                <a:gd name="connsiteX609" fmla="*/ 586482 w 962060"/>
                <a:gd name="connsiteY609" fmla="*/ 413098 h 479949"/>
                <a:gd name="connsiteX610" fmla="*/ 587443 w 962060"/>
                <a:gd name="connsiteY610" fmla="*/ 414147 h 479949"/>
                <a:gd name="connsiteX611" fmla="*/ 588408 w 962060"/>
                <a:gd name="connsiteY611" fmla="*/ 415197 h 479949"/>
                <a:gd name="connsiteX612" fmla="*/ 589368 w 962060"/>
                <a:gd name="connsiteY612" fmla="*/ 416231 h 479949"/>
                <a:gd name="connsiteX613" fmla="*/ 590334 w 962060"/>
                <a:gd name="connsiteY613" fmla="*/ 417261 h 479949"/>
                <a:gd name="connsiteX614" fmla="*/ 591294 w 962060"/>
                <a:gd name="connsiteY614" fmla="*/ 418286 h 479949"/>
                <a:gd name="connsiteX615" fmla="*/ 592260 w 962060"/>
                <a:gd name="connsiteY615" fmla="*/ 419301 h 479949"/>
                <a:gd name="connsiteX616" fmla="*/ 593220 w 962060"/>
                <a:gd name="connsiteY616" fmla="*/ 420306 h 479949"/>
                <a:gd name="connsiteX617" fmla="*/ 594185 w 962060"/>
                <a:gd name="connsiteY617" fmla="*/ 421306 h 479949"/>
                <a:gd name="connsiteX618" fmla="*/ 595146 w 962060"/>
                <a:gd name="connsiteY618" fmla="*/ 422296 h 479949"/>
                <a:gd name="connsiteX619" fmla="*/ 596111 w 962060"/>
                <a:gd name="connsiteY619" fmla="*/ 423276 h 479949"/>
                <a:gd name="connsiteX620" fmla="*/ 597071 w 962060"/>
                <a:gd name="connsiteY620" fmla="*/ 424251 h 479949"/>
                <a:gd name="connsiteX621" fmla="*/ 598037 w 962060"/>
                <a:gd name="connsiteY621" fmla="*/ 425217 h 479949"/>
                <a:gd name="connsiteX622" fmla="*/ 598997 w 962060"/>
                <a:gd name="connsiteY622" fmla="*/ 426172 h 479949"/>
                <a:gd name="connsiteX623" fmla="*/ 599963 w 962060"/>
                <a:gd name="connsiteY623" fmla="*/ 427118 h 479949"/>
                <a:gd name="connsiteX624" fmla="*/ 600928 w 962060"/>
                <a:gd name="connsiteY624" fmla="*/ 428053 h 479949"/>
                <a:gd name="connsiteX625" fmla="*/ 601888 w 962060"/>
                <a:gd name="connsiteY625" fmla="*/ 428979 h 479949"/>
                <a:gd name="connsiteX626" fmla="*/ 602854 w 962060"/>
                <a:gd name="connsiteY626" fmla="*/ 429900 h 479949"/>
                <a:gd name="connsiteX627" fmla="*/ 603814 w 962060"/>
                <a:gd name="connsiteY627" fmla="*/ 430806 h 479949"/>
                <a:gd name="connsiteX628" fmla="*/ 604780 w 962060"/>
                <a:gd name="connsiteY628" fmla="*/ 431707 h 479949"/>
                <a:gd name="connsiteX629" fmla="*/ 605740 w 962060"/>
                <a:gd name="connsiteY629" fmla="*/ 432598 h 479949"/>
                <a:gd name="connsiteX630" fmla="*/ 606705 w 962060"/>
                <a:gd name="connsiteY630" fmla="*/ 433479 h 479949"/>
                <a:gd name="connsiteX631" fmla="*/ 607666 w 962060"/>
                <a:gd name="connsiteY631" fmla="*/ 434345 h 479949"/>
                <a:gd name="connsiteX632" fmla="*/ 608631 w 962060"/>
                <a:gd name="connsiteY632" fmla="*/ 435207 h 479949"/>
                <a:gd name="connsiteX633" fmla="*/ 609591 w 962060"/>
                <a:gd name="connsiteY633" fmla="*/ 436058 h 479949"/>
                <a:gd name="connsiteX634" fmla="*/ 610557 w 962060"/>
                <a:gd name="connsiteY634" fmla="*/ 436900 h 479949"/>
                <a:gd name="connsiteX635" fmla="*/ 611517 w 962060"/>
                <a:gd name="connsiteY635" fmla="*/ 437727 h 479949"/>
                <a:gd name="connsiteX636" fmla="*/ 612483 w 962060"/>
                <a:gd name="connsiteY636" fmla="*/ 438548 h 479949"/>
                <a:gd name="connsiteX637" fmla="*/ 613443 w 962060"/>
                <a:gd name="connsiteY637" fmla="*/ 439360 h 479949"/>
                <a:gd name="connsiteX638" fmla="*/ 614408 w 962060"/>
                <a:gd name="connsiteY638" fmla="*/ 440162 h 479949"/>
                <a:gd name="connsiteX639" fmla="*/ 615369 w 962060"/>
                <a:gd name="connsiteY639" fmla="*/ 440949 h 479949"/>
                <a:gd name="connsiteX640" fmla="*/ 616334 w 962060"/>
                <a:gd name="connsiteY640" fmla="*/ 441732 h 479949"/>
                <a:gd name="connsiteX641" fmla="*/ 617300 w 962060"/>
                <a:gd name="connsiteY641" fmla="*/ 442499 h 479949"/>
                <a:gd name="connsiteX642" fmla="*/ 618260 w 962060"/>
                <a:gd name="connsiteY642" fmla="*/ 443261 h 479949"/>
                <a:gd name="connsiteX643" fmla="*/ 619225 w 962060"/>
                <a:gd name="connsiteY643" fmla="*/ 444009 h 479949"/>
                <a:gd name="connsiteX644" fmla="*/ 620186 w 962060"/>
                <a:gd name="connsiteY644" fmla="*/ 444747 h 479949"/>
                <a:gd name="connsiteX645" fmla="*/ 621151 w 962060"/>
                <a:gd name="connsiteY645" fmla="*/ 445474 h 479949"/>
                <a:gd name="connsiteX646" fmla="*/ 622111 w 962060"/>
                <a:gd name="connsiteY646" fmla="*/ 446197 h 479949"/>
                <a:gd name="connsiteX647" fmla="*/ 623077 w 962060"/>
                <a:gd name="connsiteY647" fmla="*/ 446905 h 479949"/>
                <a:gd name="connsiteX648" fmla="*/ 624037 w 962060"/>
                <a:gd name="connsiteY648" fmla="*/ 447603 h 479949"/>
                <a:gd name="connsiteX649" fmla="*/ 625003 w 962060"/>
                <a:gd name="connsiteY649" fmla="*/ 448291 h 479949"/>
                <a:gd name="connsiteX650" fmla="*/ 625963 w 962060"/>
                <a:gd name="connsiteY650" fmla="*/ 448969 h 479949"/>
                <a:gd name="connsiteX651" fmla="*/ 626928 w 962060"/>
                <a:gd name="connsiteY651" fmla="*/ 449638 h 479949"/>
                <a:gd name="connsiteX652" fmla="*/ 627889 w 962060"/>
                <a:gd name="connsiteY652" fmla="*/ 450291 h 479949"/>
                <a:gd name="connsiteX653" fmla="*/ 628854 w 962060"/>
                <a:gd name="connsiteY653" fmla="*/ 450940 h 479949"/>
                <a:gd name="connsiteX654" fmla="*/ 629814 w 962060"/>
                <a:gd name="connsiteY654" fmla="*/ 451578 h 479949"/>
                <a:gd name="connsiteX655" fmla="*/ 630780 w 962060"/>
                <a:gd name="connsiteY655" fmla="*/ 452207 h 479949"/>
                <a:gd name="connsiteX656" fmla="*/ 631740 w 962060"/>
                <a:gd name="connsiteY656" fmla="*/ 452826 h 479949"/>
                <a:gd name="connsiteX657" fmla="*/ 632706 w 962060"/>
                <a:gd name="connsiteY657" fmla="*/ 453430 h 479949"/>
                <a:gd name="connsiteX658" fmla="*/ 633671 w 962060"/>
                <a:gd name="connsiteY658" fmla="*/ 454029 h 479949"/>
                <a:gd name="connsiteX659" fmla="*/ 634631 w 962060"/>
                <a:gd name="connsiteY659" fmla="*/ 454618 h 479949"/>
                <a:gd name="connsiteX660" fmla="*/ 635597 w 962060"/>
                <a:gd name="connsiteY660" fmla="*/ 455197 h 479949"/>
                <a:gd name="connsiteX661" fmla="*/ 636557 w 962060"/>
                <a:gd name="connsiteY661" fmla="*/ 455761 h 479949"/>
                <a:gd name="connsiteX662" fmla="*/ 637523 w 962060"/>
                <a:gd name="connsiteY662" fmla="*/ 456321 h 479949"/>
                <a:gd name="connsiteX663" fmla="*/ 638483 w 962060"/>
                <a:gd name="connsiteY663" fmla="*/ 456870 h 479949"/>
                <a:gd name="connsiteX664" fmla="*/ 639448 w 962060"/>
                <a:gd name="connsiteY664" fmla="*/ 457410 h 479949"/>
                <a:gd name="connsiteX665" fmla="*/ 640409 w 962060"/>
                <a:gd name="connsiteY665" fmla="*/ 457940 h 479949"/>
                <a:gd name="connsiteX666" fmla="*/ 641374 w 962060"/>
                <a:gd name="connsiteY666" fmla="*/ 458465 h 479949"/>
                <a:gd name="connsiteX667" fmla="*/ 642334 w 962060"/>
                <a:gd name="connsiteY667" fmla="*/ 458974 h 479949"/>
                <a:gd name="connsiteX668" fmla="*/ 643300 w 962060"/>
                <a:gd name="connsiteY668" fmla="*/ 459474 h 479949"/>
                <a:gd name="connsiteX669" fmla="*/ 644260 w 962060"/>
                <a:gd name="connsiteY669" fmla="*/ 459969 h 479949"/>
                <a:gd name="connsiteX670" fmla="*/ 645226 w 962060"/>
                <a:gd name="connsiteY670" fmla="*/ 460455 h 479949"/>
                <a:gd name="connsiteX671" fmla="*/ 646186 w 962060"/>
                <a:gd name="connsiteY671" fmla="*/ 460930 h 479949"/>
                <a:gd name="connsiteX672" fmla="*/ 647151 w 962060"/>
                <a:gd name="connsiteY672" fmla="*/ 461395 h 479949"/>
                <a:gd name="connsiteX673" fmla="*/ 648112 w 962060"/>
                <a:gd name="connsiteY673" fmla="*/ 461851 h 479949"/>
                <a:gd name="connsiteX674" fmla="*/ 649077 w 962060"/>
                <a:gd name="connsiteY674" fmla="*/ 462301 h 479949"/>
                <a:gd name="connsiteX675" fmla="*/ 650038 w 962060"/>
                <a:gd name="connsiteY675" fmla="*/ 462742 h 479949"/>
                <a:gd name="connsiteX676" fmla="*/ 651003 w 962060"/>
                <a:gd name="connsiteY676" fmla="*/ 463173 h 479949"/>
                <a:gd name="connsiteX677" fmla="*/ 651968 w 962060"/>
                <a:gd name="connsiteY677" fmla="*/ 463598 h 479949"/>
                <a:gd name="connsiteX678" fmla="*/ 652929 w 962060"/>
                <a:gd name="connsiteY678" fmla="*/ 464009 h 479949"/>
                <a:gd name="connsiteX679" fmla="*/ 653894 w 962060"/>
                <a:gd name="connsiteY679" fmla="*/ 464415 h 479949"/>
                <a:gd name="connsiteX680" fmla="*/ 654854 w 962060"/>
                <a:gd name="connsiteY680" fmla="*/ 464816 h 479949"/>
                <a:gd name="connsiteX681" fmla="*/ 655820 w 962060"/>
                <a:gd name="connsiteY681" fmla="*/ 465207 h 479949"/>
                <a:gd name="connsiteX682" fmla="*/ 656780 w 962060"/>
                <a:gd name="connsiteY682" fmla="*/ 465588 h 479949"/>
                <a:gd name="connsiteX683" fmla="*/ 657746 w 962060"/>
                <a:gd name="connsiteY683" fmla="*/ 465965 h 479949"/>
                <a:gd name="connsiteX684" fmla="*/ 658706 w 962060"/>
                <a:gd name="connsiteY684" fmla="*/ 466331 h 479949"/>
                <a:gd name="connsiteX685" fmla="*/ 659671 w 962060"/>
                <a:gd name="connsiteY685" fmla="*/ 466687 h 479949"/>
                <a:gd name="connsiteX686" fmla="*/ 660632 w 962060"/>
                <a:gd name="connsiteY686" fmla="*/ 467039 h 479949"/>
                <a:gd name="connsiteX687" fmla="*/ 661597 w 962060"/>
                <a:gd name="connsiteY687" fmla="*/ 467380 h 479949"/>
                <a:gd name="connsiteX688" fmla="*/ 662557 w 962060"/>
                <a:gd name="connsiteY688" fmla="*/ 467717 h 479949"/>
                <a:gd name="connsiteX689" fmla="*/ 663523 w 962060"/>
                <a:gd name="connsiteY689" fmla="*/ 468049 h 479949"/>
                <a:gd name="connsiteX690" fmla="*/ 664483 w 962060"/>
                <a:gd name="connsiteY690" fmla="*/ 468371 h 479949"/>
                <a:gd name="connsiteX691" fmla="*/ 665449 w 962060"/>
                <a:gd name="connsiteY691" fmla="*/ 468682 h 479949"/>
                <a:gd name="connsiteX692" fmla="*/ 666409 w 962060"/>
                <a:gd name="connsiteY692" fmla="*/ 468994 h 479949"/>
                <a:gd name="connsiteX693" fmla="*/ 667374 w 962060"/>
                <a:gd name="connsiteY693" fmla="*/ 469291 h 479949"/>
                <a:gd name="connsiteX694" fmla="*/ 668340 w 962060"/>
                <a:gd name="connsiteY694" fmla="*/ 469588 h 479949"/>
                <a:gd name="connsiteX695" fmla="*/ 669300 w 962060"/>
                <a:gd name="connsiteY695" fmla="*/ 469876 h 479949"/>
                <a:gd name="connsiteX696" fmla="*/ 670265 w 962060"/>
                <a:gd name="connsiteY696" fmla="*/ 470158 h 479949"/>
                <a:gd name="connsiteX697" fmla="*/ 671226 w 962060"/>
                <a:gd name="connsiteY697" fmla="*/ 470430 h 479949"/>
                <a:gd name="connsiteX698" fmla="*/ 672191 w 962060"/>
                <a:gd name="connsiteY698" fmla="*/ 470697 h 479949"/>
                <a:gd name="connsiteX699" fmla="*/ 673152 w 962060"/>
                <a:gd name="connsiteY699" fmla="*/ 470960 h 479949"/>
                <a:gd name="connsiteX700" fmla="*/ 674117 w 962060"/>
                <a:gd name="connsiteY700" fmla="*/ 471217 h 479949"/>
                <a:gd name="connsiteX701" fmla="*/ 675077 w 962060"/>
                <a:gd name="connsiteY701" fmla="*/ 471465 h 479949"/>
                <a:gd name="connsiteX702" fmla="*/ 676043 w 962060"/>
                <a:gd name="connsiteY702" fmla="*/ 471712 h 479949"/>
                <a:gd name="connsiteX703" fmla="*/ 677003 w 962060"/>
                <a:gd name="connsiteY703" fmla="*/ 471950 h 479949"/>
                <a:gd name="connsiteX704" fmla="*/ 677969 w 962060"/>
                <a:gd name="connsiteY704" fmla="*/ 472182 h 479949"/>
                <a:gd name="connsiteX705" fmla="*/ 678929 w 962060"/>
                <a:gd name="connsiteY705" fmla="*/ 472405 h 479949"/>
                <a:gd name="connsiteX706" fmla="*/ 679894 w 962060"/>
                <a:gd name="connsiteY706" fmla="*/ 472628 h 479949"/>
                <a:gd name="connsiteX707" fmla="*/ 680855 w 962060"/>
                <a:gd name="connsiteY707" fmla="*/ 472841 h 479949"/>
                <a:gd name="connsiteX708" fmla="*/ 681820 w 962060"/>
                <a:gd name="connsiteY708" fmla="*/ 473054 h 479949"/>
                <a:gd name="connsiteX709" fmla="*/ 682780 w 962060"/>
                <a:gd name="connsiteY709" fmla="*/ 473257 h 479949"/>
                <a:gd name="connsiteX710" fmla="*/ 683746 w 962060"/>
                <a:gd name="connsiteY710" fmla="*/ 473460 h 479949"/>
                <a:gd name="connsiteX711" fmla="*/ 684706 w 962060"/>
                <a:gd name="connsiteY711" fmla="*/ 473653 h 479949"/>
                <a:gd name="connsiteX712" fmla="*/ 685672 w 962060"/>
                <a:gd name="connsiteY712" fmla="*/ 473841 h 479949"/>
                <a:gd name="connsiteX713" fmla="*/ 686637 w 962060"/>
                <a:gd name="connsiteY713" fmla="*/ 474029 h 479949"/>
                <a:gd name="connsiteX714" fmla="*/ 687597 w 962060"/>
                <a:gd name="connsiteY714" fmla="*/ 474207 h 479949"/>
                <a:gd name="connsiteX715" fmla="*/ 688563 w 962060"/>
                <a:gd name="connsiteY715" fmla="*/ 474381 h 479949"/>
                <a:gd name="connsiteX716" fmla="*/ 689523 w 962060"/>
                <a:gd name="connsiteY716" fmla="*/ 474554 h 479949"/>
                <a:gd name="connsiteX717" fmla="*/ 690488 w 962060"/>
                <a:gd name="connsiteY717" fmla="*/ 474722 h 479949"/>
                <a:gd name="connsiteX718" fmla="*/ 691449 w 962060"/>
                <a:gd name="connsiteY718" fmla="*/ 474881 h 479949"/>
                <a:gd name="connsiteX719" fmla="*/ 692414 w 962060"/>
                <a:gd name="connsiteY719" fmla="*/ 475039 h 479949"/>
                <a:gd name="connsiteX720" fmla="*/ 693375 w 962060"/>
                <a:gd name="connsiteY720" fmla="*/ 475192 h 479949"/>
                <a:gd name="connsiteX721" fmla="*/ 694340 w 962060"/>
                <a:gd name="connsiteY721" fmla="*/ 475341 h 479949"/>
                <a:gd name="connsiteX722" fmla="*/ 695300 w 962060"/>
                <a:gd name="connsiteY722" fmla="*/ 475489 h 479949"/>
                <a:gd name="connsiteX723" fmla="*/ 696266 w 962060"/>
                <a:gd name="connsiteY723" fmla="*/ 475628 h 479949"/>
                <a:gd name="connsiteX724" fmla="*/ 697226 w 962060"/>
                <a:gd name="connsiteY724" fmla="*/ 475767 h 479949"/>
                <a:gd name="connsiteX725" fmla="*/ 698192 w 962060"/>
                <a:gd name="connsiteY725" fmla="*/ 475900 h 479949"/>
                <a:gd name="connsiteX726" fmla="*/ 699152 w 962060"/>
                <a:gd name="connsiteY726" fmla="*/ 476029 h 479949"/>
                <a:gd name="connsiteX727" fmla="*/ 700117 w 962060"/>
                <a:gd name="connsiteY727" fmla="*/ 476158 h 479949"/>
                <a:gd name="connsiteX728" fmla="*/ 701078 w 962060"/>
                <a:gd name="connsiteY728" fmla="*/ 476282 h 479949"/>
                <a:gd name="connsiteX729" fmla="*/ 702043 w 962060"/>
                <a:gd name="connsiteY729" fmla="*/ 476400 h 479949"/>
                <a:gd name="connsiteX730" fmla="*/ 703008 w 962060"/>
                <a:gd name="connsiteY730" fmla="*/ 476514 h 479949"/>
                <a:gd name="connsiteX731" fmla="*/ 703969 w 962060"/>
                <a:gd name="connsiteY731" fmla="*/ 476628 h 479949"/>
                <a:gd name="connsiteX732" fmla="*/ 704934 w 962060"/>
                <a:gd name="connsiteY732" fmla="*/ 476737 h 479949"/>
                <a:gd name="connsiteX733" fmla="*/ 705895 w 962060"/>
                <a:gd name="connsiteY733" fmla="*/ 476841 h 479949"/>
                <a:gd name="connsiteX734" fmla="*/ 706860 w 962060"/>
                <a:gd name="connsiteY734" fmla="*/ 476945 h 479949"/>
                <a:gd name="connsiteX735" fmla="*/ 707820 w 962060"/>
                <a:gd name="connsiteY735" fmla="*/ 477049 h 479949"/>
                <a:gd name="connsiteX736" fmla="*/ 708786 w 962060"/>
                <a:gd name="connsiteY736" fmla="*/ 477143 h 479949"/>
                <a:gd name="connsiteX737" fmla="*/ 709746 w 962060"/>
                <a:gd name="connsiteY737" fmla="*/ 477237 h 479949"/>
                <a:gd name="connsiteX738" fmla="*/ 710711 w 962060"/>
                <a:gd name="connsiteY738" fmla="*/ 477331 h 479949"/>
                <a:gd name="connsiteX739" fmla="*/ 711672 w 962060"/>
                <a:gd name="connsiteY739" fmla="*/ 477420 h 479949"/>
                <a:gd name="connsiteX740" fmla="*/ 712637 w 962060"/>
                <a:gd name="connsiteY740" fmla="*/ 477504 h 479949"/>
                <a:gd name="connsiteX741" fmla="*/ 713598 w 962060"/>
                <a:gd name="connsiteY741" fmla="*/ 477589 h 479949"/>
                <a:gd name="connsiteX742" fmla="*/ 714563 w 962060"/>
                <a:gd name="connsiteY742" fmla="*/ 477668 h 479949"/>
                <a:gd name="connsiteX743" fmla="*/ 715523 w 962060"/>
                <a:gd name="connsiteY743" fmla="*/ 477747 h 479949"/>
                <a:gd name="connsiteX744" fmla="*/ 716489 w 962060"/>
                <a:gd name="connsiteY744" fmla="*/ 477826 h 479949"/>
                <a:gd name="connsiteX745" fmla="*/ 717449 w 962060"/>
                <a:gd name="connsiteY745" fmla="*/ 477900 h 479949"/>
                <a:gd name="connsiteX746" fmla="*/ 718415 w 962060"/>
                <a:gd name="connsiteY746" fmla="*/ 477970 h 479949"/>
                <a:gd name="connsiteX747" fmla="*/ 719380 w 962060"/>
                <a:gd name="connsiteY747" fmla="*/ 478039 h 479949"/>
                <a:gd name="connsiteX748" fmla="*/ 720340 w 962060"/>
                <a:gd name="connsiteY748" fmla="*/ 478108 h 479949"/>
                <a:gd name="connsiteX749" fmla="*/ 721306 w 962060"/>
                <a:gd name="connsiteY749" fmla="*/ 478173 h 479949"/>
                <a:gd name="connsiteX750" fmla="*/ 722266 w 962060"/>
                <a:gd name="connsiteY750" fmla="*/ 478237 h 479949"/>
                <a:gd name="connsiteX751" fmla="*/ 723231 w 962060"/>
                <a:gd name="connsiteY751" fmla="*/ 478296 h 479949"/>
                <a:gd name="connsiteX752" fmla="*/ 724192 w 962060"/>
                <a:gd name="connsiteY752" fmla="*/ 478356 h 479949"/>
                <a:gd name="connsiteX753" fmla="*/ 725157 w 962060"/>
                <a:gd name="connsiteY753" fmla="*/ 478410 h 479949"/>
                <a:gd name="connsiteX754" fmla="*/ 726118 w 962060"/>
                <a:gd name="connsiteY754" fmla="*/ 478470 h 479949"/>
                <a:gd name="connsiteX755" fmla="*/ 727083 w 962060"/>
                <a:gd name="connsiteY755" fmla="*/ 478519 h 479949"/>
                <a:gd name="connsiteX756" fmla="*/ 728043 w 962060"/>
                <a:gd name="connsiteY756" fmla="*/ 478574 h 479949"/>
                <a:gd name="connsiteX757" fmla="*/ 729009 w 962060"/>
                <a:gd name="connsiteY757" fmla="*/ 478623 h 479949"/>
                <a:gd name="connsiteX758" fmla="*/ 729969 w 962060"/>
                <a:gd name="connsiteY758" fmla="*/ 478673 h 479949"/>
                <a:gd name="connsiteX759" fmla="*/ 730934 w 962060"/>
                <a:gd name="connsiteY759" fmla="*/ 478717 h 479949"/>
                <a:gd name="connsiteX760" fmla="*/ 731895 w 962060"/>
                <a:gd name="connsiteY760" fmla="*/ 478762 h 479949"/>
                <a:gd name="connsiteX761" fmla="*/ 732860 w 962060"/>
                <a:gd name="connsiteY761" fmla="*/ 478806 h 479949"/>
                <a:gd name="connsiteX762" fmla="*/ 733821 w 962060"/>
                <a:gd name="connsiteY762" fmla="*/ 478851 h 479949"/>
                <a:gd name="connsiteX763" fmla="*/ 734786 w 962060"/>
                <a:gd name="connsiteY763" fmla="*/ 478891 h 479949"/>
                <a:gd name="connsiteX764" fmla="*/ 735746 w 962060"/>
                <a:gd name="connsiteY764" fmla="*/ 478930 h 479949"/>
                <a:gd name="connsiteX765" fmla="*/ 736712 w 962060"/>
                <a:gd name="connsiteY765" fmla="*/ 478970 h 479949"/>
                <a:gd name="connsiteX766" fmla="*/ 737677 w 962060"/>
                <a:gd name="connsiteY766" fmla="*/ 479004 h 479949"/>
                <a:gd name="connsiteX767" fmla="*/ 738638 w 962060"/>
                <a:gd name="connsiteY767" fmla="*/ 479044 h 479949"/>
                <a:gd name="connsiteX768" fmla="*/ 739603 w 962060"/>
                <a:gd name="connsiteY768" fmla="*/ 479079 h 479949"/>
                <a:gd name="connsiteX769" fmla="*/ 740563 w 962060"/>
                <a:gd name="connsiteY769" fmla="*/ 479108 h 479949"/>
                <a:gd name="connsiteX770" fmla="*/ 741529 w 962060"/>
                <a:gd name="connsiteY770" fmla="*/ 479143 h 479949"/>
                <a:gd name="connsiteX771" fmla="*/ 742489 w 962060"/>
                <a:gd name="connsiteY771" fmla="*/ 479173 h 479949"/>
                <a:gd name="connsiteX772" fmla="*/ 743454 w 962060"/>
                <a:gd name="connsiteY772" fmla="*/ 479202 h 479949"/>
                <a:gd name="connsiteX773" fmla="*/ 744415 w 962060"/>
                <a:gd name="connsiteY773" fmla="*/ 479232 h 479949"/>
                <a:gd name="connsiteX774" fmla="*/ 745380 w 962060"/>
                <a:gd name="connsiteY774" fmla="*/ 479262 h 479949"/>
                <a:gd name="connsiteX775" fmla="*/ 746341 w 962060"/>
                <a:gd name="connsiteY775" fmla="*/ 479287 h 479949"/>
                <a:gd name="connsiteX776" fmla="*/ 747306 w 962060"/>
                <a:gd name="connsiteY776" fmla="*/ 479311 h 479949"/>
                <a:gd name="connsiteX777" fmla="*/ 748266 w 962060"/>
                <a:gd name="connsiteY777" fmla="*/ 479336 h 479949"/>
                <a:gd name="connsiteX778" fmla="*/ 749232 w 962060"/>
                <a:gd name="connsiteY778" fmla="*/ 479361 h 479949"/>
                <a:gd name="connsiteX779" fmla="*/ 750192 w 962060"/>
                <a:gd name="connsiteY779" fmla="*/ 479386 h 479949"/>
                <a:gd name="connsiteX780" fmla="*/ 751157 w 962060"/>
                <a:gd name="connsiteY780" fmla="*/ 479405 h 479949"/>
                <a:gd name="connsiteX781" fmla="*/ 752118 w 962060"/>
                <a:gd name="connsiteY781" fmla="*/ 479430 h 479949"/>
                <a:gd name="connsiteX782" fmla="*/ 753083 w 962060"/>
                <a:gd name="connsiteY782" fmla="*/ 479450 h 479949"/>
                <a:gd name="connsiteX783" fmla="*/ 754049 w 962060"/>
                <a:gd name="connsiteY783" fmla="*/ 479470 h 479949"/>
                <a:gd name="connsiteX784" fmla="*/ 755009 w 962060"/>
                <a:gd name="connsiteY784" fmla="*/ 479490 h 479949"/>
                <a:gd name="connsiteX785" fmla="*/ 755974 w 962060"/>
                <a:gd name="connsiteY785" fmla="*/ 479509 h 479949"/>
                <a:gd name="connsiteX786" fmla="*/ 756935 w 962060"/>
                <a:gd name="connsiteY786" fmla="*/ 479524 h 479949"/>
                <a:gd name="connsiteX787" fmla="*/ 757900 w 962060"/>
                <a:gd name="connsiteY787" fmla="*/ 479544 h 479949"/>
                <a:gd name="connsiteX788" fmla="*/ 758861 w 962060"/>
                <a:gd name="connsiteY788" fmla="*/ 479559 h 479949"/>
                <a:gd name="connsiteX789" fmla="*/ 759826 w 962060"/>
                <a:gd name="connsiteY789" fmla="*/ 479574 h 479949"/>
                <a:gd name="connsiteX790" fmla="*/ 760786 w 962060"/>
                <a:gd name="connsiteY790" fmla="*/ 479593 h 479949"/>
                <a:gd name="connsiteX791" fmla="*/ 761752 w 962060"/>
                <a:gd name="connsiteY791" fmla="*/ 479608 h 479949"/>
                <a:gd name="connsiteX792" fmla="*/ 762712 w 962060"/>
                <a:gd name="connsiteY792" fmla="*/ 479618 h 479949"/>
                <a:gd name="connsiteX793" fmla="*/ 763677 w 962060"/>
                <a:gd name="connsiteY793" fmla="*/ 479633 h 479949"/>
                <a:gd name="connsiteX794" fmla="*/ 764638 w 962060"/>
                <a:gd name="connsiteY794" fmla="*/ 479648 h 479949"/>
                <a:gd name="connsiteX795" fmla="*/ 765603 w 962060"/>
                <a:gd name="connsiteY795" fmla="*/ 479658 h 479949"/>
                <a:gd name="connsiteX796" fmla="*/ 766564 w 962060"/>
                <a:gd name="connsiteY796" fmla="*/ 479673 h 479949"/>
                <a:gd name="connsiteX797" fmla="*/ 767529 w 962060"/>
                <a:gd name="connsiteY797" fmla="*/ 479683 h 479949"/>
                <a:gd name="connsiteX798" fmla="*/ 768489 w 962060"/>
                <a:gd name="connsiteY798" fmla="*/ 479697 h 479949"/>
                <a:gd name="connsiteX799" fmla="*/ 769455 w 962060"/>
                <a:gd name="connsiteY799" fmla="*/ 479707 h 479949"/>
                <a:gd name="connsiteX800" fmla="*/ 770415 w 962060"/>
                <a:gd name="connsiteY800" fmla="*/ 479717 h 479949"/>
                <a:gd name="connsiteX801" fmla="*/ 771381 w 962060"/>
                <a:gd name="connsiteY801" fmla="*/ 479727 h 479949"/>
                <a:gd name="connsiteX802" fmla="*/ 772346 w 962060"/>
                <a:gd name="connsiteY802" fmla="*/ 479737 h 479949"/>
                <a:gd name="connsiteX803" fmla="*/ 773306 w 962060"/>
                <a:gd name="connsiteY803" fmla="*/ 479747 h 479949"/>
                <a:gd name="connsiteX804" fmla="*/ 774272 w 962060"/>
                <a:gd name="connsiteY804" fmla="*/ 479752 h 479949"/>
                <a:gd name="connsiteX805" fmla="*/ 775232 w 962060"/>
                <a:gd name="connsiteY805" fmla="*/ 479762 h 479949"/>
                <a:gd name="connsiteX806" fmla="*/ 776197 w 962060"/>
                <a:gd name="connsiteY806" fmla="*/ 479772 h 479949"/>
                <a:gd name="connsiteX807" fmla="*/ 777158 w 962060"/>
                <a:gd name="connsiteY807" fmla="*/ 479777 h 479949"/>
                <a:gd name="connsiteX808" fmla="*/ 778123 w 962060"/>
                <a:gd name="connsiteY808" fmla="*/ 479787 h 479949"/>
                <a:gd name="connsiteX809" fmla="*/ 779084 w 962060"/>
                <a:gd name="connsiteY809" fmla="*/ 479791 h 479949"/>
                <a:gd name="connsiteX810" fmla="*/ 780049 w 962060"/>
                <a:gd name="connsiteY810" fmla="*/ 479801 h 479949"/>
                <a:gd name="connsiteX811" fmla="*/ 781009 w 962060"/>
                <a:gd name="connsiteY811" fmla="*/ 479806 h 479949"/>
                <a:gd name="connsiteX812" fmla="*/ 781975 w 962060"/>
                <a:gd name="connsiteY812" fmla="*/ 479811 h 479949"/>
                <a:gd name="connsiteX813" fmla="*/ 782935 w 962060"/>
                <a:gd name="connsiteY813" fmla="*/ 479821 h 479949"/>
                <a:gd name="connsiteX814" fmla="*/ 783900 w 962060"/>
                <a:gd name="connsiteY814" fmla="*/ 479826 h 479949"/>
                <a:gd name="connsiteX815" fmla="*/ 784861 w 962060"/>
                <a:gd name="connsiteY815" fmla="*/ 479831 h 479949"/>
                <a:gd name="connsiteX816" fmla="*/ 785826 w 962060"/>
                <a:gd name="connsiteY816" fmla="*/ 479836 h 479949"/>
                <a:gd name="connsiteX817" fmla="*/ 786787 w 962060"/>
                <a:gd name="connsiteY817" fmla="*/ 479841 h 479949"/>
                <a:gd name="connsiteX818" fmla="*/ 787752 w 962060"/>
                <a:gd name="connsiteY818" fmla="*/ 479846 h 479949"/>
                <a:gd name="connsiteX819" fmla="*/ 788717 w 962060"/>
                <a:gd name="connsiteY819" fmla="*/ 479851 h 479949"/>
                <a:gd name="connsiteX820" fmla="*/ 789678 w 962060"/>
                <a:gd name="connsiteY820" fmla="*/ 479856 h 479949"/>
                <a:gd name="connsiteX821" fmla="*/ 790643 w 962060"/>
                <a:gd name="connsiteY821" fmla="*/ 479861 h 479949"/>
                <a:gd name="connsiteX822" fmla="*/ 791604 w 962060"/>
                <a:gd name="connsiteY822" fmla="*/ 479866 h 479949"/>
                <a:gd name="connsiteX823" fmla="*/ 792569 w 962060"/>
                <a:gd name="connsiteY823" fmla="*/ 479866 h 479949"/>
                <a:gd name="connsiteX824" fmla="*/ 793529 w 962060"/>
                <a:gd name="connsiteY824" fmla="*/ 479871 h 479949"/>
                <a:gd name="connsiteX825" fmla="*/ 794495 w 962060"/>
                <a:gd name="connsiteY825" fmla="*/ 479876 h 479949"/>
                <a:gd name="connsiteX826" fmla="*/ 795455 w 962060"/>
                <a:gd name="connsiteY826" fmla="*/ 479881 h 479949"/>
                <a:gd name="connsiteX827" fmla="*/ 796420 w 962060"/>
                <a:gd name="connsiteY827" fmla="*/ 479881 h 479949"/>
                <a:gd name="connsiteX828" fmla="*/ 797381 w 962060"/>
                <a:gd name="connsiteY828" fmla="*/ 479886 h 479949"/>
                <a:gd name="connsiteX829" fmla="*/ 798346 w 962060"/>
                <a:gd name="connsiteY829" fmla="*/ 479890 h 479949"/>
                <a:gd name="connsiteX830" fmla="*/ 799307 w 962060"/>
                <a:gd name="connsiteY830" fmla="*/ 479890 h 479949"/>
                <a:gd name="connsiteX831" fmla="*/ 800272 w 962060"/>
                <a:gd name="connsiteY831" fmla="*/ 479895 h 479949"/>
                <a:gd name="connsiteX832" fmla="*/ 801232 w 962060"/>
                <a:gd name="connsiteY832" fmla="*/ 479895 h 479949"/>
                <a:gd name="connsiteX833" fmla="*/ 802198 w 962060"/>
                <a:gd name="connsiteY833" fmla="*/ 479900 h 479949"/>
                <a:gd name="connsiteX834" fmla="*/ 803158 w 962060"/>
                <a:gd name="connsiteY834" fmla="*/ 479900 h 479949"/>
                <a:gd name="connsiteX835" fmla="*/ 804124 w 962060"/>
                <a:gd name="connsiteY835" fmla="*/ 479905 h 479949"/>
                <a:gd name="connsiteX836" fmla="*/ 805089 w 962060"/>
                <a:gd name="connsiteY836" fmla="*/ 479905 h 479949"/>
                <a:gd name="connsiteX837" fmla="*/ 806049 w 962060"/>
                <a:gd name="connsiteY837" fmla="*/ 479910 h 479949"/>
                <a:gd name="connsiteX838" fmla="*/ 807015 w 962060"/>
                <a:gd name="connsiteY838" fmla="*/ 479910 h 479949"/>
                <a:gd name="connsiteX839" fmla="*/ 807975 w 962060"/>
                <a:gd name="connsiteY839" fmla="*/ 479910 h 479949"/>
                <a:gd name="connsiteX840" fmla="*/ 808940 w 962060"/>
                <a:gd name="connsiteY840" fmla="*/ 479915 h 479949"/>
                <a:gd name="connsiteX841" fmla="*/ 809901 w 962060"/>
                <a:gd name="connsiteY841" fmla="*/ 479915 h 479949"/>
                <a:gd name="connsiteX842" fmla="*/ 810866 w 962060"/>
                <a:gd name="connsiteY842" fmla="*/ 479920 h 479949"/>
                <a:gd name="connsiteX843" fmla="*/ 811827 w 962060"/>
                <a:gd name="connsiteY843" fmla="*/ 479920 h 479949"/>
                <a:gd name="connsiteX844" fmla="*/ 812792 w 962060"/>
                <a:gd name="connsiteY844" fmla="*/ 479920 h 479949"/>
                <a:gd name="connsiteX845" fmla="*/ 813752 w 962060"/>
                <a:gd name="connsiteY845" fmla="*/ 479920 h 479949"/>
                <a:gd name="connsiteX846" fmla="*/ 814718 w 962060"/>
                <a:gd name="connsiteY846" fmla="*/ 479925 h 479949"/>
                <a:gd name="connsiteX847" fmla="*/ 815678 w 962060"/>
                <a:gd name="connsiteY847" fmla="*/ 479925 h 479949"/>
                <a:gd name="connsiteX848" fmla="*/ 816643 w 962060"/>
                <a:gd name="connsiteY848" fmla="*/ 479925 h 479949"/>
                <a:gd name="connsiteX849" fmla="*/ 817604 w 962060"/>
                <a:gd name="connsiteY849" fmla="*/ 479930 h 479949"/>
                <a:gd name="connsiteX850" fmla="*/ 818569 w 962060"/>
                <a:gd name="connsiteY850" fmla="*/ 479930 h 479949"/>
                <a:gd name="connsiteX851" fmla="*/ 819530 w 962060"/>
                <a:gd name="connsiteY851" fmla="*/ 479930 h 479949"/>
                <a:gd name="connsiteX852" fmla="*/ 820495 w 962060"/>
                <a:gd name="connsiteY852" fmla="*/ 479930 h 479949"/>
                <a:gd name="connsiteX853" fmla="*/ 821455 w 962060"/>
                <a:gd name="connsiteY853" fmla="*/ 479930 h 479949"/>
                <a:gd name="connsiteX854" fmla="*/ 822421 w 962060"/>
                <a:gd name="connsiteY854" fmla="*/ 479935 h 479949"/>
                <a:gd name="connsiteX855" fmla="*/ 823386 w 962060"/>
                <a:gd name="connsiteY855" fmla="*/ 479935 h 479949"/>
                <a:gd name="connsiteX856" fmla="*/ 824347 w 962060"/>
                <a:gd name="connsiteY856" fmla="*/ 479935 h 479949"/>
                <a:gd name="connsiteX857" fmla="*/ 825312 w 962060"/>
                <a:gd name="connsiteY857" fmla="*/ 479935 h 479949"/>
                <a:gd name="connsiteX858" fmla="*/ 826272 w 962060"/>
                <a:gd name="connsiteY858" fmla="*/ 479935 h 479949"/>
                <a:gd name="connsiteX859" fmla="*/ 827238 w 962060"/>
                <a:gd name="connsiteY859" fmla="*/ 479935 h 479949"/>
                <a:gd name="connsiteX860" fmla="*/ 828198 w 962060"/>
                <a:gd name="connsiteY860" fmla="*/ 479940 h 479949"/>
                <a:gd name="connsiteX861" fmla="*/ 829163 w 962060"/>
                <a:gd name="connsiteY861" fmla="*/ 479940 h 479949"/>
                <a:gd name="connsiteX862" fmla="*/ 830124 w 962060"/>
                <a:gd name="connsiteY862" fmla="*/ 479940 h 479949"/>
                <a:gd name="connsiteX863" fmla="*/ 831089 w 962060"/>
                <a:gd name="connsiteY863" fmla="*/ 479940 h 479949"/>
                <a:gd name="connsiteX864" fmla="*/ 832050 w 962060"/>
                <a:gd name="connsiteY864" fmla="*/ 479940 h 479949"/>
                <a:gd name="connsiteX865" fmla="*/ 833015 w 962060"/>
                <a:gd name="connsiteY865" fmla="*/ 479940 h 479949"/>
                <a:gd name="connsiteX866" fmla="*/ 833975 w 962060"/>
                <a:gd name="connsiteY866" fmla="*/ 479940 h 479949"/>
                <a:gd name="connsiteX867" fmla="*/ 834941 w 962060"/>
                <a:gd name="connsiteY867" fmla="*/ 479940 h 479949"/>
                <a:gd name="connsiteX868" fmla="*/ 835901 w 962060"/>
                <a:gd name="connsiteY868" fmla="*/ 479945 h 479949"/>
                <a:gd name="connsiteX869" fmla="*/ 836866 w 962060"/>
                <a:gd name="connsiteY869" fmla="*/ 479945 h 479949"/>
                <a:gd name="connsiteX870" fmla="*/ 837827 w 962060"/>
                <a:gd name="connsiteY870" fmla="*/ 479945 h 479949"/>
                <a:gd name="connsiteX871" fmla="*/ 838792 w 962060"/>
                <a:gd name="connsiteY871" fmla="*/ 479945 h 479949"/>
                <a:gd name="connsiteX872" fmla="*/ 839758 w 962060"/>
                <a:gd name="connsiteY872" fmla="*/ 479945 h 479949"/>
                <a:gd name="connsiteX873" fmla="*/ 840718 w 962060"/>
                <a:gd name="connsiteY873" fmla="*/ 479945 h 479949"/>
                <a:gd name="connsiteX874" fmla="*/ 841683 w 962060"/>
                <a:gd name="connsiteY874" fmla="*/ 479945 h 479949"/>
                <a:gd name="connsiteX875" fmla="*/ 842644 w 962060"/>
                <a:gd name="connsiteY875" fmla="*/ 479945 h 479949"/>
                <a:gd name="connsiteX876" fmla="*/ 843609 w 962060"/>
                <a:gd name="connsiteY876" fmla="*/ 479945 h 479949"/>
                <a:gd name="connsiteX877" fmla="*/ 844569 w 962060"/>
                <a:gd name="connsiteY877" fmla="*/ 479945 h 479949"/>
                <a:gd name="connsiteX878" fmla="*/ 845535 w 962060"/>
                <a:gd name="connsiteY878" fmla="*/ 479945 h 479949"/>
                <a:gd name="connsiteX879" fmla="*/ 846495 w 962060"/>
                <a:gd name="connsiteY879" fmla="*/ 479945 h 479949"/>
                <a:gd name="connsiteX880" fmla="*/ 847461 w 962060"/>
                <a:gd name="connsiteY880" fmla="*/ 479945 h 479949"/>
                <a:gd name="connsiteX881" fmla="*/ 848421 w 962060"/>
                <a:gd name="connsiteY881" fmla="*/ 479945 h 479949"/>
                <a:gd name="connsiteX882" fmla="*/ 849386 w 962060"/>
                <a:gd name="connsiteY882" fmla="*/ 479945 h 479949"/>
                <a:gd name="connsiteX883" fmla="*/ 850347 w 962060"/>
                <a:gd name="connsiteY883" fmla="*/ 479950 h 479949"/>
                <a:gd name="connsiteX884" fmla="*/ 851312 w 962060"/>
                <a:gd name="connsiteY884" fmla="*/ 479950 h 479949"/>
                <a:gd name="connsiteX885" fmla="*/ 852273 w 962060"/>
                <a:gd name="connsiteY885" fmla="*/ 479950 h 479949"/>
                <a:gd name="connsiteX886" fmla="*/ 853238 w 962060"/>
                <a:gd name="connsiteY886" fmla="*/ 479950 h 479949"/>
                <a:gd name="connsiteX887" fmla="*/ 854198 w 962060"/>
                <a:gd name="connsiteY887" fmla="*/ 479950 h 479949"/>
                <a:gd name="connsiteX888" fmla="*/ 855164 w 962060"/>
                <a:gd name="connsiteY888" fmla="*/ 479950 h 479949"/>
                <a:gd name="connsiteX889" fmla="*/ 856124 w 962060"/>
                <a:gd name="connsiteY889" fmla="*/ 479950 h 479949"/>
                <a:gd name="connsiteX890" fmla="*/ 857089 w 962060"/>
                <a:gd name="connsiteY890" fmla="*/ 479950 h 479949"/>
                <a:gd name="connsiteX891" fmla="*/ 858055 w 962060"/>
                <a:gd name="connsiteY891" fmla="*/ 479950 h 479949"/>
                <a:gd name="connsiteX892" fmla="*/ 859015 w 962060"/>
                <a:gd name="connsiteY892" fmla="*/ 479950 h 479949"/>
                <a:gd name="connsiteX893" fmla="*/ 859981 w 962060"/>
                <a:gd name="connsiteY893" fmla="*/ 479950 h 479949"/>
                <a:gd name="connsiteX894" fmla="*/ 860941 w 962060"/>
                <a:gd name="connsiteY894" fmla="*/ 479950 h 479949"/>
                <a:gd name="connsiteX895" fmla="*/ 861906 w 962060"/>
                <a:gd name="connsiteY895" fmla="*/ 479950 h 479949"/>
                <a:gd name="connsiteX896" fmla="*/ 862867 w 962060"/>
                <a:gd name="connsiteY896" fmla="*/ 479950 h 479949"/>
                <a:gd name="connsiteX897" fmla="*/ 863832 w 962060"/>
                <a:gd name="connsiteY897" fmla="*/ 479950 h 479949"/>
                <a:gd name="connsiteX898" fmla="*/ 864793 w 962060"/>
                <a:gd name="connsiteY898" fmla="*/ 479950 h 479949"/>
                <a:gd name="connsiteX899" fmla="*/ 865758 w 962060"/>
                <a:gd name="connsiteY899" fmla="*/ 479950 h 479949"/>
                <a:gd name="connsiteX900" fmla="*/ 866718 w 962060"/>
                <a:gd name="connsiteY900" fmla="*/ 479950 h 479949"/>
                <a:gd name="connsiteX901" fmla="*/ 867684 w 962060"/>
                <a:gd name="connsiteY901" fmla="*/ 479950 h 479949"/>
                <a:gd name="connsiteX902" fmla="*/ 868644 w 962060"/>
                <a:gd name="connsiteY902" fmla="*/ 479950 h 479949"/>
                <a:gd name="connsiteX903" fmla="*/ 869609 w 962060"/>
                <a:gd name="connsiteY903" fmla="*/ 479950 h 479949"/>
                <a:gd name="connsiteX904" fmla="*/ 870570 w 962060"/>
                <a:gd name="connsiteY904" fmla="*/ 479950 h 479949"/>
                <a:gd name="connsiteX905" fmla="*/ 871535 w 962060"/>
                <a:gd name="connsiteY905" fmla="*/ 479950 h 479949"/>
                <a:gd name="connsiteX906" fmla="*/ 872496 w 962060"/>
                <a:gd name="connsiteY906" fmla="*/ 479950 h 479949"/>
                <a:gd name="connsiteX907" fmla="*/ 873461 w 962060"/>
                <a:gd name="connsiteY907" fmla="*/ 479950 h 479949"/>
                <a:gd name="connsiteX908" fmla="*/ 874426 w 962060"/>
                <a:gd name="connsiteY908" fmla="*/ 479950 h 479949"/>
                <a:gd name="connsiteX909" fmla="*/ 875387 w 962060"/>
                <a:gd name="connsiteY909" fmla="*/ 479950 h 479949"/>
                <a:gd name="connsiteX910" fmla="*/ 876352 w 962060"/>
                <a:gd name="connsiteY910" fmla="*/ 479950 h 479949"/>
                <a:gd name="connsiteX911" fmla="*/ 877312 w 962060"/>
                <a:gd name="connsiteY911" fmla="*/ 479950 h 479949"/>
                <a:gd name="connsiteX912" fmla="*/ 878278 w 962060"/>
                <a:gd name="connsiteY912" fmla="*/ 479950 h 479949"/>
                <a:gd name="connsiteX913" fmla="*/ 879238 w 962060"/>
                <a:gd name="connsiteY913" fmla="*/ 479950 h 479949"/>
                <a:gd name="connsiteX914" fmla="*/ 880204 w 962060"/>
                <a:gd name="connsiteY914" fmla="*/ 479950 h 479949"/>
                <a:gd name="connsiteX915" fmla="*/ 881164 w 962060"/>
                <a:gd name="connsiteY915" fmla="*/ 479950 h 479949"/>
                <a:gd name="connsiteX916" fmla="*/ 882129 w 962060"/>
                <a:gd name="connsiteY916" fmla="*/ 479950 h 479949"/>
                <a:gd name="connsiteX917" fmla="*/ 883090 w 962060"/>
                <a:gd name="connsiteY917" fmla="*/ 479950 h 479949"/>
                <a:gd name="connsiteX918" fmla="*/ 884055 w 962060"/>
                <a:gd name="connsiteY918" fmla="*/ 479950 h 479949"/>
                <a:gd name="connsiteX919" fmla="*/ 885016 w 962060"/>
                <a:gd name="connsiteY919" fmla="*/ 479950 h 479949"/>
                <a:gd name="connsiteX920" fmla="*/ 885981 w 962060"/>
                <a:gd name="connsiteY920" fmla="*/ 479950 h 479949"/>
                <a:gd name="connsiteX921" fmla="*/ 886941 w 962060"/>
                <a:gd name="connsiteY921" fmla="*/ 479950 h 479949"/>
                <a:gd name="connsiteX922" fmla="*/ 887907 w 962060"/>
                <a:gd name="connsiteY922" fmla="*/ 479950 h 479949"/>
                <a:gd name="connsiteX923" fmla="*/ 888867 w 962060"/>
                <a:gd name="connsiteY923" fmla="*/ 479950 h 479949"/>
                <a:gd name="connsiteX924" fmla="*/ 889832 w 962060"/>
                <a:gd name="connsiteY924" fmla="*/ 479950 h 479949"/>
                <a:gd name="connsiteX925" fmla="*/ 890798 w 962060"/>
                <a:gd name="connsiteY925" fmla="*/ 479950 h 479949"/>
                <a:gd name="connsiteX926" fmla="*/ 891758 w 962060"/>
                <a:gd name="connsiteY926" fmla="*/ 479950 h 479949"/>
                <a:gd name="connsiteX927" fmla="*/ 892724 w 962060"/>
                <a:gd name="connsiteY927" fmla="*/ 479950 h 479949"/>
                <a:gd name="connsiteX928" fmla="*/ 893684 w 962060"/>
                <a:gd name="connsiteY928" fmla="*/ 479950 h 479949"/>
                <a:gd name="connsiteX929" fmla="*/ 894649 w 962060"/>
                <a:gd name="connsiteY929" fmla="*/ 479950 h 479949"/>
                <a:gd name="connsiteX930" fmla="*/ 895610 w 962060"/>
                <a:gd name="connsiteY930" fmla="*/ 479950 h 479949"/>
                <a:gd name="connsiteX931" fmla="*/ 896575 w 962060"/>
                <a:gd name="connsiteY931" fmla="*/ 479950 h 479949"/>
                <a:gd name="connsiteX932" fmla="*/ 897536 w 962060"/>
                <a:gd name="connsiteY932" fmla="*/ 479950 h 479949"/>
                <a:gd name="connsiteX933" fmla="*/ 898501 w 962060"/>
                <a:gd name="connsiteY933" fmla="*/ 479950 h 479949"/>
                <a:gd name="connsiteX934" fmla="*/ 899461 w 962060"/>
                <a:gd name="connsiteY934" fmla="*/ 479950 h 479949"/>
                <a:gd name="connsiteX935" fmla="*/ 900427 w 962060"/>
                <a:gd name="connsiteY935" fmla="*/ 479950 h 479949"/>
                <a:gd name="connsiteX936" fmla="*/ 901387 w 962060"/>
                <a:gd name="connsiteY936" fmla="*/ 479950 h 479949"/>
                <a:gd name="connsiteX937" fmla="*/ 902352 w 962060"/>
                <a:gd name="connsiteY937" fmla="*/ 479950 h 479949"/>
                <a:gd name="connsiteX938" fmla="*/ 903313 w 962060"/>
                <a:gd name="connsiteY938" fmla="*/ 479950 h 479949"/>
                <a:gd name="connsiteX939" fmla="*/ 904278 w 962060"/>
                <a:gd name="connsiteY939" fmla="*/ 479950 h 479949"/>
                <a:gd name="connsiteX940" fmla="*/ 905239 w 962060"/>
                <a:gd name="connsiteY940" fmla="*/ 479950 h 479949"/>
                <a:gd name="connsiteX941" fmla="*/ 906204 w 962060"/>
                <a:gd name="connsiteY941" fmla="*/ 479950 h 479949"/>
                <a:gd name="connsiteX942" fmla="*/ 907164 w 962060"/>
                <a:gd name="connsiteY942" fmla="*/ 479950 h 479949"/>
                <a:gd name="connsiteX943" fmla="*/ 908130 w 962060"/>
                <a:gd name="connsiteY943" fmla="*/ 479950 h 479949"/>
                <a:gd name="connsiteX944" fmla="*/ 909095 w 962060"/>
                <a:gd name="connsiteY944" fmla="*/ 479950 h 479949"/>
                <a:gd name="connsiteX945" fmla="*/ 910055 w 962060"/>
                <a:gd name="connsiteY945" fmla="*/ 479950 h 479949"/>
                <a:gd name="connsiteX946" fmla="*/ 911021 w 962060"/>
                <a:gd name="connsiteY946" fmla="*/ 479950 h 479949"/>
                <a:gd name="connsiteX947" fmla="*/ 911981 w 962060"/>
                <a:gd name="connsiteY947" fmla="*/ 479950 h 479949"/>
                <a:gd name="connsiteX948" fmla="*/ 912947 w 962060"/>
                <a:gd name="connsiteY948" fmla="*/ 479950 h 479949"/>
                <a:gd name="connsiteX949" fmla="*/ 913907 w 962060"/>
                <a:gd name="connsiteY949" fmla="*/ 479950 h 479949"/>
                <a:gd name="connsiteX950" fmla="*/ 914872 w 962060"/>
                <a:gd name="connsiteY950" fmla="*/ 479950 h 479949"/>
                <a:gd name="connsiteX951" fmla="*/ 915833 w 962060"/>
                <a:gd name="connsiteY951" fmla="*/ 479950 h 479949"/>
                <a:gd name="connsiteX952" fmla="*/ 916798 w 962060"/>
                <a:gd name="connsiteY952" fmla="*/ 479950 h 479949"/>
                <a:gd name="connsiteX953" fmla="*/ 917759 w 962060"/>
                <a:gd name="connsiteY953" fmla="*/ 479950 h 479949"/>
                <a:gd name="connsiteX954" fmla="*/ 918724 w 962060"/>
                <a:gd name="connsiteY954" fmla="*/ 479950 h 479949"/>
                <a:gd name="connsiteX955" fmla="*/ 919684 w 962060"/>
                <a:gd name="connsiteY955" fmla="*/ 479950 h 479949"/>
                <a:gd name="connsiteX956" fmla="*/ 920650 w 962060"/>
                <a:gd name="connsiteY956" fmla="*/ 479950 h 479949"/>
                <a:gd name="connsiteX957" fmla="*/ 921610 w 962060"/>
                <a:gd name="connsiteY957" fmla="*/ 479950 h 479949"/>
                <a:gd name="connsiteX958" fmla="*/ 922575 w 962060"/>
                <a:gd name="connsiteY958" fmla="*/ 479950 h 479949"/>
                <a:gd name="connsiteX959" fmla="*/ 923536 w 962060"/>
                <a:gd name="connsiteY959" fmla="*/ 479950 h 479949"/>
                <a:gd name="connsiteX960" fmla="*/ 924501 w 962060"/>
                <a:gd name="connsiteY960" fmla="*/ 479950 h 479949"/>
                <a:gd name="connsiteX961" fmla="*/ 925467 w 962060"/>
                <a:gd name="connsiteY961" fmla="*/ 479950 h 479949"/>
                <a:gd name="connsiteX962" fmla="*/ 926427 w 962060"/>
                <a:gd name="connsiteY962" fmla="*/ 479950 h 479949"/>
                <a:gd name="connsiteX963" fmla="*/ 927392 w 962060"/>
                <a:gd name="connsiteY963" fmla="*/ 479950 h 479949"/>
                <a:gd name="connsiteX964" fmla="*/ 928353 w 962060"/>
                <a:gd name="connsiteY964" fmla="*/ 479950 h 479949"/>
                <a:gd name="connsiteX965" fmla="*/ 929318 w 962060"/>
                <a:gd name="connsiteY965" fmla="*/ 479950 h 479949"/>
                <a:gd name="connsiteX966" fmla="*/ 930278 w 962060"/>
                <a:gd name="connsiteY966" fmla="*/ 479950 h 479949"/>
                <a:gd name="connsiteX967" fmla="*/ 931244 w 962060"/>
                <a:gd name="connsiteY967" fmla="*/ 479950 h 479949"/>
                <a:gd name="connsiteX968" fmla="*/ 932204 w 962060"/>
                <a:gd name="connsiteY968" fmla="*/ 479950 h 479949"/>
                <a:gd name="connsiteX969" fmla="*/ 933170 w 962060"/>
                <a:gd name="connsiteY969" fmla="*/ 479950 h 479949"/>
                <a:gd name="connsiteX970" fmla="*/ 934130 w 962060"/>
                <a:gd name="connsiteY970" fmla="*/ 479950 h 479949"/>
                <a:gd name="connsiteX971" fmla="*/ 935095 w 962060"/>
                <a:gd name="connsiteY971" fmla="*/ 479950 h 479949"/>
                <a:gd name="connsiteX972" fmla="*/ 936056 w 962060"/>
                <a:gd name="connsiteY972" fmla="*/ 479950 h 479949"/>
                <a:gd name="connsiteX973" fmla="*/ 937021 w 962060"/>
                <a:gd name="connsiteY973" fmla="*/ 479950 h 479949"/>
                <a:gd name="connsiteX974" fmla="*/ 937982 w 962060"/>
                <a:gd name="connsiteY974" fmla="*/ 479950 h 479949"/>
                <a:gd name="connsiteX975" fmla="*/ 938947 w 962060"/>
                <a:gd name="connsiteY975" fmla="*/ 479950 h 479949"/>
                <a:gd name="connsiteX976" fmla="*/ 939907 w 962060"/>
                <a:gd name="connsiteY976" fmla="*/ 479950 h 479949"/>
                <a:gd name="connsiteX977" fmla="*/ 940873 w 962060"/>
                <a:gd name="connsiteY977" fmla="*/ 479950 h 479949"/>
                <a:gd name="connsiteX978" fmla="*/ 941833 w 962060"/>
                <a:gd name="connsiteY978" fmla="*/ 479950 h 479949"/>
                <a:gd name="connsiteX979" fmla="*/ 942798 w 962060"/>
                <a:gd name="connsiteY979" fmla="*/ 479950 h 479949"/>
                <a:gd name="connsiteX980" fmla="*/ 943764 w 962060"/>
                <a:gd name="connsiteY980" fmla="*/ 479950 h 479949"/>
                <a:gd name="connsiteX981" fmla="*/ 944724 w 962060"/>
                <a:gd name="connsiteY981" fmla="*/ 479950 h 479949"/>
                <a:gd name="connsiteX982" fmla="*/ 945689 w 962060"/>
                <a:gd name="connsiteY982" fmla="*/ 479950 h 479949"/>
                <a:gd name="connsiteX983" fmla="*/ 946650 w 962060"/>
                <a:gd name="connsiteY983" fmla="*/ 479950 h 479949"/>
                <a:gd name="connsiteX984" fmla="*/ 947615 w 962060"/>
                <a:gd name="connsiteY984" fmla="*/ 479950 h 479949"/>
                <a:gd name="connsiteX985" fmla="*/ 948576 w 962060"/>
                <a:gd name="connsiteY985" fmla="*/ 479950 h 479949"/>
                <a:gd name="connsiteX986" fmla="*/ 949541 w 962060"/>
                <a:gd name="connsiteY986" fmla="*/ 479950 h 479949"/>
                <a:gd name="connsiteX987" fmla="*/ 950502 w 962060"/>
                <a:gd name="connsiteY987" fmla="*/ 479950 h 479949"/>
                <a:gd name="connsiteX988" fmla="*/ 951467 w 962060"/>
                <a:gd name="connsiteY988" fmla="*/ 479950 h 479949"/>
                <a:gd name="connsiteX989" fmla="*/ 952427 w 962060"/>
                <a:gd name="connsiteY989" fmla="*/ 479950 h 479949"/>
                <a:gd name="connsiteX990" fmla="*/ 953393 w 962060"/>
                <a:gd name="connsiteY990" fmla="*/ 479950 h 479949"/>
                <a:gd name="connsiteX991" fmla="*/ 954353 w 962060"/>
                <a:gd name="connsiteY991" fmla="*/ 479950 h 479949"/>
                <a:gd name="connsiteX992" fmla="*/ 955318 w 962060"/>
                <a:gd name="connsiteY992" fmla="*/ 479950 h 479949"/>
                <a:gd name="connsiteX993" fmla="*/ 956279 w 962060"/>
                <a:gd name="connsiteY993" fmla="*/ 479950 h 479949"/>
                <a:gd name="connsiteX994" fmla="*/ 957244 w 962060"/>
                <a:gd name="connsiteY994" fmla="*/ 479950 h 479949"/>
                <a:gd name="connsiteX995" fmla="*/ 958205 w 962060"/>
                <a:gd name="connsiteY995" fmla="*/ 479950 h 479949"/>
                <a:gd name="connsiteX996" fmla="*/ 959170 w 962060"/>
                <a:gd name="connsiteY996" fmla="*/ 479950 h 479949"/>
                <a:gd name="connsiteX997" fmla="*/ 960135 w 962060"/>
                <a:gd name="connsiteY997" fmla="*/ 479950 h 479949"/>
                <a:gd name="connsiteX998" fmla="*/ 961096 w 962060"/>
                <a:gd name="connsiteY998" fmla="*/ 479950 h 479949"/>
                <a:gd name="connsiteX999" fmla="*/ 962061 w 962060"/>
                <a:gd name="connsiteY999" fmla="*/ 479950 h 479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62060" h="479949">
                  <a:moveTo>
                    <a:pt x="0" y="479950"/>
                  </a:moveTo>
                  <a:lnTo>
                    <a:pt x="963" y="479950"/>
                  </a:lnTo>
                  <a:lnTo>
                    <a:pt x="1926" y="479950"/>
                  </a:lnTo>
                  <a:lnTo>
                    <a:pt x="2889" y="479950"/>
                  </a:lnTo>
                  <a:lnTo>
                    <a:pt x="3852" y="479950"/>
                  </a:lnTo>
                  <a:lnTo>
                    <a:pt x="4815" y="479950"/>
                  </a:lnTo>
                  <a:lnTo>
                    <a:pt x="5778" y="479950"/>
                  </a:lnTo>
                  <a:lnTo>
                    <a:pt x="6741" y="479950"/>
                  </a:lnTo>
                  <a:lnTo>
                    <a:pt x="7704" y="479950"/>
                  </a:lnTo>
                  <a:lnTo>
                    <a:pt x="8667" y="479950"/>
                  </a:lnTo>
                  <a:lnTo>
                    <a:pt x="9630" y="479950"/>
                  </a:lnTo>
                  <a:lnTo>
                    <a:pt x="10593" y="479950"/>
                  </a:lnTo>
                  <a:lnTo>
                    <a:pt x="11557" y="479950"/>
                  </a:lnTo>
                  <a:lnTo>
                    <a:pt x="12519" y="479950"/>
                  </a:lnTo>
                  <a:lnTo>
                    <a:pt x="13482" y="479950"/>
                  </a:lnTo>
                  <a:lnTo>
                    <a:pt x="14445" y="479950"/>
                  </a:lnTo>
                  <a:lnTo>
                    <a:pt x="15409" y="479950"/>
                  </a:lnTo>
                  <a:lnTo>
                    <a:pt x="16371" y="479950"/>
                  </a:lnTo>
                  <a:lnTo>
                    <a:pt x="17334" y="479950"/>
                  </a:lnTo>
                  <a:lnTo>
                    <a:pt x="18298" y="479950"/>
                  </a:lnTo>
                  <a:lnTo>
                    <a:pt x="19261" y="479950"/>
                  </a:lnTo>
                  <a:lnTo>
                    <a:pt x="20224" y="479950"/>
                  </a:lnTo>
                  <a:lnTo>
                    <a:pt x="21186" y="479950"/>
                  </a:lnTo>
                  <a:lnTo>
                    <a:pt x="22150" y="479950"/>
                  </a:lnTo>
                  <a:lnTo>
                    <a:pt x="23113" y="479950"/>
                  </a:lnTo>
                  <a:lnTo>
                    <a:pt x="24076" y="479950"/>
                  </a:lnTo>
                  <a:lnTo>
                    <a:pt x="25039" y="479950"/>
                  </a:lnTo>
                  <a:lnTo>
                    <a:pt x="26002" y="479950"/>
                  </a:lnTo>
                  <a:lnTo>
                    <a:pt x="26965" y="479950"/>
                  </a:lnTo>
                  <a:lnTo>
                    <a:pt x="27928" y="479950"/>
                  </a:lnTo>
                  <a:lnTo>
                    <a:pt x="28891" y="479950"/>
                  </a:lnTo>
                  <a:lnTo>
                    <a:pt x="29854" y="479950"/>
                  </a:lnTo>
                  <a:lnTo>
                    <a:pt x="30817" y="479950"/>
                  </a:lnTo>
                  <a:lnTo>
                    <a:pt x="31780" y="479945"/>
                  </a:lnTo>
                  <a:lnTo>
                    <a:pt x="32743" y="479945"/>
                  </a:lnTo>
                  <a:lnTo>
                    <a:pt x="33706" y="479945"/>
                  </a:lnTo>
                  <a:lnTo>
                    <a:pt x="34669" y="479945"/>
                  </a:lnTo>
                  <a:lnTo>
                    <a:pt x="35632" y="479940"/>
                  </a:lnTo>
                  <a:lnTo>
                    <a:pt x="36595" y="479940"/>
                  </a:lnTo>
                  <a:lnTo>
                    <a:pt x="37558" y="479940"/>
                  </a:lnTo>
                  <a:lnTo>
                    <a:pt x="38521" y="479935"/>
                  </a:lnTo>
                  <a:lnTo>
                    <a:pt x="39484" y="479935"/>
                  </a:lnTo>
                  <a:lnTo>
                    <a:pt x="40447" y="479930"/>
                  </a:lnTo>
                  <a:lnTo>
                    <a:pt x="41410" y="479925"/>
                  </a:lnTo>
                  <a:lnTo>
                    <a:pt x="42373" y="479925"/>
                  </a:lnTo>
                  <a:lnTo>
                    <a:pt x="43336" y="479920"/>
                  </a:lnTo>
                  <a:lnTo>
                    <a:pt x="44299" y="479910"/>
                  </a:lnTo>
                  <a:lnTo>
                    <a:pt x="45262" y="479905"/>
                  </a:lnTo>
                  <a:lnTo>
                    <a:pt x="46225" y="479900"/>
                  </a:lnTo>
                  <a:lnTo>
                    <a:pt x="47188" y="479890"/>
                  </a:lnTo>
                  <a:lnTo>
                    <a:pt x="48151" y="479881"/>
                  </a:lnTo>
                  <a:lnTo>
                    <a:pt x="49114" y="479866"/>
                  </a:lnTo>
                  <a:lnTo>
                    <a:pt x="50077" y="479856"/>
                  </a:lnTo>
                  <a:lnTo>
                    <a:pt x="51040" y="479841"/>
                  </a:lnTo>
                  <a:lnTo>
                    <a:pt x="52003" y="479821"/>
                  </a:lnTo>
                  <a:lnTo>
                    <a:pt x="52966" y="479801"/>
                  </a:lnTo>
                  <a:lnTo>
                    <a:pt x="53929" y="479777"/>
                  </a:lnTo>
                  <a:lnTo>
                    <a:pt x="54892" y="479752"/>
                  </a:lnTo>
                  <a:lnTo>
                    <a:pt x="55856" y="479722"/>
                  </a:lnTo>
                  <a:lnTo>
                    <a:pt x="56819" y="479688"/>
                  </a:lnTo>
                  <a:lnTo>
                    <a:pt x="57781" y="479648"/>
                  </a:lnTo>
                  <a:lnTo>
                    <a:pt x="58744" y="479603"/>
                  </a:lnTo>
                  <a:lnTo>
                    <a:pt x="59708" y="479554"/>
                  </a:lnTo>
                  <a:lnTo>
                    <a:pt x="60671" y="479494"/>
                  </a:lnTo>
                  <a:lnTo>
                    <a:pt x="61633" y="479430"/>
                  </a:lnTo>
                  <a:lnTo>
                    <a:pt x="62596" y="479356"/>
                  </a:lnTo>
                  <a:lnTo>
                    <a:pt x="63560" y="479272"/>
                  </a:lnTo>
                  <a:lnTo>
                    <a:pt x="64523" y="479178"/>
                  </a:lnTo>
                  <a:lnTo>
                    <a:pt x="65485" y="479074"/>
                  </a:lnTo>
                  <a:lnTo>
                    <a:pt x="66449" y="478955"/>
                  </a:lnTo>
                  <a:lnTo>
                    <a:pt x="67412" y="478821"/>
                  </a:lnTo>
                  <a:lnTo>
                    <a:pt x="68375" y="478668"/>
                  </a:lnTo>
                  <a:lnTo>
                    <a:pt x="69337" y="478499"/>
                  </a:lnTo>
                  <a:lnTo>
                    <a:pt x="70301" y="478311"/>
                  </a:lnTo>
                  <a:lnTo>
                    <a:pt x="71264" y="478103"/>
                  </a:lnTo>
                  <a:lnTo>
                    <a:pt x="72227" y="477871"/>
                  </a:lnTo>
                  <a:lnTo>
                    <a:pt x="73190" y="477608"/>
                  </a:lnTo>
                  <a:lnTo>
                    <a:pt x="74153" y="477316"/>
                  </a:lnTo>
                  <a:lnTo>
                    <a:pt x="75116" y="476994"/>
                  </a:lnTo>
                  <a:lnTo>
                    <a:pt x="76079" y="476638"/>
                  </a:lnTo>
                  <a:lnTo>
                    <a:pt x="77042" y="476242"/>
                  </a:lnTo>
                  <a:lnTo>
                    <a:pt x="78005" y="475806"/>
                  </a:lnTo>
                  <a:lnTo>
                    <a:pt x="78968" y="475321"/>
                  </a:lnTo>
                  <a:lnTo>
                    <a:pt x="79931" y="474786"/>
                  </a:lnTo>
                  <a:lnTo>
                    <a:pt x="80894" y="474202"/>
                  </a:lnTo>
                  <a:lnTo>
                    <a:pt x="81857" y="473554"/>
                  </a:lnTo>
                  <a:lnTo>
                    <a:pt x="82820" y="472846"/>
                  </a:lnTo>
                  <a:lnTo>
                    <a:pt x="83783" y="472069"/>
                  </a:lnTo>
                  <a:lnTo>
                    <a:pt x="84746" y="471217"/>
                  </a:lnTo>
                  <a:lnTo>
                    <a:pt x="85709" y="470286"/>
                  </a:lnTo>
                  <a:lnTo>
                    <a:pt x="86672" y="469272"/>
                  </a:lnTo>
                  <a:lnTo>
                    <a:pt x="87635" y="468163"/>
                  </a:lnTo>
                  <a:lnTo>
                    <a:pt x="88598" y="466960"/>
                  </a:lnTo>
                  <a:lnTo>
                    <a:pt x="89561" y="465648"/>
                  </a:lnTo>
                  <a:lnTo>
                    <a:pt x="90524" y="464227"/>
                  </a:lnTo>
                  <a:lnTo>
                    <a:pt x="91487" y="462687"/>
                  </a:lnTo>
                  <a:lnTo>
                    <a:pt x="92450" y="461019"/>
                  </a:lnTo>
                  <a:lnTo>
                    <a:pt x="93413" y="459217"/>
                  </a:lnTo>
                  <a:lnTo>
                    <a:pt x="94376" y="457276"/>
                  </a:lnTo>
                  <a:lnTo>
                    <a:pt x="95339" y="455182"/>
                  </a:lnTo>
                  <a:lnTo>
                    <a:pt x="96302" y="452930"/>
                  </a:lnTo>
                  <a:lnTo>
                    <a:pt x="97266" y="450514"/>
                  </a:lnTo>
                  <a:lnTo>
                    <a:pt x="98228" y="447920"/>
                  </a:lnTo>
                  <a:lnTo>
                    <a:pt x="99191" y="445148"/>
                  </a:lnTo>
                  <a:lnTo>
                    <a:pt x="100154" y="442177"/>
                  </a:lnTo>
                  <a:lnTo>
                    <a:pt x="101118" y="439014"/>
                  </a:lnTo>
                  <a:lnTo>
                    <a:pt x="102080" y="435638"/>
                  </a:lnTo>
                  <a:lnTo>
                    <a:pt x="103043" y="432048"/>
                  </a:lnTo>
                  <a:lnTo>
                    <a:pt x="104007" y="428231"/>
                  </a:lnTo>
                  <a:lnTo>
                    <a:pt x="104970" y="424187"/>
                  </a:lnTo>
                  <a:lnTo>
                    <a:pt x="105932" y="419905"/>
                  </a:lnTo>
                  <a:lnTo>
                    <a:pt x="106895" y="415375"/>
                  </a:lnTo>
                  <a:lnTo>
                    <a:pt x="107859" y="410593"/>
                  </a:lnTo>
                  <a:lnTo>
                    <a:pt x="108822" y="405558"/>
                  </a:lnTo>
                  <a:lnTo>
                    <a:pt x="109784" y="400256"/>
                  </a:lnTo>
                  <a:lnTo>
                    <a:pt x="110748" y="394687"/>
                  </a:lnTo>
                  <a:lnTo>
                    <a:pt x="111711" y="388850"/>
                  </a:lnTo>
                  <a:lnTo>
                    <a:pt x="112674" y="382736"/>
                  </a:lnTo>
                  <a:lnTo>
                    <a:pt x="113637" y="376350"/>
                  </a:lnTo>
                  <a:lnTo>
                    <a:pt x="114600" y="369681"/>
                  </a:lnTo>
                  <a:lnTo>
                    <a:pt x="115563" y="362741"/>
                  </a:lnTo>
                  <a:lnTo>
                    <a:pt x="116526" y="355523"/>
                  </a:lnTo>
                  <a:lnTo>
                    <a:pt x="117489" y="348033"/>
                  </a:lnTo>
                  <a:lnTo>
                    <a:pt x="118452" y="340275"/>
                  </a:lnTo>
                  <a:lnTo>
                    <a:pt x="119415" y="332250"/>
                  </a:lnTo>
                  <a:lnTo>
                    <a:pt x="120378" y="323968"/>
                  </a:lnTo>
                  <a:lnTo>
                    <a:pt x="121341" y="315433"/>
                  </a:lnTo>
                  <a:lnTo>
                    <a:pt x="122304" y="306656"/>
                  </a:lnTo>
                  <a:lnTo>
                    <a:pt x="123267" y="297648"/>
                  </a:lnTo>
                  <a:lnTo>
                    <a:pt x="124230" y="288420"/>
                  </a:lnTo>
                  <a:lnTo>
                    <a:pt x="125193" y="278985"/>
                  </a:lnTo>
                  <a:lnTo>
                    <a:pt x="126156" y="269359"/>
                  </a:lnTo>
                  <a:lnTo>
                    <a:pt x="127119" y="259558"/>
                  </a:lnTo>
                  <a:lnTo>
                    <a:pt x="128082" y="249599"/>
                  </a:lnTo>
                  <a:lnTo>
                    <a:pt x="129045" y="239502"/>
                  </a:lnTo>
                  <a:lnTo>
                    <a:pt x="130008" y="229287"/>
                  </a:lnTo>
                  <a:lnTo>
                    <a:pt x="130971" y="218976"/>
                  </a:lnTo>
                  <a:lnTo>
                    <a:pt x="131934" y="208593"/>
                  </a:lnTo>
                  <a:lnTo>
                    <a:pt x="132897" y="198162"/>
                  </a:lnTo>
                  <a:lnTo>
                    <a:pt x="133860" y="187709"/>
                  </a:lnTo>
                  <a:lnTo>
                    <a:pt x="134823" y="177259"/>
                  </a:lnTo>
                  <a:lnTo>
                    <a:pt x="135786" y="166842"/>
                  </a:lnTo>
                  <a:lnTo>
                    <a:pt x="136749" y="156485"/>
                  </a:lnTo>
                  <a:lnTo>
                    <a:pt x="137712" y="146217"/>
                  </a:lnTo>
                  <a:lnTo>
                    <a:pt x="138675" y="136069"/>
                  </a:lnTo>
                  <a:lnTo>
                    <a:pt x="139638" y="126069"/>
                  </a:lnTo>
                  <a:lnTo>
                    <a:pt x="140601" y="116249"/>
                  </a:lnTo>
                  <a:lnTo>
                    <a:pt x="141565" y="106640"/>
                  </a:lnTo>
                  <a:lnTo>
                    <a:pt x="142527" y="97271"/>
                  </a:lnTo>
                  <a:lnTo>
                    <a:pt x="143490" y="88173"/>
                  </a:lnTo>
                  <a:lnTo>
                    <a:pt x="144453" y="79377"/>
                  </a:lnTo>
                  <a:lnTo>
                    <a:pt x="145417" y="70911"/>
                  </a:lnTo>
                  <a:lnTo>
                    <a:pt x="146379" y="62804"/>
                  </a:lnTo>
                  <a:lnTo>
                    <a:pt x="147342" y="55084"/>
                  </a:lnTo>
                  <a:lnTo>
                    <a:pt x="148305" y="47779"/>
                  </a:lnTo>
                  <a:lnTo>
                    <a:pt x="149269" y="40914"/>
                  </a:lnTo>
                  <a:lnTo>
                    <a:pt x="150231" y="34513"/>
                  </a:lnTo>
                  <a:lnTo>
                    <a:pt x="151194" y="28599"/>
                  </a:lnTo>
                  <a:lnTo>
                    <a:pt x="152158" y="23194"/>
                  </a:lnTo>
                  <a:lnTo>
                    <a:pt x="153121" y="18318"/>
                  </a:lnTo>
                  <a:lnTo>
                    <a:pt x="154084" y="13987"/>
                  </a:lnTo>
                  <a:lnTo>
                    <a:pt x="155046" y="10218"/>
                  </a:lnTo>
                  <a:lnTo>
                    <a:pt x="156010" y="7024"/>
                  </a:lnTo>
                  <a:lnTo>
                    <a:pt x="156973" y="4416"/>
                  </a:lnTo>
                  <a:lnTo>
                    <a:pt x="157936" y="2404"/>
                  </a:lnTo>
                  <a:lnTo>
                    <a:pt x="158899" y="996"/>
                  </a:lnTo>
                  <a:lnTo>
                    <a:pt x="159862" y="193"/>
                  </a:lnTo>
                  <a:lnTo>
                    <a:pt x="160825" y="0"/>
                  </a:lnTo>
                  <a:lnTo>
                    <a:pt x="161788" y="415"/>
                  </a:lnTo>
                  <a:lnTo>
                    <a:pt x="162751" y="1436"/>
                  </a:lnTo>
                  <a:lnTo>
                    <a:pt x="163714" y="3058"/>
                  </a:lnTo>
                  <a:lnTo>
                    <a:pt x="164677" y="5273"/>
                  </a:lnTo>
                  <a:lnTo>
                    <a:pt x="165640" y="8071"/>
                  </a:lnTo>
                  <a:lnTo>
                    <a:pt x="166603" y="11440"/>
                  </a:lnTo>
                  <a:lnTo>
                    <a:pt x="167566" y="15366"/>
                  </a:lnTo>
                  <a:lnTo>
                    <a:pt x="168529" y="19832"/>
                  </a:lnTo>
                  <a:lnTo>
                    <a:pt x="169492" y="24820"/>
                  </a:lnTo>
                  <a:lnTo>
                    <a:pt x="170455" y="30309"/>
                  </a:lnTo>
                  <a:lnTo>
                    <a:pt x="171418" y="36278"/>
                  </a:lnTo>
                  <a:lnTo>
                    <a:pt x="172381" y="42702"/>
                  </a:lnTo>
                  <a:lnTo>
                    <a:pt x="173344" y="49557"/>
                  </a:lnTo>
                  <a:lnTo>
                    <a:pt x="174307" y="56815"/>
                  </a:lnTo>
                  <a:lnTo>
                    <a:pt x="175270" y="64451"/>
                  </a:lnTo>
                  <a:lnTo>
                    <a:pt x="176233" y="72433"/>
                  </a:lnTo>
                  <a:lnTo>
                    <a:pt x="177196" y="80734"/>
                  </a:lnTo>
                  <a:lnTo>
                    <a:pt x="178159" y="89322"/>
                  </a:lnTo>
                  <a:lnTo>
                    <a:pt x="179122" y="98167"/>
                  </a:lnTo>
                  <a:lnTo>
                    <a:pt x="180085" y="107238"/>
                  </a:lnTo>
                  <a:lnTo>
                    <a:pt x="181048" y="116504"/>
                  </a:lnTo>
                  <a:lnTo>
                    <a:pt x="182011" y="125933"/>
                  </a:lnTo>
                  <a:lnTo>
                    <a:pt x="182974" y="135493"/>
                  </a:lnTo>
                  <a:lnTo>
                    <a:pt x="183937" y="145154"/>
                  </a:lnTo>
                  <a:lnTo>
                    <a:pt x="184900" y="154886"/>
                  </a:lnTo>
                  <a:lnTo>
                    <a:pt x="185863" y="164658"/>
                  </a:lnTo>
                  <a:lnTo>
                    <a:pt x="186827" y="174442"/>
                  </a:lnTo>
                  <a:lnTo>
                    <a:pt x="187789" y="184209"/>
                  </a:lnTo>
                  <a:lnTo>
                    <a:pt x="188752" y="193931"/>
                  </a:lnTo>
                  <a:lnTo>
                    <a:pt x="189716" y="203582"/>
                  </a:lnTo>
                  <a:lnTo>
                    <a:pt x="190679" y="213137"/>
                  </a:lnTo>
                  <a:lnTo>
                    <a:pt x="191641" y="222571"/>
                  </a:lnTo>
                  <a:lnTo>
                    <a:pt x="192604" y="231862"/>
                  </a:lnTo>
                  <a:lnTo>
                    <a:pt x="193568" y="240990"/>
                  </a:lnTo>
                  <a:lnTo>
                    <a:pt x="194531" y="249932"/>
                  </a:lnTo>
                  <a:lnTo>
                    <a:pt x="195493" y="258671"/>
                  </a:lnTo>
                  <a:lnTo>
                    <a:pt x="196457" y="267191"/>
                  </a:lnTo>
                  <a:lnTo>
                    <a:pt x="197420" y="275473"/>
                  </a:lnTo>
                  <a:lnTo>
                    <a:pt x="198383" y="283507"/>
                  </a:lnTo>
                  <a:lnTo>
                    <a:pt x="199345" y="291277"/>
                  </a:lnTo>
                  <a:lnTo>
                    <a:pt x="200309" y="298773"/>
                  </a:lnTo>
                  <a:lnTo>
                    <a:pt x="201272" y="305986"/>
                  </a:lnTo>
                  <a:lnTo>
                    <a:pt x="202235" y="312908"/>
                  </a:lnTo>
                  <a:lnTo>
                    <a:pt x="203197" y="319527"/>
                  </a:lnTo>
                  <a:lnTo>
                    <a:pt x="204161" y="325844"/>
                  </a:lnTo>
                  <a:lnTo>
                    <a:pt x="205124" y="331854"/>
                  </a:lnTo>
                  <a:lnTo>
                    <a:pt x="206087" y="337552"/>
                  </a:lnTo>
                  <a:lnTo>
                    <a:pt x="207050" y="342934"/>
                  </a:lnTo>
                  <a:lnTo>
                    <a:pt x="208013" y="348003"/>
                  </a:lnTo>
                  <a:lnTo>
                    <a:pt x="208976" y="352755"/>
                  </a:lnTo>
                  <a:lnTo>
                    <a:pt x="209939" y="357196"/>
                  </a:lnTo>
                  <a:lnTo>
                    <a:pt x="210902" y="361330"/>
                  </a:lnTo>
                  <a:lnTo>
                    <a:pt x="211865" y="365152"/>
                  </a:lnTo>
                  <a:lnTo>
                    <a:pt x="212828" y="368671"/>
                  </a:lnTo>
                  <a:lnTo>
                    <a:pt x="213791" y="371894"/>
                  </a:lnTo>
                  <a:lnTo>
                    <a:pt x="214754" y="374820"/>
                  </a:lnTo>
                  <a:lnTo>
                    <a:pt x="215717" y="377459"/>
                  </a:lnTo>
                  <a:lnTo>
                    <a:pt x="216680" y="379815"/>
                  </a:lnTo>
                  <a:lnTo>
                    <a:pt x="217643" y="381899"/>
                  </a:lnTo>
                  <a:lnTo>
                    <a:pt x="218606" y="383711"/>
                  </a:lnTo>
                  <a:lnTo>
                    <a:pt x="219569" y="385266"/>
                  </a:lnTo>
                  <a:lnTo>
                    <a:pt x="220532" y="386563"/>
                  </a:lnTo>
                  <a:lnTo>
                    <a:pt x="221495" y="387617"/>
                  </a:lnTo>
                  <a:lnTo>
                    <a:pt x="222458" y="388439"/>
                  </a:lnTo>
                  <a:lnTo>
                    <a:pt x="223421" y="389023"/>
                  </a:lnTo>
                  <a:lnTo>
                    <a:pt x="224384" y="389389"/>
                  </a:lnTo>
                  <a:lnTo>
                    <a:pt x="225347" y="389548"/>
                  </a:lnTo>
                  <a:lnTo>
                    <a:pt x="226310" y="389493"/>
                  </a:lnTo>
                  <a:lnTo>
                    <a:pt x="227274" y="389246"/>
                  </a:lnTo>
                  <a:lnTo>
                    <a:pt x="228236" y="388810"/>
                  </a:lnTo>
                  <a:lnTo>
                    <a:pt x="229199" y="388191"/>
                  </a:lnTo>
                  <a:lnTo>
                    <a:pt x="230162" y="387399"/>
                  </a:lnTo>
                  <a:lnTo>
                    <a:pt x="231126" y="386439"/>
                  </a:lnTo>
                  <a:lnTo>
                    <a:pt x="232088" y="385325"/>
                  </a:lnTo>
                  <a:lnTo>
                    <a:pt x="233051" y="384058"/>
                  </a:lnTo>
                  <a:lnTo>
                    <a:pt x="234014" y="382642"/>
                  </a:lnTo>
                  <a:lnTo>
                    <a:pt x="234978" y="381092"/>
                  </a:lnTo>
                  <a:lnTo>
                    <a:pt x="235940" y="379404"/>
                  </a:lnTo>
                  <a:lnTo>
                    <a:pt x="236903" y="377597"/>
                  </a:lnTo>
                  <a:lnTo>
                    <a:pt x="237867" y="375672"/>
                  </a:lnTo>
                  <a:lnTo>
                    <a:pt x="238830" y="373627"/>
                  </a:lnTo>
                  <a:lnTo>
                    <a:pt x="239792" y="371478"/>
                  </a:lnTo>
                  <a:lnTo>
                    <a:pt x="240755" y="369226"/>
                  </a:lnTo>
                  <a:lnTo>
                    <a:pt x="241719" y="366874"/>
                  </a:lnTo>
                  <a:lnTo>
                    <a:pt x="242682" y="364429"/>
                  </a:lnTo>
                  <a:lnTo>
                    <a:pt x="243645" y="361899"/>
                  </a:lnTo>
                  <a:lnTo>
                    <a:pt x="244608" y="359285"/>
                  </a:lnTo>
                  <a:lnTo>
                    <a:pt x="245571" y="356592"/>
                  </a:lnTo>
                  <a:lnTo>
                    <a:pt x="246534" y="353825"/>
                  </a:lnTo>
                  <a:lnTo>
                    <a:pt x="247497" y="350983"/>
                  </a:lnTo>
                  <a:lnTo>
                    <a:pt x="248460" y="348077"/>
                  </a:lnTo>
                  <a:lnTo>
                    <a:pt x="249423" y="345107"/>
                  </a:lnTo>
                  <a:lnTo>
                    <a:pt x="250386" y="342077"/>
                  </a:lnTo>
                  <a:lnTo>
                    <a:pt x="251349" y="338993"/>
                  </a:lnTo>
                  <a:lnTo>
                    <a:pt x="252312" y="335854"/>
                  </a:lnTo>
                  <a:lnTo>
                    <a:pt x="253275" y="332666"/>
                  </a:lnTo>
                  <a:lnTo>
                    <a:pt x="254238" y="329428"/>
                  </a:lnTo>
                  <a:lnTo>
                    <a:pt x="255201" y="326151"/>
                  </a:lnTo>
                  <a:lnTo>
                    <a:pt x="256164" y="322834"/>
                  </a:lnTo>
                  <a:lnTo>
                    <a:pt x="257127" y="319478"/>
                  </a:lnTo>
                  <a:lnTo>
                    <a:pt x="258090" y="316082"/>
                  </a:lnTo>
                  <a:lnTo>
                    <a:pt x="259053" y="312661"/>
                  </a:lnTo>
                  <a:lnTo>
                    <a:pt x="260016" y="309207"/>
                  </a:lnTo>
                  <a:lnTo>
                    <a:pt x="260979" y="305727"/>
                  </a:lnTo>
                  <a:lnTo>
                    <a:pt x="261942" y="302224"/>
                  </a:lnTo>
                  <a:lnTo>
                    <a:pt x="262905" y="298698"/>
                  </a:lnTo>
                  <a:lnTo>
                    <a:pt x="263868" y="295155"/>
                  </a:lnTo>
                  <a:lnTo>
                    <a:pt x="264831" y="291595"/>
                  </a:lnTo>
                  <a:lnTo>
                    <a:pt x="265794" y="288022"/>
                  </a:lnTo>
                  <a:lnTo>
                    <a:pt x="266757" y="284437"/>
                  </a:lnTo>
                  <a:lnTo>
                    <a:pt x="267720" y="280845"/>
                  </a:lnTo>
                  <a:lnTo>
                    <a:pt x="268683" y="277246"/>
                  </a:lnTo>
                  <a:lnTo>
                    <a:pt x="269646" y="273645"/>
                  </a:lnTo>
                  <a:lnTo>
                    <a:pt x="270609" y="270042"/>
                  </a:lnTo>
                  <a:lnTo>
                    <a:pt x="271572" y="266441"/>
                  </a:lnTo>
                  <a:lnTo>
                    <a:pt x="272535" y="262845"/>
                  </a:lnTo>
                  <a:lnTo>
                    <a:pt x="273498" y="259255"/>
                  </a:lnTo>
                  <a:lnTo>
                    <a:pt x="274461" y="255676"/>
                  </a:lnTo>
                  <a:lnTo>
                    <a:pt x="275425" y="252108"/>
                  </a:lnTo>
                  <a:lnTo>
                    <a:pt x="276387" y="248554"/>
                  </a:lnTo>
                  <a:lnTo>
                    <a:pt x="277350" y="245018"/>
                  </a:lnTo>
                  <a:lnTo>
                    <a:pt x="278313" y="241502"/>
                  </a:lnTo>
                  <a:lnTo>
                    <a:pt x="279277" y="238008"/>
                  </a:lnTo>
                  <a:lnTo>
                    <a:pt x="280240" y="234538"/>
                  </a:lnTo>
                  <a:lnTo>
                    <a:pt x="281202" y="231096"/>
                  </a:lnTo>
                  <a:lnTo>
                    <a:pt x="282166" y="227684"/>
                  </a:lnTo>
                  <a:lnTo>
                    <a:pt x="283129" y="224304"/>
                  </a:lnTo>
                  <a:lnTo>
                    <a:pt x="284092" y="220959"/>
                  </a:lnTo>
                  <a:lnTo>
                    <a:pt x="285054" y="217651"/>
                  </a:lnTo>
                  <a:lnTo>
                    <a:pt x="286018" y="214384"/>
                  </a:lnTo>
                  <a:lnTo>
                    <a:pt x="286981" y="211158"/>
                  </a:lnTo>
                  <a:lnTo>
                    <a:pt x="287944" y="207978"/>
                  </a:lnTo>
                  <a:lnTo>
                    <a:pt x="288906" y="204844"/>
                  </a:lnTo>
                  <a:lnTo>
                    <a:pt x="289870" y="201761"/>
                  </a:lnTo>
                  <a:lnTo>
                    <a:pt x="290833" y="198729"/>
                  </a:lnTo>
                  <a:lnTo>
                    <a:pt x="291796" y="195751"/>
                  </a:lnTo>
                  <a:lnTo>
                    <a:pt x="292759" y="192830"/>
                  </a:lnTo>
                  <a:lnTo>
                    <a:pt x="293722" y="189967"/>
                  </a:lnTo>
                  <a:lnTo>
                    <a:pt x="294685" y="187166"/>
                  </a:lnTo>
                  <a:lnTo>
                    <a:pt x="295648" y="184428"/>
                  </a:lnTo>
                  <a:lnTo>
                    <a:pt x="296611" y="181754"/>
                  </a:lnTo>
                  <a:lnTo>
                    <a:pt x="297574" y="179149"/>
                  </a:lnTo>
                  <a:lnTo>
                    <a:pt x="298537" y="176612"/>
                  </a:lnTo>
                  <a:lnTo>
                    <a:pt x="299500" y="174146"/>
                  </a:lnTo>
                  <a:lnTo>
                    <a:pt x="300463" y="171754"/>
                  </a:lnTo>
                  <a:lnTo>
                    <a:pt x="301426" y="169436"/>
                  </a:lnTo>
                  <a:lnTo>
                    <a:pt x="302389" y="167195"/>
                  </a:lnTo>
                  <a:lnTo>
                    <a:pt x="303352" y="165032"/>
                  </a:lnTo>
                  <a:lnTo>
                    <a:pt x="304315" y="162949"/>
                  </a:lnTo>
                  <a:lnTo>
                    <a:pt x="305278" y="160947"/>
                  </a:lnTo>
                  <a:lnTo>
                    <a:pt x="306241" y="159028"/>
                  </a:lnTo>
                  <a:lnTo>
                    <a:pt x="307204" y="157193"/>
                  </a:lnTo>
                  <a:lnTo>
                    <a:pt x="308167" y="155444"/>
                  </a:lnTo>
                  <a:lnTo>
                    <a:pt x="309130" y="153781"/>
                  </a:lnTo>
                  <a:lnTo>
                    <a:pt x="310093" y="152206"/>
                  </a:lnTo>
                  <a:lnTo>
                    <a:pt x="311056" y="150719"/>
                  </a:lnTo>
                  <a:lnTo>
                    <a:pt x="312019" y="149323"/>
                  </a:lnTo>
                  <a:lnTo>
                    <a:pt x="312982" y="148017"/>
                  </a:lnTo>
                  <a:lnTo>
                    <a:pt x="313945" y="146802"/>
                  </a:lnTo>
                  <a:lnTo>
                    <a:pt x="314908" y="145679"/>
                  </a:lnTo>
                  <a:lnTo>
                    <a:pt x="315871" y="144649"/>
                  </a:lnTo>
                  <a:lnTo>
                    <a:pt x="316834" y="143711"/>
                  </a:lnTo>
                  <a:lnTo>
                    <a:pt x="317797" y="142866"/>
                  </a:lnTo>
                  <a:lnTo>
                    <a:pt x="318760" y="142116"/>
                  </a:lnTo>
                  <a:lnTo>
                    <a:pt x="319723" y="141459"/>
                  </a:lnTo>
                  <a:lnTo>
                    <a:pt x="320687" y="140896"/>
                  </a:lnTo>
                  <a:lnTo>
                    <a:pt x="321647" y="140426"/>
                  </a:lnTo>
                  <a:lnTo>
                    <a:pt x="322613" y="140051"/>
                  </a:lnTo>
                  <a:lnTo>
                    <a:pt x="323573" y="139768"/>
                  </a:lnTo>
                  <a:lnTo>
                    <a:pt x="324539" y="139579"/>
                  </a:lnTo>
                  <a:lnTo>
                    <a:pt x="325504" y="139483"/>
                  </a:lnTo>
                  <a:lnTo>
                    <a:pt x="326464" y="139479"/>
                  </a:lnTo>
                  <a:lnTo>
                    <a:pt x="327430" y="139566"/>
                  </a:lnTo>
                  <a:lnTo>
                    <a:pt x="328390" y="139744"/>
                  </a:lnTo>
                  <a:lnTo>
                    <a:pt x="329355" y="140012"/>
                  </a:lnTo>
                  <a:lnTo>
                    <a:pt x="330316" y="140370"/>
                  </a:lnTo>
                  <a:lnTo>
                    <a:pt x="331281" y="140816"/>
                  </a:lnTo>
                  <a:lnTo>
                    <a:pt x="332242" y="141349"/>
                  </a:lnTo>
                  <a:lnTo>
                    <a:pt x="333207" y="141967"/>
                  </a:lnTo>
                  <a:lnTo>
                    <a:pt x="334167" y="142671"/>
                  </a:lnTo>
                  <a:lnTo>
                    <a:pt x="335133" y="143458"/>
                  </a:lnTo>
                  <a:lnTo>
                    <a:pt x="336093" y="144327"/>
                  </a:lnTo>
                  <a:lnTo>
                    <a:pt x="337058" y="145277"/>
                  </a:lnTo>
                  <a:lnTo>
                    <a:pt x="338019" y="146306"/>
                  </a:lnTo>
                  <a:lnTo>
                    <a:pt x="338984" y="147412"/>
                  </a:lnTo>
                  <a:lnTo>
                    <a:pt x="339945" y="148593"/>
                  </a:lnTo>
                  <a:lnTo>
                    <a:pt x="340910" y="149848"/>
                  </a:lnTo>
                  <a:lnTo>
                    <a:pt x="341870" y="151176"/>
                  </a:lnTo>
                  <a:lnTo>
                    <a:pt x="342836" y="152574"/>
                  </a:lnTo>
                  <a:lnTo>
                    <a:pt x="343801" y="154039"/>
                  </a:lnTo>
                  <a:lnTo>
                    <a:pt x="344762" y="155571"/>
                  </a:lnTo>
                  <a:lnTo>
                    <a:pt x="345727" y="157167"/>
                  </a:lnTo>
                  <a:lnTo>
                    <a:pt x="346687" y="158824"/>
                  </a:lnTo>
                  <a:lnTo>
                    <a:pt x="347653" y="160542"/>
                  </a:lnTo>
                  <a:lnTo>
                    <a:pt x="348613" y="162317"/>
                  </a:lnTo>
                  <a:lnTo>
                    <a:pt x="349578" y="164147"/>
                  </a:lnTo>
                  <a:lnTo>
                    <a:pt x="350539" y="166030"/>
                  </a:lnTo>
                  <a:lnTo>
                    <a:pt x="351504" y="167964"/>
                  </a:lnTo>
                  <a:lnTo>
                    <a:pt x="352465" y="169946"/>
                  </a:lnTo>
                  <a:lnTo>
                    <a:pt x="353430" y="171974"/>
                  </a:lnTo>
                  <a:lnTo>
                    <a:pt x="354390" y="174046"/>
                  </a:lnTo>
                  <a:lnTo>
                    <a:pt x="355356" y="176158"/>
                  </a:lnTo>
                  <a:lnTo>
                    <a:pt x="356316" y="178309"/>
                  </a:lnTo>
                  <a:lnTo>
                    <a:pt x="357281" y="180497"/>
                  </a:lnTo>
                  <a:lnTo>
                    <a:pt x="358242" y="182718"/>
                  </a:lnTo>
                  <a:lnTo>
                    <a:pt x="359207" y="184970"/>
                  </a:lnTo>
                  <a:lnTo>
                    <a:pt x="360173" y="187251"/>
                  </a:lnTo>
                  <a:lnTo>
                    <a:pt x="361133" y="189559"/>
                  </a:lnTo>
                  <a:lnTo>
                    <a:pt x="362098" y="191889"/>
                  </a:lnTo>
                  <a:lnTo>
                    <a:pt x="363059" y="194242"/>
                  </a:lnTo>
                  <a:lnTo>
                    <a:pt x="364024" y="196614"/>
                  </a:lnTo>
                  <a:lnTo>
                    <a:pt x="364985" y="199001"/>
                  </a:lnTo>
                  <a:lnTo>
                    <a:pt x="365950" y="201403"/>
                  </a:lnTo>
                  <a:lnTo>
                    <a:pt x="366910" y="203817"/>
                  </a:lnTo>
                  <a:lnTo>
                    <a:pt x="367876" y="206240"/>
                  </a:lnTo>
                  <a:lnTo>
                    <a:pt x="368836" y="208670"/>
                  </a:lnTo>
                  <a:lnTo>
                    <a:pt x="369801" y="211105"/>
                  </a:lnTo>
                  <a:lnTo>
                    <a:pt x="370762" y="213542"/>
                  </a:lnTo>
                  <a:lnTo>
                    <a:pt x="371727" y="215980"/>
                  </a:lnTo>
                  <a:lnTo>
                    <a:pt x="372688" y="218415"/>
                  </a:lnTo>
                  <a:lnTo>
                    <a:pt x="373653" y="220847"/>
                  </a:lnTo>
                  <a:lnTo>
                    <a:pt x="374613" y="223271"/>
                  </a:lnTo>
                  <a:lnTo>
                    <a:pt x="375579" y="225688"/>
                  </a:lnTo>
                  <a:lnTo>
                    <a:pt x="376544" y="228094"/>
                  </a:lnTo>
                  <a:lnTo>
                    <a:pt x="377505" y="230488"/>
                  </a:lnTo>
                  <a:lnTo>
                    <a:pt x="378470" y="232867"/>
                  </a:lnTo>
                  <a:lnTo>
                    <a:pt x="379430" y="235231"/>
                  </a:lnTo>
                  <a:lnTo>
                    <a:pt x="380396" y="237577"/>
                  </a:lnTo>
                  <a:lnTo>
                    <a:pt x="381356" y="239903"/>
                  </a:lnTo>
                  <a:lnTo>
                    <a:pt x="382321" y="242207"/>
                  </a:lnTo>
                  <a:lnTo>
                    <a:pt x="383282" y="244488"/>
                  </a:lnTo>
                  <a:lnTo>
                    <a:pt x="384247" y="246745"/>
                  </a:lnTo>
                  <a:lnTo>
                    <a:pt x="385208" y="248976"/>
                  </a:lnTo>
                  <a:lnTo>
                    <a:pt x="386173" y="251180"/>
                  </a:lnTo>
                  <a:lnTo>
                    <a:pt x="387133" y="253353"/>
                  </a:lnTo>
                  <a:lnTo>
                    <a:pt x="388099" y="255497"/>
                  </a:lnTo>
                  <a:lnTo>
                    <a:pt x="389059" y="257610"/>
                  </a:lnTo>
                  <a:lnTo>
                    <a:pt x="390024" y="259690"/>
                  </a:lnTo>
                  <a:lnTo>
                    <a:pt x="390985" y="261736"/>
                  </a:lnTo>
                  <a:lnTo>
                    <a:pt x="391950" y="263747"/>
                  </a:lnTo>
                  <a:lnTo>
                    <a:pt x="392911" y="265722"/>
                  </a:lnTo>
                  <a:lnTo>
                    <a:pt x="393876" y="267661"/>
                  </a:lnTo>
                  <a:lnTo>
                    <a:pt x="394841" y="269561"/>
                  </a:lnTo>
                  <a:lnTo>
                    <a:pt x="395802" y="271424"/>
                  </a:lnTo>
                  <a:lnTo>
                    <a:pt x="396767" y="273247"/>
                  </a:lnTo>
                  <a:lnTo>
                    <a:pt x="397728" y="275031"/>
                  </a:lnTo>
                  <a:lnTo>
                    <a:pt x="398693" y="276774"/>
                  </a:lnTo>
                  <a:lnTo>
                    <a:pt x="399653" y="278476"/>
                  </a:lnTo>
                  <a:lnTo>
                    <a:pt x="400619" y="280137"/>
                  </a:lnTo>
                  <a:lnTo>
                    <a:pt x="401579" y="281756"/>
                  </a:lnTo>
                  <a:lnTo>
                    <a:pt x="402544" y="283333"/>
                  </a:lnTo>
                  <a:lnTo>
                    <a:pt x="403505" y="284868"/>
                  </a:lnTo>
                  <a:lnTo>
                    <a:pt x="404470" y="286360"/>
                  </a:lnTo>
                  <a:lnTo>
                    <a:pt x="405431" y="287810"/>
                  </a:lnTo>
                  <a:lnTo>
                    <a:pt x="406396" y="289216"/>
                  </a:lnTo>
                  <a:lnTo>
                    <a:pt x="407356" y="290580"/>
                  </a:lnTo>
                  <a:lnTo>
                    <a:pt x="408322" y="291901"/>
                  </a:lnTo>
                  <a:lnTo>
                    <a:pt x="409282" y="293180"/>
                  </a:lnTo>
                  <a:lnTo>
                    <a:pt x="410248" y="294416"/>
                  </a:lnTo>
                  <a:lnTo>
                    <a:pt x="411213" y="295609"/>
                  </a:lnTo>
                  <a:lnTo>
                    <a:pt x="412173" y="296761"/>
                  </a:lnTo>
                  <a:lnTo>
                    <a:pt x="413139" y="297870"/>
                  </a:lnTo>
                  <a:lnTo>
                    <a:pt x="414099" y="298938"/>
                  </a:lnTo>
                  <a:lnTo>
                    <a:pt x="415064" y="299965"/>
                  </a:lnTo>
                  <a:lnTo>
                    <a:pt x="416025" y="300952"/>
                  </a:lnTo>
                  <a:lnTo>
                    <a:pt x="416990" y="301898"/>
                  </a:lnTo>
                  <a:lnTo>
                    <a:pt x="417951" y="302804"/>
                  </a:lnTo>
                  <a:lnTo>
                    <a:pt x="418916" y="303672"/>
                  </a:lnTo>
                  <a:lnTo>
                    <a:pt x="419876" y="304501"/>
                  </a:lnTo>
                  <a:lnTo>
                    <a:pt x="420842" y="305292"/>
                  </a:lnTo>
                  <a:lnTo>
                    <a:pt x="421802" y="306046"/>
                  </a:lnTo>
                  <a:lnTo>
                    <a:pt x="422767" y="306763"/>
                  </a:lnTo>
                  <a:lnTo>
                    <a:pt x="423728" y="307445"/>
                  </a:lnTo>
                  <a:lnTo>
                    <a:pt x="424693" y="308092"/>
                  </a:lnTo>
                  <a:lnTo>
                    <a:pt x="425654" y="308704"/>
                  </a:lnTo>
                  <a:lnTo>
                    <a:pt x="426619" y="309283"/>
                  </a:lnTo>
                  <a:lnTo>
                    <a:pt x="427579" y="309830"/>
                  </a:lnTo>
                  <a:lnTo>
                    <a:pt x="428545" y="310345"/>
                  </a:lnTo>
                  <a:lnTo>
                    <a:pt x="429510" y="310829"/>
                  </a:lnTo>
                  <a:lnTo>
                    <a:pt x="430471" y="311283"/>
                  </a:lnTo>
                  <a:lnTo>
                    <a:pt x="431436" y="311708"/>
                  </a:lnTo>
                  <a:lnTo>
                    <a:pt x="432396" y="312105"/>
                  </a:lnTo>
                  <a:lnTo>
                    <a:pt x="433362" y="312476"/>
                  </a:lnTo>
                  <a:lnTo>
                    <a:pt x="434322" y="312819"/>
                  </a:lnTo>
                  <a:lnTo>
                    <a:pt x="435287" y="313141"/>
                  </a:lnTo>
                  <a:lnTo>
                    <a:pt x="436248" y="313433"/>
                  </a:lnTo>
                  <a:lnTo>
                    <a:pt x="437213" y="313705"/>
                  </a:lnTo>
                  <a:lnTo>
                    <a:pt x="438174" y="313958"/>
                  </a:lnTo>
                  <a:lnTo>
                    <a:pt x="439139" y="314186"/>
                  </a:lnTo>
                  <a:lnTo>
                    <a:pt x="440099" y="314394"/>
                  </a:lnTo>
                  <a:lnTo>
                    <a:pt x="441065" y="314582"/>
                  </a:lnTo>
                  <a:lnTo>
                    <a:pt x="442025" y="314755"/>
                  </a:lnTo>
                  <a:lnTo>
                    <a:pt x="442990" y="314908"/>
                  </a:lnTo>
                  <a:lnTo>
                    <a:pt x="443951" y="315047"/>
                  </a:lnTo>
                  <a:lnTo>
                    <a:pt x="444916" y="315171"/>
                  </a:lnTo>
                  <a:lnTo>
                    <a:pt x="445882" y="315280"/>
                  </a:lnTo>
                  <a:lnTo>
                    <a:pt x="446842" y="315379"/>
                  </a:lnTo>
                  <a:lnTo>
                    <a:pt x="447807" y="315463"/>
                  </a:lnTo>
                  <a:lnTo>
                    <a:pt x="448768" y="315537"/>
                  </a:lnTo>
                  <a:lnTo>
                    <a:pt x="449733" y="315602"/>
                  </a:lnTo>
                  <a:lnTo>
                    <a:pt x="450694" y="315656"/>
                  </a:lnTo>
                  <a:lnTo>
                    <a:pt x="451659" y="315701"/>
                  </a:lnTo>
                  <a:lnTo>
                    <a:pt x="452619" y="315740"/>
                  </a:lnTo>
                  <a:lnTo>
                    <a:pt x="453585" y="315775"/>
                  </a:lnTo>
                  <a:lnTo>
                    <a:pt x="454545" y="315805"/>
                  </a:lnTo>
                  <a:lnTo>
                    <a:pt x="455510" y="315824"/>
                  </a:lnTo>
                  <a:lnTo>
                    <a:pt x="456471" y="315849"/>
                  </a:lnTo>
                  <a:lnTo>
                    <a:pt x="457436" y="315864"/>
                  </a:lnTo>
                  <a:lnTo>
                    <a:pt x="458397" y="315884"/>
                  </a:lnTo>
                  <a:lnTo>
                    <a:pt x="459362" y="315899"/>
                  </a:lnTo>
                  <a:lnTo>
                    <a:pt x="460322" y="315913"/>
                  </a:lnTo>
                  <a:lnTo>
                    <a:pt x="461288" y="315928"/>
                  </a:lnTo>
                  <a:lnTo>
                    <a:pt x="462253" y="315948"/>
                  </a:lnTo>
                  <a:lnTo>
                    <a:pt x="463213" y="315968"/>
                  </a:lnTo>
                  <a:lnTo>
                    <a:pt x="464179" y="315993"/>
                  </a:lnTo>
                  <a:lnTo>
                    <a:pt x="465139" y="316022"/>
                  </a:lnTo>
                  <a:lnTo>
                    <a:pt x="466105" y="316052"/>
                  </a:lnTo>
                  <a:lnTo>
                    <a:pt x="467065" y="316092"/>
                  </a:lnTo>
                  <a:lnTo>
                    <a:pt x="468030" y="316136"/>
                  </a:lnTo>
                  <a:lnTo>
                    <a:pt x="468991" y="316186"/>
                  </a:lnTo>
                  <a:lnTo>
                    <a:pt x="469956" y="316245"/>
                  </a:lnTo>
                  <a:lnTo>
                    <a:pt x="470917" y="316314"/>
                  </a:lnTo>
                  <a:lnTo>
                    <a:pt x="471882" y="316389"/>
                  </a:lnTo>
                  <a:lnTo>
                    <a:pt x="472842" y="316473"/>
                  </a:lnTo>
                  <a:lnTo>
                    <a:pt x="473808" y="316567"/>
                  </a:lnTo>
                  <a:lnTo>
                    <a:pt x="474768" y="316671"/>
                  </a:lnTo>
                  <a:lnTo>
                    <a:pt x="475733" y="316790"/>
                  </a:lnTo>
                  <a:lnTo>
                    <a:pt x="476694" y="316913"/>
                  </a:lnTo>
                  <a:lnTo>
                    <a:pt x="477659" y="317052"/>
                  </a:lnTo>
                  <a:lnTo>
                    <a:pt x="478620" y="317206"/>
                  </a:lnTo>
                  <a:lnTo>
                    <a:pt x="479585" y="317369"/>
                  </a:lnTo>
                  <a:lnTo>
                    <a:pt x="480550" y="317547"/>
                  </a:lnTo>
                  <a:lnTo>
                    <a:pt x="481511" y="317735"/>
                  </a:lnTo>
                  <a:lnTo>
                    <a:pt x="482476" y="317943"/>
                  </a:lnTo>
                  <a:lnTo>
                    <a:pt x="483436" y="318161"/>
                  </a:lnTo>
                  <a:lnTo>
                    <a:pt x="484402" y="318394"/>
                  </a:lnTo>
                  <a:lnTo>
                    <a:pt x="485362" y="318641"/>
                  </a:lnTo>
                  <a:lnTo>
                    <a:pt x="486328" y="318909"/>
                  </a:lnTo>
                  <a:lnTo>
                    <a:pt x="487288" y="319186"/>
                  </a:lnTo>
                  <a:lnTo>
                    <a:pt x="488253" y="319483"/>
                  </a:lnTo>
                  <a:lnTo>
                    <a:pt x="489214" y="319790"/>
                  </a:lnTo>
                  <a:lnTo>
                    <a:pt x="490179" y="320116"/>
                  </a:lnTo>
                  <a:lnTo>
                    <a:pt x="491140" y="320463"/>
                  </a:lnTo>
                  <a:lnTo>
                    <a:pt x="492105" y="320819"/>
                  </a:lnTo>
                  <a:lnTo>
                    <a:pt x="493065" y="321196"/>
                  </a:lnTo>
                  <a:lnTo>
                    <a:pt x="494031" y="321592"/>
                  </a:lnTo>
                  <a:lnTo>
                    <a:pt x="494991" y="322003"/>
                  </a:lnTo>
                  <a:lnTo>
                    <a:pt x="495956" y="322428"/>
                  </a:lnTo>
                  <a:lnTo>
                    <a:pt x="496922" y="322874"/>
                  </a:lnTo>
                  <a:lnTo>
                    <a:pt x="497882" y="323334"/>
                  </a:lnTo>
                  <a:lnTo>
                    <a:pt x="498848" y="323814"/>
                  </a:lnTo>
                  <a:lnTo>
                    <a:pt x="499808" y="324310"/>
                  </a:lnTo>
                  <a:lnTo>
                    <a:pt x="500773" y="324824"/>
                  </a:lnTo>
                  <a:lnTo>
                    <a:pt x="501734" y="325354"/>
                  </a:lnTo>
                  <a:lnTo>
                    <a:pt x="502699" y="325899"/>
                  </a:lnTo>
                  <a:lnTo>
                    <a:pt x="503659" y="326463"/>
                  </a:lnTo>
                  <a:lnTo>
                    <a:pt x="504625" y="327047"/>
                  </a:lnTo>
                  <a:lnTo>
                    <a:pt x="505585" y="327646"/>
                  </a:lnTo>
                  <a:lnTo>
                    <a:pt x="506551" y="328260"/>
                  </a:lnTo>
                  <a:lnTo>
                    <a:pt x="507511" y="328894"/>
                  </a:lnTo>
                  <a:lnTo>
                    <a:pt x="508476" y="329542"/>
                  </a:lnTo>
                  <a:lnTo>
                    <a:pt x="509437" y="330211"/>
                  </a:lnTo>
                  <a:lnTo>
                    <a:pt x="510402" y="330894"/>
                  </a:lnTo>
                  <a:lnTo>
                    <a:pt x="511363" y="331592"/>
                  </a:lnTo>
                  <a:lnTo>
                    <a:pt x="512328" y="332305"/>
                  </a:lnTo>
                  <a:lnTo>
                    <a:pt x="513288" y="333037"/>
                  </a:lnTo>
                  <a:lnTo>
                    <a:pt x="514254" y="333785"/>
                  </a:lnTo>
                  <a:lnTo>
                    <a:pt x="515219" y="334547"/>
                  </a:lnTo>
                  <a:lnTo>
                    <a:pt x="516179" y="335325"/>
                  </a:lnTo>
                  <a:lnTo>
                    <a:pt x="517145" y="336117"/>
                  </a:lnTo>
                  <a:lnTo>
                    <a:pt x="518105" y="336924"/>
                  </a:lnTo>
                  <a:lnTo>
                    <a:pt x="519071" y="337750"/>
                  </a:lnTo>
                  <a:lnTo>
                    <a:pt x="520031" y="338587"/>
                  </a:lnTo>
                  <a:lnTo>
                    <a:pt x="520996" y="339438"/>
                  </a:lnTo>
                  <a:lnTo>
                    <a:pt x="521957" y="340305"/>
                  </a:lnTo>
                  <a:lnTo>
                    <a:pt x="522922" y="341181"/>
                  </a:lnTo>
                  <a:lnTo>
                    <a:pt x="523882" y="342077"/>
                  </a:lnTo>
                  <a:lnTo>
                    <a:pt x="524848" y="342983"/>
                  </a:lnTo>
                  <a:lnTo>
                    <a:pt x="525808" y="343899"/>
                  </a:lnTo>
                  <a:lnTo>
                    <a:pt x="526774" y="344835"/>
                  </a:lnTo>
                  <a:lnTo>
                    <a:pt x="527734" y="345775"/>
                  </a:lnTo>
                  <a:lnTo>
                    <a:pt x="528699" y="346731"/>
                  </a:lnTo>
                  <a:lnTo>
                    <a:pt x="529660" y="347701"/>
                  </a:lnTo>
                  <a:lnTo>
                    <a:pt x="530625" y="348681"/>
                  </a:lnTo>
                  <a:lnTo>
                    <a:pt x="531591" y="349666"/>
                  </a:lnTo>
                  <a:lnTo>
                    <a:pt x="532551" y="350671"/>
                  </a:lnTo>
                  <a:lnTo>
                    <a:pt x="533516" y="351681"/>
                  </a:lnTo>
                  <a:lnTo>
                    <a:pt x="534477" y="352701"/>
                  </a:lnTo>
                  <a:lnTo>
                    <a:pt x="535442" y="353731"/>
                  </a:lnTo>
                  <a:lnTo>
                    <a:pt x="536402" y="354770"/>
                  </a:lnTo>
                  <a:lnTo>
                    <a:pt x="537368" y="355820"/>
                  </a:lnTo>
                  <a:lnTo>
                    <a:pt x="538328" y="356879"/>
                  </a:lnTo>
                  <a:lnTo>
                    <a:pt x="539294" y="357944"/>
                  </a:lnTo>
                  <a:lnTo>
                    <a:pt x="540254" y="359018"/>
                  </a:lnTo>
                  <a:lnTo>
                    <a:pt x="541219" y="360097"/>
                  </a:lnTo>
                  <a:lnTo>
                    <a:pt x="542180" y="361186"/>
                  </a:lnTo>
                  <a:lnTo>
                    <a:pt x="543145" y="362285"/>
                  </a:lnTo>
                  <a:lnTo>
                    <a:pt x="544106" y="363384"/>
                  </a:lnTo>
                  <a:lnTo>
                    <a:pt x="545071" y="364493"/>
                  </a:lnTo>
                  <a:lnTo>
                    <a:pt x="546031" y="365607"/>
                  </a:lnTo>
                  <a:lnTo>
                    <a:pt x="546997" y="366726"/>
                  </a:lnTo>
                  <a:lnTo>
                    <a:pt x="547962" y="367850"/>
                  </a:lnTo>
                  <a:lnTo>
                    <a:pt x="548922" y="368978"/>
                  </a:lnTo>
                  <a:lnTo>
                    <a:pt x="549888" y="370112"/>
                  </a:lnTo>
                  <a:lnTo>
                    <a:pt x="550848" y="371251"/>
                  </a:lnTo>
                  <a:lnTo>
                    <a:pt x="551814" y="372389"/>
                  </a:lnTo>
                  <a:lnTo>
                    <a:pt x="552774" y="373533"/>
                  </a:lnTo>
                  <a:lnTo>
                    <a:pt x="553739" y="374681"/>
                  </a:lnTo>
                  <a:lnTo>
                    <a:pt x="554700" y="375830"/>
                  </a:lnTo>
                  <a:lnTo>
                    <a:pt x="555665" y="376983"/>
                  </a:lnTo>
                  <a:lnTo>
                    <a:pt x="556625" y="378137"/>
                  </a:lnTo>
                  <a:lnTo>
                    <a:pt x="557591" y="379290"/>
                  </a:lnTo>
                  <a:lnTo>
                    <a:pt x="558551" y="380449"/>
                  </a:lnTo>
                  <a:lnTo>
                    <a:pt x="559517" y="381607"/>
                  </a:lnTo>
                  <a:lnTo>
                    <a:pt x="560477" y="382766"/>
                  </a:lnTo>
                  <a:lnTo>
                    <a:pt x="561442" y="383919"/>
                  </a:lnTo>
                  <a:lnTo>
                    <a:pt x="562403" y="385078"/>
                  </a:lnTo>
                  <a:lnTo>
                    <a:pt x="563368" y="386236"/>
                  </a:lnTo>
                  <a:lnTo>
                    <a:pt x="564329" y="387394"/>
                  </a:lnTo>
                  <a:lnTo>
                    <a:pt x="565294" y="388548"/>
                  </a:lnTo>
                  <a:lnTo>
                    <a:pt x="566259" y="389701"/>
                  </a:lnTo>
                  <a:lnTo>
                    <a:pt x="567220" y="390855"/>
                  </a:lnTo>
                  <a:lnTo>
                    <a:pt x="568185" y="392003"/>
                  </a:lnTo>
                  <a:lnTo>
                    <a:pt x="569145" y="393152"/>
                  </a:lnTo>
                  <a:lnTo>
                    <a:pt x="570111" y="394296"/>
                  </a:lnTo>
                  <a:lnTo>
                    <a:pt x="571071" y="395439"/>
                  </a:lnTo>
                  <a:lnTo>
                    <a:pt x="572037" y="396578"/>
                  </a:lnTo>
                  <a:lnTo>
                    <a:pt x="572997" y="397711"/>
                  </a:lnTo>
                  <a:lnTo>
                    <a:pt x="573962" y="398845"/>
                  </a:lnTo>
                  <a:lnTo>
                    <a:pt x="574923" y="399974"/>
                  </a:lnTo>
                  <a:lnTo>
                    <a:pt x="575888" y="401098"/>
                  </a:lnTo>
                  <a:lnTo>
                    <a:pt x="576848" y="402216"/>
                  </a:lnTo>
                  <a:lnTo>
                    <a:pt x="577814" y="403330"/>
                  </a:lnTo>
                  <a:lnTo>
                    <a:pt x="578774" y="404434"/>
                  </a:lnTo>
                  <a:lnTo>
                    <a:pt x="579740" y="405538"/>
                  </a:lnTo>
                  <a:lnTo>
                    <a:pt x="580700" y="406637"/>
                  </a:lnTo>
                  <a:lnTo>
                    <a:pt x="581665" y="407731"/>
                  </a:lnTo>
                  <a:lnTo>
                    <a:pt x="582631" y="408815"/>
                  </a:lnTo>
                  <a:lnTo>
                    <a:pt x="583591" y="409895"/>
                  </a:lnTo>
                  <a:lnTo>
                    <a:pt x="584557" y="410969"/>
                  </a:lnTo>
                  <a:lnTo>
                    <a:pt x="585517" y="412038"/>
                  </a:lnTo>
                  <a:lnTo>
                    <a:pt x="586482" y="413098"/>
                  </a:lnTo>
                  <a:lnTo>
                    <a:pt x="587443" y="414147"/>
                  </a:lnTo>
                  <a:lnTo>
                    <a:pt x="588408" y="415197"/>
                  </a:lnTo>
                  <a:lnTo>
                    <a:pt x="589368" y="416231"/>
                  </a:lnTo>
                  <a:lnTo>
                    <a:pt x="590334" y="417261"/>
                  </a:lnTo>
                  <a:lnTo>
                    <a:pt x="591294" y="418286"/>
                  </a:lnTo>
                  <a:lnTo>
                    <a:pt x="592260" y="419301"/>
                  </a:lnTo>
                  <a:lnTo>
                    <a:pt x="593220" y="420306"/>
                  </a:lnTo>
                  <a:lnTo>
                    <a:pt x="594185" y="421306"/>
                  </a:lnTo>
                  <a:lnTo>
                    <a:pt x="595146" y="422296"/>
                  </a:lnTo>
                  <a:lnTo>
                    <a:pt x="596111" y="423276"/>
                  </a:lnTo>
                  <a:lnTo>
                    <a:pt x="597071" y="424251"/>
                  </a:lnTo>
                  <a:lnTo>
                    <a:pt x="598037" y="425217"/>
                  </a:lnTo>
                  <a:lnTo>
                    <a:pt x="598997" y="426172"/>
                  </a:lnTo>
                  <a:lnTo>
                    <a:pt x="599963" y="427118"/>
                  </a:lnTo>
                  <a:lnTo>
                    <a:pt x="600928" y="428053"/>
                  </a:lnTo>
                  <a:lnTo>
                    <a:pt x="601888" y="428979"/>
                  </a:lnTo>
                  <a:lnTo>
                    <a:pt x="602854" y="429900"/>
                  </a:lnTo>
                  <a:lnTo>
                    <a:pt x="603814" y="430806"/>
                  </a:lnTo>
                  <a:lnTo>
                    <a:pt x="604780" y="431707"/>
                  </a:lnTo>
                  <a:lnTo>
                    <a:pt x="605740" y="432598"/>
                  </a:lnTo>
                  <a:lnTo>
                    <a:pt x="606705" y="433479"/>
                  </a:lnTo>
                  <a:lnTo>
                    <a:pt x="607666" y="434345"/>
                  </a:lnTo>
                  <a:lnTo>
                    <a:pt x="608631" y="435207"/>
                  </a:lnTo>
                  <a:lnTo>
                    <a:pt x="609591" y="436058"/>
                  </a:lnTo>
                  <a:lnTo>
                    <a:pt x="610557" y="436900"/>
                  </a:lnTo>
                  <a:lnTo>
                    <a:pt x="611517" y="437727"/>
                  </a:lnTo>
                  <a:lnTo>
                    <a:pt x="612483" y="438548"/>
                  </a:lnTo>
                  <a:lnTo>
                    <a:pt x="613443" y="439360"/>
                  </a:lnTo>
                  <a:lnTo>
                    <a:pt x="614408" y="440162"/>
                  </a:lnTo>
                  <a:lnTo>
                    <a:pt x="615369" y="440949"/>
                  </a:lnTo>
                  <a:lnTo>
                    <a:pt x="616334" y="441732"/>
                  </a:lnTo>
                  <a:lnTo>
                    <a:pt x="617300" y="442499"/>
                  </a:lnTo>
                  <a:lnTo>
                    <a:pt x="618260" y="443261"/>
                  </a:lnTo>
                  <a:lnTo>
                    <a:pt x="619225" y="444009"/>
                  </a:lnTo>
                  <a:lnTo>
                    <a:pt x="620186" y="444747"/>
                  </a:lnTo>
                  <a:lnTo>
                    <a:pt x="621151" y="445474"/>
                  </a:lnTo>
                  <a:lnTo>
                    <a:pt x="622111" y="446197"/>
                  </a:lnTo>
                  <a:lnTo>
                    <a:pt x="623077" y="446905"/>
                  </a:lnTo>
                  <a:lnTo>
                    <a:pt x="624037" y="447603"/>
                  </a:lnTo>
                  <a:lnTo>
                    <a:pt x="625003" y="448291"/>
                  </a:lnTo>
                  <a:lnTo>
                    <a:pt x="625963" y="448969"/>
                  </a:lnTo>
                  <a:lnTo>
                    <a:pt x="626928" y="449638"/>
                  </a:lnTo>
                  <a:lnTo>
                    <a:pt x="627889" y="450291"/>
                  </a:lnTo>
                  <a:lnTo>
                    <a:pt x="628854" y="450940"/>
                  </a:lnTo>
                  <a:lnTo>
                    <a:pt x="629814" y="451578"/>
                  </a:lnTo>
                  <a:lnTo>
                    <a:pt x="630780" y="452207"/>
                  </a:lnTo>
                  <a:lnTo>
                    <a:pt x="631740" y="452826"/>
                  </a:lnTo>
                  <a:lnTo>
                    <a:pt x="632706" y="453430"/>
                  </a:lnTo>
                  <a:lnTo>
                    <a:pt x="633671" y="454029"/>
                  </a:lnTo>
                  <a:lnTo>
                    <a:pt x="634631" y="454618"/>
                  </a:lnTo>
                  <a:lnTo>
                    <a:pt x="635597" y="455197"/>
                  </a:lnTo>
                  <a:lnTo>
                    <a:pt x="636557" y="455761"/>
                  </a:lnTo>
                  <a:lnTo>
                    <a:pt x="637523" y="456321"/>
                  </a:lnTo>
                  <a:lnTo>
                    <a:pt x="638483" y="456870"/>
                  </a:lnTo>
                  <a:lnTo>
                    <a:pt x="639448" y="457410"/>
                  </a:lnTo>
                  <a:lnTo>
                    <a:pt x="640409" y="457940"/>
                  </a:lnTo>
                  <a:lnTo>
                    <a:pt x="641374" y="458465"/>
                  </a:lnTo>
                  <a:lnTo>
                    <a:pt x="642334" y="458974"/>
                  </a:lnTo>
                  <a:lnTo>
                    <a:pt x="643300" y="459474"/>
                  </a:lnTo>
                  <a:lnTo>
                    <a:pt x="644260" y="459969"/>
                  </a:lnTo>
                  <a:lnTo>
                    <a:pt x="645226" y="460455"/>
                  </a:lnTo>
                  <a:lnTo>
                    <a:pt x="646186" y="460930"/>
                  </a:lnTo>
                  <a:lnTo>
                    <a:pt x="647151" y="461395"/>
                  </a:lnTo>
                  <a:lnTo>
                    <a:pt x="648112" y="461851"/>
                  </a:lnTo>
                  <a:lnTo>
                    <a:pt x="649077" y="462301"/>
                  </a:lnTo>
                  <a:lnTo>
                    <a:pt x="650038" y="462742"/>
                  </a:lnTo>
                  <a:lnTo>
                    <a:pt x="651003" y="463173"/>
                  </a:lnTo>
                  <a:lnTo>
                    <a:pt x="651968" y="463598"/>
                  </a:lnTo>
                  <a:lnTo>
                    <a:pt x="652929" y="464009"/>
                  </a:lnTo>
                  <a:lnTo>
                    <a:pt x="653894" y="464415"/>
                  </a:lnTo>
                  <a:lnTo>
                    <a:pt x="654854" y="464816"/>
                  </a:lnTo>
                  <a:lnTo>
                    <a:pt x="655820" y="465207"/>
                  </a:lnTo>
                  <a:lnTo>
                    <a:pt x="656780" y="465588"/>
                  </a:lnTo>
                  <a:lnTo>
                    <a:pt x="657746" y="465965"/>
                  </a:lnTo>
                  <a:lnTo>
                    <a:pt x="658706" y="466331"/>
                  </a:lnTo>
                  <a:lnTo>
                    <a:pt x="659671" y="466687"/>
                  </a:lnTo>
                  <a:lnTo>
                    <a:pt x="660632" y="467039"/>
                  </a:lnTo>
                  <a:lnTo>
                    <a:pt x="661597" y="467380"/>
                  </a:lnTo>
                  <a:lnTo>
                    <a:pt x="662557" y="467717"/>
                  </a:lnTo>
                  <a:lnTo>
                    <a:pt x="663523" y="468049"/>
                  </a:lnTo>
                  <a:lnTo>
                    <a:pt x="664483" y="468371"/>
                  </a:lnTo>
                  <a:lnTo>
                    <a:pt x="665449" y="468682"/>
                  </a:lnTo>
                  <a:lnTo>
                    <a:pt x="666409" y="468994"/>
                  </a:lnTo>
                  <a:lnTo>
                    <a:pt x="667374" y="469291"/>
                  </a:lnTo>
                  <a:lnTo>
                    <a:pt x="668340" y="469588"/>
                  </a:lnTo>
                  <a:lnTo>
                    <a:pt x="669300" y="469876"/>
                  </a:lnTo>
                  <a:lnTo>
                    <a:pt x="670265" y="470158"/>
                  </a:lnTo>
                  <a:lnTo>
                    <a:pt x="671226" y="470430"/>
                  </a:lnTo>
                  <a:lnTo>
                    <a:pt x="672191" y="470697"/>
                  </a:lnTo>
                  <a:lnTo>
                    <a:pt x="673152" y="470960"/>
                  </a:lnTo>
                  <a:lnTo>
                    <a:pt x="674117" y="471217"/>
                  </a:lnTo>
                  <a:lnTo>
                    <a:pt x="675077" y="471465"/>
                  </a:lnTo>
                  <a:lnTo>
                    <a:pt x="676043" y="471712"/>
                  </a:lnTo>
                  <a:lnTo>
                    <a:pt x="677003" y="471950"/>
                  </a:lnTo>
                  <a:lnTo>
                    <a:pt x="677969" y="472182"/>
                  </a:lnTo>
                  <a:lnTo>
                    <a:pt x="678929" y="472405"/>
                  </a:lnTo>
                  <a:lnTo>
                    <a:pt x="679894" y="472628"/>
                  </a:lnTo>
                  <a:lnTo>
                    <a:pt x="680855" y="472841"/>
                  </a:lnTo>
                  <a:lnTo>
                    <a:pt x="681820" y="473054"/>
                  </a:lnTo>
                  <a:lnTo>
                    <a:pt x="682780" y="473257"/>
                  </a:lnTo>
                  <a:lnTo>
                    <a:pt x="683746" y="473460"/>
                  </a:lnTo>
                  <a:lnTo>
                    <a:pt x="684706" y="473653"/>
                  </a:lnTo>
                  <a:lnTo>
                    <a:pt x="685672" y="473841"/>
                  </a:lnTo>
                  <a:lnTo>
                    <a:pt x="686637" y="474029"/>
                  </a:lnTo>
                  <a:lnTo>
                    <a:pt x="687597" y="474207"/>
                  </a:lnTo>
                  <a:lnTo>
                    <a:pt x="688563" y="474381"/>
                  </a:lnTo>
                  <a:lnTo>
                    <a:pt x="689523" y="474554"/>
                  </a:lnTo>
                  <a:lnTo>
                    <a:pt x="690488" y="474722"/>
                  </a:lnTo>
                  <a:lnTo>
                    <a:pt x="691449" y="474881"/>
                  </a:lnTo>
                  <a:lnTo>
                    <a:pt x="692414" y="475039"/>
                  </a:lnTo>
                  <a:lnTo>
                    <a:pt x="693375" y="475192"/>
                  </a:lnTo>
                  <a:lnTo>
                    <a:pt x="694340" y="475341"/>
                  </a:lnTo>
                  <a:lnTo>
                    <a:pt x="695300" y="475489"/>
                  </a:lnTo>
                  <a:lnTo>
                    <a:pt x="696266" y="475628"/>
                  </a:lnTo>
                  <a:lnTo>
                    <a:pt x="697226" y="475767"/>
                  </a:lnTo>
                  <a:lnTo>
                    <a:pt x="698192" y="475900"/>
                  </a:lnTo>
                  <a:lnTo>
                    <a:pt x="699152" y="476029"/>
                  </a:lnTo>
                  <a:lnTo>
                    <a:pt x="700117" y="476158"/>
                  </a:lnTo>
                  <a:lnTo>
                    <a:pt x="701078" y="476282"/>
                  </a:lnTo>
                  <a:lnTo>
                    <a:pt x="702043" y="476400"/>
                  </a:lnTo>
                  <a:lnTo>
                    <a:pt x="703008" y="476514"/>
                  </a:lnTo>
                  <a:lnTo>
                    <a:pt x="703969" y="476628"/>
                  </a:lnTo>
                  <a:lnTo>
                    <a:pt x="704934" y="476737"/>
                  </a:lnTo>
                  <a:lnTo>
                    <a:pt x="705895" y="476841"/>
                  </a:lnTo>
                  <a:lnTo>
                    <a:pt x="706860" y="476945"/>
                  </a:lnTo>
                  <a:lnTo>
                    <a:pt x="707820" y="477049"/>
                  </a:lnTo>
                  <a:lnTo>
                    <a:pt x="708786" y="477143"/>
                  </a:lnTo>
                  <a:lnTo>
                    <a:pt x="709746" y="477237"/>
                  </a:lnTo>
                  <a:lnTo>
                    <a:pt x="710711" y="477331"/>
                  </a:lnTo>
                  <a:lnTo>
                    <a:pt x="711672" y="477420"/>
                  </a:lnTo>
                  <a:lnTo>
                    <a:pt x="712637" y="477504"/>
                  </a:lnTo>
                  <a:lnTo>
                    <a:pt x="713598" y="477589"/>
                  </a:lnTo>
                  <a:lnTo>
                    <a:pt x="714563" y="477668"/>
                  </a:lnTo>
                  <a:lnTo>
                    <a:pt x="715523" y="477747"/>
                  </a:lnTo>
                  <a:lnTo>
                    <a:pt x="716489" y="477826"/>
                  </a:lnTo>
                  <a:lnTo>
                    <a:pt x="717449" y="477900"/>
                  </a:lnTo>
                  <a:lnTo>
                    <a:pt x="718415" y="477970"/>
                  </a:lnTo>
                  <a:lnTo>
                    <a:pt x="719380" y="478039"/>
                  </a:lnTo>
                  <a:lnTo>
                    <a:pt x="720340" y="478108"/>
                  </a:lnTo>
                  <a:lnTo>
                    <a:pt x="721306" y="478173"/>
                  </a:lnTo>
                  <a:lnTo>
                    <a:pt x="722266" y="478237"/>
                  </a:lnTo>
                  <a:lnTo>
                    <a:pt x="723231" y="478296"/>
                  </a:lnTo>
                  <a:lnTo>
                    <a:pt x="724192" y="478356"/>
                  </a:lnTo>
                  <a:lnTo>
                    <a:pt x="725157" y="478410"/>
                  </a:lnTo>
                  <a:lnTo>
                    <a:pt x="726118" y="478470"/>
                  </a:lnTo>
                  <a:lnTo>
                    <a:pt x="727083" y="478519"/>
                  </a:lnTo>
                  <a:lnTo>
                    <a:pt x="728043" y="478574"/>
                  </a:lnTo>
                  <a:lnTo>
                    <a:pt x="729009" y="478623"/>
                  </a:lnTo>
                  <a:lnTo>
                    <a:pt x="729969" y="478673"/>
                  </a:lnTo>
                  <a:lnTo>
                    <a:pt x="730934" y="478717"/>
                  </a:lnTo>
                  <a:lnTo>
                    <a:pt x="731895" y="478762"/>
                  </a:lnTo>
                  <a:lnTo>
                    <a:pt x="732860" y="478806"/>
                  </a:lnTo>
                  <a:lnTo>
                    <a:pt x="733821" y="478851"/>
                  </a:lnTo>
                  <a:lnTo>
                    <a:pt x="734786" y="478891"/>
                  </a:lnTo>
                  <a:lnTo>
                    <a:pt x="735746" y="478930"/>
                  </a:lnTo>
                  <a:lnTo>
                    <a:pt x="736712" y="478970"/>
                  </a:lnTo>
                  <a:lnTo>
                    <a:pt x="737677" y="479004"/>
                  </a:lnTo>
                  <a:lnTo>
                    <a:pt x="738638" y="479044"/>
                  </a:lnTo>
                  <a:lnTo>
                    <a:pt x="739603" y="479079"/>
                  </a:lnTo>
                  <a:lnTo>
                    <a:pt x="740563" y="479108"/>
                  </a:lnTo>
                  <a:lnTo>
                    <a:pt x="741529" y="479143"/>
                  </a:lnTo>
                  <a:lnTo>
                    <a:pt x="742489" y="479173"/>
                  </a:lnTo>
                  <a:lnTo>
                    <a:pt x="743454" y="479202"/>
                  </a:lnTo>
                  <a:lnTo>
                    <a:pt x="744415" y="479232"/>
                  </a:lnTo>
                  <a:lnTo>
                    <a:pt x="745380" y="479262"/>
                  </a:lnTo>
                  <a:lnTo>
                    <a:pt x="746341" y="479287"/>
                  </a:lnTo>
                  <a:lnTo>
                    <a:pt x="747306" y="479311"/>
                  </a:lnTo>
                  <a:lnTo>
                    <a:pt x="748266" y="479336"/>
                  </a:lnTo>
                  <a:lnTo>
                    <a:pt x="749232" y="479361"/>
                  </a:lnTo>
                  <a:lnTo>
                    <a:pt x="750192" y="479386"/>
                  </a:lnTo>
                  <a:lnTo>
                    <a:pt x="751157" y="479405"/>
                  </a:lnTo>
                  <a:lnTo>
                    <a:pt x="752118" y="479430"/>
                  </a:lnTo>
                  <a:lnTo>
                    <a:pt x="753083" y="479450"/>
                  </a:lnTo>
                  <a:lnTo>
                    <a:pt x="754049" y="479470"/>
                  </a:lnTo>
                  <a:lnTo>
                    <a:pt x="755009" y="479490"/>
                  </a:lnTo>
                  <a:lnTo>
                    <a:pt x="755974" y="479509"/>
                  </a:lnTo>
                  <a:lnTo>
                    <a:pt x="756935" y="479524"/>
                  </a:lnTo>
                  <a:lnTo>
                    <a:pt x="757900" y="479544"/>
                  </a:lnTo>
                  <a:lnTo>
                    <a:pt x="758861" y="479559"/>
                  </a:lnTo>
                  <a:lnTo>
                    <a:pt x="759826" y="479574"/>
                  </a:lnTo>
                  <a:lnTo>
                    <a:pt x="760786" y="479593"/>
                  </a:lnTo>
                  <a:lnTo>
                    <a:pt x="761752" y="479608"/>
                  </a:lnTo>
                  <a:lnTo>
                    <a:pt x="762712" y="479618"/>
                  </a:lnTo>
                  <a:lnTo>
                    <a:pt x="763677" y="479633"/>
                  </a:lnTo>
                  <a:lnTo>
                    <a:pt x="764638" y="479648"/>
                  </a:lnTo>
                  <a:lnTo>
                    <a:pt x="765603" y="479658"/>
                  </a:lnTo>
                  <a:lnTo>
                    <a:pt x="766564" y="479673"/>
                  </a:lnTo>
                  <a:lnTo>
                    <a:pt x="767529" y="479683"/>
                  </a:lnTo>
                  <a:lnTo>
                    <a:pt x="768489" y="479697"/>
                  </a:lnTo>
                  <a:lnTo>
                    <a:pt x="769455" y="479707"/>
                  </a:lnTo>
                  <a:lnTo>
                    <a:pt x="770415" y="479717"/>
                  </a:lnTo>
                  <a:lnTo>
                    <a:pt x="771381" y="479727"/>
                  </a:lnTo>
                  <a:lnTo>
                    <a:pt x="772346" y="479737"/>
                  </a:lnTo>
                  <a:lnTo>
                    <a:pt x="773306" y="479747"/>
                  </a:lnTo>
                  <a:lnTo>
                    <a:pt x="774272" y="479752"/>
                  </a:lnTo>
                  <a:lnTo>
                    <a:pt x="775232" y="479762"/>
                  </a:lnTo>
                  <a:lnTo>
                    <a:pt x="776197" y="479772"/>
                  </a:lnTo>
                  <a:lnTo>
                    <a:pt x="777158" y="479777"/>
                  </a:lnTo>
                  <a:lnTo>
                    <a:pt x="778123" y="479787"/>
                  </a:lnTo>
                  <a:lnTo>
                    <a:pt x="779084" y="479791"/>
                  </a:lnTo>
                  <a:lnTo>
                    <a:pt x="780049" y="479801"/>
                  </a:lnTo>
                  <a:lnTo>
                    <a:pt x="781009" y="479806"/>
                  </a:lnTo>
                  <a:lnTo>
                    <a:pt x="781975" y="479811"/>
                  </a:lnTo>
                  <a:lnTo>
                    <a:pt x="782935" y="479821"/>
                  </a:lnTo>
                  <a:lnTo>
                    <a:pt x="783900" y="479826"/>
                  </a:lnTo>
                  <a:lnTo>
                    <a:pt x="784861" y="479831"/>
                  </a:lnTo>
                  <a:lnTo>
                    <a:pt x="785826" y="479836"/>
                  </a:lnTo>
                  <a:lnTo>
                    <a:pt x="786787" y="479841"/>
                  </a:lnTo>
                  <a:lnTo>
                    <a:pt x="787752" y="479846"/>
                  </a:lnTo>
                  <a:lnTo>
                    <a:pt x="788717" y="479851"/>
                  </a:lnTo>
                  <a:lnTo>
                    <a:pt x="789678" y="479856"/>
                  </a:lnTo>
                  <a:lnTo>
                    <a:pt x="790643" y="479861"/>
                  </a:lnTo>
                  <a:lnTo>
                    <a:pt x="791604" y="479866"/>
                  </a:lnTo>
                  <a:lnTo>
                    <a:pt x="792569" y="479866"/>
                  </a:lnTo>
                  <a:lnTo>
                    <a:pt x="793529" y="479871"/>
                  </a:lnTo>
                  <a:lnTo>
                    <a:pt x="794495" y="479876"/>
                  </a:lnTo>
                  <a:lnTo>
                    <a:pt x="795455" y="479881"/>
                  </a:lnTo>
                  <a:lnTo>
                    <a:pt x="796420" y="479881"/>
                  </a:lnTo>
                  <a:lnTo>
                    <a:pt x="797381" y="479886"/>
                  </a:lnTo>
                  <a:lnTo>
                    <a:pt x="798346" y="479890"/>
                  </a:lnTo>
                  <a:lnTo>
                    <a:pt x="799307" y="479890"/>
                  </a:lnTo>
                  <a:lnTo>
                    <a:pt x="800272" y="479895"/>
                  </a:lnTo>
                  <a:lnTo>
                    <a:pt x="801232" y="479895"/>
                  </a:lnTo>
                  <a:lnTo>
                    <a:pt x="802198" y="479900"/>
                  </a:lnTo>
                  <a:lnTo>
                    <a:pt x="803158" y="479900"/>
                  </a:lnTo>
                  <a:lnTo>
                    <a:pt x="804124" y="479905"/>
                  </a:lnTo>
                  <a:lnTo>
                    <a:pt x="805089" y="479905"/>
                  </a:lnTo>
                  <a:lnTo>
                    <a:pt x="806049" y="479910"/>
                  </a:lnTo>
                  <a:lnTo>
                    <a:pt x="807015" y="479910"/>
                  </a:lnTo>
                  <a:lnTo>
                    <a:pt x="807975" y="479910"/>
                  </a:lnTo>
                  <a:lnTo>
                    <a:pt x="808940" y="479915"/>
                  </a:lnTo>
                  <a:lnTo>
                    <a:pt x="809901" y="479915"/>
                  </a:lnTo>
                  <a:lnTo>
                    <a:pt x="810866" y="479920"/>
                  </a:lnTo>
                  <a:lnTo>
                    <a:pt x="811827" y="479920"/>
                  </a:lnTo>
                  <a:lnTo>
                    <a:pt x="812792" y="479920"/>
                  </a:lnTo>
                  <a:lnTo>
                    <a:pt x="813752" y="479920"/>
                  </a:lnTo>
                  <a:lnTo>
                    <a:pt x="814718" y="479925"/>
                  </a:lnTo>
                  <a:lnTo>
                    <a:pt x="815678" y="479925"/>
                  </a:lnTo>
                  <a:lnTo>
                    <a:pt x="816643" y="479925"/>
                  </a:lnTo>
                  <a:lnTo>
                    <a:pt x="817604" y="479930"/>
                  </a:lnTo>
                  <a:lnTo>
                    <a:pt x="818569" y="479930"/>
                  </a:lnTo>
                  <a:lnTo>
                    <a:pt x="819530" y="479930"/>
                  </a:lnTo>
                  <a:lnTo>
                    <a:pt x="820495" y="479930"/>
                  </a:lnTo>
                  <a:lnTo>
                    <a:pt x="821455" y="479930"/>
                  </a:lnTo>
                  <a:lnTo>
                    <a:pt x="822421" y="479935"/>
                  </a:lnTo>
                  <a:lnTo>
                    <a:pt x="823386" y="479935"/>
                  </a:lnTo>
                  <a:lnTo>
                    <a:pt x="824347" y="479935"/>
                  </a:lnTo>
                  <a:lnTo>
                    <a:pt x="825312" y="479935"/>
                  </a:lnTo>
                  <a:lnTo>
                    <a:pt x="826272" y="479935"/>
                  </a:lnTo>
                  <a:lnTo>
                    <a:pt x="827238" y="479935"/>
                  </a:lnTo>
                  <a:lnTo>
                    <a:pt x="828198" y="479940"/>
                  </a:lnTo>
                  <a:lnTo>
                    <a:pt x="829163" y="479940"/>
                  </a:lnTo>
                  <a:lnTo>
                    <a:pt x="830124" y="479940"/>
                  </a:lnTo>
                  <a:lnTo>
                    <a:pt x="831089" y="479940"/>
                  </a:lnTo>
                  <a:lnTo>
                    <a:pt x="832050" y="479940"/>
                  </a:lnTo>
                  <a:lnTo>
                    <a:pt x="833015" y="479940"/>
                  </a:lnTo>
                  <a:lnTo>
                    <a:pt x="833975" y="479940"/>
                  </a:lnTo>
                  <a:lnTo>
                    <a:pt x="834941" y="479940"/>
                  </a:lnTo>
                  <a:lnTo>
                    <a:pt x="835901" y="479945"/>
                  </a:lnTo>
                  <a:lnTo>
                    <a:pt x="836866" y="479945"/>
                  </a:lnTo>
                  <a:lnTo>
                    <a:pt x="837827" y="479945"/>
                  </a:lnTo>
                  <a:lnTo>
                    <a:pt x="838792" y="479945"/>
                  </a:lnTo>
                  <a:lnTo>
                    <a:pt x="839758" y="479945"/>
                  </a:lnTo>
                  <a:lnTo>
                    <a:pt x="840718" y="479945"/>
                  </a:lnTo>
                  <a:lnTo>
                    <a:pt x="841683" y="479945"/>
                  </a:lnTo>
                  <a:lnTo>
                    <a:pt x="842644" y="479945"/>
                  </a:lnTo>
                  <a:lnTo>
                    <a:pt x="843609" y="479945"/>
                  </a:lnTo>
                  <a:lnTo>
                    <a:pt x="844569" y="479945"/>
                  </a:lnTo>
                  <a:lnTo>
                    <a:pt x="845535" y="479945"/>
                  </a:lnTo>
                  <a:lnTo>
                    <a:pt x="846495" y="479945"/>
                  </a:lnTo>
                  <a:lnTo>
                    <a:pt x="847461" y="479945"/>
                  </a:lnTo>
                  <a:lnTo>
                    <a:pt x="848421" y="479945"/>
                  </a:lnTo>
                  <a:lnTo>
                    <a:pt x="849386" y="479945"/>
                  </a:lnTo>
                  <a:lnTo>
                    <a:pt x="850347" y="479950"/>
                  </a:lnTo>
                  <a:lnTo>
                    <a:pt x="851312" y="479950"/>
                  </a:lnTo>
                  <a:lnTo>
                    <a:pt x="852273" y="479950"/>
                  </a:lnTo>
                  <a:lnTo>
                    <a:pt x="853238" y="479950"/>
                  </a:lnTo>
                  <a:lnTo>
                    <a:pt x="854198" y="479950"/>
                  </a:lnTo>
                  <a:lnTo>
                    <a:pt x="855164" y="479950"/>
                  </a:lnTo>
                  <a:lnTo>
                    <a:pt x="856124" y="479950"/>
                  </a:lnTo>
                  <a:lnTo>
                    <a:pt x="857089" y="479950"/>
                  </a:lnTo>
                  <a:lnTo>
                    <a:pt x="858055" y="479950"/>
                  </a:lnTo>
                  <a:lnTo>
                    <a:pt x="859015" y="479950"/>
                  </a:lnTo>
                  <a:lnTo>
                    <a:pt x="859981" y="479950"/>
                  </a:lnTo>
                  <a:lnTo>
                    <a:pt x="860941" y="479950"/>
                  </a:lnTo>
                  <a:lnTo>
                    <a:pt x="861906" y="479950"/>
                  </a:lnTo>
                  <a:lnTo>
                    <a:pt x="862867" y="479950"/>
                  </a:lnTo>
                  <a:lnTo>
                    <a:pt x="863832" y="479950"/>
                  </a:lnTo>
                  <a:lnTo>
                    <a:pt x="864793" y="479950"/>
                  </a:lnTo>
                  <a:lnTo>
                    <a:pt x="865758" y="479950"/>
                  </a:lnTo>
                  <a:lnTo>
                    <a:pt x="866718" y="479950"/>
                  </a:lnTo>
                  <a:lnTo>
                    <a:pt x="867684" y="479950"/>
                  </a:lnTo>
                  <a:lnTo>
                    <a:pt x="868644" y="479950"/>
                  </a:lnTo>
                  <a:lnTo>
                    <a:pt x="869609" y="479950"/>
                  </a:lnTo>
                  <a:lnTo>
                    <a:pt x="870570" y="479950"/>
                  </a:lnTo>
                  <a:lnTo>
                    <a:pt x="871535" y="479950"/>
                  </a:lnTo>
                  <a:lnTo>
                    <a:pt x="872496" y="479950"/>
                  </a:lnTo>
                  <a:lnTo>
                    <a:pt x="873461" y="479950"/>
                  </a:lnTo>
                  <a:lnTo>
                    <a:pt x="874426" y="479950"/>
                  </a:lnTo>
                  <a:lnTo>
                    <a:pt x="875387" y="479950"/>
                  </a:lnTo>
                  <a:lnTo>
                    <a:pt x="876352" y="479950"/>
                  </a:lnTo>
                  <a:lnTo>
                    <a:pt x="877312" y="479950"/>
                  </a:lnTo>
                  <a:lnTo>
                    <a:pt x="878278" y="479950"/>
                  </a:lnTo>
                  <a:lnTo>
                    <a:pt x="879238" y="479950"/>
                  </a:lnTo>
                  <a:lnTo>
                    <a:pt x="880204" y="479950"/>
                  </a:lnTo>
                  <a:lnTo>
                    <a:pt x="881164" y="479950"/>
                  </a:lnTo>
                  <a:lnTo>
                    <a:pt x="882129" y="479950"/>
                  </a:lnTo>
                  <a:lnTo>
                    <a:pt x="883090" y="479950"/>
                  </a:lnTo>
                  <a:lnTo>
                    <a:pt x="884055" y="479950"/>
                  </a:lnTo>
                  <a:lnTo>
                    <a:pt x="885016" y="479950"/>
                  </a:lnTo>
                  <a:lnTo>
                    <a:pt x="885981" y="479950"/>
                  </a:lnTo>
                  <a:lnTo>
                    <a:pt x="886941" y="479950"/>
                  </a:lnTo>
                  <a:lnTo>
                    <a:pt x="887907" y="479950"/>
                  </a:lnTo>
                  <a:lnTo>
                    <a:pt x="888867" y="479950"/>
                  </a:lnTo>
                  <a:lnTo>
                    <a:pt x="889832" y="479950"/>
                  </a:lnTo>
                  <a:lnTo>
                    <a:pt x="890798" y="479950"/>
                  </a:lnTo>
                  <a:lnTo>
                    <a:pt x="891758" y="479950"/>
                  </a:lnTo>
                  <a:lnTo>
                    <a:pt x="892724" y="479950"/>
                  </a:lnTo>
                  <a:lnTo>
                    <a:pt x="893684" y="479950"/>
                  </a:lnTo>
                  <a:lnTo>
                    <a:pt x="894649" y="479950"/>
                  </a:lnTo>
                  <a:lnTo>
                    <a:pt x="895610" y="479950"/>
                  </a:lnTo>
                  <a:lnTo>
                    <a:pt x="896575" y="479950"/>
                  </a:lnTo>
                  <a:lnTo>
                    <a:pt x="897536" y="479950"/>
                  </a:lnTo>
                  <a:lnTo>
                    <a:pt x="898501" y="479950"/>
                  </a:lnTo>
                  <a:lnTo>
                    <a:pt x="899461" y="479950"/>
                  </a:lnTo>
                  <a:lnTo>
                    <a:pt x="900427" y="479950"/>
                  </a:lnTo>
                  <a:lnTo>
                    <a:pt x="901387" y="479950"/>
                  </a:lnTo>
                  <a:lnTo>
                    <a:pt x="902352" y="479950"/>
                  </a:lnTo>
                  <a:lnTo>
                    <a:pt x="903313" y="479950"/>
                  </a:lnTo>
                  <a:lnTo>
                    <a:pt x="904278" y="479950"/>
                  </a:lnTo>
                  <a:lnTo>
                    <a:pt x="905239" y="479950"/>
                  </a:lnTo>
                  <a:lnTo>
                    <a:pt x="906204" y="479950"/>
                  </a:lnTo>
                  <a:lnTo>
                    <a:pt x="907164" y="479950"/>
                  </a:lnTo>
                  <a:lnTo>
                    <a:pt x="908130" y="479950"/>
                  </a:lnTo>
                  <a:lnTo>
                    <a:pt x="909095" y="479950"/>
                  </a:lnTo>
                  <a:lnTo>
                    <a:pt x="910055" y="479950"/>
                  </a:lnTo>
                  <a:lnTo>
                    <a:pt x="911021" y="479950"/>
                  </a:lnTo>
                  <a:lnTo>
                    <a:pt x="911981" y="479950"/>
                  </a:lnTo>
                  <a:lnTo>
                    <a:pt x="912947" y="479950"/>
                  </a:lnTo>
                  <a:lnTo>
                    <a:pt x="913907" y="479950"/>
                  </a:lnTo>
                  <a:lnTo>
                    <a:pt x="914872" y="479950"/>
                  </a:lnTo>
                  <a:lnTo>
                    <a:pt x="915833" y="479950"/>
                  </a:lnTo>
                  <a:lnTo>
                    <a:pt x="916798" y="479950"/>
                  </a:lnTo>
                  <a:lnTo>
                    <a:pt x="917759" y="479950"/>
                  </a:lnTo>
                  <a:lnTo>
                    <a:pt x="918724" y="479950"/>
                  </a:lnTo>
                  <a:lnTo>
                    <a:pt x="919684" y="479950"/>
                  </a:lnTo>
                  <a:lnTo>
                    <a:pt x="920650" y="479950"/>
                  </a:lnTo>
                  <a:lnTo>
                    <a:pt x="921610" y="479950"/>
                  </a:lnTo>
                  <a:lnTo>
                    <a:pt x="922575" y="479950"/>
                  </a:lnTo>
                  <a:lnTo>
                    <a:pt x="923536" y="479950"/>
                  </a:lnTo>
                  <a:lnTo>
                    <a:pt x="924501" y="479950"/>
                  </a:lnTo>
                  <a:lnTo>
                    <a:pt x="925467" y="479950"/>
                  </a:lnTo>
                  <a:lnTo>
                    <a:pt x="926427" y="479950"/>
                  </a:lnTo>
                  <a:lnTo>
                    <a:pt x="927392" y="479950"/>
                  </a:lnTo>
                  <a:lnTo>
                    <a:pt x="928353" y="479950"/>
                  </a:lnTo>
                  <a:lnTo>
                    <a:pt x="929318" y="479950"/>
                  </a:lnTo>
                  <a:lnTo>
                    <a:pt x="930278" y="479950"/>
                  </a:lnTo>
                  <a:lnTo>
                    <a:pt x="931244" y="479950"/>
                  </a:lnTo>
                  <a:lnTo>
                    <a:pt x="932204" y="479950"/>
                  </a:lnTo>
                  <a:lnTo>
                    <a:pt x="933170" y="479950"/>
                  </a:lnTo>
                  <a:lnTo>
                    <a:pt x="934130" y="479950"/>
                  </a:lnTo>
                  <a:lnTo>
                    <a:pt x="935095" y="479950"/>
                  </a:lnTo>
                  <a:lnTo>
                    <a:pt x="936056" y="479950"/>
                  </a:lnTo>
                  <a:lnTo>
                    <a:pt x="937021" y="479950"/>
                  </a:lnTo>
                  <a:lnTo>
                    <a:pt x="937982" y="479950"/>
                  </a:lnTo>
                  <a:lnTo>
                    <a:pt x="938947" y="479950"/>
                  </a:lnTo>
                  <a:lnTo>
                    <a:pt x="939907" y="479950"/>
                  </a:lnTo>
                  <a:lnTo>
                    <a:pt x="940873" y="479950"/>
                  </a:lnTo>
                  <a:lnTo>
                    <a:pt x="941833" y="479950"/>
                  </a:lnTo>
                  <a:lnTo>
                    <a:pt x="942798" y="479950"/>
                  </a:lnTo>
                  <a:lnTo>
                    <a:pt x="943764" y="479950"/>
                  </a:lnTo>
                  <a:lnTo>
                    <a:pt x="944724" y="479950"/>
                  </a:lnTo>
                  <a:lnTo>
                    <a:pt x="945689" y="479950"/>
                  </a:lnTo>
                  <a:lnTo>
                    <a:pt x="946650" y="479950"/>
                  </a:lnTo>
                  <a:lnTo>
                    <a:pt x="947615" y="479950"/>
                  </a:lnTo>
                  <a:lnTo>
                    <a:pt x="948576" y="479950"/>
                  </a:lnTo>
                  <a:lnTo>
                    <a:pt x="949541" y="479950"/>
                  </a:lnTo>
                  <a:lnTo>
                    <a:pt x="950502" y="479950"/>
                  </a:lnTo>
                  <a:lnTo>
                    <a:pt x="951467" y="479950"/>
                  </a:lnTo>
                  <a:lnTo>
                    <a:pt x="952427" y="479950"/>
                  </a:lnTo>
                  <a:lnTo>
                    <a:pt x="953393" y="479950"/>
                  </a:lnTo>
                  <a:lnTo>
                    <a:pt x="954353" y="479950"/>
                  </a:lnTo>
                  <a:lnTo>
                    <a:pt x="955318" y="479950"/>
                  </a:lnTo>
                  <a:lnTo>
                    <a:pt x="956279" y="479950"/>
                  </a:lnTo>
                  <a:lnTo>
                    <a:pt x="957244" y="479950"/>
                  </a:lnTo>
                  <a:lnTo>
                    <a:pt x="958205" y="479950"/>
                  </a:lnTo>
                  <a:lnTo>
                    <a:pt x="959170" y="479950"/>
                  </a:lnTo>
                  <a:lnTo>
                    <a:pt x="960135" y="479950"/>
                  </a:lnTo>
                  <a:lnTo>
                    <a:pt x="961096" y="479950"/>
                  </a:lnTo>
                  <a:lnTo>
                    <a:pt x="962061" y="47995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Freeform 117">
            <a:extLst>
              <a:ext uri="{FF2B5EF4-FFF2-40B4-BE49-F238E27FC236}">
                <a16:creationId xmlns:a16="http://schemas.microsoft.com/office/drawing/2014/main" id="{4BD50932-6873-C68D-34CB-40911F17CE32}"/>
              </a:ext>
            </a:extLst>
          </p:cNvPr>
          <p:cNvSpPr/>
          <p:nvPr/>
        </p:nvSpPr>
        <p:spPr>
          <a:xfrm>
            <a:off x="713375" y="4341942"/>
            <a:ext cx="962060" cy="620412"/>
          </a:xfrm>
          <a:custGeom>
            <a:avLst/>
            <a:gdLst>
              <a:gd name="connsiteX0" fmla="*/ 0 w 962060"/>
              <a:gd name="connsiteY0" fmla="*/ 620412 h 620412"/>
              <a:gd name="connsiteX1" fmla="*/ 963 w 962060"/>
              <a:gd name="connsiteY1" fmla="*/ 620412 h 620412"/>
              <a:gd name="connsiteX2" fmla="*/ 1926 w 962060"/>
              <a:gd name="connsiteY2" fmla="*/ 620412 h 620412"/>
              <a:gd name="connsiteX3" fmla="*/ 2889 w 962060"/>
              <a:gd name="connsiteY3" fmla="*/ 620412 h 620412"/>
              <a:gd name="connsiteX4" fmla="*/ 3852 w 962060"/>
              <a:gd name="connsiteY4" fmla="*/ 620412 h 620412"/>
              <a:gd name="connsiteX5" fmla="*/ 4815 w 962060"/>
              <a:gd name="connsiteY5" fmla="*/ 620412 h 620412"/>
              <a:gd name="connsiteX6" fmla="*/ 5778 w 962060"/>
              <a:gd name="connsiteY6" fmla="*/ 620412 h 620412"/>
              <a:gd name="connsiteX7" fmla="*/ 6741 w 962060"/>
              <a:gd name="connsiteY7" fmla="*/ 620412 h 620412"/>
              <a:gd name="connsiteX8" fmla="*/ 7704 w 962060"/>
              <a:gd name="connsiteY8" fmla="*/ 620412 h 620412"/>
              <a:gd name="connsiteX9" fmla="*/ 8667 w 962060"/>
              <a:gd name="connsiteY9" fmla="*/ 620412 h 620412"/>
              <a:gd name="connsiteX10" fmla="*/ 9630 w 962060"/>
              <a:gd name="connsiteY10" fmla="*/ 620412 h 620412"/>
              <a:gd name="connsiteX11" fmla="*/ 10593 w 962060"/>
              <a:gd name="connsiteY11" fmla="*/ 620412 h 620412"/>
              <a:gd name="connsiteX12" fmla="*/ 11557 w 962060"/>
              <a:gd name="connsiteY12" fmla="*/ 620412 h 620412"/>
              <a:gd name="connsiteX13" fmla="*/ 12519 w 962060"/>
              <a:gd name="connsiteY13" fmla="*/ 620412 h 620412"/>
              <a:gd name="connsiteX14" fmla="*/ 13482 w 962060"/>
              <a:gd name="connsiteY14" fmla="*/ 620412 h 620412"/>
              <a:gd name="connsiteX15" fmla="*/ 14445 w 962060"/>
              <a:gd name="connsiteY15" fmla="*/ 620412 h 620412"/>
              <a:gd name="connsiteX16" fmla="*/ 15409 w 962060"/>
              <a:gd name="connsiteY16" fmla="*/ 620412 h 620412"/>
              <a:gd name="connsiteX17" fmla="*/ 16371 w 962060"/>
              <a:gd name="connsiteY17" fmla="*/ 620412 h 620412"/>
              <a:gd name="connsiteX18" fmla="*/ 17334 w 962060"/>
              <a:gd name="connsiteY18" fmla="*/ 620412 h 620412"/>
              <a:gd name="connsiteX19" fmla="*/ 18298 w 962060"/>
              <a:gd name="connsiteY19" fmla="*/ 620412 h 620412"/>
              <a:gd name="connsiteX20" fmla="*/ 19261 w 962060"/>
              <a:gd name="connsiteY20" fmla="*/ 620412 h 620412"/>
              <a:gd name="connsiteX21" fmla="*/ 20224 w 962060"/>
              <a:gd name="connsiteY21" fmla="*/ 620412 h 620412"/>
              <a:gd name="connsiteX22" fmla="*/ 21186 w 962060"/>
              <a:gd name="connsiteY22" fmla="*/ 620412 h 620412"/>
              <a:gd name="connsiteX23" fmla="*/ 22150 w 962060"/>
              <a:gd name="connsiteY23" fmla="*/ 620412 h 620412"/>
              <a:gd name="connsiteX24" fmla="*/ 23113 w 962060"/>
              <a:gd name="connsiteY24" fmla="*/ 620412 h 620412"/>
              <a:gd name="connsiteX25" fmla="*/ 24076 w 962060"/>
              <a:gd name="connsiteY25" fmla="*/ 620412 h 620412"/>
              <a:gd name="connsiteX26" fmla="*/ 25039 w 962060"/>
              <a:gd name="connsiteY26" fmla="*/ 620412 h 620412"/>
              <a:gd name="connsiteX27" fmla="*/ 26002 w 962060"/>
              <a:gd name="connsiteY27" fmla="*/ 620412 h 620412"/>
              <a:gd name="connsiteX28" fmla="*/ 26965 w 962060"/>
              <a:gd name="connsiteY28" fmla="*/ 620412 h 620412"/>
              <a:gd name="connsiteX29" fmla="*/ 27928 w 962060"/>
              <a:gd name="connsiteY29" fmla="*/ 620412 h 620412"/>
              <a:gd name="connsiteX30" fmla="*/ 28891 w 962060"/>
              <a:gd name="connsiteY30" fmla="*/ 620412 h 620412"/>
              <a:gd name="connsiteX31" fmla="*/ 29854 w 962060"/>
              <a:gd name="connsiteY31" fmla="*/ 620412 h 620412"/>
              <a:gd name="connsiteX32" fmla="*/ 30817 w 962060"/>
              <a:gd name="connsiteY32" fmla="*/ 620412 h 620412"/>
              <a:gd name="connsiteX33" fmla="*/ 31780 w 962060"/>
              <a:gd name="connsiteY33" fmla="*/ 620412 h 620412"/>
              <a:gd name="connsiteX34" fmla="*/ 32743 w 962060"/>
              <a:gd name="connsiteY34" fmla="*/ 620412 h 620412"/>
              <a:gd name="connsiteX35" fmla="*/ 33706 w 962060"/>
              <a:gd name="connsiteY35" fmla="*/ 620412 h 620412"/>
              <a:gd name="connsiteX36" fmla="*/ 34669 w 962060"/>
              <a:gd name="connsiteY36" fmla="*/ 620412 h 620412"/>
              <a:gd name="connsiteX37" fmla="*/ 35632 w 962060"/>
              <a:gd name="connsiteY37" fmla="*/ 620412 h 620412"/>
              <a:gd name="connsiteX38" fmla="*/ 36595 w 962060"/>
              <a:gd name="connsiteY38" fmla="*/ 620412 h 620412"/>
              <a:gd name="connsiteX39" fmla="*/ 37558 w 962060"/>
              <a:gd name="connsiteY39" fmla="*/ 620412 h 620412"/>
              <a:gd name="connsiteX40" fmla="*/ 38521 w 962060"/>
              <a:gd name="connsiteY40" fmla="*/ 620412 h 620412"/>
              <a:gd name="connsiteX41" fmla="*/ 39484 w 962060"/>
              <a:gd name="connsiteY41" fmla="*/ 620412 h 620412"/>
              <a:gd name="connsiteX42" fmla="*/ 40447 w 962060"/>
              <a:gd name="connsiteY42" fmla="*/ 620412 h 620412"/>
              <a:gd name="connsiteX43" fmla="*/ 41410 w 962060"/>
              <a:gd name="connsiteY43" fmla="*/ 620412 h 620412"/>
              <a:gd name="connsiteX44" fmla="*/ 42373 w 962060"/>
              <a:gd name="connsiteY44" fmla="*/ 620412 h 620412"/>
              <a:gd name="connsiteX45" fmla="*/ 43336 w 962060"/>
              <a:gd name="connsiteY45" fmla="*/ 620412 h 620412"/>
              <a:gd name="connsiteX46" fmla="*/ 44299 w 962060"/>
              <a:gd name="connsiteY46" fmla="*/ 620412 h 620412"/>
              <a:gd name="connsiteX47" fmla="*/ 45262 w 962060"/>
              <a:gd name="connsiteY47" fmla="*/ 620412 h 620412"/>
              <a:gd name="connsiteX48" fmla="*/ 46225 w 962060"/>
              <a:gd name="connsiteY48" fmla="*/ 620412 h 620412"/>
              <a:gd name="connsiteX49" fmla="*/ 47188 w 962060"/>
              <a:gd name="connsiteY49" fmla="*/ 620412 h 620412"/>
              <a:gd name="connsiteX50" fmla="*/ 48151 w 962060"/>
              <a:gd name="connsiteY50" fmla="*/ 620412 h 620412"/>
              <a:gd name="connsiteX51" fmla="*/ 49114 w 962060"/>
              <a:gd name="connsiteY51" fmla="*/ 620412 h 620412"/>
              <a:gd name="connsiteX52" fmla="*/ 50077 w 962060"/>
              <a:gd name="connsiteY52" fmla="*/ 620412 h 620412"/>
              <a:gd name="connsiteX53" fmla="*/ 51040 w 962060"/>
              <a:gd name="connsiteY53" fmla="*/ 620412 h 620412"/>
              <a:gd name="connsiteX54" fmla="*/ 52003 w 962060"/>
              <a:gd name="connsiteY54" fmla="*/ 620412 h 620412"/>
              <a:gd name="connsiteX55" fmla="*/ 52966 w 962060"/>
              <a:gd name="connsiteY55" fmla="*/ 620412 h 620412"/>
              <a:gd name="connsiteX56" fmla="*/ 53929 w 962060"/>
              <a:gd name="connsiteY56" fmla="*/ 620412 h 620412"/>
              <a:gd name="connsiteX57" fmla="*/ 54892 w 962060"/>
              <a:gd name="connsiteY57" fmla="*/ 620412 h 620412"/>
              <a:gd name="connsiteX58" fmla="*/ 55856 w 962060"/>
              <a:gd name="connsiteY58" fmla="*/ 620412 h 620412"/>
              <a:gd name="connsiteX59" fmla="*/ 56819 w 962060"/>
              <a:gd name="connsiteY59" fmla="*/ 620412 h 620412"/>
              <a:gd name="connsiteX60" fmla="*/ 57781 w 962060"/>
              <a:gd name="connsiteY60" fmla="*/ 620412 h 620412"/>
              <a:gd name="connsiteX61" fmla="*/ 58744 w 962060"/>
              <a:gd name="connsiteY61" fmla="*/ 620412 h 620412"/>
              <a:gd name="connsiteX62" fmla="*/ 59708 w 962060"/>
              <a:gd name="connsiteY62" fmla="*/ 620412 h 620412"/>
              <a:gd name="connsiteX63" fmla="*/ 60671 w 962060"/>
              <a:gd name="connsiteY63" fmla="*/ 620412 h 620412"/>
              <a:gd name="connsiteX64" fmla="*/ 61633 w 962060"/>
              <a:gd name="connsiteY64" fmla="*/ 620412 h 620412"/>
              <a:gd name="connsiteX65" fmla="*/ 62596 w 962060"/>
              <a:gd name="connsiteY65" fmla="*/ 620412 h 620412"/>
              <a:gd name="connsiteX66" fmla="*/ 63560 w 962060"/>
              <a:gd name="connsiteY66" fmla="*/ 620412 h 620412"/>
              <a:gd name="connsiteX67" fmla="*/ 64523 w 962060"/>
              <a:gd name="connsiteY67" fmla="*/ 620412 h 620412"/>
              <a:gd name="connsiteX68" fmla="*/ 65485 w 962060"/>
              <a:gd name="connsiteY68" fmla="*/ 620412 h 620412"/>
              <a:gd name="connsiteX69" fmla="*/ 66449 w 962060"/>
              <a:gd name="connsiteY69" fmla="*/ 620412 h 620412"/>
              <a:gd name="connsiteX70" fmla="*/ 67412 w 962060"/>
              <a:gd name="connsiteY70" fmla="*/ 620408 h 620412"/>
              <a:gd name="connsiteX71" fmla="*/ 68375 w 962060"/>
              <a:gd name="connsiteY71" fmla="*/ 620408 h 620412"/>
              <a:gd name="connsiteX72" fmla="*/ 69337 w 962060"/>
              <a:gd name="connsiteY72" fmla="*/ 620408 h 620412"/>
              <a:gd name="connsiteX73" fmla="*/ 70301 w 962060"/>
              <a:gd name="connsiteY73" fmla="*/ 620408 h 620412"/>
              <a:gd name="connsiteX74" fmla="*/ 71264 w 962060"/>
              <a:gd name="connsiteY74" fmla="*/ 620408 h 620412"/>
              <a:gd name="connsiteX75" fmla="*/ 72227 w 962060"/>
              <a:gd name="connsiteY75" fmla="*/ 620408 h 620412"/>
              <a:gd name="connsiteX76" fmla="*/ 73190 w 962060"/>
              <a:gd name="connsiteY76" fmla="*/ 620408 h 620412"/>
              <a:gd name="connsiteX77" fmla="*/ 74153 w 962060"/>
              <a:gd name="connsiteY77" fmla="*/ 620408 h 620412"/>
              <a:gd name="connsiteX78" fmla="*/ 75116 w 962060"/>
              <a:gd name="connsiteY78" fmla="*/ 620408 h 620412"/>
              <a:gd name="connsiteX79" fmla="*/ 76079 w 962060"/>
              <a:gd name="connsiteY79" fmla="*/ 620408 h 620412"/>
              <a:gd name="connsiteX80" fmla="*/ 77042 w 962060"/>
              <a:gd name="connsiteY80" fmla="*/ 620408 h 620412"/>
              <a:gd name="connsiteX81" fmla="*/ 78005 w 962060"/>
              <a:gd name="connsiteY81" fmla="*/ 620403 h 620412"/>
              <a:gd name="connsiteX82" fmla="*/ 78968 w 962060"/>
              <a:gd name="connsiteY82" fmla="*/ 620403 h 620412"/>
              <a:gd name="connsiteX83" fmla="*/ 79931 w 962060"/>
              <a:gd name="connsiteY83" fmla="*/ 620403 h 620412"/>
              <a:gd name="connsiteX84" fmla="*/ 80894 w 962060"/>
              <a:gd name="connsiteY84" fmla="*/ 620403 h 620412"/>
              <a:gd name="connsiteX85" fmla="*/ 81857 w 962060"/>
              <a:gd name="connsiteY85" fmla="*/ 620403 h 620412"/>
              <a:gd name="connsiteX86" fmla="*/ 82820 w 962060"/>
              <a:gd name="connsiteY86" fmla="*/ 620403 h 620412"/>
              <a:gd name="connsiteX87" fmla="*/ 83783 w 962060"/>
              <a:gd name="connsiteY87" fmla="*/ 620403 h 620412"/>
              <a:gd name="connsiteX88" fmla="*/ 84746 w 962060"/>
              <a:gd name="connsiteY88" fmla="*/ 620398 h 620412"/>
              <a:gd name="connsiteX89" fmla="*/ 85709 w 962060"/>
              <a:gd name="connsiteY89" fmla="*/ 620398 h 620412"/>
              <a:gd name="connsiteX90" fmla="*/ 86672 w 962060"/>
              <a:gd name="connsiteY90" fmla="*/ 620398 h 620412"/>
              <a:gd name="connsiteX91" fmla="*/ 87635 w 962060"/>
              <a:gd name="connsiteY91" fmla="*/ 620398 h 620412"/>
              <a:gd name="connsiteX92" fmla="*/ 88598 w 962060"/>
              <a:gd name="connsiteY92" fmla="*/ 620398 h 620412"/>
              <a:gd name="connsiteX93" fmla="*/ 89561 w 962060"/>
              <a:gd name="connsiteY93" fmla="*/ 620393 h 620412"/>
              <a:gd name="connsiteX94" fmla="*/ 90524 w 962060"/>
              <a:gd name="connsiteY94" fmla="*/ 620393 h 620412"/>
              <a:gd name="connsiteX95" fmla="*/ 91487 w 962060"/>
              <a:gd name="connsiteY95" fmla="*/ 620393 h 620412"/>
              <a:gd name="connsiteX96" fmla="*/ 92450 w 962060"/>
              <a:gd name="connsiteY96" fmla="*/ 620393 h 620412"/>
              <a:gd name="connsiteX97" fmla="*/ 93413 w 962060"/>
              <a:gd name="connsiteY97" fmla="*/ 620388 h 620412"/>
              <a:gd name="connsiteX98" fmla="*/ 94376 w 962060"/>
              <a:gd name="connsiteY98" fmla="*/ 620388 h 620412"/>
              <a:gd name="connsiteX99" fmla="*/ 95339 w 962060"/>
              <a:gd name="connsiteY99" fmla="*/ 620383 h 620412"/>
              <a:gd name="connsiteX100" fmla="*/ 96302 w 962060"/>
              <a:gd name="connsiteY100" fmla="*/ 620383 h 620412"/>
              <a:gd name="connsiteX101" fmla="*/ 97266 w 962060"/>
              <a:gd name="connsiteY101" fmla="*/ 620383 h 620412"/>
              <a:gd name="connsiteX102" fmla="*/ 98228 w 962060"/>
              <a:gd name="connsiteY102" fmla="*/ 620378 h 620412"/>
              <a:gd name="connsiteX103" fmla="*/ 99191 w 962060"/>
              <a:gd name="connsiteY103" fmla="*/ 620378 h 620412"/>
              <a:gd name="connsiteX104" fmla="*/ 100154 w 962060"/>
              <a:gd name="connsiteY104" fmla="*/ 620373 h 620412"/>
              <a:gd name="connsiteX105" fmla="*/ 101118 w 962060"/>
              <a:gd name="connsiteY105" fmla="*/ 620373 h 620412"/>
              <a:gd name="connsiteX106" fmla="*/ 102080 w 962060"/>
              <a:gd name="connsiteY106" fmla="*/ 620368 h 620412"/>
              <a:gd name="connsiteX107" fmla="*/ 103043 w 962060"/>
              <a:gd name="connsiteY107" fmla="*/ 620368 h 620412"/>
              <a:gd name="connsiteX108" fmla="*/ 104007 w 962060"/>
              <a:gd name="connsiteY108" fmla="*/ 620363 h 620412"/>
              <a:gd name="connsiteX109" fmla="*/ 104970 w 962060"/>
              <a:gd name="connsiteY109" fmla="*/ 620363 h 620412"/>
              <a:gd name="connsiteX110" fmla="*/ 105932 w 962060"/>
              <a:gd name="connsiteY110" fmla="*/ 620358 h 620412"/>
              <a:gd name="connsiteX111" fmla="*/ 106895 w 962060"/>
              <a:gd name="connsiteY111" fmla="*/ 620353 h 620412"/>
              <a:gd name="connsiteX112" fmla="*/ 107859 w 962060"/>
              <a:gd name="connsiteY112" fmla="*/ 620348 h 620412"/>
              <a:gd name="connsiteX113" fmla="*/ 108822 w 962060"/>
              <a:gd name="connsiteY113" fmla="*/ 620348 h 620412"/>
              <a:gd name="connsiteX114" fmla="*/ 109784 w 962060"/>
              <a:gd name="connsiteY114" fmla="*/ 620343 h 620412"/>
              <a:gd name="connsiteX115" fmla="*/ 110748 w 962060"/>
              <a:gd name="connsiteY115" fmla="*/ 620338 h 620412"/>
              <a:gd name="connsiteX116" fmla="*/ 111711 w 962060"/>
              <a:gd name="connsiteY116" fmla="*/ 620333 h 620412"/>
              <a:gd name="connsiteX117" fmla="*/ 112674 w 962060"/>
              <a:gd name="connsiteY117" fmla="*/ 620328 h 620412"/>
              <a:gd name="connsiteX118" fmla="*/ 113637 w 962060"/>
              <a:gd name="connsiteY118" fmla="*/ 620323 h 620412"/>
              <a:gd name="connsiteX119" fmla="*/ 114600 w 962060"/>
              <a:gd name="connsiteY119" fmla="*/ 620318 h 620412"/>
              <a:gd name="connsiteX120" fmla="*/ 115563 w 962060"/>
              <a:gd name="connsiteY120" fmla="*/ 620308 h 620412"/>
              <a:gd name="connsiteX121" fmla="*/ 116526 w 962060"/>
              <a:gd name="connsiteY121" fmla="*/ 620304 h 620412"/>
              <a:gd name="connsiteX122" fmla="*/ 117489 w 962060"/>
              <a:gd name="connsiteY122" fmla="*/ 620299 h 620412"/>
              <a:gd name="connsiteX123" fmla="*/ 118452 w 962060"/>
              <a:gd name="connsiteY123" fmla="*/ 620289 h 620412"/>
              <a:gd name="connsiteX124" fmla="*/ 119415 w 962060"/>
              <a:gd name="connsiteY124" fmla="*/ 620284 h 620412"/>
              <a:gd name="connsiteX125" fmla="*/ 120378 w 962060"/>
              <a:gd name="connsiteY125" fmla="*/ 620274 h 620412"/>
              <a:gd name="connsiteX126" fmla="*/ 121341 w 962060"/>
              <a:gd name="connsiteY126" fmla="*/ 620269 h 620412"/>
              <a:gd name="connsiteX127" fmla="*/ 122304 w 962060"/>
              <a:gd name="connsiteY127" fmla="*/ 620259 h 620412"/>
              <a:gd name="connsiteX128" fmla="*/ 123267 w 962060"/>
              <a:gd name="connsiteY128" fmla="*/ 620249 h 620412"/>
              <a:gd name="connsiteX129" fmla="*/ 124230 w 962060"/>
              <a:gd name="connsiteY129" fmla="*/ 620239 h 620412"/>
              <a:gd name="connsiteX130" fmla="*/ 125193 w 962060"/>
              <a:gd name="connsiteY130" fmla="*/ 620229 h 620412"/>
              <a:gd name="connsiteX131" fmla="*/ 126156 w 962060"/>
              <a:gd name="connsiteY131" fmla="*/ 620219 h 620412"/>
              <a:gd name="connsiteX132" fmla="*/ 127119 w 962060"/>
              <a:gd name="connsiteY132" fmla="*/ 620210 h 620412"/>
              <a:gd name="connsiteX133" fmla="*/ 128082 w 962060"/>
              <a:gd name="connsiteY133" fmla="*/ 620195 h 620412"/>
              <a:gd name="connsiteX134" fmla="*/ 129045 w 962060"/>
              <a:gd name="connsiteY134" fmla="*/ 620185 h 620412"/>
              <a:gd name="connsiteX135" fmla="*/ 130008 w 962060"/>
              <a:gd name="connsiteY135" fmla="*/ 620170 h 620412"/>
              <a:gd name="connsiteX136" fmla="*/ 130971 w 962060"/>
              <a:gd name="connsiteY136" fmla="*/ 620155 h 620412"/>
              <a:gd name="connsiteX137" fmla="*/ 131934 w 962060"/>
              <a:gd name="connsiteY137" fmla="*/ 620140 h 620412"/>
              <a:gd name="connsiteX138" fmla="*/ 132897 w 962060"/>
              <a:gd name="connsiteY138" fmla="*/ 620125 h 620412"/>
              <a:gd name="connsiteX139" fmla="*/ 133860 w 962060"/>
              <a:gd name="connsiteY139" fmla="*/ 620110 h 620412"/>
              <a:gd name="connsiteX140" fmla="*/ 134823 w 962060"/>
              <a:gd name="connsiteY140" fmla="*/ 620091 h 620412"/>
              <a:gd name="connsiteX141" fmla="*/ 135786 w 962060"/>
              <a:gd name="connsiteY141" fmla="*/ 620076 h 620412"/>
              <a:gd name="connsiteX142" fmla="*/ 136749 w 962060"/>
              <a:gd name="connsiteY142" fmla="*/ 620056 h 620412"/>
              <a:gd name="connsiteX143" fmla="*/ 137712 w 962060"/>
              <a:gd name="connsiteY143" fmla="*/ 620036 h 620412"/>
              <a:gd name="connsiteX144" fmla="*/ 138675 w 962060"/>
              <a:gd name="connsiteY144" fmla="*/ 620016 h 620412"/>
              <a:gd name="connsiteX145" fmla="*/ 139638 w 962060"/>
              <a:gd name="connsiteY145" fmla="*/ 619992 h 620412"/>
              <a:gd name="connsiteX146" fmla="*/ 140601 w 962060"/>
              <a:gd name="connsiteY146" fmla="*/ 619967 h 620412"/>
              <a:gd name="connsiteX147" fmla="*/ 141565 w 962060"/>
              <a:gd name="connsiteY147" fmla="*/ 619942 h 620412"/>
              <a:gd name="connsiteX148" fmla="*/ 142527 w 962060"/>
              <a:gd name="connsiteY148" fmla="*/ 619917 h 620412"/>
              <a:gd name="connsiteX149" fmla="*/ 143490 w 962060"/>
              <a:gd name="connsiteY149" fmla="*/ 619893 h 620412"/>
              <a:gd name="connsiteX150" fmla="*/ 144453 w 962060"/>
              <a:gd name="connsiteY150" fmla="*/ 619863 h 620412"/>
              <a:gd name="connsiteX151" fmla="*/ 145417 w 962060"/>
              <a:gd name="connsiteY151" fmla="*/ 619833 h 620412"/>
              <a:gd name="connsiteX152" fmla="*/ 146379 w 962060"/>
              <a:gd name="connsiteY152" fmla="*/ 619804 h 620412"/>
              <a:gd name="connsiteX153" fmla="*/ 147342 w 962060"/>
              <a:gd name="connsiteY153" fmla="*/ 619769 h 620412"/>
              <a:gd name="connsiteX154" fmla="*/ 148305 w 962060"/>
              <a:gd name="connsiteY154" fmla="*/ 619734 h 620412"/>
              <a:gd name="connsiteX155" fmla="*/ 149269 w 962060"/>
              <a:gd name="connsiteY155" fmla="*/ 619700 h 620412"/>
              <a:gd name="connsiteX156" fmla="*/ 150231 w 962060"/>
              <a:gd name="connsiteY156" fmla="*/ 619660 h 620412"/>
              <a:gd name="connsiteX157" fmla="*/ 151194 w 962060"/>
              <a:gd name="connsiteY157" fmla="*/ 619620 h 620412"/>
              <a:gd name="connsiteX158" fmla="*/ 152158 w 962060"/>
              <a:gd name="connsiteY158" fmla="*/ 619581 h 620412"/>
              <a:gd name="connsiteX159" fmla="*/ 153121 w 962060"/>
              <a:gd name="connsiteY159" fmla="*/ 619536 h 620412"/>
              <a:gd name="connsiteX160" fmla="*/ 154084 w 962060"/>
              <a:gd name="connsiteY160" fmla="*/ 619492 h 620412"/>
              <a:gd name="connsiteX161" fmla="*/ 155046 w 962060"/>
              <a:gd name="connsiteY161" fmla="*/ 619442 h 620412"/>
              <a:gd name="connsiteX162" fmla="*/ 156010 w 962060"/>
              <a:gd name="connsiteY162" fmla="*/ 619393 h 620412"/>
              <a:gd name="connsiteX163" fmla="*/ 156973 w 962060"/>
              <a:gd name="connsiteY163" fmla="*/ 619338 h 620412"/>
              <a:gd name="connsiteX164" fmla="*/ 157936 w 962060"/>
              <a:gd name="connsiteY164" fmla="*/ 619284 h 620412"/>
              <a:gd name="connsiteX165" fmla="*/ 158899 w 962060"/>
              <a:gd name="connsiteY165" fmla="*/ 619224 h 620412"/>
              <a:gd name="connsiteX166" fmla="*/ 159862 w 962060"/>
              <a:gd name="connsiteY166" fmla="*/ 619165 h 620412"/>
              <a:gd name="connsiteX167" fmla="*/ 160825 w 962060"/>
              <a:gd name="connsiteY167" fmla="*/ 619101 h 620412"/>
              <a:gd name="connsiteX168" fmla="*/ 161788 w 962060"/>
              <a:gd name="connsiteY168" fmla="*/ 619036 h 620412"/>
              <a:gd name="connsiteX169" fmla="*/ 162751 w 962060"/>
              <a:gd name="connsiteY169" fmla="*/ 618967 h 620412"/>
              <a:gd name="connsiteX170" fmla="*/ 163714 w 962060"/>
              <a:gd name="connsiteY170" fmla="*/ 618893 h 620412"/>
              <a:gd name="connsiteX171" fmla="*/ 164677 w 962060"/>
              <a:gd name="connsiteY171" fmla="*/ 618818 h 620412"/>
              <a:gd name="connsiteX172" fmla="*/ 165640 w 962060"/>
              <a:gd name="connsiteY172" fmla="*/ 618739 h 620412"/>
              <a:gd name="connsiteX173" fmla="*/ 166603 w 962060"/>
              <a:gd name="connsiteY173" fmla="*/ 618655 h 620412"/>
              <a:gd name="connsiteX174" fmla="*/ 167566 w 962060"/>
              <a:gd name="connsiteY174" fmla="*/ 618566 h 620412"/>
              <a:gd name="connsiteX175" fmla="*/ 168529 w 962060"/>
              <a:gd name="connsiteY175" fmla="*/ 618477 h 620412"/>
              <a:gd name="connsiteX176" fmla="*/ 169492 w 962060"/>
              <a:gd name="connsiteY176" fmla="*/ 618383 h 620412"/>
              <a:gd name="connsiteX177" fmla="*/ 170455 w 962060"/>
              <a:gd name="connsiteY177" fmla="*/ 618284 h 620412"/>
              <a:gd name="connsiteX178" fmla="*/ 171418 w 962060"/>
              <a:gd name="connsiteY178" fmla="*/ 618180 h 620412"/>
              <a:gd name="connsiteX179" fmla="*/ 172381 w 962060"/>
              <a:gd name="connsiteY179" fmla="*/ 618071 h 620412"/>
              <a:gd name="connsiteX180" fmla="*/ 173344 w 962060"/>
              <a:gd name="connsiteY180" fmla="*/ 617962 h 620412"/>
              <a:gd name="connsiteX181" fmla="*/ 174307 w 962060"/>
              <a:gd name="connsiteY181" fmla="*/ 617843 h 620412"/>
              <a:gd name="connsiteX182" fmla="*/ 175270 w 962060"/>
              <a:gd name="connsiteY182" fmla="*/ 617719 h 620412"/>
              <a:gd name="connsiteX183" fmla="*/ 176233 w 962060"/>
              <a:gd name="connsiteY183" fmla="*/ 617591 h 620412"/>
              <a:gd name="connsiteX184" fmla="*/ 177196 w 962060"/>
              <a:gd name="connsiteY184" fmla="*/ 617462 h 620412"/>
              <a:gd name="connsiteX185" fmla="*/ 178159 w 962060"/>
              <a:gd name="connsiteY185" fmla="*/ 617318 h 620412"/>
              <a:gd name="connsiteX186" fmla="*/ 179122 w 962060"/>
              <a:gd name="connsiteY186" fmla="*/ 617175 h 620412"/>
              <a:gd name="connsiteX187" fmla="*/ 180085 w 962060"/>
              <a:gd name="connsiteY187" fmla="*/ 617026 h 620412"/>
              <a:gd name="connsiteX188" fmla="*/ 181048 w 962060"/>
              <a:gd name="connsiteY188" fmla="*/ 616868 h 620412"/>
              <a:gd name="connsiteX189" fmla="*/ 182011 w 962060"/>
              <a:gd name="connsiteY189" fmla="*/ 616704 h 620412"/>
              <a:gd name="connsiteX190" fmla="*/ 182974 w 962060"/>
              <a:gd name="connsiteY190" fmla="*/ 616531 h 620412"/>
              <a:gd name="connsiteX191" fmla="*/ 183937 w 962060"/>
              <a:gd name="connsiteY191" fmla="*/ 616358 h 620412"/>
              <a:gd name="connsiteX192" fmla="*/ 184900 w 962060"/>
              <a:gd name="connsiteY192" fmla="*/ 616170 h 620412"/>
              <a:gd name="connsiteX193" fmla="*/ 185863 w 962060"/>
              <a:gd name="connsiteY193" fmla="*/ 615977 h 620412"/>
              <a:gd name="connsiteX194" fmla="*/ 186827 w 962060"/>
              <a:gd name="connsiteY194" fmla="*/ 615779 h 620412"/>
              <a:gd name="connsiteX195" fmla="*/ 187789 w 962060"/>
              <a:gd name="connsiteY195" fmla="*/ 615571 h 620412"/>
              <a:gd name="connsiteX196" fmla="*/ 188752 w 962060"/>
              <a:gd name="connsiteY196" fmla="*/ 615353 h 620412"/>
              <a:gd name="connsiteX197" fmla="*/ 189716 w 962060"/>
              <a:gd name="connsiteY197" fmla="*/ 615125 h 620412"/>
              <a:gd name="connsiteX198" fmla="*/ 190679 w 962060"/>
              <a:gd name="connsiteY198" fmla="*/ 614893 h 620412"/>
              <a:gd name="connsiteX199" fmla="*/ 191641 w 962060"/>
              <a:gd name="connsiteY199" fmla="*/ 614650 h 620412"/>
              <a:gd name="connsiteX200" fmla="*/ 192604 w 962060"/>
              <a:gd name="connsiteY200" fmla="*/ 614398 h 620412"/>
              <a:gd name="connsiteX201" fmla="*/ 193568 w 962060"/>
              <a:gd name="connsiteY201" fmla="*/ 614135 h 620412"/>
              <a:gd name="connsiteX202" fmla="*/ 194531 w 962060"/>
              <a:gd name="connsiteY202" fmla="*/ 613858 h 620412"/>
              <a:gd name="connsiteX203" fmla="*/ 195493 w 962060"/>
              <a:gd name="connsiteY203" fmla="*/ 613576 h 620412"/>
              <a:gd name="connsiteX204" fmla="*/ 196457 w 962060"/>
              <a:gd name="connsiteY204" fmla="*/ 613284 h 620412"/>
              <a:gd name="connsiteX205" fmla="*/ 197420 w 962060"/>
              <a:gd name="connsiteY205" fmla="*/ 612977 h 620412"/>
              <a:gd name="connsiteX206" fmla="*/ 198383 w 962060"/>
              <a:gd name="connsiteY206" fmla="*/ 612660 h 620412"/>
              <a:gd name="connsiteX207" fmla="*/ 199345 w 962060"/>
              <a:gd name="connsiteY207" fmla="*/ 612328 h 620412"/>
              <a:gd name="connsiteX208" fmla="*/ 200309 w 962060"/>
              <a:gd name="connsiteY208" fmla="*/ 611987 h 620412"/>
              <a:gd name="connsiteX209" fmla="*/ 201272 w 962060"/>
              <a:gd name="connsiteY209" fmla="*/ 611635 h 620412"/>
              <a:gd name="connsiteX210" fmla="*/ 202235 w 962060"/>
              <a:gd name="connsiteY210" fmla="*/ 611264 h 620412"/>
              <a:gd name="connsiteX211" fmla="*/ 203197 w 962060"/>
              <a:gd name="connsiteY211" fmla="*/ 610888 h 620412"/>
              <a:gd name="connsiteX212" fmla="*/ 204161 w 962060"/>
              <a:gd name="connsiteY212" fmla="*/ 610492 h 620412"/>
              <a:gd name="connsiteX213" fmla="*/ 205124 w 962060"/>
              <a:gd name="connsiteY213" fmla="*/ 610081 h 620412"/>
              <a:gd name="connsiteX214" fmla="*/ 206087 w 962060"/>
              <a:gd name="connsiteY214" fmla="*/ 609660 h 620412"/>
              <a:gd name="connsiteX215" fmla="*/ 207050 w 962060"/>
              <a:gd name="connsiteY215" fmla="*/ 609219 h 620412"/>
              <a:gd name="connsiteX216" fmla="*/ 208013 w 962060"/>
              <a:gd name="connsiteY216" fmla="*/ 608764 h 620412"/>
              <a:gd name="connsiteX217" fmla="*/ 208976 w 962060"/>
              <a:gd name="connsiteY217" fmla="*/ 608293 h 620412"/>
              <a:gd name="connsiteX218" fmla="*/ 209939 w 962060"/>
              <a:gd name="connsiteY218" fmla="*/ 607808 h 620412"/>
              <a:gd name="connsiteX219" fmla="*/ 210902 w 962060"/>
              <a:gd name="connsiteY219" fmla="*/ 607303 h 620412"/>
              <a:gd name="connsiteX220" fmla="*/ 211865 w 962060"/>
              <a:gd name="connsiteY220" fmla="*/ 606779 h 620412"/>
              <a:gd name="connsiteX221" fmla="*/ 212828 w 962060"/>
              <a:gd name="connsiteY221" fmla="*/ 606239 h 620412"/>
              <a:gd name="connsiteX222" fmla="*/ 213791 w 962060"/>
              <a:gd name="connsiteY222" fmla="*/ 605685 h 620412"/>
              <a:gd name="connsiteX223" fmla="*/ 214754 w 962060"/>
              <a:gd name="connsiteY223" fmla="*/ 605105 h 620412"/>
              <a:gd name="connsiteX224" fmla="*/ 215717 w 962060"/>
              <a:gd name="connsiteY224" fmla="*/ 604511 h 620412"/>
              <a:gd name="connsiteX225" fmla="*/ 216680 w 962060"/>
              <a:gd name="connsiteY225" fmla="*/ 603892 h 620412"/>
              <a:gd name="connsiteX226" fmla="*/ 217643 w 962060"/>
              <a:gd name="connsiteY226" fmla="*/ 603259 h 620412"/>
              <a:gd name="connsiteX227" fmla="*/ 218606 w 962060"/>
              <a:gd name="connsiteY227" fmla="*/ 602600 h 620412"/>
              <a:gd name="connsiteX228" fmla="*/ 219569 w 962060"/>
              <a:gd name="connsiteY228" fmla="*/ 601922 h 620412"/>
              <a:gd name="connsiteX229" fmla="*/ 220532 w 962060"/>
              <a:gd name="connsiteY229" fmla="*/ 601219 h 620412"/>
              <a:gd name="connsiteX230" fmla="*/ 221495 w 962060"/>
              <a:gd name="connsiteY230" fmla="*/ 600496 h 620412"/>
              <a:gd name="connsiteX231" fmla="*/ 222458 w 962060"/>
              <a:gd name="connsiteY231" fmla="*/ 599749 h 620412"/>
              <a:gd name="connsiteX232" fmla="*/ 223421 w 962060"/>
              <a:gd name="connsiteY232" fmla="*/ 598977 h 620412"/>
              <a:gd name="connsiteX233" fmla="*/ 224384 w 962060"/>
              <a:gd name="connsiteY233" fmla="*/ 598180 h 620412"/>
              <a:gd name="connsiteX234" fmla="*/ 225347 w 962060"/>
              <a:gd name="connsiteY234" fmla="*/ 597363 h 620412"/>
              <a:gd name="connsiteX235" fmla="*/ 226310 w 962060"/>
              <a:gd name="connsiteY235" fmla="*/ 596516 h 620412"/>
              <a:gd name="connsiteX236" fmla="*/ 227274 w 962060"/>
              <a:gd name="connsiteY236" fmla="*/ 595645 h 620412"/>
              <a:gd name="connsiteX237" fmla="*/ 228236 w 962060"/>
              <a:gd name="connsiteY237" fmla="*/ 594744 h 620412"/>
              <a:gd name="connsiteX238" fmla="*/ 229199 w 962060"/>
              <a:gd name="connsiteY238" fmla="*/ 593818 h 620412"/>
              <a:gd name="connsiteX239" fmla="*/ 230162 w 962060"/>
              <a:gd name="connsiteY239" fmla="*/ 592863 h 620412"/>
              <a:gd name="connsiteX240" fmla="*/ 231126 w 962060"/>
              <a:gd name="connsiteY240" fmla="*/ 591882 h 620412"/>
              <a:gd name="connsiteX241" fmla="*/ 232088 w 962060"/>
              <a:gd name="connsiteY241" fmla="*/ 590873 h 620412"/>
              <a:gd name="connsiteX242" fmla="*/ 233051 w 962060"/>
              <a:gd name="connsiteY242" fmla="*/ 589828 h 620412"/>
              <a:gd name="connsiteX243" fmla="*/ 234014 w 962060"/>
              <a:gd name="connsiteY243" fmla="*/ 588759 h 620412"/>
              <a:gd name="connsiteX244" fmla="*/ 234978 w 962060"/>
              <a:gd name="connsiteY244" fmla="*/ 587655 h 620412"/>
              <a:gd name="connsiteX245" fmla="*/ 235940 w 962060"/>
              <a:gd name="connsiteY245" fmla="*/ 586521 h 620412"/>
              <a:gd name="connsiteX246" fmla="*/ 236903 w 962060"/>
              <a:gd name="connsiteY246" fmla="*/ 585353 h 620412"/>
              <a:gd name="connsiteX247" fmla="*/ 237867 w 962060"/>
              <a:gd name="connsiteY247" fmla="*/ 584150 h 620412"/>
              <a:gd name="connsiteX248" fmla="*/ 238830 w 962060"/>
              <a:gd name="connsiteY248" fmla="*/ 582917 h 620412"/>
              <a:gd name="connsiteX249" fmla="*/ 239792 w 962060"/>
              <a:gd name="connsiteY249" fmla="*/ 581650 h 620412"/>
              <a:gd name="connsiteX250" fmla="*/ 240755 w 962060"/>
              <a:gd name="connsiteY250" fmla="*/ 580348 h 620412"/>
              <a:gd name="connsiteX251" fmla="*/ 241719 w 962060"/>
              <a:gd name="connsiteY251" fmla="*/ 579011 h 620412"/>
              <a:gd name="connsiteX252" fmla="*/ 242682 w 962060"/>
              <a:gd name="connsiteY252" fmla="*/ 577635 h 620412"/>
              <a:gd name="connsiteX253" fmla="*/ 243645 w 962060"/>
              <a:gd name="connsiteY253" fmla="*/ 576224 h 620412"/>
              <a:gd name="connsiteX254" fmla="*/ 244608 w 962060"/>
              <a:gd name="connsiteY254" fmla="*/ 574773 h 620412"/>
              <a:gd name="connsiteX255" fmla="*/ 245571 w 962060"/>
              <a:gd name="connsiteY255" fmla="*/ 573288 h 620412"/>
              <a:gd name="connsiteX256" fmla="*/ 246534 w 962060"/>
              <a:gd name="connsiteY256" fmla="*/ 571758 h 620412"/>
              <a:gd name="connsiteX257" fmla="*/ 247497 w 962060"/>
              <a:gd name="connsiteY257" fmla="*/ 570194 h 620412"/>
              <a:gd name="connsiteX258" fmla="*/ 248460 w 962060"/>
              <a:gd name="connsiteY258" fmla="*/ 568590 h 620412"/>
              <a:gd name="connsiteX259" fmla="*/ 249423 w 962060"/>
              <a:gd name="connsiteY259" fmla="*/ 566942 h 620412"/>
              <a:gd name="connsiteX260" fmla="*/ 250386 w 962060"/>
              <a:gd name="connsiteY260" fmla="*/ 565253 h 620412"/>
              <a:gd name="connsiteX261" fmla="*/ 251349 w 962060"/>
              <a:gd name="connsiteY261" fmla="*/ 563526 h 620412"/>
              <a:gd name="connsiteX262" fmla="*/ 252312 w 962060"/>
              <a:gd name="connsiteY262" fmla="*/ 561753 h 620412"/>
              <a:gd name="connsiteX263" fmla="*/ 253275 w 962060"/>
              <a:gd name="connsiteY263" fmla="*/ 559937 h 620412"/>
              <a:gd name="connsiteX264" fmla="*/ 254238 w 962060"/>
              <a:gd name="connsiteY264" fmla="*/ 558075 h 620412"/>
              <a:gd name="connsiteX265" fmla="*/ 255201 w 962060"/>
              <a:gd name="connsiteY265" fmla="*/ 556174 h 620412"/>
              <a:gd name="connsiteX266" fmla="*/ 256164 w 962060"/>
              <a:gd name="connsiteY266" fmla="*/ 554224 h 620412"/>
              <a:gd name="connsiteX267" fmla="*/ 257127 w 962060"/>
              <a:gd name="connsiteY267" fmla="*/ 552229 h 620412"/>
              <a:gd name="connsiteX268" fmla="*/ 258090 w 962060"/>
              <a:gd name="connsiteY268" fmla="*/ 550189 h 620412"/>
              <a:gd name="connsiteX269" fmla="*/ 259053 w 962060"/>
              <a:gd name="connsiteY269" fmla="*/ 548100 h 620412"/>
              <a:gd name="connsiteX270" fmla="*/ 260016 w 962060"/>
              <a:gd name="connsiteY270" fmla="*/ 545966 h 620412"/>
              <a:gd name="connsiteX271" fmla="*/ 260979 w 962060"/>
              <a:gd name="connsiteY271" fmla="*/ 543783 h 620412"/>
              <a:gd name="connsiteX272" fmla="*/ 261942 w 962060"/>
              <a:gd name="connsiteY272" fmla="*/ 541550 h 620412"/>
              <a:gd name="connsiteX273" fmla="*/ 262905 w 962060"/>
              <a:gd name="connsiteY273" fmla="*/ 539273 h 620412"/>
              <a:gd name="connsiteX274" fmla="*/ 263868 w 962060"/>
              <a:gd name="connsiteY274" fmla="*/ 536941 h 620412"/>
              <a:gd name="connsiteX275" fmla="*/ 264831 w 962060"/>
              <a:gd name="connsiteY275" fmla="*/ 534565 h 620412"/>
              <a:gd name="connsiteX276" fmla="*/ 265794 w 962060"/>
              <a:gd name="connsiteY276" fmla="*/ 532134 h 620412"/>
              <a:gd name="connsiteX277" fmla="*/ 266757 w 962060"/>
              <a:gd name="connsiteY277" fmla="*/ 529654 h 620412"/>
              <a:gd name="connsiteX278" fmla="*/ 267720 w 962060"/>
              <a:gd name="connsiteY278" fmla="*/ 527124 h 620412"/>
              <a:gd name="connsiteX279" fmla="*/ 268683 w 962060"/>
              <a:gd name="connsiteY279" fmla="*/ 524540 h 620412"/>
              <a:gd name="connsiteX280" fmla="*/ 269646 w 962060"/>
              <a:gd name="connsiteY280" fmla="*/ 521906 h 620412"/>
              <a:gd name="connsiteX281" fmla="*/ 270609 w 962060"/>
              <a:gd name="connsiteY281" fmla="*/ 519218 h 620412"/>
              <a:gd name="connsiteX282" fmla="*/ 271572 w 962060"/>
              <a:gd name="connsiteY282" fmla="*/ 516476 h 620412"/>
              <a:gd name="connsiteX283" fmla="*/ 272535 w 962060"/>
              <a:gd name="connsiteY283" fmla="*/ 513684 h 620412"/>
              <a:gd name="connsiteX284" fmla="*/ 273498 w 962060"/>
              <a:gd name="connsiteY284" fmla="*/ 510837 h 620412"/>
              <a:gd name="connsiteX285" fmla="*/ 274461 w 962060"/>
              <a:gd name="connsiteY285" fmla="*/ 507941 h 620412"/>
              <a:gd name="connsiteX286" fmla="*/ 275425 w 962060"/>
              <a:gd name="connsiteY286" fmla="*/ 504985 h 620412"/>
              <a:gd name="connsiteX287" fmla="*/ 276387 w 962060"/>
              <a:gd name="connsiteY287" fmla="*/ 501975 h 620412"/>
              <a:gd name="connsiteX288" fmla="*/ 277350 w 962060"/>
              <a:gd name="connsiteY288" fmla="*/ 498916 h 620412"/>
              <a:gd name="connsiteX289" fmla="*/ 278313 w 962060"/>
              <a:gd name="connsiteY289" fmla="*/ 495797 h 620412"/>
              <a:gd name="connsiteX290" fmla="*/ 279277 w 962060"/>
              <a:gd name="connsiteY290" fmla="*/ 492629 h 620412"/>
              <a:gd name="connsiteX291" fmla="*/ 280240 w 962060"/>
              <a:gd name="connsiteY291" fmla="*/ 489401 h 620412"/>
              <a:gd name="connsiteX292" fmla="*/ 281202 w 962060"/>
              <a:gd name="connsiteY292" fmla="*/ 486119 h 620412"/>
              <a:gd name="connsiteX293" fmla="*/ 282166 w 962060"/>
              <a:gd name="connsiteY293" fmla="*/ 482787 h 620412"/>
              <a:gd name="connsiteX294" fmla="*/ 283129 w 962060"/>
              <a:gd name="connsiteY294" fmla="*/ 479396 h 620412"/>
              <a:gd name="connsiteX295" fmla="*/ 284092 w 962060"/>
              <a:gd name="connsiteY295" fmla="*/ 475950 h 620412"/>
              <a:gd name="connsiteX296" fmla="*/ 285054 w 962060"/>
              <a:gd name="connsiteY296" fmla="*/ 472450 h 620412"/>
              <a:gd name="connsiteX297" fmla="*/ 286018 w 962060"/>
              <a:gd name="connsiteY297" fmla="*/ 468896 h 620412"/>
              <a:gd name="connsiteX298" fmla="*/ 286981 w 962060"/>
              <a:gd name="connsiteY298" fmla="*/ 465287 h 620412"/>
              <a:gd name="connsiteX299" fmla="*/ 287944 w 962060"/>
              <a:gd name="connsiteY299" fmla="*/ 461619 h 620412"/>
              <a:gd name="connsiteX300" fmla="*/ 288906 w 962060"/>
              <a:gd name="connsiteY300" fmla="*/ 457901 h 620412"/>
              <a:gd name="connsiteX301" fmla="*/ 289870 w 962060"/>
              <a:gd name="connsiteY301" fmla="*/ 454128 h 620412"/>
              <a:gd name="connsiteX302" fmla="*/ 290833 w 962060"/>
              <a:gd name="connsiteY302" fmla="*/ 450303 h 620412"/>
              <a:gd name="connsiteX303" fmla="*/ 291796 w 962060"/>
              <a:gd name="connsiteY303" fmla="*/ 446423 h 620412"/>
              <a:gd name="connsiteX304" fmla="*/ 292759 w 962060"/>
              <a:gd name="connsiteY304" fmla="*/ 442490 h 620412"/>
              <a:gd name="connsiteX305" fmla="*/ 293722 w 962060"/>
              <a:gd name="connsiteY305" fmla="*/ 438504 h 620412"/>
              <a:gd name="connsiteX306" fmla="*/ 294685 w 962060"/>
              <a:gd name="connsiteY306" fmla="*/ 434466 h 620412"/>
              <a:gd name="connsiteX307" fmla="*/ 295648 w 962060"/>
              <a:gd name="connsiteY307" fmla="*/ 430375 h 620412"/>
              <a:gd name="connsiteX308" fmla="*/ 296611 w 962060"/>
              <a:gd name="connsiteY308" fmla="*/ 426234 h 620412"/>
              <a:gd name="connsiteX309" fmla="*/ 297574 w 962060"/>
              <a:gd name="connsiteY309" fmla="*/ 422041 h 620412"/>
              <a:gd name="connsiteX310" fmla="*/ 298537 w 962060"/>
              <a:gd name="connsiteY310" fmla="*/ 417798 h 620412"/>
              <a:gd name="connsiteX311" fmla="*/ 299500 w 962060"/>
              <a:gd name="connsiteY311" fmla="*/ 413505 h 620412"/>
              <a:gd name="connsiteX312" fmla="*/ 300463 w 962060"/>
              <a:gd name="connsiteY312" fmla="*/ 409163 h 620412"/>
              <a:gd name="connsiteX313" fmla="*/ 301426 w 962060"/>
              <a:gd name="connsiteY313" fmla="*/ 404772 h 620412"/>
              <a:gd name="connsiteX314" fmla="*/ 302389 w 962060"/>
              <a:gd name="connsiteY314" fmla="*/ 400335 h 620412"/>
              <a:gd name="connsiteX315" fmla="*/ 303352 w 962060"/>
              <a:gd name="connsiteY315" fmla="*/ 395850 h 620412"/>
              <a:gd name="connsiteX316" fmla="*/ 304315 w 962060"/>
              <a:gd name="connsiteY316" fmla="*/ 391319 h 620412"/>
              <a:gd name="connsiteX317" fmla="*/ 305278 w 962060"/>
              <a:gd name="connsiteY317" fmla="*/ 386744 h 620412"/>
              <a:gd name="connsiteX318" fmla="*/ 306241 w 962060"/>
              <a:gd name="connsiteY318" fmla="*/ 382124 h 620412"/>
              <a:gd name="connsiteX319" fmla="*/ 307204 w 962060"/>
              <a:gd name="connsiteY319" fmla="*/ 377460 h 620412"/>
              <a:gd name="connsiteX320" fmla="*/ 308167 w 962060"/>
              <a:gd name="connsiteY320" fmla="*/ 372755 h 620412"/>
              <a:gd name="connsiteX321" fmla="*/ 309130 w 962060"/>
              <a:gd name="connsiteY321" fmla="*/ 368009 h 620412"/>
              <a:gd name="connsiteX322" fmla="*/ 310093 w 962060"/>
              <a:gd name="connsiteY322" fmla="*/ 363223 h 620412"/>
              <a:gd name="connsiteX323" fmla="*/ 311056 w 962060"/>
              <a:gd name="connsiteY323" fmla="*/ 358398 h 620412"/>
              <a:gd name="connsiteX324" fmla="*/ 312019 w 962060"/>
              <a:gd name="connsiteY324" fmla="*/ 353535 h 620412"/>
              <a:gd name="connsiteX325" fmla="*/ 312982 w 962060"/>
              <a:gd name="connsiteY325" fmla="*/ 348636 h 620412"/>
              <a:gd name="connsiteX326" fmla="*/ 313945 w 962060"/>
              <a:gd name="connsiteY326" fmla="*/ 343702 h 620412"/>
              <a:gd name="connsiteX327" fmla="*/ 314908 w 962060"/>
              <a:gd name="connsiteY327" fmla="*/ 338734 h 620412"/>
              <a:gd name="connsiteX328" fmla="*/ 315871 w 962060"/>
              <a:gd name="connsiteY328" fmla="*/ 333734 h 620412"/>
              <a:gd name="connsiteX329" fmla="*/ 316834 w 962060"/>
              <a:gd name="connsiteY329" fmla="*/ 328703 h 620412"/>
              <a:gd name="connsiteX330" fmla="*/ 317797 w 962060"/>
              <a:gd name="connsiteY330" fmla="*/ 323642 h 620412"/>
              <a:gd name="connsiteX331" fmla="*/ 318760 w 962060"/>
              <a:gd name="connsiteY331" fmla="*/ 318554 h 620412"/>
              <a:gd name="connsiteX332" fmla="*/ 319723 w 962060"/>
              <a:gd name="connsiteY332" fmla="*/ 313439 h 620412"/>
              <a:gd name="connsiteX333" fmla="*/ 320687 w 962060"/>
              <a:gd name="connsiteY333" fmla="*/ 308300 h 620412"/>
              <a:gd name="connsiteX334" fmla="*/ 321647 w 962060"/>
              <a:gd name="connsiteY334" fmla="*/ 303137 h 620412"/>
              <a:gd name="connsiteX335" fmla="*/ 322613 w 962060"/>
              <a:gd name="connsiteY335" fmla="*/ 297952 h 620412"/>
              <a:gd name="connsiteX336" fmla="*/ 323573 w 962060"/>
              <a:gd name="connsiteY336" fmla="*/ 292748 h 620412"/>
              <a:gd name="connsiteX337" fmla="*/ 324539 w 962060"/>
              <a:gd name="connsiteY337" fmla="*/ 287527 h 620412"/>
              <a:gd name="connsiteX338" fmla="*/ 325504 w 962060"/>
              <a:gd name="connsiteY338" fmla="*/ 282288 h 620412"/>
              <a:gd name="connsiteX339" fmla="*/ 326464 w 962060"/>
              <a:gd name="connsiteY339" fmla="*/ 277036 h 620412"/>
              <a:gd name="connsiteX340" fmla="*/ 327430 w 962060"/>
              <a:gd name="connsiteY340" fmla="*/ 271771 h 620412"/>
              <a:gd name="connsiteX341" fmla="*/ 328390 w 962060"/>
              <a:gd name="connsiteY341" fmla="*/ 266496 h 620412"/>
              <a:gd name="connsiteX342" fmla="*/ 329355 w 962060"/>
              <a:gd name="connsiteY342" fmla="*/ 261211 h 620412"/>
              <a:gd name="connsiteX343" fmla="*/ 330316 w 962060"/>
              <a:gd name="connsiteY343" fmla="*/ 255921 h 620412"/>
              <a:gd name="connsiteX344" fmla="*/ 331281 w 962060"/>
              <a:gd name="connsiteY344" fmla="*/ 250626 h 620412"/>
              <a:gd name="connsiteX345" fmla="*/ 332242 w 962060"/>
              <a:gd name="connsiteY345" fmla="*/ 245328 h 620412"/>
              <a:gd name="connsiteX346" fmla="*/ 333207 w 962060"/>
              <a:gd name="connsiteY346" fmla="*/ 240030 h 620412"/>
              <a:gd name="connsiteX347" fmla="*/ 334167 w 962060"/>
              <a:gd name="connsiteY347" fmla="*/ 234732 h 620412"/>
              <a:gd name="connsiteX348" fmla="*/ 335133 w 962060"/>
              <a:gd name="connsiteY348" fmla="*/ 229440 h 620412"/>
              <a:gd name="connsiteX349" fmla="*/ 336093 w 962060"/>
              <a:gd name="connsiteY349" fmla="*/ 224153 h 620412"/>
              <a:gd name="connsiteX350" fmla="*/ 337058 w 962060"/>
              <a:gd name="connsiteY350" fmla="*/ 218874 h 620412"/>
              <a:gd name="connsiteX351" fmla="*/ 338019 w 962060"/>
              <a:gd name="connsiteY351" fmla="*/ 213605 h 620412"/>
              <a:gd name="connsiteX352" fmla="*/ 338984 w 962060"/>
              <a:gd name="connsiteY352" fmla="*/ 208349 h 620412"/>
              <a:gd name="connsiteX353" fmla="*/ 339945 w 962060"/>
              <a:gd name="connsiteY353" fmla="*/ 203108 h 620412"/>
              <a:gd name="connsiteX354" fmla="*/ 340910 w 962060"/>
              <a:gd name="connsiteY354" fmla="*/ 197884 h 620412"/>
              <a:gd name="connsiteX355" fmla="*/ 341870 w 962060"/>
              <a:gd name="connsiteY355" fmla="*/ 192679 h 620412"/>
              <a:gd name="connsiteX356" fmla="*/ 342836 w 962060"/>
              <a:gd name="connsiteY356" fmla="*/ 187497 h 620412"/>
              <a:gd name="connsiteX357" fmla="*/ 343801 w 962060"/>
              <a:gd name="connsiteY357" fmla="*/ 182338 h 620412"/>
              <a:gd name="connsiteX358" fmla="*/ 344762 w 962060"/>
              <a:gd name="connsiteY358" fmla="*/ 177206 h 620412"/>
              <a:gd name="connsiteX359" fmla="*/ 345727 w 962060"/>
              <a:gd name="connsiteY359" fmla="*/ 172102 h 620412"/>
              <a:gd name="connsiteX360" fmla="*/ 346687 w 962060"/>
              <a:gd name="connsiteY360" fmla="*/ 167029 h 620412"/>
              <a:gd name="connsiteX361" fmla="*/ 347653 w 962060"/>
              <a:gd name="connsiteY361" fmla="*/ 161990 h 620412"/>
              <a:gd name="connsiteX362" fmla="*/ 348613 w 962060"/>
              <a:gd name="connsiteY362" fmla="*/ 156987 h 620412"/>
              <a:gd name="connsiteX363" fmla="*/ 349578 w 962060"/>
              <a:gd name="connsiteY363" fmla="*/ 152022 h 620412"/>
              <a:gd name="connsiteX364" fmla="*/ 350539 w 962060"/>
              <a:gd name="connsiteY364" fmla="*/ 147098 h 620412"/>
              <a:gd name="connsiteX365" fmla="*/ 351504 w 962060"/>
              <a:gd name="connsiteY365" fmla="*/ 142217 h 620412"/>
              <a:gd name="connsiteX366" fmla="*/ 352465 w 962060"/>
              <a:gd name="connsiteY366" fmla="*/ 137381 h 620412"/>
              <a:gd name="connsiteX367" fmla="*/ 353430 w 962060"/>
              <a:gd name="connsiteY367" fmla="*/ 132593 h 620412"/>
              <a:gd name="connsiteX368" fmla="*/ 354390 w 962060"/>
              <a:gd name="connsiteY368" fmla="*/ 127855 h 620412"/>
              <a:gd name="connsiteX369" fmla="*/ 355356 w 962060"/>
              <a:gd name="connsiteY369" fmla="*/ 123170 h 620412"/>
              <a:gd name="connsiteX370" fmla="*/ 356316 w 962060"/>
              <a:gd name="connsiteY370" fmla="*/ 118540 h 620412"/>
              <a:gd name="connsiteX371" fmla="*/ 357281 w 962060"/>
              <a:gd name="connsiteY371" fmla="*/ 113967 h 620412"/>
              <a:gd name="connsiteX372" fmla="*/ 358242 w 962060"/>
              <a:gd name="connsiteY372" fmla="*/ 109454 h 620412"/>
              <a:gd name="connsiteX373" fmla="*/ 359207 w 962060"/>
              <a:gd name="connsiteY373" fmla="*/ 105003 h 620412"/>
              <a:gd name="connsiteX374" fmla="*/ 360173 w 962060"/>
              <a:gd name="connsiteY374" fmla="*/ 100616 h 620412"/>
              <a:gd name="connsiteX375" fmla="*/ 361133 w 962060"/>
              <a:gd name="connsiteY375" fmla="*/ 96295 h 620412"/>
              <a:gd name="connsiteX376" fmla="*/ 362098 w 962060"/>
              <a:gd name="connsiteY376" fmla="*/ 92044 h 620412"/>
              <a:gd name="connsiteX377" fmla="*/ 363059 w 962060"/>
              <a:gd name="connsiteY377" fmla="*/ 87863 h 620412"/>
              <a:gd name="connsiteX378" fmla="*/ 364024 w 962060"/>
              <a:gd name="connsiteY378" fmla="*/ 83756 h 620412"/>
              <a:gd name="connsiteX379" fmla="*/ 364985 w 962060"/>
              <a:gd name="connsiteY379" fmla="*/ 79725 h 620412"/>
              <a:gd name="connsiteX380" fmla="*/ 365950 w 962060"/>
              <a:gd name="connsiteY380" fmla="*/ 75771 h 620412"/>
              <a:gd name="connsiteX381" fmla="*/ 366910 w 962060"/>
              <a:gd name="connsiteY381" fmla="*/ 71897 h 620412"/>
              <a:gd name="connsiteX382" fmla="*/ 367876 w 962060"/>
              <a:gd name="connsiteY382" fmla="*/ 68105 h 620412"/>
              <a:gd name="connsiteX383" fmla="*/ 368836 w 962060"/>
              <a:gd name="connsiteY383" fmla="*/ 64397 h 620412"/>
              <a:gd name="connsiteX384" fmla="*/ 369801 w 962060"/>
              <a:gd name="connsiteY384" fmla="*/ 60775 h 620412"/>
              <a:gd name="connsiteX385" fmla="*/ 370762 w 962060"/>
              <a:gd name="connsiteY385" fmla="*/ 57241 h 620412"/>
              <a:gd name="connsiteX386" fmla="*/ 371727 w 962060"/>
              <a:gd name="connsiteY386" fmla="*/ 53797 h 620412"/>
              <a:gd name="connsiteX387" fmla="*/ 372688 w 962060"/>
              <a:gd name="connsiteY387" fmla="*/ 50445 h 620412"/>
              <a:gd name="connsiteX388" fmla="*/ 373653 w 962060"/>
              <a:gd name="connsiteY388" fmla="*/ 47187 h 620412"/>
              <a:gd name="connsiteX389" fmla="*/ 374613 w 962060"/>
              <a:gd name="connsiteY389" fmla="*/ 44025 h 620412"/>
              <a:gd name="connsiteX390" fmla="*/ 375579 w 962060"/>
              <a:gd name="connsiteY390" fmla="*/ 40959 h 620412"/>
              <a:gd name="connsiteX391" fmla="*/ 376544 w 962060"/>
              <a:gd name="connsiteY391" fmla="*/ 37994 h 620412"/>
              <a:gd name="connsiteX392" fmla="*/ 377505 w 962060"/>
              <a:gd name="connsiteY392" fmla="*/ 35129 h 620412"/>
              <a:gd name="connsiteX393" fmla="*/ 378470 w 962060"/>
              <a:gd name="connsiteY393" fmla="*/ 32367 h 620412"/>
              <a:gd name="connsiteX394" fmla="*/ 379430 w 962060"/>
              <a:gd name="connsiteY394" fmla="*/ 29708 h 620412"/>
              <a:gd name="connsiteX395" fmla="*/ 380396 w 962060"/>
              <a:gd name="connsiteY395" fmla="*/ 27155 h 620412"/>
              <a:gd name="connsiteX396" fmla="*/ 381356 w 962060"/>
              <a:gd name="connsiteY396" fmla="*/ 24710 h 620412"/>
              <a:gd name="connsiteX397" fmla="*/ 382321 w 962060"/>
              <a:gd name="connsiteY397" fmla="*/ 22373 h 620412"/>
              <a:gd name="connsiteX398" fmla="*/ 383282 w 962060"/>
              <a:gd name="connsiteY398" fmla="*/ 20145 h 620412"/>
              <a:gd name="connsiteX399" fmla="*/ 384247 w 962060"/>
              <a:gd name="connsiteY399" fmla="*/ 18030 h 620412"/>
              <a:gd name="connsiteX400" fmla="*/ 385208 w 962060"/>
              <a:gd name="connsiteY400" fmla="*/ 16026 h 620412"/>
              <a:gd name="connsiteX401" fmla="*/ 386173 w 962060"/>
              <a:gd name="connsiteY401" fmla="*/ 14135 h 620412"/>
              <a:gd name="connsiteX402" fmla="*/ 387133 w 962060"/>
              <a:gd name="connsiteY402" fmla="*/ 12360 h 620412"/>
              <a:gd name="connsiteX403" fmla="*/ 388099 w 962060"/>
              <a:gd name="connsiteY403" fmla="*/ 10700 h 620412"/>
              <a:gd name="connsiteX404" fmla="*/ 389059 w 962060"/>
              <a:gd name="connsiteY404" fmla="*/ 9157 h 620412"/>
              <a:gd name="connsiteX405" fmla="*/ 390024 w 962060"/>
              <a:gd name="connsiteY405" fmla="*/ 7731 h 620412"/>
              <a:gd name="connsiteX406" fmla="*/ 390985 w 962060"/>
              <a:gd name="connsiteY406" fmla="*/ 6424 h 620412"/>
              <a:gd name="connsiteX407" fmla="*/ 391950 w 962060"/>
              <a:gd name="connsiteY407" fmla="*/ 5236 h 620412"/>
              <a:gd name="connsiteX408" fmla="*/ 392911 w 962060"/>
              <a:gd name="connsiteY408" fmla="*/ 4168 h 620412"/>
              <a:gd name="connsiteX409" fmla="*/ 393876 w 962060"/>
              <a:gd name="connsiteY409" fmla="*/ 3220 h 620412"/>
              <a:gd name="connsiteX410" fmla="*/ 394841 w 962060"/>
              <a:gd name="connsiteY410" fmla="*/ 2394 h 620412"/>
              <a:gd name="connsiteX411" fmla="*/ 395802 w 962060"/>
              <a:gd name="connsiteY411" fmla="*/ 1689 h 620412"/>
              <a:gd name="connsiteX412" fmla="*/ 396767 w 962060"/>
              <a:gd name="connsiteY412" fmla="*/ 1106 h 620412"/>
              <a:gd name="connsiteX413" fmla="*/ 397728 w 962060"/>
              <a:gd name="connsiteY413" fmla="*/ 645 h 620412"/>
              <a:gd name="connsiteX414" fmla="*/ 398693 w 962060"/>
              <a:gd name="connsiteY414" fmla="*/ 307 h 620412"/>
              <a:gd name="connsiteX415" fmla="*/ 399653 w 962060"/>
              <a:gd name="connsiteY415" fmla="*/ 92 h 620412"/>
              <a:gd name="connsiteX416" fmla="*/ 400619 w 962060"/>
              <a:gd name="connsiteY416" fmla="*/ 0 h 620412"/>
              <a:gd name="connsiteX417" fmla="*/ 401579 w 962060"/>
              <a:gd name="connsiteY417" fmla="*/ 31 h 620412"/>
              <a:gd name="connsiteX418" fmla="*/ 402544 w 962060"/>
              <a:gd name="connsiteY418" fmla="*/ 184 h 620412"/>
              <a:gd name="connsiteX419" fmla="*/ 403505 w 962060"/>
              <a:gd name="connsiteY419" fmla="*/ 461 h 620412"/>
              <a:gd name="connsiteX420" fmla="*/ 404470 w 962060"/>
              <a:gd name="connsiteY420" fmla="*/ 860 h 620412"/>
              <a:gd name="connsiteX421" fmla="*/ 405431 w 962060"/>
              <a:gd name="connsiteY421" fmla="*/ 1382 h 620412"/>
              <a:gd name="connsiteX422" fmla="*/ 406396 w 962060"/>
              <a:gd name="connsiteY422" fmla="*/ 2026 h 620412"/>
              <a:gd name="connsiteX423" fmla="*/ 407356 w 962060"/>
              <a:gd name="connsiteY423" fmla="*/ 2792 h 620412"/>
              <a:gd name="connsiteX424" fmla="*/ 408322 w 962060"/>
              <a:gd name="connsiteY424" fmla="*/ 3679 h 620412"/>
              <a:gd name="connsiteX425" fmla="*/ 409282 w 962060"/>
              <a:gd name="connsiteY425" fmla="*/ 4687 h 620412"/>
              <a:gd name="connsiteX426" fmla="*/ 410248 w 962060"/>
              <a:gd name="connsiteY426" fmla="*/ 5815 h 620412"/>
              <a:gd name="connsiteX427" fmla="*/ 411213 w 962060"/>
              <a:gd name="connsiteY427" fmla="*/ 7063 h 620412"/>
              <a:gd name="connsiteX428" fmla="*/ 412173 w 962060"/>
              <a:gd name="connsiteY428" fmla="*/ 8429 h 620412"/>
              <a:gd name="connsiteX429" fmla="*/ 413139 w 962060"/>
              <a:gd name="connsiteY429" fmla="*/ 9914 h 620412"/>
              <a:gd name="connsiteX430" fmla="*/ 414099 w 962060"/>
              <a:gd name="connsiteY430" fmla="*/ 11516 h 620412"/>
              <a:gd name="connsiteX431" fmla="*/ 415064 w 962060"/>
              <a:gd name="connsiteY431" fmla="*/ 13233 h 620412"/>
              <a:gd name="connsiteX432" fmla="*/ 416025 w 962060"/>
              <a:gd name="connsiteY432" fmla="*/ 15066 h 620412"/>
              <a:gd name="connsiteX433" fmla="*/ 416990 w 962060"/>
              <a:gd name="connsiteY433" fmla="*/ 17014 h 620412"/>
              <a:gd name="connsiteX434" fmla="*/ 417951 w 962060"/>
              <a:gd name="connsiteY434" fmla="*/ 19074 h 620412"/>
              <a:gd name="connsiteX435" fmla="*/ 418916 w 962060"/>
              <a:gd name="connsiteY435" fmla="*/ 21245 h 620412"/>
              <a:gd name="connsiteX436" fmla="*/ 419876 w 962060"/>
              <a:gd name="connsiteY436" fmla="*/ 23528 h 620412"/>
              <a:gd name="connsiteX437" fmla="*/ 420842 w 962060"/>
              <a:gd name="connsiteY437" fmla="*/ 25919 h 620412"/>
              <a:gd name="connsiteX438" fmla="*/ 421802 w 962060"/>
              <a:gd name="connsiteY438" fmla="*/ 28419 h 620412"/>
              <a:gd name="connsiteX439" fmla="*/ 422767 w 962060"/>
              <a:gd name="connsiteY439" fmla="*/ 31024 h 620412"/>
              <a:gd name="connsiteX440" fmla="*/ 423728 w 962060"/>
              <a:gd name="connsiteY440" fmla="*/ 33735 h 620412"/>
              <a:gd name="connsiteX441" fmla="*/ 424693 w 962060"/>
              <a:gd name="connsiteY441" fmla="*/ 36549 h 620412"/>
              <a:gd name="connsiteX442" fmla="*/ 425654 w 962060"/>
              <a:gd name="connsiteY442" fmla="*/ 39464 h 620412"/>
              <a:gd name="connsiteX443" fmla="*/ 426619 w 962060"/>
              <a:gd name="connsiteY443" fmla="*/ 42480 h 620412"/>
              <a:gd name="connsiteX444" fmla="*/ 427579 w 962060"/>
              <a:gd name="connsiteY444" fmla="*/ 45594 h 620412"/>
              <a:gd name="connsiteX445" fmla="*/ 428545 w 962060"/>
              <a:gd name="connsiteY445" fmla="*/ 48804 h 620412"/>
              <a:gd name="connsiteX446" fmla="*/ 429510 w 962060"/>
              <a:gd name="connsiteY446" fmla="*/ 52110 h 620412"/>
              <a:gd name="connsiteX447" fmla="*/ 430471 w 962060"/>
              <a:gd name="connsiteY447" fmla="*/ 55508 h 620412"/>
              <a:gd name="connsiteX448" fmla="*/ 431436 w 962060"/>
              <a:gd name="connsiteY448" fmla="*/ 58997 h 620412"/>
              <a:gd name="connsiteX449" fmla="*/ 432396 w 962060"/>
              <a:gd name="connsiteY449" fmla="*/ 62575 h 620412"/>
              <a:gd name="connsiteX450" fmla="*/ 433362 w 962060"/>
              <a:gd name="connsiteY450" fmla="*/ 66240 h 620412"/>
              <a:gd name="connsiteX451" fmla="*/ 434322 w 962060"/>
              <a:gd name="connsiteY451" fmla="*/ 69990 h 620412"/>
              <a:gd name="connsiteX452" fmla="*/ 435287 w 962060"/>
              <a:gd name="connsiteY452" fmla="*/ 73824 h 620412"/>
              <a:gd name="connsiteX453" fmla="*/ 436248 w 962060"/>
              <a:gd name="connsiteY453" fmla="*/ 77738 h 620412"/>
              <a:gd name="connsiteX454" fmla="*/ 437213 w 962060"/>
              <a:gd name="connsiteY454" fmla="*/ 81731 h 620412"/>
              <a:gd name="connsiteX455" fmla="*/ 438174 w 962060"/>
              <a:gd name="connsiteY455" fmla="*/ 85801 h 620412"/>
              <a:gd name="connsiteX456" fmla="*/ 439139 w 962060"/>
              <a:gd name="connsiteY456" fmla="*/ 89945 h 620412"/>
              <a:gd name="connsiteX457" fmla="*/ 440099 w 962060"/>
              <a:gd name="connsiteY457" fmla="*/ 94161 h 620412"/>
              <a:gd name="connsiteX458" fmla="*/ 441065 w 962060"/>
              <a:gd name="connsiteY458" fmla="*/ 98447 h 620412"/>
              <a:gd name="connsiteX459" fmla="*/ 442025 w 962060"/>
              <a:gd name="connsiteY459" fmla="*/ 102801 h 620412"/>
              <a:gd name="connsiteX460" fmla="*/ 442990 w 962060"/>
              <a:gd name="connsiteY460" fmla="*/ 107221 h 620412"/>
              <a:gd name="connsiteX461" fmla="*/ 443951 w 962060"/>
              <a:gd name="connsiteY461" fmla="*/ 111703 h 620412"/>
              <a:gd name="connsiteX462" fmla="*/ 444916 w 962060"/>
              <a:gd name="connsiteY462" fmla="*/ 116246 h 620412"/>
              <a:gd name="connsiteX463" fmla="*/ 445882 w 962060"/>
              <a:gd name="connsiteY463" fmla="*/ 120848 h 620412"/>
              <a:gd name="connsiteX464" fmla="*/ 446842 w 962060"/>
              <a:gd name="connsiteY464" fmla="*/ 125506 h 620412"/>
              <a:gd name="connsiteX465" fmla="*/ 447807 w 962060"/>
              <a:gd name="connsiteY465" fmla="*/ 130218 h 620412"/>
              <a:gd name="connsiteX466" fmla="*/ 448768 w 962060"/>
              <a:gd name="connsiteY466" fmla="*/ 134981 h 620412"/>
              <a:gd name="connsiteX467" fmla="*/ 449733 w 962060"/>
              <a:gd name="connsiteY467" fmla="*/ 139793 h 620412"/>
              <a:gd name="connsiteX468" fmla="*/ 450694 w 962060"/>
              <a:gd name="connsiteY468" fmla="*/ 144652 h 620412"/>
              <a:gd name="connsiteX469" fmla="*/ 451659 w 962060"/>
              <a:gd name="connsiteY469" fmla="*/ 149555 h 620412"/>
              <a:gd name="connsiteX470" fmla="*/ 452619 w 962060"/>
              <a:gd name="connsiteY470" fmla="*/ 154499 h 620412"/>
              <a:gd name="connsiteX471" fmla="*/ 453585 w 962060"/>
              <a:gd name="connsiteY471" fmla="*/ 159484 h 620412"/>
              <a:gd name="connsiteX472" fmla="*/ 454545 w 962060"/>
              <a:gd name="connsiteY472" fmla="*/ 164505 h 620412"/>
              <a:gd name="connsiteX473" fmla="*/ 455510 w 962060"/>
              <a:gd name="connsiteY473" fmla="*/ 169561 h 620412"/>
              <a:gd name="connsiteX474" fmla="*/ 456471 w 962060"/>
              <a:gd name="connsiteY474" fmla="*/ 174650 h 620412"/>
              <a:gd name="connsiteX475" fmla="*/ 457436 w 962060"/>
              <a:gd name="connsiteY475" fmla="*/ 179768 h 620412"/>
              <a:gd name="connsiteX476" fmla="*/ 458397 w 962060"/>
              <a:gd name="connsiteY476" fmla="*/ 184914 h 620412"/>
              <a:gd name="connsiteX477" fmla="*/ 459362 w 962060"/>
              <a:gd name="connsiteY477" fmla="*/ 190085 h 620412"/>
              <a:gd name="connsiteX478" fmla="*/ 460322 w 962060"/>
              <a:gd name="connsiteY478" fmla="*/ 195279 h 620412"/>
              <a:gd name="connsiteX479" fmla="*/ 461288 w 962060"/>
              <a:gd name="connsiteY479" fmla="*/ 200494 h 620412"/>
              <a:gd name="connsiteX480" fmla="*/ 462253 w 962060"/>
              <a:gd name="connsiteY480" fmla="*/ 205727 h 620412"/>
              <a:gd name="connsiteX481" fmla="*/ 463213 w 962060"/>
              <a:gd name="connsiteY481" fmla="*/ 210976 h 620412"/>
              <a:gd name="connsiteX482" fmla="*/ 464179 w 962060"/>
              <a:gd name="connsiteY482" fmla="*/ 216238 h 620412"/>
              <a:gd name="connsiteX483" fmla="*/ 465139 w 962060"/>
              <a:gd name="connsiteY483" fmla="*/ 221512 h 620412"/>
              <a:gd name="connsiteX484" fmla="*/ 466105 w 962060"/>
              <a:gd name="connsiteY484" fmla="*/ 226795 h 620412"/>
              <a:gd name="connsiteX485" fmla="*/ 467065 w 962060"/>
              <a:gd name="connsiteY485" fmla="*/ 232085 h 620412"/>
              <a:gd name="connsiteX486" fmla="*/ 468030 w 962060"/>
              <a:gd name="connsiteY486" fmla="*/ 237380 h 620412"/>
              <a:gd name="connsiteX487" fmla="*/ 468991 w 962060"/>
              <a:gd name="connsiteY487" fmla="*/ 242679 h 620412"/>
              <a:gd name="connsiteX488" fmla="*/ 469956 w 962060"/>
              <a:gd name="connsiteY488" fmla="*/ 247977 h 620412"/>
              <a:gd name="connsiteX489" fmla="*/ 470917 w 962060"/>
              <a:gd name="connsiteY489" fmla="*/ 253274 h 620412"/>
              <a:gd name="connsiteX490" fmla="*/ 471882 w 962060"/>
              <a:gd name="connsiteY490" fmla="*/ 258567 h 620412"/>
              <a:gd name="connsiteX491" fmla="*/ 472842 w 962060"/>
              <a:gd name="connsiteY491" fmla="*/ 263855 h 620412"/>
              <a:gd name="connsiteX492" fmla="*/ 473808 w 962060"/>
              <a:gd name="connsiteY492" fmla="*/ 269134 h 620412"/>
              <a:gd name="connsiteX493" fmla="*/ 474768 w 962060"/>
              <a:gd name="connsiteY493" fmla="*/ 274405 h 620412"/>
              <a:gd name="connsiteX494" fmla="*/ 475733 w 962060"/>
              <a:gd name="connsiteY494" fmla="*/ 279664 h 620412"/>
              <a:gd name="connsiteX495" fmla="*/ 476694 w 962060"/>
              <a:gd name="connsiteY495" fmla="*/ 284909 h 620412"/>
              <a:gd name="connsiteX496" fmla="*/ 477659 w 962060"/>
              <a:gd name="connsiteY496" fmla="*/ 290139 h 620412"/>
              <a:gd name="connsiteX497" fmla="*/ 478620 w 962060"/>
              <a:gd name="connsiteY497" fmla="*/ 295353 h 620412"/>
              <a:gd name="connsiteX498" fmla="*/ 479585 w 962060"/>
              <a:gd name="connsiteY498" fmla="*/ 300547 h 620412"/>
              <a:gd name="connsiteX499" fmla="*/ 480550 w 962060"/>
              <a:gd name="connsiteY499" fmla="*/ 305721 h 620412"/>
              <a:gd name="connsiteX500" fmla="*/ 481511 w 962060"/>
              <a:gd name="connsiteY500" fmla="*/ 310872 h 620412"/>
              <a:gd name="connsiteX501" fmla="*/ 482476 w 962060"/>
              <a:gd name="connsiteY501" fmla="*/ 316000 h 620412"/>
              <a:gd name="connsiteX502" fmla="*/ 483436 w 962060"/>
              <a:gd name="connsiteY502" fmla="*/ 321102 h 620412"/>
              <a:gd name="connsiteX503" fmla="*/ 484402 w 962060"/>
              <a:gd name="connsiteY503" fmla="*/ 326176 h 620412"/>
              <a:gd name="connsiteX504" fmla="*/ 485362 w 962060"/>
              <a:gd name="connsiteY504" fmla="*/ 331222 h 620412"/>
              <a:gd name="connsiteX505" fmla="*/ 486328 w 962060"/>
              <a:gd name="connsiteY505" fmla="*/ 336238 h 620412"/>
              <a:gd name="connsiteX506" fmla="*/ 487288 w 962060"/>
              <a:gd name="connsiteY506" fmla="*/ 341222 h 620412"/>
              <a:gd name="connsiteX507" fmla="*/ 488253 w 962060"/>
              <a:gd name="connsiteY507" fmla="*/ 346173 h 620412"/>
              <a:gd name="connsiteX508" fmla="*/ 489214 w 962060"/>
              <a:gd name="connsiteY508" fmla="*/ 351090 h 620412"/>
              <a:gd name="connsiteX509" fmla="*/ 490179 w 962060"/>
              <a:gd name="connsiteY509" fmla="*/ 355971 h 620412"/>
              <a:gd name="connsiteX510" fmla="*/ 491140 w 962060"/>
              <a:gd name="connsiteY510" fmla="*/ 360815 h 620412"/>
              <a:gd name="connsiteX511" fmla="*/ 492105 w 962060"/>
              <a:gd name="connsiteY511" fmla="*/ 365621 h 620412"/>
              <a:gd name="connsiteX512" fmla="*/ 493065 w 962060"/>
              <a:gd name="connsiteY512" fmla="*/ 370387 h 620412"/>
              <a:gd name="connsiteX513" fmla="*/ 494031 w 962060"/>
              <a:gd name="connsiteY513" fmla="*/ 375113 h 620412"/>
              <a:gd name="connsiteX514" fmla="*/ 494991 w 962060"/>
              <a:gd name="connsiteY514" fmla="*/ 379797 h 620412"/>
              <a:gd name="connsiteX515" fmla="*/ 495956 w 962060"/>
              <a:gd name="connsiteY515" fmla="*/ 384439 h 620412"/>
              <a:gd name="connsiteX516" fmla="*/ 496922 w 962060"/>
              <a:gd name="connsiteY516" fmla="*/ 389037 h 620412"/>
              <a:gd name="connsiteX517" fmla="*/ 497882 w 962060"/>
              <a:gd name="connsiteY517" fmla="*/ 393590 h 620412"/>
              <a:gd name="connsiteX518" fmla="*/ 498848 w 962060"/>
              <a:gd name="connsiteY518" fmla="*/ 398098 h 620412"/>
              <a:gd name="connsiteX519" fmla="*/ 499808 w 962060"/>
              <a:gd name="connsiteY519" fmla="*/ 402560 h 620412"/>
              <a:gd name="connsiteX520" fmla="*/ 500773 w 962060"/>
              <a:gd name="connsiteY520" fmla="*/ 406973 h 620412"/>
              <a:gd name="connsiteX521" fmla="*/ 501734 w 962060"/>
              <a:gd name="connsiteY521" fmla="*/ 411340 h 620412"/>
              <a:gd name="connsiteX522" fmla="*/ 502699 w 962060"/>
              <a:gd name="connsiteY522" fmla="*/ 415657 h 620412"/>
              <a:gd name="connsiteX523" fmla="*/ 503659 w 962060"/>
              <a:gd name="connsiteY523" fmla="*/ 419926 h 620412"/>
              <a:gd name="connsiteX524" fmla="*/ 504625 w 962060"/>
              <a:gd name="connsiteY524" fmla="*/ 424143 h 620412"/>
              <a:gd name="connsiteX525" fmla="*/ 505585 w 962060"/>
              <a:gd name="connsiteY525" fmla="*/ 428311 h 620412"/>
              <a:gd name="connsiteX526" fmla="*/ 506551 w 962060"/>
              <a:gd name="connsiteY526" fmla="*/ 432427 h 620412"/>
              <a:gd name="connsiteX527" fmla="*/ 507511 w 962060"/>
              <a:gd name="connsiteY527" fmla="*/ 436492 h 620412"/>
              <a:gd name="connsiteX528" fmla="*/ 508476 w 962060"/>
              <a:gd name="connsiteY528" fmla="*/ 440504 h 620412"/>
              <a:gd name="connsiteX529" fmla="*/ 509437 w 962060"/>
              <a:gd name="connsiteY529" fmla="*/ 444463 h 620412"/>
              <a:gd name="connsiteX530" fmla="*/ 510402 w 962060"/>
              <a:gd name="connsiteY530" fmla="*/ 448370 h 620412"/>
              <a:gd name="connsiteX531" fmla="*/ 511363 w 962060"/>
              <a:gd name="connsiteY531" fmla="*/ 452223 h 620412"/>
              <a:gd name="connsiteX532" fmla="*/ 512328 w 962060"/>
              <a:gd name="connsiteY532" fmla="*/ 456024 h 620412"/>
              <a:gd name="connsiteX533" fmla="*/ 513288 w 962060"/>
              <a:gd name="connsiteY533" fmla="*/ 459767 h 620412"/>
              <a:gd name="connsiteX534" fmla="*/ 514254 w 962060"/>
              <a:gd name="connsiteY534" fmla="*/ 463460 h 620412"/>
              <a:gd name="connsiteX535" fmla="*/ 515219 w 962060"/>
              <a:gd name="connsiteY535" fmla="*/ 467094 h 620412"/>
              <a:gd name="connsiteX536" fmla="*/ 516179 w 962060"/>
              <a:gd name="connsiteY536" fmla="*/ 470678 h 620412"/>
              <a:gd name="connsiteX537" fmla="*/ 517145 w 962060"/>
              <a:gd name="connsiteY537" fmla="*/ 474208 h 620412"/>
              <a:gd name="connsiteX538" fmla="*/ 518105 w 962060"/>
              <a:gd name="connsiteY538" fmla="*/ 477678 h 620412"/>
              <a:gd name="connsiteX539" fmla="*/ 519071 w 962060"/>
              <a:gd name="connsiteY539" fmla="*/ 481099 h 620412"/>
              <a:gd name="connsiteX540" fmla="*/ 520031 w 962060"/>
              <a:gd name="connsiteY540" fmla="*/ 484460 h 620412"/>
              <a:gd name="connsiteX541" fmla="*/ 520996 w 962060"/>
              <a:gd name="connsiteY541" fmla="*/ 487767 h 620412"/>
              <a:gd name="connsiteX542" fmla="*/ 521957 w 962060"/>
              <a:gd name="connsiteY542" fmla="*/ 491020 h 620412"/>
              <a:gd name="connsiteX543" fmla="*/ 522922 w 962060"/>
              <a:gd name="connsiteY543" fmla="*/ 494218 h 620412"/>
              <a:gd name="connsiteX544" fmla="*/ 523882 w 962060"/>
              <a:gd name="connsiteY544" fmla="*/ 497362 h 620412"/>
              <a:gd name="connsiteX545" fmla="*/ 524848 w 962060"/>
              <a:gd name="connsiteY545" fmla="*/ 500451 h 620412"/>
              <a:gd name="connsiteX546" fmla="*/ 525808 w 962060"/>
              <a:gd name="connsiteY546" fmla="*/ 503485 h 620412"/>
              <a:gd name="connsiteX547" fmla="*/ 526774 w 962060"/>
              <a:gd name="connsiteY547" fmla="*/ 506471 h 620412"/>
              <a:gd name="connsiteX548" fmla="*/ 527734 w 962060"/>
              <a:gd name="connsiteY548" fmla="*/ 509396 h 620412"/>
              <a:gd name="connsiteX549" fmla="*/ 528699 w 962060"/>
              <a:gd name="connsiteY549" fmla="*/ 512268 h 620412"/>
              <a:gd name="connsiteX550" fmla="*/ 529660 w 962060"/>
              <a:gd name="connsiteY550" fmla="*/ 515090 h 620412"/>
              <a:gd name="connsiteX551" fmla="*/ 530625 w 962060"/>
              <a:gd name="connsiteY551" fmla="*/ 517857 h 620412"/>
              <a:gd name="connsiteX552" fmla="*/ 531591 w 962060"/>
              <a:gd name="connsiteY552" fmla="*/ 520570 h 620412"/>
              <a:gd name="connsiteX553" fmla="*/ 532551 w 962060"/>
              <a:gd name="connsiteY553" fmla="*/ 523228 h 620412"/>
              <a:gd name="connsiteX554" fmla="*/ 533516 w 962060"/>
              <a:gd name="connsiteY554" fmla="*/ 525837 h 620412"/>
              <a:gd name="connsiteX555" fmla="*/ 534477 w 962060"/>
              <a:gd name="connsiteY555" fmla="*/ 528397 h 620412"/>
              <a:gd name="connsiteX556" fmla="*/ 535442 w 962060"/>
              <a:gd name="connsiteY556" fmla="*/ 530902 h 620412"/>
              <a:gd name="connsiteX557" fmla="*/ 536402 w 962060"/>
              <a:gd name="connsiteY557" fmla="*/ 533357 h 620412"/>
              <a:gd name="connsiteX558" fmla="*/ 537368 w 962060"/>
              <a:gd name="connsiteY558" fmla="*/ 535758 h 620412"/>
              <a:gd name="connsiteX559" fmla="*/ 538328 w 962060"/>
              <a:gd name="connsiteY559" fmla="*/ 538114 h 620412"/>
              <a:gd name="connsiteX560" fmla="*/ 539294 w 962060"/>
              <a:gd name="connsiteY560" fmla="*/ 540417 h 620412"/>
              <a:gd name="connsiteX561" fmla="*/ 540254 w 962060"/>
              <a:gd name="connsiteY561" fmla="*/ 542674 h 620412"/>
              <a:gd name="connsiteX562" fmla="*/ 541219 w 962060"/>
              <a:gd name="connsiteY562" fmla="*/ 544882 h 620412"/>
              <a:gd name="connsiteX563" fmla="*/ 542180 w 962060"/>
              <a:gd name="connsiteY563" fmla="*/ 547040 h 620412"/>
              <a:gd name="connsiteX564" fmla="*/ 543145 w 962060"/>
              <a:gd name="connsiteY564" fmla="*/ 549149 h 620412"/>
              <a:gd name="connsiteX565" fmla="*/ 544106 w 962060"/>
              <a:gd name="connsiteY565" fmla="*/ 551214 h 620412"/>
              <a:gd name="connsiteX566" fmla="*/ 545071 w 962060"/>
              <a:gd name="connsiteY566" fmla="*/ 553233 h 620412"/>
              <a:gd name="connsiteX567" fmla="*/ 546031 w 962060"/>
              <a:gd name="connsiteY567" fmla="*/ 555204 h 620412"/>
              <a:gd name="connsiteX568" fmla="*/ 546997 w 962060"/>
              <a:gd name="connsiteY568" fmla="*/ 557130 h 620412"/>
              <a:gd name="connsiteX569" fmla="*/ 547962 w 962060"/>
              <a:gd name="connsiteY569" fmla="*/ 559011 h 620412"/>
              <a:gd name="connsiteX570" fmla="*/ 548922 w 962060"/>
              <a:gd name="connsiteY570" fmla="*/ 560847 h 620412"/>
              <a:gd name="connsiteX571" fmla="*/ 549888 w 962060"/>
              <a:gd name="connsiteY571" fmla="*/ 562644 h 620412"/>
              <a:gd name="connsiteX572" fmla="*/ 550848 w 962060"/>
              <a:gd name="connsiteY572" fmla="*/ 564392 h 620412"/>
              <a:gd name="connsiteX573" fmla="*/ 551814 w 962060"/>
              <a:gd name="connsiteY573" fmla="*/ 566105 h 620412"/>
              <a:gd name="connsiteX574" fmla="*/ 552774 w 962060"/>
              <a:gd name="connsiteY574" fmla="*/ 567768 h 620412"/>
              <a:gd name="connsiteX575" fmla="*/ 553739 w 962060"/>
              <a:gd name="connsiteY575" fmla="*/ 569397 h 620412"/>
              <a:gd name="connsiteX576" fmla="*/ 554700 w 962060"/>
              <a:gd name="connsiteY576" fmla="*/ 570981 h 620412"/>
              <a:gd name="connsiteX577" fmla="*/ 555665 w 962060"/>
              <a:gd name="connsiteY577" fmla="*/ 572526 h 620412"/>
              <a:gd name="connsiteX578" fmla="*/ 556625 w 962060"/>
              <a:gd name="connsiteY578" fmla="*/ 574036 h 620412"/>
              <a:gd name="connsiteX579" fmla="*/ 557591 w 962060"/>
              <a:gd name="connsiteY579" fmla="*/ 575501 h 620412"/>
              <a:gd name="connsiteX580" fmla="*/ 558551 w 962060"/>
              <a:gd name="connsiteY580" fmla="*/ 576932 h 620412"/>
              <a:gd name="connsiteX581" fmla="*/ 559517 w 962060"/>
              <a:gd name="connsiteY581" fmla="*/ 578328 h 620412"/>
              <a:gd name="connsiteX582" fmla="*/ 560477 w 962060"/>
              <a:gd name="connsiteY582" fmla="*/ 579684 h 620412"/>
              <a:gd name="connsiteX583" fmla="*/ 561442 w 962060"/>
              <a:gd name="connsiteY583" fmla="*/ 581001 h 620412"/>
              <a:gd name="connsiteX584" fmla="*/ 562403 w 962060"/>
              <a:gd name="connsiteY584" fmla="*/ 582288 h 620412"/>
              <a:gd name="connsiteX585" fmla="*/ 563368 w 962060"/>
              <a:gd name="connsiteY585" fmla="*/ 583541 h 620412"/>
              <a:gd name="connsiteX586" fmla="*/ 564329 w 962060"/>
              <a:gd name="connsiteY586" fmla="*/ 584754 h 620412"/>
              <a:gd name="connsiteX587" fmla="*/ 565294 w 962060"/>
              <a:gd name="connsiteY587" fmla="*/ 585942 h 620412"/>
              <a:gd name="connsiteX588" fmla="*/ 566259 w 962060"/>
              <a:gd name="connsiteY588" fmla="*/ 587090 h 620412"/>
              <a:gd name="connsiteX589" fmla="*/ 567220 w 962060"/>
              <a:gd name="connsiteY589" fmla="*/ 588209 h 620412"/>
              <a:gd name="connsiteX590" fmla="*/ 568185 w 962060"/>
              <a:gd name="connsiteY590" fmla="*/ 589298 h 620412"/>
              <a:gd name="connsiteX591" fmla="*/ 569145 w 962060"/>
              <a:gd name="connsiteY591" fmla="*/ 590353 h 620412"/>
              <a:gd name="connsiteX592" fmla="*/ 570111 w 962060"/>
              <a:gd name="connsiteY592" fmla="*/ 591378 h 620412"/>
              <a:gd name="connsiteX593" fmla="*/ 571071 w 962060"/>
              <a:gd name="connsiteY593" fmla="*/ 592378 h 620412"/>
              <a:gd name="connsiteX594" fmla="*/ 572037 w 962060"/>
              <a:gd name="connsiteY594" fmla="*/ 593343 h 620412"/>
              <a:gd name="connsiteX595" fmla="*/ 572997 w 962060"/>
              <a:gd name="connsiteY595" fmla="*/ 594283 h 620412"/>
              <a:gd name="connsiteX596" fmla="*/ 573962 w 962060"/>
              <a:gd name="connsiteY596" fmla="*/ 595199 h 620412"/>
              <a:gd name="connsiteX597" fmla="*/ 574923 w 962060"/>
              <a:gd name="connsiteY597" fmla="*/ 596081 h 620412"/>
              <a:gd name="connsiteX598" fmla="*/ 575888 w 962060"/>
              <a:gd name="connsiteY598" fmla="*/ 596942 h 620412"/>
              <a:gd name="connsiteX599" fmla="*/ 576848 w 962060"/>
              <a:gd name="connsiteY599" fmla="*/ 597774 h 620412"/>
              <a:gd name="connsiteX600" fmla="*/ 577814 w 962060"/>
              <a:gd name="connsiteY600" fmla="*/ 598581 h 620412"/>
              <a:gd name="connsiteX601" fmla="*/ 578774 w 962060"/>
              <a:gd name="connsiteY601" fmla="*/ 599363 h 620412"/>
              <a:gd name="connsiteX602" fmla="*/ 579740 w 962060"/>
              <a:gd name="connsiteY602" fmla="*/ 600125 h 620412"/>
              <a:gd name="connsiteX603" fmla="*/ 580700 w 962060"/>
              <a:gd name="connsiteY603" fmla="*/ 600858 h 620412"/>
              <a:gd name="connsiteX604" fmla="*/ 581665 w 962060"/>
              <a:gd name="connsiteY604" fmla="*/ 601571 h 620412"/>
              <a:gd name="connsiteX605" fmla="*/ 582631 w 962060"/>
              <a:gd name="connsiteY605" fmla="*/ 602264 h 620412"/>
              <a:gd name="connsiteX606" fmla="*/ 583591 w 962060"/>
              <a:gd name="connsiteY606" fmla="*/ 602932 h 620412"/>
              <a:gd name="connsiteX607" fmla="*/ 584557 w 962060"/>
              <a:gd name="connsiteY607" fmla="*/ 603581 h 620412"/>
              <a:gd name="connsiteX608" fmla="*/ 585517 w 962060"/>
              <a:gd name="connsiteY608" fmla="*/ 604204 h 620412"/>
              <a:gd name="connsiteX609" fmla="*/ 586482 w 962060"/>
              <a:gd name="connsiteY609" fmla="*/ 604808 h 620412"/>
              <a:gd name="connsiteX610" fmla="*/ 587443 w 962060"/>
              <a:gd name="connsiteY610" fmla="*/ 605397 h 620412"/>
              <a:gd name="connsiteX611" fmla="*/ 588408 w 962060"/>
              <a:gd name="connsiteY611" fmla="*/ 605967 h 620412"/>
              <a:gd name="connsiteX612" fmla="*/ 589368 w 962060"/>
              <a:gd name="connsiteY612" fmla="*/ 606511 h 620412"/>
              <a:gd name="connsiteX613" fmla="*/ 590334 w 962060"/>
              <a:gd name="connsiteY613" fmla="*/ 607046 h 620412"/>
              <a:gd name="connsiteX614" fmla="*/ 591294 w 962060"/>
              <a:gd name="connsiteY614" fmla="*/ 607556 h 620412"/>
              <a:gd name="connsiteX615" fmla="*/ 592260 w 962060"/>
              <a:gd name="connsiteY615" fmla="*/ 608051 h 620412"/>
              <a:gd name="connsiteX616" fmla="*/ 593220 w 962060"/>
              <a:gd name="connsiteY616" fmla="*/ 608531 h 620412"/>
              <a:gd name="connsiteX617" fmla="*/ 594185 w 962060"/>
              <a:gd name="connsiteY617" fmla="*/ 608992 h 620412"/>
              <a:gd name="connsiteX618" fmla="*/ 595146 w 962060"/>
              <a:gd name="connsiteY618" fmla="*/ 609442 h 620412"/>
              <a:gd name="connsiteX619" fmla="*/ 596111 w 962060"/>
              <a:gd name="connsiteY619" fmla="*/ 609873 h 620412"/>
              <a:gd name="connsiteX620" fmla="*/ 597071 w 962060"/>
              <a:gd name="connsiteY620" fmla="*/ 610289 h 620412"/>
              <a:gd name="connsiteX621" fmla="*/ 598037 w 962060"/>
              <a:gd name="connsiteY621" fmla="*/ 610690 h 620412"/>
              <a:gd name="connsiteX622" fmla="*/ 598997 w 962060"/>
              <a:gd name="connsiteY622" fmla="*/ 611076 h 620412"/>
              <a:gd name="connsiteX623" fmla="*/ 599963 w 962060"/>
              <a:gd name="connsiteY623" fmla="*/ 611452 h 620412"/>
              <a:gd name="connsiteX624" fmla="*/ 600928 w 962060"/>
              <a:gd name="connsiteY624" fmla="*/ 611813 h 620412"/>
              <a:gd name="connsiteX625" fmla="*/ 601888 w 962060"/>
              <a:gd name="connsiteY625" fmla="*/ 612160 h 620412"/>
              <a:gd name="connsiteX626" fmla="*/ 602854 w 962060"/>
              <a:gd name="connsiteY626" fmla="*/ 612497 h 620412"/>
              <a:gd name="connsiteX627" fmla="*/ 603814 w 962060"/>
              <a:gd name="connsiteY627" fmla="*/ 612818 h 620412"/>
              <a:gd name="connsiteX628" fmla="*/ 604780 w 962060"/>
              <a:gd name="connsiteY628" fmla="*/ 613130 h 620412"/>
              <a:gd name="connsiteX629" fmla="*/ 605740 w 962060"/>
              <a:gd name="connsiteY629" fmla="*/ 613432 h 620412"/>
              <a:gd name="connsiteX630" fmla="*/ 606705 w 962060"/>
              <a:gd name="connsiteY630" fmla="*/ 613719 h 620412"/>
              <a:gd name="connsiteX631" fmla="*/ 607666 w 962060"/>
              <a:gd name="connsiteY631" fmla="*/ 613997 h 620412"/>
              <a:gd name="connsiteX632" fmla="*/ 608631 w 962060"/>
              <a:gd name="connsiteY632" fmla="*/ 614264 h 620412"/>
              <a:gd name="connsiteX633" fmla="*/ 609591 w 962060"/>
              <a:gd name="connsiteY633" fmla="*/ 614526 h 620412"/>
              <a:gd name="connsiteX634" fmla="*/ 610557 w 962060"/>
              <a:gd name="connsiteY634" fmla="*/ 614774 h 620412"/>
              <a:gd name="connsiteX635" fmla="*/ 611517 w 962060"/>
              <a:gd name="connsiteY635" fmla="*/ 615011 h 620412"/>
              <a:gd name="connsiteX636" fmla="*/ 612483 w 962060"/>
              <a:gd name="connsiteY636" fmla="*/ 615239 h 620412"/>
              <a:gd name="connsiteX637" fmla="*/ 613443 w 962060"/>
              <a:gd name="connsiteY637" fmla="*/ 615462 h 620412"/>
              <a:gd name="connsiteX638" fmla="*/ 614408 w 962060"/>
              <a:gd name="connsiteY638" fmla="*/ 615675 h 620412"/>
              <a:gd name="connsiteX639" fmla="*/ 615369 w 962060"/>
              <a:gd name="connsiteY639" fmla="*/ 615878 h 620412"/>
              <a:gd name="connsiteX640" fmla="*/ 616334 w 962060"/>
              <a:gd name="connsiteY640" fmla="*/ 616076 h 620412"/>
              <a:gd name="connsiteX641" fmla="*/ 617300 w 962060"/>
              <a:gd name="connsiteY641" fmla="*/ 616264 h 620412"/>
              <a:gd name="connsiteX642" fmla="*/ 618260 w 962060"/>
              <a:gd name="connsiteY642" fmla="*/ 616447 h 620412"/>
              <a:gd name="connsiteX643" fmla="*/ 619225 w 962060"/>
              <a:gd name="connsiteY643" fmla="*/ 616620 h 620412"/>
              <a:gd name="connsiteX644" fmla="*/ 620186 w 962060"/>
              <a:gd name="connsiteY644" fmla="*/ 616789 h 620412"/>
              <a:gd name="connsiteX645" fmla="*/ 621151 w 962060"/>
              <a:gd name="connsiteY645" fmla="*/ 616947 h 620412"/>
              <a:gd name="connsiteX646" fmla="*/ 622111 w 962060"/>
              <a:gd name="connsiteY646" fmla="*/ 617101 h 620412"/>
              <a:gd name="connsiteX647" fmla="*/ 623077 w 962060"/>
              <a:gd name="connsiteY647" fmla="*/ 617249 h 620412"/>
              <a:gd name="connsiteX648" fmla="*/ 624037 w 962060"/>
              <a:gd name="connsiteY648" fmla="*/ 617393 h 620412"/>
              <a:gd name="connsiteX649" fmla="*/ 625003 w 962060"/>
              <a:gd name="connsiteY649" fmla="*/ 617526 h 620412"/>
              <a:gd name="connsiteX650" fmla="*/ 625963 w 962060"/>
              <a:gd name="connsiteY650" fmla="*/ 617655 h 620412"/>
              <a:gd name="connsiteX651" fmla="*/ 626928 w 962060"/>
              <a:gd name="connsiteY651" fmla="*/ 617784 h 620412"/>
              <a:gd name="connsiteX652" fmla="*/ 627889 w 962060"/>
              <a:gd name="connsiteY652" fmla="*/ 617903 h 620412"/>
              <a:gd name="connsiteX653" fmla="*/ 628854 w 962060"/>
              <a:gd name="connsiteY653" fmla="*/ 618016 h 620412"/>
              <a:gd name="connsiteX654" fmla="*/ 629814 w 962060"/>
              <a:gd name="connsiteY654" fmla="*/ 618125 h 620412"/>
              <a:gd name="connsiteX655" fmla="*/ 630780 w 962060"/>
              <a:gd name="connsiteY655" fmla="*/ 618234 h 620412"/>
              <a:gd name="connsiteX656" fmla="*/ 631740 w 962060"/>
              <a:gd name="connsiteY656" fmla="*/ 618333 h 620412"/>
              <a:gd name="connsiteX657" fmla="*/ 632706 w 962060"/>
              <a:gd name="connsiteY657" fmla="*/ 618432 h 620412"/>
              <a:gd name="connsiteX658" fmla="*/ 633671 w 962060"/>
              <a:gd name="connsiteY658" fmla="*/ 618521 h 620412"/>
              <a:gd name="connsiteX659" fmla="*/ 634631 w 962060"/>
              <a:gd name="connsiteY659" fmla="*/ 618610 h 620412"/>
              <a:gd name="connsiteX660" fmla="*/ 635597 w 962060"/>
              <a:gd name="connsiteY660" fmla="*/ 618695 h 620412"/>
              <a:gd name="connsiteX661" fmla="*/ 636557 w 962060"/>
              <a:gd name="connsiteY661" fmla="*/ 618779 h 620412"/>
              <a:gd name="connsiteX662" fmla="*/ 637523 w 962060"/>
              <a:gd name="connsiteY662" fmla="*/ 618858 h 620412"/>
              <a:gd name="connsiteX663" fmla="*/ 638483 w 962060"/>
              <a:gd name="connsiteY663" fmla="*/ 618932 h 620412"/>
              <a:gd name="connsiteX664" fmla="*/ 639448 w 962060"/>
              <a:gd name="connsiteY664" fmla="*/ 619002 h 620412"/>
              <a:gd name="connsiteX665" fmla="*/ 640409 w 962060"/>
              <a:gd name="connsiteY665" fmla="*/ 619071 h 620412"/>
              <a:gd name="connsiteX666" fmla="*/ 641374 w 962060"/>
              <a:gd name="connsiteY666" fmla="*/ 619135 h 620412"/>
              <a:gd name="connsiteX667" fmla="*/ 642334 w 962060"/>
              <a:gd name="connsiteY667" fmla="*/ 619195 h 620412"/>
              <a:gd name="connsiteX668" fmla="*/ 643300 w 962060"/>
              <a:gd name="connsiteY668" fmla="*/ 619254 h 620412"/>
              <a:gd name="connsiteX669" fmla="*/ 644260 w 962060"/>
              <a:gd name="connsiteY669" fmla="*/ 619313 h 620412"/>
              <a:gd name="connsiteX670" fmla="*/ 645226 w 962060"/>
              <a:gd name="connsiteY670" fmla="*/ 619363 h 620412"/>
              <a:gd name="connsiteX671" fmla="*/ 646186 w 962060"/>
              <a:gd name="connsiteY671" fmla="*/ 619417 h 620412"/>
              <a:gd name="connsiteX672" fmla="*/ 647151 w 962060"/>
              <a:gd name="connsiteY672" fmla="*/ 619467 h 620412"/>
              <a:gd name="connsiteX673" fmla="*/ 648112 w 962060"/>
              <a:gd name="connsiteY673" fmla="*/ 619511 h 620412"/>
              <a:gd name="connsiteX674" fmla="*/ 649077 w 962060"/>
              <a:gd name="connsiteY674" fmla="*/ 619556 h 620412"/>
              <a:gd name="connsiteX675" fmla="*/ 650038 w 962060"/>
              <a:gd name="connsiteY675" fmla="*/ 619601 h 620412"/>
              <a:gd name="connsiteX676" fmla="*/ 651003 w 962060"/>
              <a:gd name="connsiteY676" fmla="*/ 619640 h 620412"/>
              <a:gd name="connsiteX677" fmla="*/ 651968 w 962060"/>
              <a:gd name="connsiteY677" fmla="*/ 619680 h 620412"/>
              <a:gd name="connsiteX678" fmla="*/ 652929 w 962060"/>
              <a:gd name="connsiteY678" fmla="*/ 619719 h 620412"/>
              <a:gd name="connsiteX679" fmla="*/ 653894 w 962060"/>
              <a:gd name="connsiteY679" fmla="*/ 619754 h 620412"/>
              <a:gd name="connsiteX680" fmla="*/ 654854 w 962060"/>
              <a:gd name="connsiteY680" fmla="*/ 619784 h 620412"/>
              <a:gd name="connsiteX681" fmla="*/ 655820 w 962060"/>
              <a:gd name="connsiteY681" fmla="*/ 619818 h 620412"/>
              <a:gd name="connsiteX682" fmla="*/ 656780 w 962060"/>
              <a:gd name="connsiteY682" fmla="*/ 619848 h 620412"/>
              <a:gd name="connsiteX683" fmla="*/ 657746 w 962060"/>
              <a:gd name="connsiteY683" fmla="*/ 619878 h 620412"/>
              <a:gd name="connsiteX684" fmla="*/ 658706 w 962060"/>
              <a:gd name="connsiteY684" fmla="*/ 619908 h 620412"/>
              <a:gd name="connsiteX685" fmla="*/ 659671 w 962060"/>
              <a:gd name="connsiteY685" fmla="*/ 619932 h 620412"/>
              <a:gd name="connsiteX686" fmla="*/ 660632 w 962060"/>
              <a:gd name="connsiteY686" fmla="*/ 619957 h 620412"/>
              <a:gd name="connsiteX687" fmla="*/ 661597 w 962060"/>
              <a:gd name="connsiteY687" fmla="*/ 619982 h 620412"/>
              <a:gd name="connsiteX688" fmla="*/ 662557 w 962060"/>
              <a:gd name="connsiteY688" fmla="*/ 620002 h 620412"/>
              <a:gd name="connsiteX689" fmla="*/ 663523 w 962060"/>
              <a:gd name="connsiteY689" fmla="*/ 620026 h 620412"/>
              <a:gd name="connsiteX690" fmla="*/ 664483 w 962060"/>
              <a:gd name="connsiteY690" fmla="*/ 620046 h 620412"/>
              <a:gd name="connsiteX691" fmla="*/ 665449 w 962060"/>
              <a:gd name="connsiteY691" fmla="*/ 620066 h 620412"/>
              <a:gd name="connsiteX692" fmla="*/ 666409 w 962060"/>
              <a:gd name="connsiteY692" fmla="*/ 620086 h 620412"/>
              <a:gd name="connsiteX693" fmla="*/ 667374 w 962060"/>
              <a:gd name="connsiteY693" fmla="*/ 620101 h 620412"/>
              <a:gd name="connsiteX694" fmla="*/ 668340 w 962060"/>
              <a:gd name="connsiteY694" fmla="*/ 620115 h 620412"/>
              <a:gd name="connsiteX695" fmla="*/ 669300 w 962060"/>
              <a:gd name="connsiteY695" fmla="*/ 620135 h 620412"/>
              <a:gd name="connsiteX696" fmla="*/ 670265 w 962060"/>
              <a:gd name="connsiteY696" fmla="*/ 620150 h 620412"/>
              <a:gd name="connsiteX697" fmla="*/ 671226 w 962060"/>
              <a:gd name="connsiteY697" fmla="*/ 620165 h 620412"/>
              <a:gd name="connsiteX698" fmla="*/ 672191 w 962060"/>
              <a:gd name="connsiteY698" fmla="*/ 620175 h 620412"/>
              <a:gd name="connsiteX699" fmla="*/ 673152 w 962060"/>
              <a:gd name="connsiteY699" fmla="*/ 620190 h 620412"/>
              <a:gd name="connsiteX700" fmla="*/ 674117 w 962060"/>
              <a:gd name="connsiteY700" fmla="*/ 620200 h 620412"/>
              <a:gd name="connsiteX701" fmla="*/ 675077 w 962060"/>
              <a:gd name="connsiteY701" fmla="*/ 620214 h 620412"/>
              <a:gd name="connsiteX702" fmla="*/ 676043 w 962060"/>
              <a:gd name="connsiteY702" fmla="*/ 620224 h 620412"/>
              <a:gd name="connsiteX703" fmla="*/ 677003 w 962060"/>
              <a:gd name="connsiteY703" fmla="*/ 620234 h 620412"/>
              <a:gd name="connsiteX704" fmla="*/ 677969 w 962060"/>
              <a:gd name="connsiteY704" fmla="*/ 620244 h 620412"/>
              <a:gd name="connsiteX705" fmla="*/ 678929 w 962060"/>
              <a:gd name="connsiteY705" fmla="*/ 620254 h 620412"/>
              <a:gd name="connsiteX706" fmla="*/ 679894 w 962060"/>
              <a:gd name="connsiteY706" fmla="*/ 620264 h 620412"/>
              <a:gd name="connsiteX707" fmla="*/ 680855 w 962060"/>
              <a:gd name="connsiteY707" fmla="*/ 620274 h 620412"/>
              <a:gd name="connsiteX708" fmla="*/ 681820 w 962060"/>
              <a:gd name="connsiteY708" fmla="*/ 620279 h 620412"/>
              <a:gd name="connsiteX709" fmla="*/ 682780 w 962060"/>
              <a:gd name="connsiteY709" fmla="*/ 620289 h 620412"/>
              <a:gd name="connsiteX710" fmla="*/ 683746 w 962060"/>
              <a:gd name="connsiteY710" fmla="*/ 620294 h 620412"/>
              <a:gd name="connsiteX711" fmla="*/ 684706 w 962060"/>
              <a:gd name="connsiteY711" fmla="*/ 620304 h 620412"/>
              <a:gd name="connsiteX712" fmla="*/ 685672 w 962060"/>
              <a:gd name="connsiteY712" fmla="*/ 620308 h 620412"/>
              <a:gd name="connsiteX713" fmla="*/ 686637 w 962060"/>
              <a:gd name="connsiteY713" fmla="*/ 620313 h 620412"/>
              <a:gd name="connsiteX714" fmla="*/ 687597 w 962060"/>
              <a:gd name="connsiteY714" fmla="*/ 620318 h 620412"/>
              <a:gd name="connsiteX715" fmla="*/ 688563 w 962060"/>
              <a:gd name="connsiteY715" fmla="*/ 620323 h 620412"/>
              <a:gd name="connsiteX716" fmla="*/ 689523 w 962060"/>
              <a:gd name="connsiteY716" fmla="*/ 620328 h 620412"/>
              <a:gd name="connsiteX717" fmla="*/ 690488 w 962060"/>
              <a:gd name="connsiteY717" fmla="*/ 620333 h 620412"/>
              <a:gd name="connsiteX718" fmla="*/ 691449 w 962060"/>
              <a:gd name="connsiteY718" fmla="*/ 620338 h 620412"/>
              <a:gd name="connsiteX719" fmla="*/ 692414 w 962060"/>
              <a:gd name="connsiteY719" fmla="*/ 620343 h 620412"/>
              <a:gd name="connsiteX720" fmla="*/ 693375 w 962060"/>
              <a:gd name="connsiteY720" fmla="*/ 620348 h 620412"/>
              <a:gd name="connsiteX721" fmla="*/ 694340 w 962060"/>
              <a:gd name="connsiteY721" fmla="*/ 620353 h 620412"/>
              <a:gd name="connsiteX722" fmla="*/ 695300 w 962060"/>
              <a:gd name="connsiteY722" fmla="*/ 620353 h 620412"/>
              <a:gd name="connsiteX723" fmla="*/ 696266 w 962060"/>
              <a:gd name="connsiteY723" fmla="*/ 620358 h 620412"/>
              <a:gd name="connsiteX724" fmla="*/ 697226 w 962060"/>
              <a:gd name="connsiteY724" fmla="*/ 620363 h 620412"/>
              <a:gd name="connsiteX725" fmla="*/ 698192 w 962060"/>
              <a:gd name="connsiteY725" fmla="*/ 620363 h 620412"/>
              <a:gd name="connsiteX726" fmla="*/ 699152 w 962060"/>
              <a:gd name="connsiteY726" fmla="*/ 620368 h 620412"/>
              <a:gd name="connsiteX727" fmla="*/ 700117 w 962060"/>
              <a:gd name="connsiteY727" fmla="*/ 620373 h 620412"/>
              <a:gd name="connsiteX728" fmla="*/ 701078 w 962060"/>
              <a:gd name="connsiteY728" fmla="*/ 620373 h 620412"/>
              <a:gd name="connsiteX729" fmla="*/ 702043 w 962060"/>
              <a:gd name="connsiteY729" fmla="*/ 620378 h 620412"/>
              <a:gd name="connsiteX730" fmla="*/ 703008 w 962060"/>
              <a:gd name="connsiteY730" fmla="*/ 620378 h 620412"/>
              <a:gd name="connsiteX731" fmla="*/ 703969 w 962060"/>
              <a:gd name="connsiteY731" fmla="*/ 620383 h 620412"/>
              <a:gd name="connsiteX732" fmla="*/ 704934 w 962060"/>
              <a:gd name="connsiteY732" fmla="*/ 620383 h 620412"/>
              <a:gd name="connsiteX733" fmla="*/ 705895 w 962060"/>
              <a:gd name="connsiteY733" fmla="*/ 620383 h 620412"/>
              <a:gd name="connsiteX734" fmla="*/ 706860 w 962060"/>
              <a:gd name="connsiteY734" fmla="*/ 620388 h 620412"/>
              <a:gd name="connsiteX735" fmla="*/ 707820 w 962060"/>
              <a:gd name="connsiteY735" fmla="*/ 620388 h 620412"/>
              <a:gd name="connsiteX736" fmla="*/ 708786 w 962060"/>
              <a:gd name="connsiteY736" fmla="*/ 620388 h 620412"/>
              <a:gd name="connsiteX737" fmla="*/ 709746 w 962060"/>
              <a:gd name="connsiteY737" fmla="*/ 620393 h 620412"/>
              <a:gd name="connsiteX738" fmla="*/ 710711 w 962060"/>
              <a:gd name="connsiteY738" fmla="*/ 620393 h 620412"/>
              <a:gd name="connsiteX739" fmla="*/ 711672 w 962060"/>
              <a:gd name="connsiteY739" fmla="*/ 620393 h 620412"/>
              <a:gd name="connsiteX740" fmla="*/ 712637 w 962060"/>
              <a:gd name="connsiteY740" fmla="*/ 620393 h 620412"/>
              <a:gd name="connsiteX741" fmla="*/ 713598 w 962060"/>
              <a:gd name="connsiteY741" fmla="*/ 620398 h 620412"/>
              <a:gd name="connsiteX742" fmla="*/ 714563 w 962060"/>
              <a:gd name="connsiteY742" fmla="*/ 620398 h 620412"/>
              <a:gd name="connsiteX743" fmla="*/ 715523 w 962060"/>
              <a:gd name="connsiteY743" fmla="*/ 620398 h 620412"/>
              <a:gd name="connsiteX744" fmla="*/ 716489 w 962060"/>
              <a:gd name="connsiteY744" fmla="*/ 620398 h 620412"/>
              <a:gd name="connsiteX745" fmla="*/ 717449 w 962060"/>
              <a:gd name="connsiteY745" fmla="*/ 620403 h 620412"/>
              <a:gd name="connsiteX746" fmla="*/ 718415 w 962060"/>
              <a:gd name="connsiteY746" fmla="*/ 620403 h 620412"/>
              <a:gd name="connsiteX747" fmla="*/ 719380 w 962060"/>
              <a:gd name="connsiteY747" fmla="*/ 620403 h 620412"/>
              <a:gd name="connsiteX748" fmla="*/ 720340 w 962060"/>
              <a:gd name="connsiteY748" fmla="*/ 620403 h 620412"/>
              <a:gd name="connsiteX749" fmla="*/ 721306 w 962060"/>
              <a:gd name="connsiteY749" fmla="*/ 620403 h 620412"/>
              <a:gd name="connsiteX750" fmla="*/ 722266 w 962060"/>
              <a:gd name="connsiteY750" fmla="*/ 620403 h 620412"/>
              <a:gd name="connsiteX751" fmla="*/ 723231 w 962060"/>
              <a:gd name="connsiteY751" fmla="*/ 620403 h 620412"/>
              <a:gd name="connsiteX752" fmla="*/ 724192 w 962060"/>
              <a:gd name="connsiteY752" fmla="*/ 620408 h 620412"/>
              <a:gd name="connsiteX753" fmla="*/ 725157 w 962060"/>
              <a:gd name="connsiteY753" fmla="*/ 620408 h 620412"/>
              <a:gd name="connsiteX754" fmla="*/ 726118 w 962060"/>
              <a:gd name="connsiteY754" fmla="*/ 620408 h 620412"/>
              <a:gd name="connsiteX755" fmla="*/ 727083 w 962060"/>
              <a:gd name="connsiteY755" fmla="*/ 620408 h 620412"/>
              <a:gd name="connsiteX756" fmla="*/ 728043 w 962060"/>
              <a:gd name="connsiteY756" fmla="*/ 620408 h 620412"/>
              <a:gd name="connsiteX757" fmla="*/ 729009 w 962060"/>
              <a:gd name="connsiteY757" fmla="*/ 620408 h 620412"/>
              <a:gd name="connsiteX758" fmla="*/ 729969 w 962060"/>
              <a:gd name="connsiteY758" fmla="*/ 620408 h 620412"/>
              <a:gd name="connsiteX759" fmla="*/ 730934 w 962060"/>
              <a:gd name="connsiteY759" fmla="*/ 620408 h 620412"/>
              <a:gd name="connsiteX760" fmla="*/ 731895 w 962060"/>
              <a:gd name="connsiteY760" fmla="*/ 620408 h 620412"/>
              <a:gd name="connsiteX761" fmla="*/ 732860 w 962060"/>
              <a:gd name="connsiteY761" fmla="*/ 620408 h 620412"/>
              <a:gd name="connsiteX762" fmla="*/ 733821 w 962060"/>
              <a:gd name="connsiteY762" fmla="*/ 620408 h 620412"/>
              <a:gd name="connsiteX763" fmla="*/ 734786 w 962060"/>
              <a:gd name="connsiteY763" fmla="*/ 620408 h 620412"/>
              <a:gd name="connsiteX764" fmla="*/ 735746 w 962060"/>
              <a:gd name="connsiteY764" fmla="*/ 620412 h 620412"/>
              <a:gd name="connsiteX765" fmla="*/ 736712 w 962060"/>
              <a:gd name="connsiteY765" fmla="*/ 620412 h 620412"/>
              <a:gd name="connsiteX766" fmla="*/ 737677 w 962060"/>
              <a:gd name="connsiteY766" fmla="*/ 620412 h 620412"/>
              <a:gd name="connsiteX767" fmla="*/ 738638 w 962060"/>
              <a:gd name="connsiteY767" fmla="*/ 620412 h 620412"/>
              <a:gd name="connsiteX768" fmla="*/ 739603 w 962060"/>
              <a:gd name="connsiteY768" fmla="*/ 620412 h 620412"/>
              <a:gd name="connsiteX769" fmla="*/ 740563 w 962060"/>
              <a:gd name="connsiteY769" fmla="*/ 620412 h 620412"/>
              <a:gd name="connsiteX770" fmla="*/ 741529 w 962060"/>
              <a:gd name="connsiteY770" fmla="*/ 620412 h 620412"/>
              <a:gd name="connsiteX771" fmla="*/ 742489 w 962060"/>
              <a:gd name="connsiteY771" fmla="*/ 620412 h 620412"/>
              <a:gd name="connsiteX772" fmla="*/ 743454 w 962060"/>
              <a:gd name="connsiteY772" fmla="*/ 620412 h 620412"/>
              <a:gd name="connsiteX773" fmla="*/ 744415 w 962060"/>
              <a:gd name="connsiteY773" fmla="*/ 620412 h 620412"/>
              <a:gd name="connsiteX774" fmla="*/ 745380 w 962060"/>
              <a:gd name="connsiteY774" fmla="*/ 620412 h 620412"/>
              <a:gd name="connsiteX775" fmla="*/ 746341 w 962060"/>
              <a:gd name="connsiteY775" fmla="*/ 620412 h 620412"/>
              <a:gd name="connsiteX776" fmla="*/ 747306 w 962060"/>
              <a:gd name="connsiteY776" fmla="*/ 620412 h 620412"/>
              <a:gd name="connsiteX777" fmla="*/ 748266 w 962060"/>
              <a:gd name="connsiteY777" fmla="*/ 620412 h 620412"/>
              <a:gd name="connsiteX778" fmla="*/ 749232 w 962060"/>
              <a:gd name="connsiteY778" fmla="*/ 620412 h 620412"/>
              <a:gd name="connsiteX779" fmla="*/ 750192 w 962060"/>
              <a:gd name="connsiteY779" fmla="*/ 620412 h 620412"/>
              <a:gd name="connsiteX780" fmla="*/ 751157 w 962060"/>
              <a:gd name="connsiteY780" fmla="*/ 620412 h 620412"/>
              <a:gd name="connsiteX781" fmla="*/ 752118 w 962060"/>
              <a:gd name="connsiteY781" fmla="*/ 620412 h 620412"/>
              <a:gd name="connsiteX782" fmla="*/ 753083 w 962060"/>
              <a:gd name="connsiteY782" fmla="*/ 620412 h 620412"/>
              <a:gd name="connsiteX783" fmla="*/ 754049 w 962060"/>
              <a:gd name="connsiteY783" fmla="*/ 620412 h 620412"/>
              <a:gd name="connsiteX784" fmla="*/ 755009 w 962060"/>
              <a:gd name="connsiteY784" fmla="*/ 620412 h 620412"/>
              <a:gd name="connsiteX785" fmla="*/ 755974 w 962060"/>
              <a:gd name="connsiteY785" fmla="*/ 620412 h 620412"/>
              <a:gd name="connsiteX786" fmla="*/ 756935 w 962060"/>
              <a:gd name="connsiteY786" fmla="*/ 620412 h 620412"/>
              <a:gd name="connsiteX787" fmla="*/ 757900 w 962060"/>
              <a:gd name="connsiteY787" fmla="*/ 620412 h 620412"/>
              <a:gd name="connsiteX788" fmla="*/ 758861 w 962060"/>
              <a:gd name="connsiteY788" fmla="*/ 620412 h 620412"/>
              <a:gd name="connsiteX789" fmla="*/ 759826 w 962060"/>
              <a:gd name="connsiteY789" fmla="*/ 620412 h 620412"/>
              <a:gd name="connsiteX790" fmla="*/ 760786 w 962060"/>
              <a:gd name="connsiteY790" fmla="*/ 620412 h 620412"/>
              <a:gd name="connsiteX791" fmla="*/ 761752 w 962060"/>
              <a:gd name="connsiteY791" fmla="*/ 620412 h 620412"/>
              <a:gd name="connsiteX792" fmla="*/ 762712 w 962060"/>
              <a:gd name="connsiteY792" fmla="*/ 620412 h 620412"/>
              <a:gd name="connsiteX793" fmla="*/ 763677 w 962060"/>
              <a:gd name="connsiteY793" fmla="*/ 620412 h 620412"/>
              <a:gd name="connsiteX794" fmla="*/ 764638 w 962060"/>
              <a:gd name="connsiteY794" fmla="*/ 620412 h 620412"/>
              <a:gd name="connsiteX795" fmla="*/ 765603 w 962060"/>
              <a:gd name="connsiteY795" fmla="*/ 620412 h 620412"/>
              <a:gd name="connsiteX796" fmla="*/ 766564 w 962060"/>
              <a:gd name="connsiteY796" fmla="*/ 620412 h 620412"/>
              <a:gd name="connsiteX797" fmla="*/ 767529 w 962060"/>
              <a:gd name="connsiteY797" fmla="*/ 620412 h 620412"/>
              <a:gd name="connsiteX798" fmla="*/ 768489 w 962060"/>
              <a:gd name="connsiteY798" fmla="*/ 620412 h 620412"/>
              <a:gd name="connsiteX799" fmla="*/ 769455 w 962060"/>
              <a:gd name="connsiteY799" fmla="*/ 620412 h 620412"/>
              <a:gd name="connsiteX800" fmla="*/ 770415 w 962060"/>
              <a:gd name="connsiteY800" fmla="*/ 620412 h 620412"/>
              <a:gd name="connsiteX801" fmla="*/ 771381 w 962060"/>
              <a:gd name="connsiteY801" fmla="*/ 620412 h 620412"/>
              <a:gd name="connsiteX802" fmla="*/ 772346 w 962060"/>
              <a:gd name="connsiteY802" fmla="*/ 620412 h 620412"/>
              <a:gd name="connsiteX803" fmla="*/ 773306 w 962060"/>
              <a:gd name="connsiteY803" fmla="*/ 620412 h 620412"/>
              <a:gd name="connsiteX804" fmla="*/ 774272 w 962060"/>
              <a:gd name="connsiteY804" fmla="*/ 620412 h 620412"/>
              <a:gd name="connsiteX805" fmla="*/ 775232 w 962060"/>
              <a:gd name="connsiteY805" fmla="*/ 620412 h 620412"/>
              <a:gd name="connsiteX806" fmla="*/ 776197 w 962060"/>
              <a:gd name="connsiteY806" fmla="*/ 620412 h 620412"/>
              <a:gd name="connsiteX807" fmla="*/ 777158 w 962060"/>
              <a:gd name="connsiteY807" fmla="*/ 620412 h 620412"/>
              <a:gd name="connsiteX808" fmla="*/ 778123 w 962060"/>
              <a:gd name="connsiteY808" fmla="*/ 620412 h 620412"/>
              <a:gd name="connsiteX809" fmla="*/ 779084 w 962060"/>
              <a:gd name="connsiteY809" fmla="*/ 620412 h 620412"/>
              <a:gd name="connsiteX810" fmla="*/ 780049 w 962060"/>
              <a:gd name="connsiteY810" fmla="*/ 620412 h 620412"/>
              <a:gd name="connsiteX811" fmla="*/ 781009 w 962060"/>
              <a:gd name="connsiteY811" fmla="*/ 620412 h 620412"/>
              <a:gd name="connsiteX812" fmla="*/ 781975 w 962060"/>
              <a:gd name="connsiteY812" fmla="*/ 620412 h 620412"/>
              <a:gd name="connsiteX813" fmla="*/ 782935 w 962060"/>
              <a:gd name="connsiteY813" fmla="*/ 620412 h 620412"/>
              <a:gd name="connsiteX814" fmla="*/ 783900 w 962060"/>
              <a:gd name="connsiteY814" fmla="*/ 620412 h 620412"/>
              <a:gd name="connsiteX815" fmla="*/ 784861 w 962060"/>
              <a:gd name="connsiteY815" fmla="*/ 620412 h 620412"/>
              <a:gd name="connsiteX816" fmla="*/ 785826 w 962060"/>
              <a:gd name="connsiteY816" fmla="*/ 620412 h 620412"/>
              <a:gd name="connsiteX817" fmla="*/ 786787 w 962060"/>
              <a:gd name="connsiteY817" fmla="*/ 620412 h 620412"/>
              <a:gd name="connsiteX818" fmla="*/ 787752 w 962060"/>
              <a:gd name="connsiteY818" fmla="*/ 620412 h 620412"/>
              <a:gd name="connsiteX819" fmla="*/ 788717 w 962060"/>
              <a:gd name="connsiteY819" fmla="*/ 620412 h 620412"/>
              <a:gd name="connsiteX820" fmla="*/ 789678 w 962060"/>
              <a:gd name="connsiteY820" fmla="*/ 620412 h 620412"/>
              <a:gd name="connsiteX821" fmla="*/ 790643 w 962060"/>
              <a:gd name="connsiteY821" fmla="*/ 620412 h 620412"/>
              <a:gd name="connsiteX822" fmla="*/ 791604 w 962060"/>
              <a:gd name="connsiteY822" fmla="*/ 620412 h 620412"/>
              <a:gd name="connsiteX823" fmla="*/ 792569 w 962060"/>
              <a:gd name="connsiteY823" fmla="*/ 620412 h 620412"/>
              <a:gd name="connsiteX824" fmla="*/ 793529 w 962060"/>
              <a:gd name="connsiteY824" fmla="*/ 620412 h 620412"/>
              <a:gd name="connsiteX825" fmla="*/ 794495 w 962060"/>
              <a:gd name="connsiteY825" fmla="*/ 620412 h 620412"/>
              <a:gd name="connsiteX826" fmla="*/ 795455 w 962060"/>
              <a:gd name="connsiteY826" fmla="*/ 620412 h 620412"/>
              <a:gd name="connsiteX827" fmla="*/ 796420 w 962060"/>
              <a:gd name="connsiteY827" fmla="*/ 620412 h 620412"/>
              <a:gd name="connsiteX828" fmla="*/ 797381 w 962060"/>
              <a:gd name="connsiteY828" fmla="*/ 620412 h 620412"/>
              <a:gd name="connsiteX829" fmla="*/ 798346 w 962060"/>
              <a:gd name="connsiteY829" fmla="*/ 620412 h 620412"/>
              <a:gd name="connsiteX830" fmla="*/ 799307 w 962060"/>
              <a:gd name="connsiteY830" fmla="*/ 620412 h 620412"/>
              <a:gd name="connsiteX831" fmla="*/ 800272 w 962060"/>
              <a:gd name="connsiteY831" fmla="*/ 620412 h 620412"/>
              <a:gd name="connsiteX832" fmla="*/ 801232 w 962060"/>
              <a:gd name="connsiteY832" fmla="*/ 620412 h 620412"/>
              <a:gd name="connsiteX833" fmla="*/ 802198 w 962060"/>
              <a:gd name="connsiteY833" fmla="*/ 620412 h 620412"/>
              <a:gd name="connsiteX834" fmla="*/ 803158 w 962060"/>
              <a:gd name="connsiteY834" fmla="*/ 620412 h 620412"/>
              <a:gd name="connsiteX835" fmla="*/ 804124 w 962060"/>
              <a:gd name="connsiteY835" fmla="*/ 620412 h 620412"/>
              <a:gd name="connsiteX836" fmla="*/ 805089 w 962060"/>
              <a:gd name="connsiteY836" fmla="*/ 620412 h 620412"/>
              <a:gd name="connsiteX837" fmla="*/ 806049 w 962060"/>
              <a:gd name="connsiteY837" fmla="*/ 620412 h 620412"/>
              <a:gd name="connsiteX838" fmla="*/ 807015 w 962060"/>
              <a:gd name="connsiteY838" fmla="*/ 620412 h 620412"/>
              <a:gd name="connsiteX839" fmla="*/ 807975 w 962060"/>
              <a:gd name="connsiteY839" fmla="*/ 620412 h 620412"/>
              <a:gd name="connsiteX840" fmla="*/ 808940 w 962060"/>
              <a:gd name="connsiteY840" fmla="*/ 620412 h 620412"/>
              <a:gd name="connsiteX841" fmla="*/ 809901 w 962060"/>
              <a:gd name="connsiteY841" fmla="*/ 620412 h 620412"/>
              <a:gd name="connsiteX842" fmla="*/ 810866 w 962060"/>
              <a:gd name="connsiteY842" fmla="*/ 620412 h 620412"/>
              <a:gd name="connsiteX843" fmla="*/ 811827 w 962060"/>
              <a:gd name="connsiteY843" fmla="*/ 620412 h 620412"/>
              <a:gd name="connsiteX844" fmla="*/ 812792 w 962060"/>
              <a:gd name="connsiteY844" fmla="*/ 620412 h 620412"/>
              <a:gd name="connsiteX845" fmla="*/ 813752 w 962060"/>
              <a:gd name="connsiteY845" fmla="*/ 620412 h 620412"/>
              <a:gd name="connsiteX846" fmla="*/ 814718 w 962060"/>
              <a:gd name="connsiteY846" fmla="*/ 620412 h 620412"/>
              <a:gd name="connsiteX847" fmla="*/ 815678 w 962060"/>
              <a:gd name="connsiteY847" fmla="*/ 620412 h 620412"/>
              <a:gd name="connsiteX848" fmla="*/ 816643 w 962060"/>
              <a:gd name="connsiteY848" fmla="*/ 620412 h 620412"/>
              <a:gd name="connsiteX849" fmla="*/ 817604 w 962060"/>
              <a:gd name="connsiteY849" fmla="*/ 620412 h 620412"/>
              <a:gd name="connsiteX850" fmla="*/ 818569 w 962060"/>
              <a:gd name="connsiteY850" fmla="*/ 620412 h 620412"/>
              <a:gd name="connsiteX851" fmla="*/ 819530 w 962060"/>
              <a:gd name="connsiteY851" fmla="*/ 620412 h 620412"/>
              <a:gd name="connsiteX852" fmla="*/ 820495 w 962060"/>
              <a:gd name="connsiteY852" fmla="*/ 620412 h 620412"/>
              <a:gd name="connsiteX853" fmla="*/ 821455 w 962060"/>
              <a:gd name="connsiteY853" fmla="*/ 620412 h 620412"/>
              <a:gd name="connsiteX854" fmla="*/ 822421 w 962060"/>
              <a:gd name="connsiteY854" fmla="*/ 620412 h 620412"/>
              <a:gd name="connsiteX855" fmla="*/ 823386 w 962060"/>
              <a:gd name="connsiteY855" fmla="*/ 620412 h 620412"/>
              <a:gd name="connsiteX856" fmla="*/ 824347 w 962060"/>
              <a:gd name="connsiteY856" fmla="*/ 620412 h 620412"/>
              <a:gd name="connsiteX857" fmla="*/ 825312 w 962060"/>
              <a:gd name="connsiteY857" fmla="*/ 620412 h 620412"/>
              <a:gd name="connsiteX858" fmla="*/ 826272 w 962060"/>
              <a:gd name="connsiteY858" fmla="*/ 620412 h 620412"/>
              <a:gd name="connsiteX859" fmla="*/ 827238 w 962060"/>
              <a:gd name="connsiteY859" fmla="*/ 620412 h 620412"/>
              <a:gd name="connsiteX860" fmla="*/ 828198 w 962060"/>
              <a:gd name="connsiteY860" fmla="*/ 620412 h 620412"/>
              <a:gd name="connsiteX861" fmla="*/ 829163 w 962060"/>
              <a:gd name="connsiteY861" fmla="*/ 620412 h 620412"/>
              <a:gd name="connsiteX862" fmla="*/ 830124 w 962060"/>
              <a:gd name="connsiteY862" fmla="*/ 620412 h 620412"/>
              <a:gd name="connsiteX863" fmla="*/ 831089 w 962060"/>
              <a:gd name="connsiteY863" fmla="*/ 620412 h 620412"/>
              <a:gd name="connsiteX864" fmla="*/ 832050 w 962060"/>
              <a:gd name="connsiteY864" fmla="*/ 620412 h 620412"/>
              <a:gd name="connsiteX865" fmla="*/ 833015 w 962060"/>
              <a:gd name="connsiteY865" fmla="*/ 620412 h 620412"/>
              <a:gd name="connsiteX866" fmla="*/ 833975 w 962060"/>
              <a:gd name="connsiteY866" fmla="*/ 620412 h 620412"/>
              <a:gd name="connsiteX867" fmla="*/ 834941 w 962060"/>
              <a:gd name="connsiteY867" fmla="*/ 620412 h 620412"/>
              <a:gd name="connsiteX868" fmla="*/ 835901 w 962060"/>
              <a:gd name="connsiteY868" fmla="*/ 620412 h 620412"/>
              <a:gd name="connsiteX869" fmla="*/ 836866 w 962060"/>
              <a:gd name="connsiteY869" fmla="*/ 620412 h 620412"/>
              <a:gd name="connsiteX870" fmla="*/ 837827 w 962060"/>
              <a:gd name="connsiteY870" fmla="*/ 620412 h 620412"/>
              <a:gd name="connsiteX871" fmla="*/ 838792 w 962060"/>
              <a:gd name="connsiteY871" fmla="*/ 620412 h 620412"/>
              <a:gd name="connsiteX872" fmla="*/ 839758 w 962060"/>
              <a:gd name="connsiteY872" fmla="*/ 620412 h 620412"/>
              <a:gd name="connsiteX873" fmla="*/ 840718 w 962060"/>
              <a:gd name="connsiteY873" fmla="*/ 620412 h 620412"/>
              <a:gd name="connsiteX874" fmla="*/ 841683 w 962060"/>
              <a:gd name="connsiteY874" fmla="*/ 620412 h 620412"/>
              <a:gd name="connsiteX875" fmla="*/ 842644 w 962060"/>
              <a:gd name="connsiteY875" fmla="*/ 620412 h 620412"/>
              <a:gd name="connsiteX876" fmla="*/ 843609 w 962060"/>
              <a:gd name="connsiteY876" fmla="*/ 620412 h 620412"/>
              <a:gd name="connsiteX877" fmla="*/ 844569 w 962060"/>
              <a:gd name="connsiteY877" fmla="*/ 620412 h 620412"/>
              <a:gd name="connsiteX878" fmla="*/ 845535 w 962060"/>
              <a:gd name="connsiteY878" fmla="*/ 620412 h 620412"/>
              <a:gd name="connsiteX879" fmla="*/ 846495 w 962060"/>
              <a:gd name="connsiteY879" fmla="*/ 620412 h 620412"/>
              <a:gd name="connsiteX880" fmla="*/ 847461 w 962060"/>
              <a:gd name="connsiteY880" fmla="*/ 620412 h 620412"/>
              <a:gd name="connsiteX881" fmla="*/ 848421 w 962060"/>
              <a:gd name="connsiteY881" fmla="*/ 620412 h 620412"/>
              <a:gd name="connsiteX882" fmla="*/ 849386 w 962060"/>
              <a:gd name="connsiteY882" fmla="*/ 620412 h 620412"/>
              <a:gd name="connsiteX883" fmla="*/ 850347 w 962060"/>
              <a:gd name="connsiteY883" fmla="*/ 620412 h 620412"/>
              <a:gd name="connsiteX884" fmla="*/ 851312 w 962060"/>
              <a:gd name="connsiteY884" fmla="*/ 620412 h 620412"/>
              <a:gd name="connsiteX885" fmla="*/ 852273 w 962060"/>
              <a:gd name="connsiteY885" fmla="*/ 620412 h 620412"/>
              <a:gd name="connsiteX886" fmla="*/ 853238 w 962060"/>
              <a:gd name="connsiteY886" fmla="*/ 620412 h 620412"/>
              <a:gd name="connsiteX887" fmla="*/ 854198 w 962060"/>
              <a:gd name="connsiteY887" fmla="*/ 620412 h 620412"/>
              <a:gd name="connsiteX888" fmla="*/ 855164 w 962060"/>
              <a:gd name="connsiteY888" fmla="*/ 620412 h 620412"/>
              <a:gd name="connsiteX889" fmla="*/ 856124 w 962060"/>
              <a:gd name="connsiteY889" fmla="*/ 620412 h 620412"/>
              <a:gd name="connsiteX890" fmla="*/ 857089 w 962060"/>
              <a:gd name="connsiteY890" fmla="*/ 620412 h 620412"/>
              <a:gd name="connsiteX891" fmla="*/ 858055 w 962060"/>
              <a:gd name="connsiteY891" fmla="*/ 620412 h 620412"/>
              <a:gd name="connsiteX892" fmla="*/ 859015 w 962060"/>
              <a:gd name="connsiteY892" fmla="*/ 620412 h 620412"/>
              <a:gd name="connsiteX893" fmla="*/ 859981 w 962060"/>
              <a:gd name="connsiteY893" fmla="*/ 620412 h 620412"/>
              <a:gd name="connsiteX894" fmla="*/ 860941 w 962060"/>
              <a:gd name="connsiteY894" fmla="*/ 620412 h 620412"/>
              <a:gd name="connsiteX895" fmla="*/ 861906 w 962060"/>
              <a:gd name="connsiteY895" fmla="*/ 620412 h 620412"/>
              <a:gd name="connsiteX896" fmla="*/ 862867 w 962060"/>
              <a:gd name="connsiteY896" fmla="*/ 620412 h 620412"/>
              <a:gd name="connsiteX897" fmla="*/ 863832 w 962060"/>
              <a:gd name="connsiteY897" fmla="*/ 620412 h 620412"/>
              <a:gd name="connsiteX898" fmla="*/ 864793 w 962060"/>
              <a:gd name="connsiteY898" fmla="*/ 620412 h 620412"/>
              <a:gd name="connsiteX899" fmla="*/ 865758 w 962060"/>
              <a:gd name="connsiteY899" fmla="*/ 620412 h 620412"/>
              <a:gd name="connsiteX900" fmla="*/ 866718 w 962060"/>
              <a:gd name="connsiteY900" fmla="*/ 620412 h 620412"/>
              <a:gd name="connsiteX901" fmla="*/ 867684 w 962060"/>
              <a:gd name="connsiteY901" fmla="*/ 620412 h 620412"/>
              <a:gd name="connsiteX902" fmla="*/ 868644 w 962060"/>
              <a:gd name="connsiteY902" fmla="*/ 620412 h 620412"/>
              <a:gd name="connsiteX903" fmla="*/ 869609 w 962060"/>
              <a:gd name="connsiteY903" fmla="*/ 620412 h 620412"/>
              <a:gd name="connsiteX904" fmla="*/ 870570 w 962060"/>
              <a:gd name="connsiteY904" fmla="*/ 620412 h 620412"/>
              <a:gd name="connsiteX905" fmla="*/ 871535 w 962060"/>
              <a:gd name="connsiteY905" fmla="*/ 620412 h 620412"/>
              <a:gd name="connsiteX906" fmla="*/ 872496 w 962060"/>
              <a:gd name="connsiteY906" fmla="*/ 620412 h 620412"/>
              <a:gd name="connsiteX907" fmla="*/ 873461 w 962060"/>
              <a:gd name="connsiteY907" fmla="*/ 620412 h 620412"/>
              <a:gd name="connsiteX908" fmla="*/ 874426 w 962060"/>
              <a:gd name="connsiteY908" fmla="*/ 620412 h 620412"/>
              <a:gd name="connsiteX909" fmla="*/ 875387 w 962060"/>
              <a:gd name="connsiteY909" fmla="*/ 620412 h 620412"/>
              <a:gd name="connsiteX910" fmla="*/ 876352 w 962060"/>
              <a:gd name="connsiteY910" fmla="*/ 620412 h 620412"/>
              <a:gd name="connsiteX911" fmla="*/ 877312 w 962060"/>
              <a:gd name="connsiteY911" fmla="*/ 620412 h 620412"/>
              <a:gd name="connsiteX912" fmla="*/ 878278 w 962060"/>
              <a:gd name="connsiteY912" fmla="*/ 620412 h 620412"/>
              <a:gd name="connsiteX913" fmla="*/ 879238 w 962060"/>
              <a:gd name="connsiteY913" fmla="*/ 620412 h 620412"/>
              <a:gd name="connsiteX914" fmla="*/ 880204 w 962060"/>
              <a:gd name="connsiteY914" fmla="*/ 620412 h 620412"/>
              <a:gd name="connsiteX915" fmla="*/ 881164 w 962060"/>
              <a:gd name="connsiteY915" fmla="*/ 620412 h 620412"/>
              <a:gd name="connsiteX916" fmla="*/ 882129 w 962060"/>
              <a:gd name="connsiteY916" fmla="*/ 620412 h 620412"/>
              <a:gd name="connsiteX917" fmla="*/ 883090 w 962060"/>
              <a:gd name="connsiteY917" fmla="*/ 620412 h 620412"/>
              <a:gd name="connsiteX918" fmla="*/ 884055 w 962060"/>
              <a:gd name="connsiteY918" fmla="*/ 620412 h 620412"/>
              <a:gd name="connsiteX919" fmla="*/ 885016 w 962060"/>
              <a:gd name="connsiteY919" fmla="*/ 620412 h 620412"/>
              <a:gd name="connsiteX920" fmla="*/ 885981 w 962060"/>
              <a:gd name="connsiteY920" fmla="*/ 620412 h 620412"/>
              <a:gd name="connsiteX921" fmla="*/ 886941 w 962060"/>
              <a:gd name="connsiteY921" fmla="*/ 620412 h 620412"/>
              <a:gd name="connsiteX922" fmla="*/ 887907 w 962060"/>
              <a:gd name="connsiteY922" fmla="*/ 620412 h 620412"/>
              <a:gd name="connsiteX923" fmla="*/ 888867 w 962060"/>
              <a:gd name="connsiteY923" fmla="*/ 620412 h 620412"/>
              <a:gd name="connsiteX924" fmla="*/ 889832 w 962060"/>
              <a:gd name="connsiteY924" fmla="*/ 620412 h 620412"/>
              <a:gd name="connsiteX925" fmla="*/ 890798 w 962060"/>
              <a:gd name="connsiteY925" fmla="*/ 620412 h 620412"/>
              <a:gd name="connsiteX926" fmla="*/ 891758 w 962060"/>
              <a:gd name="connsiteY926" fmla="*/ 620412 h 620412"/>
              <a:gd name="connsiteX927" fmla="*/ 892724 w 962060"/>
              <a:gd name="connsiteY927" fmla="*/ 620412 h 620412"/>
              <a:gd name="connsiteX928" fmla="*/ 893684 w 962060"/>
              <a:gd name="connsiteY928" fmla="*/ 620412 h 620412"/>
              <a:gd name="connsiteX929" fmla="*/ 894649 w 962060"/>
              <a:gd name="connsiteY929" fmla="*/ 620412 h 620412"/>
              <a:gd name="connsiteX930" fmla="*/ 895610 w 962060"/>
              <a:gd name="connsiteY930" fmla="*/ 620412 h 620412"/>
              <a:gd name="connsiteX931" fmla="*/ 896575 w 962060"/>
              <a:gd name="connsiteY931" fmla="*/ 620412 h 620412"/>
              <a:gd name="connsiteX932" fmla="*/ 897536 w 962060"/>
              <a:gd name="connsiteY932" fmla="*/ 620412 h 620412"/>
              <a:gd name="connsiteX933" fmla="*/ 898501 w 962060"/>
              <a:gd name="connsiteY933" fmla="*/ 620412 h 620412"/>
              <a:gd name="connsiteX934" fmla="*/ 899461 w 962060"/>
              <a:gd name="connsiteY934" fmla="*/ 620412 h 620412"/>
              <a:gd name="connsiteX935" fmla="*/ 900427 w 962060"/>
              <a:gd name="connsiteY935" fmla="*/ 620412 h 620412"/>
              <a:gd name="connsiteX936" fmla="*/ 901387 w 962060"/>
              <a:gd name="connsiteY936" fmla="*/ 620412 h 620412"/>
              <a:gd name="connsiteX937" fmla="*/ 902352 w 962060"/>
              <a:gd name="connsiteY937" fmla="*/ 620412 h 620412"/>
              <a:gd name="connsiteX938" fmla="*/ 903313 w 962060"/>
              <a:gd name="connsiteY938" fmla="*/ 620412 h 620412"/>
              <a:gd name="connsiteX939" fmla="*/ 904278 w 962060"/>
              <a:gd name="connsiteY939" fmla="*/ 620412 h 620412"/>
              <a:gd name="connsiteX940" fmla="*/ 905239 w 962060"/>
              <a:gd name="connsiteY940" fmla="*/ 620412 h 620412"/>
              <a:gd name="connsiteX941" fmla="*/ 906204 w 962060"/>
              <a:gd name="connsiteY941" fmla="*/ 620412 h 620412"/>
              <a:gd name="connsiteX942" fmla="*/ 907164 w 962060"/>
              <a:gd name="connsiteY942" fmla="*/ 620412 h 620412"/>
              <a:gd name="connsiteX943" fmla="*/ 908130 w 962060"/>
              <a:gd name="connsiteY943" fmla="*/ 620412 h 620412"/>
              <a:gd name="connsiteX944" fmla="*/ 909095 w 962060"/>
              <a:gd name="connsiteY944" fmla="*/ 620412 h 620412"/>
              <a:gd name="connsiteX945" fmla="*/ 910055 w 962060"/>
              <a:gd name="connsiteY945" fmla="*/ 620412 h 620412"/>
              <a:gd name="connsiteX946" fmla="*/ 911021 w 962060"/>
              <a:gd name="connsiteY946" fmla="*/ 620412 h 620412"/>
              <a:gd name="connsiteX947" fmla="*/ 911981 w 962060"/>
              <a:gd name="connsiteY947" fmla="*/ 620412 h 620412"/>
              <a:gd name="connsiteX948" fmla="*/ 912947 w 962060"/>
              <a:gd name="connsiteY948" fmla="*/ 620412 h 620412"/>
              <a:gd name="connsiteX949" fmla="*/ 913907 w 962060"/>
              <a:gd name="connsiteY949" fmla="*/ 620412 h 620412"/>
              <a:gd name="connsiteX950" fmla="*/ 914872 w 962060"/>
              <a:gd name="connsiteY950" fmla="*/ 620412 h 620412"/>
              <a:gd name="connsiteX951" fmla="*/ 915833 w 962060"/>
              <a:gd name="connsiteY951" fmla="*/ 620412 h 620412"/>
              <a:gd name="connsiteX952" fmla="*/ 916798 w 962060"/>
              <a:gd name="connsiteY952" fmla="*/ 620412 h 620412"/>
              <a:gd name="connsiteX953" fmla="*/ 917759 w 962060"/>
              <a:gd name="connsiteY953" fmla="*/ 620412 h 620412"/>
              <a:gd name="connsiteX954" fmla="*/ 918724 w 962060"/>
              <a:gd name="connsiteY954" fmla="*/ 620412 h 620412"/>
              <a:gd name="connsiteX955" fmla="*/ 919684 w 962060"/>
              <a:gd name="connsiteY955" fmla="*/ 620412 h 620412"/>
              <a:gd name="connsiteX956" fmla="*/ 920650 w 962060"/>
              <a:gd name="connsiteY956" fmla="*/ 620412 h 620412"/>
              <a:gd name="connsiteX957" fmla="*/ 921610 w 962060"/>
              <a:gd name="connsiteY957" fmla="*/ 620412 h 620412"/>
              <a:gd name="connsiteX958" fmla="*/ 922575 w 962060"/>
              <a:gd name="connsiteY958" fmla="*/ 620412 h 620412"/>
              <a:gd name="connsiteX959" fmla="*/ 923536 w 962060"/>
              <a:gd name="connsiteY959" fmla="*/ 620412 h 620412"/>
              <a:gd name="connsiteX960" fmla="*/ 924501 w 962060"/>
              <a:gd name="connsiteY960" fmla="*/ 620412 h 620412"/>
              <a:gd name="connsiteX961" fmla="*/ 925467 w 962060"/>
              <a:gd name="connsiteY961" fmla="*/ 620412 h 620412"/>
              <a:gd name="connsiteX962" fmla="*/ 926427 w 962060"/>
              <a:gd name="connsiteY962" fmla="*/ 620412 h 620412"/>
              <a:gd name="connsiteX963" fmla="*/ 927392 w 962060"/>
              <a:gd name="connsiteY963" fmla="*/ 620412 h 620412"/>
              <a:gd name="connsiteX964" fmla="*/ 928353 w 962060"/>
              <a:gd name="connsiteY964" fmla="*/ 620412 h 620412"/>
              <a:gd name="connsiteX965" fmla="*/ 929318 w 962060"/>
              <a:gd name="connsiteY965" fmla="*/ 620412 h 620412"/>
              <a:gd name="connsiteX966" fmla="*/ 930278 w 962060"/>
              <a:gd name="connsiteY966" fmla="*/ 620412 h 620412"/>
              <a:gd name="connsiteX967" fmla="*/ 931244 w 962060"/>
              <a:gd name="connsiteY967" fmla="*/ 620412 h 620412"/>
              <a:gd name="connsiteX968" fmla="*/ 932204 w 962060"/>
              <a:gd name="connsiteY968" fmla="*/ 620412 h 620412"/>
              <a:gd name="connsiteX969" fmla="*/ 933170 w 962060"/>
              <a:gd name="connsiteY969" fmla="*/ 620412 h 620412"/>
              <a:gd name="connsiteX970" fmla="*/ 934130 w 962060"/>
              <a:gd name="connsiteY970" fmla="*/ 620412 h 620412"/>
              <a:gd name="connsiteX971" fmla="*/ 935095 w 962060"/>
              <a:gd name="connsiteY971" fmla="*/ 620412 h 620412"/>
              <a:gd name="connsiteX972" fmla="*/ 936056 w 962060"/>
              <a:gd name="connsiteY972" fmla="*/ 620412 h 620412"/>
              <a:gd name="connsiteX973" fmla="*/ 937021 w 962060"/>
              <a:gd name="connsiteY973" fmla="*/ 620412 h 620412"/>
              <a:gd name="connsiteX974" fmla="*/ 937982 w 962060"/>
              <a:gd name="connsiteY974" fmla="*/ 620412 h 620412"/>
              <a:gd name="connsiteX975" fmla="*/ 938947 w 962060"/>
              <a:gd name="connsiteY975" fmla="*/ 620412 h 620412"/>
              <a:gd name="connsiteX976" fmla="*/ 939907 w 962060"/>
              <a:gd name="connsiteY976" fmla="*/ 620412 h 620412"/>
              <a:gd name="connsiteX977" fmla="*/ 940873 w 962060"/>
              <a:gd name="connsiteY977" fmla="*/ 620412 h 620412"/>
              <a:gd name="connsiteX978" fmla="*/ 941833 w 962060"/>
              <a:gd name="connsiteY978" fmla="*/ 620412 h 620412"/>
              <a:gd name="connsiteX979" fmla="*/ 942798 w 962060"/>
              <a:gd name="connsiteY979" fmla="*/ 620412 h 620412"/>
              <a:gd name="connsiteX980" fmla="*/ 943764 w 962060"/>
              <a:gd name="connsiteY980" fmla="*/ 620412 h 620412"/>
              <a:gd name="connsiteX981" fmla="*/ 944724 w 962060"/>
              <a:gd name="connsiteY981" fmla="*/ 620412 h 620412"/>
              <a:gd name="connsiteX982" fmla="*/ 945689 w 962060"/>
              <a:gd name="connsiteY982" fmla="*/ 620412 h 620412"/>
              <a:gd name="connsiteX983" fmla="*/ 946650 w 962060"/>
              <a:gd name="connsiteY983" fmla="*/ 620412 h 620412"/>
              <a:gd name="connsiteX984" fmla="*/ 947615 w 962060"/>
              <a:gd name="connsiteY984" fmla="*/ 620412 h 620412"/>
              <a:gd name="connsiteX985" fmla="*/ 948576 w 962060"/>
              <a:gd name="connsiteY985" fmla="*/ 620412 h 620412"/>
              <a:gd name="connsiteX986" fmla="*/ 949541 w 962060"/>
              <a:gd name="connsiteY986" fmla="*/ 620412 h 620412"/>
              <a:gd name="connsiteX987" fmla="*/ 950502 w 962060"/>
              <a:gd name="connsiteY987" fmla="*/ 620412 h 620412"/>
              <a:gd name="connsiteX988" fmla="*/ 951467 w 962060"/>
              <a:gd name="connsiteY988" fmla="*/ 620412 h 620412"/>
              <a:gd name="connsiteX989" fmla="*/ 952427 w 962060"/>
              <a:gd name="connsiteY989" fmla="*/ 620412 h 620412"/>
              <a:gd name="connsiteX990" fmla="*/ 953393 w 962060"/>
              <a:gd name="connsiteY990" fmla="*/ 620412 h 620412"/>
              <a:gd name="connsiteX991" fmla="*/ 954353 w 962060"/>
              <a:gd name="connsiteY991" fmla="*/ 620412 h 620412"/>
              <a:gd name="connsiteX992" fmla="*/ 955318 w 962060"/>
              <a:gd name="connsiteY992" fmla="*/ 620412 h 620412"/>
              <a:gd name="connsiteX993" fmla="*/ 956279 w 962060"/>
              <a:gd name="connsiteY993" fmla="*/ 620412 h 620412"/>
              <a:gd name="connsiteX994" fmla="*/ 957244 w 962060"/>
              <a:gd name="connsiteY994" fmla="*/ 620412 h 620412"/>
              <a:gd name="connsiteX995" fmla="*/ 958205 w 962060"/>
              <a:gd name="connsiteY995" fmla="*/ 620412 h 620412"/>
              <a:gd name="connsiteX996" fmla="*/ 959170 w 962060"/>
              <a:gd name="connsiteY996" fmla="*/ 620412 h 620412"/>
              <a:gd name="connsiteX997" fmla="*/ 960135 w 962060"/>
              <a:gd name="connsiteY997" fmla="*/ 620412 h 620412"/>
              <a:gd name="connsiteX998" fmla="*/ 961096 w 962060"/>
              <a:gd name="connsiteY998" fmla="*/ 620412 h 620412"/>
              <a:gd name="connsiteX999" fmla="*/ 962061 w 962060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62060" h="620412">
                <a:moveTo>
                  <a:pt x="0" y="620412"/>
                </a:moveTo>
                <a:lnTo>
                  <a:pt x="963" y="620412"/>
                </a:lnTo>
                <a:lnTo>
                  <a:pt x="1926" y="620412"/>
                </a:lnTo>
                <a:lnTo>
                  <a:pt x="2889" y="620412"/>
                </a:lnTo>
                <a:lnTo>
                  <a:pt x="3852" y="620412"/>
                </a:lnTo>
                <a:lnTo>
                  <a:pt x="4815" y="620412"/>
                </a:lnTo>
                <a:lnTo>
                  <a:pt x="5778" y="620412"/>
                </a:lnTo>
                <a:lnTo>
                  <a:pt x="6741" y="620412"/>
                </a:lnTo>
                <a:lnTo>
                  <a:pt x="7704" y="620412"/>
                </a:lnTo>
                <a:lnTo>
                  <a:pt x="8667" y="620412"/>
                </a:lnTo>
                <a:lnTo>
                  <a:pt x="9630" y="620412"/>
                </a:lnTo>
                <a:lnTo>
                  <a:pt x="10593" y="620412"/>
                </a:lnTo>
                <a:lnTo>
                  <a:pt x="11557" y="620412"/>
                </a:lnTo>
                <a:lnTo>
                  <a:pt x="12519" y="620412"/>
                </a:lnTo>
                <a:lnTo>
                  <a:pt x="13482" y="620412"/>
                </a:lnTo>
                <a:lnTo>
                  <a:pt x="14445" y="620412"/>
                </a:lnTo>
                <a:lnTo>
                  <a:pt x="15409" y="620412"/>
                </a:lnTo>
                <a:lnTo>
                  <a:pt x="16371" y="620412"/>
                </a:lnTo>
                <a:lnTo>
                  <a:pt x="17334" y="620412"/>
                </a:lnTo>
                <a:lnTo>
                  <a:pt x="18298" y="620412"/>
                </a:lnTo>
                <a:lnTo>
                  <a:pt x="19261" y="620412"/>
                </a:lnTo>
                <a:lnTo>
                  <a:pt x="20224" y="620412"/>
                </a:lnTo>
                <a:lnTo>
                  <a:pt x="21186" y="620412"/>
                </a:lnTo>
                <a:lnTo>
                  <a:pt x="22150" y="620412"/>
                </a:lnTo>
                <a:lnTo>
                  <a:pt x="23113" y="620412"/>
                </a:lnTo>
                <a:lnTo>
                  <a:pt x="24076" y="620412"/>
                </a:lnTo>
                <a:lnTo>
                  <a:pt x="25039" y="620412"/>
                </a:lnTo>
                <a:lnTo>
                  <a:pt x="26002" y="620412"/>
                </a:lnTo>
                <a:lnTo>
                  <a:pt x="26965" y="620412"/>
                </a:lnTo>
                <a:lnTo>
                  <a:pt x="27928" y="620412"/>
                </a:lnTo>
                <a:lnTo>
                  <a:pt x="28891" y="620412"/>
                </a:lnTo>
                <a:lnTo>
                  <a:pt x="29854" y="620412"/>
                </a:lnTo>
                <a:lnTo>
                  <a:pt x="30817" y="620412"/>
                </a:lnTo>
                <a:lnTo>
                  <a:pt x="31780" y="620412"/>
                </a:lnTo>
                <a:lnTo>
                  <a:pt x="32743" y="620412"/>
                </a:lnTo>
                <a:lnTo>
                  <a:pt x="33706" y="620412"/>
                </a:lnTo>
                <a:lnTo>
                  <a:pt x="34669" y="620412"/>
                </a:lnTo>
                <a:lnTo>
                  <a:pt x="35632" y="620412"/>
                </a:lnTo>
                <a:lnTo>
                  <a:pt x="36595" y="620412"/>
                </a:lnTo>
                <a:lnTo>
                  <a:pt x="37558" y="620412"/>
                </a:lnTo>
                <a:lnTo>
                  <a:pt x="38521" y="620412"/>
                </a:lnTo>
                <a:lnTo>
                  <a:pt x="39484" y="620412"/>
                </a:lnTo>
                <a:lnTo>
                  <a:pt x="40447" y="620412"/>
                </a:lnTo>
                <a:lnTo>
                  <a:pt x="41410" y="620412"/>
                </a:lnTo>
                <a:lnTo>
                  <a:pt x="42373" y="620412"/>
                </a:lnTo>
                <a:lnTo>
                  <a:pt x="43336" y="620412"/>
                </a:lnTo>
                <a:lnTo>
                  <a:pt x="44299" y="620412"/>
                </a:lnTo>
                <a:lnTo>
                  <a:pt x="45262" y="620412"/>
                </a:lnTo>
                <a:lnTo>
                  <a:pt x="46225" y="620412"/>
                </a:lnTo>
                <a:lnTo>
                  <a:pt x="47188" y="620412"/>
                </a:lnTo>
                <a:lnTo>
                  <a:pt x="48151" y="620412"/>
                </a:lnTo>
                <a:lnTo>
                  <a:pt x="49114" y="620412"/>
                </a:lnTo>
                <a:lnTo>
                  <a:pt x="50077" y="620412"/>
                </a:lnTo>
                <a:lnTo>
                  <a:pt x="51040" y="620412"/>
                </a:lnTo>
                <a:lnTo>
                  <a:pt x="52003" y="620412"/>
                </a:lnTo>
                <a:lnTo>
                  <a:pt x="52966" y="620412"/>
                </a:lnTo>
                <a:lnTo>
                  <a:pt x="53929" y="620412"/>
                </a:lnTo>
                <a:lnTo>
                  <a:pt x="54892" y="620412"/>
                </a:lnTo>
                <a:lnTo>
                  <a:pt x="55856" y="620412"/>
                </a:lnTo>
                <a:lnTo>
                  <a:pt x="56819" y="620412"/>
                </a:lnTo>
                <a:lnTo>
                  <a:pt x="57781" y="620412"/>
                </a:lnTo>
                <a:lnTo>
                  <a:pt x="58744" y="620412"/>
                </a:lnTo>
                <a:lnTo>
                  <a:pt x="59708" y="620412"/>
                </a:lnTo>
                <a:lnTo>
                  <a:pt x="60671" y="620412"/>
                </a:lnTo>
                <a:lnTo>
                  <a:pt x="61633" y="620412"/>
                </a:lnTo>
                <a:lnTo>
                  <a:pt x="62596" y="620412"/>
                </a:lnTo>
                <a:lnTo>
                  <a:pt x="63560" y="620412"/>
                </a:lnTo>
                <a:lnTo>
                  <a:pt x="64523" y="620412"/>
                </a:lnTo>
                <a:lnTo>
                  <a:pt x="65485" y="620412"/>
                </a:lnTo>
                <a:lnTo>
                  <a:pt x="66449" y="620412"/>
                </a:lnTo>
                <a:lnTo>
                  <a:pt x="67412" y="620408"/>
                </a:lnTo>
                <a:lnTo>
                  <a:pt x="68375" y="620408"/>
                </a:lnTo>
                <a:lnTo>
                  <a:pt x="69337" y="620408"/>
                </a:lnTo>
                <a:lnTo>
                  <a:pt x="70301" y="620408"/>
                </a:lnTo>
                <a:lnTo>
                  <a:pt x="71264" y="620408"/>
                </a:lnTo>
                <a:lnTo>
                  <a:pt x="72227" y="620408"/>
                </a:lnTo>
                <a:lnTo>
                  <a:pt x="73190" y="620408"/>
                </a:lnTo>
                <a:lnTo>
                  <a:pt x="74153" y="620408"/>
                </a:lnTo>
                <a:lnTo>
                  <a:pt x="75116" y="620408"/>
                </a:lnTo>
                <a:lnTo>
                  <a:pt x="76079" y="620408"/>
                </a:lnTo>
                <a:lnTo>
                  <a:pt x="77042" y="620408"/>
                </a:lnTo>
                <a:lnTo>
                  <a:pt x="78005" y="620403"/>
                </a:lnTo>
                <a:lnTo>
                  <a:pt x="78968" y="620403"/>
                </a:lnTo>
                <a:lnTo>
                  <a:pt x="79931" y="620403"/>
                </a:lnTo>
                <a:lnTo>
                  <a:pt x="80894" y="620403"/>
                </a:lnTo>
                <a:lnTo>
                  <a:pt x="81857" y="620403"/>
                </a:lnTo>
                <a:lnTo>
                  <a:pt x="82820" y="620403"/>
                </a:lnTo>
                <a:lnTo>
                  <a:pt x="83783" y="620403"/>
                </a:lnTo>
                <a:lnTo>
                  <a:pt x="84746" y="620398"/>
                </a:lnTo>
                <a:lnTo>
                  <a:pt x="85709" y="620398"/>
                </a:lnTo>
                <a:lnTo>
                  <a:pt x="86672" y="620398"/>
                </a:lnTo>
                <a:lnTo>
                  <a:pt x="87635" y="620398"/>
                </a:lnTo>
                <a:lnTo>
                  <a:pt x="88598" y="620398"/>
                </a:lnTo>
                <a:lnTo>
                  <a:pt x="89561" y="620393"/>
                </a:lnTo>
                <a:lnTo>
                  <a:pt x="90524" y="620393"/>
                </a:lnTo>
                <a:lnTo>
                  <a:pt x="91487" y="620393"/>
                </a:lnTo>
                <a:lnTo>
                  <a:pt x="92450" y="620393"/>
                </a:lnTo>
                <a:lnTo>
                  <a:pt x="93413" y="620388"/>
                </a:lnTo>
                <a:lnTo>
                  <a:pt x="94376" y="620388"/>
                </a:lnTo>
                <a:lnTo>
                  <a:pt x="95339" y="620383"/>
                </a:lnTo>
                <a:lnTo>
                  <a:pt x="96302" y="620383"/>
                </a:lnTo>
                <a:lnTo>
                  <a:pt x="97266" y="620383"/>
                </a:lnTo>
                <a:lnTo>
                  <a:pt x="98228" y="620378"/>
                </a:lnTo>
                <a:lnTo>
                  <a:pt x="99191" y="620378"/>
                </a:lnTo>
                <a:lnTo>
                  <a:pt x="100154" y="620373"/>
                </a:lnTo>
                <a:lnTo>
                  <a:pt x="101118" y="620373"/>
                </a:lnTo>
                <a:lnTo>
                  <a:pt x="102080" y="620368"/>
                </a:lnTo>
                <a:lnTo>
                  <a:pt x="103043" y="620368"/>
                </a:lnTo>
                <a:lnTo>
                  <a:pt x="104007" y="620363"/>
                </a:lnTo>
                <a:lnTo>
                  <a:pt x="104970" y="620363"/>
                </a:lnTo>
                <a:lnTo>
                  <a:pt x="105932" y="620358"/>
                </a:lnTo>
                <a:lnTo>
                  <a:pt x="106895" y="620353"/>
                </a:lnTo>
                <a:lnTo>
                  <a:pt x="107859" y="620348"/>
                </a:lnTo>
                <a:lnTo>
                  <a:pt x="108822" y="620348"/>
                </a:lnTo>
                <a:lnTo>
                  <a:pt x="109784" y="620343"/>
                </a:lnTo>
                <a:lnTo>
                  <a:pt x="110748" y="620338"/>
                </a:lnTo>
                <a:lnTo>
                  <a:pt x="111711" y="620333"/>
                </a:lnTo>
                <a:lnTo>
                  <a:pt x="112674" y="620328"/>
                </a:lnTo>
                <a:lnTo>
                  <a:pt x="113637" y="620323"/>
                </a:lnTo>
                <a:lnTo>
                  <a:pt x="114600" y="620318"/>
                </a:lnTo>
                <a:lnTo>
                  <a:pt x="115563" y="620308"/>
                </a:lnTo>
                <a:lnTo>
                  <a:pt x="116526" y="620304"/>
                </a:lnTo>
                <a:lnTo>
                  <a:pt x="117489" y="620299"/>
                </a:lnTo>
                <a:lnTo>
                  <a:pt x="118452" y="620289"/>
                </a:lnTo>
                <a:lnTo>
                  <a:pt x="119415" y="620284"/>
                </a:lnTo>
                <a:lnTo>
                  <a:pt x="120378" y="620274"/>
                </a:lnTo>
                <a:lnTo>
                  <a:pt x="121341" y="620269"/>
                </a:lnTo>
                <a:lnTo>
                  <a:pt x="122304" y="620259"/>
                </a:lnTo>
                <a:lnTo>
                  <a:pt x="123267" y="620249"/>
                </a:lnTo>
                <a:lnTo>
                  <a:pt x="124230" y="620239"/>
                </a:lnTo>
                <a:lnTo>
                  <a:pt x="125193" y="620229"/>
                </a:lnTo>
                <a:lnTo>
                  <a:pt x="126156" y="620219"/>
                </a:lnTo>
                <a:lnTo>
                  <a:pt x="127119" y="620210"/>
                </a:lnTo>
                <a:lnTo>
                  <a:pt x="128082" y="620195"/>
                </a:lnTo>
                <a:lnTo>
                  <a:pt x="129045" y="620185"/>
                </a:lnTo>
                <a:lnTo>
                  <a:pt x="130008" y="620170"/>
                </a:lnTo>
                <a:lnTo>
                  <a:pt x="130971" y="620155"/>
                </a:lnTo>
                <a:lnTo>
                  <a:pt x="131934" y="620140"/>
                </a:lnTo>
                <a:lnTo>
                  <a:pt x="132897" y="620125"/>
                </a:lnTo>
                <a:lnTo>
                  <a:pt x="133860" y="620110"/>
                </a:lnTo>
                <a:lnTo>
                  <a:pt x="134823" y="620091"/>
                </a:lnTo>
                <a:lnTo>
                  <a:pt x="135786" y="620076"/>
                </a:lnTo>
                <a:lnTo>
                  <a:pt x="136749" y="620056"/>
                </a:lnTo>
                <a:lnTo>
                  <a:pt x="137712" y="620036"/>
                </a:lnTo>
                <a:lnTo>
                  <a:pt x="138675" y="620016"/>
                </a:lnTo>
                <a:lnTo>
                  <a:pt x="139638" y="619992"/>
                </a:lnTo>
                <a:lnTo>
                  <a:pt x="140601" y="619967"/>
                </a:lnTo>
                <a:lnTo>
                  <a:pt x="141565" y="619942"/>
                </a:lnTo>
                <a:lnTo>
                  <a:pt x="142527" y="619917"/>
                </a:lnTo>
                <a:lnTo>
                  <a:pt x="143490" y="619893"/>
                </a:lnTo>
                <a:lnTo>
                  <a:pt x="144453" y="619863"/>
                </a:lnTo>
                <a:lnTo>
                  <a:pt x="145417" y="619833"/>
                </a:lnTo>
                <a:lnTo>
                  <a:pt x="146379" y="619804"/>
                </a:lnTo>
                <a:lnTo>
                  <a:pt x="147342" y="619769"/>
                </a:lnTo>
                <a:lnTo>
                  <a:pt x="148305" y="619734"/>
                </a:lnTo>
                <a:lnTo>
                  <a:pt x="149269" y="619700"/>
                </a:lnTo>
                <a:lnTo>
                  <a:pt x="150231" y="619660"/>
                </a:lnTo>
                <a:lnTo>
                  <a:pt x="151194" y="619620"/>
                </a:lnTo>
                <a:lnTo>
                  <a:pt x="152158" y="619581"/>
                </a:lnTo>
                <a:lnTo>
                  <a:pt x="153121" y="619536"/>
                </a:lnTo>
                <a:lnTo>
                  <a:pt x="154084" y="619492"/>
                </a:lnTo>
                <a:lnTo>
                  <a:pt x="155046" y="619442"/>
                </a:lnTo>
                <a:lnTo>
                  <a:pt x="156010" y="619393"/>
                </a:lnTo>
                <a:lnTo>
                  <a:pt x="156973" y="619338"/>
                </a:lnTo>
                <a:lnTo>
                  <a:pt x="157936" y="619284"/>
                </a:lnTo>
                <a:lnTo>
                  <a:pt x="158899" y="619224"/>
                </a:lnTo>
                <a:lnTo>
                  <a:pt x="159862" y="619165"/>
                </a:lnTo>
                <a:lnTo>
                  <a:pt x="160825" y="619101"/>
                </a:lnTo>
                <a:lnTo>
                  <a:pt x="161788" y="619036"/>
                </a:lnTo>
                <a:lnTo>
                  <a:pt x="162751" y="618967"/>
                </a:lnTo>
                <a:lnTo>
                  <a:pt x="163714" y="618893"/>
                </a:lnTo>
                <a:lnTo>
                  <a:pt x="164677" y="618818"/>
                </a:lnTo>
                <a:lnTo>
                  <a:pt x="165640" y="618739"/>
                </a:lnTo>
                <a:lnTo>
                  <a:pt x="166603" y="618655"/>
                </a:lnTo>
                <a:lnTo>
                  <a:pt x="167566" y="618566"/>
                </a:lnTo>
                <a:lnTo>
                  <a:pt x="168529" y="618477"/>
                </a:lnTo>
                <a:lnTo>
                  <a:pt x="169492" y="618383"/>
                </a:lnTo>
                <a:lnTo>
                  <a:pt x="170455" y="618284"/>
                </a:lnTo>
                <a:lnTo>
                  <a:pt x="171418" y="618180"/>
                </a:lnTo>
                <a:lnTo>
                  <a:pt x="172381" y="618071"/>
                </a:lnTo>
                <a:lnTo>
                  <a:pt x="173344" y="617962"/>
                </a:lnTo>
                <a:lnTo>
                  <a:pt x="174307" y="617843"/>
                </a:lnTo>
                <a:lnTo>
                  <a:pt x="175270" y="617719"/>
                </a:lnTo>
                <a:lnTo>
                  <a:pt x="176233" y="617591"/>
                </a:lnTo>
                <a:lnTo>
                  <a:pt x="177196" y="617462"/>
                </a:lnTo>
                <a:lnTo>
                  <a:pt x="178159" y="617318"/>
                </a:lnTo>
                <a:lnTo>
                  <a:pt x="179122" y="617175"/>
                </a:lnTo>
                <a:lnTo>
                  <a:pt x="180085" y="617026"/>
                </a:lnTo>
                <a:lnTo>
                  <a:pt x="181048" y="616868"/>
                </a:lnTo>
                <a:lnTo>
                  <a:pt x="182011" y="616704"/>
                </a:lnTo>
                <a:lnTo>
                  <a:pt x="182974" y="616531"/>
                </a:lnTo>
                <a:lnTo>
                  <a:pt x="183937" y="616358"/>
                </a:lnTo>
                <a:lnTo>
                  <a:pt x="184900" y="616170"/>
                </a:lnTo>
                <a:lnTo>
                  <a:pt x="185863" y="615977"/>
                </a:lnTo>
                <a:lnTo>
                  <a:pt x="186827" y="615779"/>
                </a:lnTo>
                <a:lnTo>
                  <a:pt x="187789" y="615571"/>
                </a:lnTo>
                <a:lnTo>
                  <a:pt x="188752" y="615353"/>
                </a:lnTo>
                <a:lnTo>
                  <a:pt x="189716" y="615125"/>
                </a:lnTo>
                <a:lnTo>
                  <a:pt x="190679" y="614893"/>
                </a:lnTo>
                <a:lnTo>
                  <a:pt x="191641" y="614650"/>
                </a:lnTo>
                <a:lnTo>
                  <a:pt x="192604" y="614398"/>
                </a:lnTo>
                <a:lnTo>
                  <a:pt x="193568" y="614135"/>
                </a:lnTo>
                <a:lnTo>
                  <a:pt x="194531" y="613858"/>
                </a:lnTo>
                <a:lnTo>
                  <a:pt x="195493" y="613576"/>
                </a:lnTo>
                <a:lnTo>
                  <a:pt x="196457" y="613284"/>
                </a:lnTo>
                <a:lnTo>
                  <a:pt x="197420" y="612977"/>
                </a:lnTo>
                <a:lnTo>
                  <a:pt x="198383" y="612660"/>
                </a:lnTo>
                <a:lnTo>
                  <a:pt x="199345" y="612328"/>
                </a:lnTo>
                <a:lnTo>
                  <a:pt x="200309" y="611987"/>
                </a:lnTo>
                <a:lnTo>
                  <a:pt x="201272" y="611635"/>
                </a:lnTo>
                <a:lnTo>
                  <a:pt x="202235" y="611264"/>
                </a:lnTo>
                <a:lnTo>
                  <a:pt x="203197" y="610888"/>
                </a:lnTo>
                <a:lnTo>
                  <a:pt x="204161" y="610492"/>
                </a:lnTo>
                <a:lnTo>
                  <a:pt x="205124" y="610081"/>
                </a:lnTo>
                <a:lnTo>
                  <a:pt x="206087" y="609660"/>
                </a:lnTo>
                <a:lnTo>
                  <a:pt x="207050" y="609219"/>
                </a:lnTo>
                <a:lnTo>
                  <a:pt x="208013" y="608764"/>
                </a:lnTo>
                <a:lnTo>
                  <a:pt x="208976" y="608293"/>
                </a:lnTo>
                <a:lnTo>
                  <a:pt x="209939" y="607808"/>
                </a:lnTo>
                <a:lnTo>
                  <a:pt x="210902" y="607303"/>
                </a:lnTo>
                <a:lnTo>
                  <a:pt x="211865" y="606779"/>
                </a:lnTo>
                <a:lnTo>
                  <a:pt x="212828" y="606239"/>
                </a:lnTo>
                <a:lnTo>
                  <a:pt x="213791" y="605685"/>
                </a:lnTo>
                <a:lnTo>
                  <a:pt x="214754" y="605105"/>
                </a:lnTo>
                <a:lnTo>
                  <a:pt x="215717" y="604511"/>
                </a:lnTo>
                <a:lnTo>
                  <a:pt x="216680" y="603892"/>
                </a:lnTo>
                <a:lnTo>
                  <a:pt x="217643" y="603259"/>
                </a:lnTo>
                <a:lnTo>
                  <a:pt x="218606" y="602600"/>
                </a:lnTo>
                <a:lnTo>
                  <a:pt x="219569" y="601922"/>
                </a:lnTo>
                <a:lnTo>
                  <a:pt x="220532" y="601219"/>
                </a:lnTo>
                <a:lnTo>
                  <a:pt x="221495" y="600496"/>
                </a:lnTo>
                <a:lnTo>
                  <a:pt x="222458" y="599749"/>
                </a:lnTo>
                <a:lnTo>
                  <a:pt x="223421" y="598977"/>
                </a:lnTo>
                <a:lnTo>
                  <a:pt x="224384" y="598180"/>
                </a:lnTo>
                <a:lnTo>
                  <a:pt x="225347" y="597363"/>
                </a:lnTo>
                <a:lnTo>
                  <a:pt x="226310" y="596516"/>
                </a:lnTo>
                <a:lnTo>
                  <a:pt x="227274" y="595645"/>
                </a:lnTo>
                <a:lnTo>
                  <a:pt x="228236" y="594744"/>
                </a:lnTo>
                <a:lnTo>
                  <a:pt x="229199" y="593818"/>
                </a:lnTo>
                <a:lnTo>
                  <a:pt x="230162" y="592863"/>
                </a:lnTo>
                <a:lnTo>
                  <a:pt x="231126" y="591882"/>
                </a:lnTo>
                <a:lnTo>
                  <a:pt x="232088" y="590873"/>
                </a:lnTo>
                <a:lnTo>
                  <a:pt x="233051" y="589828"/>
                </a:lnTo>
                <a:lnTo>
                  <a:pt x="234014" y="588759"/>
                </a:lnTo>
                <a:lnTo>
                  <a:pt x="234978" y="587655"/>
                </a:lnTo>
                <a:lnTo>
                  <a:pt x="235940" y="586521"/>
                </a:lnTo>
                <a:lnTo>
                  <a:pt x="236903" y="585353"/>
                </a:lnTo>
                <a:lnTo>
                  <a:pt x="237867" y="584150"/>
                </a:lnTo>
                <a:lnTo>
                  <a:pt x="238830" y="582917"/>
                </a:lnTo>
                <a:lnTo>
                  <a:pt x="239792" y="581650"/>
                </a:lnTo>
                <a:lnTo>
                  <a:pt x="240755" y="580348"/>
                </a:lnTo>
                <a:lnTo>
                  <a:pt x="241719" y="579011"/>
                </a:lnTo>
                <a:lnTo>
                  <a:pt x="242682" y="577635"/>
                </a:lnTo>
                <a:lnTo>
                  <a:pt x="243645" y="576224"/>
                </a:lnTo>
                <a:lnTo>
                  <a:pt x="244608" y="574773"/>
                </a:lnTo>
                <a:lnTo>
                  <a:pt x="245571" y="573288"/>
                </a:lnTo>
                <a:lnTo>
                  <a:pt x="246534" y="571758"/>
                </a:lnTo>
                <a:lnTo>
                  <a:pt x="247497" y="570194"/>
                </a:lnTo>
                <a:lnTo>
                  <a:pt x="248460" y="568590"/>
                </a:lnTo>
                <a:lnTo>
                  <a:pt x="249423" y="566942"/>
                </a:lnTo>
                <a:lnTo>
                  <a:pt x="250386" y="565253"/>
                </a:lnTo>
                <a:lnTo>
                  <a:pt x="251349" y="563526"/>
                </a:lnTo>
                <a:lnTo>
                  <a:pt x="252312" y="561753"/>
                </a:lnTo>
                <a:lnTo>
                  <a:pt x="253275" y="559937"/>
                </a:lnTo>
                <a:lnTo>
                  <a:pt x="254238" y="558075"/>
                </a:lnTo>
                <a:lnTo>
                  <a:pt x="255201" y="556174"/>
                </a:lnTo>
                <a:lnTo>
                  <a:pt x="256164" y="554224"/>
                </a:lnTo>
                <a:lnTo>
                  <a:pt x="257127" y="552229"/>
                </a:lnTo>
                <a:lnTo>
                  <a:pt x="258090" y="550189"/>
                </a:lnTo>
                <a:lnTo>
                  <a:pt x="259053" y="548100"/>
                </a:lnTo>
                <a:lnTo>
                  <a:pt x="260016" y="545966"/>
                </a:lnTo>
                <a:lnTo>
                  <a:pt x="260979" y="543783"/>
                </a:lnTo>
                <a:lnTo>
                  <a:pt x="261942" y="541550"/>
                </a:lnTo>
                <a:lnTo>
                  <a:pt x="262905" y="539273"/>
                </a:lnTo>
                <a:lnTo>
                  <a:pt x="263868" y="536941"/>
                </a:lnTo>
                <a:lnTo>
                  <a:pt x="264831" y="534565"/>
                </a:lnTo>
                <a:lnTo>
                  <a:pt x="265794" y="532134"/>
                </a:lnTo>
                <a:lnTo>
                  <a:pt x="266757" y="529654"/>
                </a:lnTo>
                <a:lnTo>
                  <a:pt x="267720" y="527124"/>
                </a:lnTo>
                <a:lnTo>
                  <a:pt x="268683" y="524540"/>
                </a:lnTo>
                <a:lnTo>
                  <a:pt x="269646" y="521906"/>
                </a:lnTo>
                <a:lnTo>
                  <a:pt x="270609" y="519218"/>
                </a:lnTo>
                <a:lnTo>
                  <a:pt x="271572" y="516476"/>
                </a:lnTo>
                <a:lnTo>
                  <a:pt x="272535" y="513684"/>
                </a:lnTo>
                <a:lnTo>
                  <a:pt x="273498" y="510837"/>
                </a:lnTo>
                <a:lnTo>
                  <a:pt x="274461" y="507941"/>
                </a:lnTo>
                <a:lnTo>
                  <a:pt x="275425" y="504985"/>
                </a:lnTo>
                <a:lnTo>
                  <a:pt x="276387" y="501975"/>
                </a:lnTo>
                <a:lnTo>
                  <a:pt x="277350" y="498916"/>
                </a:lnTo>
                <a:lnTo>
                  <a:pt x="278313" y="495797"/>
                </a:lnTo>
                <a:lnTo>
                  <a:pt x="279277" y="492629"/>
                </a:lnTo>
                <a:lnTo>
                  <a:pt x="280240" y="489401"/>
                </a:lnTo>
                <a:lnTo>
                  <a:pt x="281202" y="486119"/>
                </a:lnTo>
                <a:lnTo>
                  <a:pt x="282166" y="482787"/>
                </a:lnTo>
                <a:lnTo>
                  <a:pt x="283129" y="479396"/>
                </a:lnTo>
                <a:lnTo>
                  <a:pt x="284092" y="475950"/>
                </a:lnTo>
                <a:lnTo>
                  <a:pt x="285054" y="472450"/>
                </a:lnTo>
                <a:lnTo>
                  <a:pt x="286018" y="468896"/>
                </a:lnTo>
                <a:lnTo>
                  <a:pt x="286981" y="465287"/>
                </a:lnTo>
                <a:lnTo>
                  <a:pt x="287944" y="461619"/>
                </a:lnTo>
                <a:lnTo>
                  <a:pt x="288906" y="457901"/>
                </a:lnTo>
                <a:lnTo>
                  <a:pt x="289870" y="454128"/>
                </a:lnTo>
                <a:lnTo>
                  <a:pt x="290833" y="450303"/>
                </a:lnTo>
                <a:lnTo>
                  <a:pt x="291796" y="446423"/>
                </a:lnTo>
                <a:lnTo>
                  <a:pt x="292759" y="442490"/>
                </a:lnTo>
                <a:lnTo>
                  <a:pt x="293722" y="438504"/>
                </a:lnTo>
                <a:lnTo>
                  <a:pt x="294685" y="434466"/>
                </a:lnTo>
                <a:lnTo>
                  <a:pt x="295648" y="430375"/>
                </a:lnTo>
                <a:lnTo>
                  <a:pt x="296611" y="426234"/>
                </a:lnTo>
                <a:lnTo>
                  <a:pt x="297574" y="422041"/>
                </a:lnTo>
                <a:lnTo>
                  <a:pt x="298537" y="417798"/>
                </a:lnTo>
                <a:lnTo>
                  <a:pt x="299500" y="413505"/>
                </a:lnTo>
                <a:lnTo>
                  <a:pt x="300463" y="409163"/>
                </a:lnTo>
                <a:lnTo>
                  <a:pt x="301426" y="404772"/>
                </a:lnTo>
                <a:lnTo>
                  <a:pt x="302389" y="400335"/>
                </a:lnTo>
                <a:lnTo>
                  <a:pt x="303352" y="395850"/>
                </a:lnTo>
                <a:lnTo>
                  <a:pt x="304315" y="391319"/>
                </a:lnTo>
                <a:lnTo>
                  <a:pt x="305278" y="386744"/>
                </a:lnTo>
                <a:lnTo>
                  <a:pt x="306241" y="382124"/>
                </a:lnTo>
                <a:lnTo>
                  <a:pt x="307204" y="377460"/>
                </a:lnTo>
                <a:lnTo>
                  <a:pt x="308167" y="372755"/>
                </a:lnTo>
                <a:lnTo>
                  <a:pt x="309130" y="368009"/>
                </a:lnTo>
                <a:lnTo>
                  <a:pt x="310093" y="363223"/>
                </a:lnTo>
                <a:lnTo>
                  <a:pt x="311056" y="358398"/>
                </a:lnTo>
                <a:lnTo>
                  <a:pt x="312019" y="353535"/>
                </a:lnTo>
                <a:lnTo>
                  <a:pt x="312982" y="348636"/>
                </a:lnTo>
                <a:lnTo>
                  <a:pt x="313945" y="343702"/>
                </a:lnTo>
                <a:lnTo>
                  <a:pt x="314908" y="338734"/>
                </a:lnTo>
                <a:lnTo>
                  <a:pt x="315871" y="333734"/>
                </a:lnTo>
                <a:lnTo>
                  <a:pt x="316834" y="328703"/>
                </a:lnTo>
                <a:lnTo>
                  <a:pt x="317797" y="323642"/>
                </a:lnTo>
                <a:lnTo>
                  <a:pt x="318760" y="318554"/>
                </a:lnTo>
                <a:lnTo>
                  <a:pt x="319723" y="313439"/>
                </a:lnTo>
                <a:lnTo>
                  <a:pt x="320687" y="308300"/>
                </a:lnTo>
                <a:lnTo>
                  <a:pt x="321647" y="303137"/>
                </a:lnTo>
                <a:lnTo>
                  <a:pt x="322613" y="297952"/>
                </a:lnTo>
                <a:lnTo>
                  <a:pt x="323573" y="292748"/>
                </a:lnTo>
                <a:lnTo>
                  <a:pt x="324539" y="287527"/>
                </a:lnTo>
                <a:lnTo>
                  <a:pt x="325504" y="282288"/>
                </a:lnTo>
                <a:lnTo>
                  <a:pt x="326464" y="277036"/>
                </a:lnTo>
                <a:lnTo>
                  <a:pt x="327430" y="271771"/>
                </a:lnTo>
                <a:lnTo>
                  <a:pt x="328390" y="266496"/>
                </a:lnTo>
                <a:lnTo>
                  <a:pt x="329355" y="261211"/>
                </a:lnTo>
                <a:lnTo>
                  <a:pt x="330316" y="255921"/>
                </a:lnTo>
                <a:lnTo>
                  <a:pt x="331281" y="250626"/>
                </a:lnTo>
                <a:lnTo>
                  <a:pt x="332242" y="245328"/>
                </a:lnTo>
                <a:lnTo>
                  <a:pt x="333207" y="240030"/>
                </a:lnTo>
                <a:lnTo>
                  <a:pt x="334167" y="234732"/>
                </a:lnTo>
                <a:lnTo>
                  <a:pt x="335133" y="229440"/>
                </a:lnTo>
                <a:lnTo>
                  <a:pt x="336093" y="224153"/>
                </a:lnTo>
                <a:lnTo>
                  <a:pt x="337058" y="218874"/>
                </a:lnTo>
                <a:lnTo>
                  <a:pt x="338019" y="213605"/>
                </a:lnTo>
                <a:lnTo>
                  <a:pt x="338984" y="208349"/>
                </a:lnTo>
                <a:lnTo>
                  <a:pt x="339945" y="203108"/>
                </a:lnTo>
                <a:lnTo>
                  <a:pt x="340910" y="197884"/>
                </a:lnTo>
                <a:lnTo>
                  <a:pt x="341870" y="192679"/>
                </a:lnTo>
                <a:lnTo>
                  <a:pt x="342836" y="187497"/>
                </a:lnTo>
                <a:lnTo>
                  <a:pt x="343801" y="182338"/>
                </a:lnTo>
                <a:lnTo>
                  <a:pt x="344762" y="177206"/>
                </a:lnTo>
                <a:lnTo>
                  <a:pt x="345727" y="172102"/>
                </a:lnTo>
                <a:lnTo>
                  <a:pt x="346687" y="167029"/>
                </a:lnTo>
                <a:lnTo>
                  <a:pt x="347653" y="161990"/>
                </a:lnTo>
                <a:lnTo>
                  <a:pt x="348613" y="156987"/>
                </a:lnTo>
                <a:lnTo>
                  <a:pt x="349578" y="152022"/>
                </a:lnTo>
                <a:lnTo>
                  <a:pt x="350539" y="147098"/>
                </a:lnTo>
                <a:lnTo>
                  <a:pt x="351504" y="142217"/>
                </a:lnTo>
                <a:lnTo>
                  <a:pt x="352465" y="137381"/>
                </a:lnTo>
                <a:lnTo>
                  <a:pt x="353430" y="132593"/>
                </a:lnTo>
                <a:lnTo>
                  <a:pt x="354390" y="127855"/>
                </a:lnTo>
                <a:lnTo>
                  <a:pt x="355356" y="123170"/>
                </a:lnTo>
                <a:lnTo>
                  <a:pt x="356316" y="118540"/>
                </a:lnTo>
                <a:lnTo>
                  <a:pt x="357281" y="113967"/>
                </a:lnTo>
                <a:lnTo>
                  <a:pt x="358242" y="109454"/>
                </a:lnTo>
                <a:lnTo>
                  <a:pt x="359207" y="105003"/>
                </a:lnTo>
                <a:lnTo>
                  <a:pt x="360173" y="100616"/>
                </a:lnTo>
                <a:lnTo>
                  <a:pt x="361133" y="96295"/>
                </a:lnTo>
                <a:lnTo>
                  <a:pt x="362098" y="92044"/>
                </a:lnTo>
                <a:lnTo>
                  <a:pt x="363059" y="87863"/>
                </a:lnTo>
                <a:lnTo>
                  <a:pt x="364024" y="83756"/>
                </a:lnTo>
                <a:lnTo>
                  <a:pt x="364985" y="79725"/>
                </a:lnTo>
                <a:lnTo>
                  <a:pt x="365950" y="75771"/>
                </a:lnTo>
                <a:lnTo>
                  <a:pt x="366910" y="71897"/>
                </a:lnTo>
                <a:lnTo>
                  <a:pt x="367876" y="68105"/>
                </a:lnTo>
                <a:lnTo>
                  <a:pt x="368836" y="64397"/>
                </a:lnTo>
                <a:lnTo>
                  <a:pt x="369801" y="60775"/>
                </a:lnTo>
                <a:lnTo>
                  <a:pt x="370762" y="57241"/>
                </a:lnTo>
                <a:lnTo>
                  <a:pt x="371727" y="53797"/>
                </a:lnTo>
                <a:lnTo>
                  <a:pt x="372688" y="50445"/>
                </a:lnTo>
                <a:lnTo>
                  <a:pt x="373653" y="47187"/>
                </a:lnTo>
                <a:lnTo>
                  <a:pt x="374613" y="44025"/>
                </a:lnTo>
                <a:lnTo>
                  <a:pt x="375579" y="40959"/>
                </a:lnTo>
                <a:lnTo>
                  <a:pt x="376544" y="37994"/>
                </a:lnTo>
                <a:lnTo>
                  <a:pt x="377505" y="35129"/>
                </a:lnTo>
                <a:lnTo>
                  <a:pt x="378470" y="32367"/>
                </a:lnTo>
                <a:lnTo>
                  <a:pt x="379430" y="29708"/>
                </a:lnTo>
                <a:lnTo>
                  <a:pt x="380396" y="27155"/>
                </a:lnTo>
                <a:lnTo>
                  <a:pt x="381356" y="24710"/>
                </a:lnTo>
                <a:lnTo>
                  <a:pt x="382321" y="22373"/>
                </a:lnTo>
                <a:lnTo>
                  <a:pt x="383282" y="20145"/>
                </a:lnTo>
                <a:lnTo>
                  <a:pt x="384247" y="18030"/>
                </a:lnTo>
                <a:lnTo>
                  <a:pt x="385208" y="16026"/>
                </a:lnTo>
                <a:lnTo>
                  <a:pt x="386173" y="14135"/>
                </a:lnTo>
                <a:lnTo>
                  <a:pt x="387133" y="12360"/>
                </a:lnTo>
                <a:lnTo>
                  <a:pt x="388099" y="10700"/>
                </a:lnTo>
                <a:lnTo>
                  <a:pt x="389059" y="9157"/>
                </a:lnTo>
                <a:lnTo>
                  <a:pt x="390024" y="7731"/>
                </a:lnTo>
                <a:lnTo>
                  <a:pt x="390985" y="6424"/>
                </a:lnTo>
                <a:lnTo>
                  <a:pt x="391950" y="5236"/>
                </a:lnTo>
                <a:lnTo>
                  <a:pt x="392911" y="4168"/>
                </a:lnTo>
                <a:lnTo>
                  <a:pt x="393876" y="3220"/>
                </a:lnTo>
                <a:lnTo>
                  <a:pt x="394841" y="2394"/>
                </a:lnTo>
                <a:lnTo>
                  <a:pt x="395802" y="1689"/>
                </a:lnTo>
                <a:lnTo>
                  <a:pt x="396767" y="1106"/>
                </a:lnTo>
                <a:lnTo>
                  <a:pt x="397728" y="645"/>
                </a:lnTo>
                <a:lnTo>
                  <a:pt x="398693" y="307"/>
                </a:lnTo>
                <a:lnTo>
                  <a:pt x="399653" y="92"/>
                </a:lnTo>
                <a:lnTo>
                  <a:pt x="400619" y="0"/>
                </a:lnTo>
                <a:lnTo>
                  <a:pt x="401579" y="31"/>
                </a:lnTo>
                <a:lnTo>
                  <a:pt x="402544" y="184"/>
                </a:lnTo>
                <a:lnTo>
                  <a:pt x="403505" y="461"/>
                </a:lnTo>
                <a:lnTo>
                  <a:pt x="404470" y="860"/>
                </a:lnTo>
                <a:lnTo>
                  <a:pt x="405431" y="1382"/>
                </a:lnTo>
                <a:lnTo>
                  <a:pt x="406396" y="2026"/>
                </a:lnTo>
                <a:lnTo>
                  <a:pt x="407356" y="2792"/>
                </a:lnTo>
                <a:lnTo>
                  <a:pt x="408322" y="3679"/>
                </a:lnTo>
                <a:lnTo>
                  <a:pt x="409282" y="4687"/>
                </a:lnTo>
                <a:lnTo>
                  <a:pt x="410248" y="5815"/>
                </a:lnTo>
                <a:lnTo>
                  <a:pt x="411213" y="7063"/>
                </a:lnTo>
                <a:lnTo>
                  <a:pt x="412173" y="8429"/>
                </a:lnTo>
                <a:lnTo>
                  <a:pt x="413139" y="9914"/>
                </a:lnTo>
                <a:lnTo>
                  <a:pt x="414099" y="11516"/>
                </a:lnTo>
                <a:lnTo>
                  <a:pt x="415064" y="13233"/>
                </a:lnTo>
                <a:lnTo>
                  <a:pt x="416025" y="15066"/>
                </a:lnTo>
                <a:lnTo>
                  <a:pt x="416990" y="17014"/>
                </a:lnTo>
                <a:lnTo>
                  <a:pt x="417951" y="19074"/>
                </a:lnTo>
                <a:lnTo>
                  <a:pt x="418916" y="21245"/>
                </a:lnTo>
                <a:lnTo>
                  <a:pt x="419876" y="23528"/>
                </a:lnTo>
                <a:lnTo>
                  <a:pt x="420842" y="25919"/>
                </a:lnTo>
                <a:lnTo>
                  <a:pt x="421802" y="28419"/>
                </a:lnTo>
                <a:lnTo>
                  <a:pt x="422767" y="31024"/>
                </a:lnTo>
                <a:lnTo>
                  <a:pt x="423728" y="33735"/>
                </a:lnTo>
                <a:lnTo>
                  <a:pt x="424693" y="36549"/>
                </a:lnTo>
                <a:lnTo>
                  <a:pt x="425654" y="39464"/>
                </a:lnTo>
                <a:lnTo>
                  <a:pt x="426619" y="42480"/>
                </a:lnTo>
                <a:lnTo>
                  <a:pt x="427579" y="45594"/>
                </a:lnTo>
                <a:lnTo>
                  <a:pt x="428545" y="48804"/>
                </a:lnTo>
                <a:lnTo>
                  <a:pt x="429510" y="52110"/>
                </a:lnTo>
                <a:lnTo>
                  <a:pt x="430471" y="55508"/>
                </a:lnTo>
                <a:lnTo>
                  <a:pt x="431436" y="58997"/>
                </a:lnTo>
                <a:lnTo>
                  <a:pt x="432396" y="62575"/>
                </a:lnTo>
                <a:lnTo>
                  <a:pt x="433362" y="66240"/>
                </a:lnTo>
                <a:lnTo>
                  <a:pt x="434322" y="69990"/>
                </a:lnTo>
                <a:lnTo>
                  <a:pt x="435287" y="73824"/>
                </a:lnTo>
                <a:lnTo>
                  <a:pt x="436248" y="77738"/>
                </a:lnTo>
                <a:lnTo>
                  <a:pt x="437213" y="81731"/>
                </a:lnTo>
                <a:lnTo>
                  <a:pt x="438174" y="85801"/>
                </a:lnTo>
                <a:lnTo>
                  <a:pt x="439139" y="89945"/>
                </a:lnTo>
                <a:lnTo>
                  <a:pt x="440099" y="94161"/>
                </a:lnTo>
                <a:lnTo>
                  <a:pt x="441065" y="98447"/>
                </a:lnTo>
                <a:lnTo>
                  <a:pt x="442025" y="102801"/>
                </a:lnTo>
                <a:lnTo>
                  <a:pt x="442990" y="107221"/>
                </a:lnTo>
                <a:lnTo>
                  <a:pt x="443951" y="111703"/>
                </a:lnTo>
                <a:lnTo>
                  <a:pt x="444916" y="116246"/>
                </a:lnTo>
                <a:lnTo>
                  <a:pt x="445882" y="120848"/>
                </a:lnTo>
                <a:lnTo>
                  <a:pt x="446842" y="125506"/>
                </a:lnTo>
                <a:lnTo>
                  <a:pt x="447807" y="130218"/>
                </a:lnTo>
                <a:lnTo>
                  <a:pt x="448768" y="134981"/>
                </a:lnTo>
                <a:lnTo>
                  <a:pt x="449733" y="139793"/>
                </a:lnTo>
                <a:lnTo>
                  <a:pt x="450694" y="144652"/>
                </a:lnTo>
                <a:lnTo>
                  <a:pt x="451659" y="149555"/>
                </a:lnTo>
                <a:lnTo>
                  <a:pt x="452619" y="154499"/>
                </a:lnTo>
                <a:lnTo>
                  <a:pt x="453585" y="159484"/>
                </a:lnTo>
                <a:lnTo>
                  <a:pt x="454545" y="164505"/>
                </a:lnTo>
                <a:lnTo>
                  <a:pt x="455510" y="169561"/>
                </a:lnTo>
                <a:lnTo>
                  <a:pt x="456471" y="174650"/>
                </a:lnTo>
                <a:lnTo>
                  <a:pt x="457436" y="179768"/>
                </a:lnTo>
                <a:lnTo>
                  <a:pt x="458397" y="184914"/>
                </a:lnTo>
                <a:lnTo>
                  <a:pt x="459362" y="190085"/>
                </a:lnTo>
                <a:lnTo>
                  <a:pt x="460322" y="195279"/>
                </a:lnTo>
                <a:lnTo>
                  <a:pt x="461288" y="200494"/>
                </a:lnTo>
                <a:lnTo>
                  <a:pt x="462253" y="205727"/>
                </a:lnTo>
                <a:lnTo>
                  <a:pt x="463213" y="210976"/>
                </a:lnTo>
                <a:lnTo>
                  <a:pt x="464179" y="216238"/>
                </a:lnTo>
                <a:lnTo>
                  <a:pt x="465139" y="221512"/>
                </a:lnTo>
                <a:lnTo>
                  <a:pt x="466105" y="226795"/>
                </a:lnTo>
                <a:lnTo>
                  <a:pt x="467065" y="232085"/>
                </a:lnTo>
                <a:lnTo>
                  <a:pt x="468030" y="237380"/>
                </a:lnTo>
                <a:lnTo>
                  <a:pt x="468991" y="242679"/>
                </a:lnTo>
                <a:lnTo>
                  <a:pt x="469956" y="247977"/>
                </a:lnTo>
                <a:lnTo>
                  <a:pt x="470917" y="253274"/>
                </a:lnTo>
                <a:lnTo>
                  <a:pt x="471882" y="258567"/>
                </a:lnTo>
                <a:lnTo>
                  <a:pt x="472842" y="263855"/>
                </a:lnTo>
                <a:lnTo>
                  <a:pt x="473808" y="269134"/>
                </a:lnTo>
                <a:lnTo>
                  <a:pt x="474768" y="274405"/>
                </a:lnTo>
                <a:lnTo>
                  <a:pt x="475733" y="279664"/>
                </a:lnTo>
                <a:lnTo>
                  <a:pt x="476694" y="284909"/>
                </a:lnTo>
                <a:lnTo>
                  <a:pt x="477659" y="290139"/>
                </a:lnTo>
                <a:lnTo>
                  <a:pt x="478620" y="295353"/>
                </a:lnTo>
                <a:lnTo>
                  <a:pt x="479585" y="300547"/>
                </a:lnTo>
                <a:lnTo>
                  <a:pt x="480550" y="305721"/>
                </a:lnTo>
                <a:lnTo>
                  <a:pt x="481511" y="310872"/>
                </a:lnTo>
                <a:lnTo>
                  <a:pt x="482476" y="316000"/>
                </a:lnTo>
                <a:lnTo>
                  <a:pt x="483436" y="321102"/>
                </a:lnTo>
                <a:lnTo>
                  <a:pt x="484402" y="326176"/>
                </a:lnTo>
                <a:lnTo>
                  <a:pt x="485362" y="331222"/>
                </a:lnTo>
                <a:lnTo>
                  <a:pt x="486328" y="336238"/>
                </a:lnTo>
                <a:lnTo>
                  <a:pt x="487288" y="341222"/>
                </a:lnTo>
                <a:lnTo>
                  <a:pt x="488253" y="346173"/>
                </a:lnTo>
                <a:lnTo>
                  <a:pt x="489214" y="351090"/>
                </a:lnTo>
                <a:lnTo>
                  <a:pt x="490179" y="355971"/>
                </a:lnTo>
                <a:lnTo>
                  <a:pt x="491140" y="360815"/>
                </a:lnTo>
                <a:lnTo>
                  <a:pt x="492105" y="365621"/>
                </a:lnTo>
                <a:lnTo>
                  <a:pt x="493065" y="370387"/>
                </a:lnTo>
                <a:lnTo>
                  <a:pt x="494031" y="375113"/>
                </a:lnTo>
                <a:lnTo>
                  <a:pt x="494991" y="379797"/>
                </a:lnTo>
                <a:lnTo>
                  <a:pt x="495956" y="384439"/>
                </a:lnTo>
                <a:lnTo>
                  <a:pt x="496922" y="389037"/>
                </a:lnTo>
                <a:lnTo>
                  <a:pt x="497882" y="393590"/>
                </a:lnTo>
                <a:lnTo>
                  <a:pt x="498848" y="398098"/>
                </a:lnTo>
                <a:lnTo>
                  <a:pt x="499808" y="402560"/>
                </a:lnTo>
                <a:lnTo>
                  <a:pt x="500773" y="406973"/>
                </a:lnTo>
                <a:lnTo>
                  <a:pt x="501734" y="411340"/>
                </a:lnTo>
                <a:lnTo>
                  <a:pt x="502699" y="415657"/>
                </a:lnTo>
                <a:lnTo>
                  <a:pt x="503659" y="419926"/>
                </a:lnTo>
                <a:lnTo>
                  <a:pt x="504625" y="424143"/>
                </a:lnTo>
                <a:lnTo>
                  <a:pt x="505585" y="428311"/>
                </a:lnTo>
                <a:lnTo>
                  <a:pt x="506551" y="432427"/>
                </a:lnTo>
                <a:lnTo>
                  <a:pt x="507511" y="436492"/>
                </a:lnTo>
                <a:lnTo>
                  <a:pt x="508476" y="440504"/>
                </a:lnTo>
                <a:lnTo>
                  <a:pt x="509437" y="444463"/>
                </a:lnTo>
                <a:lnTo>
                  <a:pt x="510402" y="448370"/>
                </a:lnTo>
                <a:lnTo>
                  <a:pt x="511363" y="452223"/>
                </a:lnTo>
                <a:lnTo>
                  <a:pt x="512328" y="456024"/>
                </a:lnTo>
                <a:lnTo>
                  <a:pt x="513288" y="459767"/>
                </a:lnTo>
                <a:lnTo>
                  <a:pt x="514254" y="463460"/>
                </a:lnTo>
                <a:lnTo>
                  <a:pt x="515219" y="467094"/>
                </a:lnTo>
                <a:lnTo>
                  <a:pt x="516179" y="470678"/>
                </a:lnTo>
                <a:lnTo>
                  <a:pt x="517145" y="474208"/>
                </a:lnTo>
                <a:lnTo>
                  <a:pt x="518105" y="477678"/>
                </a:lnTo>
                <a:lnTo>
                  <a:pt x="519071" y="481099"/>
                </a:lnTo>
                <a:lnTo>
                  <a:pt x="520031" y="484460"/>
                </a:lnTo>
                <a:lnTo>
                  <a:pt x="520996" y="487767"/>
                </a:lnTo>
                <a:lnTo>
                  <a:pt x="521957" y="491020"/>
                </a:lnTo>
                <a:lnTo>
                  <a:pt x="522922" y="494218"/>
                </a:lnTo>
                <a:lnTo>
                  <a:pt x="523882" y="497362"/>
                </a:lnTo>
                <a:lnTo>
                  <a:pt x="524848" y="500451"/>
                </a:lnTo>
                <a:lnTo>
                  <a:pt x="525808" y="503485"/>
                </a:lnTo>
                <a:lnTo>
                  <a:pt x="526774" y="506471"/>
                </a:lnTo>
                <a:lnTo>
                  <a:pt x="527734" y="509396"/>
                </a:lnTo>
                <a:lnTo>
                  <a:pt x="528699" y="512268"/>
                </a:lnTo>
                <a:lnTo>
                  <a:pt x="529660" y="515090"/>
                </a:lnTo>
                <a:lnTo>
                  <a:pt x="530625" y="517857"/>
                </a:lnTo>
                <a:lnTo>
                  <a:pt x="531591" y="520570"/>
                </a:lnTo>
                <a:lnTo>
                  <a:pt x="532551" y="523228"/>
                </a:lnTo>
                <a:lnTo>
                  <a:pt x="533516" y="525837"/>
                </a:lnTo>
                <a:lnTo>
                  <a:pt x="534477" y="528397"/>
                </a:lnTo>
                <a:lnTo>
                  <a:pt x="535442" y="530902"/>
                </a:lnTo>
                <a:lnTo>
                  <a:pt x="536402" y="533357"/>
                </a:lnTo>
                <a:lnTo>
                  <a:pt x="537368" y="535758"/>
                </a:lnTo>
                <a:lnTo>
                  <a:pt x="538328" y="538114"/>
                </a:lnTo>
                <a:lnTo>
                  <a:pt x="539294" y="540417"/>
                </a:lnTo>
                <a:lnTo>
                  <a:pt x="540254" y="542674"/>
                </a:lnTo>
                <a:lnTo>
                  <a:pt x="541219" y="544882"/>
                </a:lnTo>
                <a:lnTo>
                  <a:pt x="542180" y="547040"/>
                </a:lnTo>
                <a:lnTo>
                  <a:pt x="543145" y="549149"/>
                </a:lnTo>
                <a:lnTo>
                  <a:pt x="544106" y="551214"/>
                </a:lnTo>
                <a:lnTo>
                  <a:pt x="545071" y="553233"/>
                </a:lnTo>
                <a:lnTo>
                  <a:pt x="546031" y="555204"/>
                </a:lnTo>
                <a:lnTo>
                  <a:pt x="546997" y="557130"/>
                </a:lnTo>
                <a:lnTo>
                  <a:pt x="547962" y="559011"/>
                </a:lnTo>
                <a:lnTo>
                  <a:pt x="548922" y="560847"/>
                </a:lnTo>
                <a:lnTo>
                  <a:pt x="549888" y="562644"/>
                </a:lnTo>
                <a:lnTo>
                  <a:pt x="550848" y="564392"/>
                </a:lnTo>
                <a:lnTo>
                  <a:pt x="551814" y="566105"/>
                </a:lnTo>
                <a:lnTo>
                  <a:pt x="552774" y="567768"/>
                </a:lnTo>
                <a:lnTo>
                  <a:pt x="553739" y="569397"/>
                </a:lnTo>
                <a:lnTo>
                  <a:pt x="554700" y="570981"/>
                </a:lnTo>
                <a:lnTo>
                  <a:pt x="555665" y="572526"/>
                </a:lnTo>
                <a:lnTo>
                  <a:pt x="556625" y="574036"/>
                </a:lnTo>
                <a:lnTo>
                  <a:pt x="557591" y="575501"/>
                </a:lnTo>
                <a:lnTo>
                  <a:pt x="558551" y="576932"/>
                </a:lnTo>
                <a:lnTo>
                  <a:pt x="559517" y="578328"/>
                </a:lnTo>
                <a:lnTo>
                  <a:pt x="560477" y="579684"/>
                </a:lnTo>
                <a:lnTo>
                  <a:pt x="561442" y="581001"/>
                </a:lnTo>
                <a:lnTo>
                  <a:pt x="562403" y="582288"/>
                </a:lnTo>
                <a:lnTo>
                  <a:pt x="563368" y="583541"/>
                </a:lnTo>
                <a:lnTo>
                  <a:pt x="564329" y="584754"/>
                </a:lnTo>
                <a:lnTo>
                  <a:pt x="565294" y="585942"/>
                </a:lnTo>
                <a:lnTo>
                  <a:pt x="566259" y="587090"/>
                </a:lnTo>
                <a:lnTo>
                  <a:pt x="567220" y="588209"/>
                </a:lnTo>
                <a:lnTo>
                  <a:pt x="568185" y="589298"/>
                </a:lnTo>
                <a:lnTo>
                  <a:pt x="569145" y="590353"/>
                </a:lnTo>
                <a:lnTo>
                  <a:pt x="570111" y="591378"/>
                </a:lnTo>
                <a:lnTo>
                  <a:pt x="571071" y="592378"/>
                </a:lnTo>
                <a:lnTo>
                  <a:pt x="572037" y="593343"/>
                </a:lnTo>
                <a:lnTo>
                  <a:pt x="572997" y="594283"/>
                </a:lnTo>
                <a:lnTo>
                  <a:pt x="573962" y="595199"/>
                </a:lnTo>
                <a:lnTo>
                  <a:pt x="574923" y="596081"/>
                </a:lnTo>
                <a:lnTo>
                  <a:pt x="575888" y="596942"/>
                </a:lnTo>
                <a:lnTo>
                  <a:pt x="576848" y="597774"/>
                </a:lnTo>
                <a:lnTo>
                  <a:pt x="577814" y="598581"/>
                </a:lnTo>
                <a:lnTo>
                  <a:pt x="578774" y="599363"/>
                </a:lnTo>
                <a:lnTo>
                  <a:pt x="579740" y="600125"/>
                </a:lnTo>
                <a:lnTo>
                  <a:pt x="580700" y="600858"/>
                </a:lnTo>
                <a:lnTo>
                  <a:pt x="581665" y="601571"/>
                </a:lnTo>
                <a:lnTo>
                  <a:pt x="582631" y="602264"/>
                </a:lnTo>
                <a:lnTo>
                  <a:pt x="583591" y="602932"/>
                </a:lnTo>
                <a:lnTo>
                  <a:pt x="584557" y="603581"/>
                </a:lnTo>
                <a:lnTo>
                  <a:pt x="585517" y="604204"/>
                </a:lnTo>
                <a:lnTo>
                  <a:pt x="586482" y="604808"/>
                </a:lnTo>
                <a:lnTo>
                  <a:pt x="587443" y="605397"/>
                </a:lnTo>
                <a:lnTo>
                  <a:pt x="588408" y="605967"/>
                </a:lnTo>
                <a:lnTo>
                  <a:pt x="589368" y="606511"/>
                </a:lnTo>
                <a:lnTo>
                  <a:pt x="590334" y="607046"/>
                </a:lnTo>
                <a:lnTo>
                  <a:pt x="591294" y="607556"/>
                </a:lnTo>
                <a:lnTo>
                  <a:pt x="592260" y="608051"/>
                </a:lnTo>
                <a:lnTo>
                  <a:pt x="593220" y="608531"/>
                </a:lnTo>
                <a:lnTo>
                  <a:pt x="594185" y="608992"/>
                </a:lnTo>
                <a:lnTo>
                  <a:pt x="595146" y="609442"/>
                </a:lnTo>
                <a:lnTo>
                  <a:pt x="596111" y="609873"/>
                </a:lnTo>
                <a:lnTo>
                  <a:pt x="597071" y="610289"/>
                </a:lnTo>
                <a:lnTo>
                  <a:pt x="598037" y="610690"/>
                </a:lnTo>
                <a:lnTo>
                  <a:pt x="598997" y="611076"/>
                </a:lnTo>
                <a:lnTo>
                  <a:pt x="599963" y="611452"/>
                </a:lnTo>
                <a:lnTo>
                  <a:pt x="600928" y="611813"/>
                </a:lnTo>
                <a:lnTo>
                  <a:pt x="601888" y="612160"/>
                </a:lnTo>
                <a:lnTo>
                  <a:pt x="602854" y="612497"/>
                </a:lnTo>
                <a:lnTo>
                  <a:pt x="603814" y="612818"/>
                </a:lnTo>
                <a:lnTo>
                  <a:pt x="604780" y="613130"/>
                </a:lnTo>
                <a:lnTo>
                  <a:pt x="605740" y="613432"/>
                </a:lnTo>
                <a:lnTo>
                  <a:pt x="606705" y="613719"/>
                </a:lnTo>
                <a:lnTo>
                  <a:pt x="607666" y="613997"/>
                </a:lnTo>
                <a:lnTo>
                  <a:pt x="608631" y="614264"/>
                </a:lnTo>
                <a:lnTo>
                  <a:pt x="609591" y="614526"/>
                </a:lnTo>
                <a:lnTo>
                  <a:pt x="610557" y="614774"/>
                </a:lnTo>
                <a:lnTo>
                  <a:pt x="611517" y="615011"/>
                </a:lnTo>
                <a:lnTo>
                  <a:pt x="612483" y="615239"/>
                </a:lnTo>
                <a:lnTo>
                  <a:pt x="613443" y="615462"/>
                </a:lnTo>
                <a:lnTo>
                  <a:pt x="614408" y="615675"/>
                </a:lnTo>
                <a:lnTo>
                  <a:pt x="615369" y="615878"/>
                </a:lnTo>
                <a:lnTo>
                  <a:pt x="616334" y="616076"/>
                </a:lnTo>
                <a:lnTo>
                  <a:pt x="617300" y="616264"/>
                </a:lnTo>
                <a:lnTo>
                  <a:pt x="618260" y="616447"/>
                </a:lnTo>
                <a:lnTo>
                  <a:pt x="619225" y="616620"/>
                </a:lnTo>
                <a:lnTo>
                  <a:pt x="620186" y="616789"/>
                </a:lnTo>
                <a:lnTo>
                  <a:pt x="621151" y="616947"/>
                </a:lnTo>
                <a:lnTo>
                  <a:pt x="622111" y="617101"/>
                </a:lnTo>
                <a:lnTo>
                  <a:pt x="623077" y="617249"/>
                </a:lnTo>
                <a:lnTo>
                  <a:pt x="624037" y="617393"/>
                </a:lnTo>
                <a:lnTo>
                  <a:pt x="625003" y="617526"/>
                </a:lnTo>
                <a:lnTo>
                  <a:pt x="625963" y="617655"/>
                </a:lnTo>
                <a:lnTo>
                  <a:pt x="626928" y="617784"/>
                </a:lnTo>
                <a:lnTo>
                  <a:pt x="627889" y="617903"/>
                </a:lnTo>
                <a:lnTo>
                  <a:pt x="628854" y="618016"/>
                </a:lnTo>
                <a:lnTo>
                  <a:pt x="629814" y="618125"/>
                </a:lnTo>
                <a:lnTo>
                  <a:pt x="630780" y="618234"/>
                </a:lnTo>
                <a:lnTo>
                  <a:pt x="631740" y="618333"/>
                </a:lnTo>
                <a:lnTo>
                  <a:pt x="632706" y="618432"/>
                </a:lnTo>
                <a:lnTo>
                  <a:pt x="633671" y="618521"/>
                </a:lnTo>
                <a:lnTo>
                  <a:pt x="634631" y="618610"/>
                </a:lnTo>
                <a:lnTo>
                  <a:pt x="635597" y="618695"/>
                </a:lnTo>
                <a:lnTo>
                  <a:pt x="636557" y="618779"/>
                </a:lnTo>
                <a:lnTo>
                  <a:pt x="637523" y="618858"/>
                </a:lnTo>
                <a:lnTo>
                  <a:pt x="638483" y="618932"/>
                </a:lnTo>
                <a:lnTo>
                  <a:pt x="639448" y="619002"/>
                </a:lnTo>
                <a:lnTo>
                  <a:pt x="640409" y="619071"/>
                </a:lnTo>
                <a:lnTo>
                  <a:pt x="641374" y="619135"/>
                </a:lnTo>
                <a:lnTo>
                  <a:pt x="642334" y="619195"/>
                </a:lnTo>
                <a:lnTo>
                  <a:pt x="643300" y="619254"/>
                </a:lnTo>
                <a:lnTo>
                  <a:pt x="644260" y="619313"/>
                </a:lnTo>
                <a:lnTo>
                  <a:pt x="645226" y="619363"/>
                </a:lnTo>
                <a:lnTo>
                  <a:pt x="646186" y="619417"/>
                </a:lnTo>
                <a:lnTo>
                  <a:pt x="647151" y="619467"/>
                </a:lnTo>
                <a:lnTo>
                  <a:pt x="648112" y="619511"/>
                </a:lnTo>
                <a:lnTo>
                  <a:pt x="649077" y="619556"/>
                </a:lnTo>
                <a:lnTo>
                  <a:pt x="650038" y="619601"/>
                </a:lnTo>
                <a:lnTo>
                  <a:pt x="651003" y="619640"/>
                </a:lnTo>
                <a:lnTo>
                  <a:pt x="651968" y="619680"/>
                </a:lnTo>
                <a:lnTo>
                  <a:pt x="652929" y="619719"/>
                </a:lnTo>
                <a:lnTo>
                  <a:pt x="653894" y="619754"/>
                </a:lnTo>
                <a:lnTo>
                  <a:pt x="654854" y="619784"/>
                </a:lnTo>
                <a:lnTo>
                  <a:pt x="655820" y="619818"/>
                </a:lnTo>
                <a:lnTo>
                  <a:pt x="656780" y="619848"/>
                </a:lnTo>
                <a:lnTo>
                  <a:pt x="657746" y="619878"/>
                </a:lnTo>
                <a:lnTo>
                  <a:pt x="658706" y="619908"/>
                </a:lnTo>
                <a:lnTo>
                  <a:pt x="659671" y="619932"/>
                </a:lnTo>
                <a:lnTo>
                  <a:pt x="660632" y="619957"/>
                </a:lnTo>
                <a:lnTo>
                  <a:pt x="661597" y="619982"/>
                </a:lnTo>
                <a:lnTo>
                  <a:pt x="662557" y="620002"/>
                </a:lnTo>
                <a:lnTo>
                  <a:pt x="663523" y="620026"/>
                </a:lnTo>
                <a:lnTo>
                  <a:pt x="664483" y="620046"/>
                </a:lnTo>
                <a:lnTo>
                  <a:pt x="665449" y="620066"/>
                </a:lnTo>
                <a:lnTo>
                  <a:pt x="666409" y="620086"/>
                </a:lnTo>
                <a:lnTo>
                  <a:pt x="667374" y="620101"/>
                </a:lnTo>
                <a:lnTo>
                  <a:pt x="668340" y="620115"/>
                </a:lnTo>
                <a:lnTo>
                  <a:pt x="669300" y="620135"/>
                </a:lnTo>
                <a:lnTo>
                  <a:pt x="670265" y="620150"/>
                </a:lnTo>
                <a:lnTo>
                  <a:pt x="671226" y="620165"/>
                </a:lnTo>
                <a:lnTo>
                  <a:pt x="672191" y="620175"/>
                </a:lnTo>
                <a:lnTo>
                  <a:pt x="673152" y="620190"/>
                </a:lnTo>
                <a:lnTo>
                  <a:pt x="674117" y="620200"/>
                </a:lnTo>
                <a:lnTo>
                  <a:pt x="675077" y="620214"/>
                </a:lnTo>
                <a:lnTo>
                  <a:pt x="676043" y="620224"/>
                </a:lnTo>
                <a:lnTo>
                  <a:pt x="677003" y="620234"/>
                </a:lnTo>
                <a:lnTo>
                  <a:pt x="677969" y="620244"/>
                </a:lnTo>
                <a:lnTo>
                  <a:pt x="678929" y="620254"/>
                </a:lnTo>
                <a:lnTo>
                  <a:pt x="679894" y="620264"/>
                </a:lnTo>
                <a:lnTo>
                  <a:pt x="680855" y="620274"/>
                </a:lnTo>
                <a:lnTo>
                  <a:pt x="681820" y="620279"/>
                </a:lnTo>
                <a:lnTo>
                  <a:pt x="682780" y="620289"/>
                </a:lnTo>
                <a:lnTo>
                  <a:pt x="683746" y="620294"/>
                </a:lnTo>
                <a:lnTo>
                  <a:pt x="684706" y="620304"/>
                </a:lnTo>
                <a:lnTo>
                  <a:pt x="685672" y="620308"/>
                </a:lnTo>
                <a:lnTo>
                  <a:pt x="686637" y="620313"/>
                </a:lnTo>
                <a:lnTo>
                  <a:pt x="687597" y="620318"/>
                </a:lnTo>
                <a:lnTo>
                  <a:pt x="688563" y="620323"/>
                </a:lnTo>
                <a:lnTo>
                  <a:pt x="689523" y="620328"/>
                </a:lnTo>
                <a:lnTo>
                  <a:pt x="690488" y="620333"/>
                </a:lnTo>
                <a:lnTo>
                  <a:pt x="691449" y="620338"/>
                </a:lnTo>
                <a:lnTo>
                  <a:pt x="692414" y="620343"/>
                </a:lnTo>
                <a:lnTo>
                  <a:pt x="693375" y="620348"/>
                </a:lnTo>
                <a:lnTo>
                  <a:pt x="694340" y="620353"/>
                </a:lnTo>
                <a:lnTo>
                  <a:pt x="695300" y="620353"/>
                </a:lnTo>
                <a:lnTo>
                  <a:pt x="696266" y="620358"/>
                </a:lnTo>
                <a:lnTo>
                  <a:pt x="697226" y="620363"/>
                </a:lnTo>
                <a:lnTo>
                  <a:pt x="698192" y="620363"/>
                </a:lnTo>
                <a:lnTo>
                  <a:pt x="699152" y="620368"/>
                </a:lnTo>
                <a:lnTo>
                  <a:pt x="700117" y="620373"/>
                </a:lnTo>
                <a:lnTo>
                  <a:pt x="701078" y="620373"/>
                </a:lnTo>
                <a:lnTo>
                  <a:pt x="702043" y="620378"/>
                </a:lnTo>
                <a:lnTo>
                  <a:pt x="703008" y="620378"/>
                </a:lnTo>
                <a:lnTo>
                  <a:pt x="703969" y="620383"/>
                </a:lnTo>
                <a:lnTo>
                  <a:pt x="704934" y="620383"/>
                </a:lnTo>
                <a:lnTo>
                  <a:pt x="705895" y="620383"/>
                </a:lnTo>
                <a:lnTo>
                  <a:pt x="706860" y="620388"/>
                </a:lnTo>
                <a:lnTo>
                  <a:pt x="707820" y="620388"/>
                </a:lnTo>
                <a:lnTo>
                  <a:pt x="708786" y="620388"/>
                </a:lnTo>
                <a:lnTo>
                  <a:pt x="709746" y="620393"/>
                </a:lnTo>
                <a:lnTo>
                  <a:pt x="710711" y="620393"/>
                </a:lnTo>
                <a:lnTo>
                  <a:pt x="711672" y="620393"/>
                </a:lnTo>
                <a:lnTo>
                  <a:pt x="712637" y="620393"/>
                </a:lnTo>
                <a:lnTo>
                  <a:pt x="713598" y="620398"/>
                </a:lnTo>
                <a:lnTo>
                  <a:pt x="714563" y="620398"/>
                </a:lnTo>
                <a:lnTo>
                  <a:pt x="715523" y="620398"/>
                </a:lnTo>
                <a:lnTo>
                  <a:pt x="716489" y="620398"/>
                </a:lnTo>
                <a:lnTo>
                  <a:pt x="717449" y="620403"/>
                </a:lnTo>
                <a:lnTo>
                  <a:pt x="718415" y="620403"/>
                </a:lnTo>
                <a:lnTo>
                  <a:pt x="719380" y="620403"/>
                </a:lnTo>
                <a:lnTo>
                  <a:pt x="720340" y="620403"/>
                </a:lnTo>
                <a:lnTo>
                  <a:pt x="721306" y="620403"/>
                </a:lnTo>
                <a:lnTo>
                  <a:pt x="722266" y="620403"/>
                </a:lnTo>
                <a:lnTo>
                  <a:pt x="723231" y="620403"/>
                </a:lnTo>
                <a:lnTo>
                  <a:pt x="724192" y="620408"/>
                </a:lnTo>
                <a:lnTo>
                  <a:pt x="725157" y="620408"/>
                </a:lnTo>
                <a:lnTo>
                  <a:pt x="726118" y="620408"/>
                </a:lnTo>
                <a:lnTo>
                  <a:pt x="727083" y="620408"/>
                </a:lnTo>
                <a:lnTo>
                  <a:pt x="728043" y="620408"/>
                </a:lnTo>
                <a:lnTo>
                  <a:pt x="729009" y="620408"/>
                </a:lnTo>
                <a:lnTo>
                  <a:pt x="729969" y="620408"/>
                </a:lnTo>
                <a:lnTo>
                  <a:pt x="730934" y="620408"/>
                </a:lnTo>
                <a:lnTo>
                  <a:pt x="731895" y="620408"/>
                </a:lnTo>
                <a:lnTo>
                  <a:pt x="732860" y="620408"/>
                </a:lnTo>
                <a:lnTo>
                  <a:pt x="733821" y="620408"/>
                </a:lnTo>
                <a:lnTo>
                  <a:pt x="734786" y="620408"/>
                </a:lnTo>
                <a:lnTo>
                  <a:pt x="735746" y="620412"/>
                </a:lnTo>
                <a:lnTo>
                  <a:pt x="736712" y="620412"/>
                </a:lnTo>
                <a:lnTo>
                  <a:pt x="737677" y="620412"/>
                </a:lnTo>
                <a:lnTo>
                  <a:pt x="738638" y="620412"/>
                </a:lnTo>
                <a:lnTo>
                  <a:pt x="739603" y="620412"/>
                </a:lnTo>
                <a:lnTo>
                  <a:pt x="740563" y="620412"/>
                </a:lnTo>
                <a:lnTo>
                  <a:pt x="741529" y="620412"/>
                </a:lnTo>
                <a:lnTo>
                  <a:pt x="742489" y="620412"/>
                </a:lnTo>
                <a:lnTo>
                  <a:pt x="743454" y="620412"/>
                </a:lnTo>
                <a:lnTo>
                  <a:pt x="744415" y="620412"/>
                </a:lnTo>
                <a:lnTo>
                  <a:pt x="745380" y="620412"/>
                </a:lnTo>
                <a:lnTo>
                  <a:pt x="746341" y="620412"/>
                </a:lnTo>
                <a:lnTo>
                  <a:pt x="747306" y="620412"/>
                </a:lnTo>
                <a:lnTo>
                  <a:pt x="748266" y="620412"/>
                </a:lnTo>
                <a:lnTo>
                  <a:pt x="749232" y="620412"/>
                </a:lnTo>
                <a:lnTo>
                  <a:pt x="750192" y="620412"/>
                </a:lnTo>
                <a:lnTo>
                  <a:pt x="751157" y="620412"/>
                </a:lnTo>
                <a:lnTo>
                  <a:pt x="752118" y="620412"/>
                </a:lnTo>
                <a:lnTo>
                  <a:pt x="753083" y="620412"/>
                </a:lnTo>
                <a:lnTo>
                  <a:pt x="754049" y="620412"/>
                </a:lnTo>
                <a:lnTo>
                  <a:pt x="755009" y="620412"/>
                </a:lnTo>
                <a:lnTo>
                  <a:pt x="755974" y="620412"/>
                </a:lnTo>
                <a:lnTo>
                  <a:pt x="756935" y="620412"/>
                </a:lnTo>
                <a:lnTo>
                  <a:pt x="757900" y="620412"/>
                </a:lnTo>
                <a:lnTo>
                  <a:pt x="758861" y="620412"/>
                </a:lnTo>
                <a:lnTo>
                  <a:pt x="759826" y="620412"/>
                </a:lnTo>
                <a:lnTo>
                  <a:pt x="760786" y="620412"/>
                </a:lnTo>
                <a:lnTo>
                  <a:pt x="761752" y="620412"/>
                </a:lnTo>
                <a:lnTo>
                  <a:pt x="762712" y="620412"/>
                </a:lnTo>
                <a:lnTo>
                  <a:pt x="763677" y="620412"/>
                </a:lnTo>
                <a:lnTo>
                  <a:pt x="764638" y="620412"/>
                </a:lnTo>
                <a:lnTo>
                  <a:pt x="765603" y="620412"/>
                </a:lnTo>
                <a:lnTo>
                  <a:pt x="766564" y="620412"/>
                </a:lnTo>
                <a:lnTo>
                  <a:pt x="767529" y="620412"/>
                </a:lnTo>
                <a:lnTo>
                  <a:pt x="768489" y="620412"/>
                </a:lnTo>
                <a:lnTo>
                  <a:pt x="769455" y="620412"/>
                </a:lnTo>
                <a:lnTo>
                  <a:pt x="770415" y="620412"/>
                </a:lnTo>
                <a:lnTo>
                  <a:pt x="771381" y="620412"/>
                </a:lnTo>
                <a:lnTo>
                  <a:pt x="772346" y="620412"/>
                </a:lnTo>
                <a:lnTo>
                  <a:pt x="773306" y="620412"/>
                </a:lnTo>
                <a:lnTo>
                  <a:pt x="774272" y="620412"/>
                </a:lnTo>
                <a:lnTo>
                  <a:pt x="775232" y="620412"/>
                </a:lnTo>
                <a:lnTo>
                  <a:pt x="776197" y="620412"/>
                </a:lnTo>
                <a:lnTo>
                  <a:pt x="777158" y="620412"/>
                </a:lnTo>
                <a:lnTo>
                  <a:pt x="778123" y="620412"/>
                </a:lnTo>
                <a:lnTo>
                  <a:pt x="779084" y="620412"/>
                </a:lnTo>
                <a:lnTo>
                  <a:pt x="780049" y="620412"/>
                </a:lnTo>
                <a:lnTo>
                  <a:pt x="781009" y="620412"/>
                </a:lnTo>
                <a:lnTo>
                  <a:pt x="781975" y="620412"/>
                </a:lnTo>
                <a:lnTo>
                  <a:pt x="782935" y="620412"/>
                </a:lnTo>
                <a:lnTo>
                  <a:pt x="783900" y="620412"/>
                </a:lnTo>
                <a:lnTo>
                  <a:pt x="784861" y="620412"/>
                </a:lnTo>
                <a:lnTo>
                  <a:pt x="785826" y="620412"/>
                </a:lnTo>
                <a:lnTo>
                  <a:pt x="786787" y="620412"/>
                </a:lnTo>
                <a:lnTo>
                  <a:pt x="787752" y="620412"/>
                </a:lnTo>
                <a:lnTo>
                  <a:pt x="788717" y="620412"/>
                </a:lnTo>
                <a:lnTo>
                  <a:pt x="789678" y="620412"/>
                </a:lnTo>
                <a:lnTo>
                  <a:pt x="790643" y="620412"/>
                </a:lnTo>
                <a:lnTo>
                  <a:pt x="791604" y="620412"/>
                </a:lnTo>
                <a:lnTo>
                  <a:pt x="792569" y="620412"/>
                </a:lnTo>
                <a:lnTo>
                  <a:pt x="793529" y="620412"/>
                </a:lnTo>
                <a:lnTo>
                  <a:pt x="794495" y="620412"/>
                </a:lnTo>
                <a:lnTo>
                  <a:pt x="795455" y="620412"/>
                </a:lnTo>
                <a:lnTo>
                  <a:pt x="796420" y="620412"/>
                </a:lnTo>
                <a:lnTo>
                  <a:pt x="797381" y="620412"/>
                </a:lnTo>
                <a:lnTo>
                  <a:pt x="798346" y="620412"/>
                </a:lnTo>
                <a:lnTo>
                  <a:pt x="799307" y="620412"/>
                </a:lnTo>
                <a:lnTo>
                  <a:pt x="800272" y="620412"/>
                </a:lnTo>
                <a:lnTo>
                  <a:pt x="801232" y="620412"/>
                </a:lnTo>
                <a:lnTo>
                  <a:pt x="802198" y="620412"/>
                </a:lnTo>
                <a:lnTo>
                  <a:pt x="803158" y="620412"/>
                </a:lnTo>
                <a:lnTo>
                  <a:pt x="804124" y="620412"/>
                </a:lnTo>
                <a:lnTo>
                  <a:pt x="805089" y="620412"/>
                </a:lnTo>
                <a:lnTo>
                  <a:pt x="806049" y="620412"/>
                </a:lnTo>
                <a:lnTo>
                  <a:pt x="807015" y="620412"/>
                </a:lnTo>
                <a:lnTo>
                  <a:pt x="807975" y="620412"/>
                </a:lnTo>
                <a:lnTo>
                  <a:pt x="808940" y="620412"/>
                </a:lnTo>
                <a:lnTo>
                  <a:pt x="809901" y="620412"/>
                </a:lnTo>
                <a:lnTo>
                  <a:pt x="810866" y="620412"/>
                </a:lnTo>
                <a:lnTo>
                  <a:pt x="811827" y="620412"/>
                </a:lnTo>
                <a:lnTo>
                  <a:pt x="812792" y="620412"/>
                </a:lnTo>
                <a:lnTo>
                  <a:pt x="813752" y="620412"/>
                </a:lnTo>
                <a:lnTo>
                  <a:pt x="814718" y="620412"/>
                </a:lnTo>
                <a:lnTo>
                  <a:pt x="815678" y="620412"/>
                </a:lnTo>
                <a:lnTo>
                  <a:pt x="816643" y="620412"/>
                </a:lnTo>
                <a:lnTo>
                  <a:pt x="817604" y="620412"/>
                </a:lnTo>
                <a:lnTo>
                  <a:pt x="818569" y="620412"/>
                </a:lnTo>
                <a:lnTo>
                  <a:pt x="819530" y="620412"/>
                </a:lnTo>
                <a:lnTo>
                  <a:pt x="820495" y="620412"/>
                </a:lnTo>
                <a:lnTo>
                  <a:pt x="821455" y="620412"/>
                </a:lnTo>
                <a:lnTo>
                  <a:pt x="822421" y="620412"/>
                </a:lnTo>
                <a:lnTo>
                  <a:pt x="823386" y="620412"/>
                </a:lnTo>
                <a:lnTo>
                  <a:pt x="824347" y="620412"/>
                </a:lnTo>
                <a:lnTo>
                  <a:pt x="825312" y="620412"/>
                </a:lnTo>
                <a:lnTo>
                  <a:pt x="826272" y="620412"/>
                </a:lnTo>
                <a:lnTo>
                  <a:pt x="827238" y="620412"/>
                </a:lnTo>
                <a:lnTo>
                  <a:pt x="828198" y="620412"/>
                </a:lnTo>
                <a:lnTo>
                  <a:pt x="829163" y="620412"/>
                </a:lnTo>
                <a:lnTo>
                  <a:pt x="830124" y="620412"/>
                </a:lnTo>
                <a:lnTo>
                  <a:pt x="831089" y="620412"/>
                </a:lnTo>
                <a:lnTo>
                  <a:pt x="832050" y="620412"/>
                </a:lnTo>
                <a:lnTo>
                  <a:pt x="833015" y="620412"/>
                </a:lnTo>
                <a:lnTo>
                  <a:pt x="833975" y="620412"/>
                </a:lnTo>
                <a:lnTo>
                  <a:pt x="834941" y="620412"/>
                </a:lnTo>
                <a:lnTo>
                  <a:pt x="835901" y="620412"/>
                </a:lnTo>
                <a:lnTo>
                  <a:pt x="836866" y="620412"/>
                </a:lnTo>
                <a:lnTo>
                  <a:pt x="837827" y="620412"/>
                </a:lnTo>
                <a:lnTo>
                  <a:pt x="838792" y="620412"/>
                </a:lnTo>
                <a:lnTo>
                  <a:pt x="839758" y="620412"/>
                </a:lnTo>
                <a:lnTo>
                  <a:pt x="840718" y="620412"/>
                </a:lnTo>
                <a:lnTo>
                  <a:pt x="841683" y="620412"/>
                </a:lnTo>
                <a:lnTo>
                  <a:pt x="842644" y="620412"/>
                </a:lnTo>
                <a:lnTo>
                  <a:pt x="843609" y="620412"/>
                </a:lnTo>
                <a:lnTo>
                  <a:pt x="844569" y="620412"/>
                </a:lnTo>
                <a:lnTo>
                  <a:pt x="845535" y="620412"/>
                </a:lnTo>
                <a:lnTo>
                  <a:pt x="846495" y="620412"/>
                </a:lnTo>
                <a:lnTo>
                  <a:pt x="847461" y="620412"/>
                </a:lnTo>
                <a:lnTo>
                  <a:pt x="848421" y="620412"/>
                </a:lnTo>
                <a:lnTo>
                  <a:pt x="849386" y="620412"/>
                </a:lnTo>
                <a:lnTo>
                  <a:pt x="850347" y="620412"/>
                </a:lnTo>
                <a:lnTo>
                  <a:pt x="851312" y="620412"/>
                </a:lnTo>
                <a:lnTo>
                  <a:pt x="852273" y="620412"/>
                </a:lnTo>
                <a:lnTo>
                  <a:pt x="853238" y="620412"/>
                </a:lnTo>
                <a:lnTo>
                  <a:pt x="854198" y="620412"/>
                </a:lnTo>
                <a:lnTo>
                  <a:pt x="855164" y="620412"/>
                </a:lnTo>
                <a:lnTo>
                  <a:pt x="856124" y="620412"/>
                </a:lnTo>
                <a:lnTo>
                  <a:pt x="857089" y="620412"/>
                </a:lnTo>
                <a:lnTo>
                  <a:pt x="858055" y="620412"/>
                </a:lnTo>
                <a:lnTo>
                  <a:pt x="859015" y="620412"/>
                </a:lnTo>
                <a:lnTo>
                  <a:pt x="859981" y="620412"/>
                </a:lnTo>
                <a:lnTo>
                  <a:pt x="860941" y="620412"/>
                </a:lnTo>
                <a:lnTo>
                  <a:pt x="861906" y="620412"/>
                </a:lnTo>
                <a:lnTo>
                  <a:pt x="862867" y="620412"/>
                </a:lnTo>
                <a:lnTo>
                  <a:pt x="863832" y="620412"/>
                </a:lnTo>
                <a:lnTo>
                  <a:pt x="864793" y="620412"/>
                </a:lnTo>
                <a:lnTo>
                  <a:pt x="865758" y="620412"/>
                </a:lnTo>
                <a:lnTo>
                  <a:pt x="866718" y="620412"/>
                </a:lnTo>
                <a:lnTo>
                  <a:pt x="867684" y="620412"/>
                </a:lnTo>
                <a:lnTo>
                  <a:pt x="868644" y="620412"/>
                </a:lnTo>
                <a:lnTo>
                  <a:pt x="869609" y="620412"/>
                </a:lnTo>
                <a:lnTo>
                  <a:pt x="870570" y="620412"/>
                </a:lnTo>
                <a:lnTo>
                  <a:pt x="871535" y="620412"/>
                </a:lnTo>
                <a:lnTo>
                  <a:pt x="872496" y="620412"/>
                </a:lnTo>
                <a:lnTo>
                  <a:pt x="873461" y="620412"/>
                </a:lnTo>
                <a:lnTo>
                  <a:pt x="874426" y="620412"/>
                </a:lnTo>
                <a:lnTo>
                  <a:pt x="875387" y="620412"/>
                </a:lnTo>
                <a:lnTo>
                  <a:pt x="876352" y="620412"/>
                </a:lnTo>
                <a:lnTo>
                  <a:pt x="877312" y="620412"/>
                </a:lnTo>
                <a:lnTo>
                  <a:pt x="878278" y="620412"/>
                </a:lnTo>
                <a:lnTo>
                  <a:pt x="879238" y="620412"/>
                </a:lnTo>
                <a:lnTo>
                  <a:pt x="880204" y="620412"/>
                </a:lnTo>
                <a:lnTo>
                  <a:pt x="881164" y="620412"/>
                </a:lnTo>
                <a:lnTo>
                  <a:pt x="882129" y="620412"/>
                </a:lnTo>
                <a:lnTo>
                  <a:pt x="883090" y="620412"/>
                </a:lnTo>
                <a:lnTo>
                  <a:pt x="884055" y="620412"/>
                </a:lnTo>
                <a:lnTo>
                  <a:pt x="885016" y="620412"/>
                </a:lnTo>
                <a:lnTo>
                  <a:pt x="885981" y="620412"/>
                </a:lnTo>
                <a:lnTo>
                  <a:pt x="886941" y="620412"/>
                </a:lnTo>
                <a:lnTo>
                  <a:pt x="887907" y="620412"/>
                </a:lnTo>
                <a:lnTo>
                  <a:pt x="888867" y="620412"/>
                </a:lnTo>
                <a:lnTo>
                  <a:pt x="889832" y="620412"/>
                </a:lnTo>
                <a:lnTo>
                  <a:pt x="890798" y="620412"/>
                </a:lnTo>
                <a:lnTo>
                  <a:pt x="891758" y="620412"/>
                </a:lnTo>
                <a:lnTo>
                  <a:pt x="892724" y="620412"/>
                </a:lnTo>
                <a:lnTo>
                  <a:pt x="893684" y="620412"/>
                </a:lnTo>
                <a:lnTo>
                  <a:pt x="894649" y="620412"/>
                </a:lnTo>
                <a:lnTo>
                  <a:pt x="895610" y="620412"/>
                </a:lnTo>
                <a:lnTo>
                  <a:pt x="896575" y="620412"/>
                </a:lnTo>
                <a:lnTo>
                  <a:pt x="897536" y="620412"/>
                </a:lnTo>
                <a:lnTo>
                  <a:pt x="898501" y="620412"/>
                </a:lnTo>
                <a:lnTo>
                  <a:pt x="899461" y="620412"/>
                </a:lnTo>
                <a:lnTo>
                  <a:pt x="900427" y="620412"/>
                </a:lnTo>
                <a:lnTo>
                  <a:pt x="901387" y="620412"/>
                </a:lnTo>
                <a:lnTo>
                  <a:pt x="902352" y="620412"/>
                </a:lnTo>
                <a:lnTo>
                  <a:pt x="903313" y="620412"/>
                </a:lnTo>
                <a:lnTo>
                  <a:pt x="904278" y="620412"/>
                </a:lnTo>
                <a:lnTo>
                  <a:pt x="905239" y="620412"/>
                </a:lnTo>
                <a:lnTo>
                  <a:pt x="906204" y="620412"/>
                </a:lnTo>
                <a:lnTo>
                  <a:pt x="907164" y="620412"/>
                </a:lnTo>
                <a:lnTo>
                  <a:pt x="908130" y="620412"/>
                </a:lnTo>
                <a:lnTo>
                  <a:pt x="909095" y="620412"/>
                </a:lnTo>
                <a:lnTo>
                  <a:pt x="910055" y="620412"/>
                </a:lnTo>
                <a:lnTo>
                  <a:pt x="911021" y="620412"/>
                </a:lnTo>
                <a:lnTo>
                  <a:pt x="911981" y="620412"/>
                </a:lnTo>
                <a:lnTo>
                  <a:pt x="912947" y="620412"/>
                </a:lnTo>
                <a:lnTo>
                  <a:pt x="913907" y="620412"/>
                </a:lnTo>
                <a:lnTo>
                  <a:pt x="914872" y="620412"/>
                </a:lnTo>
                <a:lnTo>
                  <a:pt x="915833" y="620412"/>
                </a:lnTo>
                <a:lnTo>
                  <a:pt x="916798" y="620412"/>
                </a:lnTo>
                <a:lnTo>
                  <a:pt x="917759" y="620412"/>
                </a:lnTo>
                <a:lnTo>
                  <a:pt x="918724" y="620412"/>
                </a:lnTo>
                <a:lnTo>
                  <a:pt x="919684" y="620412"/>
                </a:lnTo>
                <a:lnTo>
                  <a:pt x="920650" y="620412"/>
                </a:lnTo>
                <a:lnTo>
                  <a:pt x="921610" y="620412"/>
                </a:lnTo>
                <a:lnTo>
                  <a:pt x="922575" y="620412"/>
                </a:lnTo>
                <a:lnTo>
                  <a:pt x="923536" y="620412"/>
                </a:lnTo>
                <a:lnTo>
                  <a:pt x="924501" y="620412"/>
                </a:lnTo>
                <a:lnTo>
                  <a:pt x="925467" y="620412"/>
                </a:lnTo>
                <a:lnTo>
                  <a:pt x="926427" y="620412"/>
                </a:lnTo>
                <a:lnTo>
                  <a:pt x="927392" y="620412"/>
                </a:lnTo>
                <a:lnTo>
                  <a:pt x="928353" y="620412"/>
                </a:lnTo>
                <a:lnTo>
                  <a:pt x="929318" y="620412"/>
                </a:lnTo>
                <a:lnTo>
                  <a:pt x="930278" y="620412"/>
                </a:lnTo>
                <a:lnTo>
                  <a:pt x="931244" y="620412"/>
                </a:lnTo>
                <a:lnTo>
                  <a:pt x="932204" y="620412"/>
                </a:lnTo>
                <a:lnTo>
                  <a:pt x="933170" y="620412"/>
                </a:lnTo>
                <a:lnTo>
                  <a:pt x="934130" y="620412"/>
                </a:lnTo>
                <a:lnTo>
                  <a:pt x="935095" y="620412"/>
                </a:lnTo>
                <a:lnTo>
                  <a:pt x="936056" y="620412"/>
                </a:lnTo>
                <a:lnTo>
                  <a:pt x="937021" y="620412"/>
                </a:lnTo>
                <a:lnTo>
                  <a:pt x="937982" y="620412"/>
                </a:lnTo>
                <a:lnTo>
                  <a:pt x="938947" y="620412"/>
                </a:lnTo>
                <a:lnTo>
                  <a:pt x="939907" y="620412"/>
                </a:lnTo>
                <a:lnTo>
                  <a:pt x="940873" y="620412"/>
                </a:lnTo>
                <a:lnTo>
                  <a:pt x="941833" y="620412"/>
                </a:lnTo>
                <a:lnTo>
                  <a:pt x="942798" y="620412"/>
                </a:lnTo>
                <a:lnTo>
                  <a:pt x="943764" y="620412"/>
                </a:lnTo>
                <a:lnTo>
                  <a:pt x="944724" y="620412"/>
                </a:lnTo>
                <a:lnTo>
                  <a:pt x="945689" y="620412"/>
                </a:lnTo>
                <a:lnTo>
                  <a:pt x="946650" y="620412"/>
                </a:lnTo>
                <a:lnTo>
                  <a:pt x="947615" y="620412"/>
                </a:lnTo>
                <a:lnTo>
                  <a:pt x="948576" y="620412"/>
                </a:lnTo>
                <a:lnTo>
                  <a:pt x="949541" y="620412"/>
                </a:lnTo>
                <a:lnTo>
                  <a:pt x="950502" y="620412"/>
                </a:lnTo>
                <a:lnTo>
                  <a:pt x="951467" y="620412"/>
                </a:lnTo>
                <a:lnTo>
                  <a:pt x="952427" y="620412"/>
                </a:lnTo>
                <a:lnTo>
                  <a:pt x="953393" y="620412"/>
                </a:lnTo>
                <a:lnTo>
                  <a:pt x="954353" y="620412"/>
                </a:lnTo>
                <a:lnTo>
                  <a:pt x="955318" y="620412"/>
                </a:lnTo>
                <a:lnTo>
                  <a:pt x="956279" y="620412"/>
                </a:lnTo>
                <a:lnTo>
                  <a:pt x="957244" y="620412"/>
                </a:lnTo>
                <a:lnTo>
                  <a:pt x="958205" y="620412"/>
                </a:lnTo>
                <a:lnTo>
                  <a:pt x="959170" y="620412"/>
                </a:lnTo>
                <a:lnTo>
                  <a:pt x="960135" y="620412"/>
                </a:lnTo>
                <a:lnTo>
                  <a:pt x="961096" y="620412"/>
                </a:lnTo>
                <a:lnTo>
                  <a:pt x="962061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19AAEE6B-0048-1FF4-E0C2-4256DB6BBE36}"/>
              </a:ext>
            </a:extLst>
          </p:cNvPr>
          <p:cNvGrpSpPr/>
          <p:nvPr/>
        </p:nvGrpSpPr>
        <p:grpSpPr>
          <a:xfrm>
            <a:off x="3201644" y="4299942"/>
            <a:ext cx="1188133" cy="792088"/>
            <a:chOff x="3280266" y="3963970"/>
            <a:chExt cx="1188133" cy="792088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934F8ED3-7E8E-66F2-0B78-C353D48AA3A3}"/>
                </a:ext>
              </a:extLst>
            </p:cNvPr>
            <p:cNvSpPr/>
            <p:nvPr/>
          </p:nvSpPr>
          <p:spPr>
            <a:xfrm>
              <a:off x="3280266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346B0FFE-C7AA-F394-00B9-D71C4F71F3DD}"/>
                </a:ext>
              </a:extLst>
            </p:cNvPr>
            <p:cNvSpPr/>
            <p:nvPr/>
          </p:nvSpPr>
          <p:spPr>
            <a:xfrm>
              <a:off x="3451358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68D6F19C-6EF7-4DD0-90FE-568E1BFDE13F}"/>
                </a:ext>
              </a:extLst>
            </p:cNvPr>
            <p:cNvSpPr/>
            <p:nvPr/>
          </p:nvSpPr>
          <p:spPr>
            <a:xfrm>
              <a:off x="363571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01329F5-8B28-9F76-D10F-F42745609975}"/>
                </a:ext>
              </a:extLst>
            </p:cNvPr>
            <p:cNvSpPr/>
            <p:nvPr/>
          </p:nvSpPr>
          <p:spPr>
            <a:xfrm>
              <a:off x="389610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4E8EAB6C-B8DE-DB5A-37A6-4397F86505F4}"/>
                </a:ext>
              </a:extLst>
            </p:cNvPr>
            <p:cNvSpPr/>
            <p:nvPr/>
          </p:nvSpPr>
          <p:spPr>
            <a:xfrm>
              <a:off x="4156499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0DFDB336-EA92-E79A-CE73-496D4F7240E6}"/>
                </a:ext>
              </a:extLst>
            </p:cNvPr>
            <p:cNvSpPr/>
            <p:nvPr/>
          </p:nvSpPr>
          <p:spPr>
            <a:xfrm>
              <a:off x="441688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BBCFB409-0C5B-85DB-C4A1-87E81F1ED198}"/>
                </a:ext>
              </a:extLst>
            </p:cNvPr>
            <p:cNvSpPr/>
            <p:nvPr/>
          </p:nvSpPr>
          <p:spPr>
            <a:xfrm>
              <a:off x="3451358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0FB4F0C-EFEC-1AE9-69D6-7E7B70560B29}"/>
                </a:ext>
              </a:extLst>
            </p:cNvPr>
            <p:cNvSpPr/>
            <p:nvPr/>
          </p:nvSpPr>
          <p:spPr>
            <a:xfrm>
              <a:off x="3451358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C27F048-414B-DF96-0819-3A006D19D5A5}"/>
                </a:ext>
              </a:extLst>
            </p:cNvPr>
            <p:cNvSpPr/>
            <p:nvPr/>
          </p:nvSpPr>
          <p:spPr>
            <a:xfrm>
              <a:off x="3451358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BDC4D1CA-41FF-27D4-A1D6-91EB09FCAE14}"/>
                </a:ext>
              </a:extLst>
            </p:cNvPr>
            <p:cNvSpPr/>
            <p:nvPr/>
          </p:nvSpPr>
          <p:spPr>
            <a:xfrm>
              <a:off x="3451358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FE50ADFF-1411-67E7-CEE1-89780BB56963}"/>
                </a:ext>
              </a:extLst>
            </p:cNvPr>
            <p:cNvSpPr/>
            <p:nvPr/>
          </p:nvSpPr>
          <p:spPr>
            <a:xfrm>
              <a:off x="3451358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54E5AF3F-F956-F4C2-49BF-AE522ED3280B}"/>
                </a:ext>
              </a:extLst>
            </p:cNvPr>
            <p:cNvSpPr/>
            <p:nvPr/>
          </p:nvSpPr>
          <p:spPr>
            <a:xfrm>
              <a:off x="3451358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F3F611DE-FA2D-5C95-45E0-C7A228ABCBB0}"/>
                </a:ext>
              </a:extLst>
            </p:cNvPr>
            <p:cNvSpPr/>
            <p:nvPr/>
          </p:nvSpPr>
          <p:spPr>
            <a:xfrm>
              <a:off x="363571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5C2710F3-41D0-8496-F34C-A02C599F2F5C}"/>
                </a:ext>
              </a:extLst>
            </p:cNvPr>
            <p:cNvSpPr/>
            <p:nvPr/>
          </p:nvSpPr>
          <p:spPr>
            <a:xfrm>
              <a:off x="389610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9919E00-4744-A24E-ED4A-7266776EFA15}"/>
                </a:ext>
              </a:extLst>
            </p:cNvPr>
            <p:cNvSpPr/>
            <p:nvPr/>
          </p:nvSpPr>
          <p:spPr>
            <a:xfrm>
              <a:off x="4156499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859366A-5DBF-1311-03F8-FAA4F46D8414}"/>
                </a:ext>
              </a:extLst>
            </p:cNvPr>
            <p:cNvSpPr/>
            <p:nvPr/>
          </p:nvSpPr>
          <p:spPr>
            <a:xfrm>
              <a:off x="441688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EA8458EF-96AA-FEAE-C477-6EEA68CB66C5}"/>
                </a:ext>
              </a:extLst>
            </p:cNvPr>
            <p:cNvSpPr/>
            <p:nvPr/>
          </p:nvSpPr>
          <p:spPr>
            <a:xfrm>
              <a:off x="3625367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95E9CA8-3CFB-1D6F-83F8-274F765F1223}"/>
                </a:ext>
              </a:extLst>
            </p:cNvPr>
            <p:cNvSpPr/>
            <p:nvPr/>
          </p:nvSpPr>
          <p:spPr>
            <a:xfrm>
              <a:off x="388642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001313E6-C7AA-0B35-F6E4-482D3AF418D9}"/>
                </a:ext>
              </a:extLst>
            </p:cNvPr>
            <p:cNvSpPr/>
            <p:nvPr/>
          </p:nvSpPr>
          <p:spPr>
            <a:xfrm>
              <a:off x="4133984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D820A853-E8B2-091F-5ADA-E09C9C750394}"/>
                </a:ext>
              </a:extLst>
            </p:cNvPr>
            <p:cNvSpPr/>
            <p:nvPr/>
          </p:nvSpPr>
          <p:spPr>
            <a:xfrm>
              <a:off x="4158311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2D13D1F3-0D68-7AE3-26B2-3CBB08C67DB3}"/>
                </a:ext>
              </a:extLst>
            </p:cNvPr>
            <p:cNvSpPr/>
            <p:nvPr/>
          </p:nvSpPr>
          <p:spPr>
            <a:xfrm>
              <a:off x="4394809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C0A17E12-BBEF-0C36-6323-D09B151F2622}"/>
                </a:ext>
              </a:extLst>
            </p:cNvPr>
            <p:cNvSpPr/>
            <p:nvPr/>
          </p:nvSpPr>
          <p:spPr>
            <a:xfrm>
              <a:off x="441959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035A0DB5-99A1-3E6D-1600-7B18D3893D19}"/>
                </a:ext>
              </a:extLst>
            </p:cNvPr>
            <p:cNvSpPr/>
            <p:nvPr/>
          </p:nvSpPr>
          <p:spPr>
            <a:xfrm>
              <a:off x="3934739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81DE2F18-D738-A88C-B1EE-203D5FEA086F}"/>
                </a:ext>
              </a:extLst>
            </p:cNvPr>
            <p:cNvSpPr/>
            <p:nvPr/>
          </p:nvSpPr>
          <p:spPr>
            <a:xfrm>
              <a:off x="345135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5596723D-4430-E55A-903E-96277BACE6DC}"/>
                </a:ext>
              </a:extLst>
            </p:cNvPr>
            <p:cNvSpPr/>
            <p:nvPr/>
          </p:nvSpPr>
          <p:spPr>
            <a:xfrm>
              <a:off x="3451358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DC3979AC-E0F0-5B4E-84D0-2111D8150F3C}"/>
                </a:ext>
              </a:extLst>
            </p:cNvPr>
            <p:cNvSpPr/>
            <p:nvPr/>
          </p:nvSpPr>
          <p:spPr>
            <a:xfrm>
              <a:off x="3451358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3DBF64CB-3188-6C79-21B9-B8695C431FBF}"/>
                </a:ext>
              </a:extLst>
            </p:cNvPr>
            <p:cNvSpPr/>
            <p:nvPr/>
          </p:nvSpPr>
          <p:spPr>
            <a:xfrm>
              <a:off x="3451358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7FBB094-EE24-CF1F-BE05-54B016CE6A32}"/>
                </a:ext>
              </a:extLst>
            </p:cNvPr>
            <p:cNvSpPr/>
            <p:nvPr/>
          </p:nvSpPr>
          <p:spPr>
            <a:xfrm>
              <a:off x="3451358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612B9F68-0B1E-E965-A70A-0334828C2DE8}"/>
                </a:ext>
              </a:extLst>
            </p:cNvPr>
            <p:cNvSpPr/>
            <p:nvPr/>
          </p:nvSpPr>
          <p:spPr>
            <a:xfrm>
              <a:off x="3451358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65D19D6B-829C-98ED-88FA-124488722F3C}"/>
                </a:ext>
              </a:extLst>
            </p:cNvPr>
            <p:cNvSpPr/>
            <p:nvPr/>
          </p:nvSpPr>
          <p:spPr>
            <a:xfrm>
              <a:off x="3347524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4F72161-E3F9-8AF7-6C7F-60FCD8CA74A8}"/>
                </a:ext>
              </a:extLst>
            </p:cNvPr>
            <p:cNvSpPr/>
            <p:nvPr/>
          </p:nvSpPr>
          <p:spPr>
            <a:xfrm>
              <a:off x="3375339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87E69635-BE0B-3158-356A-11FC070E9E5A}"/>
                </a:ext>
              </a:extLst>
            </p:cNvPr>
            <p:cNvSpPr/>
            <p:nvPr/>
          </p:nvSpPr>
          <p:spPr>
            <a:xfrm>
              <a:off x="33867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695BF8CC-1ABC-96C5-DD24-E81F28FE7BE0}"/>
                </a:ext>
              </a:extLst>
            </p:cNvPr>
            <p:cNvSpPr/>
            <p:nvPr/>
          </p:nvSpPr>
          <p:spPr>
            <a:xfrm>
              <a:off x="341284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248DEEF-759E-E5CE-11D6-8F31A0D3A487}"/>
                </a:ext>
              </a:extLst>
            </p:cNvPr>
            <p:cNvSpPr/>
            <p:nvPr/>
          </p:nvSpPr>
          <p:spPr>
            <a:xfrm>
              <a:off x="3348386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4353CA2B-5EB3-7DC0-01EF-7C50E4276F32}"/>
                </a:ext>
              </a:extLst>
            </p:cNvPr>
            <p:cNvSpPr/>
            <p:nvPr/>
          </p:nvSpPr>
          <p:spPr>
            <a:xfrm>
              <a:off x="3376201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569172FC-612D-7340-C4B2-90BE316368F8}"/>
                </a:ext>
              </a:extLst>
            </p:cNvPr>
            <p:cNvSpPr/>
            <p:nvPr/>
          </p:nvSpPr>
          <p:spPr>
            <a:xfrm>
              <a:off x="338757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88119F8-3906-988C-E974-9FF21182E34F}"/>
                </a:ext>
              </a:extLst>
            </p:cNvPr>
            <p:cNvSpPr/>
            <p:nvPr/>
          </p:nvSpPr>
          <p:spPr>
            <a:xfrm>
              <a:off x="3414164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EF8D4DEA-D2C5-3A18-8F35-B98509894D6D}"/>
                </a:ext>
              </a:extLst>
            </p:cNvPr>
            <p:cNvSpPr/>
            <p:nvPr/>
          </p:nvSpPr>
          <p:spPr>
            <a:xfrm>
              <a:off x="3347524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C1F2003-FFC7-49F4-D09A-A7E2880F859A}"/>
                </a:ext>
              </a:extLst>
            </p:cNvPr>
            <p:cNvSpPr/>
            <p:nvPr/>
          </p:nvSpPr>
          <p:spPr>
            <a:xfrm>
              <a:off x="3375339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8A04147A-17D4-5E82-6B38-88A042F5D55D}"/>
                </a:ext>
              </a:extLst>
            </p:cNvPr>
            <p:cNvSpPr/>
            <p:nvPr/>
          </p:nvSpPr>
          <p:spPr>
            <a:xfrm>
              <a:off x="3388515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D963A282-165E-FCD0-D320-DEAF5270A8D3}"/>
                </a:ext>
              </a:extLst>
            </p:cNvPr>
            <p:cNvSpPr/>
            <p:nvPr/>
          </p:nvSpPr>
          <p:spPr>
            <a:xfrm>
              <a:off x="341284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95FFD484-95AF-2740-4933-4D9BD37F546A}"/>
                </a:ext>
              </a:extLst>
            </p:cNvPr>
            <p:cNvSpPr/>
            <p:nvPr/>
          </p:nvSpPr>
          <p:spPr>
            <a:xfrm>
              <a:off x="3348386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DFB4B6DB-CA1E-DB89-111F-2D8D50F4C19E}"/>
                </a:ext>
              </a:extLst>
            </p:cNvPr>
            <p:cNvSpPr/>
            <p:nvPr/>
          </p:nvSpPr>
          <p:spPr>
            <a:xfrm>
              <a:off x="3376201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25AC7098-1BC4-D233-454A-34A334A54ACE}"/>
                </a:ext>
              </a:extLst>
            </p:cNvPr>
            <p:cNvSpPr/>
            <p:nvPr/>
          </p:nvSpPr>
          <p:spPr>
            <a:xfrm>
              <a:off x="3389377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4F58A33-2A26-C8D9-8827-65FF30735AAE}"/>
                </a:ext>
              </a:extLst>
            </p:cNvPr>
            <p:cNvSpPr/>
            <p:nvPr/>
          </p:nvSpPr>
          <p:spPr>
            <a:xfrm>
              <a:off x="3414164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78314159-0C38-1818-A0C6-2BC35CE4F3B7}"/>
                </a:ext>
              </a:extLst>
            </p:cNvPr>
            <p:cNvSpPr/>
            <p:nvPr/>
          </p:nvSpPr>
          <p:spPr>
            <a:xfrm>
              <a:off x="3347524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B7657F66-8A7C-1C18-8753-D3845BC7019F}"/>
                </a:ext>
              </a:extLst>
            </p:cNvPr>
            <p:cNvSpPr/>
            <p:nvPr/>
          </p:nvSpPr>
          <p:spPr>
            <a:xfrm>
              <a:off x="3375339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EB00ED02-C62B-D361-A922-90EB8A94F673}"/>
                </a:ext>
              </a:extLst>
            </p:cNvPr>
            <p:cNvSpPr/>
            <p:nvPr/>
          </p:nvSpPr>
          <p:spPr>
            <a:xfrm>
              <a:off x="3387010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1B31490B-2DFB-5347-0C6C-9EB018BF6A23}"/>
                </a:ext>
              </a:extLst>
            </p:cNvPr>
            <p:cNvSpPr/>
            <p:nvPr/>
          </p:nvSpPr>
          <p:spPr>
            <a:xfrm>
              <a:off x="341284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0F27429-C267-D24F-7B29-7EA6EEECFEA6}"/>
                </a:ext>
              </a:extLst>
            </p:cNvPr>
            <p:cNvSpPr/>
            <p:nvPr/>
          </p:nvSpPr>
          <p:spPr>
            <a:xfrm>
              <a:off x="3299945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E5464EDD-6F86-92C0-149C-C194A9A8AE44}"/>
                </a:ext>
              </a:extLst>
            </p:cNvPr>
            <p:cNvSpPr/>
            <p:nvPr/>
          </p:nvSpPr>
          <p:spPr>
            <a:xfrm>
              <a:off x="3285311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ACB1DCAD-3115-7342-C717-6A8CA12664CB}"/>
                </a:ext>
              </a:extLst>
            </p:cNvPr>
            <p:cNvSpPr/>
            <p:nvPr/>
          </p:nvSpPr>
          <p:spPr>
            <a:xfrm>
              <a:off x="3299945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353843E6-DC0D-DD3F-F0DA-CF02DA1A48DE}"/>
                </a:ext>
              </a:extLst>
            </p:cNvPr>
            <p:cNvSpPr/>
            <p:nvPr/>
          </p:nvSpPr>
          <p:spPr>
            <a:xfrm>
              <a:off x="3285311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E4AFAC87-C063-1F2D-A987-49F494BE10F1}"/>
                </a:ext>
              </a:extLst>
            </p:cNvPr>
            <p:cNvSpPr/>
            <p:nvPr/>
          </p:nvSpPr>
          <p:spPr>
            <a:xfrm>
              <a:off x="3479481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4" name="Freeform 173">
            <a:extLst>
              <a:ext uri="{FF2B5EF4-FFF2-40B4-BE49-F238E27FC236}">
                <a16:creationId xmlns:a16="http://schemas.microsoft.com/office/drawing/2014/main" id="{A4F9F17A-795B-D81A-36D1-BEEF531902E0}"/>
              </a:ext>
            </a:extLst>
          </p:cNvPr>
          <p:cNvSpPr/>
          <p:nvPr/>
        </p:nvSpPr>
        <p:spPr>
          <a:xfrm>
            <a:off x="3400859" y="4481163"/>
            <a:ext cx="937407" cy="481192"/>
          </a:xfrm>
          <a:custGeom>
            <a:avLst/>
            <a:gdLst>
              <a:gd name="connsiteX0" fmla="*/ 0 w 937407"/>
              <a:gd name="connsiteY0" fmla="*/ 477558 h 481192"/>
              <a:gd name="connsiteX1" fmla="*/ 938 w 937407"/>
              <a:gd name="connsiteY1" fmla="*/ 477459 h 481192"/>
              <a:gd name="connsiteX2" fmla="*/ 1877 w 937407"/>
              <a:gd name="connsiteY2" fmla="*/ 477360 h 481192"/>
              <a:gd name="connsiteX3" fmla="*/ 2815 w 937407"/>
              <a:gd name="connsiteY3" fmla="*/ 477261 h 481192"/>
              <a:gd name="connsiteX4" fmla="*/ 3753 w 937407"/>
              <a:gd name="connsiteY4" fmla="*/ 477157 h 481192"/>
              <a:gd name="connsiteX5" fmla="*/ 4692 w 937407"/>
              <a:gd name="connsiteY5" fmla="*/ 477048 h 481192"/>
              <a:gd name="connsiteX6" fmla="*/ 5630 w 937407"/>
              <a:gd name="connsiteY6" fmla="*/ 476939 h 481192"/>
              <a:gd name="connsiteX7" fmla="*/ 6568 w 937407"/>
              <a:gd name="connsiteY7" fmla="*/ 476826 h 481192"/>
              <a:gd name="connsiteX8" fmla="*/ 7507 w 937407"/>
              <a:gd name="connsiteY8" fmla="*/ 476712 h 481192"/>
              <a:gd name="connsiteX9" fmla="*/ 8445 w 937407"/>
              <a:gd name="connsiteY9" fmla="*/ 476598 h 481192"/>
              <a:gd name="connsiteX10" fmla="*/ 9383 w 937407"/>
              <a:gd name="connsiteY10" fmla="*/ 476474 h 481192"/>
              <a:gd name="connsiteX11" fmla="*/ 10321 w 937407"/>
              <a:gd name="connsiteY11" fmla="*/ 476355 h 481192"/>
              <a:gd name="connsiteX12" fmla="*/ 11260 w 937407"/>
              <a:gd name="connsiteY12" fmla="*/ 476227 h 481192"/>
              <a:gd name="connsiteX13" fmla="*/ 12198 w 937407"/>
              <a:gd name="connsiteY13" fmla="*/ 476098 h 481192"/>
              <a:gd name="connsiteX14" fmla="*/ 13137 w 937407"/>
              <a:gd name="connsiteY14" fmla="*/ 475969 h 481192"/>
              <a:gd name="connsiteX15" fmla="*/ 14075 w 937407"/>
              <a:gd name="connsiteY15" fmla="*/ 475835 h 481192"/>
              <a:gd name="connsiteX16" fmla="*/ 15014 w 937407"/>
              <a:gd name="connsiteY16" fmla="*/ 475697 h 481192"/>
              <a:gd name="connsiteX17" fmla="*/ 15952 w 937407"/>
              <a:gd name="connsiteY17" fmla="*/ 475558 h 481192"/>
              <a:gd name="connsiteX18" fmla="*/ 16890 w 937407"/>
              <a:gd name="connsiteY18" fmla="*/ 475415 h 481192"/>
              <a:gd name="connsiteX19" fmla="*/ 17828 w 937407"/>
              <a:gd name="connsiteY19" fmla="*/ 475266 h 481192"/>
              <a:gd name="connsiteX20" fmla="*/ 18767 w 937407"/>
              <a:gd name="connsiteY20" fmla="*/ 475118 h 481192"/>
              <a:gd name="connsiteX21" fmla="*/ 19705 w 937407"/>
              <a:gd name="connsiteY21" fmla="*/ 474964 h 481192"/>
              <a:gd name="connsiteX22" fmla="*/ 20643 w 937407"/>
              <a:gd name="connsiteY22" fmla="*/ 474806 h 481192"/>
              <a:gd name="connsiteX23" fmla="*/ 21582 w 937407"/>
              <a:gd name="connsiteY23" fmla="*/ 474642 h 481192"/>
              <a:gd name="connsiteX24" fmla="*/ 22520 w 937407"/>
              <a:gd name="connsiteY24" fmla="*/ 474479 h 481192"/>
              <a:gd name="connsiteX25" fmla="*/ 23459 w 937407"/>
              <a:gd name="connsiteY25" fmla="*/ 474316 h 481192"/>
              <a:gd name="connsiteX26" fmla="*/ 24397 w 937407"/>
              <a:gd name="connsiteY26" fmla="*/ 474142 h 481192"/>
              <a:gd name="connsiteX27" fmla="*/ 25335 w 937407"/>
              <a:gd name="connsiteY27" fmla="*/ 473969 h 481192"/>
              <a:gd name="connsiteX28" fmla="*/ 26274 w 937407"/>
              <a:gd name="connsiteY28" fmla="*/ 473786 h 481192"/>
              <a:gd name="connsiteX29" fmla="*/ 27212 w 937407"/>
              <a:gd name="connsiteY29" fmla="*/ 473608 h 481192"/>
              <a:gd name="connsiteX30" fmla="*/ 28150 w 937407"/>
              <a:gd name="connsiteY30" fmla="*/ 473420 h 481192"/>
              <a:gd name="connsiteX31" fmla="*/ 29088 w 937407"/>
              <a:gd name="connsiteY31" fmla="*/ 473227 h 481192"/>
              <a:gd name="connsiteX32" fmla="*/ 30027 w 937407"/>
              <a:gd name="connsiteY32" fmla="*/ 473033 h 481192"/>
              <a:gd name="connsiteX33" fmla="*/ 30965 w 937407"/>
              <a:gd name="connsiteY33" fmla="*/ 472835 h 481192"/>
              <a:gd name="connsiteX34" fmla="*/ 31903 w 937407"/>
              <a:gd name="connsiteY34" fmla="*/ 472633 h 481192"/>
              <a:gd name="connsiteX35" fmla="*/ 32842 w 937407"/>
              <a:gd name="connsiteY35" fmla="*/ 472425 h 481192"/>
              <a:gd name="connsiteX36" fmla="*/ 33780 w 937407"/>
              <a:gd name="connsiteY36" fmla="*/ 472212 h 481192"/>
              <a:gd name="connsiteX37" fmla="*/ 34719 w 937407"/>
              <a:gd name="connsiteY37" fmla="*/ 471994 h 481192"/>
              <a:gd name="connsiteX38" fmla="*/ 35657 w 937407"/>
              <a:gd name="connsiteY38" fmla="*/ 471776 h 481192"/>
              <a:gd name="connsiteX39" fmla="*/ 36595 w 937407"/>
              <a:gd name="connsiteY39" fmla="*/ 471548 h 481192"/>
              <a:gd name="connsiteX40" fmla="*/ 37534 w 937407"/>
              <a:gd name="connsiteY40" fmla="*/ 471321 h 481192"/>
              <a:gd name="connsiteX41" fmla="*/ 38472 w 937407"/>
              <a:gd name="connsiteY41" fmla="*/ 471083 h 481192"/>
              <a:gd name="connsiteX42" fmla="*/ 39410 w 937407"/>
              <a:gd name="connsiteY42" fmla="*/ 470845 h 481192"/>
              <a:gd name="connsiteX43" fmla="*/ 40348 w 937407"/>
              <a:gd name="connsiteY43" fmla="*/ 470598 h 481192"/>
              <a:gd name="connsiteX44" fmla="*/ 41287 w 937407"/>
              <a:gd name="connsiteY44" fmla="*/ 470350 h 481192"/>
              <a:gd name="connsiteX45" fmla="*/ 42225 w 937407"/>
              <a:gd name="connsiteY45" fmla="*/ 470093 h 481192"/>
              <a:gd name="connsiteX46" fmla="*/ 43164 w 937407"/>
              <a:gd name="connsiteY46" fmla="*/ 469835 h 481192"/>
              <a:gd name="connsiteX47" fmla="*/ 44102 w 937407"/>
              <a:gd name="connsiteY47" fmla="*/ 469568 h 481192"/>
              <a:gd name="connsiteX48" fmla="*/ 45041 w 937407"/>
              <a:gd name="connsiteY48" fmla="*/ 469301 h 481192"/>
              <a:gd name="connsiteX49" fmla="*/ 45979 w 937407"/>
              <a:gd name="connsiteY49" fmla="*/ 469024 h 481192"/>
              <a:gd name="connsiteX50" fmla="*/ 46917 w 937407"/>
              <a:gd name="connsiteY50" fmla="*/ 468741 h 481192"/>
              <a:gd name="connsiteX51" fmla="*/ 47856 w 937407"/>
              <a:gd name="connsiteY51" fmla="*/ 468454 h 481192"/>
              <a:gd name="connsiteX52" fmla="*/ 48794 w 937407"/>
              <a:gd name="connsiteY52" fmla="*/ 468162 h 481192"/>
              <a:gd name="connsiteX53" fmla="*/ 49732 w 937407"/>
              <a:gd name="connsiteY53" fmla="*/ 467860 h 481192"/>
              <a:gd name="connsiteX54" fmla="*/ 50670 w 937407"/>
              <a:gd name="connsiteY54" fmla="*/ 467558 h 481192"/>
              <a:gd name="connsiteX55" fmla="*/ 51609 w 937407"/>
              <a:gd name="connsiteY55" fmla="*/ 467246 h 481192"/>
              <a:gd name="connsiteX56" fmla="*/ 52547 w 937407"/>
              <a:gd name="connsiteY56" fmla="*/ 466929 h 481192"/>
              <a:gd name="connsiteX57" fmla="*/ 53485 w 937407"/>
              <a:gd name="connsiteY57" fmla="*/ 466608 h 481192"/>
              <a:gd name="connsiteX58" fmla="*/ 54424 w 937407"/>
              <a:gd name="connsiteY58" fmla="*/ 466276 h 481192"/>
              <a:gd name="connsiteX59" fmla="*/ 55362 w 937407"/>
              <a:gd name="connsiteY59" fmla="*/ 465944 h 481192"/>
              <a:gd name="connsiteX60" fmla="*/ 56301 w 937407"/>
              <a:gd name="connsiteY60" fmla="*/ 465603 h 481192"/>
              <a:gd name="connsiteX61" fmla="*/ 57239 w 937407"/>
              <a:gd name="connsiteY61" fmla="*/ 465251 h 481192"/>
              <a:gd name="connsiteX62" fmla="*/ 58177 w 937407"/>
              <a:gd name="connsiteY62" fmla="*/ 464900 h 481192"/>
              <a:gd name="connsiteX63" fmla="*/ 59116 w 937407"/>
              <a:gd name="connsiteY63" fmla="*/ 464538 h 481192"/>
              <a:gd name="connsiteX64" fmla="*/ 60054 w 937407"/>
              <a:gd name="connsiteY64" fmla="*/ 464167 h 481192"/>
              <a:gd name="connsiteX65" fmla="*/ 60992 w 937407"/>
              <a:gd name="connsiteY65" fmla="*/ 463791 h 481192"/>
              <a:gd name="connsiteX66" fmla="*/ 61930 w 937407"/>
              <a:gd name="connsiteY66" fmla="*/ 463410 h 481192"/>
              <a:gd name="connsiteX67" fmla="*/ 62869 w 937407"/>
              <a:gd name="connsiteY67" fmla="*/ 463019 h 481192"/>
              <a:gd name="connsiteX68" fmla="*/ 63807 w 937407"/>
              <a:gd name="connsiteY68" fmla="*/ 462623 h 481192"/>
              <a:gd name="connsiteX69" fmla="*/ 64746 w 937407"/>
              <a:gd name="connsiteY69" fmla="*/ 462221 h 481192"/>
              <a:gd name="connsiteX70" fmla="*/ 65684 w 937407"/>
              <a:gd name="connsiteY70" fmla="*/ 461811 h 481192"/>
              <a:gd name="connsiteX71" fmla="*/ 66623 w 937407"/>
              <a:gd name="connsiteY71" fmla="*/ 461390 h 481192"/>
              <a:gd name="connsiteX72" fmla="*/ 67561 w 937407"/>
              <a:gd name="connsiteY72" fmla="*/ 460964 h 481192"/>
              <a:gd name="connsiteX73" fmla="*/ 68499 w 937407"/>
              <a:gd name="connsiteY73" fmla="*/ 460528 h 481192"/>
              <a:gd name="connsiteX74" fmla="*/ 69437 w 937407"/>
              <a:gd name="connsiteY74" fmla="*/ 460088 h 481192"/>
              <a:gd name="connsiteX75" fmla="*/ 70376 w 937407"/>
              <a:gd name="connsiteY75" fmla="*/ 459637 h 481192"/>
              <a:gd name="connsiteX76" fmla="*/ 71314 w 937407"/>
              <a:gd name="connsiteY76" fmla="*/ 459182 h 481192"/>
              <a:gd name="connsiteX77" fmla="*/ 72252 w 937407"/>
              <a:gd name="connsiteY77" fmla="*/ 458712 h 481192"/>
              <a:gd name="connsiteX78" fmla="*/ 73191 w 937407"/>
              <a:gd name="connsiteY78" fmla="*/ 458241 h 481192"/>
              <a:gd name="connsiteX79" fmla="*/ 74129 w 937407"/>
              <a:gd name="connsiteY79" fmla="*/ 457756 h 481192"/>
              <a:gd name="connsiteX80" fmla="*/ 75067 w 937407"/>
              <a:gd name="connsiteY80" fmla="*/ 457266 h 481192"/>
              <a:gd name="connsiteX81" fmla="*/ 76006 w 937407"/>
              <a:gd name="connsiteY81" fmla="*/ 456766 h 481192"/>
              <a:gd name="connsiteX82" fmla="*/ 76944 w 937407"/>
              <a:gd name="connsiteY82" fmla="*/ 456256 h 481192"/>
              <a:gd name="connsiteX83" fmla="*/ 77883 w 937407"/>
              <a:gd name="connsiteY83" fmla="*/ 455741 h 481192"/>
              <a:gd name="connsiteX84" fmla="*/ 78821 w 937407"/>
              <a:gd name="connsiteY84" fmla="*/ 455216 h 481192"/>
              <a:gd name="connsiteX85" fmla="*/ 79759 w 937407"/>
              <a:gd name="connsiteY85" fmla="*/ 454682 h 481192"/>
              <a:gd name="connsiteX86" fmla="*/ 80697 w 937407"/>
              <a:gd name="connsiteY86" fmla="*/ 454137 h 481192"/>
              <a:gd name="connsiteX87" fmla="*/ 81636 w 937407"/>
              <a:gd name="connsiteY87" fmla="*/ 453583 h 481192"/>
              <a:gd name="connsiteX88" fmla="*/ 82574 w 937407"/>
              <a:gd name="connsiteY88" fmla="*/ 453023 h 481192"/>
              <a:gd name="connsiteX89" fmla="*/ 83512 w 937407"/>
              <a:gd name="connsiteY89" fmla="*/ 452449 h 481192"/>
              <a:gd name="connsiteX90" fmla="*/ 84451 w 937407"/>
              <a:gd name="connsiteY90" fmla="*/ 451870 h 481192"/>
              <a:gd name="connsiteX91" fmla="*/ 85389 w 937407"/>
              <a:gd name="connsiteY91" fmla="*/ 451276 h 481192"/>
              <a:gd name="connsiteX92" fmla="*/ 86328 w 937407"/>
              <a:gd name="connsiteY92" fmla="*/ 450677 h 481192"/>
              <a:gd name="connsiteX93" fmla="*/ 87266 w 937407"/>
              <a:gd name="connsiteY93" fmla="*/ 450068 h 481192"/>
              <a:gd name="connsiteX94" fmla="*/ 88205 w 937407"/>
              <a:gd name="connsiteY94" fmla="*/ 449444 h 481192"/>
              <a:gd name="connsiteX95" fmla="*/ 89143 w 937407"/>
              <a:gd name="connsiteY95" fmla="*/ 448815 h 481192"/>
              <a:gd name="connsiteX96" fmla="*/ 90081 w 937407"/>
              <a:gd name="connsiteY96" fmla="*/ 448177 h 481192"/>
              <a:gd name="connsiteX97" fmla="*/ 91019 w 937407"/>
              <a:gd name="connsiteY97" fmla="*/ 447523 h 481192"/>
              <a:gd name="connsiteX98" fmla="*/ 91958 w 937407"/>
              <a:gd name="connsiteY98" fmla="*/ 446865 h 481192"/>
              <a:gd name="connsiteX99" fmla="*/ 92896 w 937407"/>
              <a:gd name="connsiteY99" fmla="*/ 446192 h 481192"/>
              <a:gd name="connsiteX100" fmla="*/ 93834 w 937407"/>
              <a:gd name="connsiteY100" fmla="*/ 445508 h 481192"/>
              <a:gd name="connsiteX101" fmla="*/ 94773 w 937407"/>
              <a:gd name="connsiteY101" fmla="*/ 444815 h 481192"/>
              <a:gd name="connsiteX102" fmla="*/ 95711 w 937407"/>
              <a:gd name="connsiteY102" fmla="*/ 444112 h 481192"/>
              <a:gd name="connsiteX103" fmla="*/ 96649 w 937407"/>
              <a:gd name="connsiteY103" fmla="*/ 443399 h 481192"/>
              <a:gd name="connsiteX104" fmla="*/ 97588 w 937407"/>
              <a:gd name="connsiteY104" fmla="*/ 442672 h 481192"/>
              <a:gd name="connsiteX105" fmla="*/ 98526 w 937407"/>
              <a:gd name="connsiteY105" fmla="*/ 441934 h 481192"/>
              <a:gd name="connsiteX106" fmla="*/ 99465 w 937407"/>
              <a:gd name="connsiteY106" fmla="*/ 441187 h 481192"/>
              <a:gd name="connsiteX107" fmla="*/ 100403 w 937407"/>
              <a:gd name="connsiteY107" fmla="*/ 440429 h 481192"/>
              <a:gd name="connsiteX108" fmla="*/ 101341 w 937407"/>
              <a:gd name="connsiteY108" fmla="*/ 439657 h 481192"/>
              <a:gd name="connsiteX109" fmla="*/ 102279 w 937407"/>
              <a:gd name="connsiteY109" fmla="*/ 438875 h 481192"/>
              <a:gd name="connsiteX110" fmla="*/ 103218 w 937407"/>
              <a:gd name="connsiteY110" fmla="*/ 438078 h 481192"/>
              <a:gd name="connsiteX111" fmla="*/ 104156 w 937407"/>
              <a:gd name="connsiteY111" fmla="*/ 437276 h 481192"/>
              <a:gd name="connsiteX112" fmla="*/ 105094 w 937407"/>
              <a:gd name="connsiteY112" fmla="*/ 436454 h 481192"/>
              <a:gd name="connsiteX113" fmla="*/ 106033 w 937407"/>
              <a:gd name="connsiteY113" fmla="*/ 435627 h 481192"/>
              <a:gd name="connsiteX114" fmla="*/ 106971 w 937407"/>
              <a:gd name="connsiteY114" fmla="*/ 434786 h 481192"/>
              <a:gd name="connsiteX115" fmla="*/ 107910 w 937407"/>
              <a:gd name="connsiteY115" fmla="*/ 433929 h 481192"/>
              <a:gd name="connsiteX116" fmla="*/ 108848 w 937407"/>
              <a:gd name="connsiteY116" fmla="*/ 433063 h 481192"/>
              <a:gd name="connsiteX117" fmla="*/ 109786 w 937407"/>
              <a:gd name="connsiteY117" fmla="*/ 432186 h 481192"/>
              <a:gd name="connsiteX118" fmla="*/ 110725 w 937407"/>
              <a:gd name="connsiteY118" fmla="*/ 431295 h 481192"/>
              <a:gd name="connsiteX119" fmla="*/ 111663 w 937407"/>
              <a:gd name="connsiteY119" fmla="*/ 430389 h 481192"/>
              <a:gd name="connsiteX120" fmla="*/ 112601 w 937407"/>
              <a:gd name="connsiteY120" fmla="*/ 429474 h 481192"/>
              <a:gd name="connsiteX121" fmla="*/ 113539 w 937407"/>
              <a:gd name="connsiteY121" fmla="*/ 428543 h 481192"/>
              <a:gd name="connsiteX122" fmla="*/ 114478 w 937407"/>
              <a:gd name="connsiteY122" fmla="*/ 427602 h 481192"/>
              <a:gd name="connsiteX123" fmla="*/ 115416 w 937407"/>
              <a:gd name="connsiteY123" fmla="*/ 426647 h 481192"/>
              <a:gd name="connsiteX124" fmla="*/ 116355 w 937407"/>
              <a:gd name="connsiteY124" fmla="*/ 425677 h 481192"/>
              <a:gd name="connsiteX125" fmla="*/ 117293 w 937407"/>
              <a:gd name="connsiteY125" fmla="*/ 424696 h 481192"/>
              <a:gd name="connsiteX126" fmla="*/ 118232 w 937407"/>
              <a:gd name="connsiteY126" fmla="*/ 423701 h 481192"/>
              <a:gd name="connsiteX127" fmla="*/ 119170 w 937407"/>
              <a:gd name="connsiteY127" fmla="*/ 422696 h 481192"/>
              <a:gd name="connsiteX128" fmla="*/ 120108 w 937407"/>
              <a:gd name="connsiteY128" fmla="*/ 421672 h 481192"/>
              <a:gd name="connsiteX129" fmla="*/ 121047 w 937407"/>
              <a:gd name="connsiteY129" fmla="*/ 420637 h 481192"/>
              <a:gd name="connsiteX130" fmla="*/ 121985 w 937407"/>
              <a:gd name="connsiteY130" fmla="*/ 419592 h 481192"/>
              <a:gd name="connsiteX131" fmla="*/ 122923 w 937407"/>
              <a:gd name="connsiteY131" fmla="*/ 418528 h 481192"/>
              <a:gd name="connsiteX132" fmla="*/ 123861 w 937407"/>
              <a:gd name="connsiteY132" fmla="*/ 417454 h 481192"/>
              <a:gd name="connsiteX133" fmla="*/ 124800 w 937407"/>
              <a:gd name="connsiteY133" fmla="*/ 416365 h 481192"/>
              <a:gd name="connsiteX134" fmla="*/ 125738 w 937407"/>
              <a:gd name="connsiteY134" fmla="*/ 415261 h 481192"/>
              <a:gd name="connsiteX135" fmla="*/ 126676 w 937407"/>
              <a:gd name="connsiteY135" fmla="*/ 414142 h 481192"/>
              <a:gd name="connsiteX136" fmla="*/ 127615 w 937407"/>
              <a:gd name="connsiteY136" fmla="*/ 413008 h 481192"/>
              <a:gd name="connsiteX137" fmla="*/ 128553 w 937407"/>
              <a:gd name="connsiteY137" fmla="*/ 411865 h 481192"/>
              <a:gd name="connsiteX138" fmla="*/ 129492 w 937407"/>
              <a:gd name="connsiteY138" fmla="*/ 410701 h 481192"/>
              <a:gd name="connsiteX139" fmla="*/ 130430 w 937407"/>
              <a:gd name="connsiteY139" fmla="*/ 409528 h 481192"/>
              <a:gd name="connsiteX140" fmla="*/ 131368 w 937407"/>
              <a:gd name="connsiteY140" fmla="*/ 408340 h 481192"/>
              <a:gd name="connsiteX141" fmla="*/ 132307 w 937407"/>
              <a:gd name="connsiteY141" fmla="*/ 407137 h 481192"/>
              <a:gd name="connsiteX142" fmla="*/ 133245 w 937407"/>
              <a:gd name="connsiteY142" fmla="*/ 405919 h 481192"/>
              <a:gd name="connsiteX143" fmla="*/ 134183 w 937407"/>
              <a:gd name="connsiteY143" fmla="*/ 404686 h 481192"/>
              <a:gd name="connsiteX144" fmla="*/ 135121 w 937407"/>
              <a:gd name="connsiteY144" fmla="*/ 403439 h 481192"/>
              <a:gd name="connsiteX145" fmla="*/ 136060 w 937407"/>
              <a:gd name="connsiteY145" fmla="*/ 402181 h 481192"/>
              <a:gd name="connsiteX146" fmla="*/ 136998 w 937407"/>
              <a:gd name="connsiteY146" fmla="*/ 400904 h 481192"/>
              <a:gd name="connsiteX147" fmla="*/ 137937 w 937407"/>
              <a:gd name="connsiteY147" fmla="*/ 399612 h 481192"/>
              <a:gd name="connsiteX148" fmla="*/ 138875 w 937407"/>
              <a:gd name="connsiteY148" fmla="*/ 398305 h 481192"/>
              <a:gd name="connsiteX149" fmla="*/ 139814 w 937407"/>
              <a:gd name="connsiteY149" fmla="*/ 396983 h 481192"/>
              <a:gd name="connsiteX150" fmla="*/ 140752 w 937407"/>
              <a:gd name="connsiteY150" fmla="*/ 395651 h 481192"/>
              <a:gd name="connsiteX151" fmla="*/ 141690 w 937407"/>
              <a:gd name="connsiteY151" fmla="*/ 394300 h 481192"/>
              <a:gd name="connsiteX152" fmla="*/ 142628 w 937407"/>
              <a:gd name="connsiteY152" fmla="*/ 392934 h 481192"/>
              <a:gd name="connsiteX153" fmla="*/ 143567 w 937407"/>
              <a:gd name="connsiteY153" fmla="*/ 391552 h 481192"/>
              <a:gd name="connsiteX154" fmla="*/ 144505 w 937407"/>
              <a:gd name="connsiteY154" fmla="*/ 390156 h 481192"/>
              <a:gd name="connsiteX155" fmla="*/ 145443 w 937407"/>
              <a:gd name="connsiteY155" fmla="*/ 388745 h 481192"/>
              <a:gd name="connsiteX156" fmla="*/ 146382 w 937407"/>
              <a:gd name="connsiteY156" fmla="*/ 387320 h 481192"/>
              <a:gd name="connsiteX157" fmla="*/ 147320 w 937407"/>
              <a:gd name="connsiteY157" fmla="*/ 385879 h 481192"/>
              <a:gd name="connsiteX158" fmla="*/ 148258 w 937407"/>
              <a:gd name="connsiteY158" fmla="*/ 384419 h 481192"/>
              <a:gd name="connsiteX159" fmla="*/ 149197 w 937407"/>
              <a:gd name="connsiteY159" fmla="*/ 382948 h 481192"/>
              <a:gd name="connsiteX160" fmla="*/ 150135 w 937407"/>
              <a:gd name="connsiteY160" fmla="*/ 381463 h 481192"/>
              <a:gd name="connsiteX161" fmla="*/ 151074 w 937407"/>
              <a:gd name="connsiteY161" fmla="*/ 379958 h 481192"/>
              <a:gd name="connsiteX162" fmla="*/ 152012 w 937407"/>
              <a:gd name="connsiteY162" fmla="*/ 378443 h 481192"/>
              <a:gd name="connsiteX163" fmla="*/ 152950 w 937407"/>
              <a:gd name="connsiteY163" fmla="*/ 376909 h 481192"/>
              <a:gd name="connsiteX164" fmla="*/ 153888 w 937407"/>
              <a:gd name="connsiteY164" fmla="*/ 375359 h 481192"/>
              <a:gd name="connsiteX165" fmla="*/ 154827 w 937407"/>
              <a:gd name="connsiteY165" fmla="*/ 373795 h 481192"/>
              <a:gd name="connsiteX166" fmla="*/ 155765 w 937407"/>
              <a:gd name="connsiteY166" fmla="*/ 372216 h 481192"/>
              <a:gd name="connsiteX167" fmla="*/ 156703 w 937407"/>
              <a:gd name="connsiteY167" fmla="*/ 370621 h 481192"/>
              <a:gd name="connsiteX168" fmla="*/ 157642 w 937407"/>
              <a:gd name="connsiteY168" fmla="*/ 369013 h 481192"/>
              <a:gd name="connsiteX169" fmla="*/ 158580 w 937407"/>
              <a:gd name="connsiteY169" fmla="*/ 367389 h 481192"/>
              <a:gd name="connsiteX170" fmla="*/ 159519 w 937407"/>
              <a:gd name="connsiteY170" fmla="*/ 365745 h 481192"/>
              <a:gd name="connsiteX171" fmla="*/ 160457 w 937407"/>
              <a:gd name="connsiteY171" fmla="*/ 364092 h 481192"/>
              <a:gd name="connsiteX172" fmla="*/ 161395 w 937407"/>
              <a:gd name="connsiteY172" fmla="*/ 362418 h 481192"/>
              <a:gd name="connsiteX173" fmla="*/ 162334 w 937407"/>
              <a:gd name="connsiteY173" fmla="*/ 360735 h 481192"/>
              <a:gd name="connsiteX174" fmla="*/ 163272 w 937407"/>
              <a:gd name="connsiteY174" fmla="*/ 359032 h 481192"/>
              <a:gd name="connsiteX175" fmla="*/ 164210 w 937407"/>
              <a:gd name="connsiteY175" fmla="*/ 357319 h 481192"/>
              <a:gd name="connsiteX176" fmla="*/ 165149 w 937407"/>
              <a:gd name="connsiteY176" fmla="*/ 355587 h 481192"/>
              <a:gd name="connsiteX177" fmla="*/ 166087 w 937407"/>
              <a:gd name="connsiteY177" fmla="*/ 353839 h 481192"/>
              <a:gd name="connsiteX178" fmla="*/ 167025 w 937407"/>
              <a:gd name="connsiteY178" fmla="*/ 352077 h 481192"/>
              <a:gd name="connsiteX179" fmla="*/ 167964 w 937407"/>
              <a:gd name="connsiteY179" fmla="*/ 350299 h 481192"/>
              <a:gd name="connsiteX180" fmla="*/ 168902 w 937407"/>
              <a:gd name="connsiteY180" fmla="*/ 348507 h 481192"/>
              <a:gd name="connsiteX181" fmla="*/ 169840 w 937407"/>
              <a:gd name="connsiteY181" fmla="*/ 346700 h 481192"/>
              <a:gd name="connsiteX182" fmla="*/ 170779 w 937407"/>
              <a:gd name="connsiteY182" fmla="*/ 344879 h 481192"/>
              <a:gd name="connsiteX183" fmla="*/ 171717 w 937407"/>
              <a:gd name="connsiteY183" fmla="*/ 343042 h 481192"/>
              <a:gd name="connsiteX184" fmla="*/ 172656 w 937407"/>
              <a:gd name="connsiteY184" fmla="*/ 341190 h 481192"/>
              <a:gd name="connsiteX185" fmla="*/ 173594 w 937407"/>
              <a:gd name="connsiteY185" fmla="*/ 339324 h 481192"/>
              <a:gd name="connsiteX186" fmla="*/ 174532 w 937407"/>
              <a:gd name="connsiteY186" fmla="*/ 337443 h 481192"/>
              <a:gd name="connsiteX187" fmla="*/ 175470 w 937407"/>
              <a:gd name="connsiteY187" fmla="*/ 335552 h 481192"/>
              <a:gd name="connsiteX188" fmla="*/ 176409 w 937407"/>
              <a:gd name="connsiteY188" fmla="*/ 333641 h 481192"/>
              <a:gd name="connsiteX189" fmla="*/ 177347 w 937407"/>
              <a:gd name="connsiteY189" fmla="*/ 331715 h 481192"/>
              <a:gd name="connsiteX190" fmla="*/ 178285 w 937407"/>
              <a:gd name="connsiteY190" fmla="*/ 329779 h 481192"/>
              <a:gd name="connsiteX191" fmla="*/ 179224 w 937407"/>
              <a:gd name="connsiteY191" fmla="*/ 327824 h 481192"/>
              <a:gd name="connsiteX192" fmla="*/ 180162 w 937407"/>
              <a:gd name="connsiteY192" fmla="*/ 325859 h 481192"/>
              <a:gd name="connsiteX193" fmla="*/ 181101 w 937407"/>
              <a:gd name="connsiteY193" fmla="*/ 323878 h 481192"/>
              <a:gd name="connsiteX194" fmla="*/ 182039 w 937407"/>
              <a:gd name="connsiteY194" fmla="*/ 321883 h 481192"/>
              <a:gd name="connsiteX195" fmla="*/ 182977 w 937407"/>
              <a:gd name="connsiteY195" fmla="*/ 319878 h 481192"/>
              <a:gd name="connsiteX196" fmla="*/ 183916 w 937407"/>
              <a:gd name="connsiteY196" fmla="*/ 317854 h 481192"/>
              <a:gd name="connsiteX197" fmla="*/ 184854 w 937407"/>
              <a:gd name="connsiteY197" fmla="*/ 315819 h 481192"/>
              <a:gd name="connsiteX198" fmla="*/ 185792 w 937407"/>
              <a:gd name="connsiteY198" fmla="*/ 313772 h 481192"/>
              <a:gd name="connsiteX199" fmla="*/ 186730 w 937407"/>
              <a:gd name="connsiteY199" fmla="*/ 311710 h 481192"/>
              <a:gd name="connsiteX200" fmla="*/ 187669 w 937407"/>
              <a:gd name="connsiteY200" fmla="*/ 309635 h 481192"/>
              <a:gd name="connsiteX201" fmla="*/ 188607 w 937407"/>
              <a:gd name="connsiteY201" fmla="*/ 307546 h 481192"/>
              <a:gd name="connsiteX202" fmla="*/ 189546 w 937407"/>
              <a:gd name="connsiteY202" fmla="*/ 305446 h 481192"/>
              <a:gd name="connsiteX203" fmla="*/ 190484 w 937407"/>
              <a:gd name="connsiteY203" fmla="*/ 303332 h 481192"/>
              <a:gd name="connsiteX204" fmla="*/ 191422 w 937407"/>
              <a:gd name="connsiteY204" fmla="*/ 301206 h 481192"/>
              <a:gd name="connsiteX205" fmla="*/ 192361 w 937407"/>
              <a:gd name="connsiteY205" fmla="*/ 299067 h 481192"/>
              <a:gd name="connsiteX206" fmla="*/ 193299 w 937407"/>
              <a:gd name="connsiteY206" fmla="*/ 296916 h 481192"/>
              <a:gd name="connsiteX207" fmla="*/ 194237 w 937407"/>
              <a:gd name="connsiteY207" fmla="*/ 294753 h 481192"/>
              <a:gd name="connsiteX208" fmla="*/ 195176 w 937407"/>
              <a:gd name="connsiteY208" fmla="*/ 292578 h 481192"/>
              <a:gd name="connsiteX209" fmla="*/ 196114 w 937407"/>
              <a:gd name="connsiteY209" fmla="*/ 290391 h 481192"/>
              <a:gd name="connsiteX210" fmla="*/ 197052 w 937407"/>
              <a:gd name="connsiteY210" fmla="*/ 288193 h 481192"/>
              <a:gd name="connsiteX211" fmla="*/ 197991 w 937407"/>
              <a:gd name="connsiteY211" fmla="*/ 285983 h 481192"/>
              <a:gd name="connsiteX212" fmla="*/ 198929 w 937407"/>
              <a:gd name="connsiteY212" fmla="*/ 283763 h 481192"/>
              <a:gd name="connsiteX213" fmla="*/ 199867 w 937407"/>
              <a:gd name="connsiteY213" fmla="*/ 281531 h 481192"/>
              <a:gd name="connsiteX214" fmla="*/ 200806 w 937407"/>
              <a:gd name="connsiteY214" fmla="*/ 279288 h 481192"/>
              <a:gd name="connsiteX215" fmla="*/ 201744 w 937407"/>
              <a:gd name="connsiteY215" fmla="*/ 277035 h 481192"/>
              <a:gd name="connsiteX216" fmla="*/ 202683 w 937407"/>
              <a:gd name="connsiteY216" fmla="*/ 274771 h 481192"/>
              <a:gd name="connsiteX217" fmla="*/ 203621 w 937407"/>
              <a:gd name="connsiteY217" fmla="*/ 272497 h 481192"/>
              <a:gd name="connsiteX218" fmla="*/ 204559 w 937407"/>
              <a:gd name="connsiteY218" fmla="*/ 270213 h 481192"/>
              <a:gd name="connsiteX219" fmla="*/ 205498 w 937407"/>
              <a:gd name="connsiteY219" fmla="*/ 267919 h 481192"/>
              <a:gd name="connsiteX220" fmla="*/ 206436 w 937407"/>
              <a:gd name="connsiteY220" fmla="*/ 265616 h 481192"/>
              <a:gd name="connsiteX221" fmla="*/ 207374 w 937407"/>
              <a:gd name="connsiteY221" fmla="*/ 263303 h 481192"/>
              <a:gd name="connsiteX222" fmla="*/ 208312 w 937407"/>
              <a:gd name="connsiteY222" fmla="*/ 260982 h 481192"/>
              <a:gd name="connsiteX223" fmla="*/ 209251 w 937407"/>
              <a:gd name="connsiteY223" fmla="*/ 258651 h 481192"/>
              <a:gd name="connsiteX224" fmla="*/ 210189 w 937407"/>
              <a:gd name="connsiteY224" fmla="*/ 256312 h 481192"/>
              <a:gd name="connsiteX225" fmla="*/ 211128 w 937407"/>
              <a:gd name="connsiteY225" fmla="*/ 253965 h 481192"/>
              <a:gd name="connsiteX226" fmla="*/ 212066 w 937407"/>
              <a:gd name="connsiteY226" fmla="*/ 251609 h 481192"/>
              <a:gd name="connsiteX227" fmla="*/ 213004 w 937407"/>
              <a:gd name="connsiteY227" fmla="*/ 249245 h 481192"/>
              <a:gd name="connsiteX228" fmla="*/ 213943 w 937407"/>
              <a:gd name="connsiteY228" fmla="*/ 246874 h 481192"/>
              <a:gd name="connsiteX229" fmla="*/ 214881 w 937407"/>
              <a:gd name="connsiteY229" fmla="*/ 244496 h 481192"/>
              <a:gd name="connsiteX230" fmla="*/ 215819 w 937407"/>
              <a:gd name="connsiteY230" fmla="*/ 242110 h 481192"/>
              <a:gd name="connsiteX231" fmla="*/ 216758 w 937407"/>
              <a:gd name="connsiteY231" fmla="*/ 239718 h 481192"/>
              <a:gd name="connsiteX232" fmla="*/ 217696 w 937407"/>
              <a:gd name="connsiteY232" fmla="*/ 237319 h 481192"/>
              <a:gd name="connsiteX233" fmla="*/ 218634 w 937407"/>
              <a:gd name="connsiteY233" fmla="*/ 234914 h 481192"/>
              <a:gd name="connsiteX234" fmla="*/ 219573 w 937407"/>
              <a:gd name="connsiteY234" fmla="*/ 232503 h 481192"/>
              <a:gd name="connsiteX235" fmla="*/ 220511 w 937407"/>
              <a:gd name="connsiteY235" fmla="*/ 230086 h 481192"/>
              <a:gd name="connsiteX236" fmla="*/ 221449 w 937407"/>
              <a:gd name="connsiteY236" fmla="*/ 227664 h 481192"/>
              <a:gd name="connsiteX237" fmla="*/ 222388 w 937407"/>
              <a:gd name="connsiteY237" fmla="*/ 225237 h 481192"/>
              <a:gd name="connsiteX238" fmla="*/ 223326 w 937407"/>
              <a:gd name="connsiteY238" fmla="*/ 222804 h 481192"/>
              <a:gd name="connsiteX239" fmla="*/ 224265 w 937407"/>
              <a:gd name="connsiteY239" fmla="*/ 220368 h 481192"/>
              <a:gd name="connsiteX240" fmla="*/ 225203 w 937407"/>
              <a:gd name="connsiteY240" fmla="*/ 217927 h 481192"/>
              <a:gd name="connsiteX241" fmla="*/ 226141 w 937407"/>
              <a:gd name="connsiteY241" fmla="*/ 215483 h 481192"/>
              <a:gd name="connsiteX242" fmla="*/ 227079 w 937407"/>
              <a:gd name="connsiteY242" fmla="*/ 213035 h 481192"/>
              <a:gd name="connsiteX243" fmla="*/ 228018 w 937407"/>
              <a:gd name="connsiteY243" fmla="*/ 210583 h 481192"/>
              <a:gd name="connsiteX244" fmla="*/ 228956 w 937407"/>
              <a:gd name="connsiteY244" fmla="*/ 208129 h 481192"/>
              <a:gd name="connsiteX245" fmla="*/ 229894 w 937407"/>
              <a:gd name="connsiteY245" fmla="*/ 205672 h 481192"/>
              <a:gd name="connsiteX246" fmla="*/ 230833 w 937407"/>
              <a:gd name="connsiteY246" fmla="*/ 203213 h 481192"/>
              <a:gd name="connsiteX247" fmla="*/ 231771 w 937407"/>
              <a:gd name="connsiteY247" fmla="*/ 200752 h 481192"/>
              <a:gd name="connsiteX248" fmla="*/ 232710 w 937407"/>
              <a:gd name="connsiteY248" fmla="*/ 198289 h 481192"/>
              <a:gd name="connsiteX249" fmla="*/ 233648 w 937407"/>
              <a:gd name="connsiteY249" fmla="*/ 195825 h 481192"/>
              <a:gd name="connsiteX250" fmla="*/ 234586 w 937407"/>
              <a:gd name="connsiteY250" fmla="*/ 193360 h 481192"/>
              <a:gd name="connsiteX251" fmla="*/ 235525 w 937407"/>
              <a:gd name="connsiteY251" fmla="*/ 190895 h 481192"/>
              <a:gd name="connsiteX252" fmla="*/ 236463 w 937407"/>
              <a:gd name="connsiteY252" fmla="*/ 188429 h 481192"/>
              <a:gd name="connsiteX253" fmla="*/ 237401 w 937407"/>
              <a:gd name="connsiteY253" fmla="*/ 185963 h 481192"/>
              <a:gd name="connsiteX254" fmla="*/ 238339 w 937407"/>
              <a:gd name="connsiteY254" fmla="*/ 183498 h 481192"/>
              <a:gd name="connsiteX255" fmla="*/ 239278 w 937407"/>
              <a:gd name="connsiteY255" fmla="*/ 181034 h 481192"/>
              <a:gd name="connsiteX256" fmla="*/ 240216 w 937407"/>
              <a:gd name="connsiteY256" fmla="*/ 178571 h 481192"/>
              <a:gd name="connsiteX257" fmla="*/ 241155 w 937407"/>
              <a:gd name="connsiteY257" fmla="*/ 176109 h 481192"/>
              <a:gd name="connsiteX258" fmla="*/ 242093 w 937407"/>
              <a:gd name="connsiteY258" fmla="*/ 173650 h 481192"/>
              <a:gd name="connsiteX259" fmla="*/ 243031 w 937407"/>
              <a:gd name="connsiteY259" fmla="*/ 171193 h 481192"/>
              <a:gd name="connsiteX260" fmla="*/ 243970 w 937407"/>
              <a:gd name="connsiteY260" fmla="*/ 168738 h 481192"/>
              <a:gd name="connsiteX261" fmla="*/ 244908 w 937407"/>
              <a:gd name="connsiteY261" fmla="*/ 166287 h 481192"/>
              <a:gd name="connsiteX262" fmla="*/ 245846 w 937407"/>
              <a:gd name="connsiteY262" fmla="*/ 163838 h 481192"/>
              <a:gd name="connsiteX263" fmla="*/ 246785 w 937407"/>
              <a:gd name="connsiteY263" fmla="*/ 161394 h 481192"/>
              <a:gd name="connsiteX264" fmla="*/ 247723 w 937407"/>
              <a:gd name="connsiteY264" fmla="*/ 158954 h 481192"/>
              <a:gd name="connsiteX265" fmla="*/ 248661 w 937407"/>
              <a:gd name="connsiteY265" fmla="*/ 156519 h 481192"/>
              <a:gd name="connsiteX266" fmla="*/ 249600 w 937407"/>
              <a:gd name="connsiteY266" fmla="*/ 154088 h 481192"/>
              <a:gd name="connsiteX267" fmla="*/ 250538 w 937407"/>
              <a:gd name="connsiteY267" fmla="*/ 151663 h 481192"/>
              <a:gd name="connsiteX268" fmla="*/ 251476 w 937407"/>
              <a:gd name="connsiteY268" fmla="*/ 149243 h 481192"/>
              <a:gd name="connsiteX269" fmla="*/ 252415 w 937407"/>
              <a:gd name="connsiteY269" fmla="*/ 146829 h 481192"/>
              <a:gd name="connsiteX270" fmla="*/ 253353 w 937407"/>
              <a:gd name="connsiteY270" fmla="*/ 144422 h 481192"/>
              <a:gd name="connsiteX271" fmla="*/ 254292 w 937407"/>
              <a:gd name="connsiteY271" fmla="*/ 142022 h 481192"/>
              <a:gd name="connsiteX272" fmla="*/ 255230 w 937407"/>
              <a:gd name="connsiteY272" fmla="*/ 139629 h 481192"/>
              <a:gd name="connsiteX273" fmla="*/ 256168 w 937407"/>
              <a:gd name="connsiteY273" fmla="*/ 137244 h 481192"/>
              <a:gd name="connsiteX274" fmla="*/ 257107 w 937407"/>
              <a:gd name="connsiteY274" fmla="*/ 134867 h 481192"/>
              <a:gd name="connsiteX275" fmla="*/ 258045 w 937407"/>
              <a:gd name="connsiteY275" fmla="*/ 132498 h 481192"/>
              <a:gd name="connsiteX276" fmla="*/ 258983 w 937407"/>
              <a:gd name="connsiteY276" fmla="*/ 130139 h 481192"/>
              <a:gd name="connsiteX277" fmla="*/ 259921 w 937407"/>
              <a:gd name="connsiteY277" fmla="*/ 127788 h 481192"/>
              <a:gd name="connsiteX278" fmla="*/ 260860 w 937407"/>
              <a:gd name="connsiteY278" fmla="*/ 125447 h 481192"/>
              <a:gd name="connsiteX279" fmla="*/ 261798 w 937407"/>
              <a:gd name="connsiteY279" fmla="*/ 123116 h 481192"/>
              <a:gd name="connsiteX280" fmla="*/ 262737 w 937407"/>
              <a:gd name="connsiteY280" fmla="*/ 120796 h 481192"/>
              <a:gd name="connsiteX281" fmla="*/ 263675 w 937407"/>
              <a:gd name="connsiteY281" fmla="*/ 118486 h 481192"/>
              <a:gd name="connsiteX282" fmla="*/ 264613 w 937407"/>
              <a:gd name="connsiteY282" fmla="*/ 116188 h 481192"/>
              <a:gd name="connsiteX283" fmla="*/ 265552 w 937407"/>
              <a:gd name="connsiteY283" fmla="*/ 113901 h 481192"/>
              <a:gd name="connsiteX284" fmla="*/ 266490 w 937407"/>
              <a:gd name="connsiteY284" fmla="*/ 111627 h 481192"/>
              <a:gd name="connsiteX285" fmla="*/ 267428 w 937407"/>
              <a:gd name="connsiteY285" fmla="*/ 109365 h 481192"/>
              <a:gd name="connsiteX286" fmla="*/ 268367 w 937407"/>
              <a:gd name="connsiteY286" fmla="*/ 107116 h 481192"/>
              <a:gd name="connsiteX287" fmla="*/ 269305 w 937407"/>
              <a:gd name="connsiteY287" fmla="*/ 104879 h 481192"/>
              <a:gd name="connsiteX288" fmla="*/ 270243 w 937407"/>
              <a:gd name="connsiteY288" fmla="*/ 102657 h 481192"/>
              <a:gd name="connsiteX289" fmla="*/ 271182 w 937407"/>
              <a:gd name="connsiteY289" fmla="*/ 100449 h 481192"/>
              <a:gd name="connsiteX290" fmla="*/ 272120 w 937407"/>
              <a:gd name="connsiteY290" fmla="*/ 98255 h 481192"/>
              <a:gd name="connsiteX291" fmla="*/ 273058 w 937407"/>
              <a:gd name="connsiteY291" fmla="*/ 96076 h 481192"/>
              <a:gd name="connsiteX292" fmla="*/ 273997 w 937407"/>
              <a:gd name="connsiteY292" fmla="*/ 93912 h 481192"/>
              <a:gd name="connsiteX293" fmla="*/ 274935 w 937407"/>
              <a:gd name="connsiteY293" fmla="*/ 91764 h 481192"/>
              <a:gd name="connsiteX294" fmla="*/ 275874 w 937407"/>
              <a:gd name="connsiteY294" fmla="*/ 89632 h 481192"/>
              <a:gd name="connsiteX295" fmla="*/ 276812 w 937407"/>
              <a:gd name="connsiteY295" fmla="*/ 87516 h 481192"/>
              <a:gd name="connsiteX296" fmla="*/ 277750 w 937407"/>
              <a:gd name="connsiteY296" fmla="*/ 85417 h 481192"/>
              <a:gd name="connsiteX297" fmla="*/ 278688 w 937407"/>
              <a:gd name="connsiteY297" fmla="*/ 83336 h 481192"/>
              <a:gd name="connsiteX298" fmla="*/ 279627 w 937407"/>
              <a:gd name="connsiteY298" fmla="*/ 81271 h 481192"/>
              <a:gd name="connsiteX299" fmla="*/ 280565 w 937407"/>
              <a:gd name="connsiteY299" fmla="*/ 79225 h 481192"/>
              <a:gd name="connsiteX300" fmla="*/ 281503 w 937407"/>
              <a:gd name="connsiteY300" fmla="*/ 77197 h 481192"/>
              <a:gd name="connsiteX301" fmla="*/ 282442 w 937407"/>
              <a:gd name="connsiteY301" fmla="*/ 75188 h 481192"/>
              <a:gd name="connsiteX302" fmla="*/ 283380 w 937407"/>
              <a:gd name="connsiteY302" fmla="*/ 73199 h 481192"/>
              <a:gd name="connsiteX303" fmla="*/ 284319 w 937407"/>
              <a:gd name="connsiteY303" fmla="*/ 71229 h 481192"/>
              <a:gd name="connsiteX304" fmla="*/ 285257 w 937407"/>
              <a:gd name="connsiteY304" fmla="*/ 69278 h 481192"/>
              <a:gd name="connsiteX305" fmla="*/ 286195 w 937407"/>
              <a:gd name="connsiteY305" fmla="*/ 67348 h 481192"/>
              <a:gd name="connsiteX306" fmla="*/ 287134 w 937407"/>
              <a:gd name="connsiteY306" fmla="*/ 65438 h 481192"/>
              <a:gd name="connsiteX307" fmla="*/ 288072 w 937407"/>
              <a:gd name="connsiteY307" fmla="*/ 63550 h 481192"/>
              <a:gd name="connsiteX308" fmla="*/ 289010 w 937407"/>
              <a:gd name="connsiteY308" fmla="*/ 61682 h 481192"/>
              <a:gd name="connsiteX309" fmla="*/ 289949 w 937407"/>
              <a:gd name="connsiteY309" fmla="*/ 59837 h 481192"/>
              <a:gd name="connsiteX310" fmla="*/ 290887 w 937407"/>
              <a:gd name="connsiteY310" fmla="*/ 58014 h 481192"/>
              <a:gd name="connsiteX311" fmla="*/ 291825 w 937407"/>
              <a:gd name="connsiteY311" fmla="*/ 56213 h 481192"/>
              <a:gd name="connsiteX312" fmla="*/ 292764 w 937407"/>
              <a:gd name="connsiteY312" fmla="*/ 54434 h 481192"/>
              <a:gd name="connsiteX313" fmla="*/ 293702 w 937407"/>
              <a:gd name="connsiteY313" fmla="*/ 52679 h 481192"/>
              <a:gd name="connsiteX314" fmla="*/ 294640 w 937407"/>
              <a:gd name="connsiteY314" fmla="*/ 50948 h 481192"/>
              <a:gd name="connsiteX315" fmla="*/ 295579 w 937407"/>
              <a:gd name="connsiteY315" fmla="*/ 49240 h 481192"/>
              <a:gd name="connsiteX316" fmla="*/ 296518 w 937407"/>
              <a:gd name="connsiteY316" fmla="*/ 47557 h 481192"/>
              <a:gd name="connsiteX317" fmla="*/ 297454 w 937407"/>
              <a:gd name="connsiteY317" fmla="*/ 45898 h 481192"/>
              <a:gd name="connsiteX318" fmla="*/ 298395 w 937407"/>
              <a:gd name="connsiteY318" fmla="*/ 44264 h 481192"/>
              <a:gd name="connsiteX319" fmla="*/ 299330 w 937407"/>
              <a:gd name="connsiteY319" fmla="*/ 42654 h 481192"/>
              <a:gd name="connsiteX320" fmla="*/ 300271 w 937407"/>
              <a:gd name="connsiteY320" fmla="*/ 41071 h 481192"/>
              <a:gd name="connsiteX321" fmla="*/ 301207 w 937407"/>
              <a:gd name="connsiteY321" fmla="*/ 39513 h 481192"/>
              <a:gd name="connsiteX322" fmla="*/ 302147 w 937407"/>
              <a:gd name="connsiteY322" fmla="*/ 37982 h 481192"/>
              <a:gd name="connsiteX323" fmla="*/ 303088 w 937407"/>
              <a:gd name="connsiteY323" fmla="*/ 36477 h 481192"/>
              <a:gd name="connsiteX324" fmla="*/ 304023 w 937407"/>
              <a:gd name="connsiteY324" fmla="*/ 34998 h 481192"/>
              <a:gd name="connsiteX325" fmla="*/ 304964 w 937407"/>
              <a:gd name="connsiteY325" fmla="*/ 33547 h 481192"/>
              <a:gd name="connsiteX326" fmla="*/ 305900 w 937407"/>
              <a:gd name="connsiteY326" fmla="*/ 32123 h 481192"/>
              <a:gd name="connsiteX327" fmla="*/ 306840 w 937407"/>
              <a:gd name="connsiteY327" fmla="*/ 30727 h 481192"/>
              <a:gd name="connsiteX328" fmla="*/ 307776 w 937407"/>
              <a:gd name="connsiteY328" fmla="*/ 29358 h 481192"/>
              <a:gd name="connsiteX329" fmla="*/ 308717 w 937407"/>
              <a:gd name="connsiteY329" fmla="*/ 28018 h 481192"/>
              <a:gd name="connsiteX330" fmla="*/ 309652 w 937407"/>
              <a:gd name="connsiteY330" fmla="*/ 26706 h 481192"/>
              <a:gd name="connsiteX331" fmla="*/ 310593 w 937407"/>
              <a:gd name="connsiteY331" fmla="*/ 25423 h 481192"/>
              <a:gd name="connsiteX332" fmla="*/ 311528 w 937407"/>
              <a:gd name="connsiteY332" fmla="*/ 24169 h 481192"/>
              <a:gd name="connsiteX333" fmla="*/ 312469 w 937407"/>
              <a:gd name="connsiteY333" fmla="*/ 22944 h 481192"/>
              <a:gd name="connsiteX334" fmla="*/ 313410 w 937407"/>
              <a:gd name="connsiteY334" fmla="*/ 21748 h 481192"/>
              <a:gd name="connsiteX335" fmla="*/ 314345 w 937407"/>
              <a:gd name="connsiteY335" fmla="*/ 20583 h 481192"/>
              <a:gd name="connsiteX336" fmla="*/ 315286 w 937407"/>
              <a:gd name="connsiteY336" fmla="*/ 19447 h 481192"/>
              <a:gd name="connsiteX337" fmla="*/ 316222 w 937407"/>
              <a:gd name="connsiteY337" fmla="*/ 18342 h 481192"/>
              <a:gd name="connsiteX338" fmla="*/ 317162 w 937407"/>
              <a:gd name="connsiteY338" fmla="*/ 17267 h 481192"/>
              <a:gd name="connsiteX339" fmla="*/ 318098 w 937407"/>
              <a:gd name="connsiteY339" fmla="*/ 16223 h 481192"/>
              <a:gd name="connsiteX340" fmla="*/ 319038 w 937407"/>
              <a:gd name="connsiteY340" fmla="*/ 15210 h 481192"/>
              <a:gd name="connsiteX341" fmla="*/ 319974 w 937407"/>
              <a:gd name="connsiteY341" fmla="*/ 14227 h 481192"/>
              <a:gd name="connsiteX342" fmla="*/ 320915 w 937407"/>
              <a:gd name="connsiteY342" fmla="*/ 13276 h 481192"/>
              <a:gd name="connsiteX343" fmla="*/ 321850 w 937407"/>
              <a:gd name="connsiteY343" fmla="*/ 12357 h 481192"/>
              <a:gd name="connsiteX344" fmla="*/ 322791 w 937407"/>
              <a:gd name="connsiteY344" fmla="*/ 11469 h 481192"/>
              <a:gd name="connsiteX345" fmla="*/ 323727 w 937407"/>
              <a:gd name="connsiteY345" fmla="*/ 10614 h 481192"/>
              <a:gd name="connsiteX346" fmla="*/ 324667 w 937407"/>
              <a:gd name="connsiteY346" fmla="*/ 9790 h 481192"/>
              <a:gd name="connsiteX347" fmla="*/ 325608 w 937407"/>
              <a:gd name="connsiteY347" fmla="*/ 8999 h 481192"/>
              <a:gd name="connsiteX348" fmla="*/ 326544 w 937407"/>
              <a:gd name="connsiteY348" fmla="*/ 8240 h 481192"/>
              <a:gd name="connsiteX349" fmla="*/ 327484 w 937407"/>
              <a:gd name="connsiteY349" fmla="*/ 7514 h 481192"/>
              <a:gd name="connsiteX350" fmla="*/ 328420 w 937407"/>
              <a:gd name="connsiteY350" fmla="*/ 6820 h 481192"/>
              <a:gd name="connsiteX351" fmla="*/ 329360 w 937407"/>
              <a:gd name="connsiteY351" fmla="*/ 6159 h 481192"/>
              <a:gd name="connsiteX352" fmla="*/ 330296 w 937407"/>
              <a:gd name="connsiteY352" fmla="*/ 5532 h 481192"/>
              <a:gd name="connsiteX353" fmla="*/ 331237 w 937407"/>
              <a:gd name="connsiteY353" fmla="*/ 4937 h 481192"/>
              <a:gd name="connsiteX354" fmla="*/ 332172 w 937407"/>
              <a:gd name="connsiteY354" fmla="*/ 4376 h 481192"/>
              <a:gd name="connsiteX355" fmla="*/ 333113 w 937407"/>
              <a:gd name="connsiteY355" fmla="*/ 3849 h 481192"/>
              <a:gd name="connsiteX356" fmla="*/ 334049 w 937407"/>
              <a:gd name="connsiteY356" fmla="*/ 3354 h 481192"/>
              <a:gd name="connsiteX357" fmla="*/ 334989 w 937407"/>
              <a:gd name="connsiteY357" fmla="*/ 2894 h 481192"/>
              <a:gd name="connsiteX358" fmla="*/ 335930 w 937407"/>
              <a:gd name="connsiteY358" fmla="*/ 2466 h 481192"/>
              <a:gd name="connsiteX359" fmla="*/ 336865 w 937407"/>
              <a:gd name="connsiteY359" fmla="*/ 2073 h 481192"/>
              <a:gd name="connsiteX360" fmla="*/ 337806 w 937407"/>
              <a:gd name="connsiteY360" fmla="*/ 1714 h 481192"/>
              <a:gd name="connsiteX361" fmla="*/ 338742 w 937407"/>
              <a:gd name="connsiteY361" fmla="*/ 1389 h 481192"/>
              <a:gd name="connsiteX362" fmla="*/ 339682 w 937407"/>
              <a:gd name="connsiteY362" fmla="*/ 1098 h 481192"/>
              <a:gd name="connsiteX363" fmla="*/ 340618 w 937407"/>
              <a:gd name="connsiteY363" fmla="*/ 841 h 481192"/>
              <a:gd name="connsiteX364" fmla="*/ 341559 w 937407"/>
              <a:gd name="connsiteY364" fmla="*/ 618 h 481192"/>
              <a:gd name="connsiteX365" fmla="*/ 342494 w 937407"/>
              <a:gd name="connsiteY365" fmla="*/ 429 h 481192"/>
              <a:gd name="connsiteX366" fmla="*/ 343435 w 937407"/>
              <a:gd name="connsiteY366" fmla="*/ 275 h 481192"/>
              <a:gd name="connsiteX367" fmla="*/ 344370 w 937407"/>
              <a:gd name="connsiteY367" fmla="*/ 154 h 481192"/>
              <a:gd name="connsiteX368" fmla="*/ 345311 w 937407"/>
              <a:gd name="connsiteY368" fmla="*/ 69 h 481192"/>
              <a:gd name="connsiteX369" fmla="*/ 346252 w 937407"/>
              <a:gd name="connsiteY369" fmla="*/ 17 h 481192"/>
              <a:gd name="connsiteX370" fmla="*/ 347187 w 937407"/>
              <a:gd name="connsiteY370" fmla="*/ 0 h 481192"/>
              <a:gd name="connsiteX371" fmla="*/ 348128 w 937407"/>
              <a:gd name="connsiteY371" fmla="*/ 17 h 481192"/>
              <a:gd name="connsiteX372" fmla="*/ 349064 w 937407"/>
              <a:gd name="connsiteY372" fmla="*/ 69 h 481192"/>
              <a:gd name="connsiteX373" fmla="*/ 350004 w 937407"/>
              <a:gd name="connsiteY373" fmla="*/ 154 h 481192"/>
              <a:gd name="connsiteX374" fmla="*/ 350940 w 937407"/>
              <a:gd name="connsiteY374" fmla="*/ 275 h 481192"/>
              <a:gd name="connsiteX375" fmla="*/ 351880 w 937407"/>
              <a:gd name="connsiteY375" fmla="*/ 429 h 481192"/>
              <a:gd name="connsiteX376" fmla="*/ 352816 w 937407"/>
              <a:gd name="connsiteY376" fmla="*/ 618 h 481192"/>
              <a:gd name="connsiteX377" fmla="*/ 353757 w 937407"/>
              <a:gd name="connsiteY377" fmla="*/ 841 h 481192"/>
              <a:gd name="connsiteX378" fmla="*/ 354692 w 937407"/>
              <a:gd name="connsiteY378" fmla="*/ 1098 h 481192"/>
              <a:gd name="connsiteX379" fmla="*/ 355633 w 937407"/>
              <a:gd name="connsiteY379" fmla="*/ 1389 h 481192"/>
              <a:gd name="connsiteX380" fmla="*/ 356574 w 937407"/>
              <a:gd name="connsiteY380" fmla="*/ 1714 h 481192"/>
              <a:gd name="connsiteX381" fmla="*/ 357509 w 937407"/>
              <a:gd name="connsiteY381" fmla="*/ 2073 h 481192"/>
              <a:gd name="connsiteX382" fmla="*/ 358450 w 937407"/>
              <a:gd name="connsiteY382" fmla="*/ 2466 h 481192"/>
              <a:gd name="connsiteX383" fmla="*/ 359385 w 937407"/>
              <a:gd name="connsiteY383" fmla="*/ 2894 h 481192"/>
              <a:gd name="connsiteX384" fmla="*/ 360326 w 937407"/>
              <a:gd name="connsiteY384" fmla="*/ 3354 h 481192"/>
              <a:gd name="connsiteX385" fmla="*/ 361262 w 937407"/>
              <a:gd name="connsiteY385" fmla="*/ 3849 h 481192"/>
              <a:gd name="connsiteX386" fmla="*/ 362202 w 937407"/>
              <a:gd name="connsiteY386" fmla="*/ 4376 h 481192"/>
              <a:gd name="connsiteX387" fmla="*/ 363138 w 937407"/>
              <a:gd name="connsiteY387" fmla="*/ 4937 h 481192"/>
              <a:gd name="connsiteX388" fmla="*/ 364079 w 937407"/>
              <a:gd name="connsiteY388" fmla="*/ 5532 h 481192"/>
              <a:gd name="connsiteX389" fmla="*/ 365014 w 937407"/>
              <a:gd name="connsiteY389" fmla="*/ 6159 h 481192"/>
              <a:gd name="connsiteX390" fmla="*/ 365955 w 937407"/>
              <a:gd name="connsiteY390" fmla="*/ 6820 h 481192"/>
              <a:gd name="connsiteX391" fmla="*/ 366891 w 937407"/>
              <a:gd name="connsiteY391" fmla="*/ 7514 h 481192"/>
              <a:gd name="connsiteX392" fmla="*/ 367831 w 937407"/>
              <a:gd name="connsiteY392" fmla="*/ 8240 h 481192"/>
              <a:gd name="connsiteX393" fmla="*/ 368772 w 937407"/>
              <a:gd name="connsiteY393" fmla="*/ 8999 h 481192"/>
              <a:gd name="connsiteX394" fmla="*/ 369707 w 937407"/>
              <a:gd name="connsiteY394" fmla="*/ 9790 h 481192"/>
              <a:gd name="connsiteX395" fmla="*/ 370648 w 937407"/>
              <a:gd name="connsiteY395" fmla="*/ 10614 h 481192"/>
              <a:gd name="connsiteX396" fmla="*/ 371584 w 937407"/>
              <a:gd name="connsiteY396" fmla="*/ 11469 h 481192"/>
              <a:gd name="connsiteX397" fmla="*/ 372524 w 937407"/>
              <a:gd name="connsiteY397" fmla="*/ 12357 h 481192"/>
              <a:gd name="connsiteX398" fmla="*/ 373460 w 937407"/>
              <a:gd name="connsiteY398" fmla="*/ 13276 h 481192"/>
              <a:gd name="connsiteX399" fmla="*/ 374400 w 937407"/>
              <a:gd name="connsiteY399" fmla="*/ 14227 h 481192"/>
              <a:gd name="connsiteX400" fmla="*/ 375336 w 937407"/>
              <a:gd name="connsiteY400" fmla="*/ 15210 h 481192"/>
              <a:gd name="connsiteX401" fmla="*/ 376277 w 937407"/>
              <a:gd name="connsiteY401" fmla="*/ 16223 h 481192"/>
              <a:gd name="connsiteX402" fmla="*/ 377212 w 937407"/>
              <a:gd name="connsiteY402" fmla="*/ 17267 h 481192"/>
              <a:gd name="connsiteX403" fmla="*/ 378153 w 937407"/>
              <a:gd name="connsiteY403" fmla="*/ 18342 h 481192"/>
              <a:gd name="connsiteX404" fmla="*/ 379094 w 937407"/>
              <a:gd name="connsiteY404" fmla="*/ 19447 h 481192"/>
              <a:gd name="connsiteX405" fmla="*/ 380029 w 937407"/>
              <a:gd name="connsiteY405" fmla="*/ 20583 h 481192"/>
              <a:gd name="connsiteX406" fmla="*/ 380970 w 937407"/>
              <a:gd name="connsiteY406" fmla="*/ 21748 h 481192"/>
              <a:gd name="connsiteX407" fmla="*/ 381906 w 937407"/>
              <a:gd name="connsiteY407" fmla="*/ 22944 h 481192"/>
              <a:gd name="connsiteX408" fmla="*/ 382846 w 937407"/>
              <a:gd name="connsiteY408" fmla="*/ 24169 h 481192"/>
              <a:gd name="connsiteX409" fmla="*/ 383782 w 937407"/>
              <a:gd name="connsiteY409" fmla="*/ 25423 h 481192"/>
              <a:gd name="connsiteX410" fmla="*/ 384722 w 937407"/>
              <a:gd name="connsiteY410" fmla="*/ 26706 h 481192"/>
              <a:gd name="connsiteX411" fmla="*/ 385658 w 937407"/>
              <a:gd name="connsiteY411" fmla="*/ 28018 h 481192"/>
              <a:gd name="connsiteX412" fmla="*/ 386599 w 937407"/>
              <a:gd name="connsiteY412" fmla="*/ 29358 h 481192"/>
              <a:gd name="connsiteX413" fmla="*/ 387534 w 937407"/>
              <a:gd name="connsiteY413" fmla="*/ 30727 h 481192"/>
              <a:gd name="connsiteX414" fmla="*/ 388475 w 937407"/>
              <a:gd name="connsiteY414" fmla="*/ 32123 h 481192"/>
              <a:gd name="connsiteX415" fmla="*/ 389416 w 937407"/>
              <a:gd name="connsiteY415" fmla="*/ 33547 h 481192"/>
              <a:gd name="connsiteX416" fmla="*/ 390351 w 937407"/>
              <a:gd name="connsiteY416" fmla="*/ 34998 h 481192"/>
              <a:gd name="connsiteX417" fmla="*/ 391292 w 937407"/>
              <a:gd name="connsiteY417" fmla="*/ 36477 h 481192"/>
              <a:gd name="connsiteX418" fmla="*/ 392227 w 937407"/>
              <a:gd name="connsiteY418" fmla="*/ 37982 h 481192"/>
              <a:gd name="connsiteX419" fmla="*/ 393168 w 937407"/>
              <a:gd name="connsiteY419" fmla="*/ 39513 h 481192"/>
              <a:gd name="connsiteX420" fmla="*/ 394104 w 937407"/>
              <a:gd name="connsiteY420" fmla="*/ 41071 h 481192"/>
              <a:gd name="connsiteX421" fmla="*/ 395044 w 937407"/>
              <a:gd name="connsiteY421" fmla="*/ 42654 h 481192"/>
              <a:gd name="connsiteX422" fmla="*/ 395980 w 937407"/>
              <a:gd name="connsiteY422" fmla="*/ 44264 h 481192"/>
              <a:gd name="connsiteX423" fmla="*/ 396921 w 937407"/>
              <a:gd name="connsiteY423" fmla="*/ 45898 h 481192"/>
              <a:gd name="connsiteX424" fmla="*/ 397856 w 937407"/>
              <a:gd name="connsiteY424" fmla="*/ 47557 h 481192"/>
              <a:gd name="connsiteX425" fmla="*/ 398797 w 937407"/>
              <a:gd name="connsiteY425" fmla="*/ 49240 h 481192"/>
              <a:gd name="connsiteX426" fmla="*/ 399737 w 937407"/>
              <a:gd name="connsiteY426" fmla="*/ 50948 h 481192"/>
              <a:gd name="connsiteX427" fmla="*/ 400673 w 937407"/>
              <a:gd name="connsiteY427" fmla="*/ 52679 h 481192"/>
              <a:gd name="connsiteX428" fmla="*/ 401614 w 937407"/>
              <a:gd name="connsiteY428" fmla="*/ 54434 h 481192"/>
              <a:gd name="connsiteX429" fmla="*/ 402549 w 937407"/>
              <a:gd name="connsiteY429" fmla="*/ 56213 h 481192"/>
              <a:gd name="connsiteX430" fmla="*/ 403490 w 937407"/>
              <a:gd name="connsiteY430" fmla="*/ 58014 h 481192"/>
              <a:gd name="connsiteX431" fmla="*/ 404426 w 937407"/>
              <a:gd name="connsiteY431" fmla="*/ 59837 h 481192"/>
              <a:gd name="connsiteX432" fmla="*/ 405366 w 937407"/>
              <a:gd name="connsiteY432" fmla="*/ 61682 h 481192"/>
              <a:gd name="connsiteX433" fmla="*/ 406302 w 937407"/>
              <a:gd name="connsiteY433" fmla="*/ 63550 h 481192"/>
              <a:gd name="connsiteX434" fmla="*/ 407243 w 937407"/>
              <a:gd name="connsiteY434" fmla="*/ 65438 h 481192"/>
              <a:gd name="connsiteX435" fmla="*/ 408178 w 937407"/>
              <a:gd name="connsiteY435" fmla="*/ 67348 h 481192"/>
              <a:gd name="connsiteX436" fmla="*/ 409119 w 937407"/>
              <a:gd name="connsiteY436" fmla="*/ 69278 h 481192"/>
              <a:gd name="connsiteX437" fmla="*/ 410054 w 937407"/>
              <a:gd name="connsiteY437" fmla="*/ 71229 h 481192"/>
              <a:gd name="connsiteX438" fmla="*/ 410995 w 937407"/>
              <a:gd name="connsiteY438" fmla="*/ 73199 h 481192"/>
              <a:gd name="connsiteX439" fmla="*/ 411936 w 937407"/>
              <a:gd name="connsiteY439" fmla="*/ 75188 h 481192"/>
              <a:gd name="connsiteX440" fmla="*/ 412871 w 937407"/>
              <a:gd name="connsiteY440" fmla="*/ 77197 h 481192"/>
              <a:gd name="connsiteX441" fmla="*/ 413812 w 937407"/>
              <a:gd name="connsiteY441" fmla="*/ 79225 h 481192"/>
              <a:gd name="connsiteX442" fmla="*/ 414748 w 937407"/>
              <a:gd name="connsiteY442" fmla="*/ 81271 h 481192"/>
              <a:gd name="connsiteX443" fmla="*/ 415688 w 937407"/>
              <a:gd name="connsiteY443" fmla="*/ 83336 h 481192"/>
              <a:gd name="connsiteX444" fmla="*/ 416624 w 937407"/>
              <a:gd name="connsiteY444" fmla="*/ 85417 h 481192"/>
              <a:gd name="connsiteX445" fmla="*/ 417564 w 937407"/>
              <a:gd name="connsiteY445" fmla="*/ 87516 h 481192"/>
              <a:gd name="connsiteX446" fmla="*/ 418500 w 937407"/>
              <a:gd name="connsiteY446" fmla="*/ 89632 h 481192"/>
              <a:gd name="connsiteX447" fmla="*/ 419441 w 937407"/>
              <a:gd name="connsiteY447" fmla="*/ 91764 h 481192"/>
              <a:gd name="connsiteX448" fmla="*/ 420376 w 937407"/>
              <a:gd name="connsiteY448" fmla="*/ 93912 h 481192"/>
              <a:gd name="connsiteX449" fmla="*/ 421317 w 937407"/>
              <a:gd name="connsiteY449" fmla="*/ 96076 h 481192"/>
              <a:gd name="connsiteX450" fmla="*/ 422258 w 937407"/>
              <a:gd name="connsiteY450" fmla="*/ 98255 h 481192"/>
              <a:gd name="connsiteX451" fmla="*/ 423193 w 937407"/>
              <a:gd name="connsiteY451" fmla="*/ 100449 h 481192"/>
              <a:gd name="connsiteX452" fmla="*/ 424134 w 937407"/>
              <a:gd name="connsiteY452" fmla="*/ 102657 h 481192"/>
              <a:gd name="connsiteX453" fmla="*/ 425069 w 937407"/>
              <a:gd name="connsiteY453" fmla="*/ 104879 h 481192"/>
              <a:gd name="connsiteX454" fmla="*/ 426010 w 937407"/>
              <a:gd name="connsiteY454" fmla="*/ 107116 h 481192"/>
              <a:gd name="connsiteX455" fmla="*/ 426946 w 937407"/>
              <a:gd name="connsiteY455" fmla="*/ 109365 h 481192"/>
              <a:gd name="connsiteX456" fmla="*/ 427886 w 937407"/>
              <a:gd name="connsiteY456" fmla="*/ 111627 h 481192"/>
              <a:gd name="connsiteX457" fmla="*/ 428822 w 937407"/>
              <a:gd name="connsiteY457" fmla="*/ 113901 h 481192"/>
              <a:gd name="connsiteX458" fmla="*/ 429763 w 937407"/>
              <a:gd name="connsiteY458" fmla="*/ 116188 h 481192"/>
              <a:gd name="connsiteX459" fmla="*/ 430698 w 937407"/>
              <a:gd name="connsiteY459" fmla="*/ 118486 h 481192"/>
              <a:gd name="connsiteX460" fmla="*/ 431639 w 937407"/>
              <a:gd name="connsiteY460" fmla="*/ 120796 h 481192"/>
              <a:gd name="connsiteX461" fmla="*/ 432579 w 937407"/>
              <a:gd name="connsiteY461" fmla="*/ 123116 h 481192"/>
              <a:gd name="connsiteX462" fmla="*/ 433515 w 937407"/>
              <a:gd name="connsiteY462" fmla="*/ 125447 h 481192"/>
              <a:gd name="connsiteX463" fmla="*/ 434456 w 937407"/>
              <a:gd name="connsiteY463" fmla="*/ 127788 h 481192"/>
              <a:gd name="connsiteX464" fmla="*/ 435391 w 937407"/>
              <a:gd name="connsiteY464" fmla="*/ 130139 h 481192"/>
              <a:gd name="connsiteX465" fmla="*/ 436332 w 937407"/>
              <a:gd name="connsiteY465" fmla="*/ 132498 h 481192"/>
              <a:gd name="connsiteX466" fmla="*/ 437268 w 937407"/>
              <a:gd name="connsiteY466" fmla="*/ 134867 h 481192"/>
              <a:gd name="connsiteX467" fmla="*/ 438208 w 937407"/>
              <a:gd name="connsiteY467" fmla="*/ 137244 h 481192"/>
              <a:gd name="connsiteX468" fmla="*/ 439144 w 937407"/>
              <a:gd name="connsiteY468" fmla="*/ 139629 h 481192"/>
              <a:gd name="connsiteX469" fmla="*/ 440084 w 937407"/>
              <a:gd name="connsiteY469" fmla="*/ 142022 h 481192"/>
              <a:gd name="connsiteX470" fmla="*/ 441020 w 937407"/>
              <a:gd name="connsiteY470" fmla="*/ 144422 h 481192"/>
              <a:gd name="connsiteX471" fmla="*/ 441961 w 937407"/>
              <a:gd name="connsiteY471" fmla="*/ 146829 h 481192"/>
              <a:gd name="connsiteX472" fmla="*/ 442901 w 937407"/>
              <a:gd name="connsiteY472" fmla="*/ 149243 h 481192"/>
              <a:gd name="connsiteX473" fmla="*/ 443837 w 937407"/>
              <a:gd name="connsiteY473" fmla="*/ 151663 h 481192"/>
              <a:gd name="connsiteX474" fmla="*/ 444778 w 937407"/>
              <a:gd name="connsiteY474" fmla="*/ 154088 h 481192"/>
              <a:gd name="connsiteX475" fmla="*/ 445713 w 937407"/>
              <a:gd name="connsiteY475" fmla="*/ 156519 h 481192"/>
              <a:gd name="connsiteX476" fmla="*/ 446654 w 937407"/>
              <a:gd name="connsiteY476" fmla="*/ 158954 h 481192"/>
              <a:gd name="connsiteX477" fmla="*/ 447590 w 937407"/>
              <a:gd name="connsiteY477" fmla="*/ 161394 h 481192"/>
              <a:gd name="connsiteX478" fmla="*/ 448530 w 937407"/>
              <a:gd name="connsiteY478" fmla="*/ 163838 h 481192"/>
              <a:gd name="connsiteX479" fmla="*/ 449466 w 937407"/>
              <a:gd name="connsiteY479" fmla="*/ 166287 h 481192"/>
              <a:gd name="connsiteX480" fmla="*/ 450406 w 937407"/>
              <a:gd name="connsiteY480" fmla="*/ 168738 h 481192"/>
              <a:gd name="connsiteX481" fmla="*/ 451342 w 937407"/>
              <a:gd name="connsiteY481" fmla="*/ 171193 h 481192"/>
              <a:gd name="connsiteX482" fmla="*/ 452283 w 937407"/>
              <a:gd name="connsiteY482" fmla="*/ 173650 h 481192"/>
              <a:gd name="connsiteX483" fmla="*/ 453218 w 937407"/>
              <a:gd name="connsiteY483" fmla="*/ 176109 h 481192"/>
              <a:gd name="connsiteX484" fmla="*/ 454159 w 937407"/>
              <a:gd name="connsiteY484" fmla="*/ 178571 h 481192"/>
              <a:gd name="connsiteX485" fmla="*/ 455099 w 937407"/>
              <a:gd name="connsiteY485" fmla="*/ 181034 h 481192"/>
              <a:gd name="connsiteX486" fmla="*/ 456035 w 937407"/>
              <a:gd name="connsiteY486" fmla="*/ 183498 h 481192"/>
              <a:gd name="connsiteX487" fmla="*/ 456976 w 937407"/>
              <a:gd name="connsiteY487" fmla="*/ 185963 h 481192"/>
              <a:gd name="connsiteX488" fmla="*/ 457911 w 937407"/>
              <a:gd name="connsiteY488" fmla="*/ 188429 h 481192"/>
              <a:gd name="connsiteX489" fmla="*/ 458852 w 937407"/>
              <a:gd name="connsiteY489" fmla="*/ 190895 h 481192"/>
              <a:gd name="connsiteX490" fmla="*/ 459788 w 937407"/>
              <a:gd name="connsiteY490" fmla="*/ 193360 h 481192"/>
              <a:gd name="connsiteX491" fmla="*/ 460728 w 937407"/>
              <a:gd name="connsiteY491" fmla="*/ 195825 h 481192"/>
              <a:gd name="connsiteX492" fmla="*/ 461664 w 937407"/>
              <a:gd name="connsiteY492" fmla="*/ 198289 h 481192"/>
              <a:gd name="connsiteX493" fmla="*/ 462605 w 937407"/>
              <a:gd name="connsiteY493" fmla="*/ 200752 h 481192"/>
              <a:gd name="connsiteX494" fmla="*/ 463540 w 937407"/>
              <a:gd name="connsiteY494" fmla="*/ 203213 h 481192"/>
              <a:gd name="connsiteX495" fmla="*/ 464481 w 937407"/>
              <a:gd name="connsiteY495" fmla="*/ 205672 h 481192"/>
              <a:gd name="connsiteX496" fmla="*/ 465421 w 937407"/>
              <a:gd name="connsiteY496" fmla="*/ 208129 h 481192"/>
              <a:gd name="connsiteX497" fmla="*/ 466357 w 937407"/>
              <a:gd name="connsiteY497" fmla="*/ 210583 h 481192"/>
              <a:gd name="connsiteX498" fmla="*/ 467298 w 937407"/>
              <a:gd name="connsiteY498" fmla="*/ 213035 h 481192"/>
              <a:gd name="connsiteX499" fmla="*/ 468233 w 937407"/>
              <a:gd name="connsiteY499" fmla="*/ 215483 h 481192"/>
              <a:gd name="connsiteX500" fmla="*/ 469174 w 937407"/>
              <a:gd name="connsiteY500" fmla="*/ 217927 h 481192"/>
              <a:gd name="connsiteX501" fmla="*/ 470110 w 937407"/>
              <a:gd name="connsiteY501" fmla="*/ 220368 h 481192"/>
              <a:gd name="connsiteX502" fmla="*/ 471050 w 937407"/>
              <a:gd name="connsiteY502" fmla="*/ 222804 h 481192"/>
              <a:gd name="connsiteX503" fmla="*/ 471986 w 937407"/>
              <a:gd name="connsiteY503" fmla="*/ 225237 h 481192"/>
              <a:gd name="connsiteX504" fmla="*/ 472926 w 937407"/>
              <a:gd name="connsiteY504" fmla="*/ 227664 h 481192"/>
              <a:gd name="connsiteX505" fmla="*/ 473862 w 937407"/>
              <a:gd name="connsiteY505" fmla="*/ 230086 h 481192"/>
              <a:gd name="connsiteX506" fmla="*/ 474803 w 937407"/>
              <a:gd name="connsiteY506" fmla="*/ 232503 h 481192"/>
              <a:gd name="connsiteX507" fmla="*/ 475743 w 937407"/>
              <a:gd name="connsiteY507" fmla="*/ 234914 h 481192"/>
              <a:gd name="connsiteX508" fmla="*/ 476679 w 937407"/>
              <a:gd name="connsiteY508" fmla="*/ 237319 h 481192"/>
              <a:gd name="connsiteX509" fmla="*/ 477620 w 937407"/>
              <a:gd name="connsiteY509" fmla="*/ 239718 h 481192"/>
              <a:gd name="connsiteX510" fmla="*/ 478555 w 937407"/>
              <a:gd name="connsiteY510" fmla="*/ 242110 h 481192"/>
              <a:gd name="connsiteX511" fmla="*/ 479496 w 937407"/>
              <a:gd name="connsiteY511" fmla="*/ 244496 h 481192"/>
              <a:gd name="connsiteX512" fmla="*/ 480431 w 937407"/>
              <a:gd name="connsiteY512" fmla="*/ 246874 h 481192"/>
              <a:gd name="connsiteX513" fmla="*/ 481372 w 937407"/>
              <a:gd name="connsiteY513" fmla="*/ 249245 h 481192"/>
              <a:gd name="connsiteX514" fmla="*/ 482308 w 937407"/>
              <a:gd name="connsiteY514" fmla="*/ 251609 h 481192"/>
              <a:gd name="connsiteX515" fmla="*/ 483248 w 937407"/>
              <a:gd name="connsiteY515" fmla="*/ 253965 h 481192"/>
              <a:gd name="connsiteX516" fmla="*/ 484184 w 937407"/>
              <a:gd name="connsiteY516" fmla="*/ 256312 h 481192"/>
              <a:gd name="connsiteX517" fmla="*/ 485125 w 937407"/>
              <a:gd name="connsiteY517" fmla="*/ 258651 h 481192"/>
              <a:gd name="connsiteX518" fmla="*/ 486065 w 937407"/>
              <a:gd name="connsiteY518" fmla="*/ 260982 h 481192"/>
              <a:gd name="connsiteX519" fmla="*/ 487001 w 937407"/>
              <a:gd name="connsiteY519" fmla="*/ 263303 h 481192"/>
              <a:gd name="connsiteX520" fmla="*/ 487942 w 937407"/>
              <a:gd name="connsiteY520" fmla="*/ 265616 h 481192"/>
              <a:gd name="connsiteX521" fmla="*/ 488877 w 937407"/>
              <a:gd name="connsiteY521" fmla="*/ 267919 h 481192"/>
              <a:gd name="connsiteX522" fmla="*/ 489818 w 937407"/>
              <a:gd name="connsiteY522" fmla="*/ 270213 h 481192"/>
              <a:gd name="connsiteX523" fmla="*/ 490753 w 937407"/>
              <a:gd name="connsiteY523" fmla="*/ 272497 h 481192"/>
              <a:gd name="connsiteX524" fmla="*/ 491694 w 937407"/>
              <a:gd name="connsiteY524" fmla="*/ 274771 h 481192"/>
              <a:gd name="connsiteX525" fmla="*/ 492630 w 937407"/>
              <a:gd name="connsiteY525" fmla="*/ 277035 h 481192"/>
              <a:gd name="connsiteX526" fmla="*/ 493570 w 937407"/>
              <a:gd name="connsiteY526" fmla="*/ 279288 h 481192"/>
              <a:gd name="connsiteX527" fmla="*/ 494506 w 937407"/>
              <a:gd name="connsiteY527" fmla="*/ 281531 h 481192"/>
              <a:gd name="connsiteX528" fmla="*/ 495447 w 937407"/>
              <a:gd name="connsiteY528" fmla="*/ 283763 h 481192"/>
              <a:gd name="connsiteX529" fmla="*/ 496387 w 937407"/>
              <a:gd name="connsiteY529" fmla="*/ 285983 h 481192"/>
              <a:gd name="connsiteX530" fmla="*/ 497323 w 937407"/>
              <a:gd name="connsiteY530" fmla="*/ 288193 h 481192"/>
              <a:gd name="connsiteX531" fmla="*/ 498263 w 937407"/>
              <a:gd name="connsiteY531" fmla="*/ 290391 h 481192"/>
              <a:gd name="connsiteX532" fmla="*/ 499199 w 937407"/>
              <a:gd name="connsiteY532" fmla="*/ 292578 h 481192"/>
              <a:gd name="connsiteX533" fmla="*/ 500140 w 937407"/>
              <a:gd name="connsiteY533" fmla="*/ 294753 h 481192"/>
              <a:gd name="connsiteX534" fmla="*/ 501075 w 937407"/>
              <a:gd name="connsiteY534" fmla="*/ 296916 h 481192"/>
              <a:gd name="connsiteX535" fmla="*/ 502016 w 937407"/>
              <a:gd name="connsiteY535" fmla="*/ 299067 h 481192"/>
              <a:gd name="connsiteX536" fmla="*/ 502952 w 937407"/>
              <a:gd name="connsiteY536" fmla="*/ 301206 h 481192"/>
              <a:gd name="connsiteX537" fmla="*/ 503892 w 937407"/>
              <a:gd name="connsiteY537" fmla="*/ 303332 h 481192"/>
              <a:gd name="connsiteX538" fmla="*/ 504828 w 937407"/>
              <a:gd name="connsiteY538" fmla="*/ 305446 h 481192"/>
              <a:gd name="connsiteX539" fmla="*/ 505768 w 937407"/>
              <a:gd name="connsiteY539" fmla="*/ 307546 h 481192"/>
              <a:gd name="connsiteX540" fmla="*/ 506704 w 937407"/>
              <a:gd name="connsiteY540" fmla="*/ 309635 h 481192"/>
              <a:gd name="connsiteX541" fmla="*/ 507645 w 937407"/>
              <a:gd name="connsiteY541" fmla="*/ 311710 h 481192"/>
              <a:gd name="connsiteX542" fmla="*/ 508585 w 937407"/>
              <a:gd name="connsiteY542" fmla="*/ 313772 h 481192"/>
              <a:gd name="connsiteX543" fmla="*/ 509521 w 937407"/>
              <a:gd name="connsiteY543" fmla="*/ 315819 h 481192"/>
              <a:gd name="connsiteX544" fmla="*/ 510462 w 937407"/>
              <a:gd name="connsiteY544" fmla="*/ 317854 h 481192"/>
              <a:gd name="connsiteX545" fmla="*/ 511397 w 937407"/>
              <a:gd name="connsiteY545" fmla="*/ 319878 h 481192"/>
              <a:gd name="connsiteX546" fmla="*/ 512338 w 937407"/>
              <a:gd name="connsiteY546" fmla="*/ 321883 h 481192"/>
              <a:gd name="connsiteX547" fmla="*/ 513273 w 937407"/>
              <a:gd name="connsiteY547" fmla="*/ 323878 h 481192"/>
              <a:gd name="connsiteX548" fmla="*/ 514214 w 937407"/>
              <a:gd name="connsiteY548" fmla="*/ 325859 h 481192"/>
              <a:gd name="connsiteX549" fmla="*/ 515150 w 937407"/>
              <a:gd name="connsiteY549" fmla="*/ 327824 h 481192"/>
              <a:gd name="connsiteX550" fmla="*/ 516090 w 937407"/>
              <a:gd name="connsiteY550" fmla="*/ 329779 h 481192"/>
              <a:gd name="connsiteX551" fmla="*/ 517026 w 937407"/>
              <a:gd name="connsiteY551" fmla="*/ 331715 h 481192"/>
              <a:gd name="connsiteX552" fmla="*/ 517967 w 937407"/>
              <a:gd name="connsiteY552" fmla="*/ 333641 h 481192"/>
              <a:gd name="connsiteX553" fmla="*/ 518907 w 937407"/>
              <a:gd name="connsiteY553" fmla="*/ 335552 h 481192"/>
              <a:gd name="connsiteX554" fmla="*/ 519843 w 937407"/>
              <a:gd name="connsiteY554" fmla="*/ 337443 h 481192"/>
              <a:gd name="connsiteX555" fmla="*/ 520783 w 937407"/>
              <a:gd name="connsiteY555" fmla="*/ 339324 h 481192"/>
              <a:gd name="connsiteX556" fmla="*/ 521719 w 937407"/>
              <a:gd name="connsiteY556" fmla="*/ 341190 h 481192"/>
              <a:gd name="connsiteX557" fmla="*/ 522660 w 937407"/>
              <a:gd name="connsiteY557" fmla="*/ 343042 h 481192"/>
              <a:gd name="connsiteX558" fmla="*/ 523595 w 937407"/>
              <a:gd name="connsiteY558" fmla="*/ 344879 h 481192"/>
              <a:gd name="connsiteX559" fmla="*/ 524536 w 937407"/>
              <a:gd name="connsiteY559" fmla="*/ 346700 h 481192"/>
              <a:gd name="connsiteX560" fmla="*/ 525472 w 937407"/>
              <a:gd name="connsiteY560" fmla="*/ 348507 h 481192"/>
              <a:gd name="connsiteX561" fmla="*/ 526412 w 937407"/>
              <a:gd name="connsiteY561" fmla="*/ 350299 h 481192"/>
              <a:gd name="connsiteX562" fmla="*/ 527348 w 937407"/>
              <a:gd name="connsiteY562" fmla="*/ 352077 h 481192"/>
              <a:gd name="connsiteX563" fmla="*/ 528289 w 937407"/>
              <a:gd name="connsiteY563" fmla="*/ 353839 h 481192"/>
              <a:gd name="connsiteX564" fmla="*/ 529229 w 937407"/>
              <a:gd name="connsiteY564" fmla="*/ 355587 h 481192"/>
              <a:gd name="connsiteX565" fmla="*/ 530165 w 937407"/>
              <a:gd name="connsiteY565" fmla="*/ 357319 h 481192"/>
              <a:gd name="connsiteX566" fmla="*/ 531105 w 937407"/>
              <a:gd name="connsiteY566" fmla="*/ 359032 h 481192"/>
              <a:gd name="connsiteX567" fmla="*/ 532041 w 937407"/>
              <a:gd name="connsiteY567" fmla="*/ 360735 h 481192"/>
              <a:gd name="connsiteX568" fmla="*/ 532982 w 937407"/>
              <a:gd name="connsiteY568" fmla="*/ 362418 h 481192"/>
              <a:gd name="connsiteX569" fmla="*/ 533917 w 937407"/>
              <a:gd name="connsiteY569" fmla="*/ 364092 h 481192"/>
              <a:gd name="connsiteX570" fmla="*/ 534858 w 937407"/>
              <a:gd name="connsiteY570" fmla="*/ 365745 h 481192"/>
              <a:gd name="connsiteX571" fmla="*/ 535794 w 937407"/>
              <a:gd name="connsiteY571" fmla="*/ 367389 h 481192"/>
              <a:gd name="connsiteX572" fmla="*/ 536734 w 937407"/>
              <a:gd name="connsiteY572" fmla="*/ 369013 h 481192"/>
              <a:gd name="connsiteX573" fmla="*/ 537670 w 937407"/>
              <a:gd name="connsiteY573" fmla="*/ 370621 h 481192"/>
              <a:gd name="connsiteX574" fmla="*/ 538610 w 937407"/>
              <a:gd name="connsiteY574" fmla="*/ 372216 h 481192"/>
              <a:gd name="connsiteX575" fmla="*/ 539551 w 937407"/>
              <a:gd name="connsiteY575" fmla="*/ 373795 h 481192"/>
              <a:gd name="connsiteX576" fmla="*/ 540487 w 937407"/>
              <a:gd name="connsiteY576" fmla="*/ 375359 h 481192"/>
              <a:gd name="connsiteX577" fmla="*/ 541427 w 937407"/>
              <a:gd name="connsiteY577" fmla="*/ 376909 h 481192"/>
              <a:gd name="connsiteX578" fmla="*/ 542363 w 937407"/>
              <a:gd name="connsiteY578" fmla="*/ 378443 h 481192"/>
              <a:gd name="connsiteX579" fmla="*/ 543304 w 937407"/>
              <a:gd name="connsiteY579" fmla="*/ 379958 h 481192"/>
              <a:gd name="connsiteX580" fmla="*/ 544239 w 937407"/>
              <a:gd name="connsiteY580" fmla="*/ 381463 h 481192"/>
              <a:gd name="connsiteX581" fmla="*/ 545180 w 937407"/>
              <a:gd name="connsiteY581" fmla="*/ 382948 h 481192"/>
              <a:gd name="connsiteX582" fmla="*/ 546115 w 937407"/>
              <a:gd name="connsiteY582" fmla="*/ 384419 h 481192"/>
              <a:gd name="connsiteX583" fmla="*/ 547056 w 937407"/>
              <a:gd name="connsiteY583" fmla="*/ 385879 h 481192"/>
              <a:gd name="connsiteX584" fmla="*/ 547992 w 937407"/>
              <a:gd name="connsiteY584" fmla="*/ 387320 h 481192"/>
              <a:gd name="connsiteX585" fmla="*/ 548932 w 937407"/>
              <a:gd name="connsiteY585" fmla="*/ 388745 h 481192"/>
              <a:gd name="connsiteX586" fmla="*/ 549868 w 937407"/>
              <a:gd name="connsiteY586" fmla="*/ 390156 h 481192"/>
              <a:gd name="connsiteX587" fmla="*/ 550809 w 937407"/>
              <a:gd name="connsiteY587" fmla="*/ 391552 h 481192"/>
              <a:gd name="connsiteX588" fmla="*/ 551749 w 937407"/>
              <a:gd name="connsiteY588" fmla="*/ 392934 h 481192"/>
              <a:gd name="connsiteX589" fmla="*/ 552685 w 937407"/>
              <a:gd name="connsiteY589" fmla="*/ 394300 h 481192"/>
              <a:gd name="connsiteX590" fmla="*/ 553625 w 937407"/>
              <a:gd name="connsiteY590" fmla="*/ 395651 h 481192"/>
              <a:gd name="connsiteX591" fmla="*/ 554561 w 937407"/>
              <a:gd name="connsiteY591" fmla="*/ 396983 h 481192"/>
              <a:gd name="connsiteX592" fmla="*/ 555502 w 937407"/>
              <a:gd name="connsiteY592" fmla="*/ 398305 h 481192"/>
              <a:gd name="connsiteX593" fmla="*/ 556437 w 937407"/>
              <a:gd name="connsiteY593" fmla="*/ 399612 h 481192"/>
              <a:gd name="connsiteX594" fmla="*/ 557378 w 937407"/>
              <a:gd name="connsiteY594" fmla="*/ 400904 h 481192"/>
              <a:gd name="connsiteX595" fmla="*/ 558314 w 937407"/>
              <a:gd name="connsiteY595" fmla="*/ 402181 h 481192"/>
              <a:gd name="connsiteX596" fmla="*/ 559254 w 937407"/>
              <a:gd name="connsiteY596" fmla="*/ 403439 h 481192"/>
              <a:gd name="connsiteX597" fmla="*/ 560190 w 937407"/>
              <a:gd name="connsiteY597" fmla="*/ 404686 h 481192"/>
              <a:gd name="connsiteX598" fmla="*/ 561130 w 937407"/>
              <a:gd name="connsiteY598" fmla="*/ 405919 h 481192"/>
              <a:gd name="connsiteX599" fmla="*/ 562071 w 937407"/>
              <a:gd name="connsiteY599" fmla="*/ 407137 h 481192"/>
              <a:gd name="connsiteX600" fmla="*/ 563007 w 937407"/>
              <a:gd name="connsiteY600" fmla="*/ 408340 h 481192"/>
              <a:gd name="connsiteX601" fmla="*/ 563947 w 937407"/>
              <a:gd name="connsiteY601" fmla="*/ 409528 h 481192"/>
              <a:gd name="connsiteX602" fmla="*/ 564883 w 937407"/>
              <a:gd name="connsiteY602" fmla="*/ 410701 h 481192"/>
              <a:gd name="connsiteX603" fmla="*/ 565824 w 937407"/>
              <a:gd name="connsiteY603" fmla="*/ 411865 h 481192"/>
              <a:gd name="connsiteX604" fmla="*/ 566759 w 937407"/>
              <a:gd name="connsiteY604" fmla="*/ 413008 h 481192"/>
              <a:gd name="connsiteX605" fmla="*/ 567700 w 937407"/>
              <a:gd name="connsiteY605" fmla="*/ 414142 h 481192"/>
              <a:gd name="connsiteX606" fmla="*/ 568636 w 937407"/>
              <a:gd name="connsiteY606" fmla="*/ 415261 h 481192"/>
              <a:gd name="connsiteX607" fmla="*/ 569576 w 937407"/>
              <a:gd name="connsiteY607" fmla="*/ 416365 h 481192"/>
              <a:gd name="connsiteX608" fmla="*/ 570512 w 937407"/>
              <a:gd name="connsiteY608" fmla="*/ 417454 h 481192"/>
              <a:gd name="connsiteX609" fmla="*/ 571452 w 937407"/>
              <a:gd name="connsiteY609" fmla="*/ 418528 h 481192"/>
              <a:gd name="connsiteX610" fmla="*/ 572393 w 937407"/>
              <a:gd name="connsiteY610" fmla="*/ 419592 h 481192"/>
              <a:gd name="connsiteX611" fmla="*/ 573329 w 937407"/>
              <a:gd name="connsiteY611" fmla="*/ 420637 h 481192"/>
              <a:gd name="connsiteX612" fmla="*/ 574269 w 937407"/>
              <a:gd name="connsiteY612" fmla="*/ 421672 h 481192"/>
              <a:gd name="connsiteX613" fmla="*/ 575205 w 937407"/>
              <a:gd name="connsiteY613" fmla="*/ 422696 h 481192"/>
              <a:gd name="connsiteX614" fmla="*/ 576146 w 937407"/>
              <a:gd name="connsiteY614" fmla="*/ 423701 h 481192"/>
              <a:gd name="connsiteX615" fmla="*/ 577081 w 937407"/>
              <a:gd name="connsiteY615" fmla="*/ 424696 h 481192"/>
              <a:gd name="connsiteX616" fmla="*/ 578022 w 937407"/>
              <a:gd name="connsiteY616" fmla="*/ 425677 h 481192"/>
              <a:gd name="connsiteX617" fmla="*/ 578957 w 937407"/>
              <a:gd name="connsiteY617" fmla="*/ 426647 h 481192"/>
              <a:gd name="connsiteX618" fmla="*/ 579898 w 937407"/>
              <a:gd name="connsiteY618" fmla="*/ 427602 h 481192"/>
              <a:gd name="connsiteX619" fmla="*/ 580834 w 937407"/>
              <a:gd name="connsiteY619" fmla="*/ 428543 h 481192"/>
              <a:gd name="connsiteX620" fmla="*/ 581774 w 937407"/>
              <a:gd name="connsiteY620" fmla="*/ 429474 h 481192"/>
              <a:gd name="connsiteX621" fmla="*/ 582715 w 937407"/>
              <a:gd name="connsiteY621" fmla="*/ 430389 h 481192"/>
              <a:gd name="connsiteX622" fmla="*/ 583651 w 937407"/>
              <a:gd name="connsiteY622" fmla="*/ 431295 h 481192"/>
              <a:gd name="connsiteX623" fmla="*/ 584591 w 937407"/>
              <a:gd name="connsiteY623" fmla="*/ 432186 h 481192"/>
              <a:gd name="connsiteX624" fmla="*/ 585527 w 937407"/>
              <a:gd name="connsiteY624" fmla="*/ 433063 h 481192"/>
              <a:gd name="connsiteX625" fmla="*/ 586467 w 937407"/>
              <a:gd name="connsiteY625" fmla="*/ 433929 h 481192"/>
              <a:gd name="connsiteX626" fmla="*/ 587403 w 937407"/>
              <a:gd name="connsiteY626" fmla="*/ 434786 h 481192"/>
              <a:gd name="connsiteX627" fmla="*/ 588344 w 937407"/>
              <a:gd name="connsiteY627" fmla="*/ 435627 h 481192"/>
              <a:gd name="connsiteX628" fmla="*/ 589279 w 937407"/>
              <a:gd name="connsiteY628" fmla="*/ 436454 h 481192"/>
              <a:gd name="connsiteX629" fmla="*/ 590220 w 937407"/>
              <a:gd name="connsiteY629" fmla="*/ 437276 h 481192"/>
              <a:gd name="connsiteX630" fmla="*/ 591156 w 937407"/>
              <a:gd name="connsiteY630" fmla="*/ 438078 h 481192"/>
              <a:gd name="connsiteX631" fmla="*/ 592096 w 937407"/>
              <a:gd name="connsiteY631" fmla="*/ 438875 h 481192"/>
              <a:gd name="connsiteX632" fmla="*/ 593032 w 937407"/>
              <a:gd name="connsiteY632" fmla="*/ 439657 h 481192"/>
              <a:gd name="connsiteX633" fmla="*/ 593972 w 937407"/>
              <a:gd name="connsiteY633" fmla="*/ 440429 h 481192"/>
              <a:gd name="connsiteX634" fmla="*/ 594913 w 937407"/>
              <a:gd name="connsiteY634" fmla="*/ 441187 h 481192"/>
              <a:gd name="connsiteX635" fmla="*/ 595849 w 937407"/>
              <a:gd name="connsiteY635" fmla="*/ 441934 h 481192"/>
              <a:gd name="connsiteX636" fmla="*/ 596789 w 937407"/>
              <a:gd name="connsiteY636" fmla="*/ 442672 h 481192"/>
              <a:gd name="connsiteX637" fmla="*/ 597725 w 937407"/>
              <a:gd name="connsiteY637" fmla="*/ 443399 h 481192"/>
              <a:gd name="connsiteX638" fmla="*/ 598666 w 937407"/>
              <a:gd name="connsiteY638" fmla="*/ 444112 h 481192"/>
              <a:gd name="connsiteX639" fmla="*/ 599601 w 937407"/>
              <a:gd name="connsiteY639" fmla="*/ 444815 h 481192"/>
              <a:gd name="connsiteX640" fmla="*/ 600542 w 937407"/>
              <a:gd name="connsiteY640" fmla="*/ 445508 h 481192"/>
              <a:gd name="connsiteX641" fmla="*/ 601478 w 937407"/>
              <a:gd name="connsiteY641" fmla="*/ 446192 h 481192"/>
              <a:gd name="connsiteX642" fmla="*/ 602418 w 937407"/>
              <a:gd name="connsiteY642" fmla="*/ 446865 h 481192"/>
              <a:gd name="connsiteX643" fmla="*/ 603354 w 937407"/>
              <a:gd name="connsiteY643" fmla="*/ 447523 h 481192"/>
              <a:gd name="connsiteX644" fmla="*/ 604294 w 937407"/>
              <a:gd name="connsiteY644" fmla="*/ 448177 h 481192"/>
              <a:gd name="connsiteX645" fmla="*/ 605235 w 937407"/>
              <a:gd name="connsiteY645" fmla="*/ 448815 h 481192"/>
              <a:gd name="connsiteX646" fmla="*/ 606171 w 937407"/>
              <a:gd name="connsiteY646" fmla="*/ 449444 h 481192"/>
              <a:gd name="connsiteX647" fmla="*/ 607111 w 937407"/>
              <a:gd name="connsiteY647" fmla="*/ 450068 h 481192"/>
              <a:gd name="connsiteX648" fmla="*/ 608047 w 937407"/>
              <a:gd name="connsiteY648" fmla="*/ 450677 h 481192"/>
              <a:gd name="connsiteX649" fmla="*/ 608988 w 937407"/>
              <a:gd name="connsiteY649" fmla="*/ 451276 h 481192"/>
              <a:gd name="connsiteX650" fmla="*/ 609923 w 937407"/>
              <a:gd name="connsiteY650" fmla="*/ 451870 h 481192"/>
              <a:gd name="connsiteX651" fmla="*/ 610864 w 937407"/>
              <a:gd name="connsiteY651" fmla="*/ 452449 h 481192"/>
              <a:gd name="connsiteX652" fmla="*/ 611799 w 937407"/>
              <a:gd name="connsiteY652" fmla="*/ 453023 h 481192"/>
              <a:gd name="connsiteX653" fmla="*/ 612740 w 937407"/>
              <a:gd name="connsiteY653" fmla="*/ 453583 h 481192"/>
              <a:gd name="connsiteX654" fmla="*/ 613676 w 937407"/>
              <a:gd name="connsiteY654" fmla="*/ 454137 h 481192"/>
              <a:gd name="connsiteX655" fmla="*/ 614616 w 937407"/>
              <a:gd name="connsiteY655" fmla="*/ 454682 h 481192"/>
              <a:gd name="connsiteX656" fmla="*/ 615557 w 937407"/>
              <a:gd name="connsiteY656" fmla="*/ 455216 h 481192"/>
              <a:gd name="connsiteX657" fmla="*/ 616493 w 937407"/>
              <a:gd name="connsiteY657" fmla="*/ 455741 h 481192"/>
              <a:gd name="connsiteX658" fmla="*/ 617433 w 937407"/>
              <a:gd name="connsiteY658" fmla="*/ 456256 h 481192"/>
              <a:gd name="connsiteX659" fmla="*/ 618369 w 937407"/>
              <a:gd name="connsiteY659" fmla="*/ 456766 h 481192"/>
              <a:gd name="connsiteX660" fmla="*/ 619309 w 937407"/>
              <a:gd name="connsiteY660" fmla="*/ 457266 h 481192"/>
              <a:gd name="connsiteX661" fmla="*/ 620245 w 937407"/>
              <a:gd name="connsiteY661" fmla="*/ 457756 h 481192"/>
              <a:gd name="connsiteX662" fmla="*/ 621186 w 937407"/>
              <a:gd name="connsiteY662" fmla="*/ 458241 h 481192"/>
              <a:gd name="connsiteX663" fmla="*/ 622121 w 937407"/>
              <a:gd name="connsiteY663" fmla="*/ 458712 h 481192"/>
              <a:gd name="connsiteX664" fmla="*/ 623062 w 937407"/>
              <a:gd name="connsiteY664" fmla="*/ 459182 h 481192"/>
              <a:gd name="connsiteX665" fmla="*/ 623998 w 937407"/>
              <a:gd name="connsiteY665" fmla="*/ 459637 h 481192"/>
              <a:gd name="connsiteX666" fmla="*/ 624938 w 937407"/>
              <a:gd name="connsiteY666" fmla="*/ 460088 h 481192"/>
              <a:gd name="connsiteX667" fmla="*/ 625879 w 937407"/>
              <a:gd name="connsiteY667" fmla="*/ 460528 h 481192"/>
              <a:gd name="connsiteX668" fmla="*/ 626814 w 937407"/>
              <a:gd name="connsiteY668" fmla="*/ 460964 h 481192"/>
              <a:gd name="connsiteX669" fmla="*/ 627755 w 937407"/>
              <a:gd name="connsiteY669" fmla="*/ 461390 h 481192"/>
              <a:gd name="connsiteX670" fmla="*/ 628691 w 937407"/>
              <a:gd name="connsiteY670" fmla="*/ 461811 h 481192"/>
              <a:gd name="connsiteX671" fmla="*/ 629631 w 937407"/>
              <a:gd name="connsiteY671" fmla="*/ 462221 h 481192"/>
              <a:gd name="connsiteX672" fmla="*/ 630567 w 937407"/>
              <a:gd name="connsiteY672" fmla="*/ 462623 h 481192"/>
              <a:gd name="connsiteX673" fmla="*/ 631508 w 937407"/>
              <a:gd name="connsiteY673" fmla="*/ 463019 h 481192"/>
              <a:gd name="connsiteX674" fmla="*/ 632443 w 937407"/>
              <a:gd name="connsiteY674" fmla="*/ 463410 h 481192"/>
              <a:gd name="connsiteX675" fmla="*/ 633384 w 937407"/>
              <a:gd name="connsiteY675" fmla="*/ 463791 h 481192"/>
              <a:gd name="connsiteX676" fmla="*/ 634319 w 937407"/>
              <a:gd name="connsiteY676" fmla="*/ 464167 h 481192"/>
              <a:gd name="connsiteX677" fmla="*/ 635260 w 937407"/>
              <a:gd name="connsiteY677" fmla="*/ 464538 h 481192"/>
              <a:gd name="connsiteX678" fmla="*/ 636196 w 937407"/>
              <a:gd name="connsiteY678" fmla="*/ 464900 h 481192"/>
              <a:gd name="connsiteX679" fmla="*/ 637136 w 937407"/>
              <a:gd name="connsiteY679" fmla="*/ 465251 h 481192"/>
              <a:gd name="connsiteX680" fmla="*/ 638077 w 937407"/>
              <a:gd name="connsiteY680" fmla="*/ 465603 h 481192"/>
              <a:gd name="connsiteX681" fmla="*/ 639013 w 937407"/>
              <a:gd name="connsiteY681" fmla="*/ 465944 h 481192"/>
              <a:gd name="connsiteX682" fmla="*/ 639953 w 937407"/>
              <a:gd name="connsiteY682" fmla="*/ 466276 h 481192"/>
              <a:gd name="connsiteX683" fmla="*/ 640889 w 937407"/>
              <a:gd name="connsiteY683" fmla="*/ 466608 h 481192"/>
              <a:gd name="connsiteX684" fmla="*/ 641829 w 937407"/>
              <a:gd name="connsiteY684" fmla="*/ 466929 h 481192"/>
              <a:gd name="connsiteX685" fmla="*/ 642765 w 937407"/>
              <a:gd name="connsiteY685" fmla="*/ 467246 h 481192"/>
              <a:gd name="connsiteX686" fmla="*/ 643706 w 937407"/>
              <a:gd name="connsiteY686" fmla="*/ 467558 h 481192"/>
              <a:gd name="connsiteX687" fmla="*/ 644641 w 937407"/>
              <a:gd name="connsiteY687" fmla="*/ 467860 h 481192"/>
              <a:gd name="connsiteX688" fmla="*/ 645582 w 937407"/>
              <a:gd name="connsiteY688" fmla="*/ 468162 h 481192"/>
              <a:gd name="connsiteX689" fmla="*/ 646518 w 937407"/>
              <a:gd name="connsiteY689" fmla="*/ 468454 h 481192"/>
              <a:gd name="connsiteX690" fmla="*/ 647458 w 937407"/>
              <a:gd name="connsiteY690" fmla="*/ 468741 h 481192"/>
              <a:gd name="connsiteX691" fmla="*/ 648399 w 937407"/>
              <a:gd name="connsiteY691" fmla="*/ 469024 h 481192"/>
              <a:gd name="connsiteX692" fmla="*/ 649335 w 937407"/>
              <a:gd name="connsiteY692" fmla="*/ 469301 h 481192"/>
              <a:gd name="connsiteX693" fmla="*/ 650275 w 937407"/>
              <a:gd name="connsiteY693" fmla="*/ 469568 h 481192"/>
              <a:gd name="connsiteX694" fmla="*/ 651211 w 937407"/>
              <a:gd name="connsiteY694" fmla="*/ 469835 h 481192"/>
              <a:gd name="connsiteX695" fmla="*/ 652151 w 937407"/>
              <a:gd name="connsiteY695" fmla="*/ 470093 h 481192"/>
              <a:gd name="connsiteX696" fmla="*/ 653087 w 937407"/>
              <a:gd name="connsiteY696" fmla="*/ 470350 h 481192"/>
              <a:gd name="connsiteX697" fmla="*/ 654028 w 937407"/>
              <a:gd name="connsiteY697" fmla="*/ 470598 h 481192"/>
              <a:gd name="connsiteX698" fmla="*/ 654963 w 937407"/>
              <a:gd name="connsiteY698" fmla="*/ 470845 h 481192"/>
              <a:gd name="connsiteX699" fmla="*/ 655904 w 937407"/>
              <a:gd name="connsiteY699" fmla="*/ 471083 h 481192"/>
              <a:gd name="connsiteX700" fmla="*/ 656840 w 937407"/>
              <a:gd name="connsiteY700" fmla="*/ 471321 h 481192"/>
              <a:gd name="connsiteX701" fmla="*/ 657780 w 937407"/>
              <a:gd name="connsiteY701" fmla="*/ 471548 h 481192"/>
              <a:gd name="connsiteX702" fmla="*/ 658721 w 937407"/>
              <a:gd name="connsiteY702" fmla="*/ 471776 h 481192"/>
              <a:gd name="connsiteX703" fmla="*/ 659656 w 937407"/>
              <a:gd name="connsiteY703" fmla="*/ 471994 h 481192"/>
              <a:gd name="connsiteX704" fmla="*/ 660597 w 937407"/>
              <a:gd name="connsiteY704" fmla="*/ 472212 h 481192"/>
              <a:gd name="connsiteX705" fmla="*/ 661533 w 937407"/>
              <a:gd name="connsiteY705" fmla="*/ 472425 h 481192"/>
              <a:gd name="connsiteX706" fmla="*/ 662473 w 937407"/>
              <a:gd name="connsiteY706" fmla="*/ 472633 h 481192"/>
              <a:gd name="connsiteX707" fmla="*/ 663409 w 937407"/>
              <a:gd name="connsiteY707" fmla="*/ 472835 h 481192"/>
              <a:gd name="connsiteX708" fmla="*/ 664350 w 937407"/>
              <a:gd name="connsiteY708" fmla="*/ 473033 h 481192"/>
              <a:gd name="connsiteX709" fmla="*/ 665285 w 937407"/>
              <a:gd name="connsiteY709" fmla="*/ 473227 h 481192"/>
              <a:gd name="connsiteX710" fmla="*/ 666226 w 937407"/>
              <a:gd name="connsiteY710" fmla="*/ 473420 h 481192"/>
              <a:gd name="connsiteX711" fmla="*/ 667161 w 937407"/>
              <a:gd name="connsiteY711" fmla="*/ 473608 h 481192"/>
              <a:gd name="connsiteX712" fmla="*/ 668102 w 937407"/>
              <a:gd name="connsiteY712" fmla="*/ 473786 h 481192"/>
              <a:gd name="connsiteX713" fmla="*/ 669043 w 937407"/>
              <a:gd name="connsiteY713" fmla="*/ 473969 h 481192"/>
              <a:gd name="connsiteX714" fmla="*/ 669978 w 937407"/>
              <a:gd name="connsiteY714" fmla="*/ 474142 h 481192"/>
              <a:gd name="connsiteX715" fmla="*/ 670919 w 937407"/>
              <a:gd name="connsiteY715" fmla="*/ 474316 h 481192"/>
              <a:gd name="connsiteX716" fmla="*/ 671855 w 937407"/>
              <a:gd name="connsiteY716" fmla="*/ 474479 h 481192"/>
              <a:gd name="connsiteX717" fmla="*/ 672795 w 937407"/>
              <a:gd name="connsiteY717" fmla="*/ 474642 h 481192"/>
              <a:gd name="connsiteX718" fmla="*/ 673731 w 937407"/>
              <a:gd name="connsiteY718" fmla="*/ 474806 h 481192"/>
              <a:gd name="connsiteX719" fmla="*/ 674671 w 937407"/>
              <a:gd name="connsiteY719" fmla="*/ 474964 h 481192"/>
              <a:gd name="connsiteX720" fmla="*/ 675607 w 937407"/>
              <a:gd name="connsiteY720" fmla="*/ 475118 h 481192"/>
              <a:gd name="connsiteX721" fmla="*/ 676548 w 937407"/>
              <a:gd name="connsiteY721" fmla="*/ 475266 h 481192"/>
              <a:gd name="connsiteX722" fmla="*/ 677483 w 937407"/>
              <a:gd name="connsiteY722" fmla="*/ 475415 h 481192"/>
              <a:gd name="connsiteX723" fmla="*/ 678424 w 937407"/>
              <a:gd name="connsiteY723" fmla="*/ 475558 h 481192"/>
              <a:gd name="connsiteX724" fmla="*/ 679360 w 937407"/>
              <a:gd name="connsiteY724" fmla="*/ 475697 h 481192"/>
              <a:gd name="connsiteX725" fmla="*/ 680300 w 937407"/>
              <a:gd name="connsiteY725" fmla="*/ 475835 h 481192"/>
              <a:gd name="connsiteX726" fmla="*/ 681241 w 937407"/>
              <a:gd name="connsiteY726" fmla="*/ 475969 h 481192"/>
              <a:gd name="connsiteX727" fmla="*/ 682176 w 937407"/>
              <a:gd name="connsiteY727" fmla="*/ 476098 h 481192"/>
              <a:gd name="connsiteX728" fmla="*/ 683117 w 937407"/>
              <a:gd name="connsiteY728" fmla="*/ 476227 h 481192"/>
              <a:gd name="connsiteX729" fmla="*/ 684053 w 937407"/>
              <a:gd name="connsiteY729" fmla="*/ 476355 h 481192"/>
              <a:gd name="connsiteX730" fmla="*/ 684993 w 937407"/>
              <a:gd name="connsiteY730" fmla="*/ 476474 h 481192"/>
              <a:gd name="connsiteX731" fmla="*/ 685929 w 937407"/>
              <a:gd name="connsiteY731" fmla="*/ 476598 h 481192"/>
              <a:gd name="connsiteX732" fmla="*/ 686870 w 937407"/>
              <a:gd name="connsiteY732" fmla="*/ 476712 h 481192"/>
              <a:gd name="connsiteX733" fmla="*/ 687805 w 937407"/>
              <a:gd name="connsiteY733" fmla="*/ 476826 h 481192"/>
              <a:gd name="connsiteX734" fmla="*/ 688746 w 937407"/>
              <a:gd name="connsiteY734" fmla="*/ 476939 h 481192"/>
              <a:gd name="connsiteX735" fmla="*/ 689682 w 937407"/>
              <a:gd name="connsiteY735" fmla="*/ 477048 h 481192"/>
              <a:gd name="connsiteX736" fmla="*/ 690622 w 937407"/>
              <a:gd name="connsiteY736" fmla="*/ 477157 h 481192"/>
              <a:gd name="connsiteX737" fmla="*/ 691563 w 937407"/>
              <a:gd name="connsiteY737" fmla="*/ 477261 h 481192"/>
              <a:gd name="connsiteX738" fmla="*/ 692498 w 937407"/>
              <a:gd name="connsiteY738" fmla="*/ 477360 h 481192"/>
              <a:gd name="connsiteX739" fmla="*/ 693439 w 937407"/>
              <a:gd name="connsiteY739" fmla="*/ 477459 h 481192"/>
              <a:gd name="connsiteX740" fmla="*/ 694375 w 937407"/>
              <a:gd name="connsiteY740" fmla="*/ 477558 h 481192"/>
              <a:gd name="connsiteX741" fmla="*/ 695315 w 937407"/>
              <a:gd name="connsiteY741" fmla="*/ 477652 h 481192"/>
              <a:gd name="connsiteX742" fmla="*/ 696251 w 937407"/>
              <a:gd name="connsiteY742" fmla="*/ 477746 h 481192"/>
              <a:gd name="connsiteX743" fmla="*/ 697192 w 937407"/>
              <a:gd name="connsiteY743" fmla="*/ 477836 h 481192"/>
              <a:gd name="connsiteX744" fmla="*/ 698127 w 937407"/>
              <a:gd name="connsiteY744" fmla="*/ 477925 h 481192"/>
              <a:gd name="connsiteX745" fmla="*/ 699068 w 937407"/>
              <a:gd name="connsiteY745" fmla="*/ 478009 h 481192"/>
              <a:gd name="connsiteX746" fmla="*/ 700003 w 937407"/>
              <a:gd name="connsiteY746" fmla="*/ 478093 h 481192"/>
              <a:gd name="connsiteX747" fmla="*/ 700944 w 937407"/>
              <a:gd name="connsiteY747" fmla="*/ 478177 h 481192"/>
              <a:gd name="connsiteX748" fmla="*/ 701885 w 937407"/>
              <a:gd name="connsiteY748" fmla="*/ 478256 h 481192"/>
              <a:gd name="connsiteX749" fmla="*/ 702820 w 937407"/>
              <a:gd name="connsiteY749" fmla="*/ 478336 h 481192"/>
              <a:gd name="connsiteX750" fmla="*/ 703761 w 937407"/>
              <a:gd name="connsiteY750" fmla="*/ 478410 h 481192"/>
              <a:gd name="connsiteX751" fmla="*/ 704697 w 937407"/>
              <a:gd name="connsiteY751" fmla="*/ 478484 h 481192"/>
              <a:gd name="connsiteX752" fmla="*/ 705637 w 937407"/>
              <a:gd name="connsiteY752" fmla="*/ 478558 h 481192"/>
              <a:gd name="connsiteX753" fmla="*/ 706573 w 937407"/>
              <a:gd name="connsiteY753" fmla="*/ 478628 h 481192"/>
              <a:gd name="connsiteX754" fmla="*/ 707513 w 937407"/>
              <a:gd name="connsiteY754" fmla="*/ 478697 h 481192"/>
              <a:gd name="connsiteX755" fmla="*/ 708449 w 937407"/>
              <a:gd name="connsiteY755" fmla="*/ 478766 h 481192"/>
              <a:gd name="connsiteX756" fmla="*/ 709390 w 937407"/>
              <a:gd name="connsiteY756" fmla="*/ 478831 h 481192"/>
              <a:gd name="connsiteX757" fmla="*/ 710325 w 937407"/>
              <a:gd name="connsiteY757" fmla="*/ 478895 h 481192"/>
              <a:gd name="connsiteX758" fmla="*/ 711266 w 937407"/>
              <a:gd name="connsiteY758" fmla="*/ 478959 h 481192"/>
              <a:gd name="connsiteX759" fmla="*/ 712207 w 937407"/>
              <a:gd name="connsiteY759" fmla="*/ 479019 h 481192"/>
              <a:gd name="connsiteX760" fmla="*/ 713142 w 937407"/>
              <a:gd name="connsiteY760" fmla="*/ 479078 h 481192"/>
              <a:gd name="connsiteX761" fmla="*/ 714083 w 937407"/>
              <a:gd name="connsiteY761" fmla="*/ 479138 h 481192"/>
              <a:gd name="connsiteX762" fmla="*/ 715018 w 937407"/>
              <a:gd name="connsiteY762" fmla="*/ 479197 h 481192"/>
              <a:gd name="connsiteX763" fmla="*/ 715959 w 937407"/>
              <a:gd name="connsiteY763" fmla="*/ 479251 h 481192"/>
              <a:gd name="connsiteX764" fmla="*/ 716895 w 937407"/>
              <a:gd name="connsiteY764" fmla="*/ 479306 h 481192"/>
              <a:gd name="connsiteX765" fmla="*/ 717835 w 937407"/>
              <a:gd name="connsiteY765" fmla="*/ 479355 h 481192"/>
              <a:gd name="connsiteX766" fmla="*/ 718771 w 937407"/>
              <a:gd name="connsiteY766" fmla="*/ 479410 h 481192"/>
              <a:gd name="connsiteX767" fmla="*/ 719712 w 937407"/>
              <a:gd name="connsiteY767" fmla="*/ 479459 h 481192"/>
              <a:gd name="connsiteX768" fmla="*/ 720647 w 937407"/>
              <a:gd name="connsiteY768" fmla="*/ 479504 h 481192"/>
              <a:gd name="connsiteX769" fmla="*/ 721588 w 937407"/>
              <a:gd name="connsiteY769" fmla="*/ 479553 h 481192"/>
              <a:gd name="connsiteX770" fmla="*/ 722524 w 937407"/>
              <a:gd name="connsiteY770" fmla="*/ 479598 h 481192"/>
              <a:gd name="connsiteX771" fmla="*/ 723464 w 937407"/>
              <a:gd name="connsiteY771" fmla="*/ 479643 h 481192"/>
              <a:gd name="connsiteX772" fmla="*/ 724405 w 937407"/>
              <a:gd name="connsiteY772" fmla="*/ 479687 h 481192"/>
              <a:gd name="connsiteX773" fmla="*/ 725340 w 937407"/>
              <a:gd name="connsiteY773" fmla="*/ 479732 h 481192"/>
              <a:gd name="connsiteX774" fmla="*/ 726281 w 937407"/>
              <a:gd name="connsiteY774" fmla="*/ 479771 h 481192"/>
              <a:gd name="connsiteX775" fmla="*/ 727217 w 937407"/>
              <a:gd name="connsiteY775" fmla="*/ 479811 h 481192"/>
              <a:gd name="connsiteX776" fmla="*/ 728157 w 937407"/>
              <a:gd name="connsiteY776" fmla="*/ 479850 h 481192"/>
              <a:gd name="connsiteX777" fmla="*/ 729093 w 937407"/>
              <a:gd name="connsiteY777" fmla="*/ 479890 h 481192"/>
              <a:gd name="connsiteX778" fmla="*/ 730034 w 937407"/>
              <a:gd name="connsiteY778" fmla="*/ 479930 h 481192"/>
              <a:gd name="connsiteX779" fmla="*/ 730969 w 937407"/>
              <a:gd name="connsiteY779" fmla="*/ 479964 h 481192"/>
              <a:gd name="connsiteX780" fmla="*/ 731910 w 937407"/>
              <a:gd name="connsiteY780" fmla="*/ 479999 h 481192"/>
              <a:gd name="connsiteX781" fmla="*/ 732845 w 937407"/>
              <a:gd name="connsiteY781" fmla="*/ 480034 h 481192"/>
              <a:gd name="connsiteX782" fmla="*/ 733786 w 937407"/>
              <a:gd name="connsiteY782" fmla="*/ 480068 h 481192"/>
              <a:gd name="connsiteX783" fmla="*/ 734727 w 937407"/>
              <a:gd name="connsiteY783" fmla="*/ 480098 h 481192"/>
              <a:gd name="connsiteX784" fmla="*/ 735662 w 937407"/>
              <a:gd name="connsiteY784" fmla="*/ 480133 h 481192"/>
              <a:gd name="connsiteX785" fmla="*/ 736603 w 937407"/>
              <a:gd name="connsiteY785" fmla="*/ 480162 h 481192"/>
              <a:gd name="connsiteX786" fmla="*/ 737539 w 937407"/>
              <a:gd name="connsiteY786" fmla="*/ 480192 h 481192"/>
              <a:gd name="connsiteX787" fmla="*/ 738479 w 937407"/>
              <a:gd name="connsiteY787" fmla="*/ 480222 h 481192"/>
              <a:gd name="connsiteX788" fmla="*/ 739415 w 937407"/>
              <a:gd name="connsiteY788" fmla="*/ 480251 h 481192"/>
              <a:gd name="connsiteX789" fmla="*/ 740355 w 937407"/>
              <a:gd name="connsiteY789" fmla="*/ 480281 h 481192"/>
              <a:gd name="connsiteX790" fmla="*/ 741291 w 937407"/>
              <a:gd name="connsiteY790" fmla="*/ 480306 h 481192"/>
              <a:gd name="connsiteX791" fmla="*/ 742232 w 937407"/>
              <a:gd name="connsiteY791" fmla="*/ 480331 h 481192"/>
              <a:gd name="connsiteX792" fmla="*/ 743167 w 937407"/>
              <a:gd name="connsiteY792" fmla="*/ 480355 h 481192"/>
              <a:gd name="connsiteX793" fmla="*/ 744108 w 937407"/>
              <a:gd name="connsiteY793" fmla="*/ 480380 h 481192"/>
              <a:gd name="connsiteX794" fmla="*/ 745049 w 937407"/>
              <a:gd name="connsiteY794" fmla="*/ 480405 h 481192"/>
              <a:gd name="connsiteX795" fmla="*/ 745984 w 937407"/>
              <a:gd name="connsiteY795" fmla="*/ 480430 h 481192"/>
              <a:gd name="connsiteX796" fmla="*/ 746925 w 937407"/>
              <a:gd name="connsiteY796" fmla="*/ 480454 h 481192"/>
              <a:gd name="connsiteX797" fmla="*/ 747860 w 937407"/>
              <a:gd name="connsiteY797" fmla="*/ 480474 h 481192"/>
              <a:gd name="connsiteX798" fmla="*/ 748801 w 937407"/>
              <a:gd name="connsiteY798" fmla="*/ 480499 h 481192"/>
              <a:gd name="connsiteX799" fmla="*/ 749737 w 937407"/>
              <a:gd name="connsiteY799" fmla="*/ 480519 h 481192"/>
              <a:gd name="connsiteX800" fmla="*/ 750677 w 937407"/>
              <a:gd name="connsiteY800" fmla="*/ 480539 h 481192"/>
              <a:gd name="connsiteX801" fmla="*/ 751613 w 937407"/>
              <a:gd name="connsiteY801" fmla="*/ 480558 h 481192"/>
              <a:gd name="connsiteX802" fmla="*/ 752554 w 937407"/>
              <a:gd name="connsiteY802" fmla="*/ 480578 h 481192"/>
              <a:gd name="connsiteX803" fmla="*/ 753489 w 937407"/>
              <a:gd name="connsiteY803" fmla="*/ 480598 h 481192"/>
              <a:gd name="connsiteX804" fmla="*/ 754430 w 937407"/>
              <a:gd name="connsiteY804" fmla="*/ 480613 h 481192"/>
              <a:gd name="connsiteX805" fmla="*/ 755370 w 937407"/>
              <a:gd name="connsiteY805" fmla="*/ 480633 h 481192"/>
              <a:gd name="connsiteX806" fmla="*/ 756306 w 937407"/>
              <a:gd name="connsiteY806" fmla="*/ 480647 h 481192"/>
              <a:gd name="connsiteX807" fmla="*/ 757247 w 937407"/>
              <a:gd name="connsiteY807" fmla="*/ 480667 h 481192"/>
              <a:gd name="connsiteX808" fmla="*/ 758182 w 937407"/>
              <a:gd name="connsiteY808" fmla="*/ 480682 h 481192"/>
              <a:gd name="connsiteX809" fmla="*/ 759123 w 937407"/>
              <a:gd name="connsiteY809" fmla="*/ 480697 h 481192"/>
              <a:gd name="connsiteX810" fmla="*/ 760059 w 937407"/>
              <a:gd name="connsiteY810" fmla="*/ 480712 h 481192"/>
              <a:gd name="connsiteX811" fmla="*/ 760999 w 937407"/>
              <a:gd name="connsiteY811" fmla="*/ 480727 h 481192"/>
              <a:gd name="connsiteX812" fmla="*/ 761935 w 937407"/>
              <a:gd name="connsiteY812" fmla="*/ 480742 h 481192"/>
              <a:gd name="connsiteX813" fmla="*/ 762875 w 937407"/>
              <a:gd name="connsiteY813" fmla="*/ 480756 h 481192"/>
              <a:gd name="connsiteX814" fmla="*/ 763811 w 937407"/>
              <a:gd name="connsiteY814" fmla="*/ 480771 h 481192"/>
              <a:gd name="connsiteX815" fmla="*/ 764752 w 937407"/>
              <a:gd name="connsiteY815" fmla="*/ 480781 h 481192"/>
              <a:gd name="connsiteX816" fmla="*/ 765692 w 937407"/>
              <a:gd name="connsiteY816" fmla="*/ 480796 h 481192"/>
              <a:gd name="connsiteX817" fmla="*/ 766628 w 937407"/>
              <a:gd name="connsiteY817" fmla="*/ 480811 h 481192"/>
              <a:gd name="connsiteX818" fmla="*/ 767569 w 937407"/>
              <a:gd name="connsiteY818" fmla="*/ 480821 h 481192"/>
              <a:gd name="connsiteX819" fmla="*/ 768504 w 937407"/>
              <a:gd name="connsiteY819" fmla="*/ 480831 h 481192"/>
              <a:gd name="connsiteX820" fmla="*/ 769445 w 937407"/>
              <a:gd name="connsiteY820" fmla="*/ 480845 h 481192"/>
              <a:gd name="connsiteX821" fmla="*/ 770381 w 937407"/>
              <a:gd name="connsiteY821" fmla="*/ 480855 h 481192"/>
              <a:gd name="connsiteX822" fmla="*/ 771321 w 937407"/>
              <a:gd name="connsiteY822" fmla="*/ 480865 h 481192"/>
              <a:gd name="connsiteX823" fmla="*/ 772257 w 937407"/>
              <a:gd name="connsiteY823" fmla="*/ 480875 h 481192"/>
              <a:gd name="connsiteX824" fmla="*/ 773197 w 937407"/>
              <a:gd name="connsiteY824" fmla="*/ 480885 h 481192"/>
              <a:gd name="connsiteX825" fmla="*/ 774133 w 937407"/>
              <a:gd name="connsiteY825" fmla="*/ 480895 h 481192"/>
              <a:gd name="connsiteX826" fmla="*/ 775074 w 937407"/>
              <a:gd name="connsiteY826" fmla="*/ 480905 h 481192"/>
              <a:gd name="connsiteX827" fmla="*/ 776009 w 937407"/>
              <a:gd name="connsiteY827" fmla="*/ 480915 h 481192"/>
              <a:gd name="connsiteX828" fmla="*/ 776950 w 937407"/>
              <a:gd name="connsiteY828" fmla="*/ 480925 h 481192"/>
              <a:gd name="connsiteX829" fmla="*/ 777890 w 937407"/>
              <a:gd name="connsiteY829" fmla="*/ 480935 h 481192"/>
              <a:gd name="connsiteX830" fmla="*/ 778826 w 937407"/>
              <a:gd name="connsiteY830" fmla="*/ 480940 h 481192"/>
              <a:gd name="connsiteX831" fmla="*/ 779767 w 937407"/>
              <a:gd name="connsiteY831" fmla="*/ 480949 h 481192"/>
              <a:gd name="connsiteX832" fmla="*/ 780702 w 937407"/>
              <a:gd name="connsiteY832" fmla="*/ 480954 h 481192"/>
              <a:gd name="connsiteX833" fmla="*/ 781643 w 937407"/>
              <a:gd name="connsiteY833" fmla="*/ 480964 h 481192"/>
              <a:gd name="connsiteX834" fmla="*/ 782579 w 937407"/>
              <a:gd name="connsiteY834" fmla="*/ 480974 h 481192"/>
              <a:gd name="connsiteX835" fmla="*/ 783519 w 937407"/>
              <a:gd name="connsiteY835" fmla="*/ 480979 h 481192"/>
              <a:gd name="connsiteX836" fmla="*/ 784455 w 937407"/>
              <a:gd name="connsiteY836" fmla="*/ 480984 h 481192"/>
              <a:gd name="connsiteX837" fmla="*/ 785396 w 937407"/>
              <a:gd name="connsiteY837" fmla="*/ 480994 h 481192"/>
              <a:gd name="connsiteX838" fmla="*/ 786331 w 937407"/>
              <a:gd name="connsiteY838" fmla="*/ 480999 h 481192"/>
              <a:gd name="connsiteX839" fmla="*/ 787272 w 937407"/>
              <a:gd name="connsiteY839" fmla="*/ 481004 h 481192"/>
              <a:gd name="connsiteX840" fmla="*/ 788212 w 937407"/>
              <a:gd name="connsiteY840" fmla="*/ 481014 h 481192"/>
              <a:gd name="connsiteX841" fmla="*/ 789148 w 937407"/>
              <a:gd name="connsiteY841" fmla="*/ 481019 h 481192"/>
              <a:gd name="connsiteX842" fmla="*/ 790089 w 937407"/>
              <a:gd name="connsiteY842" fmla="*/ 481024 h 481192"/>
              <a:gd name="connsiteX843" fmla="*/ 791024 w 937407"/>
              <a:gd name="connsiteY843" fmla="*/ 481029 h 481192"/>
              <a:gd name="connsiteX844" fmla="*/ 791965 w 937407"/>
              <a:gd name="connsiteY844" fmla="*/ 481034 h 481192"/>
              <a:gd name="connsiteX845" fmla="*/ 792901 w 937407"/>
              <a:gd name="connsiteY845" fmla="*/ 481039 h 481192"/>
              <a:gd name="connsiteX846" fmla="*/ 793841 w 937407"/>
              <a:gd name="connsiteY846" fmla="*/ 481043 h 481192"/>
              <a:gd name="connsiteX847" fmla="*/ 794777 w 937407"/>
              <a:gd name="connsiteY847" fmla="*/ 481048 h 481192"/>
              <a:gd name="connsiteX848" fmla="*/ 795717 w 937407"/>
              <a:gd name="connsiteY848" fmla="*/ 481053 h 481192"/>
              <a:gd name="connsiteX849" fmla="*/ 796653 w 937407"/>
              <a:gd name="connsiteY849" fmla="*/ 481058 h 481192"/>
              <a:gd name="connsiteX850" fmla="*/ 797594 w 937407"/>
              <a:gd name="connsiteY850" fmla="*/ 481063 h 481192"/>
              <a:gd name="connsiteX851" fmla="*/ 798534 w 937407"/>
              <a:gd name="connsiteY851" fmla="*/ 481068 h 481192"/>
              <a:gd name="connsiteX852" fmla="*/ 799470 w 937407"/>
              <a:gd name="connsiteY852" fmla="*/ 481073 h 481192"/>
              <a:gd name="connsiteX853" fmla="*/ 800411 w 937407"/>
              <a:gd name="connsiteY853" fmla="*/ 481078 h 481192"/>
              <a:gd name="connsiteX854" fmla="*/ 801346 w 937407"/>
              <a:gd name="connsiteY854" fmla="*/ 481083 h 481192"/>
              <a:gd name="connsiteX855" fmla="*/ 802287 w 937407"/>
              <a:gd name="connsiteY855" fmla="*/ 481083 h 481192"/>
              <a:gd name="connsiteX856" fmla="*/ 803223 w 937407"/>
              <a:gd name="connsiteY856" fmla="*/ 481088 h 481192"/>
              <a:gd name="connsiteX857" fmla="*/ 804163 w 937407"/>
              <a:gd name="connsiteY857" fmla="*/ 481093 h 481192"/>
              <a:gd name="connsiteX858" fmla="*/ 805099 w 937407"/>
              <a:gd name="connsiteY858" fmla="*/ 481098 h 481192"/>
              <a:gd name="connsiteX859" fmla="*/ 806039 w 937407"/>
              <a:gd name="connsiteY859" fmla="*/ 481098 h 481192"/>
              <a:gd name="connsiteX860" fmla="*/ 806975 w 937407"/>
              <a:gd name="connsiteY860" fmla="*/ 481103 h 481192"/>
              <a:gd name="connsiteX861" fmla="*/ 807916 w 937407"/>
              <a:gd name="connsiteY861" fmla="*/ 481103 h 481192"/>
              <a:gd name="connsiteX862" fmla="*/ 808856 w 937407"/>
              <a:gd name="connsiteY862" fmla="*/ 481108 h 481192"/>
              <a:gd name="connsiteX863" fmla="*/ 809792 w 937407"/>
              <a:gd name="connsiteY863" fmla="*/ 481113 h 481192"/>
              <a:gd name="connsiteX864" fmla="*/ 810732 w 937407"/>
              <a:gd name="connsiteY864" fmla="*/ 481113 h 481192"/>
              <a:gd name="connsiteX865" fmla="*/ 811668 w 937407"/>
              <a:gd name="connsiteY865" fmla="*/ 481118 h 481192"/>
              <a:gd name="connsiteX866" fmla="*/ 812609 w 937407"/>
              <a:gd name="connsiteY866" fmla="*/ 481118 h 481192"/>
              <a:gd name="connsiteX867" fmla="*/ 813544 w 937407"/>
              <a:gd name="connsiteY867" fmla="*/ 481123 h 481192"/>
              <a:gd name="connsiteX868" fmla="*/ 814485 w 937407"/>
              <a:gd name="connsiteY868" fmla="*/ 481123 h 481192"/>
              <a:gd name="connsiteX869" fmla="*/ 815421 w 937407"/>
              <a:gd name="connsiteY869" fmla="*/ 481128 h 481192"/>
              <a:gd name="connsiteX870" fmla="*/ 816361 w 937407"/>
              <a:gd name="connsiteY870" fmla="*/ 481128 h 481192"/>
              <a:gd name="connsiteX871" fmla="*/ 817297 w 937407"/>
              <a:gd name="connsiteY871" fmla="*/ 481133 h 481192"/>
              <a:gd name="connsiteX872" fmla="*/ 818238 w 937407"/>
              <a:gd name="connsiteY872" fmla="*/ 481133 h 481192"/>
              <a:gd name="connsiteX873" fmla="*/ 819173 w 937407"/>
              <a:gd name="connsiteY873" fmla="*/ 481138 h 481192"/>
              <a:gd name="connsiteX874" fmla="*/ 820114 w 937407"/>
              <a:gd name="connsiteY874" fmla="*/ 481138 h 481192"/>
              <a:gd name="connsiteX875" fmla="*/ 821054 w 937407"/>
              <a:gd name="connsiteY875" fmla="*/ 481138 h 481192"/>
              <a:gd name="connsiteX876" fmla="*/ 821990 w 937407"/>
              <a:gd name="connsiteY876" fmla="*/ 481142 h 481192"/>
              <a:gd name="connsiteX877" fmla="*/ 822931 w 937407"/>
              <a:gd name="connsiteY877" fmla="*/ 481142 h 481192"/>
              <a:gd name="connsiteX878" fmla="*/ 823866 w 937407"/>
              <a:gd name="connsiteY878" fmla="*/ 481147 h 481192"/>
              <a:gd name="connsiteX879" fmla="*/ 824807 w 937407"/>
              <a:gd name="connsiteY879" fmla="*/ 481147 h 481192"/>
              <a:gd name="connsiteX880" fmla="*/ 825743 w 937407"/>
              <a:gd name="connsiteY880" fmla="*/ 481147 h 481192"/>
              <a:gd name="connsiteX881" fmla="*/ 826683 w 937407"/>
              <a:gd name="connsiteY881" fmla="*/ 481152 h 481192"/>
              <a:gd name="connsiteX882" fmla="*/ 827619 w 937407"/>
              <a:gd name="connsiteY882" fmla="*/ 481152 h 481192"/>
              <a:gd name="connsiteX883" fmla="*/ 828559 w 937407"/>
              <a:gd name="connsiteY883" fmla="*/ 481152 h 481192"/>
              <a:gd name="connsiteX884" fmla="*/ 829495 w 937407"/>
              <a:gd name="connsiteY884" fmla="*/ 481157 h 481192"/>
              <a:gd name="connsiteX885" fmla="*/ 830436 w 937407"/>
              <a:gd name="connsiteY885" fmla="*/ 481157 h 481192"/>
              <a:gd name="connsiteX886" fmla="*/ 831376 w 937407"/>
              <a:gd name="connsiteY886" fmla="*/ 481157 h 481192"/>
              <a:gd name="connsiteX887" fmla="*/ 832312 w 937407"/>
              <a:gd name="connsiteY887" fmla="*/ 481157 h 481192"/>
              <a:gd name="connsiteX888" fmla="*/ 833253 w 937407"/>
              <a:gd name="connsiteY888" fmla="*/ 481162 h 481192"/>
              <a:gd name="connsiteX889" fmla="*/ 834188 w 937407"/>
              <a:gd name="connsiteY889" fmla="*/ 481162 h 481192"/>
              <a:gd name="connsiteX890" fmla="*/ 835129 w 937407"/>
              <a:gd name="connsiteY890" fmla="*/ 481162 h 481192"/>
              <a:gd name="connsiteX891" fmla="*/ 836064 w 937407"/>
              <a:gd name="connsiteY891" fmla="*/ 481162 h 481192"/>
              <a:gd name="connsiteX892" fmla="*/ 837005 w 937407"/>
              <a:gd name="connsiteY892" fmla="*/ 481167 h 481192"/>
              <a:gd name="connsiteX893" fmla="*/ 837941 w 937407"/>
              <a:gd name="connsiteY893" fmla="*/ 481167 h 481192"/>
              <a:gd name="connsiteX894" fmla="*/ 838881 w 937407"/>
              <a:gd name="connsiteY894" fmla="*/ 481167 h 481192"/>
              <a:gd name="connsiteX895" fmla="*/ 839817 w 937407"/>
              <a:gd name="connsiteY895" fmla="*/ 481167 h 481192"/>
              <a:gd name="connsiteX896" fmla="*/ 840758 w 937407"/>
              <a:gd name="connsiteY896" fmla="*/ 481167 h 481192"/>
              <a:gd name="connsiteX897" fmla="*/ 841698 w 937407"/>
              <a:gd name="connsiteY897" fmla="*/ 481167 h 481192"/>
              <a:gd name="connsiteX898" fmla="*/ 842634 w 937407"/>
              <a:gd name="connsiteY898" fmla="*/ 481172 h 481192"/>
              <a:gd name="connsiteX899" fmla="*/ 843574 w 937407"/>
              <a:gd name="connsiteY899" fmla="*/ 481172 h 481192"/>
              <a:gd name="connsiteX900" fmla="*/ 844510 w 937407"/>
              <a:gd name="connsiteY900" fmla="*/ 481172 h 481192"/>
              <a:gd name="connsiteX901" fmla="*/ 845451 w 937407"/>
              <a:gd name="connsiteY901" fmla="*/ 481172 h 481192"/>
              <a:gd name="connsiteX902" fmla="*/ 846386 w 937407"/>
              <a:gd name="connsiteY902" fmla="*/ 481172 h 481192"/>
              <a:gd name="connsiteX903" fmla="*/ 847327 w 937407"/>
              <a:gd name="connsiteY903" fmla="*/ 481172 h 481192"/>
              <a:gd name="connsiteX904" fmla="*/ 848263 w 937407"/>
              <a:gd name="connsiteY904" fmla="*/ 481177 h 481192"/>
              <a:gd name="connsiteX905" fmla="*/ 849203 w 937407"/>
              <a:gd name="connsiteY905" fmla="*/ 481177 h 481192"/>
              <a:gd name="connsiteX906" fmla="*/ 850139 w 937407"/>
              <a:gd name="connsiteY906" fmla="*/ 481177 h 481192"/>
              <a:gd name="connsiteX907" fmla="*/ 851080 w 937407"/>
              <a:gd name="connsiteY907" fmla="*/ 481177 h 481192"/>
              <a:gd name="connsiteX908" fmla="*/ 852020 w 937407"/>
              <a:gd name="connsiteY908" fmla="*/ 481177 h 481192"/>
              <a:gd name="connsiteX909" fmla="*/ 852956 w 937407"/>
              <a:gd name="connsiteY909" fmla="*/ 481177 h 481192"/>
              <a:gd name="connsiteX910" fmla="*/ 853896 w 937407"/>
              <a:gd name="connsiteY910" fmla="*/ 481177 h 481192"/>
              <a:gd name="connsiteX911" fmla="*/ 854832 w 937407"/>
              <a:gd name="connsiteY911" fmla="*/ 481177 h 481192"/>
              <a:gd name="connsiteX912" fmla="*/ 855773 w 937407"/>
              <a:gd name="connsiteY912" fmla="*/ 481182 h 481192"/>
              <a:gd name="connsiteX913" fmla="*/ 856708 w 937407"/>
              <a:gd name="connsiteY913" fmla="*/ 481182 h 481192"/>
              <a:gd name="connsiteX914" fmla="*/ 857649 w 937407"/>
              <a:gd name="connsiteY914" fmla="*/ 481182 h 481192"/>
              <a:gd name="connsiteX915" fmla="*/ 858585 w 937407"/>
              <a:gd name="connsiteY915" fmla="*/ 481182 h 481192"/>
              <a:gd name="connsiteX916" fmla="*/ 859525 w 937407"/>
              <a:gd name="connsiteY916" fmla="*/ 481182 h 481192"/>
              <a:gd name="connsiteX917" fmla="*/ 860461 w 937407"/>
              <a:gd name="connsiteY917" fmla="*/ 481182 h 481192"/>
              <a:gd name="connsiteX918" fmla="*/ 861401 w 937407"/>
              <a:gd name="connsiteY918" fmla="*/ 481182 h 481192"/>
              <a:gd name="connsiteX919" fmla="*/ 862337 w 937407"/>
              <a:gd name="connsiteY919" fmla="*/ 481182 h 481192"/>
              <a:gd name="connsiteX920" fmla="*/ 863278 w 937407"/>
              <a:gd name="connsiteY920" fmla="*/ 481182 h 481192"/>
              <a:gd name="connsiteX921" fmla="*/ 864218 w 937407"/>
              <a:gd name="connsiteY921" fmla="*/ 481182 h 481192"/>
              <a:gd name="connsiteX922" fmla="*/ 865154 w 937407"/>
              <a:gd name="connsiteY922" fmla="*/ 481182 h 481192"/>
              <a:gd name="connsiteX923" fmla="*/ 866094 w 937407"/>
              <a:gd name="connsiteY923" fmla="*/ 481187 h 481192"/>
              <a:gd name="connsiteX924" fmla="*/ 867030 w 937407"/>
              <a:gd name="connsiteY924" fmla="*/ 481187 h 481192"/>
              <a:gd name="connsiteX925" fmla="*/ 867971 w 937407"/>
              <a:gd name="connsiteY925" fmla="*/ 481187 h 481192"/>
              <a:gd name="connsiteX926" fmla="*/ 868906 w 937407"/>
              <a:gd name="connsiteY926" fmla="*/ 481187 h 481192"/>
              <a:gd name="connsiteX927" fmla="*/ 869847 w 937407"/>
              <a:gd name="connsiteY927" fmla="*/ 481187 h 481192"/>
              <a:gd name="connsiteX928" fmla="*/ 870783 w 937407"/>
              <a:gd name="connsiteY928" fmla="*/ 481187 h 481192"/>
              <a:gd name="connsiteX929" fmla="*/ 871723 w 937407"/>
              <a:gd name="connsiteY929" fmla="*/ 481187 h 481192"/>
              <a:gd name="connsiteX930" fmla="*/ 872659 w 937407"/>
              <a:gd name="connsiteY930" fmla="*/ 481187 h 481192"/>
              <a:gd name="connsiteX931" fmla="*/ 873600 w 937407"/>
              <a:gd name="connsiteY931" fmla="*/ 481187 h 481192"/>
              <a:gd name="connsiteX932" fmla="*/ 874540 w 937407"/>
              <a:gd name="connsiteY932" fmla="*/ 481187 h 481192"/>
              <a:gd name="connsiteX933" fmla="*/ 875476 w 937407"/>
              <a:gd name="connsiteY933" fmla="*/ 481187 h 481192"/>
              <a:gd name="connsiteX934" fmla="*/ 876416 w 937407"/>
              <a:gd name="connsiteY934" fmla="*/ 481187 h 481192"/>
              <a:gd name="connsiteX935" fmla="*/ 877352 w 937407"/>
              <a:gd name="connsiteY935" fmla="*/ 481187 h 481192"/>
              <a:gd name="connsiteX936" fmla="*/ 878293 w 937407"/>
              <a:gd name="connsiteY936" fmla="*/ 481187 h 481192"/>
              <a:gd name="connsiteX937" fmla="*/ 879228 w 937407"/>
              <a:gd name="connsiteY937" fmla="*/ 481187 h 481192"/>
              <a:gd name="connsiteX938" fmla="*/ 880169 w 937407"/>
              <a:gd name="connsiteY938" fmla="*/ 481187 h 481192"/>
              <a:gd name="connsiteX939" fmla="*/ 881105 w 937407"/>
              <a:gd name="connsiteY939" fmla="*/ 481187 h 481192"/>
              <a:gd name="connsiteX940" fmla="*/ 882045 w 937407"/>
              <a:gd name="connsiteY940" fmla="*/ 481187 h 481192"/>
              <a:gd name="connsiteX941" fmla="*/ 882981 w 937407"/>
              <a:gd name="connsiteY941" fmla="*/ 481187 h 481192"/>
              <a:gd name="connsiteX942" fmla="*/ 883921 w 937407"/>
              <a:gd name="connsiteY942" fmla="*/ 481187 h 481192"/>
              <a:gd name="connsiteX943" fmla="*/ 884862 w 937407"/>
              <a:gd name="connsiteY943" fmla="*/ 481192 h 481192"/>
              <a:gd name="connsiteX944" fmla="*/ 885798 w 937407"/>
              <a:gd name="connsiteY944" fmla="*/ 481192 h 481192"/>
              <a:gd name="connsiteX945" fmla="*/ 886738 w 937407"/>
              <a:gd name="connsiteY945" fmla="*/ 481192 h 481192"/>
              <a:gd name="connsiteX946" fmla="*/ 887674 w 937407"/>
              <a:gd name="connsiteY946" fmla="*/ 481192 h 481192"/>
              <a:gd name="connsiteX947" fmla="*/ 888615 w 937407"/>
              <a:gd name="connsiteY947" fmla="*/ 481192 h 481192"/>
              <a:gd name="connsiteX948" fmla="*/ 889550 w 937407"/>
              <a:gd name="connsiteY948" fmla="*/ 481192 h 481192"/>
              <a:gd name="connsiteX949" fmla="*/ 890491 w 937407"/>
              <a:gd name="connsiteY949" fmla="*/ 481192 h 481192"/>
              <a:gd name="connsiteX950" fmla="*/ 891427 w 937407"/>
              <a:gd name="connsiteY950" fmla="*/ 481192 h 481192"/>
              <a:gd name="connsiteX951" fmla="*/ 892367 w 937407"/>
              <a:gd name="connsiteY951" fmla="*/ 481192 h 481192"/>
              <a:gd name="connsiteX952" fmla="*/ 893303 w 937407"/>
              <a:gd name="connsiteY952" fmla="*/ 481192 h 481192"/>
              <a:gd name="connsiteX953" fmla="*/ 894243 w 937407"/>
              <a:gd name="connsiteY953" fmla="*/ 481192 h 481192"/>
              <a:gd name="connsiteX954" fmla="*/ 895184 w 937407"/>
              <a:gd name="connsiteY954" fmla="*/ 481192 h 481192"/>
              <a:gd name="connsiteX955" fmla="*/ 896120 w 937407"/>
              <a:gd name="connsiteY955" fmla="*/ 481192 h 481192"/>
              <a:gd name="connsiteX956" fmla="*/ 897060 w 937407"/>
              <a:gd name="connsiteY956" fmla="*/ 481192 h 481192"/>
              <a:gd name="connsiteX957" fmla="*/ 897996 w 937407"/>
              <a:gd name="connsiteY957" fmla="*/ 481192 h 481192"/>
              <a:gd name="connsiteX958" fmla="*/ 898937 w 937407"/>
              <a:gd name="connsiteY958" fmla="*/ 481192 h 481192"/>
              <a:gd name="connsiteX959" fmla="*/ 899872 w 937407"/>
              <a:gd name="connsiteY959" fmla="*/ 481192 h 481192"/>
              <a:gd name="connsiteX960" fmla="*/ 900813 w 937407"/>
              <a:gd name="connsiteY960" fmla="*/ 481192 h 481192"/>
              <a:gd name="connsiteX961" fmla="*/ 901748 w 937407"/>
              <a:gd name="connsiteY961" fmla="*/ 481192 h 481192"/>
              <a:gd name="connsiteX962" fmla="*/ 902689 w 937407"/>
              <a:gd name="connsiteY962" fmla="*/ 481192 h 481192"/>
              <a:gd name="connsiteX963" fmla="*/ 903625 w 937407"/>
              <a:gd name="connsiteY963" fmla="*/ 481192 h 481192"/>
              <a:gd name="connsiteX964" fmla="*/ 904565 w 937407"/>
              <a:gd name="connsiteY964" fmla="*/ 481192 h 481192"/>
              <a:gd name="connsiteX965" fmla="*/ 905501 w 937407"/>
              <a:gd name="connsiteY965" fmla="*/ 481192 h 481192"/>
              <a:gd name="connsiteX966" fmla="*/ 906441 w 937407"/>
              <a:gd name="connsiteY966" fmla="*/ 481192 h 481192"/>
              <a:gd name="connsiteX967" fmla="*/ 907382 w 937407"/>
              <a:gd name="connsiteY967" fmla="*/ 481192 h 481192"/>
              <a:gd name="connsiteX968" fmla="*/ 908318 w 937407"/>
              <a:gd name="connsiteY968" fmla="*/ 481192 h 481192"/>
              <a:gd name="connsiteX969" fmla="*/ 909258 w 937407"/>
              <a:gd name="connsiteY969" fmla="*/ 481192 h 481192"/>
              <a:gd name="connsiteX970" fmla="*/ 910194 w 937407"/>
              <a:gd name="connsiteY970" fmla="*/ 481192 h 481192"/>
              <a:gd name="connsiteX971" fmla="*/ 911135 w 937407"/>
              <a:gd name="connsiteY971" fmla="*/ 481192 h 481192"/>
              <a:gd name="connsiteX972" fmla="*/ 912070 w 937407"/>
              <a:gd name="connsiteY972" fmla="*/ 481192 h 481192"/>
              <a:gd name="connsiteX973" fmla="*/ 913011 w 937407"/>
              <a:gd name="connsiteY973" fmla="*/ 481192 h 481192"/>
              <a:gd name="connsiteX974" fmla="*/ 913947 w 937407"/>
              <a:gd name="connsiteY974" fmla="*/ 481192 h 481192"/>
              <a:gd name="connsiteX975" fmla="*/ 914887 w 937407"/>
              <a:gd name="connsiteY975" fmla="*/ 481192 h 481192"/>
              <a:gd name="connsiteX976" fmla="*/ 915823 w 937407"/>
              <a:gd name="connsiteY976" fmla="*/ 481192 h 481192"/>
              <a:gd name="connsiteX977" fmla="*/ 916763 w 937407"/>
              <a:gd name="connsiteY977" fmla="*/ 481192 h 481192"/>
              <a:gd name="connsiteX978" fmla="*/ 917704 w 937407"/>
              <a:gd name="connsiteY978" fmla="*/ 481192 h 481192"/>
              <a:gd name="connsiteX979" fmla="*/ 918640 w 937407"/>
              <a:gd name="connsiteY979" fmla="*/ 481192 h 481192"/>
              <a:gd name="connsiteX980" fmla="*/ 919580 w 937407"/>
              <a:gd name="connsiteY980" fmla="*/ 481192 h 481192"/>
              <a:gd name="connsiteX981" fmla="*/ 920516 w 937407"/>
              <a:gd name="connsiteY981" fmla="*/ 481192 h 481192"/>
              <a:gd name="connsiteX982" fmla="*/ 921457 w 937407"/>
              <a:gd name="connsiteY982" fmla="*/ 481192 h 481192"/>
              <a:gd name="connsiteX983" fmla="*/ 922392 w 937407"/>
              <a:gd name="connsiteY983" fmla="*/ 481192 h 481192"/>
              <a:gd name="connsiteX984" fmla="*/ 923333 w 937407"/>
              <a:gd name="connsiteY984" fmla="*/ 481192 h 481192"/>
              <a:gd name="connsiteX985" fmla="*/ 924268 w 937407"/>
              <a:gd name="connsiteY985" fmla="*/ 481192 h 481192"/>
              <a:gd name="connsiteX986" fmla="*/ 925209 w 937407"/>
              <a:gd name="connsiteY986" fmla="*/ 481192 h 481192"/>
              <a:gd name="connsiteX987" fmla="*/ 926145 w 937407"/>
              <a:gd name="connsiteY987" fmla="*/ 481192 h 481192"/>
              <a:gd name="connsiteX988" fmla="*/ 927085 w 937407"/>
              <a:gd name="connsiteY988" fmla="*/ 481192 h 481192"/>
              <a:gd name="connsiteX989" fmla="*/ 928026 w 937407"/>
              <a:gd name="connsiteY989" fmla="*/ 481192 h 481192"/>
              <a:gd name="connsiteX990" fmla="*/ 928962 w 937407"/>
              <a:gd name="connsiteY990" fmla="*/ 481192 h 481192"/>
              <a:gd name="connsiteX991" fmla="*/ 929902 w 937407"/>
              <a:gd name="connsiteY991" fmla="*/ 481192 h 481192"/>
              <a:gd name="connsiteX992" fmla="*/ 930838 w 937407"/>
              <a:gd name="connsiteY992" fmla="*/ 481192 h 481192"/>
              <a:gd name="connsiteX993" fmla="*/ 931779 w 937407"/>
              <a:gd name="connsiteY993" fmla="*/ 481192 h 481192"/>
              <a:gd name="connsiteX994" fmla="*/ 932714 w 937407"/>
              <a:gd name="connsiteY994" fmla="*/ 481192 h 481192"/>
              <a:gd name="connsiteX995" fmla="*/ 933655 w 937407"/>
              <a:gd name="connsiteY995" fmla="*/ 481192 h 481192"/>
              <a:gd name="connsiteX996" fmla="*/ 934590 w 937407"/>
              <a:gd name="connsiteY996" fmla="*/ 481192 h 481192"/>
              <a:gd name="connsiteX997" fmla="*/ 935531 w 937407"/>
              <a:gd name="connsiteY997" fmla="*/ 481192 h 481192"/>
              <a:gd name="connsiteX998" fmla="*/ 936467 w 937407"/>
              <a:gd name="connsiteY998" fmla="*/ 481192 h 481192"/>
              <a:gd name="connsiteX999" fmla="*/ 937407 w 937407"/>
              <a:gd name="connsiteY999" fmla="*/ 481192 h 481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81192">
                <a:moveTo>
                  <a:pt x="0" y="477558"/>
                </a:moveTo>
                <a:lnTo>
                  <a:pt x="938" y="477459"/>
                </a:lnTo>
                <a:lnTo>
                  <a:pt x="1877" y="477360"/>
                </a:lnTo>
                <a:lnTo>
                  <a:pt x="2815" y="477261"/>
                </a:lnTo>
                <a:lnTo>
                  <a:pt x="3753" y="477157"/>
                </a:lnTo>
                <a:lnTo>
                  <a:pt x="4692" y="477048"/>
                </a:lnTo>
                <a:lnTo>
                  <a:pt x="5630" y="476939"/>
                </a:lnTo>
                <a:lnTo>
                  <a:pt x="6568" y="476826"/>
                </a:lnTo>
                <a:lnTo>
                  <a:pt x="7507" y="476712"/>
                </a:lnTo>
                <a:lnTo>
                  <a:pt x="8445" y="476598"/>
                </a:lnTo>
                <a:lnTo>
                  <a:pt x="9383" y="476474"/>
                </a:lnTo>
                <a:lnTo>
                  <a:pt x="10321" y="476355"/>
                </a:lnTo>
                <a:lnTo>
                  <a:pt x="11260" y="476227"/>
                </a:lnTo>
                <a:lnTo>
                  <a:pt x="12198" y="476098"/>
                </a:lnTo>
                <a:lnTo>
                  <a:pt x="13137" y="475969"/>
                </a:lnTo>
                <a:lnTo>
                  <a:pt x="14075" y="475835"/>
                </a:lnTo>
                <a:lnTo>
                  <a:pt x="15014" y="475697"/>
                </a:lnTo>
                <a:lnTo>
                  <a:pt x="15952" y="475558"/>
                </a:lnTo>
                <a:lnTo>
                  <a:pt x="16890" y="475415"/>
                </a:lnTo>
                <a:lnTo>
                  <a:pt x="17828" y="475266"/>
                </a:lnTo>
                <a:lnTo>
                  <a:pt x="18767" y="475118"/>
                </a:lnTo>
                <a:lnTo>
                  <a:pt x="19705" y="474964"/>
                </a:lnTo>
                <a:lnTo>
                  <a:pt x="20643" y="474806"/>
                </a:lnTo>
                <a:lnTo>
                  <a:pt x="21582" y="474642"/>
                </a:lnTo>
                <a:lnTo>
                  <a:pt x="22520" y="474479"/>
                </a:lnTo>
                <a:lnTo>
                  <a:pt x="23459" y="474316"/>
                </a:lnTo>
                <a:lnTo>
                  <a:pt x="24397" y="474142"/>
                </a:lnTo>
                <a:lnTo>
                  <a:pt x="25335" y="473969"/>
                </a:lnTo>
                <a:lnTo>
                  <a:pt x="26274" y="473786"/>
                </a:lnTo>
                <a:lnTo>
                  <a:pt x="27212" y="473608"/>
                </a:lnTo>
                <a:lnTo>
                  <a:pt x="28150" y="473420"/>
                </a:lnTo>
                <a:lnTo>
                  <a:pt x="29088" y="473227"/>
                </a:lnTo>
                <a:lnTo>
                  <a:pt x="30027" y="473033"/>
                </a:lnTo>
                <a:lnTo>
                  <a:pt x="30965" y="472835"/>
                </a:lnTo>
                <a:lnTo>
                  <a:pt x="31903" y="472633"/>
                </a:lnTo>
                <a:lnTo>
                  <a:pt x="32842" y="472425"/>
                </a:lnTo>
                <a:lnTo>
                  <a:pt x="33780" y="472212"/>
                </a:lnTo>
                <a:lnTo>
                  <a:pt x="34719" y="471994"/>
                </a:lnTo>
                <a:lnTo>
                  <a:pt x="35657" y="471776"/>
                </a:lnTo>
                <a:lnTo>
                  <a:pt x="36595" y="471548"/>
                </a:lnTo>
                <a:lnTo>
                  <a:pt x="37534" y="471321"/>
                </a:lnTo>
                <a:lnTo>
                  <a:pt x="38472" y="471083"/>
                </a:lnTo>
                <a:lnTo>
                  <a:pt x="39410" y="470845"/>
                </a:lnTo>
                <a:lnTo>
                  <a:pt x="40348" y="470598"/>
                </a:lnTo>
                <a:lnTo>
                  <a:pt x="41287" y="470350"/>
                </a:lnTo>
                <a:lnTo>
                  <a:pt x="42225" y="470093"/>
                </a:lnTo>
                <a:lnTo>
                  <a:pt x="43164" y="469835"/>
                </a:lnTo>
                <a:lnTo>
                  <a:pt x="44102" y="469568"/>
                </a:lnTo>
                <a:lnTo>
                  <a:pt x="45041" y="469301"/>
                </a:lnTo>
                <a:lnTo>
                  <a:pt x="45979" y="469024"/>
                </a:lnTo>
                <a:lnTo>
                  <a:pt x="46917" y="468741"/>
                </a:lnTo>
                <a:lnTo>
                  <a:pt x="47856" y="468454"/>
                </a:lnTo>
                <a:lnTo>
                  <a:pt x="48794" y="468162"/>
                </a:lnTo>
                <a:lnTo>
                  <a:pt x="49732" y="467860"/>
                </a:lnTo>
                <a:lnTo>
                  <a:pt x="50670" y="467558"/>
                </a:lnTo>
                <a:lnTo>
                  <a:pt x="51609" y="467246"/>
                </a:lnTo>
                <a:lnTo>
                  <a:pt x="52547" y="466929"/>
                </a:lnTo>
                <a:lnTo>
                  <a:pt x="53485" y="466608"/>
                </a:lnTo>
                <a:lnTo>
                  <a:pt x="54424" y="466276"/>
                </a:lnTo>
                <a:lnTo>
                  <a:pt x="55362" y="465944"/>
                </a:lnTo>
                <a:lnTo>
                  <a:pt x="56301" y="465603"/>
                </a:lnTo>
                <a:lnTo>
                  <a:pt x="57239" y="465251"/>
                </a:lnTo>
                <a:lnTo>
                  <a:pt x="58177" y="464900"/>
                </a:lnTo>
                <a:lnTo>
                  <a:pt x="59116" y="464538"/>
                </a:lnTo>
                <a:lnTo>
                  <a:pt x="60054" y="464167"/>
                </a:lnTo>
                <a:lnTo>
                  <a:pt x="60992" y="463791"/>
                </a:lnTo>
                <a:lnTo>
                  <a:pt x="61930" y="463410"/>
                </a:lnTo>
                <a:lnTo>
                  <a:pt x="62869" y="463019"/>
                </a:lnTo>
                <a:lnTo>
                  <a:pt x="63807" y="462623"/>
                </a:lnTo>
                <a:lnTo>
                  <a:pt x="64746" y="462221"/>
                </a:lnTo>
                <a:lnTo>
                  <a:pt x="65684" y="461811"/>
                </a:lnTo>
                <a:lnTo>
                  <a:pt x="66623" y="461390"/>
                </a:lnTo>
                <a:lnTo>
                  <a:pt x="67561" y="460964"/>
                </a:lnTo>
                <a:lnTo>
                  <a:pt x="68499" y="460528"/>
                </a:lnTo>
                <a:lnTo>
                  <a:pt x="69437" y="460088"/>
                </a:lnTo>
                <a:lnTo>
                  <a:pt x="70376" y="459637"/>
                </a:lnTo>
                <a:lnTo>
                  <a:pt x="71314" y="459182"/>
                </a:lnTo>
                <a:lnTo>
                  <a:pt x="72252" y="458712"/>
                </a:lnTo>
                <a:lnTo>
                  <a:pt x="73191" y="458241"/>
                </a:lnTo>
                <a:lnTo>
                  <a:pt x="74129" y="457756"/>
                </a:lnTo>
                <a:lnTo>
                  <a:pt x="75067" y="457266"/>
                </a:lnTo>
                <a:lnTo>
                  <a:pt x="76006" y="456766"/>
                </a:lnTo>
                <a:lnTo>
                  <a:pt x="76944" y="456256"/>
                </a:lnTo>
                <a:lnTo>
                  <a:pt x="77883" y="455741"/>
                </a:lnTo>
                <a:lnTo>
                  <a:pt x="78821" y="455216"/>
                </a:lnTo>
                <a:lnTo>
                  <a:pt x="79759" y="454682"/>
                </a:lnTo>
                <a:lnTo>
                  <a:pt x="80697" y="454137"/>
                </a:lnTo>
                <a:lnTo>
                  <a:pt x="81636" y="453583"/>
                </a:lnTo>
                <a:lnTo>
                  <a:pt x="82574" y="453023"/>
                </a:lnTo>
                <a:lnTo>
                  <a:pt x="83512" y="452449"/>
                </a:lnTo>
                <a:lnTo>
                  <a:pt x="84451" y="451870"/>
                </a:lnTo>
                <a:lnTo>
                  <a:pt x="85389" y="451276"/>
                </a:lnTo>
                <a:lnTo>
                  <a:pt x="86328" y="450677"/>
                </a:lnTo>
                <a:lnTo>
                  <a:pt x="87266" y="450068"/>
                </a:lnTo>
                <a:lnTo>
                  <a:pt x="88205" y="449444"/>
                </a:lnTo>
                <a:lnTo>
                  <a:pt x="89143" y="448815"/>
                </a:lnTo>
                <a:lnTo>
                  <a:pt x="90081" y="448177"/>
                </a:lnTo>
                <a:lnTo>
                  <a:pt x="91019" y="447523"/>
                </a:lnTo>
                <a:lnTo>
                  <a:pt x="91958" y="446865"/>
                </a:lnTo>
                <a:lnTo>
                  <a:pt x="92896" y="446192"/>
                </a:lnTo>
                <a:lnTo>
                  <a:pt x="93834" y="445508"/>
                </a:lnTo>
                <a:lnTo>
                  <a:pt x="94773" y="444815"/>
                </a:lnTo>
                <a:lnTo>
                  <a:pt x="95711" y="444112"/>
                </a:lnTo>
                <a:lnTo>
                  <a:pt x="96649" y="443399"/>
                </a:lnTo>
                <a:lnTo>
                  <a:pt x="97588" y="442672"/>
                </a:lnTo>
                <a:lnTo>
                  <a:pt x="98526" y="441934"/>
                </a:lnTo>
                <a:lnTo>
                  <a:pt x="99465" y="441187"/>
                </a:lnTo>
                <a:lnTo>
                  <a:pt x="100403" y="440429"/>
                </a:lnTo>
                <a:lnTo>
                  <a:pt x="101341" y="439657"/>
                </a:lnTo>
                <a:lnTo>
                  <a:pt x="102279" y="438875"/>
                </a:lnTo>
                <a:lnTo>
                  <a:pt x="103218" y="438078"/>
                </a:lnTo>
                <a:lnTo>
                  <a:pt x="104156" y="437276"/>
                </a:lnTo>
                <a:lnTo>
                  <a:pt x="105094" y="436454"/>
                </a:lnTo>
                <a:lnTo>
                  <a:pt x="106033" y="435627"/>
                </a:lnTo>
                <a:lnTo>
                  <a:pt x="106971" y="434786"/>
                </a:lnTo>
                <a:lnTo>
                  <a:pt x="107910" y="433929"/>
                </a:lnTo>
                <a:lnTo>
                  <a:pt x="108848" y="433063"/>
                </a:lnTo>
                <a:lnTo>
                  <a:pt x="109786" y="432186"/>
                </a:lnTo>
                <a:lnTo>
                  <a:pt x="110725" y="431295"/>
                </a:lnTo>
                <a:lnTo>
                  <a:pt x="111663" y="430389"/>
                </a:lnTo>
                <a:lnTo>
                  <a:pt x="112601" y="429474"/>
                </a:lnTo>
                <a:lnTo>
                  <a:pt x="113539" y="428543"/>
                </a:lnTo>
                <a:lnTo>
                  <a:pt x="114478" y="427602"/>
                </a:lnTo>
                <a:lnTo>
                  <a:pt x="115416" y="426647"/>
                </a:lnTo>
                <a:lnTo>
                  <a:pt x="116355" y="425677"/>
                </a:lnTo>
                <a:lnTo>
                  <a:pt x="117293" y="424696"/>
                </a:lnTo>
                <a:lnTo>
                  <a:pt x="118232" y="423701"/>
                </a:lnTo>
                <a:lnTo>
                  <a:pt x="119170" y="422696"/>
                </a:lnTo>
                <a:lnTo>
                  <a:pt x="120108" y="421672"/>
                </a:lnTo>
                <a:lnTo>
                  <a:pt x="121047" y="420637"/>
                </a:lnTo>
                <a:lnTo>
                  <a:pt x="121985" y="419592"/>
                </a:lnTo>
                <a:lnTo>
                  <a:pt x="122923" y="418528"/>
                </a:lnTo>
                <a:lnTo>
                  <a:pt x="123861" y="417454"/>
                </a:lnTo>
                <a:lnTo>
                  <a:pt x="124800" y="416365"/>
                </a:lnTo>
                <a:lnTo>
                  <a:pt x="125738" y="415261"/>
                </a:lnTo>
                <a:lnTo>
                  <a:pt x="126676" y="414142"/>
                </a:lnTo>
                <a:lnTo>
                  <a:pt x="127615" y="413008"/>
                </a:lnTo>
                <a:lnTo>
                  <a:pt x="128553" y="411865"/>
                </a:lnTo>
                <a:lnTo>
                  <a:pt x="129492" y="410701"/>
                </a:lnTo>
                <a:lnTo>
                  <a:pt x="130430" y="409528"/>
                </a:lnTo>
                <a:lnTo>
                  <a:pt x="131368" y="408340"/>
                </a:lnTo>
                <a:lnTo>
                  <a:pt x="132307" y="407137"/>
                </a:lnTo>
                <a:lnTo>
                  <a:pt x="133245" y="405919"/>
                </a:lnTo>
                <a:lnTo>
                  <a:pt x="134183" y="404686"/>
                </a:lnTo>
                <a:lnTo>
                  <a:pt x="135121" y="403439"/>
                </a:lnTo>
                <a:lnTo>
                  <a:pt x="136060" y="402181"/>
                </a:lnTo>
                <a:lnTo>
                  <a:pt x="136998" y="400904"/>
                </a:lnTo>
                <a:lnTo>
                  <a:pt x="137937" y="399612"/>
                </a:lnTo>
                <a:lnTo>
                  <a:pt x="138875" y="398305"/>
                </a:lnTo>
                <a:lnTo>
                  <a:pt x="139814" y="396983"/>
                </a:lnTo>
                <a:lnTo>
                  <a:pt x="140752" y="395651"/>
                </a:lnTo>
                <a:lnTo>
                  <a:pt x="141690" y="394300"/>
                </a:lnTo>
                <a:lnTo>
                  <a:pt x="142628" y="392934"/>
                </a:lnTo>
                <a:lnTo>
                  <a:pt x="143567" y="391552"/>
                </a:lnTo>
                <a:lnTo>
                  <a:pt x="144505" y="390156"/>
                </a:lnTo>
                <a:lnTo>
                  <a:pt x="145443" y="388745"/>
                </a:lnTo>
                <a:lnTo>
                  <a:pt x="146382" y="387320"/>
                </a:lnTo>
                <a:lnTo>
                  <a:pt x="147320" y="385879"/>
                </a:lnTo>
                <a:lnTo>
                  <a:pt x="148258" y="384419"/>
                </a:lnTo>
                <a:lnTo>
                  <a:pt x="149197" y="382948"/>
                </a:lnTo>
                <a:lnTo>
                  <a:pt x="150135" y="381463"/>
                </a:lnTo>
                <a:lnTo>
                  <a:pt x="151074" y="379958"/>
                </a:lnTo>
                <a:lnTo>
                  <a:pt x="152012" y="378443"/>
                </a:lnTo>
                <a:lnTo>
                  <a:pt x="152950" y="376909"/>
                </a:lnTo>
                <a:lnTo>
                  <a:pt x="153888" y="375359"/>
                </a:lnTo>
                <a:lnTo>
                  <a:pt x="154827" y="373795"/>
                </a:lnTo>
                <a:lnTo>
                  <a:pt x="155765" y="372216"/>
                </a:lnTo>
                <a:lnTo>
                  <a:pt x="156703" y="370621"/>
                </a:lnTo>
                <a:lnTo>
                  <a:pt x="157642" y="369013"/>
                </a:lnTo>
                <a:lnTo>
                  <a:pt x="158580" y="367389"/>
                </a:lnTo>
                <a:lnTo>
                  <a:pt x="159519" y="365745"/>
                </a:lnTo>
                <a:lnTo>
                  <a:pt x="160457" y="364092"/>
                </a:lnTo>
                <a:lnTo>
                  <a:pt x="161395" y="362418"/>
                </a:lnTo>
                <a:lnTo>
                  <a:pt x="162334" y="360735"/>
                </a:lnTo>
                <a:lnTo>
                  <a:pt x="163272" y="359032"/>
                </a:lnTo>
                <a:lnTo>
                  <a:pt x="164210" y="357319"/>
                </a:lnTo>
                <a:lnTo>
                  <a:pt x="165149" y="355587"/>
                </a:lnTo>
                <a:lnTo>
                  <a:pt x="166087" y="353839"/>
                </a:lnTo>
                <a:lnTo>
                  <a:pt x="167025" y="352077"/>
                </a:lnTo>
                <a:lnTo>
                  <a:pt x="167964" y="350299"/>
                </a:lnTo>
                <a:lnTo>
                  <a:pt x="168902" y="348507"/>
                </a:lnTo>
                <a:lnTo>
                  <a:pt x="169840" y="346700"/>
                </a:lnTo>
                <a:lnTo>
                  <a:pt x="170779" y="344879"/>
                </a:lnTo>
                <a:lnTo>
                  <a:pt x="171717" y="343042"/>
                </a:lnTo>
                <a:lnTo>
                  <a:pt x="172656" y="341190"/>
                </a:lnTo>
                <a:lnTo>
                  <a:pt x="173594" y="339324"/>
                </a:lnTo>
                <a:lnTo>
                  <a:pt x="174532" y="337443"/>
                </a:lnTo>
                <a:lnTo>
                  <a:pt x="175470" y="335552"/>
                </a:lnTo>
                <a:lnTo>
                  <a:pt x="176409" y="333641"/>
                </a:lnTo>
                <a:lnTo>
                  <a:pt x="177347" y="331715"/>
                </a:lnTo>
                <a:lnTo>
                  <a:pt x="178285" y="329779"/>
                </a:lnTo>
                <a:lnTo>
                  <a:pt x="179224" y="327824"/>
                </a:lnTo>
                <a:lnTo>
                  <a:pt x="180162" y="325859"/>
                </a:lnTo>
                <a:lnTo>
                  <a:pt x="181101" y="323878"/>
                </a:lnTo>
                <a:lnTo>
                  <a:pt x="182039" y="321883"/>
                </a:lnTo>
                <a:lnTo>
                  <a:pt x="182977" y="319878"/>
                </a:lnTo>
                <a:lnTo>
                  <a:pt x="183916" y="317854"/>
                </a:lnTo>
                <a:lnTo>
                  <a:pt x="184854" y="315819"/>
                </a:lnTo>
                <a:lnTo>
                  <a:pt x="185792" y="313772"/>
                </a:lnTo>
                <a:lnTo>
                  <a:pt x="186730" y="311710"/>
                </a:lnTo>
                <a:lnTo>
                  <a:pt x="187669" y="309635"/>
                </a:lnTo>
                <a:lnTo>
                  <a:pt x="188607" y="307546"/>
                </a:lnTo>
                <a:lnTo>
                  <a:pt x="189546" y="305446"/>
                </a:lnTo>
                <a:lnTo>
                  <a:pt x="190484" y="303332"/>
                </a:lnTo>
                <a:lnTo>
                  <a:pt x="191422" y="301206"/>
                </a:lnTo>
                <a:lnTo>
                  <a:pt x="192361" y="299067"/>
                </a:lnTo>
                <a:lnTo>
                  <a:pt x="193299" y="296916"/>
                </a:lnTo>
                <a:lnTo>
                  <a:pt x="194237" y="294753"/>
                </a:lnTo>
                <a:lnTo>
                  <a:pt x="195176" y="292578"/>
                </a:lnTo>
                <a:lnTo>
                  <a:pt x="196114" y="290391"/>
                </a:lnTo>
                <a:lnTo>
                  <a:pt x="197052" y="288193"/>
                </a:lnTo>
                <a:lnTo>
                  <a:pt x="197991" y="285983"/>
                </a:lnTo>
                <a:lnTo>
                  <a:pt x="198929" y="283763"/>
                </a:lnTo>
                <a:lnTo>
                  <a:pt x="199867" y="281531"/>
                </a:lnTo>
                <a:lnTo>
                  <a:pt x="200806" y="279288"/>
                </a:lnTo>
                <a:lnTo>
                  <a:pt x="201744" y="277035"/>
                </a:lnTo>
                <a:lnTo>
                  <a:pt x="202683" y="274771"/>
                </a:lnTo>
                <a:lnTo>
                  <a:pt x="203621" y="272497"/>
                </a:lnTo>
                <a:lnTo>
                  <a:pt x="204559" y="270213"/>
                </a:lnTo>
                <a:lnTo>
                  <a:pt x="205498" y="267919"/>
                </a:lnTo>
                <a:lnTo>
                  <a:pt x="206436" y="265616"/>
                </a:lnTo>
                <a:lnTo>
                  <a:pt x="207374" y="263303"/>
                </a:lnTo>
                <a:lnTo>
                  <a:pt x="208312" y="260982"/>
                </a:lnTo>
                <a:lnTo>
                  <a:pt x="209251" y="258651"/>
                </a:lnTo>
                <a:lnTo>
                  <a:pt x="210189" y="256312"/>
                </a:lnTo>
                <a:lnTo>
                  <a:pt x="211128" y="253965"/>
                </a:lnTo>
                <a:lnTo>
                  <a:pt x="212066" y="251609"/>
                </a:lnTo>
                <a:lnTo>
                  <a:pt x="213004" y="249245"/>
                </a:lnTo>
                <a:lnTo>
                  <a:pt x="213943" y="246874"/>
                </a:lnTo>
                <a:lnTo>
                  <a:pt x="214881" y="244496"/>
                </a:lnTo>
                <a:lnTo>
                  <a:pt x="215819" y="242110"/>
                </a:lnTo>
                <a:lnTo>
                  <a:pt x="216758" y="239718"/>
                </a:lnTo>
                <a:lnTo>
                  <a:pt x="217696" y="237319"/>
                </a:lnTo>
                <a:lnTo>
                  <a:pt x="218634" y="234914"/>
                </a:lnTo>
                <a:lnTo>
                  <a:pt x="219573" y="232503"/>
                </a:lnTo>
                <a:lnTo>
                  <a:pt x="220511" y="230086"/>
                </a:lnTo>
                <a:lnTo>
                  <a:pt x="221449" y="227664"/>
                </a:lnTo>
                <a:lnTo>
                  <a:pt x="222388" y="225237"/>
                </a:lnTo>
                <a:lnTo>
                  <a:pt x="223326" y="222804"/>
                </a:lnTo>
                <a:lnTo>
                  <a:pt x="224265" y="220368"/>
                </a:lnTo>
                <a:lnTo>
                  <a:pt x="225203" y="217927"/>
                </a:lnTo>
                <a:lnTo>
                  <a:pt x="226141" y="215483"/>
                </a:lnTo>
                <a:lnTo>
                  <a:pt x="227079" y="213035"/>
                </a:lnTo>
                <a:lnTo>
                  <a:pt x="228018" y="210583"/>
                </a:lnTo>
                <a:lnTo>
                  <a:pt x="228956" y="208129"/>
                </a:lnTo>
                <a:lnTo>
                  <a:pt x="229894" y="205672"/>
                </a:lnTo>
                <a:lnTo>
                  <a:pt x="230833" y="203213"/>
                </a:lnTo>
                <a:lnTo>
                  <a:pt x="231771" y="200752"/>
                </a:lnTo>
                <a:lnTo>
                  <a:pt x="232710" y="198289"/>
                </a:lnTo>
                <a:lnTo>
                  <a:pt x="233648" y="195825"/>
                </a:lnTo>
                <a:lnTo>
                  <a:pt x="234586" y="193360"/>
                </a:lnTo>
                <a:lnTo>
                  <a:pt x="235525" y="190895"/>
                </a:lnTo>
                <a:lnTo>
                  <a:pt x="236463" y="188429"/>
                </a:lnTo>
                <a:lnTo>
                  <a:pt x="237401" y="185963"/>
                </a:lnTo>
                <a:lnTo>
                  <a:pt x="238339" y="183498"/>
                </a:lnTo>
                <a:lnTo>
                  <a:pt x="239278" y="181034"/>
                </a:lnTo>
                <a:lnTo>
                  <a:pt x="240216" y="178571"/>
                </a:lnTo>
                <a:lnTo>
                  <a:pt x="241155" y="176109"/>
                </a:lnTo>
                <a:lnTo>
                  <a:pt x="242093" y="173650"/>
                </a:lnTo>
                <a:lnTo>
                  <a:pt x="243031" y="171193"/>
                </a:lnTo>
                <a:lnTo>
                  <a:pt x="243970" y="168738"/>
                </a:lnTo>
                <a:lnTo>
                  <a:pt x="244908" y="166287"/>
                </a:lnTo>
                <a:lnTo>
                  <a:pt x="245846" y="163838"/>
                </a:lnTo>
                <a:lnTo>
                  <a:pt x="246785" y="161394"/>
                </a:lnTo>
                <a:lnTo>
                  <a:pt x="247723" y="158954"/>
                </a:lnTo>
                <a:lnTo>
                  <a:pt x="248661" y="156519"/>
                </a:lnTo>
                <a:lnTo>
                  <a:pt x="249600" y="154088"/>
                </a:lnTo>
                <a:lnTo>
                  <a:pt x="250538" y="151663"/>
                </a:lnTo>
                <a:lnTo>
                  <a:pt x="251476" y="149243"/>
                </a:lnTo>
                <a:lnTo>
                  <a:pt x="252415" y="146829"/>
                </a:lnTo>
                <a:lnTo>
                  <a:pt x="253353" y="144422"/>
                </a:lnTo>
                <a:lnTo>
                  <a:pt x="254292" y="142022"/>
                </a:lnTo>
                <a:lnTo>
                  <a:pt x="255230" y="139629"/>
                </a:lnTo>
                <a:lnTo>
                  <a:pt x="256168" y="137244"/>
                </a:lnTo>
                <a:lnTo>
                  <a:pt x="257107" y="134867"/>
                </a:lnTo>
                <a:lnTo>
                  <a:pt x="258045" y="132498"/>
                </a:lnTo>
                <a:lnTo>
                  <a:pt x="258983" y="130139"/>
                </a:lnTo>
                <a:lnTo>
                  <a:pt x="259921" y="127788"/>
                </a:lnTo>
                <a:lnTo>
                  <a:pt x="260860" y="125447"/>
                </a:lnTo>
                <a:lnTo>
                  <a:pt x="261798" y="123116"/>
                </a:lnTo>
                <a:lnTo>
                  <a:pt x="262737" y="120796"/>
                </a:lnTo>
                <a:lnTo>
                  <a:pt x="263675" y="118486"/>
                </a:lnTo>
                <a:lnTo>
                  <a:pt x="264613" y="116188"/>
                </a:lnTo>
                <a:lnTo>
                  <a:pt x="265552" y="113901"/>
                </a:lnTo>
                <a:lnTo>
                  <a:pt x="266490" y="111627"/>
                </a:lnTo>
                <a:lnTo>
                  <a:pt x="267428" y="109365"/>
                </a:lnTo>
                <a:lnTo>
                  <a:pt x="268367" y="107116"/>
                </a:lnTo>
                <a:lnTo>
                  <a:pt x="269305" y="104879"/>
                </a:lnTo>
                <a:lnTo>
                  <a:pt x="270243" y="102657"/>
                </a:lnTo>
                <a:lnTo>
                  <a:pt x="271182" y="100449"/>
                </a:lnTo>
                <a:lnTo>
                  <a:pt x="272120" y="98255"/>
                </a:lnTo>
                <a:lnTo>
                  <a:pt x="273058" y="96076"/>
                </a:lnTo>
                <a:lnTo>
                  <a:pt x="273997" y="93912"/>
                </a:lnTo>
                <a:lnTo>
                  <a:pt x="274935" y="91764"/>
                </a:lnTo>
                <a:lnTo>
                  <a:pt x="275874" y="89632"/>
                </a:lnTo>
                <a:lnTo>
                  <a:pt x="276812" y="87516"/>
                </a:lnTo>
                <a:lnTo>
                  <a:pt x="277750" y="85417"/>
                </a:lnTo>
                <a:lnTo>
                  <a:pt x="278688" y="83336"/>
                </a:lnTo>
                <a:lnTo>
                  <a:pt x="279627" y="81271"/>
                </a:lnTo>
                <a:lnTo>
                  <a:pt x="280565" y="79225"/>
                </a:lnTo>
                <a:lnTo>
                  <a:pt x="281503" y="77197"/>
                </a:lnTo>
                <a:lnTo>
                  <a:pt x="282442" y="75188"/>
                </a:lnTo>
                <a:lnTo>
                  <a:pt x="283380" y="73199"/>
                </a:lnTo>
                <a:lnTo>
                  <a:pt x="284319" y="71229"/>
                </a:lnTo>
                <a:lnTo>
                  <a:pt x="285257" y="69278"/>
                </a:lnTo>
                <a:lnTo>
                  <a:pt x="286195" y="67348"/>
                </a:lnTo>
                <a:lnTo>
                  <a:pt x="287134" y="65438"/>
                </a:lnTo>
                <a:lnTo>
                  <a:pt x="288072" y="63550"/>
                </a:lnTo>
                <a:lnTo>
                  <a:pt x="289010" y="61682"/>
                </a:lnTo>
                <a:lnTo>
                  <a:pt x="289949" y="59837"/>
                </a:lnTo>
                <a:lnTo>
                  <a:pt x="290887" y="58014"/>
                </a:lnTo>
                <a:lnTo>
                  <a:pt x="291825" y="56213"/>
                </a:lnTo>
                <a:lnTo>
                  <a:pt x="292764" y="54434"/>
                </a:lnTo>
                <a:lnTo>
                  <a:pt x="293702" y="52679"/>
                </a:lnTo>
                <a:lnTo>
                  <a:pt x="294640" y="50948"/>
                </a:lnTo>
                <a:lnTo>
                  <a:pt x="295579" y="49240"/>
                </a:lnTo>
                <a:lnTo>
                  <a:pt x="296518" y="47557"/>
                </a:lnTo>
                <a:lnTo>
                  <a:pt x="297454" y="45898"/>
                </a:lnTo>
                <a:lnTo>
                  <a:pt x="298395" y="44264"/>
                </a:lnTo>
                <a:lnTo>
                  <a:pt x="299330" y="42654"/>
                </a:lnTo>
                <a:lnTo>
                  <a:pt x="300271" y="41071"/>
                </a:lnTo>
                <a:lnTo>
                  <a:pt x="301207" y="39513"/>
                </a:lnTo>
                <a:lnTo>
                  <a:pt x="302147" y="37982"/>
                </a:lnTo>
                <a:lnTo>
                  <a:pt x="303088" y="36477"/>
                </a:lnTo>
                <a:lnTo>
                  <a:pt x="304023" y="34998"/>
                </a:lnTo>
                <a:lnTo>
                  <a:pt x="304964" y="33547"/>
                </a:lnTo>
                <a:lnTo>
                  <a:pt x="305900" y="32123"/>
                </a:lnTo>
                <a:lnTo>
                  <a:pt x="306840" y="30727"/>
                </a:lnTo>
                <a:lnTo>
                  <a:pt x="307776" y="29358"/>
                </a:lnTo>
                <a:lnTo>
                  <a:pt x="308717" y="28018"/>
                </a:lnTo>
                <a:lnTo>
                  <a:pt x="309652" y="26706"/>
                </a:lnTo>
                <a:lnTo>
                  <a:pt x="310593" y="25423"/>
                </a:lnTo>
                <a:lnTo>
                  <a:pt x="311528" y="24169"/>
                </a:lnTo>
                <a:lnTo>
                  <a:pt x="312469" y="22944"/>
                </a:lnTo>
                <a:lnTo>
                  <a:pt x="313410" y="21748"/>
                </a:lnTo>
                <a:lnTo>
                  <a:pt x="314345" y="20583"/>
                </a:lnTo>
                <a:lnTo>
                  <a:pt x="315286" y="19447"/>
                </a:lnTo>
                <a:lnTo>
                  <a:pt x="316222" y="18342"/>
                </a:lnTo>
                <a:lnTo>
                  <a:pt x="317162" y="17267"/>
                </a:lnTo>
                <a:lnTo>
                  <a:pt x="318098" y="16223"/>
                </a:lnTo>
                <a:lnTo>
                  <a:pt x="319038" y="15210"/>
                </a:lnTo>
                <a:lnTo>
                  <a:pt x="319974" y="14227"/>
                </a:lnTo>
                <a:lnTo>
                  <a:pt x="320915" y="13276"/>
                </a:lnTo>
                <a:lnTo>
                  <a:pt x="321850" y="12357"/>
                </a:lnTo>
                <a:lnTo>
                  <a:pt x="322791" y="11469"/>
                </a:lnTo>
                <a:lnTo>
                  <a:pt x="323727" y="10614"/>
                </a:lnTo>
                <a:lnTo>
                  <a:pt x="324667" y="9790"/>
                </a:lnTo>
                <a:lnTo>
                  <a:pt x="325608" y="8999"/>
                </a:lnTo>
                <a:lnTo>
                  <a:pt x="326544" y="8240"/>
                </a:lnTo>
                <a:lnTo>
                  <a:pt x="327484" y="7514"/>
                </a:lnTo>
                <a:lnTo>
                  <a:pt x="328420" y="6820"/>
                </a:lnTo>
                <a:lnTo>
                  <a:pt x="329360" y="6159"/>
                </a:lnTo>
                <a:lnTo>
                  <a:pt x="330296" y="5532"/>
                </a:lnTo>
                <a:lnTo>
                  <a:pt x="331237" y="4937"/>
                </a:lnTo>
                <a:lnTo>
                  <a:pt x="332172" y="4376"/>
                </a:lnTo>
                <a:lnTo>
                  <a:pt x="333113" y="3849"/>
                </a:lnTo>
                <a:lnTo>
                  <a:pt x="334049" y="3354"/>
                </a:lnTo>
                <a:lnTo>
                  <a:pt x="334989" y="2894"/>
                </a:lnTo>
                <a:lnTo>
                  <a:pt x="335930" y="2466"/>
                </a:lnTo>
                <a:lnTo>
                  <a:pt x="336865" y="2073"/>
                </a:lnTo>
                <a:lnTo>
                  <a:pt x="337806" y="1714"/>
                </a:lnTo>
                <a:lnTo>
                  <a:pt x="338742" y="1389"/>
                </a:lnTo>
                <a:lnTo>
                  <a:pt x="339682" y="1098"/>
                </a:lnTo>
                <a:lnTo>
                  <a:pt x="340618" y="841"/>
                </a:lnTo>
                <a:lnTo>
                  <a:pt x="341559" y="618"/>
                </a:lnTo>
                <a:lnTo>
                  <a:pt x="342494" y="429"/>
                </a:lnTo>
                <a:lnTo>
                  <a:pt x="343435" y="275"/>
                </a:lnTo>
                <a:lnTo>
                  <a:pt x="344370" y="154"/>
                </a:lnTo>
                <a:lnTo>
                  <a:pt x="345311" y="69"/>
                </a:lnTo>
                <a:lnTo>
                  <a:pt x="346252" y="17"/>
                </a:lnTo>
                <a:lnTo>
                  <a:pt x="347187" y="0"/>
                </a:lnTo>
                <a:lnTo>
                  <a:pt x="348128" y="17"/>
                </a:lnTo>
                <a:lnTo>
                  <a:pt x="349064" y="69"/>
                </a:lnTo>
                <a:lnTo>
                  <a:pt x="350004" y="154"/>
                </a:lnTo>
                <a:lnTo>
                  <a:pt x="350940" y="275"/>
                </a:lnTo>
                <a:lnTo>
                  <a:pt x="351880" y="429"/>
                </a:lnTo>
                <a:lnTo>
                  <a:pt x="352816" y="618"/>
                </a:lnTo>
                <a:lnTo>
                  <a:pt x="353757" y="841"/>
                </a:lnTo>
                <a:lnTo>
                  <a:pt x="354692" y="1098"/>
                </a:lnTo>
                <a:lnTo>
                  <a:pt x="355633" y="1389"/>
                </a:lnTo>
                <a:lnTo>
                  <a:pt x="356574" y="1714"/>
                </a:lnTo>
                <a:lnTo>
                  <a:pt x="357509" y="2073"/>
                </a:lnTo>
                <a:lnTo>
                  <a:pt x="358450" y="2466"/>
                </a:lnTo>
                <a:lnTo>
                  <a:pt x="359385" y="2894"/>
                </a:lnTo>
                <a:lnTo>
                  <a:pt x="360326" y="3354"/>
                </a:lnTo>
                <a:lnTo>
                  <a:pt x="361262" y="3849"/>
                </a:lnTo>
                <a:lnTo>
                  <a:pt x="362202" y="4376"/>
                </a:lnTo>
                <a:lnTo>
                  <a:pt x="363138" y="4937"/>
                </a:lnTo>
                <a:lnTo>
                  <a:pt x="364079" y="5532"/>
                </a:lnTo>
                <a:lnTo>
                  <a:pt x="365014" y="6159"/>
                </a:lnTo>
                <a:lnTo>
                  <a:pt x="365955" y="6820"/>
                </a:lnTo>
                <a:lnTo>
                  <a:pt x="366891" y="7514"/>
                </a:lnTo>
                <a:lnTo>
                  <a:pt x="367831" y="8240"/>
                </a:lnTo>
                <a:lnTo>
                  <a:pt x="368772" y="8999"/>
                </a:lnTo>
                <a:lnTo>
                  <a:pt x="369707" y="9790"/>
                </a:lnTo>
                <a:lnTo>
                  <a:pt x="370648" y="10614"/>
                </a:lnTo>
                <a:lnTo>
                  <a:pt x="371584" y="11469"/>
                </a:lnTo>
                <a:lnTo>
                  <a:pt x="372524" y="12357"/>
                </a:lnTo>
                <a:lnTo>
                  <a:pt x="373460" y="13276"/>
                </a:lnTo>
                <a:lnTo>
                  <a:pt x="374400" y="14227"/>
                </a:lnTo>
                <a:lnTo>
                  <a:pt x="375336" y="15210"/>
                </a:lnTo>
                <a:lnTo>
                  <a:pt x="376277" y="16223"/>
                </a:lnTo>
                <a:lnTo>
                  <a:pt x="377212" y="17267"/>
                </a:lnTo>
                <a:lnTo>
                  <a:pt x="378153" y="18342"/>
                </a:lnTo>
                <a:lnTo>
                  <a:pt x="379094" y="19447"/>
                </a:lnTo>
                <a:lnTo>
                  <a:pt x="380029" y="20583"/>
                </a:lnTo>
                <a:lnTo>
                  <a:pt x="380970" y="21748"/>
                </a:lnTo>
                <a:lnTo>
                  <a:pt x="381906" y="22944"/>
                </a:lnTo>
                <a:lnTo>
                  <a:pt x="382846" y="24169"/>
                </a:lnTo>
                <a:lnTo>
                  <a:pt x="383782" y="25423"/>
                </a:lnTo>
                <a:lnTo>
                  <a:pt x="384722" y="26706"/>
                </a:lnTo>
                <a:lnTo>
                  <a:pt x="385658" y="28018"/>
                </a:lnTo>
                <a:lnTo>
                  <a:pt x="386599" y="29358"/>
                </a:lnTo>
                <a:lnTo>
                  <a:pt x="387534" y="30727"/>
                </a:lnTo>
                <a:lnTo>
                  <a:pt x="388475" y="32123"/>
                </a:lnTo>
                <a:lnTo>
                  <a:pt x="389416" y="33547"/>
                </a:lnTo>
                <a:lnTo>
                  <a:pt x="390351" y="34998"/>
                </a:lnTo>
                <a:lnTo>
                  <a:pt x="391292" y="36477"/>
                </a:lnTo>
                <a:lnTo>
                  <a:pt x="392227" y="37982"/>
                </a:lnTo>
                <a:lnTo>
                  <a:pt x="393168" y="39513"/>
                </a:lnTo>
                <a:lnTo>
                  <a:pt x="394104" y="41071"/>
                </a:lnTo>
                <a:lnTo>
                  <a:pt x="395044" y="42654"/>
                </a:lnTo>
                <a:lnTo>
                  <a:pt x="395980" y="44264"/>
                </a:lnTo>
                <a:lnTo>
                  <a:pt x="396921" y="45898"/>
                </a:lnTo>
                <a:lnTo>
                  <a:pt x="397856" y="47557"/>
                </a:lnTo>
                <a:lnTo>
                  <a:pt x="398797" y="49240"/>
                </a:lnTo>
                <a:lnTo>
                  <a:pt x="399737" y="50948"/>
                </a:lnTo>
                <a:lnTo>
                  <a:pt x="400673" y="52679"/>
                </a:lnTo>
                <a:lnTo>
                  <a:pt x="401614" y="54434"/>
                </a:lnTo>
                <a:lnTo>
                  <a:pt x="402549" y="56213"/>
                </a:lnTo>
                <a:lnTo>
                  <a:pt x="403490" y="58014"/>
                </a:lnTo>
                <a:lnTo>
                  <a:pt x="404426" y="59837"/>
                </a:lnTo>
                <a:lnTo>
                  <a:pt x="405366" y="61682"/>
                </a:lnTo>
                <a:lnTo>
                  <a:pt x="406302" y="63550"/>
                </a:lnTo>
                <a:lnTo>
                  <a:pt x="407243" y="65438"/>
                </a:lnTo>
                <a:lnTo>
                  <a:pt x="408178" y="67348"/>
                </a:lnTo>
                <a:lnTo>
                  <a:pt x="409119" y="69278"/>
                </a:lnTo>
                <a:lnTo>
                  <a:pt x="410054" y="71229"/>
                </a:lnTo>
                <a:lnTo>
                  <a:pt x="410995" y="73199"/>
                </a:lnTo>
                <a:lnTo>
                  <a:pt x="411936" y="75188"/>
                </a:lnTo>
                <a:lnTo>
                  <a:pt x="412871" y="77197"/>
                </a:lnTo>
                <a:lnTo>
                  <a:pt x="413812" y="79225"/>
                </a:lnTo>
                <a:lnTo>
                  <a:pt x="414748" y="81271"/>
                </a:lnTo>
                <a:lnTo>
                  <a:pt x="415688" y="83336"/>
                </a:lnTo>
                <a:lnTo>
                  <a:pt x="416624" y="85417"/>
                </a:lnTo>
                <a:lnTo>
                  <a:pt x="417564" y="87516"/>
                </a:lnTo>
                <a:lnTo>
                  <a:pt x="418500" y="89632"/>
                </a:lnTo>
                <a:lnTo>
                  <a:pt x="419441" y="91764"/>
                </a:lnTo>
                <a:lnTo>
                  <a:pt x="420376" y="93912"/>
                </a:lnTo>
                <a:lnTo>
                  <a:pt x="421317" y="96076"/>
                </a:lnTo>
                <a:lnTo>
                  <a:pt x="422258" y="98255"/>
                </a:lnTo>
                <a:lnTo>
                  <a:pt x="423193" y="100449"/>
                </a:lnTo>
                <a:lnTo>
                  <a:pt x="424134" y="102657"/>
                </a:lnTo>
                <a:lnTo>
                  <a:pt x="425069" y="104879"/>
                </a:lnTo>
                <a:lnTo>
                  <a:pt x="426010" y="107116"/>
                </a:lnTo>
                <a:lnTo>
                  <a:pt x="426946" y="109365"/>
                </a:lnTo>
                <a:lnTo>
                  <a:pt x="427886" y="111627"/>
                </a:lnTo>
                <a:lnTo>
                  <a:pt x="428822" y="113901"/>
                </a:lnTo>
                <a:lnTo>
                  <a:pt x="429763" y="116188"/>
                </a:lnTo>
                <a:lnTo>
                  <a:pt x="430698" y="118486"/>
                </a:lnTo>
                <a:lnTo>
                  <a:pt x="431639" y="120796"/>
                </a:lnTo>
                <a:lnTo>
                  <a:pt x="432579" y="123116"/>
                </a:lnTo>
                <a:lnTo>
                  <a:pt x="433515" y="125447"/>
                </a:lnTo>
                <a:lnTo>
                  <a:pt x="434456" y="127788"/>
                </a:lnTo>
                <a:lnTo>
                  <a:pt x="435391" y="130139"/>
                </a:lnTo>
                <a:lnTo>
                  <a:pt x="436332" y="132498"/>
                </a:lnTo>
                <a:lnTo>
                  <a:pt x="437268" y="134867"/>
                </a:lnTo>
                <a:lnTo>
                  <a:pt x="438208" y="137244"/>
                </a:lnTo>
                <a:lnTo>
                  <a:pt x="439144" y="139629"/>
                </a:lnTo>
                <a:lnTo>
                  <a:pt x="440084" y="142022"/>
                </a:lnTo>
                <a:lnTo>
                  <a:pt x="441020" y="144422"/>
                </a:lnTo>
                <a:lnTo>
                  <a:pt x="441961" y="146829"/>
                </a:lnTo>
                <a:lnTo>
                  <a:pt x="442901" y="149243"/>
                </a:lnTo>
                <a:lnTo>
                  <a:pt x="443837" y="151663"/>
                </a:lnTo>
                <a:lnTo>
                  <a:pt x="444778" y="154088"/>
                </a:lnTo>
                <a:lnTo>
                  <a:pt x="445713" y="156519"/>
                </a:lnTo>
                <a:lnTo>
                  <a:pt x="446654" y="158954"/>
                </a:lnTo>
                <a:lnTo>
                  <a:pt x="447590" y="161394"/>
                </a:lnTo>
                <a:lnTo>
                  <a:pt x="448530" y="163838"/>
                </a:lnTo>
                <a:lnTo>
                  <a:pt x="449466" y="166287"/>
                </a:lnTo>
                <a:lnTo>
                  <a:pt x="450406" y="168738"/>
                </a:lnTo>
                <a:lnTo>
                  <a:pt x="451342" y="171193"/>
                </a:lnTo>
                <a:lnTo>
                  <a:pt x="452283" y="173650"/>
                </a:lnTo>
                <a:lnTo>
                  <a:pt x="453218" y="176109"/>
                </a:lnTo>
                <a:lnTo>
                  <a:pt x="454159" y="178571"/>
                </a:lnTo>
                <a:lnTo>
                  <a:pt x="455099" y="181034"/>
                </a:lnTo>
                <a:lnTo>
                  <a:pt x="456035" y="183498"/>
                </a:lnTo>
                <a:lnTo>
                  <a:pt x="456976" y="185963"/>
                </a:lnTo>
                <a:lnTo>
                  <a:pt x="457911" y="188429"/>
                </a:lnTo>
                <a:lnTo>
                  <a:pt x="458852" y="190895"/>
                </a:lnTo>
                <a:lnTo>
                  <a:pt x="459788" y="193360"/>
                </a:lnTo>
                <a:lnTo>
                  <a:pt x="460728" y="195825"/>
                </a:lnTo>
                <a:lnTo>
                  <a:pt x="461664" y="198289"/>
                </a:lnTo>
                <a:lnTo>
                  <a:pt x="462605" y="200752"/>
                </a:lnTo>
                <a:lnTo>
                  <a:pt x="463540" y="203213"/>
                </a:lnTo>
                <a:lnTo>
                  <a:pt x="464481" y="205672"/>
                </a:lnTo>
                <a:lnTo>
                  <a:pt x="465421" y="208129"/>
                </a:lnTo>
                <a:lnTo>
                  <a:pt x="466357" y="210583"/>
                </a:lnTo>
                <a:lnTo>
                  <a:pt x="467298" y="213035"/>
                </a:lnTo>
                <a:lnTo>
                  <a:pt x="468233" y="215483"/>
                </a:lnTo>
                <a:lnTo>
                  <a:pt x="469174" y="217927"/>
                </a:lnTo>
                <a:lnTo>
                  <a:pt x="470110" y="220368"/>
                </a:lnTo>
                <a:lnTo>
                  <a:pt x="471050" y="222804"/>
                </a:lnTo>
                <a:lnTo>
                  <a:pt x="471986" y="225237"/>
                </a:lnTo>
                <a:lnTo>
                  <a:pt x="472926" y="227664"/>
                </a:lnTo>
                <a:lnTo>
                  <a:pt x="473862" y="230086"/>
                </a:lnTo>
                <a:lnTo>
                  <a:pt x="474803" y="232503"/>
                </a:lnTo>
                <a:lnTo>
                  <a:pt x="475743" y="234914"/>
                </a:lnTo>
                <a:lnTo>
                  <a:pt x="476679" y="237319"/>
                </a:lnTo>
                <a:lnTo>
                  <a:pt x="477620" y="239718"/>
                </a:lnTo>
                <a:lnTo>
                  <a:pt x="478555" y="242110"/>
                </a:lnTo>
                <a:lnTo>
                  <a:pt x="479496" y="244496"/>
                </a:lnTo>
                <a:lnTo>
                  <a:pt x="480431" y="246874"/>
                </a:lnTo>
                <a:lnTo>
                  <a:pt x="481372" y="249245"/>
                </a:lnTo>
                <a:lnTo>
                  <a:pt x="482308" y="251609"/>
                </a:lnTo>
                <a:lnTo>
                  <a:pt x="483248" y="253965"/>
                </a:lnTo>
                <a:lnTo>
                  <a:pt x="484184" y="256312"/>
                </a:lnTo>
                <a:lnTo>
                  <a:pt x="485125" y="258651"/>
                </a:lnTo>
                <a:lnTo>
                  <a:pt x="486065" y="260982"/>
                </a:lnTo>
                <a:lnTo>
                  <a:pt x="487001" y="263303"/>
                </a:lnTo>
                <a:lnTo>
                  <a:pt x="487942" y="265616"/>
                </a:lnTo>
                <a:lnTo>
                  <a:pt x="488877" y="267919"/>
                </a:lnTo>
                <a:lnTo>
                  <a:pt x="489818" y="270213"/>
                </a:lnTo>
                <a:lnTo>
                  <a:pt x="490753" y="272497"/>
                </a:lnTo>
                <a:lnTo>
                  <a:pt x="491694" y="274771"/>
                </a:lnTo>
                <a:lnTo>
                  <a:pt x="492630" y="277035"/>
                </a:lnTo>
                <a:lnTo>
                  <a:pt x="493570" y="279288"/>
                </a:lnTo>
                <a:lnTo>
                  <a:pt x="494506" y="281531"/>
                </a:lnTo>
                <a:lnTo>
                  <a:pt x="495447" y="283763"/>
                </a:lnTo>
                <a:lnTo>
                  <a:pt x="496387" y="285983"/>
                </a:lnTo>
                <a:lnTo>
                  <a:pt x="497323" y="288193"/>
                </a:lnTo>
                <a:lnTo>
                  <a:pt x="498263" y="290391"/>
                </a:lnTo>
                <a:lnTo>
                  <a:pt x="499199" y="292578"/>
                </a:lnTo>
                <a:lnTo>
                  <a:pt x="500140" y="294753"/>
                </a:lnTo>
                <a:lnTo>
                  <a:pt x="501075" y="296916"/>
                </a:lnTo>
                <a:lnTo>
                  <a:pt x="502016" y="299067"/>
                </a:lnTo>
                <a:lnTo>
                  <a:pt x="502952" y="301206"/>
                </a:lnTo>
                <a:lnTo>
                  <a:pt x="503892" y="303332"/>
                </a:lnTo>
                <a:lnTo>
                  <a:pt x="504828" y="305446"/>
                </a:lnTo>
                <a:lnTo>
                  <a:pt x="505768" y="307546"/>
                </a:lnTo>
                <a:lnTo>
                  <a:pt x="506704" y="309635"/>
                </a:lnTo>
                <a:lnTo>
                  <a:pt x="507645" y="311710"/>
                </a:lnTo>
                <a:lnTo>
                  <a:pt x="508585" y="313772"/>
                </a:lnTo>
                <a:lnTo>
                  <a:pt x="509521" y="315819"/>
                </a:lnTo>
                <a:lnTo>
                  <a:pt x="510462" y="317854"/>
                </a:lnTo>
                <a:lnTo>
                  <a:pt x="511397" y="319878"/>
                </a:lnTo>
                <a:lnTo>
                  <a:pt x="512338" y="321883"/>
                </a:lnTo>
                <a:lnTo>
                  <a:pt x="513273" y="323878"/>
                </a:lnTo>
                <a:lnTo>
                  <a:pt x="514214" y="325859"/>
                </a:lnTo>
                <a:lnTo>
                  <a:pt x="515150" y="327824"/>
                </a:lnTo>
                <a:lnTo>
                  <a:pt x="516090" y="329779"/>
                </a:lnTo>
                <a:lnTo>
                  <a:pt x="517026" y="331715"/>
                </a:lnTo>
                <a:lnTo>
                  <a:pt x="517967" y="333641"/>
                </a:lnTo>
                <a:lnTo>
                  <a:pt x="518907" y="335552"/>
                </a:lnTo>
                <a:lnTo>
                  <a:pt x="519843" y="337443"/>
                </a:lnTo>
                <a:lnTo>
                  <a:pt x="520783" y="339324"/>
                </a:lnTo>
                <a:lnTo>
                  <a:pt x="521719" y="341190"/>
                </a:lnTo>
                <a:lnTo>
                  <a:pt x="522660" y="343042"/>
                </a:lnTo>
                <a:lnTo>
                  <a:pt x="523595" y="344879"/>
                </a:lnTo>
                <a:lnTo>
                  <a:pt x="524536" y="346700"/>
                </a:lnTo>
                <a:lnTo>
                  <a:pt x="525472" y="348507"/>
                </a:lnTo>
                <a:lnTo>
                  <a:pt x="526412" y="350299"/>
                </a:lnTo>
                <a:lnTo>
                  <a:pt x="527348" y="352077"/>
                </a:lnTo>
                <a:lnTo>
                  <a:pt x="528289" y="353839"/>
                </a:lnTo>
                <a:lnTo>
                  <a:pt x="529229" y="355587"/>
                </a:lnTo>
                <a:lnTo>
                  <a:pt x="530165" y="357319"/>
                </a:lnTo>
                <a:lnTo>
                  <a:pt x="531105" y="359032"/>
                </a:lnTo>
                <a:lnTo>
                  <a:pt x="532041" y="360735"/>
                </a:lnTo>
                <a:lnTo>
                  <a:pt x="532982" y="362418"/>
                </a:lnTo>
                <a:lnTo>
                  <a:pt x="533917" y="364092"/>
                </a:lnTo>
                <a:lnTo>
                  <a:pt x="534858" y="365745"/>
                </a:lnTo>
                <a:lnTo>
                  <a:pt x="535794" y="367389"/>
                </a:lnTo>
                <a:lnTo>
                  <a:pt x="536734" y="369013"/>
                </a:lnTo>
                <a:lnTo>
                  <a:pt x="537670" y="370621"/>
                </a:lnTo>
                <a:lnTo>
                  <a:pt x="538610" y="372216"/>
                </a:lnTo>
                <a:lnTo>
                  <a:pt x="539551" y="373795"/>
                </a:lnTo>
                <a:lnTo>
                  <a:pt x="540487" y="375359"/>
                </a:lnTo>
                <a:lnTo>
                  <a:pt x="541427" y="376909"/>
                </a:lnTo>
                <a:lnTo>
                  <a:pt x="542363" y="378443"/>
                </a:lnTo>
                <a:lnTo>
                  <a:pt x="543304" y="379958"/>
                </a:lnTo>
                <a:lnTo>
                  <a:pt x="544239" y="381463"/>
                </a:lnTo>
                <a:lnTo>
                  <a:pt x="545180" y="382948"/>
                </a:lnTo>
                <a:lnTo>
                  <a:pt x="546115" y="384419"/>
                </a:lnTo>
                <a:lnTo>
                  <a:pt x="547056" y="385879"/>
                </a:lnTo>
                <a:lnTo>
                  <a:pt x="547992" y="387320"/>
                </a:lnTo>
                <a:lnTo>
                  <a:pt x="548932" y="388745"/>
                </a:lnTo>
                <a:lnTo>
                  <a:pt x="549868" y="390156"/>
                </a:lnTo>
                <a:lnTo>
                  <a:pt x="550809" y="391552"/>
                </a:lnTo>
                <a:lnTo>
                  <a:pt x="551749" y="392934"/>
                </a:lnTo>
                <a:lnTo>
                  <a:pt x="552685" y="394300"/>
                </a:lnTo>
                <a:lnTo>
                  <a:pt x="553625" y="395651"/>
                </a:lnTo>
                <a:lnTo>
                  <a:pt x="554561" y="396983"/>
                </a:lnTo>
                <a:lnTo>
                  <a:pt x="555502" y="398305"/>
                </a:lnTo>
                <a:lnTo>
                  <a:pt x="556437" y="399612"/>
                </a:lnTo>
                <a:lnTo>
                  <a:pt x="557378" y="400904"/>
                </a:lnTo>
                <a:lnTo>
                  <a:pt x="558314" y="402181"/>
                </a:lnTo>
                <a:lnTo>
                  <a:pt x="559254" y="403439"/>
                </a:lnTo>
                <a:lnTo>
                  <a:pt x="560190" y="404686"/>
                </a:lnTo>
                <a:lnTo>
                  <a:pt x="561130" y="405919"/>
                </a:lnTo>
                <a:lnTo>
                  <a:pt x="562071" y="407137"/>
                </a:lnTo>
                <a:lnTo>
                  <a:pt x="563007" y="408340"/>
                </a:lnTo>
                <a:lnTo>
                  <a:pt x="563947" y="409528"/>
                </a:lnTo>
                <a:lnTo>
                  <a:pt x="564883" y="410701"/>
                </a:lnTo>
                <a:lnTo>
                  <a:pt x="565824" y="411865"/>
                </a:lnTo>
                <a:lnTo>
                  <a:pt x="566759" y="413008"/>
                </a:lnTo>
                <a:lnTo>
                  <a:pt x="567700" y="414142"/>
                </a:lnTo>
                <a:lnTo>
                  <a:pt x="568636" y="415261"/>
                </a:lnTo>
                <a:lnTo>
                  <a:pt x="569576" y="416365"/>
                </a:lnTo>
                <a:lnTo>
                  <a:pt x="570512" y="417454"/>
                </a:lnTo>
                <a:lnTo>
                  <a:pt x="571452" y="418528"/>
                </a:lnTo>
                <a:lnTo>
                  <a:pt x="572393" y="419592"/>
                </a:lnTo>
                <a:lnTo>
                  <a:pt x="573329" y="420637"/>
                </a:lnTo>
                <a:lnTo>
                  <a:pt x="574269" y="421672"/>
                </a:lnTo>
                <a:lnTo>
                  <a:pt x="575205" y="422696"/>
                </a:lnTo>
                <a:lnTo>
                  <a:pt x="576146" y="423701"/>
                </a:lnTo>
                <a:lnTo>
                  <a:pt x="577081" y="424696"/>
                </a:lnTo>
                <a:lnTo>
                  <a:pt x="578022" y="425677"/>
                </a:lnTo>
                <a:lnTo>
                  <a:pt x="578957" y="426647"/>
                </a:lnTo>
                <a:lnTo>
                  <a:pt x="579898" y="427602"/>
                </a:lnTo>
                <a:lnTo>
                  <a:pt x="580834" y="428543"/>
                </a:lnTo>
                <a:lnTo>
                  <a:pt x="581774" y="429474"/>
                </a:lnTo>
                <a:lnTo>
                  <a:pt x="582715" y="430389"/>
                </a:lnTo>
                <a:lnTo>
                  <a:pt x="583651" y="431295"/>
                </a:lnTo>
                <a:lnTo>
                  <a:pt x="584591" y="432186"/>
                </a:lnTo>
                <a:lnTo>
                  <a:pt x="585527" y="433063"/>
                </a:lnTo>
                <a:lnTo>
                  <a:pt x="586467" y="433929"/>
                </a:lnTo>
                <a:lnTo>
                  <a:pt x="587403" y="434786"/>
                </a:lnTo>
                <a:lnTo>
                  <a:pt x="588344" y="435627"/>
                </a:lnTo>
                <a:lnTo>
                  <a:pt x="589279" y="436454"/>
                </a:lnTo>
                <a:lnTo>
                  <a:pt x="590220" y="437276"/>
                </a:lnTo>
                <a:lnTo>
                  <a:pt x="591156" y="438078"/>
                </a:lnTo>
                <a:lnTo>
                  <a:pt x="592096" y="438875"/>
                </a:lnTo>
                <a:lnTo>
                  <a:pt x="593032" y="439657"/>
                </a:lnTo>
                <a:lnTo>
                  <a:pt x="593972" y="440429"/>
                </a:lnTo>
                <a:lnTo>
                  <a:pt x="594913" y="441187"/>
                </a:lnTo>
                <a:lnTo>
                  <a:pt x="595849" y="441934"/>
                </a:lnTo>
                <a:lnTo>
                  <a:pt x="596789" y="442672"/>
                </a:lnTo>
                <a:lnTo>
                  <a:pt x="597725" y="443399"/>
                </a:lnTo>
                <a:lnTo>
                  <a:pt x="598666" y="444112"/>
                </a:lnTo>
                <a:lnTo>
                  <a:pt x="599601" y="444815"/>
                </a:lnTo>
                <a:lnTo>
                  <a:pt x="600542" y="445508"/>
                </a:lnTo>
                <a:lnTo>
                  <a:pt x="601478" y="446192"/>
                </a:lnTo>
                <a:lnTo>
                  <a:pt x="602418" y="446865"/>
                </a:lnTo>
                <a:lnTo>
                  <a:pt x="603354" y="447523"/>
                </a:lnTo>
                <a:lnTo>
                  <a:pt x="604294" y="448177"/>
                </a:lnTo>
                <a:lnTo>
                  <a:pt x="605235" y="448815"/>
                </a:lnTo>
                <a:lnTo>
                  <a:pt x="606171" y="449444"/>
                </a:lnTo>
                <a:lnTo>
                  <a:pt x="607111" y="450068"/>
                </a:lnTo>
                <a:lnTo>
                  <a:pt x="608047" y="450677"/>
                </a:lnTo>
                <a:lnTo>
                  <a:pt x="608988" y="451276"/>
                </a:lnTo>
                <a:lnTo>
                  <a:pt x="609923" y="451870"/>
                </a:lnTo>
                <a:lnTo>
                  <a:pt x="610864" y="452449"/>
                </a:lnTo>
                <a:lnTo>
                  <a:pt x="611799" y="453023"/>
                </a:lnTo>
                <a:lnTo>
                  <a:pt x="612740" y="453583"/>
                </a:lnTo>
                <a:lnTo>
                  <a:pt x="613676" y="454137"/>
                </a:lnTo>
                <a:lnTo>
                  <a:pt x="614616" y="454682"/>
                </a:lnTo>
                <a:lnTo>
                  <a:pt x="615557" y="455216"/>
                </a:lnTo>
                <a:lnTo>
                  <a:pt x="616493" y="455741"/>
                </a:lnTo>
                <a:lnTo>
                  <a:pt x="617433" y="456256"/>
                </a:lnTo>
                <a:lnTo>
                  <a:pt x="618369" y="456766"/>
                </a:lnTo>
                <a:lnTo>
                  <a:pt x="619309" y="457266"/>
                </a:lnTo>
                <a:lnTo>
                  <a:pt x="620245" y="457756"/>
                </a:lnTo>
                <a:lnTo>
                  <a:pt x="621186" y="458241"/>
                </a:lnTo>
                <a:lnTo>
                  <a:pt x="622121" y="458712"/>
                </a:lnTo>
                <a:lnTo>
                  <a:pt x="623062" y="459182"/>
                </a:lnTo>
                <a:lnTo>
                  <a:pt x="623998" y="459637"/>
                </a:lnTo>
                <a:lnTo>
                  <a:pt x="624938" y="460088"/>
                </a:lnTo>
                <a:lnTo>
                  <a:pt x="625879" y="460528"/>
                </a:lnTo>
                <a:lnTo>
                  <a:pt x="626814" y="460964"/>
                </a:lnTo>
                <a:lnTo>
                  <a:pt x="627755" y="461390"/>
                </a:lnTo>
                <a:lnTo>
                  <a:pt x="628691" y="461811"/>
                </a:lnTo>
                <a:lnTo>
                  <a:pt x="629631" y="462221"/>
                </a:lnTo>
                <a:lnTo>
                  <a:pt x="630567" y="462623"/>
                </a:lnTo>
                <a:lnTo>
                  <a:pt x="631508" y="463019"/>
                </a:lnTo>
                <a:lnTo>
                  <a:pt x="632443" y="463410"/>
                </a:lnTo>
                <a:lnTo>
                  <a:pt x="633384" y="463791"/>
                </a:lnTo>
                <a:lnTo>
                  <a:pt x="634319" y="464167"/>
                </a:lnTo>
                <a:lnTo>
                  <a:pt x="635260" y="464538"/>
                </a:lnTo>
                <a:lnTo>
                  <a:pt x="636196" y="464900"/>
                </a:lnTo>
                <a:lnTo>
                  <a:pt x="637136" y="465251"/>
                </a:lnTo>
                <a:lnTo>
                  <a:pt x="638077" y="465603"/>
                </a:lnTo>
                <a:lnTo>
                  <a:pt x="639013" y="465944"/>
                </a:lnTo>
                <a:lnTo>
                  <a:pt x="639953" y="466276"/>
                </a:lnTo>
                <a:lnTo>
                  <a:pt x="640889" y="466608"/>
                </a:lnTo>
                <a:lnTo>
                  <a:pt x="641829" y="466929"/>
                </a:lnTo>
                <a:lnTo>
                  <a:pt x="642765" y="467246"/>
                </a:lnTo>
                <a:lnTo>
                  <a:pt x="643706" y="467558"/>
                </a:lnTo>
                <a:lnTo>
                  <a:pt x="644641" y="467860"/>
                </a:lnTo>
                <a:lnTo>
                  <a:pt x="645582" y="468162"/>
                </a:lnTo>
                <a:lnTo>
                  <a:pt x="646518" y="468454"/>
                </a:lnTo>
                <a:lnTo>
                  <a:pt x="647458" y="468741"/>
                </a:lnTo>
                <a:lnTo>
                  <a:pt x="648399" y="469024"/>
                </a:lnTo>
                <a:lnTo>
                  <a:pt x="649335" y="469301"/>
                </a:lnTo>
                <a:lnTo>
                  <a:pt x="650275" y="469568"/>
                </a:lnTo>
                <a:lnTo>
                  <a:pt x="651211" y="469835"/>
                </a:lnTo>
                <a:lnTo>
                  <a:pt x="652151" y="470093"/>
                </a:lnTo>
                <a:lnTo>
                  <a:pt x="653087" y="470350"/>
                </a:lnTo>
                <a:lnTo>
                  <a:pt x="654028" y="470598"/>
                </a:lnTo>
                <a:lnTo>
                  <a:pt x="654963" y="470845"/>
                </a:lnTo>
                <a:lnTo>
                  <a:pt x="655904" y="471083"/>
                </a:lnTo>
                <a:lnTo>
                  <a:pt x="656840" y="471321"/>
                </a:lnTo>
                <a:lnTo>
                  <a:pt x="657780" y="471548"/>
                </a:lnTo>
                <a:lnTo>
                  <a:pt x="658721" y="471776"/>
                </a:lnTo>
                <a:lnTo>
                  <a:pt x="659656" y="471994"/>
                </a:lnTo>
                <a:lnTo>
                  <a:pt x="660597" y="472212"/>
                </a:lnTo>
                <a:lnTo>
                  <a:pt x="661533" y="472425"/>
                </a:lnTo>
                <a:lnTo>
                  <a:pt x="662473" y="472633"/>
                </a:lnTo>
                <a:lnTo>
                  <a:pt x="663409" y="472835"/>
                </a:lnTo>
                <a:lnTo>
                  <a:pt x="664350" y="473033"/>
                </a:lnTo>
                <a:lnTo>
                  <a:pt x="665285" y="473227"/>
                </a:lnTo>
                <a:lnTo>
                  <a:pt x="666226" y="473420"/>
                </a:lnTo>
                <a:lnTo>
                  <a:pt x="667161" y="473608"/>
                </a:lnTo>
                <a:lnTo>
                  <a:pt x="668102" y="473786"/>
                </a:lnTo>
                <a:lnTo>
                  <a:pt x="669043" y="473969"/>
                </a:lnTo>
                <a:lnTo>
                  <a:pt x="669978" y="474142"/>
                </a:lnTo>
                <a:lnTo>
                  <a:pt x="670919" y="474316"/>
                </a:lnTo>
                <a:lnTo>
                  <a:pt x="671855" y="474479"/>
                </a:lnTo>
                <a:lnTo>
                  <a:pt x="672795" y="474642"/>
                </a:lnTo>
                <a:lnTo>
                  <a:pt x="673731" y="474806"/>
                </a:lnTo>
                <a:lnTo>
                  <a:pt x="674671" y="474964"/>
                </a:lnTo>
                <a:lnTo>
                  <a:pt x="675607" y="475118"/>
                </a:lnTo>
                <a:lnTo>
                  <a:pt x="676548" y="475266"/>
                </a:lnTo>
                <a:lnTo>
                  <a:pt x="677483" y="475415"/>
                </a:lnTo>
                <a:lnTo>
                  <a:pt x="678424" y="475558"/>
                </a:lnTo>
                <a:lnTo>
                  <a:pt x="679360" y="475697"/>
                </a:lnTo>
                <a:lnTo>
                  <a:pt x="680300" y="475835"/>
                </a:lnTo>
                <a:lnTo>
                  <a:pt x="681241" y="475969"/>
                </a:lnTo>
                <a:lnTo>
                  <a:pt x="682176" y="476098"/>
                </a:lnTo>
                <a:lnTo>
                  <a:pt x="683117" y="476227"/>
                </a:lnTo>
                <a:lnTo>
                  <a:pt x="684053" y="476355"/>
                </a:lnTo>
                <a:lnTo>
                  <a:pt x="684993" y="476474"/>
                </a:lnTo>
                <a:lnTo>
                  <a:pt x="685929" y="476598"/>
                </a:lnTo>
                <a:lnTo>
                  <a:pt x="686870" y="476712"/>
                </a:lnTo>
                <a:lnTo>
                  <a:pt x="687805" y="476826"/>
                </a:lnTo>
                <a:lnTo>
                  <a:pt x="688746" y="476939"/>
                </a:lnTo>
                <a:lnTo>
                  <a:pt x="689682" y="477048"/>
                </a:lnTo>
                <a:lnTo>
                  <a:pt x="690622" y="477157"/>
                </a:lnTo>
                <a:lnTo>
                  <a:pt x="691563" y="477261"/>
                </a:lnTo>
                <a:lnTo>
                  <a:pt x="692498" y="477360"/>
                </a:lnTo>
                <a:lnTo>
                  <a:pt x="693439" y="477459"/>
                </a:lnTo>
                <a:lnTo>
                  <a:pt x="694375" y="477558"/>
                </a:lnTo>
                <a:lnTo>
                  <a:pt x="695315" y="477652"/>
                </a:lnTo>
                <a:lnTo>
                  <a:pt x="696251" y="477746"/>
                </a:lnTo>
                <a:lnTo>
                  <a:pt x="697192" y="477836"/>
                </a:lnTo>
                <a:lnTo>
                  <a:pt x="698127" y="477925"/>
                </a:lnTo>
                <a:lnTo>
                  <a:pt x="699068" y="478009"/>
                </a:lnTo>
                <a:lnTo>
                  <a:pt x="700003" y="478093"/>
                </a:lnTo>
                <a:lnTo>
                  <a:pt x="700944" y="478177"/>
                </a:lnTo>
                <a:lnTo>
                  <a:pt x="701885" y="478256"/>
                </a:lnTo>
                <a:lnTo>
                  <a:pt x="702820" y="478336"/>
                </a:lnTo>
                <a:lnTo>
                  <a:pt x="703761" y="478410"/>
                </a:lnTo>
                <a:lnTo>
                  <a:pt x="704697" y="478484"/>
                </a:lnTo>
                <a:lnTo>
                  <a:pt x="705637" y="478558"/>
                </a:lnTo>
                <a:lnTo>
                  <a:pt x="706573" y="478628"/>
                </a:lnTo>
                <a:lnTo>
                  <a:pt x="707513" y="478697"/>
                </a:lnTo>
                <a:lnTo>
                  <a:pt x="708449" y="478766"/>
                </a:lnTo>
                <a:lnTo>
                  <a:pt x="709390" y="478831"/>
                </a:lnTo>
                <a:lnTo>
                  <a:pt x="710325" y="478895"/>
                </a:lnTo>
                <a:lnTo>
                  <a:pt x="711266" y="478959"/>
                </a:lnTo>
                <a:lnTo>
                  <a:pt x="712207" y="479019"/>
                </a:lnTo>
                <a:lnTo>
                  <a:pt x="713142" y="479078"/>
                </a:lnTo>
                <a:lnTo>
                  <a:pt x="714083" y="479138"/>
                </a:lnTo>
                <a:lnTo>
                  <a:pt x="715018" y="479197"/>
                </a:lnTo>
                <a:lnTo>
                  <a:pt x="715959" y="479251"/>
                </a:lnTo>
                <a:lnTo>
                  <a:pt x="716895" y="479306"/>
                </a:lnTo>
                <a:lnTo>
                  <a:pt x="717835" y="479355"/>
                </a:lnTo>
                <a:lnTo>
                  <a:pt x="718771" y="479410"/>
                </a:lnTo>
                <a:lnTo>
                  <a:pt x="719712" y="479459"/>
                </a:lnTo>
                <a:lnTo>
                  <a:pt x="720647" y="479504"/>
                </a:lnTo>
                <a:lnTo>
                  <a:pt x="721588" y="479553"/>
                </a:lnTo>
                <a:lnTo>
                  <a:pt x="722524" y="479598"/>
                </a:lnTo>
                <a:lnTo>
                  <a:pt x="723464" y="479643"/>
                </a:lnTo>
                <a:lnTo>
                  <a:pt x="724405" y="479687"/>
                </a:lnTo>
                <a:lnTo>
                  <a:pt x="725340" y="479732"/>
                </a:lnTo>
                <a:lnTo>
                  <a:pt x="726281" y="479771"/>
                </a:lnTo>
                <a:lnTo>
                  <a:pt x="727217" y="479811"/>
                </a:lnTo>
                <a:lnTo>
                  <a:pt x="728157" y="479850"/>
                </a:lnTo>
                <a:lnTo>
                  <a:pt x="729093" y="479890"/>
                </a:lnTo>
                <a:lnTo>
                  <a:pt x="730034" y="479930"/>
                </a:lnTo>
                <a:lnTo>
                  <a:pt x="730969" y="479964"/>
                </a:lnTo>
                <a:lnTo>
                  <a:pt x="731910" y="479999"/>
                </a:lnTo>
                <a:lnTo>
                  <a:pt x="732845" y="480034"/>
                </a:lnTo>
                <a:lnTo>
                  <a:pt x="733786" y="480068"/>
                </a:lnTo>
                <a:lnTo>
                  <a:pt x="734727" y="480098"/>
                </a:lnTo>
                <a:lnTo>
                  <a:pt x="735662" y="480133"/>
                </a:lnTo>
                <a:lnTo>
                  <a:pt x="736603" y="480162"/>
                </a:lnTo>
                <a:lnTo>
                  <a:pt x="737539" y="480192"/>
                </a:lnTo>
                <a:lnTo>
                  <a:pt x="738479" y="480222"/>
                </a:lnTo>
                <a:lnTo>
                  <a:pt x="739415" y="480251"/>
                </a:lnTo>
                <a:lnTo>
                  <a:pt x="740355" y="480281"/>
                </a:lnTo>
                <a:lnTo>
                  <a:pt x="741291" y="480306"/>
                </a:lnTo>
                <a:lnTo>
                  <a:pt x="742232" y="480331"/>
                </a:lnTo>
                <a:lnTo>
                  <a:pt x="743167" y="480355"/>
                </a:lnTo>
                <a:lnTo>
                  <a:pt x="744108" y="480380"/>
                </a:lnTo>
                <a:lnTo>
                  <a:pt x="745049" y="480405"/>
                </a:lnTo>
                <a:lnTo>
                  <a:pt x="745984" y="480430"/>
                </a:lnTo>
                <a:lnTo>
                  <a:pt x="746925" y="480454"/>
                </a:lnTo>
                <a:lnTo>
                  <a:pt x="747860" y="480474"/>
                </a:lnTo>
                <a:lnTo>
                  <a:pt x="748801" y="480499"/>
                </a:lnTo>
                <a:lnTo>
                  <a:pt x="749737" y="480519"/>
                </a:lnTo>
                <a:lnTo>
                  <a:pt x="750677" y="480539"/>
                </a:lnTo>
                <a:lnTo>
                  <a:pt x="751613" y="480558"/>
                </a:lnTo>
                <a:lnTo>
                  <a:pt x="752554" y="480578"/>
                </a:lnTo>
                <a:lnTo>
                  <a:pt x="753489" y="480598"/>
                </a:lnTo>
                <a:lnTo>
                  <a:pt x="754430" y="480613"/>
                </a:lnTo>
                <a:lnTo>
                  <a:pt x="755370" y="480633"/>
                </a:lnTo>
                <a:lnTo>
                  <a:pt x="756306" y="480647"/>
                </a:lnTo>
                <a:lnTo>
                  <a:pt x="757247" y="480667"/>
                </a:lnTo>
                <a:lnTo>
                  <a:pt x="758182" y="480682"/>
                </a:lnTo>
                <a:lnTo>
                  <a:pt x="759123" y="480697"/>
                </a:lnTo>
                <a:lnTo>
                  <a:pt x="760059" y="480712"/>
                </a:lnTo>
                <a:lnTo>
                  <a:pt x="760999" y="480727"/>
                </a:lnTo>
                <a:lnTo>
                  <a:pt x="761935" y="480742"/>
                </a:lnTo>
                <a:lnTo>
                  <a:pt x="762875" y="480756"/>
                </a:lnTo>
                <a:lnTo>
                  <a:pt x="763811" y="480771"/>
                </a:lnTo>
                <a:lnTo>
                  <a:pt x="764752" y="480781"/>
                </a:lnTo>
                <a:lnTo>
                  <a:pt x="765692" y="480796"/>
                </a:lnTo>
                <a:lnTo>
                  <a:pt x="766628" y="480811"/>
                </a:lnTo>
                <a:lnTo>
                  <a:pt x="767569" y="480821"/>
                </a:lnTo>
                <a:lnTo>
                  <a:pt x="768504" y="480831"/>
                </a:lnTo>
                <a:lnTo>
                  <a:pt x="769445" y="480845"/>
                </a:lnTo>
                <a:lnTo>
                  <a:pt x="770381" y="480855"/>
                </a:lnTo>
                <a:lnTo>
                  <a:pt x="771321" y="480865"/>
                </a:lnTo>
                <a:lnTo>
                  <a:pt x="772257" y="480875"/>
                </a:lnTo>
                <a:lnTo>
                  <a:pt x="773197" y="480885"/>
                </a:lnTo>
                <a:lnTo>
                  <a:pt x="774133" y="480895"/>
                </a:lnTo>
                <a:lnTo>
                  <a:pt x="775074" y="480905"/>
                </a:lnTo>
                <a:lnTo>
                  <a:pt x="776009" y="480915"/>
                </a:lnTo>
                <a:lnTo>
                  <a:pt x="776950" y="480925"/>
                </a:lnTo>
                <a:lnTo>
                  <a:pt x="777890" y="480935"/>
                </a:lnTo>
                <a:lnTo>
                  <a:pt x="778826" y="480940"/>
                </a:lnTo>
                <a:lnTo>
                  <a:pt x="779767" y="480949"/>
                </a:lnTo>
                <a:lnTo>
                  <a:pt x="780702" y="480954"/>
                </a:lnTo>
                <a:lnTo>
                  <a:pt x="781643" y="480964"/>
                </a:lnTo>
                <a:lnTo>
                  <a:pt x="782579" y="480974"/>
                </a:lnTo>
                <a:lnTo>
                  <a:pt x="783519" y="480979"/>
                </a:lnTo>
                <a:lnTo>
                  <a:pt x="784455" y="480984"/>
                </a:lnTo>
                <a:lnTo>
                  <a:pt x="785396" y="480994"/>
                </a:lnTo>
                <a:lnTo>
                  <a:pt x="786331" y="480999"/>
                </a:lnTo>
                <a:lnTo>
                  <a:pt x="787272" y="481004"/>
                </a:lnTo>
                <a:lnTo>
                  <a:pt x="788212" y="481014"/>
                </a:lnTo>
                <a:lnTo>
                  <a:pt x="789148" y="481019"/>
                </a:lnTo>
                <a:lnTo>
                  <a:pt x="790089" y="481024"/>
                </a:lnTo>
                <a:lnTo>
                  <a:pt x="791024" y="481029"/>
                </a:lnTo>
                <a:lnTo>
                  <a:pt x="791965" y="481034"/>
                </a:lnTo>
                <a:lnTo>
                  <a:pt x="792901" y="481039"/>
                </a:lnTo>
                <a:lnTo>
                  <a:pt x="793841" y="481043"/>
                </a:lnTo>
                <a:lnTo>
                  <a:pt x="794777" y="481048"/>
                </a:lnTo>
                <a:lnTo>
                  <a:pt x="795717" y="481053"/>
                </a:lnTo>
                <a:lnTo>
                  <a:pt x="796653" y="481058"/>
                </a:lnTo>
                <a:lnTo>
                  <a:pt x="797594" y="481063"/>
                </a:lnTo>
                <a:lnTo>
                  <a:pt x="798534" y="481068"/>
                </a:lnTo>
                <a:lnTo>
                  <a:pt x="799470" y="481073"/>
                </a:lnTo>
                <a:lnTo>
                  <a:pt x="800411" y="481078"/>
                </a:lnTo>
                <a:lnTo>
                  <a:pt x="801346" y="481083"/>
                </a:lnTo>
                <a:lnTo>
                  <a:pt x="802287" y="481083"/>
                </a:lnTo>
                <a:lnTo>
                  <a:pt x="803223" y="481088"/>
                </a:lnTo>
                <a:lnTo>
                  <a:pt x="804163" y="481093"/>
                </a:lnTo>
                <a:lnTo>
                  <a:pt x="805099" y="481098"/>
                </a:lnTo>
                <a:lnTo>
                  <a:pt x="806039" y="481098"/>
                </a:lnTo>
                <a:lnTo>
                  <a:pt x="806975" y="481103"/>
                </a:lnTo>
                <a:lnTo>
                  <a:pt x="807916" y="481103"/>
                </a:lnTo>
                <a:lnTo>
                  <a:pt x="808856" y="481108"/>
                </a:lnTo>
                <a:lnTo>
                  <a:pt x="809792" y="481113"/>
                </a:lnTo>
                <a:lnTo>
                  <a:pt x="810732" y="481113"/>
                </a:lnTo>
                <a:lnTo>
                  <a:pt x="811668" y="481118"/>
                </a:lnTo>
                <a:lnTo>
                  <a:pt x="812609" y="481118"/>
                </a:lnTo>
                <a:lnTo>
                  <a:pt x="813544" y="481123"/>
                </a:lnTo>
                <a:lnTo>
                  <a:pt x="814485" y="481123"/>
                </a:lnTo>
                <a:lnTo>
                  <a:pt x="815421" y="481128"/>
                </a:lnTo>
                <a:lnTo>
                  <a:pt x="816361" y="481128"/>
                </a:lnTo>
                <a:lnTo>
                  <a:pt x="817297" y="481133"/>
                </a:lnTo>
                <a:lnTo>
                  <a:pt x="818238" y="481133"/>
                </a:lnTo>
                <a:lnTo>
                  <a:pt x="819173" y="481138"/>
                </a:lnTo>
                <a:lnTo>
                  <a:pt x="820114" y="481138"/>
                </a:lnTo>
                <a:lnTo>
                  <a:pt x="821054" y="481138"/>
                </a:lnTo>
                <a:lnTo>
                  <a:pt x="821990" y="481142"/>
                </a:lnTo>
                <a:lnTo>
                  <a:pt x="822931" y="481142"/>
                </a:lnTo>
                <a:lnTo>
                  <a:pt x="823866" y="481147"/>
                </a:lnTo>
                <a:lnTo>
                  <a:pt x="824807" y="481147"/>
                </a:lnTo>
                <a:lnTo>
                  <a:pt x="825743" y="481147"/>
                </a:lnTo>
                <a:lnTo>
                  <a:pt x="826683" y="481152"/>
                </a:lnTo>
                <a:lnTo>
                  <a:pt x="827619" y="481152"/>
                </a:lnTo>
                <a:lnTo>
                  <a:pt x="828559" y="481152"/>
                </a:lnTo>
                <a:lnTo>
                  <a:pt x="829495" y="481157"/>
                </a:lnTo>
                <a:lnTo>
                  <a:pt x="830436" y="481157"/>
                </a:lnTo>
                <a:lnTo>
                  <a:pt x="831376" y="481157"/>
                </a:lnTo>
                <a:lnTo>
                  <a:pt x="832312" y="481157"/>
                </a:lnTo>
                <a:lnTo>
                  <a:pt x="833253" y="481162"/>
                </a:lnTo>
                <a:lnTo>
                  <a:pt x="834188" y="481162"/>
                </a:lnTo>
                <a:lnTo>
                  <a:pt x="835129" y="481162"/>
                </a:lnTo>
                <a:lnTo>
                  <a:pt x="836064" y="481162"/>
                </a:lnTo>
                <a:lnTo>
                  <a:pt x="837005" y="481167"/>
                </a:lnTo>
                <a:lnTo>
                  <a:pt x="837941" y="481167"/>
                </a:lnTo>
                <a:lnTo>
                  <a:pt x="838881" y="481167"/>
                </a:lnTo>
                <a:lnTo>
                  <a:pt x="839817" y="481167"/>
                </a:lnTo>
                <a:lnTo>
                  <a:pt x="840758" y="481167"/>
                </a:lnTo>
                <a:lnTo>
                  <a:pt x="841698" y="481167"/>
                </a:lnTo>
                <a:lnTo>
                  <a:pt x="842634" y="481172"/>
                </a:lnTo>
                <a:lnTo>
                  <a:pt x="843574" y="481172"/>
                </a:lnTo>
                <a:lnTo>
                  <a:pt x="844510" y="481172"/>
                </a:lnTo>
                <a:lnTo>
                  <a:pt x="845451" y="481172"/>
                </a:lnTo>
                <a:lnTo>
                  <a:pt x="846386" y="481172"/>
                </a:lnTo>
                <a:lnTo>
                  <a:pt x="847327" y="481172"/>
                </a:lnTo>
                <a:lnTo>
                  <a:pt x="848263" y="481177"/>
                </a:lnTo>
                <a:lnTo>
                  <a:pt x="849203" y="481177"/>
                </a:lnTo>
                <a:lnTo>
                  <a:pt x="850139" y="481177"/>
                </a:lnTo>
                <a:lnTo>
                  <a:pt x="851080" y="481177"/>
                </a:lnTo>
                <a:lnTo>
                  <a:pt x="852020" y="481177"/>
                </a:lnTo>
                <a:lnTo>
                  <a:pt x="852956" y="481177"/>
                </a:lnTo>
                <a:lnTo>
                  <a:pt x="853896" y="481177"/>
                </a:lnTo>
                <a:lnTo>
                  <a:pt x="854832" y="481177"/>
                </a:lnTo>
                <a:lnTo>
                  <a:pt x="855773" y="481182"/>
                </a:lnTo>
                <a:lnTo>
                  <a:pt x="856708" y="481182"/>
                </a:lnTo>
                <a:lnTo>
                  <a:pt x="857649" y="481182"/>
                </a:lnTo>
                <a:lnTo>
                  <a:pt x="858585" y="481182"/>
                </a:lnTo>
                <a:lnTo>
                  <a:pt x="859525" y="481182"/>
                </a:lnTo>
                <a:lnTo>
                  <a:pt x="860461" y="481182"/>
                </a:lnTo>
                <a:lnTo>
                  <a:pt x="861401" y="481182"/>
                </a:lnTo>
                <a:lnTo>
                  <a:pt x="862337" y="481182"/>
                </a:lnTo>
                <a:lnTo>
                  <a:pt x="863278" y="481182"/>
                </a:lnTo>
                <a:lnTo>
                  <a:pt x="864218" y="481182"/>
                </a:lnTo>
                <a:lnTo>
                  <a:pt x="865154" y="481182"/>
                </a:lnTo>
                <a:lnTo>
                  <a:pt x="866094" y="481187"/>
                </a:lnTo>
                <a:lnTo>
                  <a:pt x="867030" y="481187"/>
                </a:lnTo>
                <a:lnTo>
                  <a:pt x="867971" y="481187"/>
                </a:lnTo>
                <a:lnTo>
                  <a:pt x="868906" y="481187"/>
                </a:lnTo>
                <a:lnTo>
                  <a:pt x="869847" y="481187"/>
                </a:lnTo>
                <a:lnTo>
                  <a:pt x="870783" y="481187"/>
                </a:lnTo>
                <a:lnTo>
                  <a:pt x="871723" y="481187"/>
                </a:lnTo>
                <a:lnTo>
                  <a:pt x="872659" y="481187"/>
                </a:lnTo>
                <a:lnTo>
                  <a:pt x="873600" y="481187"/>
                </a:lnTo>
                <a:lnTo>
                  <a:pt x="874540" y="481187"/>
                </a:lnTo>
                <a:lnTo>
                  <a:pt x="875476" y="481187"/>
                </a:lnTo>
                <a:lnTo>
                  <a:pt x="876416" y="481187"/>
                </a:lnTo>
                <a:lnTo>
                  <a:pt x="877352" y="481187"/>
                </a:lnTo>
                <a:lnTo>
                  <a:pt x="878293" y="481187"/>
                </a:lnTo>
                <a:lnTo>
                  <a:pt x="879228" y="481187"/>
                </a:lnTo>
                <a:lnTo>
                  <a:pt x="880169" y="481187"/>
                </a:lnTo>
                <a:lnTo>
                  <a:pt x="881105" y="481187"/>
                </a:lnTo>
                <a:lnTo>
                  <a:pt x="882045" y="481187"/>
                </a:lnTo>
                <a:lnTo>
                  <a:pt x="882981" y="481187"/>
                </a:lnTo>
                <a:lnTo>
                  <a:pt x="883921" y="481187"/>
                </a:lnTo>
                <a:lnTo>
                  <a:pt x="884862" y="481192"/>
                </a:lnTo>
                <a:lnTo>
                  <a:pt x="885798" y="481192"/>
                </a:lnTo>
                <a:lnTo>
                  <a:pt x="886738" y="481192"/>
                </a:lnTo>
                <a:lnTo>
                  <a:pt x="887674" y="481192"/>
                </a:lnTo>
                <a:lnTo>
                  <a:pt x="888615" y="481192"/>
                </a:lnTo>
                <a:lnTo>
                  <a:pt x="889550" y="481192"/>
                </a:lnTo>
                <a:lnTo>
                  <a:pt x="890491" y="481192"/>
                </a:lnTo>
                <a:lnTo>
                  <a:pt x="891427" y="481192"/>
                </a:lnTo>
                <a:lnTo>
                  <a:pt x="892367" y="481192"/>
                </a:lnTo>
                <a:lnTo>
                  <a:pt x="893303" y="481192"/>
                </a:lnTo>
                <a:lnTo>
                  <a:pt x="894243" y="481192"/>
                </a:lnTo>
                <a:lnTo>
                  <a:pt x="895184" y="481192"/>
                </a:lnTo>
                <a:lnTo>
                  <a:pt x="896120" y="481192"/>
                </a:lnTo>
                <a:lnTo>
                  <a:pt x="897060" y="481192"/>
                </a:lnTo>
                <a:lnTo>
                  <a:pt x="897996" y="481192"/>
                </a:lnTo>
                <a:lnTo>
                  <a:pt x="898937" y="481192"/>
                </a:lnTo>
                <a:lnTo>
                  <a:pt x="899872" y="481192"/>
                </a:lnTo>
                <a:lnTo>
                  <a:pt x="900813" y="481192"/>
                </a:lnTo>
                <a:lnTo>
                  <a:pt x="901748" y="481192"/>
                </a:lnTo>
                <a:lnTo>
                  <a:pt x="902689" y="481192"/>
                </a:lnTo>
                <a:lnTo>
                  <a:pt x="903625" y="481192"/>
                </a:lnTo>
                <a:lnTo>
                  <a:pt x="904565" y="481192"/>
                </a:lnTo>
                <a:lnTo>
                  <a:pt x="905501" y="481192"/>
                </a:lnTo>
                <a:lnTo>
                  <a:pt x="906441" y="481192"/>
                </a:lnTo>
                <a:lnTo>
                  <a:pt x="907382" y="481192"/>
                </a:lnTo>
                <a:lnTo>
                  <a:pt x="908318" y="481192"/>
                </a:lnTo>
                <a:lnTo>
                  <a:pt x="909258" y="481192"/>
                </a:lnTo>
                <a:lnTo>
                  <a:pt x="910194" y="481192"/>
                </a:lnTo>
                <a:lnTo>
                  <a:pt x="911135" y="481192"/>
                </a:lnTo>
                <a:lnTo>
                  <a:pt x="912070" y="481192"/>
                </a:lnTo>
                <a:lnTo>
                  <a:pt x="913011" y="481192"/>
                </a:lnTo>
                <a:lnTo>
                  <a:pt x="913947" y="481192"/>
                </a:lnTo>
                <a:lnTo>
                  <a:pt x="914887" y="481192"/>
                </a:lnTo>
                <a:lnTo>
                  <a:pt x="915823" y="481192"/>
                </a:lnTo>
                <a:lnTo>
                  <a:pt x="916763" y="481192"/>
                </a:lnTo>
                <a:lnTo>
                  <a:pt x="917704" y="481192"/>
                </a:lnTo>
                <a:lnTo>
                  <a:pt x="918640" y="481192"/>
                </a:lnTo>
                <a:lnTo>
                  <a:pt x="919580" y="481192"/>
                </a:lnTo>
                <a:lnTo>
                  <a:pt x="920516" y="481192"/>
                </a:lnTo>
                <a:lnTo>
                  <a:pt x="921457" y="481192"/>
                </a:lnTo>
                <a:lnTo>
                  <a:pt x="922392" y="481192"/>
                </a:lnTo>
                <a:lnTo>
                  <a:pt x="923333" y="481192"/>
                </a:lnTo>
                <a:lnTo>
                  <a:pt x="924268" y="481192"/>
                </a:lnTo>
                <a:lnTo>
                  <a:pt x="925209" y="481192"/>
                </a:lnTo>
                <a:lnTo>
                  <a:pt x="926145" y="481192"/>
                </a:lnTo>
                <a:lnTo>
                  <a:pt x="927085" y="481192"/>
                </a:lnTo>
                <a:lnTo>
                  <a:pt x="928026" y="481192"/>
                </a:lnTo>
                <a:lnTo>
                  <a:pt x="928962" y="481192"/>
                </a:lnTo>
                <a:lnTo>
                  <a:pt x="929902" y="481192"/>
                </a:lnTo>
                <a:lnTo>
                  <a:pt x="930838" y="481192"/>
                </a:lnTo>
                <a:lnTo>
                  <a:pt x="931779" y="481192"/>
                </a:lnTo>
                <a:lnTo>
                  <a:pt x="932714" y="481192"/>
                </a:lnTo>
                <a:lnTo>
                  <a:pt x="933655" y="481192"/>
                </a:lnTo>
                <a:lnTo>
                  <a:pt x="934590" y="481192"/>
                </a:lnTo>
                <a:lnTo>
                  <a:pt x="935531" y="481192"/>
                </a:lnTo>
                <a:lnTo>
                  <a:pt x="936467" y="481192"/>
                </a:lnTo>
                <a:lnTo>
                  <a:pt x="937407" y="48119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54C29382-76A2-D3E7-13EF-4CF384BE97B5}"/>
              </a:ext>
            </a:extLst>
          </p:cNvPr>
          <p:cNvGrpSpPr/>
          <p:nvPr/>
        </p:nvGrpSpPr>
        <p:grpSpPr>
          <a:xfrm>
            <a:off x="4532690" y="4299942"/>
            <a:ext cx="1188133" cy="792088"/>
            <a:chOff x="4675602" y="3963970"/>
            <a:chExt cx="1188133" cy="792088"/>
          </a:xfrm>
        </p:grpSpPr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68B34047-0460-A260-3DF1-4E3AF0F7999F}"/>
                </a:ext>
              </a:extLst>
            </p:cNvPr>
            <p:cNvSpPr/>
            <p:nvPr/>
          </p:nvSpPr>
          <p:spPr>
            <a:xfrm>
              <a:off x="467560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1117177B-3962-A707-79C0-D74FB88541EA}"/>
                </a:ext>
              </a:extLst>
            </p:cNvPr>
            <p:cNvSpPr/>
            <p:nvPr/>
          </p:nvSpPr>
          <p:spPr>
            <a:xfrm>
              <a:off x="4846694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42AB30CD-F746-A054-EB8B-B2802C95BEC0}"/>
                </a:ext>
              </a:extLst>
            </p:cNvPr>
            <p:cNvSpPr/>
            <p:nvPr/>
          </p:nvSpPr>
          <p:spPr>
            <a:xfrm>
              <a:off x="503105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67DE2C9-48EC-22A2-D8E7-68F6DA2372DC}"/>
                </a:ext>
              </a:extLst>
            </p:cNvPr>
            <p:cNvSpPr/>
            <p:nvPr/>
          </p:nvSpPr>
          <p:spPr>
            <a:xfrm>
              <a:off x="529144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D7DE9E8C-D232-06B8-E902-D81738ED1A03}"/>
                </a:ext>
              </a:extLst>
            </p:cNvPr>
            <p:cNvSpPr/>
            <p:nvPr/>
          </p:nvSpPr>
          <p:spPr>
            <a:xfrm>
              <a:off x="555183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0CCD9CB2-D680-E7FA-5157-738E914A80E7}"/>
                </a:ext>
              </a:extLst>
            </p:cNvPr>
            <p:cNvSpPr/>
            <p:nvPr/>
          </p:nvSpPr>
          <p:spPr>
            <a:xfrm>
              <a:off x="581222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62E34090-6856-F94E-447C-54F7378ABE74}"/>
                </a:ext>
              </a:extLst>
            </p:cNvPr>
            <p:cNvSpPr/>
            <p:nvPr/>
          </p:nvSpPr>
          <p:spPr>
            <a:xfrm>
              <a:off x="4846694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B9C50E1E-EBF2-5627-00CF-85F504705B77}"/>
                </a:ext>
              </a:extLst>
            </p:cNvPr>
            <p:cNvSpPr/>
            <p:nvPr/>
          </p:nvSpPr>
          <p:spPr>
            <a:xfrm>
              <a:off x="4846694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C401E718-126E-B50F-6101-58ACF457922B}"/>
                </a:ext>
              </a:extLst>
            </p:cNvPr>
            <p:cNvSpPr/>
            <p:nvPr/>
          </p:nvSpPr>
          <p:spPr>
            <a:xfrm>
              <a:off x="4846694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9C49DDF6-BCBE-3310-EE13-BEF62187ADBD}"/>
                </a:ext>
              </a:extLst>
            </p:cNvPr>
            <p:cNvSpPr/>
            <p:nvPr/>
          </p:nvSpPr>
          <p:spPr>
            <a:xfrm>
              <a:off x="4846694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E1DA3ACE-505F-7C10-A5F9-B63E49C1E7E8}"/>
                </a:ext>
              </a:extLst>
            </p:cNvPr>
            <p:cNvSpPr/>
            <p:nvPr/>
          </p:nvSpPr>
          <p:spPr>
            <a:xfrm>
              <a:off x="4846694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53C4B8B-DC99-A55F-91A9-A7C0A9174D8C}"/>
                </a:ext>
              </a:extLst>
            </p:cNvPr>
            <p:cNvSpPr/>
            <p:nvPr/>
          </p:nvSpPr>
          <p:spPr>
            <a:xfrm>
              <a:off x="4846694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301B98BA-582E-FC59-55CB-66B19DB7FF94}"/>
                </a:ext>
              </a:extLst>
            </p:cNvPr>
            <p:cNvSpPr/>
            <p:nvPr/>
          </p:nvSpPr>
          <p:spPr>
            <a:xfrm>
              <a:off x="503105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912802D5-0829-5618-C25F-E8A4249984C1}"/>
                </a:ext>
              </a:extLst>
            </p:cNvPr>
            <p:cNvSpPr/>
            <p:nvPr/>
          </p:nvSpPr>
          <p:spPr>
            <a:xfrm>
              <a:off x="529144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C11C5C99-C0B6-FD52-E48F-99D8C3539431}"/>
                </a:ext>
              </a:extLst>
            </p:cNvPr>
            <p:cNvSpPr/>
            <p:nvPr/>
          </p:nvSpPr>
          <p:spPr>
            <a:xfrm>
              <a:off x="555183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A3D096AB-20A3-77E2-9AD1-673EE8110D6B}"/>
                </a:ext>
              </a:extLst>
            </p:cNvPr>
            <p:cNvSpPr/>
            <p:nvPr/>
          </p:nvSpPr>
          <p:spPr>
            <a:xfrm>
              <a:off x="581222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F7CA9CC8-F925-107F-4875-519EE1753FFF}"/>
                </a:ext>
              </a:extLst>
            </p:cNvPr>
            <p:cNvSpPr/>
            <p:nvPr/>
          </p:nvSpPr>
          <p:spPr>
            <a:xfrm>
              <a:off x="5020703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4192C388-9576-12BA-605F-1A21241291CC}"/>
                </a:ext>
              </a:extLst>
            </p:cNvPr>
            <p:cNvSpPr/>
            <p:nvPr/>
          </p:nvSpPr>
          <p:spPr>
            <a:xfrm>
              <a:off x="5281757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00C9EF91-8131-40BB-D8B0-1C4E3BF56731}"/>
                </a:ext>
              </a:extLst>
            </p:cNvPr>
            <p:cNvSpPr/>
            <p:nvPr/>
          </p:nvSpPr>
          <p:spPr>
            <a:xfrm>
              <a:off x="5529320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17F9840C-F36A-8C64-6050-6D96D21254B5}"/>
                </a:ext>
              </a:extLst>
            </p:cNvPr>
            <p:cNvSpPr/>
            <p:nvPr/>
          </p:nvSpPr>
          <p:spPr>
            <a:xfrm>
              <a:off x="5553647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B6542774-5195-80AE-EFAB-4ADD3625A2BC}"/>
                </a:ext>
              </a:extLst>
            </p:cNvPr>
            <p:cNvSpPr/>
            <p:nvPr/>
          </p:nvSpPr>
          <p:spPr>
            <a:xfrm>
              <a:off x="579014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1D31C313-4107-022E-FACE-4F103F756156}"/>
                </a:ext>
              </a:extLst>
            </p:cNvPr>
            <p:cNvSpPr/>
            <p:nvPr/>
          </p:nvSpPr>
          <p:spPr>
            <a:xfrm>
              <a:off x="5814932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442106CB-0122-161A-EC56-7D1D839DECF4}"/>
                </a:ext>
              </a:extLst>
            </p:cNvPr>
            <p:cNvSpPr/>
            <p:nvPr/>
          </p:nvSpPr>
          <p:spPr>
            <a:xfrm>
              <a:off x="5330075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E6764984-9AA5-6F22-3B33-1A5506C0F244}"/>
                </a:ext>
              </a:extLst>
            </p:cNvPr>
            <p:cNvSpPr/>
            <p:nvPr/>
          </p:nvSpPr>
          <p:spPr>
            <a:xfrm>
              <a:off x="484669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A83EB41E-6A20-5AA5-BE8E-B65A43E366FE}"/>
                </a:ext>
              </a:extLst>
            </p:cNvPr>
            <p:cNvSpPr/>
            <p:nvPr/>
          </p:nvSpPr>
          <p:spPr>
            <a:xfrm>
              <a:off x="484669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A5E93339-1DB1-BD75-CCE8-717D803D6F30}"/>
                </a:ext>
              </a:extLst>
            </p:cNvPr>
            <p:cNvSpPr/>
            <p:nvPr/>
          </p:nvSpPr>
          <p:spPr>
            <a:xfrm>
              <a:off x="4846694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EFAF4496-2489-95B4-A959-A9F5E9D3F710}"/>
                </a:ext>
              </a:extLst>
            </p:cNvPr>
            <p:cNvSpPr/>
            <p:nvPr/>
          </p:nvSpPr>
          <p:spPr>
            <a:xfrm>
              <a:off x="4846694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3C083A1D-6203-736E-8C66-709AC9454B39}"/>
                </a:ext>
              </a:extLst>
            </p:cNvPr>
            <p:cNvSpPr/>
            <p:nvPr/>
          </p:nvSpPr>
          <p:spPr>
            <a:xfrm>
              <a:off x="4846694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7947E96-47FA-4138-A185-AF7C2FD5521F}"/>
                </a:ext>
              </a:extLst>
            </p:cNvPr>
            <p:cNvSpPr/>
            <p:nvPr/>
          </p:nvSpPr>
          <p:spPr>
            <a:xfrm>
              <a:off x="4846694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AE608628-706B-41ED-76E4-EDEFA204AA20}"/>
                </a:ext>
              </a:extLst>
            </p:cNvPr>
            <p:cNvSpPr/>
            <p:nvPr/>
          </p:nvSpPr>
          <p:spPr>
            <a:xfrm>
              <a:off x="474286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DCE045BC-034E-AF70-C87F-F090B54DEEED}"/>
                </a:ext>
              </a:extLst>
            </p:cNvPr>
            <p:cNvSpPr/>
            <p:nvPr/>
          </p:nvSpPr>
          <p:spPr>
            <a:xfrm>
              <a:off x="477067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5F405F23-57FD-3D30-C8BA-CE912795CFED}"/>
                </a:ext>
              </a:extLst>
            </p:cNvPr>
            <p:cNvSpPr/>
            <p:nvPr/>
          </p:nvSpPr>
          <p:spPr>
            <a:xfrm>
              <a:off x="478204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3E80453C-F809-BFE9-D933-021FB9D2238F}"/>
                </a:ext>
              </a:extLst>
            </p:cNvPr>
            <p:cNvSpPr/>
            <p:nvPr/>
          </p:nvSpPr>
          <p:spPr>
            <a:xfrm>
              <a:off x="480817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46D321EB-DDF8-E19D-9854-730B4C3694BF}"/>
                </a:ext>
              </a:extLst>
            </p:cNvPr>
            <p:cNvSpPr/>
            <p:nvPr/>
          </p:nvSpPr>
          <p:spPr>
            <a:xfrm>
              <a:off x="474372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DE26C6D8-4F80-9FAC-087A-54DB37DF3E1E}"/>
                </a:ext>
              </a:extLst>
            </p:cNvPr>
            <p:cNvSpPr/>
            <p:nvPr/>
          </p:nvSpPr>
          <p:spPr>
            <a:xfrm>
              <a:off x="4771537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FC0AA07B-E14A-ADBF-BD18-69268BC6EA17}"/>
                </a:ext>
              </a:extLst>
            </p:cNvPr>
            <p:cNvSpPr/>
            <p:nvPr/>
          </p:nvSpPr>
          <p:spPr>
            <a:xfrm>
              <a:off x="4782908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D1A4532-FB0A-FD3C-AAA3-E336C2CF27A6}"/>
                </a:ext>
              </a:extLst>
            </p:cNvPr>
            <p:cNvSpPr/>
            <p:nvPr/>
          </p:nvSpPr>
          <p:spPr>
            <a:xfrm>
              <a:off x="4809500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955E698A-C1EB-2CDB-1FBA-BF7C38DB9D33}"/>
                </a:ext>
              </a:extLst>
            </p:cNvPr>
            <p:cNvSpPr/>
            <p:nvPr/>
          </p:nvSpPr>
          <p:spPr>
            <a:xfrm>
              <a:off x="474286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2DAA7DAB-5F5C-F044-5279-3D36F364CB41}"/>
                </a:ext>
              </a:extLst>
            </p:cNvPr>
            <p:cNvSpPr/>
            <p:nvPr/>
          </p:nvSpPr>
          <p:spPr>
            <a:xfrm>
              <a:off x="4770675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34A58543-4D33-4B90-289E-5944C042D81F}"/>
                </a:ext>
              </a:extLst>
            </p:cNvPr>
            <p:cNvSpPr/>
            <p:nvPr/>
          </p:nvSpPr>
          <p:spPr>
            <a:xfrm>
              <a:off x="4783851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0D9A8AB-0361-C17E-DE85-49A799B2DA8D}"/>
                </a:ext>
              </a:extLst>
            </p:cNvPr>
            <p:cNvSpPr/>
            <p:nvPr/>
          </p:nvSpPr>
          <p:spPr>
            <a:xfrm>
              <a:off x="4808176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F9511EED-D0F3-CE9B-ED9E-43D38BBE5D64}"/>
                </a:ext>
              </a:extLst>
            </p:cNvPr>
            <p:cNvSpPr/>
            <p:nvPr/>
          </p:nvSpPr>
          <p:spPr>
            <a:xfrm>
              <a:off x="4743722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FCE721FD-1C21-CF67-0087-8DBC963915DC}"/>
                </a:ext>
              </a:extLst>
            </p:cNvPr>
            <p:cNvSpPr/>
            <p:nvPr/>
          </p:nvSpPr>
          <p:spPr>
            <a:xfrm>
              <a:off x="4771537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D9789284-3141-E5CA-AD17-2F3B46FF86D3}"/>
                </a:ext>
              </a:extLst>
            </p:cNvPr>
            <p:cNvSpPr/>
            <p:nvPr/>
          </p:nvSpPr>
          <p:spPr>
            <a:xfrm>
              <a:off x="4784713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6F1DB626-CAE9-99AF-A5DF-AFA2A533019C}"/>
                </a:ext>
              </a:extLst>
            </p:cNvPr>
            <p:cNvSpPr/>
            <p:nvPr/>
          </p:nvSpPr>
          <p:spPr>
            <a:xfrm>
              <a:off x="4809500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82410CF3-E44C-BA04-3863-FF3D850C3896}"/>
                </a:ext>
              </a:extLst>
            </p:cNvPr>
            <p:cNvSpPr/>
            <p:nvPr/>
          </p:nvSpPr>
          <p:spPr>
            <a:xfrm>
              <a:off x="474286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3865FD52-E6FE-F143-2A13-6ECA2FCDC029}"/>
                </a:ext>
              </a:extLst>
            </p:cNvPr>
            <p:cNvSpPr/>
            <p:nvPr/>
          </p:nvSpPr>
          <p:spPr>
            <a:xfrm>
              <a:off x="4770675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74181F2F-75A8-F847-72C2-31749EFADA77}"/>
                </a:ext>
              </a:extLst>
            </p:cNvPr>
            <p:cNvSpPr/>
            <p:nvPr/>
          </p:nvSpPr>
          <p:spPr>
            <a:xfrm>
              <a:off x="4782346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6FA783BC-AFDE-84AA-10E9-504FA120ED1E}"/>
                </a:ext>
              </a:extLst>
            </p:cNvPr>
            <p:cNvSpPr/>
            <p:nvPr/>
          </p:nvSpPr>
          <p:spPr>
            <a:xfrm>
              <a:off x="4808176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E13652FB-F12B-AB94-F317-230A458FE0E0}"/>
                </a:ext>
              </a:extLst>
            </p:cNvPr>
            <p:cNvSpPr/>
            <p:nvPr/>
          </p:nvSpPr>
          <p:spPr>
            <a:xfrm>
              <a:off x="469528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55788D7E-659D-1CD6-EFA1-D4774851EAE0}"/>
                </a:ext>
              </a:extLst>
            </p:cNvPr>
            <p:cNvSpPr/>
            <p:nvPr/>
          </p:nvSpPr>
          <p:spPr>
            <a:xfrm>
              <a:off x="468064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F19BA5AE-3492-A161-ECC6-FC6DEE865DA6}"/>
                </a:ext>
              </a:extLst>
            </p:cNvPr>
            <p:cNvSpPr/>
            <p:nvPr/>
          </p:nvSpPr>
          <p:spPr>
            <a:xfrm>
              <a:off x="469528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4FA82380-B657-57EE-0D12-35A72B359222}"/>
                </a:ext>
              </a:extLst>
            </p:cNvPr>
            <p:cNvSpPr/>
            <p:nvPr/>
          </p:nvSpPr>
          <p:spPr>
            <a:xfrm>
              <a:off x="468064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B948D933-542A-0E63-944B-D0B648F65427}"/>
                </a:ext>
              </a:extLst>
            </p:cNvPr>
            <p:cNvSpPr/>
            <p:nvPr/>
          </p:nvSpPr>
          <p:spPr>
            <a:xfrm>
              <a:off x="4874817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30" name="Freeform 229">
            <a:extLst>
              <a:ext uri="{FF2B5EF4-FFF2-40B4-BE49-F238E27FC236}">
                <a16:creationId xmlns:a16="http://schemas.microsoft.com/office/drawing/2014/main" id="{467D479C-40A2-025A-62FC-0A3C3CEEE3E3}"/>
              </a:ext>
            </a:extLst>
          </p:cNvPr>
          <p:cNvSpPr/>
          <p:nvPr/>
        </p:nvSpPr>
        <p:spPr>
          <a:xfrm>
            <a:off x="4731905" y="4561364"/>
            <a:ext cx="937407" cy="400986"/>
          </a:xfrm>
          <a:custGeom>
            <a:avLst/>
            <a:gdLst>
              <a:gd name="connsiteX0" fmla="*/ 0 w 937407"/>
              <a:gd name="connsiteY0" fmla="*/ 375545 h 400986"/>
              <a:gd name="connsiteX1" fmla="*/ 938 w 937407"/>
              <a:gd name="connsiteY1" fmla="*/ 375124 h 400986"/>
              <a:gd name="connsiteX2" fmla="*/ 1877 w 937407"/>
              <a:gd name="connsiteY2" fmla="*/ 374694 h 400986"/>
              <a:gd name="connsiteX3" fmla="*/ 2815 w 937407"/>
              <a:gd name="connsiteY3" fmla="*/ 374258 h 400986"/>
              <a:gd name="connsiteX4" fmla="*/ 3753 w 937407"/>
              <a:gd name="connsiteY4" fmla="*/ 373818 h 400986"/>
              <a:gd name="connsiteX5" fmla="*/ 4692 w 937407"/>
              <a:gd name="connsiteY5" fmla="*/ 373372 h 400986"/>
              <a:gd name="connsiteX6" fmla="*/ 5630 w 937407"/>
              <a:gd name="connsiteY6" fmla="*/ 372917 h 400986"/>
              <a:gd name="connsiteX7" fmla="*/ 6568 w 937407"/>
              <a:gd name="connsiteY7" fmla="*/ 372456 h 400986"/>
              <a:gd name="connsiteX8" fmla="*/ 7507 w 937407"/>
              <a:gd name="connsiteY8" fmla="*/ 371996 h 400986"/>
              <a:gd name="connsiteX9" fmla="*/ 8445 w 937407"/>
              <a:gd name="connsiteY9" fmla="*/ 371520 h 400986"/>
              <a:gd name="connsiteX10" fmla="*/ 9383 w 937407"/>
              <a:gd name="connsiteY10" fmla="*/ 371045 h 400986"/>
              <a:gd name="connsiteX11" fmla="*/ 10321 w 937407"/>
              <a:gd name="connsiteY11" fmla="*/ 370560 h 400986"/>
              <a:gd name="connsiteX12" fmla="*/ 11260 w 937407"/>
              <a:gd name="connsiteY12" fmla="*/ 370070 h 400986"/>
              <a:gd name="connsiteX13" fmla="*/ 12198 w 937407"/>
              <a:gd name="connsiteY13" fmla="*/ 369575 h 400986"/>
              <a:gd name="connsiteX14" fmla="*/ 13137 w 937407"/>
              <a:gd name="connsiteY14" fmla="*/ 369075 h 400986"/>
              <a:gd name="connsiteX15" fmla="*/ 14075 w 937407"/>
              <a:gd name="connsiteY15" fmla="*/ 368565 h 400986"/>
              <a:gd name="connsiteX16" fmla="*/ 15014 w 937407"/>
              <a:gd name="connsiteY16" fmla="*/ 368050 h 400986"/>
              <a:gd name="connsiteX17" fmla="*/ 15952 w 937407"/>
              <a:gd name="connsiteY17" fmla="*/ 367530 h 400986"/>
              <a:gd name="connsiteX18" fmla="*/ 16890 w 937407"/>
              <a:gd name="connsiteY18" fmla="*/ 367001 h 400986"/>
              <a:gd name="connsiteX19" fmla="*/ 17828 w 937407"/>
              <a:gd name="connsiteY19" fmla="*/ 366466 h 400986"/>
              <a:gd name="connsiteX20" fmla="*/ 18767 w 937407"/>
              <a:gd name="connsiteY20" fmla="*/ 365921 h 400986"/>
              <a:gd name="connsiteX21" fmla="*/ 19705 w 937407"/>
              <a:gd name="connsiteY21" fmla="*/ 365377 h 400986"/>
              <a:gd name="connsiteX22" fmla="*/ 20643 w 937407"/>
              <a:gd name="connsiteY22" fmla="*/ 364817 h 400986"/>
              <a:gd name="connsiteX23" fmla="*/ 21582 w 937407"/>
              <a:gd name="connsiteY23" fmla="*/ 364258 h 400986"/>
              <a:gd name="connsiteX24" fmla="*/ 22520 w 937407"/>
              <a:gd name="connsiteY24" fmla="*/ 363689 h 400986"/>
              <a:gd name="connsiteX25" fmla="*/ 23459 w 937407"/>
              <a:gd name="connsiteY25" fmla="*/ 363114 h 400986"/>
              <a:gd name="connsiteX26" fmla="*/ 24397 w 937407"/>
              <a:gd name="connsiteY26" fmla="*/ 362530 h 400986"/>
              <a:gd name="connsiteX27" fmla="*/ 25335 w 937407"/>
              <a:gd name="connsiteY27" fmla="*/ 361941 h 400986"/>
              <a:gd name="connsiteX28" fmla="*/ 26274 w 937407"/>
              <a:gd name="connsiteY28" fmla="*/ 361342 h 400986"/>
              <a:gd name="connsiteX29" fmla="*/ 27212 w 937407"/>
              <a:gd name="connsiteY29" fmla="*/ 360738 h 400986"/>
              <a:gd name="connsiteX30" fmla="*/ 28150 w 937407"/>
              <a:gd name="connsiteY30" fmla="*/ 360129 h 400986"/>
              <a:gd name="connsiteX31" fmla="*/ 29088 w 937407"/>
              <a:gd name="connsiteY31" fmla="*/ 359510 h 400986"/>
              <a:gd name="connsiteX32" fmla="*/ 30027 w 937407"/>
              <a:gd name="connsiteY32" fmla="*/ 358882 h 400986"/>
              <a:gd name="connsiteX33" fmla="*/ 30965 w 937407"/>
              <a:gd name="connsiteY33" fmla="*/ 358248 h 400986"/>
              <a:gd name="connsiteX34" fmla="*/ 31903 w 937407"/>
              <a:gd name="connsiteY34" fmla="*/ 357609 h 400986"/>
              <a:gd name="connsiteX35" fmla="*/ 32842 w 937407"/>
              <a:gd name="connsiteY35" fmla="*/ 356961 h 400986"/>
              <a:gd name="connsiteX36" fmla="*/ 33780 w 937407"/>
              <a:gd name="connsiteY36" fmla="*/ 356307 h 400986"/>
              <a:gd name="connsiteX37" fmla="*/ 34719 w 937407"/>
              <a:gd name="connsiteY37" fmla="*/ 355644 h 400986"/>
              <a:gd name="connsiteX38" fmla="*/ 35657 w 937407"/>
              <a:gd name="connsiteY38" fmla="*/ 354976 h 400986"/>
              <a:gd name="connsiteX39" fmla="*/ 36595 w 937407"/>
              <a:gd name="connsiteY39" fmla="*/ 354297 h 400986"/>
              <a:gd name="connsiteX40" fmla="*/ 37534 w 937407"/>
              <a:gd name="connsiteY40" fmla="*/ 353609 h 400986"/>
              <a:gd name="connsiteX41" fmla="*/ 38472 w 937407"/>
              <a:gd name="connsiteY41" fmla="*/ 352916 h 400986"/>
              <a:gd name="connsiteX42" fmla="*/ 39410 w 937407"/>
              <a:gd name="connsiteY42" fmla="*/ 352213 h 400986"/>
              <a:gd name="connsiteX43" fmla="*/ 40348 w 937407"/>
              <a:gd name="connsiteY43" fmla="*/ 351505 h 400986"/>
              <a:gd name="connsiteX44" fmla="*/ 41287 w 937407"/>
              <a:gd name="connsiteY44" fmla="*/ 350793 h 400986"/>
              <a:gd name="connsiteX45" fmla="*/ 42225 w 937407"/>
              <a:gd name="connsiteY45" fmla="*/ 350065 h 400986"/>
              <a:gd name="connsiteX46" fmla="*/ 43164 w 937407"/>
              <a:gd name="connsiteY46" fmla="*/ 349332 h 400986"/>
              <a:gd name="connsiteX47" fmla="*/ 44102 w 937407"/>
              <a:gd name="connsiteY47" fmla="*/ 348594 h 400986"/>
              <a:gd name="connsiteX48" fmla="*/ 45041 w 937407"/>
              <a:gd name="connsiteY48" fmla="*/ 347847 h 400986"/>
              <a:gd name="connsiteX49" fmla="*/ 45979 w 937407"/>
              <a:gd name="connsiteY49" fmla="*/ 347090 h 400986"/>
              <a:gd name="connsiteX50" fmla="*/ 46917 w 937407"/>
              <a:gd name="connsiteY50" fmla="*/ 346322 h 400986"/>
              <a:gd name="connsiteX51" fmla="*/ 47856 w 937407"/>
              <a:gd name="connsiteY51" fmla="*/ 345550 h 400986"/>
              <a:gd name="connsiteX52" fmla="*/ 48794 w 937407"/>
              <a:gd name="connsiteY52" fmla="*/ 344773 h 400986"/>
              <a:gd name="connsiteX53" fmla="*/ 49732 w 937407"/>
              <a:gd name="connsiteY53" fmla="*/ 343981 h 400986"/>
              <a:gd name="connsiteX54" fmla="*/ 50670 w 937407"/>
              <a:gd name="connsiteY54" fmla="*/ 343188 h 400986"/>
              <a:gd name="connsiteX55" fmla="*/ 51609 w 937407"/>
              <a:gd name="connsiteY55" fmla="*/ 342382 h 400986"/>
              <a:gd name="connsiteX56" fmla="*/ 52547 w 937407"/>
              <a:gd name="connsiteY56" fmla="*/ 341570 h 400986"/>
              <a:gd name="connsiteX57" fmla="*/ 53485 w 937407"/>
              <a:gd name="connsiteY57" fmla="*/ 340748 h 400986"/>
              <a:gd name="connsiteX58" fmla="*/ 54424 w 937407"/>
              <a:gd name="connsiteY58" fmla="*/ 339916 h 400986"/>
              <a:gd name="connsiteX59" fmla="*/ 55362 w 937407"/>
              <a:gd name="connsiteY59" fmla="*/ 339080 h 400986"/>
              <a:gd name="connsiteX60" fmla="*/ 56301 w 937407"/>
              <a:gd name="connsiteY60" fmla="*/ 338233 h 400986"/>
              <a:gd name="connsiteX61" fmla="*/ 57239 w 937407"/>
              <a:gd name="connsiteY61" fmla="*/ 337377 h 400986"/>
              <a:gd name="connsiteX62" fmla="*/ 58177 w 937407"/>
              <a:gd name="connsiteY62" fmla="*/ 336510 h 400986"/>
              <a:gd name="connsiteX63" fmla="*/ 59116 w 937407"/>
              <a:gd name="connsiteY63" fmla="*/ 335639 h 400986"/>
              <a:gd name="connsiteX64" fmla="*/ 60054 w 937407"/>
              <a:gd name="connsiteY64" fmla="*/ 334758 h 400986"/>
              <a:gd name="connsiteX65" fmla="*/ 60992 w 937407"/>
              <a:gd name="connsiteY65" fmla="*/ 333872 h 400986"/>
              <a:gd name="connsiteX66" fmla="*/ 61930 w 937407"/>
              <a:gd name="connsiteY66" fmla="*/ 332971 h 400986"/>
              <a:gd name="connsiteX67" fmla="*/ 62869 w 937407"/>
              <a:gd name="connsiteY67" fmla="*/ 332065 h 400986"/>
              <a:gd name="connsiteX68" fmla="*/ 63807 w 937407"/>
              <a:gd name="connsiteY68" fmla="*/ 331149 h 400986"/>
              <a:gd name="connsiteX69" fmla="*/ 64746 w 937407"/>
              <a:gd name="connsiteY69" fmla="*/ 330228 h 400986"/>
              <a:gd name="connsiteX70" fmla="*/ 65684 w 937407"/>
              <a:gd name="connsiteY70" fmla="*/ 329297 h 400986"/>
              <a:gd name="connsiteX71" fmla="*/ 66623 w 937407"/>
              <a:gd name="connsiteY71" fmla="*/ 328352 h 400986"/>
              <a:gd name="connsiteX72" fmla="*/ 67561 w 937407"/>
              <a:gd name="connsiteY72" fmla="*/ 327406 h 400986"/>
              <a:gd name="connsiteX73" fmla="*/ 68499 w 937407"/>
              <a:gd name="connsiteY73" fmla="*/ 326446 h 400986"/>
              <a:gd name="connsiteX74" fmla="*/ 69437 w 937407"/>
              <a:gd name="connsiteY74" fmla="*/ 325480 h 400986"/>
              <a:gd name="connsiteX75" fmla="*/ 70376 w 937407"/>
              <a:gd name="connsiteY75" fmla="*/ 324505 h 400986"/>
              <a:gd name="connsiteX76" fmla="*/ 71314 w 937407"/>
              <a:gd name="connsiteY76" fmla="*/ 323520 h 400986"/>
              <a:gd name="connsiteX77" fmla="*/ 72252 w 937407"/>
              <a:gd name="connsiteY77" fmla="*/ 322525 h 400986"/>
              <a:gd name="connsiteX78" fmla="*/ 73191 w 937407"/>
              <a:gd name="connsiteY78" fmla="*/ 321525 h 400986"/>
              <a:gd name="connsiteX79" fmla="*/ 74129 w 937407"/>
              <a:gd name="connsiteY79" fmla="*/ 320510 h 400986"/>
              <a:gd name="connsiteX80" fmla="*/ 75067 w 937407"/>
              <a:gd name="connsiteY80" fmla="*/ 319490 h 400986"/>
              <a:gd name="connsiteX81" fmla="*/ 76006 w 937407"/>
              <a:gd name="connsiteY81" fmla="*/ 318460 h 400986"/>
              <a:gd name="connsiteX82" fmla="*/ 76944 w 937407"/>
              <a:gd name="connsiteY82" fmla="*/ 317426 h 400986"/>
              <a:gd name="connsiteX83" fmla="*/ 77883 w 937407"/>
              <a:gd name="connsiteY83" fmla="*/ 316381 h 400986"/>
              <a:gd name="connsiteX84" fmla="*/ 78821 w 937407"/>
              <a:gd name="connsiteY84" fmla="*/ 315322 h 400986"/>
              <a:gd name="connsiteX85" fmla="*/ 79759 w 937407"/>
              <a:gd name="connsiteY85" fmla="*/ 314257 h 400986"/>
              <a:gd name="connsiteX86" fmla="*/ 80697 w 937407"/>
              <a:gd name="connsiteY86" fmla="*/ 313188 h 400986"/>
              <a:gd name="connsiteX87" fmla="*/ 81636 w 937407"/>
              <a:gd name="connsiteY87" fmla="*/ 312104 h 400986"/>
              <a:gd name="connsiteX88" fmla="*/ 82574 w 937407"/>
              <a:gd name="connsiteY88" fmla="*/ 311015 h 400986"/>
              <a:gd name="connsiteX89" fmla="*/ 83512 w 937407"/>
              <a:gd name="connsiteY89" fmla="*/ 309916 h 400986"/>
              <a:gd name="connsiteX90" fmla="*/ 84451 w 937407"/>
              <a:gd name="connsiteY90" fmla="*/ 308807 h 400986"/>
              <a:gd name="connsiteX91" fmla="*/ 85389 w 937407"/>
              <a:gd name="connsiteY91" fmla="*/ 307688 h 400986"/>
              <a:gd name="connsiteX92" fmla="*/ 86328 w 937407"/>
              <a:gd name="connsiteY92" fmla="*/ 306564 h 400986"/>
              <a:gd name="connsiteX93" fmla="*/ 87266 w 937407"/>
              <a:gd name="connsiteY93" fmla="*/ 305426 h 400986"/>
              <a:gd name="connsiteX94" fmla="*/ 88205 w 937407"/>
              <a:gd name="connsiteY94" fmla="*/ 304282 h 400986"/>
              <a:gd name="connsiteX95" fmla="*/ 89143 w 937407"/>
              <a:gd name="connsiteY95" fmla="*/ 303129 h 400986"/>
              <a:gd name="connsiteX96" fmla="*/ 90081 w 937407"/>
              <a:gd name="connsiteY96" fmla="*/ 301970 h 400986"/>
              <a:gd name="connsiteX97" fmla="*/ 91019 w 937407"/>
              <a:gd name="connsiteY97" fmla="*/ 300797 h 400986"/>
              <a:gd name="connsiteX98" fmla="*/ 91958 w 937407"/>
              <a:gd name="connsiteY98" fmla="*/ 299619 h 400986"/>
              <a:gd name="connsiteX99" fmla="*/ 92896 w 937407"/>
              <a:gd name="connsiteY99" fmla="*/ 298431 h 400986"/>
              <a:gd name="connsiteX100" fmla="*/ 93834 w 937407"/>
              <a:gd name="connsiteY100" fmla="*/ 297237 h 400986"/>
              <a:gd name="connsiteX101" fmla="*/ 94773 w 937407"/>
              <a:gd name="connsiteY101" fmla="*/ 296030 h 400986"/>
              <a:gd name="connsiteX102" fmla="*/ 95711 w 937407"/>
              <a:gd name="connsiteY102" fmla="*/ 294817 h 400986"/>
              <a:gd name="connsiteX103" fmla="*/ 96649 w 937407"/>
              <a:gd name="connsiteY103" fmla="*/ 293594 h 400986"/>
              <a:gd name="connsiteX104" fmla="*/ 97588 w 937407"/>
              <a:gd name="connsiteY104" fmla="*/ 292361 h 400986"/>
              <a:gd name="connsiteX105" fmla="*/ 98526 w 937407"/>
              <a:gd name="connsiteY105" fmla="*/ 291119 h 400986"/>
              <a:gd name="connsiteX106" fmla="*/ 99465 w 937407"/>
              <a:gd name="connsiteY106" fmla="*/ 289871 h 400986"/>
              <a:gd name="connsiteX107" fmla="*/ 100403 w 937407"/>
              <a:gd name="connsiteY107" fmla="*/ 288614 h 400986"/>
              <a:gd name="connsiteX108" fmla="*/ 101341 w 937407"/>
              <a:gd name="connsiteY108" fmla="*/ 287346 h 400986"/>
              <a:gd name="connsiteX109" fmla="*/ 102279 w 937407"/>
              <a:gd name="connsiteY109" fmla="*/ 286074 h 400986"/>
              <a:gd name="connsiteX110" fmla="*/ 103218 w 937407"/>
              <a:gd name="connsiteY110" fmla="*/ 284792 h 400986"/>
              <a:gd name="connsiteX111" fmla="*/ 104156 w 937407"/>
              <a:gd name="connsiteY111" fmla="*/ 283500 h 400986"/>
              <a:gd name="connsiteX112" fmla="*/ 105094 w 937407"/>
              <a:gd name="connsiteY112" fmla="*/ 282198 h 400986"/>
              <a:gd name="connsiteX113" fmla="*/ 106033 w 937407"/>
              <a:gd name="connsiteY113" fmla="*/ 280891 h 400986"/>
              <a:gd name="connsiteX114" fmla="*/ 106971 w 937407"/>
              <a:gd name="connsiteY114" fmla="*/ 279569 h 400986"/>
              <a:gd name="connsiteX115" fmla="*/ 107910 w 937407"/>
              <a:gd name="connsiteY115" fmla="*/ 278247 h 400986"/>
              <a:gd name="connsiteX116" fmla="*/ 108848 w 937407"/>
              <a:gd name="connsiteY116" fmla="*/ 276911 h 400986"/>
              <a:gd name="connsiteX117" fmla="*/ 109786 w 937407"/>
              <a:gd name="connsiteY117" fmla="*/ 275569 h 400986"/>
              <a:gd name="connsiteX118" fmla="*/ 110725 w 937407"/>
              <a:gd name="connsiteY118" fmla="*/ 274217 h 400986"/>
              <a:gd name="connsiteX119" fmla="*/ 111663 w 937407"/>
              <a:gd name="connsiteY119" fmla="*/ 272861 h 400986"/>
              <a:gd name="connsiteX120" fmla="*/ 112601 w 937407"/>
              <a:gd name="connsiteY120" fmla="*/ 271495 h 400986"/>
              <a:gd name="connsiteX121" fmla="*/ 113539 w 937407"/>
              <a:gd name="connsiteY121" fmla="*/ 270118 h 400986"/>
              <a:gd name="connsiteX122" fmla="*/ 114478 w 937407"/>
              <a:gd name="connsiteY122" fmla="*/ 268737 h 400986"/>
              <a:gd name="connsiteX123" fmla="*/ 115416 w 937407"/>
              <a:gd name="connsiteY123" fmla="*/ 267346 h 400986"/>
              <a:gd name="connsiteX124" fmla="*/ 116355 w 937407"/>
              <a:gd name="connsiteY124" fmla="*/ 265945 h 400986"/>
              <a:gd name="connsiteX125" fmla="*/ 117293 w 937407"/>
              <a:gd name="connsiteY125" fmla="*/ 264539 h 400986"/>
              <a:gd name="connsiteX126" fmla="*/ 118232 w 937407"/>
              <a:gd name="connsiteY126" fmla="*/ 263128 h 400986"/>
              <a:gd name="connsiteX127" fmla="*/ 119170 w 937407"/>
              <a:gd name="connsiteY127" fmla="*/ 261702 h 400986"/>
              <a:gd name="connsiteX128" fmla="*/ 120108 w 937407"/>
              <a:gd name="connsiteY128" fmla="*/ 260272 h 400986"/>
              <a:gd name="connsiteX129" fmla="*/ 121047 w 937407"/>
              <a:gd name="connsiteY129" fmla="*/ 258836 h 400986"/>
              <a:gd name="connsiteX130" fmla="*/ 121985 w 937407"/>
              <a:gd name="connsiteY130" fmla="*/ 257390 h 400986"/>
              <a:gd name="connsiteX131" fmla="*/ 122923 w 937407"/>
              <a:gd name="connsiteY131" fmla="*/ 255940 h 400986"/>
              <a:gd name="connsiteX132" fmla="*/ 123861 w 937407"/>
              <a:gd name="connsiteY132" fmla="*/ 254480 h 400986"/>
              <a:gd name="connsiteX133" fmla="*/ 124800 w 937407"/>
              <a:gd name="connsiteY133" fmla="*/ 253009 h 400986"/>
              <a:gd name="connsiteX134" fmla="*/ 125738 w 937407"/>
              <a:gd name="connsiteY134" fmla="*/ 251534 h 400986"/>
              <a:gd name="connsiteX135" fmla="*/ 126676 w 937407"/>
              <a:gd name="connsiteY135" fmla="*/ 250054 h 400986"/>
              <a:gd name="connsiteX136" fmla="*/ 127615 w 937407"/>
              <a:gd name="connsiteY136" fmla="*/ 248564 h 400986"/>
              <a:gd name="connsiteX137" fmla="*/ 128553 w 937407"/>
              <a:gd name="connsiteY137" fmla="*/ 247069 h 400986"/>
              <a:gd name="connsiteX138" fmla="*/ 129492 w 937407"/>
              <a:gd name="connsiteY138" fmla="*/ 245569 h 400986"/>
              <a:gd name="connsiteX139" fmla="*/ 130430 w 937407"/>
              <a:gd name="connsiteY139" fmla="*/ 244059 h 400986"/>
              <a:gd name="connsiteX140" fmla="*/ 131368 w 937407"/>
              <a:gd name="connsiteY140" fmla="*/ 242539 h 400986"/>
              <a:gd name="connsiteX141" fmla="*/ 132307 w 937407"/>
              <a:gd name="connsiteY141" fmla="*/ 241014 h 400986"/>
              <a:gd name="connsiteX142" fmla="*/ 133245 w 937407"/>
              <a:gd name="connsiteY142" fmla="*/ 239484 h 400986"/>
              <a:gd name="connsiteX143" fmla="*/ 134183 w 937407"/>
              <a:gd name="connsiteY143" fmla="*/ 237950 h 400986"/>
              <a:gd name="connsiteX144" fmla="*/ 135121 w 937407"/>
              <a:gd name="connsiteY144" fmla="*/ 236405 h 400986"/>
              <a:gd name="connsiteX145" fmla="*/ 136060 w 937407"/>
              <a:gd name="connsiteY145" fmla="*/ 234856 h 400986"/>
              <a:gd name="connsiteX146" fmla="*/ 136998 w 937407"/>
              <a:gd name="connsiteY146" fmla="*/ 233301 h 400986"/>
              <a:gd name="connsiteX147" fmla="*/ 137937 w 937407"/>
              <a:gd name="connsiteY147" fmla="*/ 231739 h 400986"/>
              <a:gd name="connsiteX148" fmla="*/ 138875 w 937407"/>
              <a:gd name="connsiteY148" fmla="*/ 230170 h 400986"/>
              <a:gd name="connsiteX149" fmla="*/ 139814 w 937407"/>
              <a:gd name="connsiteY149" fmla="*/ 228597 h 400986"/>
              <a:gd name="connsiteX150" fmla="*/ 140752 w 937407"/>
              <a:gd name="connsiteY150" fmla="*/ 227016 h 400986"/>
              <a:gd name="connsiteX151" fmla="*/ 141690 w 937407"/>
              <a:gd name="connsiteY151" fmla="*/ 225431 h 400986"/>
              <a:gd name="connsiteX152" fmla="*/ 142628 w 937407"/>
              <a:gd name="connsiteY152" fmla="*/ 223839 h 400986"/>
              <a:gd name="connsiteX153" fmla="*/ 143567 w 937407"/>
              <a:gd name="connsiteY153" fmla="*/ 222243 h 400986"/>
              <a:gd name="connsiteX154" fmla="*/ 144505 w 937407"/>
              <a:gd name="connsiteY154" fmla="*/ 220640 h 400986"/>
              <a:gd name="connsiteX155" fmla="*/ 145443 w 937407"/>
              <a:gd name="connsiteY155" fmla="*/ 219032 h 400986"/>
              <a:gd name="connsiteX156" fmla="*/ 146382 w 937407"/>
              <a:gd name="connsiteY156" fmla="*/ 217419 h 400986"/>
              <a:gd name="connsiteX157" fmla="*/ 147320 w 937407"/>
              <a:gd name="connsiteY157" fmla="*/ 215801 h 400986"/>
              <a:gd name="connsiteX158" fmla="*/ 148258 w 937407"/>
              <a:gd name="connsiteY158" fmla="*/ 214178 h 400986"/>
              <a:gd name="connsiteX159" fmla="*/ 149197 w 937407"/>
              <a:gd name="connsiteY159" fmla="*/ 212550 h 400986"/>
              <a:gd name="connsiteX160" fmla="*/ 150135 w 937407"/>
              <a:gd name="connsiteY160" fmla="*/ 210917 h 400986"/>
              <a:gd name="connsiteX161" fmla="*/ 151074 w 937407"/>
              <a:gd name="connsiteY161" fmla="*/ 209280 h 400986"/>
              <a:gd name="connsiteX162" fmla="*/ 152012 w 937407"/>
              <a:gd name="connsiteY162" fmla="*/ 207638 h 400986"/>
              <a:gd name="connsiteX163" fmla="*/ 152950 w 937407"/>
              <a:gd name="connsiteY163" fmla="*/ 205991 h 400986"/>
              <a:gd name="connsiteX164" fmla="*/ 153888 w 937407"/>
              <a:gd name="connsiteY164" fmla="*/ 204341 h 400986"/>
              <a:gd name="connsiteX165" fmla="*/ 154827 w 937407"/>
              <a:gd name="connsiteY165" fmla="*/ 202686 h 400986"/>
              <a:gd name="connsiteX166" fmla="*/ 155765 w 937407"/>
              <a:gd name="connsiteY166" fmla="*/ 201027 h 400986"/>
              <a:gd name="connsiteX167" fmla="*/ 156703 w 937407"/>
              <a:gd name="connsiteY167" fmla="*/ 199365 h 400986"/>
              <a:gd name="connsiteX168" fmla="*/ 157642 w 937407"/>
              <a:gd name="connsiteY168" fmla="*/ 197698 h 400986"/>
              <a:gd name="connsiteX169" fmla="*/ 158580 w 937407"/>
              <a:gd name="connsiteY169" fmla="*/ 196028 h 400986"/>
              <a:gd name="connsiteX170" fmla="*/ 159519 w 937407"/>
              <a:gd name="connsiteY170" fmla="*/ 194355 h 400986"/>
              <a:gd name="connsiteX171" fmla="*/ 160457 w 937407"/>
              <a:gd name="connsiteY171" fmla="*/ 192678 h 400986"/>
              <a:gd name="connsiteX172" fmla="*/ 161395 w 937407"/>
              <a:gd name="connsiteY172" fmla="*/ 190998 h 400986"/>
              <a:gd name="connsiteX173" fmla="*/ 162334 w 937407"/>
              <a:gd name="connsiteY173" fmla="*/ 189315 h 400986"/>
              <a:gd name="connsiteX174" fmla="*/ 163272 w 937407"/>
              <a:gd name="connsiteY174" fmla="*/ 187629 h 400986"/>
              <a:gd name="connsiteX175" fmla="*/ 164210 w 937407"/>
              <a:gd name="connsiteY175" fmla="*/ 185940 h 400986"/>
              <a:gd name="connsiteX176" fmla="*/ 165149 w 937407"/>
              <a:gd name="connsiteY176" fmla="*/ 184249 h 400986"/>
              <a:gd name="connsiteX177" fmla="*/ 166087 w 937407"/>
              <a:gd name="connsiteY177" fmla="*/ 182555 h 400986"/>
              <a:gd name="connsiteX178" fmla="*/ 167025 w 937407"/>
              <a:gd name="connsiteY178" fmla="*/ 180858 h 400986"/>
              <a:gd name="connsiteX179" fmla="*/ 167964 w 937407"/>
              <a:gd name="connsiteY179" fmla="*/ 179160 h 400986"/>
              <a:gd name="connsiteX180" fmla="*/ 168902 w 937407"/>
              <a:gd name="connsiteY180" fmla="*/ 177460 h 400986"/>
              <a:gd name="connsiteX181" fmla="*/ 169840 w 937407"/>
              <a:gd name="connsiteY181" fmla="*/ 175757 h 400986"/>
              <a:gd name="connsiteX182" fmla="*/ 170779 w 937407"/>
              <a:gd name="connsiteY182" fmla="*/ 174053 h 400986"/>
              <a:gd name="connsiteX183" fmla="*/ 171717 w 937407"/>
              <a:gd name="connsiteY183" fmla="*/ 172348 h 400986"/>
              <a:gd name="connsiteX184" fmla="*/ 172656 w 937407"/>
              <a:gd name="connsiteY184" fmla="*/ 170641 h 400986"/>
              <a:gd name="connsiteX185" fmla="*/ 173594 w 937407"/>
              <a:gd name="connsiteY185" fmla="*/ 168933 h 400986"/>
              <a:gd name="connsiteX186" fmla="*/ 174532 w 937407"/>
              <a:gd name="connsiteY186" fmla="*/ 167224 h 400986"/>
              <a:gd name="connsiteX187" fmla="*/ 175470 w 937407"/>
              <a:gd name="connsiteY187" fmla="*/ 165514 h 400986"/>
              <a:gd name="connsiteX188" fmla="*/ 176409 w 937407"/>
              <a:gd name="connsiteY188" fmla="*/ 163803 h 400986"/>
              <a:gd name="connsiteX189" fmla="*/ 177347 w 937407"/>
              <a:gd name="connsiteY189" fmla="*/ 162091 h 400986"/>
              <a:gd name="connsiteX190" fmla="*/ 178285 w 937407"/>
              <a:gd name="connsiteY190" fmla="*/ 160379 h 400986"/>
              <a:gd name="connsiteX191" fmla="*/ 179224 w 937407"/>
              <a:gd name="connsiteY191" fmla="*/ 158667 h 400986"/>
              <a:gd name="connsiteX192" fmla="*/ 180162 w 937407"/>
              <a:gd name="connsiteY192" fmla="*/ 156955 h 400986"/>
              <a:gd name="connsiteX193" fmla="*/ 181101 w 937407"/>
              <a:gd name="connsiteY193" fmla="*/ 155242 h 400986"/>
              <a:gd name="connsiteX194" fmla="*/ 182039 w 937407"/>
              <a:gd name="connsiteY194" fmla="*/ 153530 h 400986"/>
              <a:gd name="connsiteX195" fmla="*/ 182977 w 937407"/>
              <a:gd name="connsiteY195" fmla="*/ 151819 h 400986"/>
              <a:gd name="connsiteX196" fmla="*/ 183916 w 937407"/>
              <a:gd name="connsiteY196" fmla="*/ 150108 h 400986"/>
              <a:gd name="connsiteX197" fmla="*/ 184854 w 937407"/>
              <a:gd name="connsiteY197" fmla="*/ 148398 h 400986"/>
              <a:gd name="connsiteX198" fmla="*/ 185792 w 937407"/>
              <a:gd name="connsiteY198" fmla="*/ 146689 h 400986"/>
              <a:gd name="connsiteX199" fmla="*/ 186730 w 937407"/>
              <a:gd name="connsiteY199" fmla="*/ 144981 h 400986"/>
              <a:gd name="connsiteX200" fmla="*/ 187669 w 937407"/>
              <a:gd name="connsiteY200" fmla="*/ 143274 h 400986"/>
              <a:gd name="connsiteX201" fmla="*/ 188607 w 937407"/>
              <a:gd name="connsiteY201" fmla="*/ 141568 h 400986"/>
              <a:gd name="connsiteX202" fmla="*/ 189546 w 937407"/>
              <a:gd name="connsiteY202" fmla="*/ 139865 h 400986"/>
              <a:gd name="connsiteX203" fmla="*/ 190484 w 937407"/>
              <a:gd name="connsiteY203" fmla="*/ 138163 h 400986"/>
              <a:gd name="connsiteX204" fmla="*/ 191422 w 937407"/>
              <a:gd name="connsiteY204" fmla="*/ 136463 h 400986"/>
              <a:gd name="connsiteX205" fmla="*/ 192361 w 937407"/>
              <a:gd name="connsiteY205" fmla="*/ 134766 h 400986"/>
              <a:gd name="connsiteX206" fmla="*/ 193299 w 937407"/>
              <a:gd name="connsiteY206" fmla="*/ 133070 h 400986"/>
              <a:gd name="connsiteX207" fmla="*/ 194237 w 937407"/>
              <a:gd name="connsiteY207" fmla="*/ 131378 h 400986"/>
              <a:gd name="connsiteX208" fmla="*/ 195176 w 937407"/>
              <a:gd name="connsiteY208" fmla="*/ 129688 h 400986"/>
              <a:gd name="connsiteX209" fmla="*/ 196114 w 937407"/>
              <a:gd name="connsiteY209" fmla="*/ 128001 h 400986"/>
              <a:gd name="connsiteX210" fmla="*/ 197052 w 937407"/>
              <a:gd name="connsiteY210" fmla="*/ 126317 h 400986"/>
              <a:gd name="connsiteX211" fmla="*/ 197991 w 937407"/>
              <a:gd name="connsiteY211" fmla="*/ 124637 h 400986"/>
              <a:gd name="connsiteX212" fmla="*/ 198929 w 937407"/>
              <a:gd name="connsiteY212" fmla="*/ 122960 h 400986"/>
              <a:gd name="connsiteX213" fmla="*/ 199867 w 937407"/>
              <a:gd name="connsiteY213" fmla="*/ 121286 h 400986"/>
              <a:gd name="connsiteX214" fmla="*/ 200806 w 937407"/>
              <a:gd name="connsiteY214" fmla="*/ 119617 h 400986"/>
              <a:gd name="connsiteX215" fmla="*/ 201744 w 937407"/>
              <a:gd name="connsiteY215" fmla="*/ 117952 h 400986"/>
              <a:gd name="connsiteX216" fmla="*/ 202683 w 937407"/>
              <a:gd name="connsiteY216" fmla="*/ 116290 h 400986"/>
              <a:gd name="connsiteX217" fmla="*/ 203621 w 937407"/>
              <a:gd name="connsiteY217" fmla="*/ 114634 h 400986"/>
              <a:gd name="connsiteX218" fmla="*/ 204559 w 937407"/>
              <a:gd name="connsiteY218" fmla="*/ 112982 h 400986"/>
              <a:gd name="connsiteX219" fmla="*/ 205498 w 937407"/>
              <a:gd name="connsiteY219" fmla="*/ 111335 h 400986"/>
              <a:gd name="connsiteX220" fmla="*/ 206436 w 937407"/>
              <a:gd name="connsiteY220" fmla="*/ 109692 h 400986"/>
              <a:gd name="connsiteX221" fmla="*/ 207374 w 937407"/>
              <a:gd name="connsiteY221" fmla="*/ 108056 h 400986"/>
              <a:gd name="connsiteX222" fmla="*/ 208312 w 937407"/>
              <a:gd name="connsiteY222" fmla="*/ 106424 h 400986"/>
              <a:gd name="connsiteX223" fmla="*/ 209251 w 937407"/>
              <a:gd name="connsiteY223" fmla="*/ 104798 h 400986"/>
              <a:gd name="connsiteX224" fmla="*/ 210189 w 937407"/>
              <a:gd name="connsiteY224" fmla="*/ 103178 h 400986"/>
              <a:gd name="connsiteX225" fmla="*/ 211128 w 937407"/>
              <a:gd name="connsiteY225" fmla="*/ 101564 h 400986"/>
              <a:gd name="connsiteX226" fmla="*/ 212066 w 937407"/>
              <a:gd name="connsiteY226" fmla="*/ 99956 h 400986"/>
              <a:gd name="connsiteX227" fmla="*/ 213004 w 937407"/>
              <a:gd name="connsiteY227" fmla="*/ 98354 h 400986"/>
              <a:gd name="connsiteX228" fmla="*/ 213943 w 937407"/>
              <a:gd name="connsiteY228" fmla="*/ 96759 h 400986"/>
              <a:gd name="connsiteX229" fmla="*/ 214881 w 937407"/>
              <a:gd name="connsiteY229" fmla="*/ 95170 h 400986"/>
              <a:gd name="connsiteX230" fmla="*/ 215819 w 937407"/>
              <a:gd name="connsiteY230" fmla="*/ 93589 h 400986"/>
              <a:gd name="connsiteX231" fmla="*/ 216758 w 937407"/>
              <a:gd name="connsiteY231" fmla="*/ 92015 h 400986"/>
              <a:gd name="connsiteX232" fmla="*/ 217696 w 937407"/>
              <a:gd name="connsiteY232" fmla="*/ 90448 h 400986"/>
              <a:gd name="connsiteX233" fmla="*/ 218634 w 937407"/>
              <a:gd name="connsiteY233" fmla="*/ 88888 h 400986"/>
              <a:gd name="connsiteX234" fmla="*/ 219573 w 937407"/>
              <a:gd name="connsiteY234" fmla="*/ 87337 h 400986"/>
              <a:gd name="connsiteX235" fmla="*/ 220511 w 937407"/>
              <a:gd name="connsiteY235" fmla="*/ 85793 h 400986"/>
              <a:gd name="connsiteX236" fmla="*/ 221449 w 937407"/>
              <a:gd name="connsiteY236" fmla="*/ 84257 h 400986"/>
              <a:gd name="connsiteX237" fmla="*/ 222388 w 937407"/>
              <a:gd name="connsiteY237" fmla="*/ 82730 h 400986"/>
              <a:gd name="connsiteX238" fmla="*/ 223326 w 937407"/>
              <a:gd name="connsiteY238" fmla="*/ 81211 h 400986"/>
              <a:gd name="connsiteX239" fmla="*/ 224265 w 937407"/>
              <a:gd name="connsiteY239" fmla="*/ 79700 h 400986"/>
              <a:gd name="connsiteX240" fmla="*/ 225203 w 937407"/>
              <a:gd name="connsiteY240" fmla="*/ 78199 h 400986"/>
              <a:gd name="connsiteX241" fmla="*/ 226141 w 937407"/>
              <a:gd name="connsiteY241" fmla="*/ 76707 h 400986"/>
              <a:gd name="connsiteX242" fmla="*/ 227079 w 937407"/>
              <a:gd name="connsiteY242" fmla="*/ 75224 h 400986"/>
              <a:gd name="connsiteX243" fmla="*/ 228018 w 937407"/>
              <a:gd name="connsiteY243" fmla="*/ 73750 h 400986"/>
              <a:gd name="connsiteX244" fmla="*/ 228956 w 937407"/>
              <a:gd name="connsiteY244" fmla="*/ 72286 h 400986"/>
              <a:gd name="connsiteX245" fmla="*/ 229894 w 937407"/>
              <a:gd name="connsiteY245" fmla="*/ 70832 h 400986"/>
              <a:gd name="connsiteX246" fmla="*/ 230833 w 937407"/>
              <a:gd name="connsiteY246" fmla="*/ 69387 h 400986"/>
              <a:gd name="connsiteX247" fmla="*/ 231771 w 937407"/>
              <a:gd name="connsiteY247" fmla="*/ 67954 h 400986"/>
              <a:gd name="connsiteX248" fmla="*/ 232710 w 937407"/>
              <a:gd name="connsiteY248" fmla="*/ 66530 h 400986"/>
              <a:gd name="connsiteX249" fmla="*/ 233648 w 937407"/>
              <a:gd name="connsiteY249" fmla="*/ 65117 h 400986"/>
              <a:gd name="connsiteX250" fmla="*/ 234586 w 937407"/>
              <a:gd name="connsiteY250" fmla="*/ 63715 h 400986"/>
              <a:gd name="connsiteX251" fmla="*/ 235525 w 937407"/>
              <a:gd name="connsiteY251" fmla="*/ 62323 h 400986"/>
              <a:gd name="connsiteX252" fmla="*/ 236463 w 937407"/>
              <a:gd name="connsiteY252" fmla="*/ 60943 h 400986"/>
              <a:gd name="connsiteX253" fmla="*/ 237401 w 937407"/>
              <a:gd name="connsiteY253" fmla="*/ 59574 h 400986"/>
              <a:gd name="connsiteX254" fmla="*/ 238339 w 937407"/>
              <a:gd name="connsiteY254" fmla="*/ 58216 h 400986"/>
              <a:gd name="connsiteX255" fmla="*/ 239278 w 937407"/>
              <a:gd name="connsiteY255" fmla="*/ 56870 h 400986"/>
              <a:gd name="connsiteX256" fmla="*/ 240216 w 937407"/>
              <a:gd name="connsiteY256" fmla="*/ 55536 h 400986"/>
              <a:gd name="connsiteX257" fmla="*/ 241155 w 937407"/>
              <a:gd name="connsiteY257" fmla="*/ 54214 h 400986"/>
              <a:gd name="connsiteX258" fmla="*/ 242093 w 937407"/>
              <a:gd name="connsiteY258" fmla="*/ 52905 h 400986"/>
              <a:gd name="connsiteX259" fmla="*/ 243031 w 937407"/>
              <a:gd name="connsiteY259" fmla="*/ 51607 h 400986"/>
              <a:gd name="connsiteX260" fmla="*/ 243970 w 937407"/>
              <a:gd name="connsiteY260" fmla="*/ 50322 h 400986"/>
              <a:gd name="connsiteX261" fmla="*/ 244908 w 937407"/>
              <a:gd name="connsiteY261" fmla="*/ 49050 h 400986"/>
              <a:gd name="connsiteX262" fmla="*/ 245846 w 937407"/>
              <a:gd name="connsiteY262" fmla="*/ 47791 h 400986"/>
              <a:gd name="connsiteX263" fmla="*/ 246785 w 937407"/>
              <a:gd name="connsiteY263" fmla="*/ 46545 h 400986"/>
              <a:gd name="connsiteX264" fmla="*/ 247723 w 937407"/>
              <a:gd name="connsiteY264" fmla="*/ 45312 h 400986"/>
              <a:gd name="connsiteX265" fmla="*/ 248661 w 937407"/>
              <a:gd name="connsiteY265" fmla="*/ 44092 h 400986"/>
              <a:gd name="connsiteX266" fmla="*/ 249600 w 937407"/>
              <a:gd name="connsiteY266" fmla="*/ 42886 h 400986"/>
              <a:gd name="connsiteX267" fmla="*/ 250538 w 937407"/>
              <a:gd name="connsiteY267" fmla="*/ 41694 h 400986"/>
              <a:gd name="connsiteX268" fmla="*/ 251476 w 937407"/>
              <a:gd name="connsiteY268" fmla="*/ 40516 h 400986"/>
              <a:gd name="connsiteX269" fmla="*/ 252415 w 937407"/>
              <a:gd name="connsiteY269" fmla="*/ 39351 h 400986"/>
              <a:gd name="connsiteX270" fmla="*/ 253353 w 937407"/>
              <a:gd name="connsiteY270" fmla="*/ 38201 h 400986"/>
              <a:gd name="connsiteX271" fmla="*/ 254292 w 937407"/>
              <a:gd name="connsiteY271" fmla="*/ 37065 h 400986"/>
              <a:gd name="connsiteX272" fmla="*/ 255230 w 937407"/>
              <a:gd name="connsiteY272" fmla="*/ 35944 h 400986"/>
              <a:gd name="connsiteX273" fmla="*/ 256168 w 937407"/>
              <a:gd name="connsiteY273" fmla="*/ 34838 h 400986"/>
              <a:gd name="connsiteX274" fmla="*/ 257107 w 937407"/>
              <a:gd name="connsiteY274" fmla="*/ 33746 h 400986"/>
              <a:gd name="connsiteX275" fmla="*/ 258045 w 937407"/>
              <a:gd name="connsiteY275" fmla="*/ 32670 h 400986"/>
              <a:gd name="connsiteX276" fmla="*/ 258983 w 937407"/>
              <a:gd name="connsiteY276" fmla="*/ 31608 h 400986"/>
              <a:gd name="connsiteX277" fmla="*/ 259921 w 937407"/>
              <a:gd name="connsiteY277" fmla="*/ 30562 h 400986"/>
              <a:gd name="connsiteX278" fmla="*/ 260860 w 937407"/>
              <a:gd name="connsiteY278" fmla="*/ 29531 h 400986"/>
              <a:gd name="connsiteX279" fmla="*/ 261798 w 937407"/>
              <a:gd name="connsiteY279" fmla="*/ 28516 h 400986"/>
              <a:gd name="connsiteX280" fmla="*/ 262737 w 937407"/>
              <a:gd name="connsiteY280" fmla="*/ 27517 h 400986"/>
              <a:gd name="connsiteX281" fmla="*/ 263675 w 937407"/>
              <a:gd name="connsiteY281" fmla="*/ 26533 h 400986"/>
              <a:gd name="connsiteX282" fmla="*/ 264613 w 937407"/>
              <a:gd name="connsiteY282" fmla="*/ 25566 h 400986"/>
              <a:gd name="connsiteX283" fmla="*/ 265552 w 937407"/>
              <a:gd name="connsiteY283" fmla="*/ 24614 h 400986"/>
              <a:gd name="connsiteX284" fmla="*/ 266490 w 937407"/>
              <a:gd name="connsiteY284" fmla="*/ 23679 h 400986"/>
              <a:gd name="connsiteX285" fmla="*/ 267428 w 937407"/>
              <a:gd name="connsiteY285" fmla="*/ 22761 h 400986"/>
              <a:gd name="connsiteX286" fmla="*/ 268367 w 937407"/>
              <a:gd name="connsiteY286" fmla="*/ 21859 h 400986"/>
              <a:gd name="connsiteX287" fmla="*/ 269305 w 937407"/>
              <a:gd name="connsiteY287" fmla="*/ 20973 h 400986"/>
              <a:gd name="connsiteX288" fmla="*/ 270243 w 937407"/>
              <a:gd name="connsiteY288" fmla="*/ 20105 h 400986"/>
              <a:gd name="connsiteX289" fmla="*/ 271182 w 937407"/>
              <a:gd name="connsiteY289" fmla="*/ 19253 h 400986"/>
              <a:gd name="connsiteX290" fmla="*/ 272120 w 937407"/>
              <a:gd name="connsiteY290" fmla="*/ 18419 h 400986"/>
              <a:gd name="connsiteX291" fmla="*/ 273058 w 937407"/>
              <a:gd name="connsiteY291" fmla="*/ 17601 h 400986"/>
              <a:gd name="connsiteX292" fmla="*/ 273997 w 937407"/>
              <a:gd name="connsiteY292" fmla="*/ 16801 h 400986"/>
              <a:gd name="connsiteX293" fmla="*/ 274935 w 937407"/>
              <a:gd name="connsiteY293" fmla="*/ 16018 h 400986"/>
              <a:gd name="connsiteX294" fmla="*/ 275874 w 937407"/>
              <a:gd name="connsiteY294" fmla="*/ 15253 h 400986"/>
              <a:gd name="connsiteX295" fmla="*/ 276812 w 937407"/>
              <a:gd name="connsiteY295" fmla="*/ 14506 h 400986"/>
              <a:gd name="connsiteX296" fmla="*/ 277750 w 937407"/>
              <a:gd name="connsiteY296" fmla="*/ 13776 h 400986"/>
              <a:gd name="connsiteX297" fmla="*/ 278688 w 937407"/>
              <a:gd name="connsiteY297" fmla="*/ 13064 h 400986"/>
              <a:gd name="connsiteX298" fmla="*/ 279627 w 937407"/>
              <a:gd name="connsiteY298" fmla="*/ 12370 h 400986"/>
              <a:gd name="connsiteX299" fmla="*/ 280565 w 937407"/>
              <a:gd name="connsiteY299" fmla="*/ 11694 h 400986"/>
              <a:gd name="connsiteX300" fmla="*/ 281503 w 937407"/>
              <a:gd name="connsiteY300" fmla="*/ 11036 h 400986"/>
              <a:gd name="connsiteX301" fmla="*/ 282442 w 937407"/>
              <a:gd name="connsiteY301" fmla="*/ 10397 h 400986"/>
              <a:gd name="connsiteX302" fmla="*/ 283380 w 937407"/>
              <a:gd name="connsiteY302" fmla="*/ 9775 h 400986"/>
              <a:gd name="connsiteX303" fmla="*/ 284319 w 937407"/>
              <a:gd name="connsiteY303" fmla="*/ 9173 h 400986"/>
              <a:gd name="connsiteX304" fmla="*/ 285257 w 937407"/>
              <a:gd name="connsiteY304" fmla="*/ 8589 h 400986"/>
              <a:gd name="connsiteX305" fmla="*/ 286195 w 937407"/>
              <a:gd name="connsiteY305" fmla="*/ 8023 h 400986"/>
              <a:gd name="connsiteX306" fmla="*/ 287134 w 937407"/>
              <a:gd name="connsiteY306" fmla="*/ 7476 h 400986"/>
              <a:gd name="connsiteX307" fmla="*/ 288072 w 937407"/>
              <a:gd name="connsiteY307" fmla="*/ 6948 h 400986"/>
              <a:gd name="connsiteX308" fmla="*/ 289010 w 937407"/>
              <a:gd name="connsiteY308" fmla="*/ 6439 h 400986"/>
              <a:gd name="connsiteX309" fmla="*/ 289949 w 937407"/>
              <a:gd name="connsiteY309" fmla="*/ 5948 h 400986"/>
              <a:gd name="connsiteX310" fmla="*/ 290887 w 937407"/>
              <a:gd name="connsiteY310" fmla="*/ 5477 h 400986"/>
              <a:gd name="connsiteX311" fmla="*/ 291825 w 937407"/>
              <a:gd name="connsiteY311" fmla="*/ 5024 h 400986"/>
              <a:gd name="connsiteX312" fmla="*/ 292764 w 937407"/>
              <a:gd name="connsiteY312" fmla="*/ 4591 h 400986"/>
              <a:gd name="connsiteX313" fmla="*/ 293702 w 937407"/>
              <a:gd name="connsiteY313" fmla="*/ 4177 h 400986"/>
              <a:gd name="connsiteX314" fmla="*/ 294640 w 937407"/>
              <a:gd name="connsiteY314" fmla="*/ 3782 h 400986"/>
              <a:gd name="connsiteX315" fmla="*/ 295579 w 937407"/>
              <a:gd name="connsiteY315" fmla="*/ 3407 h 400986"/>
              <a:gd name="connsiteX316" fmla="*/ 296518 w 937407"/>
              <a:gd name="connsiteY316" fmla="*/ 3051 h 400986"/>
              <a:gd name="connsiteX317" fmla="*/ 297454 w 937407"/>
              <a:gd name="connsiteY317" fmla="*/ 2714 h 400986"/>
              <a:gd name="connsiteX318" fmla="*/ 298395 w 937407"/>
              <a:gd name="connsiteY318" fmla="*/ 2397 h 400986"/>
              <a:gd name="connsiteX319" fmla="*/ 299330 w 937407"/>
              <a:gd name="connsiteY319" fmla="*/ 2100 h 400986"/>
              <a:gd name="connsiteX320" fmla="*/ 300271 w 937407"/>
              <a:gd name="connsiteY320" fmla="*/ 1821 h 400986"/>
              <a:gd name="connsiteX321" fmla="*/ 301207 w 937407"/>
              <a:gd name="connsiteY321" fmla="*/ 1563 h 400986"/>
              <a:gd name="connsiteX322" fmla="*/ 302147 w 937407"/>
              <a:gd name="connsiteY322" fmla="*/ 1324 h 400986"/>
              <a:gd name="connsiteX323" fmla="*/ 303088 w 937407"/>
              <a:gd name="connsiteY323" fmla="*/ 1105 h 400986"/>
              <a:gd name="connsiteX324" fmla="*/ 304023 w 937407"/>
              <a:gd name="connsiteY324" fmla="*/ 905 h 400986"/>
              <a:gd name="connsiteX325" fmla="*/ 304964 w 937407"/>
              <a:gd name="connsiteY325" fmla="*/ 726 h 400986"/>
              <a:gd name="connsiteX326" fmla="*/ 305900 w 937407"/>
              <a:gd name="connsiteY326" fmla="*/ 566 h 400986"/>
              <a:gd name="connsiteX327" fmla="*/ 306840 w 937407"/>
              <a:gd name="connsiteY327" fmla="*/ 426 h 400986"/>
              <a:gd name="connsiteX328" fmla="*/ 307776 w 937407"/>
              <a:gd name="connsiteY328" fmla="*/ 305 h 400986"/>
              <a:gd name="connsiteX329" fmla="*/ 308717 w 937407"/>
              <a:gd name="connsiteY329" fmla="*/ 205 h 400986"/>
              <a:gd name="connsiteX330" fmla="*/ 309652 w 937407"/>
              <a:gd name="connsiteY330" fmla="*/ 124 h 400986"/>
              <a:gd name="connsiteX331" fmla="*/ 310593 w 937407"/>
              <a:gd name="connsiteY331" fmla="*/ 63 h 400986"/>
              <a:gd name="connsiteX332" fmla="*/ 311528 w 937407"/>
              <a:gd name="connsiteY332" fmla="*/ 22 h 400986"/>
              <a:gd name="connsiteX333" fmla="*/ 312469 w 937407"/>
              <a:gd name="connsiteY333" fmla="*/ 1 h 400986"/>
              <a:gd name="connsiteX334" fmla="*/ 313410 w 937407"/>
              <a:gd name="connsiteY334" fmla="*/ 0 h 400986"/>
              <a:gd name="connsiteX335" fmla="*/ 314345 w 937407"/>
              <a:gd name="connsiteY335" fmla="*/ 19 h 400986"/>
              <a:gd name="connsiteX336" fmla="*/ 315286 w 937407"/>
              <a:gd name="connsiteY336" fmla="*/ 57 h 400986"/>
              <a:gd name="connsiteX337" fmla="*/ 316222 w 937407"/>
              <a:gd name="connsiteY337" fmla="*/ 116 h 400986"/>
              <a:gd name="connsiteX338" fmla="*/ 317162 w 937407"/>
              <a:gd name="connsiteY338" fmla="*/ 194 h 400986"/>
              <a:gd name="connsiteX339" fmla="*/ 318098 w 937407"/>
              <a:gd name="connsiteY339" fmla="*/ 292 h 400986"/>
              <a:gd name="connsiteX340" fmla="*/ 319038 w 937407"/>
              <a:gd name="connsiteY340" fmla="*/ 410 h 400986"/>
              <a:gd name="connsiteX341" fmla="*/ 319974 w 937407"/>
              <a:gd name="connsiteY341" fmla="*/ 548 h 400986"/>
              <a:gd name="connsiteX342" fmla="*/ 320915 w 937407"/>
              <a:gd name="connsiteY342" fmla="*/ 705 h 400986"/>
              <a:gd name="connsiteX343" fmla="*/ 321850 w 937407"/>
              <a:gd name="connsiteY343" fmla="*/ 883 h 400986"/>
              <a:gd name="connsiteX344" fmla="*/ 322791 w 937407"/>
              <a:gd name="connsiteY344" fmla="*/ 1080 h 400986"/>
              <a:gd name="connsiteX345" fmla="*/ 323727 w 937407"/>
              <a:gd name="connsiteY345" fmla="*/ 1297 h 400986"/>
              <a:gd name="connsiteX346" fmla="*/ 324667 w 937407"/>
              <a:gd name="connsiteY346" fmla="*/ 1533 h 400986"/>
              <a:gd name="connsiteX347" fmla="*/ 325608 w 937407"/>
              <a:gd name="connsiteY347" fmla="*/ 1789 h 400986"/>
              <a:gd name="connsiteX348" fmla="*/ 326544 w 937407"/>
              <a:gd name="connsiteY348" fmla="*/ 2065 h 400986"/>
              <a:gd name="connsiteX349" fmla="*/ 327484 w 937407"/>
              <a:gd name="connsiteY349" fmla="*/ 2360 h 400986"/>
              <a:gd name="connsiteX350" fmla="*/ 328420 w 937407"/>
              <a:gd name="connsiteY350" fmla="*/ 2675 h 400986"/>
              <a:gd name="connsiteX351" fmla="*/ 329360 w 937407"/>
              <a:gd name="connsiteY351" fmla="*/ 3009 h 400986"/>
              <a:gd name="connsiteX352" fmla="*/ 330296 w 937407"/>
              <a:gd name="connsiteY352" fmla="*/ 3363 h 400986"/>
              <a:gd name="connsiteX353" fmla="*/ 331237 w 937407"/>
              <a:gd name="connsiteY353" fmla="*/ 3736 h 400986"/>
              <a:gd name="connsiteX354" fmla="*/ 332172 w 937407"/>
              <a:gd name="connsiteY354" fmla="*/ 4128 h 400986"/>
              <a:gd name="connsiteX355" fmla="*/ 333113 w 937407"/>
              <a:gd name="connsiteY355" fmla="*/ 4540 h 400986"/>
              <a:gd name="connsiteX356" fmla="*/ 334049 w 937407"/>
              <a:gd name="connsiteY356" fmla="*/ 4971 h 400986"/>
              <a:gd name="connsiteX357" fmla="*/ 334989 w 937407"/>
              <a:gd name="connsiteY357" fmla="*/ 5421 h 400986"/>
              <a:gd name="connsiteX358" fmla="*/ 335930 w 937407"/>
              <a:gd name="connsiteY358" fmla="*/ 5890 h 400986"/>
              <a:gd name="connsiteX359" fmla="*/ 336865 w 937407"/>
              <a:gd name="connsiteY359" fmla="*/ 6378 h 400986"/>
              <a:gd name="connsiteX360" fmla="*/ 337806 w 937407"/>
              <a:gd name="connsiteY360" fmla="*/ 6885 h 400986"/>
              <a:gd name="connsiteX361" fmla="*/ 338742 w 937407"/>
              <a:gd name="connsiteY361" fmla="*/ 7411 h 400986"/>
              <a:gd name="connsiteX362" fmla="*/ 339682 w 937407"/>
              <a:gd name="connsiteY362" fmla="*/ 7956 h 400986"/>
              <a:gd name="connsiteX363" fmla="*/ 340618 w 937407"/>
              <a:gd name="connsiteY363" fmla="*/ 8519 h 400986"/>
              <a:gd name="connsiteX364" fmla="*/ 341559 w 937407"/>
              <a:gd name="connsiteY364" fmla="*/ 9101 h 400986"/>
              <a:gd name="connsiteX365" fmla="*/ 342494 w 937407"/>
              <a:gd name="connsiteY365" fmla="*/ 9702 h 400986"/>
              <a:gd name="connsiteX366" fmla="*/ 343435 w 937407"/>
              <a:gd name="connsiteY366" fmla="*/ 10320 h 400986"/>
              <a:gd name="connsiteX367" fmla="*/ 344370 w 937407"/>
              <a:gd name="connsiteY367" fmla="*/ 10958 h 400986"/>
              <a:gd name="connsiteX368" fmla="*/ 345311 w 937407"/>
              <a:gd name="connsiteY368" fmla="*/ 11613 h 400986"/>
              <a:gd name="connsiteX369" fmla="*/ 346252 w 937407"/>
              <a:gd name="connsiteY369" fmla="*/ 12287 h 400986"/>
              <a:gd name="connsiteX370" fmla="*/ 347187 w 937407"/>
              <a:gd name="connsiteY370" fmla="*/ 12979 h 400986"/>
              <a:gd name="connsiteX371" fmla="*/ 348128 w 937407"/>
              <a:gd name="connsiteY371" fmla="*/ 13689 h 400986"/>
              <a:gd name="connsiteX372" fmla="*/ 349064 w 937407"/>
              <a:gd name="connsiteY372" fmla="*/ 14416 h 400986"/>
              <a:gd name="connsiteX373" fmla="*/ 350004 w 937407"/>
              <a:gd name="connsiteY373" fmla="*/ 15162 h 400986"/>
              <a:gd name="connsiteX374" fmla="*/ 350940 w 937407"/>
              <a:gd name="connsiteY374" fmla="*/ 15924 h 400986"/>
              <a:gd name="connsiteX375" fmla="*/ 351880 w 937407"/>
              <a:gd name="connsiteY375" fmla="*/ 16705 h 400986"/>
              <a:gd name="connsiteX376" fmla="*/ 352816 w 937407"/>
              <a:gd name="connsiteY376" fmla="*/ 17503 h 400986"/>
              <a:gd name="connsiteX377" fmla="*/ 353757 w 937407"/>
              <a:gd name="connsiteY377" fmla="*/ 18319 h 400986"/>
              <a:gd name="connsiteX378" fmla="*/ 354692 w 937407"/>
              <a:gd name="connsiteY378" fmla="*/ 19151 h 400986"/>
              <a:gd name="connsiteX379" fmla="*/ 355633 w 937407"/>
              <a:gd name="connsiteY379" fmla="*/ 20001 h 400986"/>
              <a:gd name="connsiteX380" fmla="*/ 356574 w 937407"/>
              <a:gd name="connsiteY380" fmla="*/ 20867 h 400986"/>
              <a:gd name="connsiteX381" fmla="*/ 357509 w 937407"/>
              <a:gd name="connsiteY381" fmla="*/ 21750 h 400986"/>
              <a:gd name="connsiteX382" fmla="*/ 358450 w 937407"/>
              <a:gd name="connsiteY382" fmla="*/ 22650 h 400986"/>
              <a:gd name="connsiteX383" fmla="*/ 359385 w 937407"/>
              <a:gd name="connsiteY383" fmla="*/ 23567 h 400986"/>
              <a:gd name="connsiteX384" fmla="*/ 360326 w 937407"/>
              <a:gd name="connsiteY384" fmla="*/ 24500 h 400986"/>
              <a:gd name="connsiteX385" fmla="*/ 361262 w 937407"/>
              <a:gd name="connsiteY385" fmla="*/ 25449 h 400986"/>
              <a:gd name="connsiteX386" fmla="*/ 362202 w 937407"/>
              <a:gd name="connsiteY386" fmla="*/ 26415 h 400986"/>
              <a:gd name="connsiteX387" fmla="*/ 363138 w 937407"/>
              <a:gd name="connsiteY387" fmla="*/ 27397 h 400986"/>
              <a:gd name="connsiteX388" fmla="*/ 364079 w 937407"/>
              <a:gd name="connsiteY388" fmla="*/ 28394 h 400986"/>
              <a:gd name="connsiteX389" fmla="*/ 365014 w 937407"/>
              <a:gd name="connsiteY389" fmla="*/ 29407 h 400986"/>
              <a:gd name="connsiteX390" fmla="*/ 365955 w 937407"/>
              <a:gd name="connsiteY390" fmla="*/ 30436 h 400986"/>
              <a:gd name="connsiteX391" fmla="*/ 366891 w 937407"/>
              <a:gd name="connsiteY391" fmla="*/ 31481 h 400986"/>
              <a:gd name="connsiteX392" fmla="*/ 367831 w 937407"/>
              <a:gd name="connsiteY392" fmla="*/ 32540 h 400986"/>
              <a:gd name="connsiteX393" fmla="*/ 368772 w 937407"/>
              <a:gd name="connsiteY393" fmla="*/ 33615 h 400986"/>
              <a:gd name="connsiteX394" fmla="*/ 369707 w 937407"/>
              <a:gd name="connsiteY394" fmla="*/ 34705 h 400986"/>
              <a:gd name="connsiteX395" fmla="*/ 370648 w 937407"/>
              <a:gd name="connsiteY395" fmla="*/ 35809 h 400986"/>
              <a:gd name="connsiteX396" fmla="*/ 371584 w 937407"/>
              <a:gd name="connsiteY396" fmla="*/ 36929 h 400986"/>
              <a:gd name="connsiteX397" fmla="*/ 372524 w 937407"/>
              <a:gd name="connsiteY397" fmla="*/ 38063 h 400986"/>
              <a:gd name="connsiteX398" fmla="*/ 373460 w 937407"/>
              <a:gd name="connsiteY398" fmla="*/ 39211 h 400986"/>
              <a:gd name="connsiteX399" fmla="*/ 374400 w 937407"/>
              <a:gd name="connsiteY399" fmla="*/ 40374 h 400986"/>
              <a:gd name="connsiteX400" fmla="*/ 375336 w 937407"/>
              <a:gd name="connsiteY400" fmla="*/ 41550 h 400986"/>
              <a:gd name="connsiteX401" fmla="*/ 376277 w 937407"/>
              <a:gd name="connsiteY401" fmla="*/ 42741 h 400986"/>
              <a:gd name="connsiteX402" fmla="*/ 377212 w 937407"/>
              <a:gd name="connsiteY402" fmla="*/ 43946 h 400986"/>
              <a:gd name="connsiteX403" fmla="*/ 378153 w 937407"/>
              <a:gd name="connsiteY403" fmla="*/ 45163 h 400986"/>
              <a:gd name="connsiteX404" fmla="*/ 379094 w 937407"/>
              <a:gd name="connsiteY404" fmla="*/ 46395 h 400986"/>
              <a:gd name="connsiteX405" fmla="*/ 380029 w 937407"/>
              <a:gd name="connsiteY405" fmla="*/ 47639 h 400986"/>
              <a:gd name="connsiteX406" fmla="*/ 380970 w 937407"/>
              <a:gd name="connsiteY406" fmla="*/ 48897 h 400986"/>
              <a:gd name="connsiteX407" fmla="*/ 381906 w 937407"/>
              <a:gd name="connsiteY407" fmla="*/ 50167 h 400986"/>
              <a:gd name="connsiteX408" fmla="*/ 382846 w 937407"/>
              <a:gd name="connsiteY408" fmla="*/ 51451 h 400986"/>
              <a:gd name="connsiteX409" fmla="*/ 383782 w 937407"/>
              <a:gd name="connsiteY409" fmla="*/ 52747 h 400986"/>
              <a:gd name="connsiteX410" fmla="*/ 384722 w 937407"/>
              <a:gd name="connsiteY410" fmla="*/ 54055 h 400986"/>
              <a:gd name="connsiteX411" fmla="*/ 385658 w 937407"/>
              <a:gd name="connsiteY411" fmla="*/ 55375 h 400986"/>
              <a:gd name="connsiteX412" fmla="*/ 386599 w 937407"/>
              <a:gd name="connsiteY412" fmla="*/ 56708 h 400986"/>
              <a:gd name="connsiteX413" fmla="*/ 387534 w 937407"/>
              <a:gd name="connsiteY413" fmla="*/ 58053 h 400986"/>
              <a:gd name="connsiteX414" fmla="*/ 388475 w 937407"/>
              <a:gd name="connsiteY414" fmla="*/ 59409 h 400986"/>
              <a:gd name="connsiteX415" fmla="*/ 389416 w 937407"/>
              <a:gd name="connsiteY415" fmla="*/ 60776 h 400986"/>
              <a:gd name="connsiteX416" fmla="*/ 390351 w 937407"/>
              <a:gd name="connsiteY416" fmla="*/ 62155 h 400986"/>
              <a:gd name="connsiteX417" fmla="*/ 391292 w 937407"/>
              <a:gd name="connsiteY417" fmla="*/ 63545 h 400986"/>
              <a:gd name="connsiteX418" fmla="*/ 392227 w 937407"/>
              <a:gd name="connsiteY418" fmla="*/ 64946 h 400986"/>
              <a:gd name="connsiteX419" fmla="*/ 393168 w 937407"/>
              <a:gd name="connsiteY419" fmla="*/ 66358 h 400986"/>
              <a:gd name="connsiteX420" fmla="*/ 394104 w 937407"/>
              <a:gd name="connsiteY420" fmla="*/ 67780 h 400986"/>
              <a:gd name="connsiteX421" fmla="*/ 395044 w 937407"/>
              <a:gd name="connsiteY421" fmla="*/ 69213 h 400986"/>
              <a:gd name="connsiteX422" fmla="*/ 395980 w 937407"/>
              <a:gd name="connsiteY422" fmla="*/ 70656 h 400986"/>
              <a:gd name="connsiteX423" fmla="*/ 396921 w 937407"/>
              <a:gd name="connsiteY423" fmla="*/ 72109 h 400986"/>
              <a:gd name="connsiteX424" fmla="*/ 397856 w 937407"/>
              <a:gd name="connsiteY424" fmla="*/ 73572 h 400986"/>
              <a:gd name="connsiteX425" fmla="*/ 398797 w 937407"/>
              <a:gd name="connsiteY425" fmla="*/ 75044 h 400986"/>
              <a:gd name="connsiteX426" fmla="*/ 399737 w 937407"/>
              <a:gd name="connsiteY426" fmla="*/ 76527 h 400986"/>
              <a:gd name="connsiteX427" fmla="*/ 400673 w 937407"/>
              <a:gd name="connsiteY427" fmla="*/ 78018 h 400986"/>
              <a:gd name="connsiteX428" fmla="*/ 401614 w 937407"/>
              <a:gd name="connsiteY428" fmla="*/ 79518 h 400986"/>
              <a:gd name="connsiteX429" fmla="*/ 402549 w 937407"/>
              <a:gd name="connsiteY429" fmla="*/ 81027 h 400986"/>
              <a:gd name="connsiteX430" fmla="*/ 403490 w 937407"/>
              <a:gd name="connsiteY430" fmla="*/ 82545 h 400986"/>
              <a:gd name="connsiteX431" fmla="*/ 404426 w 937407"/>
              <a:gd name="connsiteY431" fmla="*/ 84071 h 400986"/>
              <a:gd name="connsiteX432" fmla="*/ 405366 w 937407"/>
              <a:gd name="connsiteY432" fmla="*/ 85606 h 400986"/>
              <a:gd name="connsiteX433" fmla="*/ 406302 w 937407"/>
              <a:gd name="connsiteY433" fmla="*/ 87149 h 400986"/>
              <a:gd name="connsiteX434" fmla="*/ 407243 w 937407"/>
              <a:gd name="connsiteY434" fmla="*/ 88700 h 400986"/>
              <a:gd name="connsiteX435" fmla="*/ 408178 w 937407"/>
              <a:gd name="connsiteY435" fmla="*/ 90258 h 400986"/>
              <a:gd name="connsiteX436" fmla="*/ 409119 w 937407"/>
              <a:gd name="connsiteY436" fmla="*/ 91824 h 400986"/>
              <a:gd name="connsiteX437" fmla="*/ 410054 w 937407"/>
              <a:gd name="connsiteY437" fmla="*/ 93398 h 400986"/>
              <a:gd name="connsiteX438" fmla="*/ 410995 w 937407"/>
              <a:gd name="connsiteY438" fmla="*/ 94978 h 400986"/>
              <a:gd name="connsiteX439" fmla="*/ 411936 w 937407"/>
              <a:gd name="connsiteY439" fmla="*/ 96566 h 400986"/>
              <a:gd name="connsiteX440" fmla="*/ 412871 w 937407"/>
              <a:gd name="connsiteY440" fmla="*/ 98160 h 400986"/>
              <a:gd name="connsiteX441" fmla="*/ 413812 w 937407"/>
              <a:gd name="connsiteY441" fmla="*/ 99761 h 400986"/>
              <a:gd name="connsiteX442" fmla="*/ 414748 w 937407"/>
              <a:gd name="connsiteY442" fmla="*/ 101368 h 400986"/>
              <a:gd name="connsiteX443" fmla="*/ 415688 w 937407"/>
              <a:gd name="connsiteY443" fmla="*/ 102982 h 400986"/>
              <a:gd name="connsiteX444" fmla="*/ 416624 w 937407"/>
              <a:gd name="connsiteY444" fmla="*/ 104601 h 400986"/>
              <a:gd name="connsiteX445" fmla="*/ 417564 w 937407"/>
              <a:gd name="connsiteY445" fmla="*/ 106226 h 400986"/>
              <a:gd name="connsiteX446" fmla="*/ 418500 w 937407"/>
              <a:gd name="connsiteY446" fmla="*/ 107858 h 400986"/>
              <a:gd name="connsiteX447" fmla="*/ 419441 w 937407"/>
              <a:gd name="connsiteY447" fmla="*/ 109494 h 400986"/>
              <a:gd name="connsiteX448" fmla="*/ 420376 w 937407"/>
              <a:gd name="connsiteY448" fmla="*/ 111135 h 400986"/>
              <a:gd name="connsiteX449" fmla="*/ 421317 w 937407"/>
              <a:gd name="connsiteY449" fmla="*/ 112782 h 400986"/>
              <a:gd name="connsiteX450" fmla="*/ 422258 w 937407"/>
              <a:gd name="connsiteY450" fmla="*/ 114433 h 400986"/>
              <a:gd name="connsiteX451" fmla="*/ 423193 w 937407"/>
              <a:gd name="connsiteY451" fmla="*/ 116089 h 400986"/>
              <a:gd name="connsiteX452" fmla="*/ 424134 w 937407"/>
              <a:gd name="connsiteY452" fmla="*/ 117750 h 400986"/>
              <a:gd name="connsiteX453" fmla="*/ 425069 w 937407"/>
              <a:gd name="connsiteY453" fmla="*/ 119415 h 400986"/>
              <a:gd name="connsiteX454" fmla="*/ 426010 w 937407"/>
              <a:gd name="connsiteY454" fmla="*/ 121084 h 400986"/>
              <a:gd name="connsiteX455" fmla="*/ 426946 w 937407"/>
              <a:gd name="connsiteY455" fmla="*/ 122757 h 400986"/>
              <a:gd name="connsiteX456" fmla="*/ 427886 w 937407"/>
              <a:gd name="connsiteY456" fmla="*/ 124434 h 400986"/>
              <a:gd name="connsiteX457" fmla="*/ 428822 w 937407"/>
              <a:gd name="connsiteY457" fmla="*/ 126113 h 400986"/>
              <a:gd name="connsiteX458" fmla="*/ 429763 w 937407"/>
              <a:gd name="connsiteY458" fmla="*/ 127797 h 400986"/>
              <a:gd name="connsiteX459" fmla="*/ 430698 w 937407"/>
              <a:gd name="connsiteY459" fmla="*/ 129484 h 400986"/>
              <a:gd name="connsiteX460" fmla="*/ 431639 w 937407"/>
              <a:gd name="connsiteY460" fmla="*/ 131173 h 400986"/>
              <a:gd name="connsiteX461" fmla="*/ 432579 w 937407"/>
              <a:gd name="connsiteY461" fmla="*/ 132865 h 400986"/>
              <a:gd name="connsiteX462" fmla="*/ 433515 w 937407"/>
              <a:gd name="connsiteY462" fmla="*/ 134560 h 400986"/>
              <a:gd name="connsiteX463" fmla="*/ 434456 w 937407"/>
              <a:gd name="connsiteY463" fmla="*/ 136257 h 400986"/>
              <a:gd name="connsiteX464" fmla="*/ 435391 w 937407"/>
              <a:gd name="connsiteY464" fmla="*/ 137957 h 400986"/>
              <a:gd name="connsiteX465" fmla="*/ 436332 w 937407"/>
              <a:gd name="connsiteY465" fmla="*/ 139658 h 400986"/>
              <a:gd name="connsiteX466" fmla="*/ 437268 w 937407"/>
              <a:gd name="connsiteY466" fmla="*/ 141362 h 400986"/>
              <a:gd name="connsiteX467" fmla="*/ 438208 w 937407"/>
              <a:gd name="connsiteY467" fmla="*/ 143067 h 400986"/>
              <a:gd name="connsiteX468" fmla="*/ 439144 w 937407"/>
              <a:gd name="connsiteY468" fmla="*/ 144774 h 400986"/>
              <a:gd name="connsiteX469" fmla="*/ 440084 w 937407"/>
              <a:gd name="connsiteY469" fmla="*/ 146482 h 400986"/>
              <a:gd name="connsiteX470" fmla="*/ 441020 w 937407"/>
              <a:gd name="connsiteY470" fmla="*/ 148191 h 400986"/>
              <a:gd name="connsiteX471" fmla="*/ 441961 w 937407"/>
              <a:gd name="connsiteY471" fmla="*/ 149901 h 400986"/>
              <a:gd name="connsiteX472" fmla="*/ 442901 w 937407"/>
              <a:gd name="connsiteY472" fmla="*/ 151612 h 400986"/>
              <a:gd name="connsiteX473" fmla="*/ 443837 w 937407"/>
              <a:gd name="connsiteY473" fmla="*/ 153323 h 400986"/>
              <a:gd name="connsiteX474" fmla="*/ 444778 w 937407"/>
              <a:gd name="connsiteY474" fmla="*/ 155035 h 400986"/>
              <a:gd name="connsiteX475" fmla="*/ 445713 w 937407"/>
              <a:gd name="connsiteY475" fmla="*/ 156747 h 400986"/>
              <a:gd name="connsiteX476" fmla="*/ 446654 w 937407"/>
              <a:gd name="connsiteY476" fmla="*/ 158459 h 400986"/>
              <a:gd name="connsiteX477" fmla="*/ 447590 w 937407"/>
              <a:gd name="connsiteY477" fmla="*/ 160172 h 400986"/>
              <a:gd name="connsiteX478" fmla="*/ 448530 w 937407"/>
              <a:gd name="connsiteY478" fmla="*/ 161883 h 400986"/>
              <a:gd name="connsiteX479" fmla="*/ 449466 w 937407"/>
              <a:gd name="connsiteY479" fmla="*/ 163595 h 400986"/>
              <a:gd name="connsiteX480" fmla="*/ 450406 w 937407"/>
              <a:gd name="connsiteY480" fmla="*/ 165306 h 400986"/>
              <a:gd name="connsiteX481" fmla="*/ 451342 w 937407"/>
              <a:gd name="connsiteY481" fmla="*/ 167016 h 400986"/>
              <a:gd name="connsiteX482" fmla="*/ 452283 w 937407"/>
              <a:gd name="connsiteY482" fmla="*/ 168726 h 400986"/>
              <a:gd name="connsiteX483" fmla="*/ 453218 w 937407"/>
              <a:gd name="connsiteY483" fmla="*/ 170434 h 400986"/>
              <a:gd name="connsiteX484" fmla="*/ 454159 w 937407"/>
              <a:gd name="connsiteY484" fmla="*/ 172141 h 400986"/>
              <a:gd name="connsiteX485" fmla="*/ 455099 w 937407"/>
              <a:gd name="connsiteY485" fmla="*/ 173847 h 400986"/>
              <a:gd name="connsiteX486" fmla="*/ 456035 w 937407"/>
              <a:gd name="connsiteY486" fmla="*/ 175551 h 400986"/>
              <a:gd name="connsiteX487" fmla="*/ 456976 w 937407"/>
              <a:gd name="connsiteY487" fmla="*/ 177253 h 400986"/>
              <a:gd name="connsiteX488" fmla="*/ 457911 w 937407"/>
              <a:gd name="connsiteY488" fmla="*/ 178954 h 400986"/>
              <a:gd name="connsiteX489" fmla="*/ 458852 w 937407"/>
              <a:gd name="connsiteY489" fmla="*/ 180653 h 400986"/>
              <a:gd name="connsiteX490" fmla="*/ 459788 w 937407"/>
              <a:gd name="connsiteY490" fmla="*/ 182349 h 400986"/>
              <a:gd name="connsiteX491" fmla="*/ 460728 w 937407"/>
              <a:gd name="connsiteY491" fmla="*/ 184044 h 400986"/>
              <a:gd name="connsiteX492" fmla="*/ 461664 w 937407"/>
              <a:gd name="connsiteY492" fmla="*/ 185735 h 400986"/>
              <a:gd name="connsiteX493" fmla="*/ 462605 w 937407"/>
              <a:gd name="connsiteY493" fmla="*/ 187424 h 400986"/>
              <a:gd name="connsiteX494" fmla="*/ 463540 w 937407"/>
              <a:gd name="connsiteY494" fmla="*/ 189111 h 400986"/>
              <a:gd name="connsiteX495" fmla="*/ 464481 w 937407"/>
              <a:gd name="connsiteY495" fmla="*/ 190794 h 400986"/>
              <a:gd name="connsiteX496" fmla="*/ 465421 w 937407"/>
              <a:gd name="connsiteY496" fmla="*/ 192474 h 400986"/>
              <a:gd name="connsiteX497" fmla="*/ 466357 w 937407"/>
              <a:gd name="connsiteY497" fmla="*/ 194152 h 400986"/>
              <a:gd name="connsiteX498" fmla="*/ 467298 w 937407"/>
              <a:gd name="connsiteY498" fmla="*/ 195825 h 400986"/>
              <a:gd name="connsiteX499" fmla="*/ 468233 w 937407"/>
              <a:gd name="connsiteY499" fmla="*/ 197496 h 400986"/>
              <a:gd name="connsiteX500" fmla="*/ 469174 w 937407"/>
              <a:gd name="connsiteY500" fmla="*/ 199163 h 400986"/>
              <a:gd name="connsiteX501" fmla="*/ 470110 w 937407"/>
              <a:gd name="connsiteY501" fmla="*/ 200826 h 400986"/>
              <a:gd name="connsiteX502" fmla="*/ 471050 w 937407"/>
              <a:gd name="connsiteY502" fmla="*/ 202485 h 400986"/>
              <a:gd name="connsiteX503" fmla="*/ 471986 w 937407"/>
              <a:gd name="connsiteY503" fmla="*/ 204140 h 400986"/>
              <a:gd name="connsiteX504" fmla="*/ 472926 w 937407"/>
              <a:gd name="connsiteY504" fmla="*/ 205791 h 400986"/>
              <a:gd name="connsiteX505" fmla="*/ 473862 w 937407"/>
              <a:gd name="connsiteY505" fmla="*/ 207438 h 400986"/>
              <a:gd name="connsiteX506" fmla="*/ 474803 w 937407"/>
              <a:gd name="connsiteY506" fmla="*/ 209081 h 400986"/>
              <a:gd name="connsiteX507" fmla="*/ 475743 w 937407"/>
              <a:gd name="connsiteY507" fmla="*/ 210719 h 400986"/>
              <a:gd name="connsiteX508" fmla="*/ 476679 w 937407"/>
              <a:gd name="connsiteY508" fmla="*/ 212352 h 400986"/>
              <a:gd name="connsiteX509" fmla="*/ 477620 w 937407"/>
              <a:gd name="connsiteY509" fmla="*/ 213981 h 400986"/>
              <a:gd name="connsiteX510" fmla="*/ 478555 w 937407"/>
              <a:gd name="connsiteY510" fmla="*/ 215604 h 400986"/>
              <a:gd name="connsiteX511" fmla="*/ 479496 w 937407"/>
              <a:gd name="connsiteY511" fmla="*/ 217223 h 400986"/>
              <a:gd name="connsiteX512" fmla="*/ 480431 w 937407"/>
              <a:gd name="connsiteY512" fmla="*/ 218837 h 400986"/>
              <a:gd name="connsiteX513" fmla="*/ 481372 w 937407"/>
              <a:gd name="connsiteY513" fmla="*/ 220446 h 400986"/>
              <a:gd name="connsiteX514" fmla="*/ 482308 w 937407"/>
              <a:gd name="connsiteY514" fmla="*/ 222048 h 400986"/>
              <a:gd name="connsiteX515" fmla="*/ 483248 w 937407"/>
              <a:gd name="connsiteY515" fmla="*/ 223646 h 400986"/>
              <a:gd name="connsiteX516" fmla="*/ 484184 w 937407"/>
              <a:gd name="connsiteY516" fmla="*/ 225238 h 400986"/>
              <a:gd name="connsiteX517" fmla="*/ 485125 w 937407"/>
              <a:gd name="connsiteY517" fmla="*/ 226825 h 400986"/>
              <a:gd name="connsiteX518" fmla="*/ 486065 w 937407"/>
              <a:gd name="connsiteY518" fmla="*/ 228405 h 400986"/>
              <a:gd name="connsiteX519" fmla="*/ 487001 w 937407"/>
              <a:gd name="connsiteY519" fmla="*/ 229980 h 400986"/>
              <a:gd name="connsiteX520" fmla="*/ 487942 w 937407"/>
              <a:gd name="connsiteY520" fmla="*/ 231549 h 400986"/>
              <a:gd name="connsiteX521" fmla="*/ 488877 w 937407"/>
              <a:gd name="connsiteY521" fmla="*/ 233112 h 400986"/>
              <a:gd name="connsiteX522" fmla="*/ 489818 w 937407"/>
              <a:gd name="connsiteY522" fmla="*/ 234667 h 400986"/>
              <a:gd name="connsiteX523" fmla="*/ 490753 w 937407"/>
              <a:gd name="connsiteY523" fmla="*/ 236217 h 400986"/>
              <a:gd name="connsiteX524" fmla="*/ 491694 w 937407"/>
              <a:gd name="connsiteY524" fmla="*/ 237762 h 400986"/>
              <a:gd name="connsiteX525" fmla="*/ 492630 w 937407"/>
              <a:gd name="connsiteY525" fmla="*/ 239301 h 400986"/>
              <a:gd name="connsiteX526" fmla="*/ 493570 w 937407"/>
              <a:gd name="connsiteY526" fmla="*/ 240831 h 400986"/>
              <a:gd name="connsiteX527" fmla="*/ 494506 w 937407"/>
              <a:gd name="connsiteY527" fmla="*/ 242356 h 400986"/>
              <a:gd name="connsiteX528" fmla="*/ 495447 w 937407"/>
              <a:gd name="connsiteY528" fmla="*/ 243871 h 400986"/>
              <a:gd name="connsiteX529" fmla="*/ 496387 w 937407"/>
              <a:gd name="connsiteY529" fmla="*/ 245385 h 400986"/>
              <a:gd name="connsiteX530" fmla="*/ 497323 w 937407"/>
              <a:gd name="connsiteY530" fmla="*/ 246885 h 400986"/>
              <a:gd name="connsiteX531" fmla="*/ 498263 w 937407"/>
              <a:gd name="connsiteY531" fmla="*/ 248385 h 400986"/>
              <a:gd name="connsiteX532" fmla="*/ 499199 w 937407"/>
              <a:gd name="connsiteY532" fmla="*/ 249876 h 400986"/>
              <a:gd name="connsiteX533" fmla="*/ 500140 w 937407"/>
              <a:gd name="connsiteY533" fmla="*/ 251356 h 400986"/>
              <a:gd name="connsiteX534" fmla="*/ 501075 w 937407"/>
              <a:gd name="connsiteY534" fmla="*/ 252831 h 400986"/>
              <a:gd name="connsiteX535" fmla="*/ 502016 w 937407"/>
              <a:gd name="connsiteY535" fmla="*/ 254301 h 400986"/>
              <a:gd name="connsiteX536" fmla="*/ 502952 w 937407"/>
              <a:gd name="connsiteY536" fmla="*/ 255762 h 400986"/>
              <a:gd name="connsiteX537" fmla="*/ 503892 w 937407"/>
              <a:gd name="connsiteY537" fmla="*/ 257217 h 400986"/>
              <a:gd name="connsiteX538" fmla="*/ 504828 w 937407"/>
              <a:gd name="connsiteY538" fmla="*/ 258663 h 400986"/>
              <a:gd name="connsiteX539" fmla="*/ 505768 w 937407"/>
              <a:gd name="connsiteY539" fmla="*/ 260098 h 400986"/>
              <a:gd name="connsiteX540" fmla="*/ 506704 w 937407"/>
              <a:gd name="connsiteY540" fmla="*/ 261529 h 400986"/>
              <a:gd name="connsiteX541" fmla="*/ 507645 w 937407"/>
              <a:gd name="connsiteY541" fmla="*/ 262955 h 400986"/>
              <a:gd name="connsiteX542" fmla="*/ 508585 w 937407"/>
              <a:gd name="connsiteY542" fmla="*/ 264371 h 400986"/>
              <a:gd name="connsiteX543" fmla="*/ 509521 w 937407"/>
              <a:gd name="connsiteY543" fmla="*/ 265777 h 400986"/>
              <a:gd name="connsiteX544" fmla="*/ 510462 w 937407"/>
              <a:gd name="connsiteY544" fmla="*/ 267178 h 400986"/>
              <a:gd name="connsiteX545" fmla="*/ 511397 w 937407"/>
              <a:gd name="connsiteY545" fmla="*/ 268569 h 400986"/>
              <a:gd name="connsiteX546" fmla="*/ 512338 w 937407"/>
              <a:gd name="connsiteY546" fmla="*/ 269950 h 400986"/>
              <a:gd name="connsiteX547" fmla="*/ 513273 w 937407"/>
              <a:gd name="connsiteY547" fmla="*/ 271326 h 400986"/>
              <a:gd name="connsiteX548" fmla="*/ 514214 w 937407"/>
              <a:gd name="connsiteY548" fmla="*/ 272698 h 400986"/>
              <a:gd name="connsiteX549" fmla="*/ 515150 w 937407"/>
              <a:gd name="connsiteY549" fmla="*/ 274054 h 400986"/>
              <a:gd name="connsiteX550" fmla="*/ 516090 w 937407"/>
              <a:gd name="connsiteY550" fmla="*/ 275406 h 400986"/>
              <a:gd name="connsiteX551" fmla="*/ 517026 w 937407"/>
              <a:gd name="connsiteY551" fmla="*/ 276747 h 400986"/>
              <a:gd name="connsiteX552" fmla="*/ 517967 w 937407"/>
              <a:gd name="connsiteY552" fmla="*/ 278084 h 400986"/>
              <a:gd name="connsiteX553" fmla="*/ 518907 w 937407"/>
              <a:gd name="connsiteY553" fmla="*/ 279411 h 400986"/>
              <a:gd name="connsiteX554" fmla="*/ 519843 w 937407"/>
              <a:gd name="connsiteY554" fmla="*/ 280727 h 400986"/>
              <a:gd name="connsiteX555" fmla="*/ 520783 w 937407"/>
              <a:gd name="connsiteY555" fmla="*/ 282039 h 400986"/>
              <a:gd name="connsiteX556" fmla="*/ 521719 w 937407"/>
              <a:gd name="connsiteY556" fmla="*/ 283341 h 400986"/>
              <a:gd name="connsiteX557" fmla="*/ 522660 w 937407"/>
              <a:gd name="connsiteY557" fmla="*/ 284633 h 400986"/>
              <a:gd name="connsiteX558" fmla="*/ 523595 w 937407"/>
              <a:gd name="connsiteY558" fmla="*/ 285916 h 400986"/>
              <a:gd name="connsiteX559" fmla="*/ 524536 w 937407"/>
              <a:gd name="connsiteY559" fmla="*/ 287193 h 400986"/>
              <a:gd name="connsiteX560" fmla="*/ 525472 w 937407"/>
              <a:gd name="connsiteY560" fmla="*/ 288460 h 400986"/>
              <a:gd name="connsiteX561" fmla="*/ 526412 w 937407"/>
              <a:gd name="connsiteY561" fmla="*/ 289718 h 400986"/>
              <a:gd name="connsiteX562" fmla="*/ 527348 w 937407"/>
              <a:gd name="connsiteY562" fmla="*/ 290970 h 400986"/>
              <a:gd name="connsiteX563" fmla="*/ 528289 w 937407"/>
              <a:gd name="connsiteY563" fmla="*/ 292213 h 400986"/>
              <a:gd name="connsiteX564" fmla="*/ 529229 w 937407"/>
              <a:gd name="connsiteY564" fmla="*/ 293445 h 400986"/>
              <a:gd name="connsiteX565" fmla="*/ 530165 w 937407"/>
              <a:gd name="connsiteY565" fmla="*/ 294668 h 400986"/>
              <a:gd name="connsiteX566" fmla="*/ 531105 w 937407"/>
              <a:gd name="connsiteY566" fmla="*/ 295881 h 400986"/>
              <a:gd name="connsiteX567" fmla="*/ 532041 w 937407"/>
              <a:gd name="connsiteY567" fmla="*/ 297089 h 400986"/>
              <a:gd name="connsiteX568" fmla="*/ 532982 w 937407"/>
              <a:gd name="connsiteY568" fmla="*/ 298287 h 400986"/>
              <a:gd name="connsiteX569" fmla="*/ 533917 w 937407"/>
              <a:gd name="connsiteY569" fmla="*/ 299475 h 400986"/>
              <a:gd name="connsiteX570" fmla="*/ 534858 w 937407"/>
              <a:gd name="connsiteY570" fmla="*/ 300658 h 400986"/>
              <a:gd name="connsiteX571" fmla="*/ 535794 w 937407"/>
              <a:gd name="connsiteY571" fmla="*/ 301827 h 400986"/>
              <a:gd name="connsiteX572" fmla="*/ 536734 w 937407"/>
              <a:gd name="connsiteY572" fmla="*/ 302990 h 400986"/>
              <a:gd name="connsiteX573" fmla="*/ 537670 w 937407"/>
              <a:gd name="connsiteY573" fmla="*/ 304144 h 400986"/>
              <a:gd name="connsiteX574" fmla="*/ 538610 w 937407"/>
              <a:gd name="connsiteY574" fmla="*/ 305287 h 400986"/>
              <a:gd name="connsiteX575" fmla="*/ 539551 w 937407"/>
              <a:gd name="connsiteY575" fmla="*/ 306426 h 400986"/>
              <a:gd name="connsiteX576" fmla="*/ 540487 w 937407"/>
              <a:gd name="connsiteY576" fmla="*/ 307554 h 400986"/>
              <a:gd name="connsiteX577" fmla="*/ 541427 w 937407"/>
              <a:gd name="connsiteY577" fmla="*/ 308673 h 400986"/>
              <a:gd name="connsiteX578" fmla="*/ 542363 w 937407"/>
              <a:gd name="connsiteY578" fmla="*/ 309782 h 400986"/>
              <a:gd name="connsiteX579" fmla="*/ 543304 w 937407"/>
              <a:gd name="connsiteY579" fmla="*/ 310881 h 400986"/>
              <a:gd name="connsiteX580" fmla="*/ 544239 w 937407"/>
              <a:gd name="connsiteY580" fmla="*/ 311975 h 400986"/>
              <a:gd name="connsiteX581" fmla="*/ 545180 w 937407"/>
              <a:gd name="connsiteY581" fmla="*/ 313054 h 400986"/>
              <a:gd name="connsiteX582" fmla="*/ 546115 w 937407"/>
              <a:gd name="connsiteY582" fmla="*/ 314129 h 400986"/>
              <a:gd name="connsiteX583" fmla="*/ 547056 w 937407"/>
              <a:gd name="connsiteY583" fmla="*/ 315193 h 400986"/>
              <a:gd name="connsiteX584" fmla="*/ 547992 w 937407"/>
              <a:gd name="connsiteY584" fmla="*/ 316253 h 400986"/>
              <a:gd name="connsiteX585" fmla="*/ 548932 w 937407"/>
              <a:gd name="connsiteY585" fmla="*/ 317297 h 400986"/>
              <a:gd name="connsiteX586" fmla="*/ 549868 w 937407"/>
              <a:gd name="connsiteY586" fmla="*/ 318337 h 400986"/>
              <a:gd name="connsiteX587" fmla="*/ 550809 w 937407"/>
              <a:gd name="connsiteY587" fmla="*/ 319366 h 400986"/>
              <a:gd name="connsiteX588" fmla="*/ 551749 w 937407"/>
              <a:gd name="connsiteY588" fmla="*/ 320386 h 400986"/>
              <a:gd name="connsiteX589" fmla="*/ 552685 w 937407"/>
              <a:gd name="connsiteY589" fmla="*/ 321401 h 400986"/>
              <a:gd name="connsiteX590" fmla="*/ 553625 w 937407"/>
              <a:gd name="connsiteY590" fmla="*/ 322406 h 400986"/>
              <a:gd name="connsiteX591" fmla="*/ 554561 w 937407"/>
              <a:gd name="connsiteY591" fmla="*/ 323396 h 400986"/>
              <a:gd name="connsiteX592" fmla="*/ 555502 w 937407"/>
              <a:gd name="connsiteY592" fmla="*/ 324386 h 400986"/>
              <a:gd name="connsiteX593" fmla="*/ 556437 w 937407"/>
              <a:gd name="connsiteY593" fmla="*/ 325362 h 400986"/>
              <a:gd name="connsiteX594" fmla="*/ 557378 w 937407"/>
              <a:gd name="connsiteY594" fmla="*/ 326327 h 400986"/>
              <a:gd name="connsiteX595" fmla="*/ 558314 w 937407"/>
              <a:gd name="connsiteY595" fmla="*/ 327287 h 400986"/>
              <a:gd name="connsiteX596" fmla="*/ 559254 w 937407"/>
              <a:gd name="connsiteY596" fmla="*/ 328238 h 400986"/>
              <a:gd name="connsiteX597" fmla="*/ 560190 w 937407"/>
              <a:gd name="connsiteY597" fmla="*/ 329183 h 400986"/>
              <a:gd name="connsiteX598" fmla="*/ 561130 w 937407"/>
              <a:gd name="connsiteY598" fmla="*/ 330114 h 400986"/>
              <a:gd name="connsiteX599" fmla="*/ 562071 w 937407"/>
              <a:gd name="connsiteY599" fmla="*/ 331040 h 400986"/>
              <a:gd name="connsiteX600" fmla="*/ 563007 w 937407"/>
              <a:gd name="connsiteY600" fmla="*/ 331956 h 400986"/>
              <a:gd name="connsiteX601" fmla="*/ 563947 w 937407"/>
              <a:gd name="connsiteY601" fmla="*/ 332862 h 400986"/>
              <a:gd name="connsiteX602" fmla="*/ 564883 w 937407"/>
              <a:gd name="connsiteY602" fmla="*/ 333763 h 400986"/>
              <a:gd name="connsiteX603" fmla="*/ 565824 w 937407"/>
              <a:gd name="connsiteY603" fmla="*/ 334654 h 400986"/>
              <a:gd name="connsiteX604" fmla="*/ 566759 w 937407"/>
              <a:gd name="connsiteY604" fmla="*/ 335535 h 400986"/>
              <a:gd name="connsiteX605" fmla="*/ 567700 w 937407"/>
              <a:gd name="connsiteY605" fmla="*/ 336406 h 400986"/>
              <a:gd name="connsiteX606" fmla="*/ 568636 w 937407"/>
              <a:gd name="connsiteY606" fmla="*/ 337273 h 400986"/>
              <a:gd name="connsiteX607" fmla="*/ 569576 w 937407"/>
              <a:gd name="connsiteY607" fmla="*/ 338129 h 400986"/>
              <a:gd name="connsiteX608" fmla="*/ 570512 w 937407"/>
              <a:gd name="connsiteY608" fmla="*/ 338976 h 400986"/>
              <a:gd name="connsiteX609" fmla="*/ 571452 w 937407"/>
              <a:gd name="connsiteY609" fmla="*/ 339812 h 400986"/>
              <a:gd name="connsiteX610" fmla="*/ 572393 w 937407"/>
              <a:gd name="connsiteY610" fmla="*/ 340644 h 400986"/>
              <a:gd name="connsiteX611" fmla="*/ 573329 w 937407"/>
              <a:gd name="connsiteY611" fmla="*/ 341471 h 400986"/>
              <a:gd name="connsiteX612" fmla="*/ 574269 w 937407"/>
              <a:gd name="connsiteY612" fmla="*/ 342283 h 400986"/>
              <a:gd name="connsiteX613" fmla="*/ 575205 w 937407"/>
              <a:gd name="connsiteY613" fmla="*/ 343089 h 400986"/>
              <a:gd name="connsiteX614" fmla="*/ 576146 w 937407"/>
              <a:gd name="connsiteY614" fmla="*/ 343886 h 400986"/>
              <a:gd name="connsiteX615" fmla="*/ 577081 w 937407"/>
              <a:gd name="connsiteY615" fmla="*/ 344679 h 400986"/>
              <a:gd name="connsiteX616" fmla="*/ 578022 w 937407"/>
              <a:gd name="connsiteY616" fmla="*/ 345456 h 400986"/>
              <a:gd name="connsiteX617" fmla="*/ 578957 w 937407"/>
              <a:gd name="connsiteY617" fmla="*/ 346233 h 400986"/>
              <a:gd name="connsiteX618" fmla="*/ 579898 w 937407"/>
              <a:gd name="connsiteY618" fmla="*/ 346995 h 400986"/>
              <a:gd name="connsiteX619" fmla="*/ 580834 w 937407"/>
              <a:gd name="connsiteY619" fmla="*/ 347753 h 400986"/>
              <a:gd name="connsiteX620" fmla="*/ 581774 w 937407"/>
              <a:gd name="connsiteY620" fmla="*/ 348505 h 400986"/>
              <a:gd name="connsiteX621" fmla="*/ 582715 w 937407"/>
              <a:gd name="connsiteY621" fmla="*/ 349243 h 400986"/>
              <a:gd name="connsiteX622" fmla="*/ 583651 w 937407"/>
              <a:gd name="connsiteY622" fmla="*/ 349976 h 400986"/>
              <a:gd name="connsiteX623" fmla="*/ 584591 w 937407"/>
              <a:gd name="connsiteY623" fmla="*/ 350703 h 400986"/>
              <a:gd name="connsiteX624" fmla="*/ 585527 w 937407"/>
              <a:gd name="connsiteY624" fmla="*/ 351421 h 400986"/>
              <a:gd name="connsiteX625" fmla="*/ 586467 w 937407"/>
              <a:gd name="connsiteY625" fmla="*/ 352129 h 400986"/>
              <a:gd name="connsiteX626" fmla="*/ 587403 w 937407"/>
              <a:gd name="connsiteY626" fmla="*/ 352832 h 400986"/>
              <a:gd name="connsiteX627" fmla="*/ 588344 w 937407"/>
              <a:gd name="connsiteY627" fmla="*/ 353525 h 400986"/>
              <a:gd name="connsiteX628" fmla="*/ 589279 w 937407"/>
              <a:gd name="connsiteY628" fmla="*/ 354213 h 400986"/>
              <a:gd name="connsiteX629" fmla="*/ 590220 w 937407"/>
              <a:gd name="connsiteY629" fmla="*/ 354892 h 400986"/>
              <a:gd name="connsiteX630" fmla="*/ 591156 w 937407"/>
              <a:gd name="connsiteY630" fmla="*/ 355565 h 400986"/>
              <a:gd name="connsiteX631" fmla="*/ 592096 w 937407"/>
              <a:gd name="connsiteY631" fmla="*/ 356228 h 400986"/>
              <a:gd name="connsiteX632" fmla="*/ 593032 w 937407"/>
              <a:gd name="connsiteY632" fmla="*/ 356882 h 400986"/>
              <a:gd name="connsiteX633" fmla="*/ 593972 w 937407"/>
              <a:gd name="connsiteY633" fmla="*/ 357530 h 400986"/>
              <a:gd name="connsiteX634" fmla="*/ 594913 w 937407"/>
              <a:gd name="connsiteY634" fmla="*/ 358174 h 400986"/>
              <a:gd name="connsiteX635" fmla="*/ 595849 w 937407"/>
              <a:gd name="connsiteY635" fmla="*/ 358807 h 400986"/>
              <a:gd name="connsiteX636" fmla="*/ 596789 w 937407"/>
              <a:gd name="connsiteY636" fmla="*/ 359431 h 400986"/>
              <a:gd name="connsiteX637" fmla="*/ 597725 w 937407"/>
              <a:gd name="connsiteY637" fmla="*/ 360055 h 400986"/>
              <a:gd name="connsiteX638" fmla="*/ 598666 w 937407"/>
              <a:gd name="connsiteY638" fmla="*/ 360664 h 400986"/>
              <a:gd name="connsiteX639" fmla="*/ 599601 w 937407"/>
              <a:gd name="connsiteY639" fmla="*/ 361268 h 400986"/>
              <a:gd name="connsiteX640" fmla="*/ 600542 w 937407"/>
              <a:gd name="connsiteY640" fmla="*/ 361867 h 400986"/>
              <a:gd name="connsiteX641" fmla="*/ 601478 w 937407"/>
              <a:gd name="connsiteY641" fmla="*/ 362461 h 400986"/>
              <a:gd name="connsiteX642" fmla="*/ 602418 w 937407"/>
              <a:gd name="connsiteY642" fmla="*/ 363040 h 400986"/>
              <a:gd name="connsiteX643" fmla="*/ 603354 w 937407"/>
              <a:gd name="connsiteY643" fmla="*/ 363619 h 400986"/>
              <a:gd name="connsiteX644" fmla="*/ 604294 w 937407"/>
              <a:gd name="connsiteY644" fmla="*/ 364189 h 400986"/>
              <a:gd name="connsiteX645" fmla="*/ 605235 w 937407"/>
              <a:gd name="connsiteY645" fmla="*/ 364753 h 400986"/>
              <a:gd name="connsiteX646" fmla="*/ 606171 w 937407"/>
              <a:gd name="connsiteY646" fmla="*/ 365308 h 400986"/>
              <a:gd name="connsiteX647" fmla="*/ 607111 w 937407"/>
              <a:gd name="connsiteY647" fmla="*/ 365857 h 400986"/>
              <a:gd name="connsiteX648" fmla="*/ 608047 w 937407"/>
              <a:gd name="connsiteY648" fmla="*/ 366402 h 400986"/>
              <a:gd name="connsiteX649" fmla="*/ 608988 w 937407"/>
              <a:gd name="connsiteY649" fmla="*/ 366936 h 400986"/>
              <a:gd name="connsiteX650" fmla="*/ 609923 w 937407"/>
              <a:gd name="connsiteY650" fmla="*/ 367466 h 400986"/>
              <a:gd name="connsiteX651" fmla="*/ 610864 w 937407"/>
              <a:gd name="connsiteY651" fmla="*/ 367986 h 400986"/>
              <a:gd name="connsiteX652" fmla="*/ 611799 w 937407"/>
              <a:gd name="connsiteY652" fmla="*/ 368501 h 400986"/>
              <a:gd name="connsiteX653" fmla="*/ 612740 w 937407"/>
              <a:gd name="connsiteY653" fmla="*/ 369011 h 400986"/>
              <a:gd name="connsiteX654" fmla="*/ 613676 w 937407"/>
              <a:gd name="connsiteY654" fmla="*/ 369515 h 400986"/>
              <a:gd name="connsiteX655" fmla="*/ 614616 w 937407"/>
              <a:gd name="connsiteY655" fmla="*/ 370011 h 400986"/>
              <a:gd name="connsiteX656" fmla="*/ 615557 w 937407"/>
              <a:gd name="connsiteY656" fmla="*/ 370501 h 400986"/>
              <a:gd name="connsiteX657" fmla="*/ 616493 w 937407"/>
              <a:gd name="connsiteY657" fmla="*/ 370986 h 400986"/>
              <a:gd name="connsiteX658" fmla="*/ 617433 w 937407"/>
              <a:gd name="connsiteY658" fmla="*/ 371466 h 400986"/>
              <a:gd name="connsiteX659" fmla="*/ 618369 w 937407"/>
              <a:gd name="connsiteY659" fmla="*/ 371936 h 400986"/>
              <a:gd name="connsiteX660" fmla="*/ 619309 w 937407"/>
              <a:gd name="connsiteY660" fmla="*/ 372402 h 400986"/>
              <a:gd name="connsiteX661" fmla="*/ 620245 w 937407"/>
              <a:gd name="connsiteY661" fmla="*/ 372862 h 400986"/>
              <a:gd name="connsiteX662" fmla="*/ 621186 w 937407"/>
              <a:gd name="connsiteY662" fmla="*/ 373318 h 400986"/>
              <a:gd name="connsiteX663" fmla="*/ 622121 w 937407"/>
              <a:gd name="connsiteY663" fmla="*/ 373763 h 400986"/>
              <a:gd name="connsiteX664" fmla="*/ 623062 w 937407"/>
              <a:gd name="connsiteY664" fmla="*/ 374204 h 400986"/>
              <a:gd name="connsiteX665" fmla="*/ 623998 w 937407"/>
              <a:gd name="connsiteY665" fmla="*/ 374639 h 400986"/>
              <a:gd name="connsiteX666" fmla="*/ 624938 w 937407"/>
              <a:gd name="connsiteY666" fmla="*/ 375070 h 400986"/>
              <a:gd name="connsiteX667" fmla="*/ 625879 w 937407"/>
              <a:gd name="connsiteY667" fmla="*/ 375496 h 400986"/>
              <a:gd name="connsiteX668" fmla="*/ 626814 w 937407"/>
              <a:gd name="connsiteY668" fmla="*/ 375912 h 400986"/>
              <a:gd name="connsiteX669" fmla="*/ 627755 w 937407"/>
              <a:gd name="connsiteY669" fmla="*/ 376327 h 400986"/>
              <a:gd name="connsiteX670" fmla="*/ 628691 w 937407"/>
              <a:gd name="connsiteY670" fmla="*/ 376733 h 400986"/>
              <a:gd name="connsiteX671" fmla="*/ 629631 w 937407"/>
              <a:gd name="connsiteY671" fmla="*/ 377134 h 400986"/>
              <a:gd name="connsiteX672" fmla="*/ 630567 w 937407"/>
              <a:gd name="connsiteY672" fmla="*/ 377530 h 400986"/>
              <a:gd name="connsiteX673" fmla="*/ 631508 w 937407"/>
              <a:gd name="connsiteY673" fmla="*/ 377922 h 400986"/>
              <a:gd name="connsiteX674" fmla="*/ 632443 w 937407"/>
              <a:gd name="connsiteY674" fmla="*/ 378308 h 400986"/>
              <a:gd name="connsiteX675" fmla="*/ 633384 w 937407"/>
              <a:gd name="connsiteY675" fmla="*/ 378689 h 400986"/>
              <a:gd name="connsiteX676" fmla="*/ 634319 w 937407"/>
              <a:gd name="connsiteY676" fmla="*/ 379065 h 400986"/>
              <a:gd name="connsiteX677" fmla="*/ 635260 w 937407"/>
              <a:gd name="connsiteY677" fmla="*/ 379431 h 400986"/>
              <a:gd name="connsiteX678" fmla="*/ 636196 w 937407"/>
              <a:gd name="connsiteY678" fmla="*/ 379798 h 400986"/>
              <a:gd name="connsiteX679" fmla="*/ 637136 w 937407"/>
              <a:gd name="connsiteY679" fmla="*/ 380154 h 400986"/>
              <a:gd name="connsiteX680" fmla="*/ 638077 w 937407"/>
              <a:gd name="connsiteY680" fmla="*/ 380511 h 400986"/>
              <a:gd name="connsiteX681" fmla="*/ 639013 w 937407"/>
              <a:gd name="connsiteY681" fmla="*/ 380857 h 400986"/>
              <a:gd name="connsiteX682" fmla="*/ 639953 w 937407"/>
              <a:gd name="connsiteY682" fmla="*/ 381204 h 400986"/>
              <a:gd name="connsiteX683" fmla="*/ 640889 w 937407"/>
              <a:gd name="connsiteY683" fmla="*/ 381545 h 400986"/>
              <a:gd name="connsiteX684" fmla="*/ 641829 w 937407"/>
              <a:gd name="connsiteY684" fmla="*/ 381877 h 400986"/>
              <a:gd name="connsiteX685" fmla="*/ 642765 w 937407"/>
              <a:gd name="connsiteY685" fmla="*/ 382209 h 400986"/>
              <a:gd name="connsiteX686" fmla="*/ 643706 w 937407"/>
              <a:gd name="connsiteY686" fmla="*/ 382531 h 400986"/>
              <a:gd name="connsiteX687" fmla="*/ 644641 w 937407"/>
              <a:gd name="connsiteY687" fmla="*/ 382852 h 400986"/>
              <a:gd name="connsiteX688" fmla="*/ 645582 w 937407"/>
              <a:gd name="connsiteY688" fmla="*/ 383169 h 400986"/>
              <a:gd name="connsiteX689" fmla="*/ 646518 w 937407"/>
              <a:gd name="connsiteY689" fmla="*/ 383476 h 400986"/>
              <a:gd name="connsiteX690" fmla="*/ 647458 w 937407"/>
              <a:gd name="connsiteY690" fmla="*/ 383783 h 400986"/>
              <a:gd name="connsiteX691" fmla="*/ 648399 w 937407"/>
              <a:gd name="connsiteY691" fmla="*/ 384085 h 400986"/>
              <a:gd name="connsiteX692" fmla="*/ 649335 w 937407"/>
              <a:gd name="connsiteY692" fmla="*/ 384382 h 400986"/>
              <a:gd name="connsiteX693" fmla="*/ 650275 w 937407"/>
              <a:gd name="connsiteY693" fmla="*/ 384679 h 400986"/>
              <a:gd name="connsiteX694" fmla="*/ 651211 w 937407"/>
              <a:gd name="connsiteY694" fmla="*/ 384966 h 400986"/>
              <a:gd name="connsiteX695" fmla="*/ 652151 w 937407"/>
              <a:gd name="connsiteY695" fmla="*/ 385248 h 400986"/>
              <a:gd name="connsiteX696" fmla="*/ 653087 w 937407"/>
              <a:gd name="connsiteY696" fmla="*/ 385531 h 400986"/>
              <a:gd name="connsiteX697" fmla="*/ 654028 w 937407"/>
              <a:gd name="connsiteY697" fmla="*/ 385803 h 400986"/>
              <a:gd name="connsiteX698" fmla="*/ 654963 w 937407"/>
              <a:gd name="connsiteY698" fmla="*/ 386075 h 400986"/>
              <a:gd name="connsiteX699" fmla="*/ 655904 w 937407"/>
              <a:gd name="connsiteY699" fmla="*/ 386342 h 400986"/>
              <a:gd name="connsiteX700" fmla="*/ 656840 w 937407"/>
              <a:gd name="connsiteY700" fmla="*/ 386605 h 400986"/>
              <a:gd name="connsiteX701" fmla="*/ 657780 w 937407"/>
              <a:gd name="connsiteY701" fmla="*/ 386867 h 400986"/>
              <a:gd name="connsiteX702" fmla="*/ 658721 w 937407"/>
              <a:gd name="connsiteY702" fmla="*/ 387120 h 400986"/>
              <a:gd name="connsiteX703" fmla="*/ 659656 w 937407"/>
              <a:gd name="connsiteY703" fmla="*/ 387372 h 400986"/>
              <a:gd name="connsiteX704" fmla="*/ 660597 w 937407"/>
              <a:gd name="connsiteY704" fmla="*/ 387620 h 400986"/>
              <a:gd name="connsiteX705" fmla="*/ 661533 w 937407"/>
              <a:gd name="connsiteY705" fmla="*/ 387862 h 400986"/>
              <a:gd name="connsiteX706" fmla="*/ 662473 w 937407"/>
              <a:gd name="connsiteY706" fmla="*/ 388105 h 400986"/>
              <a:gd name="connsiteX707" fmla="*/ 663409 w 937407"/>
              <a:gd name="connsiteY707" fmla="*/ 388337 h 400986"/>
              <a:gd name="connsiteX708" fmla="*/ 664350 w 937407"/>
              <a:gd name="connsiteY708" fmla="*/ 388570 h 400986"/>
              <a:gd name="connsiteX709" fmla="*/ 665285 w 937407"/>
              <a:gd name="connsiteY709" fmla="*/ 388803 h 400986"/>
              <a:gd name="connsiteX710" fmla="*/ 666226 w 937407"/>
              <a:gd name="connsiteY710" fmla="*/ 389026 h 400986"/>
              <a:gd name="connsiteX711" fmla="*/ 667161 w 937407"/>
              <a:gd name="connsiteY711" fmla="*/ 389248 h 400986"/>
              <a:gd name="connsiteX712" fmla="*/ 668102 w 937407"/>
              <a:gd name="connsiteY712" fmla="*/ 389466 h 400986"/>
              <a:gd name="connsiteX713" fmla="*/ 669043 w 937407"/>
              <a:gd name="connsiteY713" fmla="*/ 389679 h 400986"/>
              <a:gd name="connsiteX714" fmla="*/ 669978 w 937407"/>
              <a:gd name="connsiteY714" fmla="*/ 389892 h 400986"/>
              <a:gd name="connsiteX715" fmla="*/ 670919 w 937407"/>
              <a:gd name="connsiteY715" fmla="*/ 390100 h 400986"/>
              <a:gd name="connsiteX716" fmla="*/ 671855 w 937407"/>
              <a:gd name="connsiteY716" fmla="*/ 390303 h 400986"/>
              <a:gd name="connsiteX717" fmla="*/ 672795 w 937407"/>
              <a:gd name="connsiteY717" fmla="*/ 390506 h 400986"/>
              <a:gd name="connsiteX718" fmla="*/ 673731 w 937407"/>
              <a:gd name="connsiteY718" fmla="*/ 390704 h 400986"/>
              <a:gd name="connsiteX719" fmla="*/ 674671 w 937407"/>
              <a:gd name="connsiteY719" fmla="*/ 390897 h 400986"/>
              <a:gd name="connsiteX720" fmla="*/ 675607 w 937407"/>
              <a:gd name="connsiteY720" fmla="*/ 391085 h 400986"/>
              <a:gd name="connsiteX721" fmla="*/ 676548 w 937407"/>
              <a:gd name="connsiteY721" fmla="*/ 391273 h 400986"/>
              <a:gd name="connsiteX722" fmla="*/ 677483 w 937407"/>
              <a:gd name="connsiteY722" fmla="*/ 391461 h 400986"/>
              <a:gd name="connsiteX723" fmla="*/ 678424 w 937407"/>
              <a:gd name="connsiteY723" fmla="*/ 391644 h 400986"/>
              <a:gd name="connsiteX724" fmla="*/ 679360 w 937407"/>
              <a:gd name="connsiteY724" fmla="*/ 391823 h 400986"/>
              <a:gd name="connsiteX725" fmla="*/ 680300 w 937407"/>
              <a:gd name="connsiteY725" fmla="*/ 391996 h 400986"/>
              <a:gd name="connsiteX726" fmla="*/ 681241 w 937407"/>
              <a:gd name="connsiteY726" fmla="*/ 392169 h 400986"/>
              <a:gd name="connsiteX727" fmla="*/ 682176 w 937407"/>
              <a:gd name="connsiteY727" fmla="*/ 392342 h 400986"/>
              <a:gd name="connsiteX728" fmla="*/ 683117 w 937407"/>
              <a:gd name="connsiteY728" fmla="*/ 392506 h 400986"/>
              <a:gd name="connsiteX729" fmla="*/ 684053 w 937407"/>
              <a:gd name="connsiteY729" fmla="*/ 392674 h 400986"/>
              <a:gd name="connsiteX730" fmla="*/ 684993 w 937407"/>
              <a:gd name="connsiteY730" fmla="*/ 392833 h 400986"/>
              <a:gd name="connsiteX731" fmla="*/ 685929 w 937407"/>
              <a:gd name="connsiteY731" fmla="*/ 392991 h 400986"/>
              <a:gd name="connsiteX732" fmla="*/ 686870 w 937407"/>
              <a:gd name="connsiteY732" fmla="*/ 393149 h 400986"/>
              <a:gd name="connsiteX733" fmla="*/ 687805 w 937407"/>
              <a:gd name="connsiteY733" fmla="*/ 393303 h 400986"/>
              <a:gd name="connsiteX734" fmla="*/ 688746 w 937407"/>
              <a:gd name="connsiteY734" fmla="*/ 393456 h 400986"/>
              <a:gd name="connsiteX735" fmla="*/ 689682 w 937407"/>
              <a:gd name="connsiteY735" fmla="*/ 393600 h 400986"/>
              <a:gd name="connsiteX736" fmla="*/ 690622 w 937407"/>
              <a:gd name="connsiteY736" fmla="*/ 393748 h 400986"/>
              <a:gd name="connsiteX737" fmla="*/ 691563 w 937407"/>
              <a:gd name="connsiteY737" fmla="*/ 393892 h 400986"/>
              <a:gd name="connsiteX738" fmla="*/ 692498 w 937407"/>
              <a:gd name="connsiteY738" fmla="*/ 394031 h 400986"/>
              <a:gd name="connsiteX739" fmla="*/ 693439 w 937407"/>
              <a:gd name="connsiteY739" fmla="*/ 394169 h 400986"/>
              <a:gd name="connsiteX740" fmla="*/ 694375 w 937407"/>
              <a:gd name="connsiteY740" fmla="*/ 394308 h 400986"/>
              <a:gd name="connsiteX741" fmla="*/ 695315 w 937407"/>
              <a:gd name="connsiteY741" fmla="*/ 394441 h 400986"/>
              <a:gd name="connsiteX742" fmla="*/ 696251 w 937407"/>
              <a:gd name="connsiteY742" fmla="*/ 394570 h 400986"/>
              <a:gd name="connsiteX743" fmla="*/ 697192 w 937407"/>
              <a:gd name="connsiteY743" fmla="*/ 394699 h 400986"/>
              <a:gd name="connsiteX744" fmla="*/ 698127 w 937407"/>
              <a:gd name="connsiteY744" fmla="*/ 394828 h 400986"/>
              <a:gd name="connsiteX745" fmla="*/ 699068 w 937407"/>
              <a:gd name="connsiteY745" fmla="*/ 394951 h 400986"/>
              <a:gd name="connsiteX746" fmla="*/ 700003 w 937407"/>
              <a:gd name="connsiteY746" fmla="*/ 395075 h 400986"/>
              <a:gd name="connsiteX747" fmla="*/ 700944 w 937407"/>
              <a:gd name="connsiteY747" fmla="*/ 395194 h 400986"/>
              <a:gd name="connsiteX748" fmla="*/ 701885 w 937407"/>
              <a:gd name="connsiteY748" fmla="*/ 395313 h 400986"/>
              <a:gd name="connsiteX749" fmla="*/ 702820 w 937407"/>
              <a:gd name="connsiteY749" fmla="*/ 395427 h 400986"/>
              <a:gd name="connsiteX750" fmla="*/ 703761 w 937407"/>
              <a:gd name="connsiteY750" fmla="*/ 395541 h 400986"/>
              <a:gd name="connsiteX751" fmla="*/ 704697 w 937407"/>
              <a:gd name="connsiteY751" fmla="*/ 395649 h 400986"/>
              <a:gd name="connsiteX752" fmla="*/ 705637 w 937407"/>
              <a:gd name="connsiteY752" fmla="*/ 395758 h 400986"/>
              <a:gd name="connsiteX753" fmla="*/ 706573 w 937407"/>
              <a:gd name="connsiteY753" fmla="*/ 395867 h 400986"/>
              <a:gd name="connsiteX754" fmla="*/ 707513 w 937407"/>
              <a:gd name="connsiteY754" fmla="*/ 395976 h 400986"/>
              <a:gd name="connsiteX755" fmla="*/ 708449 w 937407"/>
              <a:gd name="connsiteY755" fmla="*/ 396075 h 400986"/>
              <a:gd name="connsiteX756" fmla="*/ 709390 w 937407"/>
              <a:gd name="connsiteY756" fmla="*/ 396179 h 400986"/>
              <a:gd name="connsiteX757" fmla="*/ 710325 w 937407"/>
              <a:gd name="connsiteY757" fmla="*/ 396278 h 400986"/>
              <a:gd name="connsiteX758" fmla="*/ 711266 w 937407"/>
              <a:gd name="connsiteY758" fmla="*/ 396377 h 400986"/>
              <a:gd name="connsiteX759" fmla="*/ 712207 w 937407"/>
              <a:gd name="connsiteY759" fmla="*/ 396471 h 400986"/>
              <a:gd name="connsiteX760" fmla="*/ 713142 w 937407"/>
              <a:gd name="connsiteY760" fmla="*/ 396565 h 400986"/>
              <a:gd name="connsiteX761" fmla="*/ 714083 w 937407"/>
              <a:gd name="connsiteY761" fmla="*/ 396659 h 400986"/>
              <a:gd name="connsiteX762" fmla="*/ 715018 w 937407"/>
              <a:gd name="connsiteY762" fmla="*/ 396753 h 400986"/>
              <a:gd name="connsiteX763" fmla="*/ 715959 w 937407"/>
              <a:gd name="connsiteY763" fmla="*/ 396843 h 400986"/>
              <a:gd name="connsiteX764" fmla="*/ 716895 w 937407"/>
              <a:gd name="connsiteY764" fmla="*/ 396927 h 400986"/>
              <a:gd name="connsiteX765" fmla="*/ 717835 w 937407"/>
              <a:gd name="connsiteY765" fmla="*/ 397016 h 400986"/>
              <a:gd name="connsiteX766" fmla="*/ 718771 w 937407"/>
              <a:gd name="connsiteY766" fmla="*/ 397100 h 400986"/>
              <a:gd name="connsiteX767" fmla="*/ 719712 w 937407"/>
              <a:gd name="connsiteY767" fmla="*/ 397179 h 400986"/>
              <a:gd name="connsiteX768" fmla="*/ 720647 w 937407"/>
              <a:gd name="connsiteY768" fmla="*/ 397263 h 400986"/>
              <a:gd name="connsiteX769" fmla="*/ 721588 w 937407"/>
              <a:gd name="connsiteY769" fmla="*/ 397343 h 400986"/>
              <a:gd name="connsiteX770" fmla="*/ 722524 w 937407"/>
              <a:gd name="connsiteY770" fmla="*/ 397422 h 400986"/>
              <a:gd name="connsiteX771" fmla="*/ 723464 w 937407"/>
              <a:gd name="connsiteY771" fmla="*/ 397496 h 400986"/>
              <a:gd name="connsiteX772" fmla="*/ 724405 w 937407"/>
              <a:gd name="connsiteY772" fmla="*/ 397570 h 400986"/>
              <a:gd name="connsiteX773" fmla="*/ 725340 w 937407"/>
              <a:gd name="connsiteY773" fmla="*/ 397645 h 400986"/>
              <a:gd name="connsiteX774" fmla="*/ 726281 w 937407"/>
              <a:gd name="connsiteY774" fmla="*/ 397719 h 400986"/>
              <a:gd name="connsiteX775" fmla="*/ 727217 w 937407"/>
              <a:gd name="connsiteY775" fmla="*/ 397788 h 400986"/>
              <a:gd name="connsiteX776" fmla="*/ 728157 w 937407"/>
              <a:gd name="connsiteY776" fmla="*/ 397857 h 400986"/>
              <a:gd name="connsiteX777" fmla="*/ 729093 w 937407"/>
              <a:gd name="connsiteY777" fmla="*/ 397927 h 400986"/>
              <a:gd name="connsiteX778" fmla="*/ 730034 w 937407"/>
              <a:gd name="connsiteY778" fmla="*/ 397991 h 400986"/>
              <a:gd name="connsiteX779" fmla="*/ 730969 w 937407"/>
              <a:gd name="connsiteY779" fmla="*/ 398055 h 400986"/>
              <a:gd name="connsiteX780" fmla="*/ 731910 w 937407"/>
              <a:gd name="connsiteY780" fmla="*/ 398120 h 400986"/>
              <a:gd name="connsiteX781" fmla="*/ 732845 w 937407"/>
              <a:gd name="connsiteY781" fmla="*/ 398184 h 400986"/>
              <a:gd name="connsiteX782" fmla="*/ 733786 w 937407"/>
              <a:gd name="connsiteY782" fmla="*/ 398248 h 400986"/>
              <a:gd name="connsiteX783" fmla="*/ 734727 w 937407"/>
              <a:gd name="connsiteY783" fmla="*/ 398308 h 400986"/>
              <a:gd name="connsiteX784" fmla="*/ 735662 w 937407"/>
              <a:gd name="connsiteY784" fmla="*/ 398367 h 400986"/>
              <a:gd name="connsiteX785" fmla="*/ 736603 w 937407"/>
              <a:gd name="connsiteY785" fmla="*/ 398422 h 400986"/>
              <a:gd name="connsiteX786" fmla="*/ 737539 w 937407"/>
              <a:gd name="connsiteY786" fmla="*/ 398481 h 400986"/>
              <a:gd name="connsiteX787" fmla="*/ 738479 w 937407"/>
              <a:gd name="connsiteY787" fmla="*/ 398536 h 400986"/>
              <a:gd name="connsiteX788" fmla="*/ 739415 w 937407"/>
              <a:gd name="connsiteY788" fmla="*/ 398590 h 400986"/>
              <a:gd name="connsiteX789" fmla="*/ 740355 w 937407"/>
              <a:gd name="connsiteY789" fmla="*/ 398645 h 400986"/>
              <a:gd name="connsiteX790" fmla="*/ 741291 w 937407"/>
              <a:gd name="connsiteY790" fmla="*/ 398699 h 400986"/>
              <a:gd name="connsiteX791" fmla="*/ 742232 w 937407"/>
              <a:gd name="connsiteY791" fmla="*/ 398749 h 400986"/>
              <a:gd name="connsiteX792" fmla="*/ 743167 w 937407"/>
              <a:gd name="connsiteY792" fmla="*/ 398798 h 400986"/>
              <a:gd name="connsiteX793" fmla="*/ 744108 w 937407"/>
              <a:gd name="connsiteY793" fmla="*/ 398847 h 400986"/>
              <a:gd name="connsiteX794" fmla="*/ 745049 w 937407"/>
              <a:gd name="connsiteY794" fmla="*/ 398897 h 400986"/>
              <a:gd name="connsiteX795" fmla="*/ 745984 w 937407"/>
              <a:gd name="connsiteY795" fmla="*/ 398947 h 400986"/>
              <a:gd name="connsiteX796" fmla="*/ 746925 w 937407"/>
              <a:gd name="connsiteY796" fmla="*/ 398991 h 400986"/>
              <a:gd name="connsiteX797" fmla="*/ 747860 w 937407"/>
              <a:gd name="connsiteY797" fmla="*/ 399036 h 400986"/>
              <a:gd name="connsiteX798" fmla="*/ 748801 w 937407"/>
              <a:gd name="connsiteY798" fmla="*/ 399080 h 400986"/>
              <a:gd name="connsiteX799" fmla="*/ 749737 w 937407"/>
              <a:gd name="connsiteY799" fmla="*/ 399125 h 400986"/>
              <a:gd name="connsiteX800" fmla="*/ 750677 w 937407"/>
              <a:gd name="connsiteY800" fmla="*/ 399164 h 400986"/>
              <a:gd name="connsiteX801" fmla="*/ 751613 w 937407"/>
              <a:gd name="connsiteY801" fmla="*/ 399209 h 400986"/>
              <a:gd name="connsiteX802" fmla="*/ 752554 w 937407"/>
              <a:gd name="connsiteY802" fmla="*/ 399249 h 400986"/>
              <a:gd name="connsiteX803" fmla="*/ 753489 w 937407"/>
              <a:gd name="connsiteY803" fmla="*/ 399288 h 400986"/>
              <a:gd name="connsiteX804" fmla="*/ 754430 w 937407"/>
              <a:gd name="connsiteY804" fmla="*/ 399328 h 400986"/>
              <a:gd name="connsiteX805" fmla="*/ 755370 w 937407"/>
              <a:gd name="connsiteY805" fmla="*/ 399367 h 400986"/>
              <a:gd name="connsiteX806" fmla="*/ 756306 w 937407"/>
              <a:gd name="connsiteY806" fmla="*/ 399407 h 400986"/>
              <a:gd name="connsiteX807" fmla="*/ 757247 w 937407"/>
              <a:gd name="connsiteY807" fmla="*/ 399442 h 400986"/>
              <a:gd name="connsiteX808" fmla="*/ 758182 w 937407"/>
              <a:gd name="connsiteY808" fmla="*/ 399476 h 400986"/>
              <a:gd name="connsiteX809" fmla="*/ 759123 w 937407"/>
              <a:gd name="connsiteY809" fmla="*/ 399511 h 400986"/>
              <a:gd name="connsiteX810" fmla="*/ 760059 w 937407"/>
              <a:gd name="connsiteY810" fmla="*/ 399546 h 400986"/>
              <a:gd name="connsiteX811" fmla="*/ 760999 w 937407"/>
              <a:gd name="connsiteY811" fmla="*/ 399580 h 400986"/>
              <a:gd name="connsiteX812" fmla="*/ 761935 w 937407"/>
              <a:gd name="connsiteY812" fmla="*/ 399615 h 400986"/>
              <a:gd name="connsiteX813" fmla="*/ 762875 w 937407"/>
              <a:gd name="connsiteY813" fmla="*/ 399645 h 400986"/>
              <a:gd name="connsiteX814" fmla="*/ 763811 w 937407"/>
              <a:gd name="connsiteY814" fmla="*/ 399679 h 400986"/>
              <a:gd name="connsiteX815" fmla="*/ 764752 w 937407"/>
              <a:gd name="connsiteY815" fmla="*/ 399709 h 400986"/>
              <a:gd name="connsiteX816" fmla="*/ 765692 w 937407"/>
              <a:gd name="connsiteY816" fmla="*/ 399739 h 400986"/>
              <a:gd name="connsiteX817" fmla="*/ 766628 w 937407"/>
              <a:gd name="connsiteY817" fmla="*/ 399768 h 400986"/>
              <a:gd name="connsiteX818" fmla="*/ 767569 w 937407"/>
              <a:gd name="connsiteY818" fmla="*/ 399798 h 400986"/>
              <a:gd name="connsiteX819" fmla="*/ 768504 w 937407"/>
              <a:gd name="connsiteY819" fmla="*/ 399828 h 400986"/>
              <a:gd name="connsiteX820" fmla="*/ 769445 w 937407"/>
              <a:gd name="connsiteY820" fmla="*/ 399852 h 400986"/>
              <a:gd name="connsiteX821" fmla="*/ 770381 w 937407"/>
              <a:gd name="connsiteY821" fmla="*/ 399882 h 400986"/>
              <a:gd name="connsiteX822" fmla="*/ 771321 w 937407"/>
              <a:gd name="connsiteY822" fmla="*/ 399907 h 400986"/>
              <a:gd name="connsiteX823" fmla="*/ 772257 w 937407"/>
              <a:gd name="connsiteY823" fmla="*/ 399932 h 400986"/>
              <a:gd name="connsiteX824" fmla="*/ 773197 w 937407"/>
              <a:gd name="connsiteY824" fmla="*/ 399961 h 400986"/>
              <a:gd name="connsiteX825" fmla="*/ 774133 w 937407"/>
              <a:gd name="connsiteY825" fmla="*/ 399986 h 400986"/>
              <a:gd name="connsiteX826" fmla="*/ 775074 w 937407"/>
              <a:gd name="connsiteY826" fmla="*/ 400006 h 400986"/>
              <a:gd name="connsiteX827" fmla="*/ 776009 w 937407"/>
              <a:gd name="connsiteY827" fmla="*/ 400031 h 400986"/>
              <a:gd name="connsiteX828" fmla="*/ 776950 w 937407"/>
              <a:gd name="connsiteY828" fmla="*/ 400055 h 400986"/>
              <a:gd name="connsiteX829" fmla="*/ 777890 w 937407"/>
              <a:gd name="connsiteY829" fmla="*/ 400080 h 400986"/>
              <a:gd name="connsiteX830" fmla="*/ 778826 w 937407"/>
              <a:gd name="connsiteY830" fmla="*/ 400100 h 400986"/>
              <a:gd name="connsiteX831" fmla="*/ 779767 w 937407"/>
              <a:gd name="connsiteY831" fmla="*/ 400120 h 400986"/>
              <a:gd name="connsiteX832" fmla="*/ 780702 w 937407"/>
              <a:gd name="connsiteY832" fmla="*/ 400145 h 400986"/>
              <a:gd name="connsiteX833" fmla="*/ 781643 w 937407"/>
              <a:gd name="connsiteY833" fmla="*/ 400164 h 400986"/>
              <a:gd name="connsiteX834" fmla="*/ 782579 w 937407"/>
              <a:gd name="connsiteY834" fmla="*/ 400184 h 400986"/>
              <a:gd name="connsiteX835" fmla="*/ 783519 w 937407"/>
              <a:gd name="connsiteY835" fmla="*/ 400204 h 400986"/>
              <a:gd name="connsiteX836" fmla="*/ 784455 w 937407"/>
              <a:gd name="connsiteY836" fmla="*/ 400224 h 400986"/>
              <a:gd name="connsiteX837" fmla="*/ 785396 w 937407"/>
              <a:gd name="connsiteY837" fmla="*/ 400244 h 400986"/>
              <a:gd name="connsiteX838" fmla="*/ 786331 w 937407"/>
              <a:gd name="connsiteY838" fmla="*/ 400258 h 400986"/>
              <a:gd name="connsiteX839" fmla="*/ 787272 w 937407"/>
              <a:gd name="connsiteY839" fmla="*/ 400278 h 400986"/>
              <a:gd name="connsiteX840" fmla="*/ 788212 w 937407"/>
              <a:gd name="connsiteY840" fmla="*/ 400298 h 400986"/>
              <a:gd name="connsiteX841" fmla="*/ 789148 w 937407"/>
              <a:gd name="connsiteY841" fmla="*/ 400313 h 400986"/>
              <a:gd name="connsiteX842" fmla="*/ 790089 w 937407"/>
              <a:gd name="connsiteY842" fmla="*/ 400333 h 400986"/>
              <a:gd name="connsiteX843" fmla="*/ 791024 w 937407"/>
              <a:gd name="connsiteY843" fmla="*/ 400348 h 400986"/>
              <a:gd name="connsiteX844" fmla="*/ 791965 w 937407"/>
              <a:gd name="connsiteY844" fmla="*/ 400362 h 400986"/>
              <a:gd name="connsiteX845" fmla="*/ 792901 w 937407"/>
              <a:gd name="connsiteY845" fmla="*/ 400377 h 400986"/>
              <a:gd name="connsiteX846" fmla="*/ 793841 w 937407"/>
              <a:gd name="connsiteY846" fmla="*/ 400392 h 400986"/>
              <a:gd name="connsiteX847" fmla="*/ 794777 w 937407"/>
              <a:gd name="connsiteY847" fmla="*/ 400412 h 400986"/>
              <a:gd name="connsiteX848" fmla="*/ 795717 w 937407"/>
              <a:gd name="connsiteY848" fmla="*/ 400422 h 400986"/>
              <a:gd name="connsiteX849" fmla="*/ 796653 w 937407"/>
              <a:gd name="connsiteY849" fmla="*/ 400437 h 400986"/>
              <a:gd name="connsiteX850" fmla="*/ 797594 w 937407"/>
              <a:gd name="connsiteY850" fmla="*/ 400451 h 400986"/>
              <a:gd name="connsiteX851" fmla="*/ 798534 w 937407"/>
              <a:gd name="connsiteY851" fmla="*/ 400466 h 400986"/>
              <a:gd name="connsiteX852" fmla="*/ 799470 w 937407"/>
              <a:gd name="connsiteY852" fmla="*/ 400481 h 400986"/>
              <a:gd name="connsiteX853" fmla="*/ 800411 w 937407"/>
              <a:gd name="connsiteY853" fmla="*/ 400491 h 400986"/>
              <a:gd name="connsiteX854" fmla="*/ 801346 w 937407"/>
              <a:gd name="connsiteY854" fmla="*/ 400506 h 400986"/>
              <a:gd name="connsiteX855" fmla="*/ 802287 w 937407"/>
              <a:gd name="connsiteY855" fmla="*/ 400516 h 400986"/>
              <a:gd name="connsiteX856" fmla="*/ 803223 w 937407"/>
              <a:gd name="connsiteY856" fmla="*/ 400531 h 400986"/>
              <a:gd name="connsiteX857" fmla="*/ 804163 w 937407"/>
              <a:gd name="connsiteY857" fmla="*/ 400541 h 400986"/>
              <a:gd name="connsiteX858" fmla="*/ 805099 w 937407"/>
              <a:gd name="connsiteY858" fmla="*/ 400555 h 400986"/>
              <a:gd name="connsiteX859" fmla="*/ 806039 w 937407"/>
              <a:gd name="connsiteY859" fmla="*/ 400565 h 400986"/>
              <a:gd name="connsiteX860" fmla="*/ 806975 w 937407"/>
              <a:gd name="connsiteY860" fmla="*/ 400575 h 400986"/>
              <a:gd name="connsiteX861" fmla="*/ 807916 w 937407"/>
              <a:gd name="connsiteY861" fmla="*/ 400585 h 400986"/>
              <a:gd name="connsiteX862" fmla="*/ 808856 w 937407"/>
              <a:gd name="connsiteY862" fmla="*/ 400595 h 400986"/>
              <a:gd name="connsiteX863" fmla="*/ 809792 w 937407"/>
              <a:gd name="connsiteY863" fmla="*/ 400605 h 400986"/>
              <a:gd name="connsiteX864" fmla="*/ 810732 w 937407"/>
              <a:gd name="connsiteY864" fmla="*/ 400615 h 400986"/>
              <a:gd name="connsiteX865" fmla="*/ 811668 w 937407"/>
              <a:gd name="connsiteY865" fmla="*/ 400625 h 400986"/>
              <a:gd name="connsiteX866" fmla="*/ 812609 w 937407"/>
              <a:gd name="connsiteY866" fmla="*/ 400635 h 400986"/>
              <a:gd name="connsiteX867" fmla="*/ 813544 w 937407"/>
              <a:gd name="connsiteY867" fmla="*/ 400645 h 400986"/>
              <a:gd name="connsiteX868" fmla="*/ 814485 w 937407"/>
              <a:gd name="connsiteY868" fmla="*/ 400654 h 400986"/>
              <a:gd name="connsiteX869" fmla="*/ 815421 w 937407"/>
              <a:gd name="connsiteY869" fmla="*/ 400664 h 400986"/>
              <a:gd name="connsiteX870" fmla="*/ 816361 w 937407"/>
              <a:gd name="connsiteY870" fmla="*/ 400674 h 400986"/>
              <a:gd name="connsiteX871" fmla="*/ 817297 w 937407"/>
              <a:gd name="connsiteY871" fmla="*/ 400679 h 400986"/>
              <a:gd name="connsiteX872" fmla="*/ 818238 w 937407"/>
              <a:gd name="connsiteY872" fmla="*/ 400689 h 400986"/>
              <a:gd name="connsiteX873" fmla="*/ 819173 w 937407"/>
              <a:gd name="connsiteY873" fmla="*/ 400699 h 400986"/>
              <a:gd name="connsiteX874" fmla="*/ 820114 w 937407"/>
              <a:gd name="connsiteY874" fmla="*/ 400704 h 400986"/>
              <a:gd name="connsiteX875" fmla="*/ 821054 w 937407"/>
              <a:gd name="connsiteY875" fmla="*/ 400714 h 400986"/>
              <a:gd name="connsiteX876" fmla="*/ 821990 w 937407"/>
              <a:gd name="connsiteY876" fmla="*/ 400719 h 400986"/>
              <a:gd name="connsiteX877" fmla="*/ 822931 w 937407"/>
              <a:gd name="connsiteY877" fmla="*/ 400729 h 400986"/>
              <a:gd name="connsiteX878" fmla="*/ 823866 w 937407"/>
              <a:gd name="connsiteY878" fmla="*/ 400734 h 400986"/>
              <a:gd name="connsiteX879" fmla="*/ 824807 w 937407"/>
              <a:gd name="connsiteY879" fmla="*/ 400739 h 400986"/>
              <a:gd name="connsiteX880" fmla="*/ 825743 w 937407"/>
              <a:gd name="connsiteY880" fmla="*/ 400748 h 400986"/>
              <a:gd name="connsiteX881" fmla="*/ 826683 w 937407"/>
              <a:gd name="connsiteY881" fmla="*/ 400753 h 400986"/>
              <a:gd name="connsiteX882" fmla="*/ 827619 w 937407"/>
              <a:gd name="connsiteY882" fmla="*/ 400758 h 400986"/>
              <a:gd name="connsiteX883" fmla="*/ 828559 w 937407"/>
              <a:gd name="connsiteY883" fmla="*/ 400768 h 400986"/>
              <a:gd name="connsiteX884" fmla="*/ 829495 w 937407"/>
              <a:gd name="connsiteY884" fmla="*/ 400773 h 400986"/>
              <a:gd name="connsiteX885" fmla="*/ 830436 w 937407"/>
              <a:gd name="connsiteY885" fmla="*/ 400778 h 400986"/>
              <a:gd name="connsiteX886" fmla="*/ 831376 w 937407"/>
              <a:gd name="connsiteY886" fmla="*/ 400783 h 400986"/>
              <a:gd name="connsiteX887" fmla="*/ 832312 w 937407"/>
              <a:gd name="connsiteY887" fmla="*/ 400788 h 400986"/>
              <a:gd name="connsiteX888" fmla="*/ 833253 w 937407"/>
              <a:gd name="connsiteY888" fmla="*/ 400798 h 400986"/>
              <a:gd name="connsiteX889" fmla="*/ 834188 w 937407"/>
              <a:gd name="connsiteY889" fmla="*/ 400803 h 400986"/>
              <a:gd name="connsiteX890" fmla="*/ 835129 w 937407"/>
              <a:gd name="connsiteY890" fmla="*/ 400808 h 400986"/>
              <a:gd name="connsiteX891" fmla="*/ 836064 w 937407"/>
              <a:gd name="connsiteY891" fmla="*/ 400813 h 400986"/>
              <a:gd name="connsiteX892" fmla="*/ 837005 w 937407"/>
              <a:gd name="connsiteY892" fmla="*/ 400818 h 400986"/>
              <a:gd name="connsiteX893" fmla="*/ 837941 w 937407"/>
              <a:gd name="connsiteY893" fmla="*/ 400823 h 400986"/>
              <a:gd name="connsiteX894" fmla="*/ 838881 w 937407"/>
              <a:gd name="connsiteY894" fmla="*/ 400828 h 400986"/>
              <a:gd name="connsiteX895" fmla="*/ 839817 w 937407"/>
              <a:gd name="connsiteY895" fmla="*/ 400833 h 400986"/>
              <a:gd name="connsiteX896" fmla="*/ 840758 w 937407"/>
              <a:gd name="connsiteY896" fmla="*/ 400833 h 400986"/>
              <a:gd name="connsiteX897" fmla="*/ 841698 w 937407"/>
              <a:gd name="connsiteY897" fmla="*/ 400838 h 400986"/>
              <a:gd name="connsiteX898" fmla="*/ 842634 w 937407"/>
              <a:gd name="connsiteY898" fmla="*/ 400843 h 400986"/>
              <a:gd name="connsiteX899" fmla="*/ 843574 w 937407"/>
              <a:gd name="connsiteY899" fmla="*/ 400848 h 400986"/>
              <a:gd name="connsiteX900" fmla="*/ 844510 w 937407"/>
              <a:gd name="connsiteY900" fmla="*/ 400852 h 400986"/>
              <a:gd name="connsiteX901" fmla="*/ 845451 w 937407"/>
              <a:gd name="connsiteY901" fmla="*/ 400857 h 400986"/>
              <a:gd name="connsiteX902" fmla="*/ 846386 w 937407"/>
              <a:gd name="connsiteY902" fmla="*/ 400857 h 400986"/>
              <a:gd name="connsiteX903" fmla="*/ 847327 w 937407"/>
              <a:gd name="connsiteY903" fmla="*/ 400862 h 400986"/>
              <a:gd name="connsiteX904" fmla="*/ 848263 w 937407"/>
              <a:gd name="connsiteY904" fmla="*/ 400867 h 400986"/>
              <a:gd name="connsiteX905" fmla="*/ 849203 w 937407"/>
              <a:gd name="connsiteY905" fmla="*/ 400872 h 400986"/>
              <a:gd name="connsiteX906" fmla="*/ 850139 w 937407"/>
              <a:gd name="connsiteY906" fmla="*/ 400872 h 400986"/>
              <a:gd name="connsiteX907" fmla="*/ 851080 w 937407"/>
              <a:gd name="connsiteY907" fmla="*/ 400877 h 400986"/>
              <a:gd name="connsiteX908" fmla="*/ 852020 w 937407"/>
              <a:gd name="connsiteY908" fmla="*/ 400882 h 400986"/>
              <a:gd name="connsiteX909" fmla="*/ 852956 w 937407"/>
              <a:gd name="connsiteY909" fmla="*/ 400882 h 400986"/>
              <a:gd name="connsiteX910" fmla="*/ 853896 w 937407"/>
              <a:gd name="connsiteY910" fmla="*/ 400887 h 400986"/>
              <a:gd name="connsiteX911" fmla="*/ 854832 w 937407"/>
              <a:gd name="connsiteY911" fmla="*/ 400887 h 400986"/>
              <a:gd name="connsiteX912" fmla="*/ 855773 w 937407"/>
              <a:gd name="connsiteY912" fmla="*/ 400892 h 400986"/>
              <a:gd name="connsiteX913" fmla="*/ 856708 w 937407"/>
              <a:gd name="connsiteY913" fmla="*/ 400897 h 400986"/>
              <a:gd name="connsiteX914" fmla="*/ 857649 w 937407"/>
              <a:gd name="connsiteY914" fmla="*/ 400897 h 400986"/>
              <a:gd name="connsiteX915" fmla="*/ 858585 w 937407"/>
              <a:gd name="connsiteY915" fmla="*/ 400902 h 400986"/>
              <a:gd name="connsiteX916" fmla="*/ 859525 w 937407"/>
              <a:gd name="connsiteY916" fmla="*/ 400902 h 400986"/>
              <a:gd name="connsiteX917" fmla="*/ 860461 w 937407"/>
              <a:gd name="connsiteY917" fmla="*/ 400907 h 400986"/>
              <a:gd name="connsiteX918" fmla="*/ 861401 w 937407"/>
              <a:gd name="connsiteY918" fmla="*/ 400907 h 400986"/>
              <a:gd name="connsiteX919" fmla="*/ 862337 w 937407"/>
              <a:gd name="connsiteY919" fmla="*/ 400912 h 400986"/>
              <a:gd name="connsiteX920" fmla="*/ 863278 w 937407"/>
              <a:gd name="connsiteY920" fmla="*/ 400912 h 400986"/>
              <a:gd name="connsiteX921" fmla="*/ 864218 w 937407"/>
              <a:gd name="connsiteY921" fmla="*/ 400917 h 400986"/>
              <a:gd name="connsiteX922" fmla="*/ 865154 w 937407"/>
              <a:gd name="connsiteY922" fmla="*/ 400917 h 400986"/>
              <a:gd name="connsiteX923" fmla="*/ 866094 w 937407"/>
              <a:gd name="connsiteY923" fmla="*/ 400922 h 400986"/>
              <a:gd name="connsiteX924" fmla="*/ 867030 w 937407"/>
              <a:gd name="connsiteY924" fmla="*/ 400922 h 400986"/>
              <a:gd name="connsiteX925" fmla="*/ 867971 w 937407"/>
              <a:gd name="connsiteY925" fmla="*/ 400922 h 400986"/>
              <a:gd name="connsiteX926" fmla="*/ 868906 w 937407"/>
              <a:gd name="connsiteY926" fmla="*/ 400927 h 400986"/>
              <a:gd name="connsiteX927" fmla="*/ 869847 w 937407"/>
              <a:gd name="connsiteY927" fmla="*/ 400927 h 400986"/>
              <a:gd name="connsiteX928" fmla="*/ 870783 w 937407"/>
              <a:gd name="connsiteY928" fmla="*/ 400932 h 400986"/>
              <a:gd name="connsiteX929" fmla="*/ 871723 w 937407"/>
              <a:gd name="connsiteY929" fmla="*/ 400932 h 400986"/>
              <a:gd name="connsiteX930" fmla="*/ 872659 w 937407"/>
              <a:gd name="connsiteY930" fmla="*/ 400932 h 400986"/>
              <a:gd name="connsiteX931" fmla="*/ 873600 w 937407"/>
              <a:gd name="connsiteY931" fmla="*/ 400937 h 400986"/>
              <a:gd name="connsiteX932" fmla="*/ 874540 w 937407"/>
              <a:gd name="connsiteY932" fmla="*/ 400937 h 400986"/>
              <a:gd name="connsiteX933" fmla="*/ 875476 w 937407"/>
              <a:gd name="connsiteY933" fmla="*/ 400937 h 400986"/>
              <a:gd name="connsiteX934" fmla="*/ 876416 w 937407"/>
              <a:gd name="connsiteY934" fmla="*/ 400942 h 400986"/>
              <a:gd name="connsiteX935" fmla="*/ 877352 w 937407"/>
              <a:gd name="connsiteY935" fmla="*/ 400942 h 400986"/>
              <a:gd name="connsiteX936" fmla="*/ 878293 w 937407"/>
              <a:gd name="connsiteY936" fmla="*/ 400942 h 400986"/>
              <a:gd name="connsiteX937" fmla="*/ 879228 w 937407"/>
              <a:gd name="connsiteY937" fmla="*/ 400947 h 400986"/>
              <a:gd name="connsiteX938" fmla="*/ 880169 w 937407"/>
              <a:gd name="connsiteY938" fmla="*/ 400947 h 400986"/>
              <a:gd name="connsiteX939" fmla="*/ 881105 w 937407"/>
              <a:gd name="connsiteY939" fmla="*/ 400947 h 400986"/>
              <a:gd name="connsiteX940" fmla="*/ 882045 w 937407"/>
              <a:gd name="connsiteY940" fmla="*/ 400947 h 400986"/>
              <a:gd name="connsiteX941" fmla="*/ 882981 w 937407"/>
              <a:gd name="connsiteY941" fmla="*/ 400951 h 400986"/>
              <a:gd name="connsiteX942" fmla="*/ 883921 w 937407"/>
              <a:gd name="connsiteY942" fmla="*/ 400951 h 400986"/>
              <a:gd name="connsiteX943" fmla="*/ 884862 w 937407"/>
              <a:gd name="connsiteY943" fmla="*/ 400951 h 400986"/>
              <a:gd name="connsiteX944" fmla="*/ 885798 w 937407"/>
              <a:gd name="connsiteY944" fmla="*/ 400951 h 400986"/>
              <a:gd name="connsiteX945" fmla="*/ 886738 w 937407"/>
              <a:gd name="connsiteY945" fmla="*/ 400956 h 400986"/>
              <a:gd name="connsiteX946" fmla="*/ 887674 w 937407"/>
              <a:gd name="connsiteY946" fmla="*/ 400956 h 400986"/>
              <a:gd name="connsiteX947" fmla="*/ 888615 w 937407"/>
              <a:gd name="connsiteY947" fmla="*/ 400956 h 400986"/>
              <a:gd name="connsiteX948" fmla="*/ 889550 w 937407"/>
              <a:gd name="connsiteY948" fmla="*/ 400956 h 400986"/>
              <a:gd name="connsiteX949" fmla="*/ 890491 w 937407"/>
              <a:gd name="connsiteY949" fmla="*/ 400961 h 400986"/>
              <a:gd name="connsiteX950" fmla="*/ 891427 w 937407"/>
              <a:gd name="connsiteY950" fmla="*/ 400961 h 400986"/>
              <a:gd name="connsiteX951" fmla="*/ 892367 w 937407"/>
              <a:gd name="connsiteY951" fmla="*/ 400961 h 400986"/>
              <a:gd name="connsiteX952" fmla="*/ 893303 w 937407"/>
              <a:gd name="connsiteY952" fmla="*/ 400961 h 400986"/>
              <a:gd name="connsiteX953" fmla="*/ 894243 w 937407"/>
              <a:gd name="connsiteY953" fmla="*/ 400961 h 400986"/>
              <a:gd name="connsiteX954" fmla="*/ 895184 w 937407"/>
              <a:gd name="connsiteY954" fmla="*/ 400961 h 400986"/>
              <a:gd name="connsiteX955" fmla="*/ 896120 w 937407"/>
              <a:gd name="connsiteY955" fmla="*/ 400966 h 400986"/>
              <a:gd name="connsiteX956" fmla="*/ 897060 w 937407"/>
              <a:gd name="connsiteY956" fmla="*/ 400966 h 400986"/>
              <a:gd name="connsiteX957" fmla="*/ 897996 w 937407"/>
              <a:gd name="connsiteY957" fmla="*/ 400966 h 400986"/>
              <a:gd name="connsiteX958" fmla="*/ 898937 w 937407"/>
              <a:gd name="connsiteY958" fmla="*/ 400966 h 400986"/>
              <a:gd name="connsiteX959" fmla="*/ 899872 w 937407"/>
              <a:gd name="connsiteY959" fmla="*/ 400966 h 400986"/>
              <a:gd name="connsiteX960" fmla="*/ 900813 w 937407"/>
              <a:gd name="connsiteY960" fmla="*/ 400966 h 400986"/>
              <a:gd name="connsiteX961" fmla="*/ 901748 w 937407"/>
              <a:gd name="connsiteY961" fmla="*/ 400971 h 400986"/>
              <a:gd name="connsiteX962" fmla="*/ 902689 w 937407"/>
              <a:gd name="connsiteY962" fmla="*/ 400971 h 400986"/>
              <a:gd name="connsiteX963" fmla="*/ 903625 w 937407"/>
              <a:gd name="connsiteY963" fmla="*/ 400971 h 400986"/>
              <a:gd name="connsiteX964" fmla="*/ 904565 w 937407"/>
              <a:gd name="connsiteY964" fmla="*/ 400971 h 400986"/>
              <a:gd name="connsiteX965" fmla="*/ 905501 w 937407"/>
              <a:gd name="connsiteY965" fmla="*/ 400971 h 400986"/>
              <a:gd name="connsiteX966" fmla="*/ 906441 w 937407"/>
              <a:gd name="connsiteY966" fmla="*/ 400971 h 400986"/>
              <a:gd name="connsiteX967" fmla="*/ 907382 w 937407"/>
              <a:gd name="connsiteY967" fmla="*/ 400971 h 400986"/>
              <a:gd name="connsiteX968" fmla="*/ 908318 w 937407"/>
              <a:gd name="connsiteY968" fmla="*/ 400976 h 400986"/>
              <a:gd name="connsiteX969" fmla="*/ 909258 w 937407"/>
              <a:gd name="connsiteY969" fmla="*/ 400976 h 400986"/>
              <a:gd name="connsiteX970" fmla="*/ 910194 w 937407"/>
              <a:gd name="connsiteY970" fmla="*/ 400976 h 400986"/>
              <a:gd name="connsiteX971" fmla="*/ 911135 w 937407"/>
              <a:gd name="connsiteY971" fmla="*/ 400976 h 400986"/>
              <a:gd name="connsiteX972" fmla="*/ 912070 w 937407"/>
              <a:gd name="connsiteY972" fmla="*/ 400976 h 400986"/>
              <a:gd name="connsiteX973" fmla="*/ 913011 w 937407"/>
              <a:gd name="connsiteY973" fmla="*/ 400976 h 400986"/>
              <a:gd name="connsiteX974" fmla="*/ 913947 w 937407"/>
              <a:gd name="connsiteY974" fmla="*/ 400976 h 400986"/>
              <a:gd name="connsiteX975" fmla="*/ 914887 w 937407"/>
              <a:gd name="connsiteY975" fmla="*/ 400976 h 400986"/>
              <a:gd name="connsiteX976" fmla="*/ 915823 w 937407"/>
              <a:gd name="connsiteY976" fmla="*/ 400976 h 400986"/>
              <a:gd name="connsiteX977" fmla="*/ 916763 w 937407"/>
              <a:gd name="connsiteY977" fmla="*/ 400976 h 400986"/>
              <a:gd name="connsiteX978" fmla="*/ 917704 w 937407"/>
              <a:gd name="connsiteY978" fmla="*/ 400981 h 400986"/>
              <a:gd name="connsiteX979" fmla="*/ 918640 w 937407"/>
              <a:gd name="connsiteY979" fmla="*/ 400981 h 400986"/>
              <a:gd name="connsiteX980" fmla="*/ 919580 w 937407"/>
              <a:gd name="connsiteY980" fmla="*/ 400981 h 400986"/>
              <a:gd name="connsiteX981" fmla="*/ 920516 w 937407"/>
              <a:gd name="connsiteY981" fmla="*/ 400981 h 400986"/>
              <a:gd name="connsiteX982" fmla="*/ 921457 w 937407"/>
              <a:gd name="connsiteY982" fmla="*/ 400981 h 400986"/>
              <a:gd name="connsiteX983" fmla="*/ 922392 w 937407"/>
              <a:gd name="connsiteY983" fmla="*/ 400981 h 400986"/>
              <a:gd name="connsiteX984" fmla="*/ 923333 w 937407"/>
              <a:gd name="connsiteY984" fmla="*/ 400981 h 400986"/>
              <a:gd name="connsiteX985" fmla="*/ 924268 w 937407"/>
              <a:gd name="connsiteY985" fmla="*/ 400981 h 400986"/>
              <a:gd name="connsiteX986" fmla="*/ 925209 w 937407"/>
              <a:gd name="connsiteY986" fmla="*/ 400981 h 400986"/>
              <a:gd name="connsiteX987" fmla="*/ 926145 w 937407"/>
              <a:gd name="connsiteY987" fmla="*/ 400981 h 400986"/>
              <a:gd name="connsiteX988" fmla="*/ 927085 w 937407"/>
              <a:gd name="connsiteY988" fmla="*/ 400981 h 400986"/>
              <a:gd name="connsiteX989" fmla="*/ 928026 w 937407"/>
              <a:gd name="connsiteY989" fmla="*/ 400981 h 400986"/>
              <a:gd name="connsiteX990" fmla="*/ 928962 w 937407"/>
              <a:gd name="connsiteY990" fmla="*/ 400981 h 400986"/>
              <a:gd name="connsiteX991" fmla="*/ 929902 w 937407"/>
              <a:gd name="connsiteY991" fmla="*/ 400986 h 400986"/>
              <a:gd name="connsiteX992" fmla="*/ 930838 w 937407"/>
              <a:gd name="connsiteY992" fmla="*/ 400986 h 400986"/>
              <a:gd name="connsiteX993" fmla="*/ 931779 w 937407"/>
              <a:gd name="connsiteY993" fmla="*/ 400986 h 400986"/>
              <a:gd name="connsiteX994" fmla="*/ 932714 w 937407"/>
              <a:gd name="connsiteY994" fmla="*/ 400986 h 400986"/>
              <a:gd name="connsiteX995" fmla="*/ 933655 w 937407"/>
              <a:gd name="connsiteY995" fmla="*/ 400986 h 400986"/>
              <a:gd name="connsiteX996" fmla="*/ 934590 w 937407"/>
              <a:gd name="connsiteY996" fmla="*/ 400986 h 400986"/>
              <a:gd name="connsiteX997" fmla="*/ 935531 w 937407"/>
              <a:gd name="connsiteY997" fmla="*/ 400986 h 400986"/>
              <a:gd name="connsiteX998" fmla="*/ 936467 w 937407"/>
              <a:gd name="connsiteY998" fmla="*/ 400986 h 400986"/>
              <a:gd name="connsiteX999" fmla="*/ 937407 w 937407"/>
              <a:gd name="connsiteY999" fmla="*/ 400986 h 40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00986">
                <a:moveTo>
                  <a:pt x="0" y="375545"/>
                </a:moveTo>
                <a:lnTo>
                  <a:pt x="938" y="375124"/>
                </a:lnTo>
                <a:lnTo>
                  <a:pt x="1877" y="374694"/>
                </a:lnTo>
                <a:lnTo>
                  <a:pt x="2815" y="374258"/>
                </a:lnTo>
                <a:lnTo>
                  <a:pt x="3753" y="373818"/>
                </a:lnTo>
                <a:lnTo>
                  <a:pt x="4692" y="373372"/>
                </a:lnTo>
                <a:lnTo>
                  <a:pt x="5630" y="372917"/>
                </a:lnTo>
                <a:lnTo>
                  <a:pt x="6568" y="372456"/>
                </a:lnTo>
                <a:lnTo>
                  <a:pt x="7507" y="371996"/>
                </a:lnTo>
                <a:lnTo>
                  <a:pt x="8445" y="371520"/>
                </a:lnTo>
                <a:lnTo>
                  <a:pt x="9383" y="371045"/>
                </a:lnTo>
                <a:lnTo>
                  <a:pt x="10321" y="370560"/>
                </a:lnTo>
                <a:lnTo>
                  <a:pt x="11260" y="370070"/>
                </a:lnTo>
                <a:lnTo>
                  <a:pt x="12198" y="369575"/>
                </a:lnTo>
                <a:lnTo>
                  <a:pt x="13137" y="369075"/>
                </a:lnTo>
                <a:lnTo>
                  <a:pt x="14075" y="368565"/>
                </a:lnTo>
                <a:lnTo>
                  <a:pt x="15014" y="368050"/>
                </a:lnTo>
                <a:lnTo>
                  <a:pt x="15952" y="367530"/>
                </a:lnTo>
                <a:lnTo>
                  <a:pt x="16890" y="367001"/>
                </a:lnTo>
                <a:lnTo>
                  <a:pt x="17828" y="366466"/>
                </a:lnTo>
                <a:lnTo>
                  <a:pt x="18767" y="365921"/>
                </a:lnTo>
                <a:lnTo>
                  <a:pt x="19705" y="365377"/>
                </a:lnTo>
                <a:lnTo>
                  <a:pt x="20643" y="364817"/>
                </a:lnTo>
                <a:lnTo>
                  <a:pt x="21582" y="364258"/>
                </a:lnTo>
                <a:lnTo>
                  <a:pt x="22520" y="363689"/>
                </a:lnTo>
                <a:lnTo>
                  <a:pt x="23459" y="363114"/>
                </a:lnTo>
                <a:lnTo>
                  <a:pt x="24397" y="362530"/>
                </a:lnTo>
                <a:lnTo>
                  <a:pt x="25335" y="361941"/>
                </a:lnTo>
                <a:lnTo>
                  <a:pt x="26274" y="361342"/>
                </a:lnTo>
                <a:lnTo>
                  <a:pt x="27212" y="360738"/>
                </a:lnTo>
                <a:lnTo>
                  <a:pt x="28150" y="360129"/>
                </a:lnTo>
                <a:lnTo>
                  <a:pt x="29088" y="359510"/>
                </a:lnTo>
                <a:lnTo>
                  <a:pt x="30027" y="358882"/>
                </a:lnTo>
                <a:lnTo>
                  <a:pt x="30965" y="358248"/>
                </a:lnTo>
                <a:lnTo>
                  <a:pt x="31903" y="357609"/>
                </a:lnTo>
                <a:lnTo>
                  <a:pt x="32842" y="356961"/>
                </a:lnTo>
                <a:lnTo>
                  <a:pt x="33780" y="356307"/>
                </a:lnTo>
                <a:lnTo>
                  <a:pt x="34719" y="355644"/>
                </a:lnTo>
                <a:lnTo>
                  <a:pt x="35657" y="354976"/>
                </a:lnTo>
                <a:lnTo>
                  <a:pt x="36595" y="354297"/>
                </a:lnTo>
                <a:lnTo>
                  <a:pt x="37534" y="353609"/>
                </a:lnTo>
                <a:lnTo>
                  <a:pt x="38472" y="352916"/>
                </a:lnTo>
                <a:lnTo>
                  <a:pt x="39410" y="352213"/>
                </a:lnTo>
                <a:lnTo>
                  <a:pt x="40348" y="351505"/>
                </a:lnTo>
                <a:lnTo>
                  <a:pt x="41287" y="350793"/>
                </a:lnTo>
                <a:lnTo>
                  <a:pt x="42225" y="350065"/>
                </a:lnTo>
                <a:lnTo>
                  <a:pt x="43164" y="349332"/>
                </a:lnTo>
                <a:lnTo>
                  <a:pt x="44102" y="348594"/>
                </a:lnTo>
                <a:lnTo>
                  <a:pt x="45041" y="347847"/>
                </a:lnTo>
                <a:lnTo>
                  <a:pt x="45979" y="347090"/>
                </a:lnTo>
                <a:lnTo>
                  <a:pt x="46917" y="346322"/>
                </a:lnTo>
                <a:lnTo>
                  <a:pt x="47856" y="345550"/>
                </a:lnTo>
                <a:lnTo>
                  <a:pt x="48794" y="344773"/>
                </a:lnTo>
                <a:lnTo>
                  <a:pt x="49732" y="343981"/>
                </a:lnTo>
                <a:lnTo>
                  <a:pt x="50670" y="343188"/>
                </a:lnTo>
                <a:lnTo>
                  <a:pt x="51609" y="342382"/>
                </a:lnTo>
                <a:lnTo>
                  <a:pt x="52547" y="341570"/>
                </a:lnTo>
                <a:lnTo>
                  <a:pt x="53485" y="340748"/>
                </a:lnTo>
                <a:lnTo>
                  <a:pt x="54424" y="339916"/>
                </a:lnTo>
                <a:lnTo>
                  <a:pt x="55362" y="339080"/>
                </a:lnTo>
                <a:lnTo>
                  <a:pt x="56301" y="338233"/>
                </a:lnTo>
                <a:lnTo>
                  <a:pt x="57239" y="337377"/>
                </a:lnTo>
                <a:lnTo>
                  <a:pt x="58177" y="336510"/>
                </a:lnTo>
                <a:lnTo>
                  <a:pt x="59116" y="335639"/>
                </a:lnTo>
                <a:lnTo>
                  <a:pt x="60054" y="334758"/>
                </a:lnTo>
                <a:lnTo>
                  <a:pt x="60992" y="333872"/>
                </a:lnTo>
                <a:lnTo>
                  <a:pt x="61930" y="332971"/>
                </a:lnTo>
                <a:lnTo>
                  <a:pt x="62869" y="332065"/>
                </a:lnTo>
                <a:lnTo>
                  <a:pt x="63807" y="331149"/>
                </a:lnTo>
                <a:lnTo>
                  <a:pt x="64746" y="330228"/>
                </a:lnTo>
                <a:lnTo>
                  <a:pt x="65684" y="329297"/>
                </a:lnTo>
                <a:lnTo>
                  <a:pt x="66623" y="328352"/>
                </a:lnTo>
                <a:lnTo>
                  <a:pt x="67561" y="327406"/>
                </a:lnTo>
                <a:lnTo>
                  <a:pt x="68499" y="326446"/>
                </a:lnTo>
                <a:lnTo>
                  <a:pt x="69437" y="325480"/>
                </a:lnTo>
                <a:lnTo>
                  <a:pt x="70376" y="324505"/>
                </a:lnTo>
                <a:lnTo>
                  <a:pt x="71314" y="323520"/>
                </a:lnTo>
                <a:lnTo>
                  <a:pt x="72252" y="322525"/>
                </a:lnTo>
                <a:lnTo>
                  <a:pt x="73191" y="321525"/>
                </a:lnTo>
                <a:lnTo>
                  <a:pt x="74129" y="320510"/>
                </a:lnTo>
                <a:lnTo>
                  <a:pt x="75067" y="319490"/>
                </a:lnTo>
                <a:lnTo>
                  <a:pt x="76006" y="318460"/>
                </a:lnTo>
                <a:lnTo>
                  <a:pt x="76944" y="317426"/>
                </a:lnTo>
                <a:lnTo>
                  <a:pt x="77883" y="316381"/>
                </a:lnTo>
                <a:lnTo>
                  <a:pt x="78821" y="315322"/>
                </a:lnTo>
                <a:lnTo>
                  <a:pt x="79759" y="314257"/>
                </a:lnTo>
                <a:lnTo>
                  <a:pt x="80697" y="313188"/>
                </a:lnTo>
                <a:lnTo>
                  <a:pt x="81636" y="312104"/>
                </a:lnTo>
                <a:lnTo>
                  <a:pt x="82574" y="311015"/>
                </a:lnTo>
                <a:lnTo>
                  <a:pt x="83512" y="309916"/>
                </a:lnTo>
                <a:lnTo>
                  <a:pt x="84451" y="308807"/>
                </a:lnTo>
                <a:lnTo>
                  <a:pt x="85389" y="307688"/>
                </a:lnTo>
                <a:lnTo>
                  <a:pt x="86328" y="306564"/>
                </a:lnTo>
                <a:lnTo>
                  <a:pt x="87266" y="305426"/>
                </a:lnTo>
                <a:lnTo>
                  <a:pt x="88205" y="304282"/>
                </a:lnTo>
                <a:lnTo>
                  <a:pt x="89143" y="303129"/>
                </a:lnTo>
                <a:lnTo>
                  <a:pt x="90081" y="301970"/>
                </a:lnTo>
                <a:lnTo>
                  <a:pt x="91019" y="300797"/>
                </a:lnTo>
                <a:lnTo>
                  <a:pt x="91958" y="299619"/>
                </a:lnTo>
                <a:lnTo>
                  <a:pt x="92896" y="298431"/>
                </a:lnTo>
                <a:lnTo>
                  <a:pt x="93834" y="297237"/>
                </a:lnTo>
                <a:lnTo>
                  <a:pt x="94773" y="296030"/>
                </a:lnTo>
                <a:lnTo>
                  <a:pt x="95711" y="294817"/>
                </a:lnTo>
                <a:lnTo>
                  <a:pt x="96649" y="293594"/>
                </a:lnTo>
                <a:lnTo>
                  <a:pt x="97588" y="292361"/>
                </a:lnTo>
                <a:lnTo>
                  <a:pt x="98526" y="291119"/>
                </a:lnTo>
                <a:lnTo>
                  <a:pt x="99465" y="289871"/>
                </a:lnTo>
                <a:lnTo>
                  <a:pt x="100403" y="288614"/>
                </a:lnTo>
                <a:lnTo>
                  <a:pt x="101341" y="287346"/>
                </a:lnTo>
                <a:lnTo>
                  <a:pt x="102279" y="286074"/>
                </a:lnTo>
                <a:lnTo>
                  <a:pt x="103218" y="284792"/>
                </a:lnTo>
                <a:lnTo>
                  <a:pt x="104156" y="283500"/>
                </a:lnTo>
                <a:lnTo>
                  <a:pt x="105094" y="282198"/>
                </a:lnTo>
                <a:lnTo>
                  <a:pt x="106033" y="280891"/>
                </a:lnTo>
                <a:lnTo>
                  <a:pt x="106971" y="279569"/>
                </a:lnTo>
                <a:lnTo>
                  <a:pt x="107910" y="278247"/>
                </a:lnTo>
                <a:lnTo>
                  <a:pt x="108848" y="276911"/>
                </a:lnTo>
                <a:lnTo>
                  <a:pt x="109786" y="275569"/>
                </a:lnTo>
                <a:lnTo>
                  <a:pt x="110725" y="274217"/>
                </a:lnTo>
                <a:lnTo>
                  <a:pt x="111663" y="272861"/>
                </a:lnTo>
                <a:lnTo>
                  <a:pt x="112601" y="271495"/>
                </a:lnTo>
                <a:lnTo>
                  <a:pt x="113539" y="270118"/>
                </a:lnTo>
                <a:lnTo>
                  <a:pt x="114478" y="268737"/>
                </a:lnTo>
                <a:lnTo>
                  <a:pt x="115416" y="267346"/>
                </a:lnTo>
                <a:lnTo>
                  <a:pt x="116355" y="265945"/>
                </a:lnTo>
                <a:lnTo>
                  <a:pt x="117293" y="264539"/>
                </a:lnTo>
                <a:lnTo>
                  <a:pt x="118232" y="263128"/>
                </a:lnTo>
                <a:lnTo>
                  <a:pt x="119170" y="261702"/>
                </a:lnTo>
                <a:lnTo>
                  <a:pt x="120108" y="260272"/>
                </a:lnTo>
                <a:lnTo>
                  <a:pt x="121047" y="258836"/>
                </a:lnTo>
                <a:lnTo>
                  <a:pt x="121985" y="257390"/>
                </a:lnTo>
                <a:lnTo>
                  <a:pt x="122923" y="255940"/>
                </a:lnTo>
                <a:lnTo>
                  <a:pt x="123861" y="254480"/>
                </a:lnTo>
                <a:lnTo>
                  <a:pt x="124800" y="253009"/>
                </a:lnTo>
                <a:lnTo>
                  <a:pt x="125738" y="251534"/>
                </a:lnTo>
                <a:lnTo>
                  <a:pt x="126676" y="250054"/>
                </a:lnTo>
                <a:lnTo>
                  <a:pt x="127615" y="248564"/>
                </a:lnTo>
                <a:lnTo>
                  <a:pt x="128553" y="247069"/>
                </a:lnTo>
                <a:lnTo>
                  <a:pt x="129492" y="245569"/>
                </a:lnTo>
                <a:lnTo>
                  <a:pt x="130430" y="244059"/>
                </a:lnTo>
                <a:lnTo>
                  <a:pt x="131368" y="242539"/>
                </a:lnTo>
                <a:lnTo>
                  <a:pt x="132307" y="241014"/>
                </a:lnTo>
                <a:lnTo>
                  <a:pt x="133245" y="239484"/>
                </a:lnTo>
                <a:lnTo>
                  <a:pt x="134183" y="237950"/>
                </a:lnTo>
                <a:lnTo>
                  <a:pt x="135121" y="236405"/>
                </a:lnTo>
                <a:lnTo>
                  <a:pt x="136060" y="234856"/>
                </a:lnTo>
                <a:lnTo>
                  <a:pt x="136998" y="233301"/>
                </a:lnTo>
                <a:lnTo>
                  <a:pt x="137937" y="231739"/>
                </a:lnTo>
                <a:lnTo>
                  <a:pt x="138875" y="230170"/>
                </a:lnTo>
                <a:lnTo>
                  <a:pt x="139814" y="228597"/>
                </a:lnTo>
                <a:lnTo>
                  <a:pt x="140752" y="227016"/>
                </a:lnTo>
                <a:lnTo>
                  <a:pt x="141690" y="225431"/>
                </a:lnTo>
                <a:lnTo>
                  <a:pt x="142628" y="223839"/>
                </a:lnTo>
                <a:lnTo>
                  <a:pt x="143567" y="222243"/>
                </a:lnTo>
                <a:lnTo>
                  <a:pt x="144505" y="220640"/>
                </a:lnTo>
                <a:lnTo>
                  <a:pt x="145443" y="219032"/>
                </a:lnTo>
                <a:lnTo>
                  <a:pt x="146382" y="217419"/>
                </a:lnTo>
                <a:lnTo>
                  <a:pt x="147320" y="215801"/>
                </a:lnTo>
                <a:lnTo>
                  <a:pt x="148258" y="214178"/>
                </a:lnTo>
                <a:lnTo>
                  <a:pt x="149197" y="212550"/>
                </a:lnTo>
                <a:lnTo>
                  <a:pt x="150135" y="210917"/>
                </a:lnTo>
                <a:lnTo>
                  <a:pt x="151074" y="209280"/>
                </a:lnTo>
                <a:lnTo>
                  <a:pt x="152012" y="207638"/>
                </a:lnTo>
                <a:lnTo>
                  <a:pt x="152950" y="205991"/>
                </a:lnTo>
                <a:lnTo>
                  <a:pt x="153888" y="204341"/>
                </a:lnTo>
                <a:lnTo>
                  <a:pt x="154827" y="202686"/>
                </a:lnTo>
                <a:lnTo>
                  <a:pt x="155765" y="201027"/>
                </a:lnTo>
                <a:lnTo>
                  <a:pt x="156703" y="199365"/>
                </a:lnTo>
                <a:lnTo>
                  <a:pt x="157642" y="197698"/>
                </a:lnTo>
                <a:lnTo>
                  <a:pt x="158580" y="196028"/>
                </a:lnTo>
                <a:lnTo>
                  <a:pt x="159519" y="194355"/>
                </a:lnTo>
                <a:lnTo>
                  <a:pt x="160457" y="192678"/>
                </a:lnTo>
                <a:lnTo>
                  <a:pt x="161395" y="190998"/>
                </a:lnTo>
                <a:lnTo>
                  <a:pt x="162334" y="189315"/>
                </a:lnTo>
                <a:lnTo>
                  <a:pt x="163272" y="187629"/>
                </a:lnTo>
                <a:lnTo>
                  <a:pt x="164210" y="185940"/>
                </a:lnTo>
                <a:lnTo>
                  <a:pt x="165149" y="184249"/>
                </a:lnTo>
                <a:lnTo>
                  <a:pt x="166087" y="182555"/>
                </a:lnTo>
                <a:lnTo>
                  <a:pt x="167025" y="180858"/>
                </a:lnTo>
                <a:lnTo>
                  <a:pt x="167964" y="179160"/>
                </a:lnTo>
                <a:lnTo>
                  <a:pt x="168902" y="177460"/>
                </a:lnTo>
                <a:lnTo>
                  <a:pt x="169840" y="175757"/>
                </a:lnTo>
                <a:lnTo>
                  <a:pt x="170779" y="174053"/>
                </a:lnTo>
                <a:lnTo>
                  <a:pt x="171717" y="172348"/>
                </a:lnTo>
                <a:lnTo>
                  <a:pt x="172656" y="170641"/>
                </a:lnTo>
                <a:lnTo>
                  <a:pt x="173594" y="168933"/>
                </a:lnTo>
                <a:lnTo>
                  <a:pt x="174532" y="167224"/>
                </a:lnTo>
                <a:lnTo>
                  <a:pt x="175470" y="165514"/>
                </a:lnTo>
                <a:lnTo>
                  <a:pt x="176409" y="163803"/>
                </a:lnTo>
                <a:lnTo>
                  <a:pt x="177347" y="162091"/>
                </a:lnTo>
                <a:lnTo>
                  <a:pt x="178285" y="160379"/>
                </a:lnTo>
                <a:lnTo>
                  <a:pt x="179224" y="158667"/>
                </a:lnTo>
                <a:lnTo>
                  <a:pt x="180162" y="156955"/>
                </a:lnTo>
                <a:lnTo>
                  <a:pt x="181101" y="155242"/>
                </a:lnTo>
                <a:lnTo>
                  <a:pt x="182039" y="153530"/>
                </a:lnTo>
                <a:lnTo>
                  <a:pt x="182977" y="151819"/>
                </a:lnTo>
                <a:lnTo>
                  <a:pt x="183916" y="150108"/>
                </a:lnTo>
                <a:lnTo>
                  <a:pt x="184854" y="148398"/>
                </a:lnTo>
                <a:lnTo>
                  <a:pt x="185792" y="146689"/>
                </a:lnTo>
                <a:lnTo>
                  <a:pt x="186730" y="144981"/>
                </a:lnTo>
                <a:lnTo>
                  <a:pt x="187669" y="143274"/>
                </a:lnTo>
                <a:lnTo>
                  <a:pt x="188607" y="141568"/>
                </a:lnTo>
                <a:lnTo>
                  <a:pt x="189546" y="139865"/>
                </a:lnTo>
                <a:lnTo>
                  <a:pt x="190484" y="138163"/>
                </a:lnTo>
                <a:lnTo>
                  <a:pt x="191422" y="136463"/>
                </a:lnTo>
                <a:lnTo>
                  <a:pt x="192361" y="134766"/>
                </a:lnTo>
                <a:lnTo>
                  <a:pt x="193299" y="133070"/>
                </a:lnTo>
                <a:lnTo>
                  <a:pt x="194237" y="131378"/>
                </a:lnTo>
                <a:lnTo>
                  <a:pt x="195176" y="129688"/>
                </a:lnTo>
                <a:lnTo>
                  <a:pt x="196114" y="128001"/>
                </a:lnTo>
                <a:lnTo>
                  <a:pt x="197052" y="126317"/>
                </a:lnTo>
                <a:lnTo>
                  <a:pt x="197991" y="124637"/>
                </a:lnTo>
                <a:lnTo>
                  <a:pt x="198929" y="122960"/>
                </a:lnTo>
                <a:lnTo>
                  <a:pt x="199867" y="121286"/>
                </a:lnTo>
                <a:lnTo>
                  <a:pt x="200806" y="119617"/>
                </a:lnTo>
                <a:lnTo>
                  <a:pt x="201744" y="117952"/>
                </a:lnTo>
                <a:lnTo>
                  <a:pt x="202683" y="116290"/>
                </a:lnTo>
                <a:lnTo>
                  <a:pt x="203621" y="114634"/>
                </a:lnTo>
                <a:lnTo>
                  <a:pt x="204559" y="112982"/>
                </a:lnTo>
                <a:lnTo>
                  <a:pt x="205498" y="111335"/>
                </a:lnTo>
                <a:lnTo>
                  <a:pt x="206436" y="109692"/>
                </a:lnTo>
                <a:lnTo>
                  <a:pt x="207374" y="108056"/>
                </a:lnTo>
                <a:lnTo>
                  <a:pt x="208312" y="106424"/>
                </a:lnTo>
                <a:lnTo>
                  <a:pt x="209251" y="104798"/>
                </a:lnTo>
                <a:lnTo>
                  <a:pt x="210189" y="103178"/>
                </a:lnTo>
                <a:lnTo>
                  <a:pt x="211128" y="101564"/>
                </a:lnTo>
                <a:lnTo>
                  <a:pt x="212066" y="99956"/>
                </a:lnTo>
                <a:lnTo>
                  <a:pt x="213004" y="98354"/>
                </a:lnTo>
                <a:lnTo>
                  <a:pt x="213943" y="96759"/>
                </a:lnTo>
                <a:lnTo>
                  <a:pt x="214881" y="95170"/>
                </a:lnTo>
                <a:lnTo>
                  <a:pt x="215819" y="93589"/>
                </a:lnTo>
                <a:lnTo>
                  <a:pt x="216758" y="92015"/>
                </a:lnTo>
                <a:lnTo>
                  <a:pt x="217696" y="90448"/>
                </a:lnTo>
                <a:lnTo>
                  <a:pt x="218634" y="88888"/>
                </a:lnTo>
                <a:lnTo>
                  <a:pt x="219573" y="87337"/>
                </a:lnTo>
                <a:lnTo>
                  <a:pt x="220511" y="85793"/>
                </a:lnTo>
                <a:lnTo>
                  <a:pt x="221449" y="84257"/>
                </a:lnTo>
                <a:lnTo>
                  <a:pt x="222388" y="82730"/>
                </a:lnTo>
                <a:lnTo>
                  <a:pt x="223326" y="81211"/>
                </a:lnTo>
                <a:lnTo>
                  <a:pt x="224265" y="79700"/>
                </a:lnTo>
                <a:lnTo>
                  <a:pt x="225203" y="78199"/>
                </a:lnTo>
                <a:lnTo>
                  <a:pt x="226141" y="76707"/>
                </a:lnTo>
                <a:lnTo>
                  <a:pt x="227079" y="75224"/>
                </a:lnTo>
                <a:lnTo>
                  <a:pt x="228018" y="73750"/>
                </a:lnTo>
                <a:lnTo>
                  <a:pt x="228956" y="72286"/>
                </a:lnTo>
                <a:lnTo>
                  <a:pt x="229894" y="70832"/>
                </a:lnTo>
                <a:lnTo>
                  <a:pt x="230833" y="69387"/>
                </a:lnTo>
                <a:lnTo>
                  <a:pt x="231771" y="67954"/>
                </a:lnTo>
                <a:lnTo>
                  <a:pt x="232710" y="66530"/>
                </a:lnTo>
                <a:lnTo>
                  <a:pt x="233648" y="65117"/>
                </a:lnTo>
                <a:lnTo>
                  <a:pt x="234586" y="63715"/>
                </a:lnTo>
                <a:lnTo>
                  <a:pt x="235525" y="62323"/>
                </a:lnTo>
                <a:lnTo>
                  <a:pt x="236463" y="60943"/>
                </a:lnTo>
                <a:lnTo>
                  <a:pt x="237401" y="59574"/>
                </a:lnTo>
                <a:lnTo>
                  <a:pt x="238339" y="58216"/>
                </a:lnTo>
                <a:lnTo>
                  <a:pt x="239278" y="56870"/>
                </a:lnTo>
                <a:lnTo>
                  <a:pt x="240216" y="55536"/>
                </a:lnTo>
                <a:lnTo>
                  <a:pt x="241155" y="54214"/>
                </a:lnTo>
                <a:lnTo>
                  <a:pt x="242093" y="52905"/>
                </a:lnTo>
                <a:lnTo>
                  <a:pt x="243031" y="51607"/>
                </a:lnTo>
                <a:lnTo>
                  <a:pt x="243970" y="50322"/>
                </a:lnTo>
                <a:lnTo>
                  <a:pt x="244908" y="49050"/>
                </a:lnTo>
                <a:lnTo>
                  <a:pt x="245846" y="47791"/>
                </a:lnTo>
                <a:lnTo>
                  <a:pt x="246785" y="46545"/>
                </a:lnTo>
                <a:lnTo>
                  <a:pt x="247723" y="45312"/>
                </a:lnTo>
                <a:lnTo>
                  <a:pt x="248661" y="44092"/>
                </a:lnTo>
                <a:lnTo>
                  <a:pt x="249600" y="42886"/>
                </a:lnTo>
                <a:lnTo>
                  <a:pt x="250538" y="41694"/>
                </a:lnTo>
                <a:lnTo>
                  <a:pt x="251476" y="40516"/>
                </a:lnTo>
                <a:lnTo>
                  <a:pt x="252415" y="39351"/>
                </a:lnTo>
                <a:lnTo>
                  <a:pt x="253353" y="38201"/>
                </a:lnTo>
                <a:lnTo>
                  <a:pt x="254292" y="37065"/>
                </a:lnTo>
                <a:lnTo>
                  <a:pt x="255230" y="35944"/>
                </a:lnTo>
                <a:lnTo>
                  <a:pt x="256168" y="34838"/>
                </a:lnTo>
                <a:lnTo>
                  <a:pt x="257107" y="33746"/>
                </a:lnTo>
                <a:lnTo>
                  <a:pt x="258045" y="32670"/>
                </a:lnTo>
                <a:lnTo>
                  <a:pt x="258983" y="31608"/>
                </a:lnTo>
                <a:lnTo>
                  <a:pt x="259921" y="30562"/>
                </a:lnTo>
                <a:lnTo>
                  <a:pt x="260860" y="29531"/>
                </a:lnTo>
                <a:lnTo>
                  <a:pt x="261798" y="28516"/>
                </a:lnTo>
                <a:lnTo>
                  <a:pt x="262737" y="27517"/>
                </a:lnTo>
                <a:lnTo>
                  <a:pt x="263675" y="26533"/>
                </a:lnTo>
                <a:lnTo>
                  <a:pt x="264613" y="25566"/>
                </a:lnTo>
                <a:lnTo>
                  <a:pt x="265552" y="24614"/>
                </a:lnTo>
                <a:lnTo>
                  <a:pt x="266490" y="23679"/>
                </a:lnTo>
                <a:lnTo>
                  <a:pt x="267428" y="22761"/>
                </a:lnTo>
                <a:lnTo>
                  <a:pt x="268367" y="21859"/>
                </a:lnTo>
                <a:lnTo>
                  <a:pt x="269305" y="20973"/>
                </a:lnTo>
                <a:lnTo>
                  <a:pt x="270243" y="20105"/>
                </a:lnTo>
                <a:lnTo>
                  <a:pt x="271182" y="19253"/>
                </a:lnTo>
                <a:lnTo>
                  <a:pt x="272120" y="18419"/>
                </a:lnTo>
                <a:lnTo>
                  <a:pt x="273058" y="17601"/>
                </a:lnTo>
                <a:lnTo>
                  <a:pt x="273997" y="16801"/>
                </a:lnTo>
                <a:lnTo>
                  <a:pt x="274935" y="16018"/>
                </a:lnTo>
                <a:lnTo>
                  <a:pt x="275874" y="15253"/>
                </a:lnTo>
                <a:lnTo>
                  <a:pt x="276812" y="14506"/>
                </a:lnTo>
                <a:lnTo>
                  <a:pt x="277750" y="13776"/>
                </a:lnTo>
                <a:lnTo>
                  <a:pt x="278688" y="13064"/>
                </a:lnTo>
                <a:lnTo>
                  <a:pt x="279627" y="12370"/>
                </a:lnTo>
                <a:lnTo>
                  <a:pt x="280565" y="11694"/>
                </a:lnTo>
                <a:lnTo>
                  <a:pt x="281503" y="11036"/>
                </a:lnTo>
                <a:lnTo>
                  <a:pt x="282442" y="10397"/>
                </a:lnTo>
                <a:lnTo>
                  <a:pt x="283380" y="9775"/>
                </a:lnTo>
                <a:lnTo>
                  <a:pt x="284319" y="9173"/>
                </a:lnTo>
                <a:lnTo>
                  <a:pt x="285257" y="8589"/>
                </a:lnTo>
                <a:lnTo>
                  <a:pt x="286195" y="8023"/>
                </a:lnTo>
                <a:lnTo>
                  <a:pt x="287134" y="7476"/>
                </a:lnTo>
                <a:lnTo>
                  <a:pt x="288072" y="6948"/>
                </a:lnTo>
                <a:lnTo>
                  <a:pt x="289010" y="6439"/>
                </a:lnTo>
                <a:lnTo>
                  <a:pt x="289949" y="5948"/>
                </a:lnTo>
                <a:lnTo>
                  <a:pt x="290887" y="5477"/>
                </a:lnTo>
                <a:lnTo>
                  <a:pt x="291825" y="5024"/>
                </a:lnTo>
                <a:lnTo>
                  <a:pt x="292764" y="4591"/>
                </a:lnTo>
                <a:lnTo>
                  <a:pt x="293702" y="4177"/>
                </a:lnTo>
                <a:lnTo>
                  <a:pt x="294640" y="3782"/>
                </a:lnTo>
                <a:lnTo>
                  <a:pt x="295579" y="3407"/>
                </a:lnTo>
                <a:lnTo>
                  <a:pt x="296518" y="3051"/>
                </a:lnTo>
                <a:lnTo>
                  <a:pt x="297454" y="2714"/>
                </a:lnTo>
                <a:lnTo>
                  <a:pt x="298395" y="2397"/>
                </a:lnTo>
                <a:lnTo>
                  <a:pt x="299330" y="2100"/>
                </a:lnTo>
                <a:lnTo>
                  <a:pt x="300271" y="1821"/>
                </a:lnTo>
                <a:lnTo>
                  <a:pt x="301207" y="1563"/>
                </a:lnTo>
                <a:lnTo>
                  <a:pt x="302147" y="1324"/>
                </a:lnTo>
                <a:lnTo>
                  <a:pt x="303088" y="1105"/>
                </a:lnTo>
                <a:lnTo>
                  <a:pt x="304023" y="905"/>
                </a:lnTo>
                <a:lnTo>
                  <a:pt x="304964" y="726"/>
                </a:lnTo>
                <a:lnTo>
                  <a:pt x="305900" y="566"/>
                </a:lnTo>
                <a:lnTo>
                  <a:pt x="306840" y="426"/>
                </a:lnTo>
                <a:lnTo>
                  <a:pt x="307776" y="305"/>
                </a:lnTo>
                <a:lnTo>
                  <a:pt x="308717" y="205"/>
                </a:lnTo>
                <a:lnTo>
                  <a:pt x="309652" y="124"/>
                </a:lnTo>
                <a:lnTo>
                  <a:pt x="310593" y="63"/>
                </a:lnTo>
                <a:lnTo>
                  <a:pt x="311528" y="22"/>
                </a:lnTo>
                <a:lnTo>
                  <a:pt x="312469" y="1"/>
                </a:lnTo>
                <a:lnTo>
                  <a:pt x="313410" y="0"/>
                </a:lnTo>
                <a:lnTo>
                  <a:pt x="314345" y="19"/>
                </a:lnTo>
                <a:lnTo>
                  <a:pt x="315286" y="57"/>
                </a:lnTo>
                <a:lnTo>
                  <a:pt x="316222" y="116"/>
                </a:lnTo>
                <a:lnTo>
                  <a:pt x="317162" y="194"/>
                </a:lnTo>
                <a:lnTo>
                  <a:pt x="318098" y="292"/>
                </a:lnTo>
                <a:lnTo>
                  <a:pt x="319038" y="410"/>
                </a:lnTo>
                <a:lnTo>
                  <a:pt x="319974" y="548"/>
                </a:lnTo>
                <a:lnTo>
                  <a:pt x="320915" y="705"/>
                </a:lnTo>
                <a:lnTo>
                  <a:pt x="321850" y="883"/>
                </a:lnTo>
                <a:lnTo>
                  <a:pt x="322791" y="1080"/>
                </a:lnTo>
                <a:lnTo>
                  <a:pt x="323727" y="1297"/>
                </a:lnTo>
                <a:lnTo>
                  <a:pt x="324667" y="1533"/>
                </a:lnTo>
                <a:lnTo>
                  <a:pt x="325608" y="1789"/>
                </a:lnTo>
                <a:lnTo>
                  <a:pt x="326544" y="2065"/>
                </a:lnTo>
                <a:lnTo>
                  <a:pt x="327484" y="2360"/>
                </a:lnTo>
                <a:lnTo>
                  <a:pt x="328420" y="2675"/>
                </a:lnTo>
                <a:lnTo>
                  <a:pt x="329360" y="3009"/>
                </a:lnTo>
                <a:lnTo>
                  <a:pt x="330296" y="3363"/>
                </a:lnTo>
                <a:lnTo>
                  <a:pt x="331237" y="3736"/>
                </a:lnTo>
                <a:lnTo>
                  <a:pt x="332172" y="4128"/>
                </a:lnTo>
                <a:lnTo>
                  <a:pt x="333113" y="4540"/>
                </a:lnTo>
                <a:lnTo>
                  <a:pt x="334049" y="4971"/>
                </a:lnTo>
                <a:lnTo>
                  <a:pt x="334989" y="5421"/>
                </a:lnTo>
                <a:lnTo>
                  <a:pt x="335930" y="5890"/>
                </a:lnTo>
                <a:lnTo>
                  <a:pt x="336865" y="6378"/>
                </a:lnTo>
                <a:lnTo>
                  <a:pt x="337806" y="6885"/>
                </a:lnTo>
                <a:lnTo>
                  <a:pt x="338742" y="7411"/>
                </a:lnTo>
                <a:lnTo>
                  <a:pt x="339682" y="7956"/>
                </a:lnTo>
                <a:lnTo>
                  <a:pt x="340618" y="8519"/>
                </a:lnTo>
                <a:lnTo>
                  <a:pt x="341559" y="9101"/>
                </a:lnTo>
                <a:lnTo>
                  <a:pt x="342494" y="9702"/>
                </a:lnTo>
                <a:lnTo>
                  <a:pt x="343435" y="10320"/>
                </a:lnTo>
                <a:lnTo>
                  <a:pt x="344370" y="10958"/>
                </a:lnTo>
                <a:lnTo>
                  <a:pt x="345311" y="11613"/>
                </a:lnTo>
                <a:lnTo>
                  <a:pt x="346252" y="12287"/>
                </a:lnTo>
                <a:lnTo>
                  <a:pt x="347187" y="12979"/>
                </a:lnTo>
                <a:lnTo>
                  <a:pt x="348128" y="13689"/>
                </a:lnTo>
                <a:lnTo>
                  <a:pt x="349064" y="14416"/>
                </a:lnTo>
                <a:lnTo>
                  <a:pt x="350004" y="15162"/>
                </a:lnTo>
                <a:lnTo>
                  <a:pt x="350940" y="15924"/>
                </a:lnTo>
                <a:lnTo>
                  <a:pt x="351880" y="16705"/>
                </a:lnTo>
                <a:lnTo>
                  <a:pt x="352816" y="17503"/>
                </a:lnTo>
                <a:lnTo>
                  <a:pt x="353757" y="18319"/>
                </a:lnTo>
                <a:lnTo>
                  <a:pt x="354692" y="19151"/>
                </a:lnTo>
                <a:lnTo>
                  <a:pt x="355633" y="20001"/>
                </a:lnTo>
                <a:lnTo>
                  <a:pt x="356574" y="20867"/>
                </a:lnTo>
                <a:lnTo>
                  <a:pt x="357509" y="21750"/>
                </a:lnTo>
                <a:lnTo>
                  <a:pt x="358450" y="22650"/>
                </a:lnTo>
                <a:lnTo>
                  <a:pt x="359385" y="23567"/>
                </a:lnTo>
                <a:lnTo>
                  <a:pt x="360326" y="24500"/>
                </a:lnTo>
                <a:lnTo>
                  <a:pt x="361262" y="25449"/>
                </a:lnTo>
                <a:lnTo>
                  <a:pt x="362202" y="26415"/>
                </a:lnTo>
                <a:lnTo>
                  <a:pt x="363138" y="27397"/>
                </a:lnTo>
                <a:lnTo>
                  <a:pt x="364079" y="28394"/>
                </a:lnTo>
                <a:lnTo>
                  <a:pt x="365014" y="29407"/>
                </a:lnTo>
                <a:lnTo>
                  <a:pt x="365955" y="30436"/>
                </a:lnTo>
                <a:lnTo>
                  <a:pt x="366891" y="31481"/>
                </a:lnTo>
                <a:lnTo>
                  <a:pt x="367831" y="32540"/>
                </a:lnTo>
                <a:lnTo>
                  <a:pt x="368772" y="33615"/>
                </a:lnTo>
                <a:lnTo>
                  <a:pt x="369707" y="34705"/>
                </a:lnTo>
                <a:lnTo>
                  <a:pt x="370648" y="35809"/>
                </a:lnTo>
                <a:lnTo>
                  <a:pt x="371584" y="36929"/>
                </a:lnTo>
                <a:lnTo>
                  <a:pt x="372524" y="38063"/>
                </a:lnTo>
                <a:lnTo>
                  <a:pt x="373460" y="39211"/>
                </a:lnTo>
                <a:lnTo>
                  <a:pt x="374400" y="40374"/>
                </a:lnTo>
                <a:lnTo>
                  <a:pt x="375336" y="41550"/>
                </a:lnTo>
                <a:lnTo>
                  <a:pt x="376277" y="42741"/>
                </a:lnTo>
                <a:lnTo>
                  <a:pt x="377212" y="43946"/>
                </a:lnTo>
                <a:lnTo>
                  <a:pt x="378153" y="45163"/>
                </a:lnTo>
                <a:lnTo>
                  <a:pt x="379094" y="46395"/>
                </a:lnTo>
                <a:lnTo>
                  <a:pt x="380029" y="47639"/>
                </a:lnTo>
                <a:lnTo>
                  <a:pt x="380970" y="48897"/>
                </a:lnTo>
                <a:lnTo>
                  <a:pt x="381906" y="50167"/>
                </a:lnTo>
                <a:lnTo>
                  <a:pt x="382846" y="51451"/>
                </a:lnTo>
                <a:lnTo>
                  <a:pt x="383782" y="52747"/>
                </a:lnTo>
                <a:lnTo>
                  <a:pt x="384722" y="54055"/>
                </a:lnTo>
                <a:lnTo>
                  <a:pt x="385658" y="55375"/>
                </a:lnTo>
                <a:lnTo>
                  <a:pt x="386599" y="56708"/>
                </a:lnTo>
                <a:lnTo>
                  <a:pt x="387534" y="58053"/>
                </a:lnTo>
                <a:lnTo>
                  <a:pt x="388475" y="59409"/>
                </a:lnTo>
                <a:lnTo>
                  <a:pt x="389416" y="60776"/>
                </a:lnTo>
                <a:lnTo>
                  <a:pt x="390351" y="62155"/>
                </a:lnTo>
                <a:lnTo>
                  <a:pt x="391292" y="63545"/>
                </a:lnTo>
                <a:lnTo>
                  <a:pt x="392227" y="64946"/>
                </a:lnTo>
                <a:lnTo>
                  <a:pt x="393168" y="66358"/>
                </a:lnTo>
                <a:lnTo>
                  <a:pt x="394104" y="67780"/>
                </a:lnTo>
                <a:lnTo>
                  <a:pt x="395044" y="69213"/>
                </a:lnTo>
                <a:lnTo>
                  <a:pt x="395980" y="70656"/>
                </a:lnTo>
                <a:lnTo>
                  <a:pt x="396921" y="72109"/>
                </a:lnTo>
                <a:lnTo>
                  <a:pt x="397856" y="73572"/>
                </a:lnTo>
                <a:lnTo>
                  <a:pt x="398797" y="75044"/>
                </a:lnTo>
                <a:lnTo>
                  <a:pt x="399737" y="76527"/>
                </a:lnTo>
                <a:lnTo>
                  <a:pt x="400673" y="78018"/>
                </a:lnTo>
                <a:lnTo>
                  <a:pt x="401614" y="79518"/>
                </a:lnTo>
                <a:lnTo>
                  <a:pt x="402549" y="81027"/>
                </a:lnTo>
                <a:lnTo>
                  <a:pt x="403490" y="82545"/>
                </a:lnTo>
                <a:lnTo>
                  <a:pt x="404426" y="84071"/>
                </a:lnTo>
                <a:lnTo>
                  <a:pt x="405366" y="85606"/>
                </a:lnTo>
                <a:lnTo>
                  <a:pt x="406302" y="87149"/>
                </a:lnTo>
                <a:lnTo>
                  <a:pt x="407243" y="88700"/>
                </a:lnTo>
                <a:lnTo>
                  <a:pt x="408178" y="90258"/>
                </a:lnTo>
                <a:lnTo>
                  <a:pt x="409119" y="91824"/>
                </a:lnTo>
                <a:lnTo>
                  <a:pt x="410054" y="93398"/>
                </a:lnTo>
                <a:lnTo>
                  <a:pt x="410995" y="94978"/>
                </a:lnTo>
                <a:lnTo>
                  <a:pt x="411936" y="96566"/>
                </a:lnTo>
                <a:lnTo>
                  <a:pt x="412871" y="98160"/>
                </a:lnTo>
                <a:lnTo>
                  <a:pt x="413812" y="99761"/>
                </a:lnTo>
                <a:lnTo>
                  <a:pt x="414748" y="101368"/>
                </a:lnTo>
                <a:lnTo>
                  <a:pt x="415688" y="102982"/>
                </a:lnTo>
                <a:lnTo>
                  <a:pt x="416624" y="104601"/>
                </a:lnTo>
                <a:lnTo>
                  <a:pt x="417564" y="106226"/>
                </a:lnTo>
                <a:lnTo>
                  <a:pt x="418500" y="107858"/>
                </a:lnTo>
                <a:lnTo>
                  <a:pt x="419441" y="109494"/>
                </a:lnTo>
                <a:lnTo>
                  <a:pt x="420376" y="111135"/>
                </a:lnTo>
                <a:lnTo>
                  <a:pt x="421317" y="112782"/>
                </a:lnTo>
                <a:lnTo>
                  <a:pt x="422258" y="114433"/>
                </a:lnTo>
                <a:lnTo>
                  <a:pt x="423193" y="116089"/>
                </a:lnTo>
                <a:lnTo>
                  <a:pt x="424134" y="117750"/>
                </a:lnTo>
                <a:lnTo>
                  <a:pt x="425069" y="119415"/>
                </a:lnTo>
                <a:lnTo>
                  <a:pt x="426010" y="121084"/>
                </a:lnTo>
                <a:lnTo>
                  <a:pt x="426946" y="122757"/>
                </a:lnTo>
                <a:lnTo>
                  <a:pt x="427886" y="124434"/>
                </a:lnTo>
                <a:lnTo>
                  <a:pt x="428822" y="126113"/>
                </a:lnTo>
                <a:lnTo>
                  <a:pt x="429763" y="127797"/>
                </a:lnTo>
                <a:lnTo>
                  <a:pt x="430698" y="129484"/>
                </a:lnTo>
                <a:lnTo>
                  <a:pt x="431639" y="131173"/>
                </a:lnTo>
                <a:lnTo>
                  <a:pt x="432579" y="132865"/>
                </a:lnTo>
                <a:lnTo>
                  <a:pt x="433515" y="134560"/>
                </a:lnTo>
                <a:lnTo>
                  <a:pt x="434456" y="136257"/>
                </a:lnTo>
                <a:lnTo>
                  <a:pt x="435391" y="137957"/>
                </a:lnTo>
                <a:lnTo>
                  <a:pt x="436332" y="139658"/>
                </a:lnTo>
                <a:lnTo>
                  <a:pt x="437268" y="141362"/>
                </a:lnTo>
                <a:lnTo>
                  <a:pt x="438208" y="143067"/>
                </a:lnTo>
                <a:lnTo>
                  <a:pt x="439144" y="144774"/>
                </a:lnTo>
                <a:lnTo>
                  <a:pt x="440084" y="146482"/>
                </a:lnTo>
                <a:lnTo>
                  <a:pt x="441020" y="148191"/>
                </a:lnTo>
                <a:lnTo>
                  <a:pt x="441961" y="149901"/>
                </a:lnTo>
                <a:lnTo>
                  <a:pt x="442901" y="151612"/>
                </a:lnTo>
                <a:lnTo>
                  <a:pt x="443837" y="153323"/>
                </a:lnTo>
                <a:lnTo>
                  <a:pt x="444778" y="155035"/>
                </a:lnTo>
                <a:lnTo>
                  <a:pt x="445713" y="156747"/>
                </a:lnTo>
                <a:lnTo>
                  <a:pt x="446654" y="158459"/>
                </a:lnTo>
                <a:lnTo>
                  <a:pt x="447590" y="160172"/>
                </a:lnTo>
                <a:lnTo>
                  <a:pt x="448530" y="161883"/>
                </a:lnTo>
                <a:lnTo>
                  <a:pt x="449466" y="163595"/>
                </a:lnTo>
                <a:lnTo>
                  <a:pt x="450406" y="165306"/>
                </a:lnTo>
                <a:lnTo>
                  <a:pt x="451342" y="167016"/>
                </a:lnTo>
                <a:lnTo>
                  <a:pt x="452283" y="168726"/>
                </a:lnTo>
                <a:lnTo>
                  <a:pt x="453218" y="170434"/>
                </a:lnTo>
                <a:lnTo>
                  <a:pt x="454159" y="172141"/>
                </a:lnTo>
                <a:lnTo>
                  <a:pt x="455099" y="173847"/>
                </a:lnTo>
                <a:lnTo>
                  <a:pt x="456035" y="175551"/>
                </a:lnTo>
                <a:lnTo>
                  <a:pt x="456976" y="177253"/>
                </a:lnTo>
                <a:lnTo>
                  <a:pt x="457911" y="178954"/>
                </a:lnTo>
                <a:lnTo>
                  <a:pt x="458852" y="180653"/>
                </a:lnTo>
                <a:lnTo>
                  <a:pt x="459788" y="182349"/>
                </a:lnTo>
                <a:lnTo>
                  <a:pt x="460728" y="184044"/>
                </a:lnTo>
                <a:lnTo>
                  <a:pt x="461664" y="185735"/>
                </a:lnTo>
                <a:lnTo>
                  <a:pt x="462605" y="187424"/>
                </a:lnTo>
                <a:lnTo>
                  <a:pt x="463540" y="189111"/>
                </a:lnTo>
                <a:lnTo>
                  <a:pt x="464481" y="190794"/>
                </a:lnTo>
                <a:lnTo>
                  <a:pt x="465421" y="192474"/>
                </a:lnTo>
                <a:lnTo>
                  <a:pt x="466357" y="194152"/>
                </a:lnTo>
                <a:lnTo>
                  <a:pt x="467298" y="195825"/>
                </a:lnTo>
                <a:lnTo>
                  <a:pt x="468233" y="197496"/>
                </a:lnTo>
                <a:lnTo>
                  <a:pt x="469174" y="199163"/>
                </a:lnTo>
                <a:lnTo>
                  <a:pt x="470110" y="200826"/>
                </a:lnTo>
                <a:lnTo>
                  <a:pt x="471050" y="202485"/>
                </a:lnTo>
                <a:lnTo>
                  <a:pt x="471986" y="204140"/>
                </a:lnTo>
                <a:lnTo>
                  <a:pt x="472926" y="205791"/>
                </a:lnTo>
                <a:lnTo>
                  <a:pt x="473862" y="207438"/>
                </a:lnTo>
                <a:lnTo>
                  <a:pt x="474803" y="209081"/>
                </a:lnTo>
                <a:lnTo>
                  <a:pt x="475743" y="210719"/>
                </a:lnTo>
                <a:lnTo>
                  <a:pt x="476679" y="212352"/>
                </a:lnTo>
                <a:lnTo>
                  <a:pt x="477620" y="213981"/>
                </a:lnTo>
                <a:lnTo>
                  <a:pt x="478555" y="215604"/>
                </a:lnTo>
                <a:lnTo>
                  <a:pt x="479496" y="217223"/>
                </a:lnTo>
                <a:lnTo>
                  <a:pt x="480431" y="218837"/>
                </a:lnTo>
                <a:lnTo>
                  <a:pt x="481372" y="220446"/>
                </a:lnTo>
                <a:lnTo>
                  <a:pt x="482308" y="222048"/>
                </a:lnTo>
                <a:lnTo>
                  <a:pt x="483248" y="223646"/>
                </a:lnTo>
                <a:lnTo>
                  <a:pt x="484184" y="225238"/>
                </a:lnTo>
                <a:lnTo>
                  <a:pt x="485125" y="226825"/>
                </a:lnTo>
                <a:lnTo>
                  <a:pt x="486065" y="228405"/>
                </a:lnTo>
                <a:lnTo>
                  <a:pt x="487001" y="229980"/>
                </a:lnTo>
                <a:lnTo>
                  <a:pt x="487942" y="231549"/>
                </a:lnTo>
                <a:lnTo>
                  <a:pt x="488877" y="233112"/>
                </a:lnTo>
                <a:lnTo>
                  <a:pt x="489818" y="234667"/>
                </a:lnTo>
                <a:lnTo>
                  <a:pt x="490753" y="236217"/>
                </a:lnTo>
                <a:lnTo>
                  <a:pt x="491694" y="237762"/>
                </a:lnTo>
                <a:lnTo>
                  <a:pt x="492630" y="239301"/>
                </a:lnTo>
                <a:lnTo>
                  <a:pt x="493570" y="240831"/>
                </a:lnTo>
                <a:lnTo>
                  <a:pt x="494506" y="242356"/>
                </a:lnTo>
                <a:lnTo>
                  <a:pt x="495447" y="243871"/>
                </a:lnTo>
                <a:lnTo>
                  <a:pt x="496387" y="245385"/>
                </a:lnTo>
                <a:lnTo>
                  <a:pt x="497323" y="246885"/>
                </a:lnTo>
                <a:lnTo>
                  <a:pt x="498263" y="248385"/>
                </a:lnTo>
                <a:lnTo>
                  <a:pt x="499199" y="249876"/>
                </a:lnTo>
                <a:lnTo>
                  <a:pt x="500140" y="251356"/>
                </a:lnTo>
                <a:lnTo>
                  <a:pt x="501075" y="252831"/>
                </a:lnTo>
                <a:lnTo>
                  <a:pt x="502016" y="254301"/>
                </a:lnTo>
                <a:lnTo>
                  <a:pt x="502952" y="255762"/>
                </a:lnTo>
                <a:lnTo>
                  <a:pt x="503892" y="257217"/>
                </a:lnTo>
                <a:lnTo>
                  <a:pt x="504828" y="258663"/>
                </a:lnTo>
                <a:lnTo>
                  <a:pt x="505768" y="260098"/>
                </a:lnTo>
                <a:lnTo>
                  <a:pt x="506704" y="261529"/>
                </a:lnTo>
                <a:lnTo>
                  <a:pt x="507645" y="262955"/>
                </a:lnTo>
                <a:lnTo>
                  <a:pt x="508585" y="264371"/>
                </a:lnTo>
                <a:lnTo>
                  <a:pt x="509521" y="265777"/>
                </a:lnTo>
                <a:lnTo>
                  <a:pt x="510462" y="267178"/>
                </a:lnTo>
                <a:lnTo>
                  <a:pt x="511397" y="268569"/>
                </a:lnTo>
                <a:lnTo>
                  <a:pt x="512338" y="269950"/>
                </a:lnTo>
                <a:lnTo>
                  <a:pt x="513273" y="271326"/>
                </a:lnTo>
                <a:lnTo>
                  <a:pt x="514214" y="272698"/>
                </a:lnTo>
                <a:lnTo>
                  <a:pt x="515150" y="274054"/>
                </a:lnTo>
                <a:lnTo>
                  <a:pt x="516090" y="275406"/>
                </a:lnTo>
                <a:lnTo>
                  <a:pt x="517026" y="276747"/>
                </a:lnTo>
                <a:lnTo>
                  <a:pt x="517967" y="278084"/>
                </a:lnTo>
                <a:lnTo>
                  <a:pt x="518907" y="279411"/>
                </a:lnTo>
                <a:lnTo>
                  <a:pt x="519843" y="280727"/>
                </a:lnTo>
                <a:lnTo>
                  <a:pt x="520783" y="282039"/>
                </a:lnTo>
                <a:lnTo>
                  <a:pt x="521719" y="283341"/>
                </a:lnTo>
                <a:lnTo>
                  <a:pt x="522660" y="284633"/>
                </a:lnTo>
                <a:lnTo>
                  <a:pt x="523595" y="285916"/>
                </a:lnTo>
                <a:lnTo>
                  <a:pt x="524536" y="287193"/>
                </a:lnTo>
                <a:lnTo>
                  <a:pt x="525472" y="288460"/>
                </a:lnTo>
                <a:lnTo>
                  <a:pt x="526412" y="289718"/>
                </a:lnTo>
                <a:lnTo>
                  <a:pt x="527348" y="290970"/>
                </a:lnTo>
                <a:lnTo>
                  <a:pt x="528289" y="292213"/>
                </a:lnTo>
                <a:lnTo>
                  <a:pt x="529229" y="293445"/>
                </a:lnTo>
                <a:lnTo>
                  <a:pt x="530165" y="294668"/>
                </a:lnTo>
                <a:lnTo>
                  <a:pt x="531105" y="295881"/>
                </a:lnTo>
                <a:lnTo>
                  <a:pt x="532041" y="297089"/>
                </a:lnTo>
                <a:lnTo>
                  <a:pt x="532982" y="298287"/>
                </a:lnTo>
                <a:lnTo>
                  <a:pt x="533917" y="299475"/>
                </a:lnTo>
                <a:lnTo>
                  <a:pt x="534858" y="300658"/>
                </a:lnTo>
                <a:lnTo>
                  <a:pt x="535794" y="301827"/>
                </a:lnTo>
                <a:lnTo>
                  <a:pt x="536734" y="302990"/>
                </a:lnTo>
                <a:lnTo>
                  <a:pt x="537670" y="304144"/>
                </a:lnTo>
                <a:lnTo>
                  <a:pt x="538610" y="305287"/>
                </a:lnTo>
                <a:lnTo>
                  <a:pt x="539551" y="306426"/>
                </a:lnTo>
                <a:lnTo>
                  <a:pt x="540487" y="307554"/>
                </a:lnTo>
                <a:lnTo>
                  <a:pt x="541427" y="308673"/>
                </a:lnTo>
                <a:lnTo>
                  <a:pt x="542363" y="309782"/>
                </a:lnTo>
                <a:lnTo>
                  <a:pt x="543304" y="310881"/>
                </a:lnTo>
                <a:lnTo>
                  <a:pt x="544239" y="311975"/>
                </a:lnTo>
                <a:lnTo>
                  <a:pt x="545180" y="313054"/>
                </a:lnTo>
                <a:lnTo>
                  <a:pt x="546115" y="314129"/>
                </a:lnTo>
                <a:lnTo>
                  <a:pt x="547056" y="315193"/>
                </a:lnTo>
                <a:lnTo>
                  <a:pt x="547992" y="316253"/>
                </a:lnTo>
                <a:lnTo>
                  <a:pt x="548932" y="317297"/>
                </a:lnTo>
                <a:lnTo>
                  <a:pt x="549868" y="318337"/>
                </a:lnTo>
                <a:lnTo>
                  <a:pt x="550809" y="319366"/>
                </a:lnTo>
                <a:lnTo>
                  <a:pt x="551749" y="320386"/>
                </a:lnTo>
                <a:lnTo>
                  <a:pt x="552685" y="321401"/>
                </a:lnTo>
                <a:lnTo>
                  <a:pt x="553625" y="322406"/>
                </a:lnTo>
                <a:lnTo>
                  <a:pt x="554561" y="323396"/>
                </a:lnTo>
                <a:lnTo>
                  <a:pt x="555502" y="324386"/>
                </a:lnTo>
                <a:lnTo>
                  <a:pt x="556437" y="325362"/>
                </a:lnTo>
                <a:lnTo>
                  <a:pt x="557378" y="326327"/>
                </a:lnTo>
                <a:lnTo>
                  <a:pt x="558314" y="327287"/>
                </a:lnTo>
                <a:lnTo>
                  <a:pt x="559254" y="328238"/>
                </a:lnTo>
                <a:lnTo>
                  <a:pt x="560190" y="329183"/>
                </a:lnTo>
                <a:lnTo>
                  <a:pt x="561130" y="330114"/>
                </a:lnTo>
                <a:lnTo>
                  <a:pt x="562071" y="331040"/>
                </a:lnTo>
                <a:lnTo>
                  <a:pt x="563007" y="331956"/>
                </a:lnTo>
                <a:lnTo>
                  <a:pt x="563947" y="332862"/>
                </a:lnTo>
                <a:lnTo>
                  <a:pt x="564883" y="333763"/>
                </a:lnTo>
                <a:lnTo>
                  <a:pt x="565824" y="334654"/>
                </a:lnTo>
                <a:lnTo>
                  <a:pt x="566759" y="335535"/>
                </a:lnTo>
                <a:lnTo>
                  <a:pt x="567700" y="336406"/>
                </a:lnTo>
                <a:lnTo>
                  <a:pt x="568636" y="337273"/>
                </a:lnTo>
                <a:lnTo>
                  <a:pt x="569576" y="338129"/>
                </a:lnTo>
                <a:lnTo>
                  <a:pt x="570512" y="338976"/>
                </a:lnTo>
                <a:lnTo>
                  <a:pt x="571452" y="339812"/>
                </a:lnTo>
                <a:lnTo>
                  <a:pt x="572393" y="340644"/>
                </a:lnTo>
                <a:lnTo>
                  <a:pt x="573329" y="341471"/>
                </a:lnTo>
                <a:lnTo>
                  <a:pt x="574269" y="342283"/>
                </a:lnTo>
                <a:lnTo>
                  <a:pt x="575205" y="343089"/>
                </a:lnTo>
                <a:lnTo>
                  <a:pt x="576146" y="343886"/>
                </a:lnTo>
                <a:lnTo>
                  <a:pt x="577081" y="344679"/>
                </a:lnTo>
                <a:lnTo>
                  <a:pt x="578022" y="345456"/>
                </a:lnTo>
                <a:lnTo>
                  <a:pt x="578957" y="346233"/>
                </a:lnTo>
                <a:lnTo>
                  <a:pt x="579898" y="346995"/>
                </a:lnTo>
                <a:lnTo>
                  <a:pt x="580834" y="347753"/>
                </a:lnTo>
                <a:lnTo>
                  <a:pt x="581774" y="348505"/>
                </a:lnTo>
                <a:lnTo>
                  <a:pt x="582715" y="349243"/>
                </a:lnTo>
                <a:lnTo>
                  <a:pt x="583651" y="349976"/>
                </a:lnTo>
                <a:lnTo>
                  <a:pt x="584591" y="350703"/>
                </a:lnTo>
                <a:lnTo>
                  <a:pt x="585527" y="351421"/>
                </a:lnTo>
                <a:lnTo>
                  <a:pt x="586467" y="352129"/>
                </a:lnTo>
                <a:lnTo>
                  <a:pt x="587403" y="352832"/>
                </a:lnTo>
                <a:lnTo>
                  <a:pt x="588344" y="353525"/>
                </a:lnTo>
                <a:lnTo>
                  <a:pt x="589279" y="354213"/>
                </a:lnTo>
                <a:lnTo>
                  <a:pt x="590220" y="354892"/>
                </a:lnTo>
                <a:lnTo>
                  <a:pt x="591156" y="355565"/>
                </a:lnTo>
                <a:lnTo>
                  <a:pt x="592096" y="356228"/>
                </a:lnTo>
                <a:lnTo>
                  <a:pt x="593032" y="356882"/>
                </a:lnTo>
                <a:lnTo>
                  <a:pt x="593972" y="357530"/>
                </a:lnTo>
                <a:lnTo>
                  <a:pt x="594913" y="358174"/>
                </a:lnTo>
                <a:lnTo>
                  <a:pt x="595849" y="358807"/>
                </a:lnTo>
                <a:lnTo>
                  <a:pt x="596789" y="359431"/>
                </a:lnTo>
                <a:lnTo>
                  <a:pt x="597725" y="360055"/>
                </a:lnTo>
                <a:lnTo>
                  <a:pt x="598666" y="360664"/>
                </a:lnTo>
                <a:lnTo>
                  <a:pt x="599601" y="361268"/>
                </a:lnTo>
                <a:lnTo>
                  <a:pt x="600542" y="361867"/>
                </a:lnTo>
                <a:lnTo>
                  <a:pt x="601478" y="362461"/>
                </a:lnTo>
                <a:lnTo>
                  <a:pt x="602418" y="363040"/>
                </a:lnTo>
                <a:lnTo>
                  <a:pt x="603354" y="363619"/>
                </a:lnTo>
                <a:lnTo>
                  <a:pt x="604294" y="364189"/>
                </a:lnTo>
                <a:lnTo>
                  <a:pt x="605235" y="364753"/>
                </a:lnTo>
                <a:lnTo>
                  <a:pt x="606171" y="365308"/>
                </a:lnTo>
                <a:lnTo>
                  <a:pt x="607111" y="365857"/>
                </a:lnTo>
                <a:lnTo>
                  <a:pt x="608047" y="366402"/>
                </a:lnTo>
                <a:lnTo>
                  <a:pt x="608988" y="366936"/>
                </a:lnTo>
                <a:lnTo>
                  <a:pt x="609923" y="367466"/>
                </a:lnTo>
                <a:lnTo>
                  <a:pt x="610864" y="367986"/>
                </a:lnTo>
                <a:lnTo>
                  <a:pt x="611799" y="368501"/>
                </a:lnTo>
                <a:lnTo>
                  <a:pt x="612740" y="369011"/>
                </a:lnTo>
                <a:lnTo>
                  <a:pt x="613676" y="369515"/>
                </a:lnTo>
                <a:lnTo>
                  <a:pt x="614616" y="370011"/>
                </a:lnTo>
                <a:lnTo>
                  <a:pt x="615557" y="370501"/>
                </a:lnTo>
                <a:lnTo>
                  <a:pt x="616493" y="370986"/>
                </a:lnTo>
                <a:lnTo>
                  <a:pt x="617433" y="371466"/>
                </a:lnTo>
                <a:lnTo>
                  <a:pt x="618369" y="371936"/>
                </a:lnTo>
                <a:lnTo>
                  <a:pt x="619309" y="372402"/>
                </a:lnTo>
                <a:lnTo>
                  <a:pt x="620245" y="372862"/>
                </a:lnTo>
                <a:lnTo>
                  <a:pt x="621186" y="373318"/>
                </a:lnTo>
                <a:lnTo>
                  <a:pt x="622121" y="373763"/>
                </a:lnTo>
                <a:lnTo>
                  <a:pt x="623062" y="374204"/>
                </a:lnTo>
                <a:lnTo>
                  <a:pt x="623998" y="374639"/>
                </a:lnTo>
                <a:lnTo>
                  <a:pt x="624938" y="375070"/>
                </a:lnTo>
                <a:lnTo>
                  <a:pt x="625879" y="375496"/>
                </a:lnTo>
                <a:lnTo>
                  <a:pt x="626814" y="375912"/>
                </a:lnTo>
                <a:lnTo>
                  <a:pt x="627755" y="376327"/>
                </a:lnTo>
                <a:lnTo>
                  <a:pt x="628691" y="376733"/>
                </a:lnTo>
                <a:lnTo>
                  <a:pt x="629631" y="377134"/>
                </a:lnTo>
                <a:lnTo>
                  <a:pt x="630567" y="377530"/>
                </a:lnTo>
                <a:lnTo>
                  <a:pt x="631508" y="377922"/>
                </a:lnTo>
                <a:lnTo>
                  <a:pt x="632443" y="378308"/>
                </a:lnTo>
                <a:lnTo>
                  <a:pt x="633384" y="378689"/>
                </a:lnTo>
                <a:lnTo>
                  <a:pt x="634319" y="379065"/>
                </a:lnTo>
                <a:lnTo>
                  <a:pt x="635260" y="379431"/>
                </a:lnTo>
                <a:lnTo>
                  <a:pt x="636196" y="379798"/>
                </a:lnTo>
                <a:lnTo>
                  <a:pt x="637136" y="380154"/>
                </a:lnTo>
                <a:lnTo>
                  <a:pt x="638077" y="380511"/>
                </a:lnTo>
                <a:lnTo>
                  <a:pt x="639013" y="380857"/>
                </a:lnTo>
                <a:lnTo>
                  <a:pt x="639953" y="381204"/>
                </a:lnTo>
                <a:lnTo>
                  <a:pt x="640889" y="381545"/>
                </a:lnTo>
                <a:lnTo>
                  <a:pt x="641829" y="381877"/>
                </a:lnTo>
                <a:lnTo>
                  <a:pt x="642765" y="382209"/>
                </a:lnTo>
                <a:lnTo>
                  <a:pt x="643706" y="382531"/>
                </a:lnTo>
                <a:lnTo>
                  <a:pt x="644641" y="382852"/>
                </a:lnTo>
                <a:lnTo>
                  <a:pt x="645582" y="383169"/>
                </a:lnTo>
                <a:lnTo>
                  <a:pt x="646518" y="383476"/>
                </a:lnTo>
                <a:lnTo>
                  <a:pt x="647458" y="383783"/>
                </a:lnTo>
                <a:lnTo>
                  <a:pt x="648399" y="384085"/>
                </a:lnTo>
                <a:lnTo>
                  <a:pt x="649335" y="384382"/>
                </a:lnTo>
                <a:lnTo>
                  <a:pt x="650275" y="384679"/>
                </a:lnTo>
                <a:lnTo>
                  <a:pt x="651211" y="384966"/>
                </a:lnTo>
                <a:lnTo>
                  <a:pt x="652151" y="385248"/>
                </a:lnTo>
                <a:lnTo>
                  <a:pt x="653087" y="385531"/>
                </a:lnTo>
                <a:lnTo>
                  <a:pt x="654028" y="385803"/>
                </a:lnTo>
                <a:lnTo>
                  <a:pt x="654963" y="386075"/>
                </a:lnTo>
                <a:lnTo>
                  <a:pt x="655904" y="386342"/>
                </a:lnTo>
                <a:lnTo>
                  <a:pt x="656840" y="386605"/>
                </a:lnTo>
                <a:lnTo>
                  <a:pt x="657780" y="386867"/>
                </a:lnTo>
                <a:lnTo>
                  <a:pt x="658721" y="387120"/>
                </a:lnTo>
                <a:lnTo>
                  <a:pt x="659656" y="387372"/>
                </a:lnTo>
                <a:lnTo>
                  <a:pt x="660597" y="387620"/>
                </a:lnTo>
                <a:lnTo>
                  <a:pt x="661533" y="387862"/>
                </a:lnTo>
                <a:lnTo>
                  <a:pt x="662473" y="388105"/>
                </a:lnTo>
                <a:lnTo>
                  <a:pt x="663409" y="388337"/>
                </a:lnTo>
                <a:lnTo>
                  <a:pt x="664350" y="388570"/>
                </a:lnTo>
                <a:lnTo>
                  <a:pt x="665285" y="388803"/>
                </a:lnTo>
                <a:lnTo>
                  <a:pt x="666226" y="389026"/>
                </a:lnTo>
                <a:lnTo>
                  <a:pt x="667161" y="389248"/>
                </a:lnTo>
                <a:lnTo>
                  <a:pt x="668102" y="389466"/>
                </a:lnTo>
                <a:lnTo>
                  <a:pt x="669043" y="389679"/>
                </a:lnTo>
                <a:lnTo>
                  <a:pt x="669978" y="389892"/>
                </a:lnTo>
                <a:lnTo>
                  <a:pt x="670919" y="390100"/>
                </a:lnTo>
                <a:lnTo>
                  <a:pt x="671855" y="390303"/>
                </a:lnTo>
                <a:lnTo>
                  <a:pt x="672795" y="390506"/>
                </a:lnTo>
                <a:lnTo>
                  <a:pt x="673731" y="390704"/>
                </a:lnTo>
                <a:lnTo>
                  <a:pt x="674671" y="390897"/>
                </a:lnTo>
                <a:lnTo>
                  <a:pt x="675607" y="391085"/>
                </a:lnTo>
                <a:lnTo>
                  <a:pt x="676548" y="391273"/>
                </a:lnTo>
                <a:lnTo>
                  <a:pt x="677483" y="391461"/>
                </a:lnTo>
                <a:lnTo>
                  <a:pt x="678424" y="391644"/>
                </a:lnTo>
                <a:lnTo>
                  <a:pt x="679360" y="391823"/>
                </a:lnTo>
                <a:lnTo>
                  <a:pt x="680300" y="391996"/>
                </a:lnTo>
                <a:lnTo>
                  <a:pt x="681241" y="392169"/>
                </a:lnTo>
                <a:lnTo>
                  <a:pt x="682176" y="392342"/>
                </a:lnTo>
                <a:lnTo>
                  <a:pt x="683117" y="392506"/>
                </a:lnTo>
                <a:lnTo>
                  <a:pt x="684053" y="392674"/>
                </a:lnTo>
                <a:lnTo>
                  <a:pt x="684993" y="392833"/>
                </a:lnTo>
                <a:lnTo>
                  <a:pt x="685929" y="392991"/>
                </a:lnTo>
                <a:lnTo>
                  <a:pt x="686870" y="393149"/>
                </a:lnTo>
                <a:lnTo>
                  <a:pt x="687805" y="393303"/>
                </a:lnTo>
                <a:lnTo>
                  <a:pt x="688746" y="393456"/>
                </a:lnTo>
                <a:lnTo>
                  <a:pt x="689682" y="393600"/>
                </a:lnTo>
                <a:lnTo>
                  <a:pt x="690622" y="393748"/>
                </a:lnTo>
                <a:lnTo>
                  <a:pt x="691563" y="393892"/>
                </a:lnTo>
                <a:lnTo>
                  <a:pt x="692498" y="394031"/>
                </a:lnTo>
                <a:lnTo>
                  <a:pt x="693439" y="394169"/>
                </a:lnTo>
                <a:lnTo>
                  <a:pt x="694375" y="394308"/>
                </a:lnTo>
                <a:lnTo>
                  <a:pt x="695315" y="394441"/>
                </a:lnTo>
                <a:lnTo>
                  <a:pt x="696251" y="394570"/>
                </a:lnTo>
                <a:lnTo>
                  <a:pt x="697192" y="394699"/>
                </a:lnTo>
                <a:lnTo>
                  <a:pt x="698127" y="394828"/>
                </a:lnTo>
                <a:lnTo>
                  <a:pt x="699068" y="394951"/>
                </a:lnTo>
                <a:lnTo>
                  <a:pt x="700003" y="395075"/>
                </a:lnTo>
                <a:lnTo>
                  <a:pt x="700944" y="395194"/>
                </a:lnTo>
                <a:lnTo>
                  <a:pt x="701885" y="395313"/>
                </a:lnTo>
                <a:lnTo>
                  <a:pt x="702820" y="395427"/>
                </a:lnTo>
                <a:lnTo>
                  <a:pt x="703761" y="395541"/>
                </a:lnTo>
                <a:lnTo>
                  <a:pt x="704697" y="395649"/>
                </a:lnTo>
                <a:lnTo>
                  <a:pt x="705637" y="395758"/>
                </a:lnTo>
                <a:lnTo>
                  <a:pt x="706573" y="395867"/>
                </a:lnTo>
                <a:lnTo>
                  <a:pt x="707513" y="395976"/>
                </a:lnTo>
                <a:lnTo>
                  <a:pt x="708449" y="396075"/>
                </a:lnTo>
                <a:lnTo>
                  <a:pt x="709390" y="396179"/>
                </a:lnTo>
                <a:lnTo>
                  <a:pt x="710325" y="396278"/>
                </a:lnTo>
                <a:lnTo>
                  <a:pt x="711266" y="396377"/>
                </a:lnTo>
                <a:lnTo>
                  <a:pt x="712207" y="396471"/>
                </a:lnTo>
                <a:lnTo>
                  <a:pt x="713142" y="396565"/>
                </a:lnTo>
                <a:lnTo>
                  <a:pt x="714083" y="396659"/>
                </a:lnTo>
                <a:lnTo>
                  <a:pt x="715018" y="396753"/>
                </a:lnTo>
                <a:lnTo>
                  <a:pt x="715959" y="396843"/>
                </a:lnTo>
                <a:lnTo>
                  <a:pt x="716895" y="396927"/>
                </a:lnTo>
                <a:lnTo>
                  <a:pt x="717835" y="397016"/>
                </a:lnTo>
                <a:lnTo>
                  <a:pt x="718771" y="397100"/>
                </a:lnTo>
                <a:lnTo>
                  <a:pt x="719712" y="397179"/>
                </a:lnTo>
                <a:lnTo>
                  <a:pt x="720647" y="397263"/>
                </a:lnTo>
                <a:lnTo>
                  <a:pt x="721588" y="397343"/>
                </a:lnTo>
                <a:lnTo>
                  <a:pt x="722524" y="397422"/>
                </a:lnTo>
                <a:lnTo>
                  <a:pt x="723464" y="397496"/>
                </a:lnTo>
                <a:lnTo>
                  <a:pt x="724405" y="397570"/>
                </a:lnTo>
                <a:lnTo>
                  <a:pt x="725340" y="397645"/>
                </a:lnTo>
                <a:lnTo>
                  <a:pt x="726281" y="397719"/>
                </a:lnTo>
                <a:lnTo>
                  <a:pt x="727217" y="397788"/>
                </a:lnTo>
                <a:lnTo>
                  <a:pt x="728157" y="397857"/>
                </a:lnTo>
                <a:lnTo>
                  <a:pt x="729093" y="397927"/>
                </a:lnTo>
                <a:lnTo>
                  <a:pt x="730034" y="397991"/>
                </a:lnTo>
                <a:lnTo>
                  <a:pt x="730969" y="398055"/>
                </a:lnTo>
                <a:lnTo>
                  <a:pt x="731910" y="398120"/>
                </a:lnTo>
                <a:lnTo>
                  <a:pt x="732845" y="398184"/>
                </a:lnTo>
                <a:lnTo>
                  <a:pt x="733786" y="398248"/>
                </a:lnTo>
                <a:lnTo>
                  <a:pt x="734727" y="398308"/>
                </a:lnTo>
                <a:lnTo>
                  <a:pt x="735662" y="398367"/>
                </a:lnTo>
                <a:lnTo>
                  <a:pt x="736603" y="398422"/>
                </a:lnTo>
                <a:lnTo>
                  <a:pt x="737539" y="398481"/>
                </a:lnTo>
                <a:lnTo>
                  <a:pt x="738479" y="398536"/>
                </a:lnTo>
                <a:lnTo>
                  <a:pt x="739415" y="398590"/>
                </a:lnTo>
                <a:lnTo>
                  <a:pt x="740355" y="398645"/>
                </a:lnTo>
                <a:lnTo>
                  <a:pt x="741291" y="398699"/>
                </a:lnTo>
                <a:lnTo>
                  <a:pt x="742232" y="398749"/>
                </a:lnTo>
                <a:lnTo>
                  <a:pt x="743167" y="398798"/>
                </a:lnTo>
                <a:lnTo>
                  <a:pt x="744108" y="398847"/>
                </a:lnTo>
                <a:lnTo>
                  <a:pt x="745049" y="398897"/>
                </a:lnTo>
                <a:lnTo>
                  <a:pt x="745984" y="398947"/>
                </a:lnTo>
                <a:lnTo>
                  <a:pt x="746925" y="398991"/>
                </a:lnTo>
                <a:lnTo>
                  <a:pt x="747860" y="399036"/>
                </a:lnTo>
                <a:lnTo>
                  <a:pt x="748801" y="399080"/>
                </a:lnTo>
                <a:lnTo>
                  <a:pt x="749737" y="399125"/>
                </a:lnTo>
                <a:lnTo>
                  <a:pt x="750677" y="399164"/>
                </a:lnTo>
                <a:lnTo>
                  <a:pt x="751613" y="399209"/>
                </a:lnTo>
                <a:lnTo>
                  <a:pt x="752554" y="399249"/>
                </a:lnTo>
                <a:lnTo>
                  <a:pt x="753489" y="399288"/>
                </a:lnTo>
                <a:lnTo>
                  <a:pt x="754430" y="399328"/>
                </a:lnTo>
                <a:lnTo>
                  <a:pt x="755370" y="399367"/>
                </a:lnTo>
                <a:lnTo>
                  <a:pt x="756306" y="399407"/>
                </a:lnTo>
                <a:lnTo>
                  <a:pt x="757247" y="399442"/>
                </a:lnTo>
                <a:lnTo>
                  <a:pt x="758182" y="399476"/>
                </a:lnTo>
                <a:lnTo>
                  <a:pt x="759123" y="399511"/>
                </a:lnTo>
                <a:lnTo>
                  <a:pt x="760059" y="399546"/>
                </a:lnTo>
                <a:lnTo>
                  <a:pt x="760999" y="399580"/>
                </a:lnTo>
                <a:lnTo>
                  <a:pt x="761935" y="399615"/>
                </a:lnTo>
                <a:lnTo>
                  <a:pt x="762875" y="399645"/>
                </a:lnTo>
                <a:lnTo>
                  <a:pt x="763811" y="399679"/>
                </a:lnTo>
                <a:lnTo>
                  <a:pt x="764752" y="399709"/>
                </a:lnTo>
                <a:lnTo>
                  <a:pt x="765692" y="399739"/>
                </a:lnTo>
                <a:lnTo>
                  <a:pt x="766628" y="399768"/>
                </a:lnTo>
                <a:lnTo>
                  <a:pt x="767569" y="399798"/>
                </a:lnTo>
                <a:lnTo>
                  <a:pt x="768504" y="399828"/>
                </a:lnTo>
                <a:lnTo>
                  <a:pt x="769445" y="399852"/>
                </a:lnTo>
                <a:lnTo>
                  <a:pt x="770381" y="399882"/>
                </a:lnTo>
                <a:lnTo>
                  <a:pt x="771321" y="399907"/>
                </a:lnTo>
                <a:lnTo>
                  <a:pt x="772257" y="399932"/>
                </a:lnTo>
                <a:lnTo>
                  <a:pt x="773197" y="399961"/>
                </a:lnTo>
                <a:lnTo>
                  <a:pt x="774133" y="399986"/>
                </a:lnTo>
                <a:lnTo>
                  <a:pt x="775074" y="400006"/>
                </a:lnTo>
                <a:lnTo>
                  <a:pt x="776009" y="400031"/>
                </a:lnTo>
                <a:lnTo>
                  <a:pt x="776950" y="400055"/>
                </a:lnTo>
                <a:lnTo>
                  <a:pt x="777890" y="400080"/>
                </a:lnTo>
                <a:lnTo>
                  <a:pt x="778826" y="400100"/>
                </a:lnTo>
                <a:lnTo>
                  <a:pt x="779767" y="400120"/>
                </a:lnTo>
                <a:lnTo>
                  <a:pt x="780702" y="400145"/>
                </a:lnTo>
                <a:lnTo>
                  <a:pt x="781643" y="400164"/>
                </a:lnTo>
                <a:lnTo>
                  <a:pt x="782579" y="400184"/>
                </a:lnTo>
                <a:lnTo>
                  <a:pt x="783519" y="400204"/>
                </a:lnTo>
                <a:lnTo>
                  <a:pt x="784455" y="400224"/>
                </a:lnTo>
                <a:lnTo>
                  <a:pt x="785396" y="400244"/>
                </a:lnTo>
                <a:lnTo>
                  <a:pt x="786331" y="400258"/>
                </a:lnTo>
                <a:lnTo>
                  <a:pt x="787272" y="400278"/>
                </a:lnTo>
                <a:lnTo>
                  <a:pt x="788212" y="400298"/>
                </a:lnTo>
                <a:lnTo>
                  <a:pt x="789148" y="400313"/>
                </a:lnTo>
                <a:lnTo>
                  <a:pt x="790089" y="400333"/>
                </a:lnTo>
                <a:lnTo>
                  <a:pt x="791024" y="400348"/>
                </a:lnTo>
                <a:lnTo>
                  <a:pt x="791965" y="400362"/>
                </a:lnTo>
                <a:lnTo>
                  <a:pt x="792901" y="400377"/>
                </a:lnTo>
                <a:lnTo>
                  <a:pt x="793841" y="400392"/>
                </a:lnTo>
                <a:lnTo>
                  <a:pt x="794777" y="400412"/>
                </a:lnTo>
                <a:lnTo>
                  <a:pt x="795717" y="400422"/>
                </a:lnTo>
                <a:lnTo>
                  <a:pt x="796653" y="400437"/>
                </a:lnTo>
                <a:lnTo>
                  <a:pt x="797594" y="400451"/>
                </a:lnTo>
                <a:lnTo>
                  <a:pt x="798534" y="400466"/>
                </a:lnTo>
                <a:lnTo>
                  <a:pt x="799470" y="400481"/>
                </a:lnTo>
                <a:lnTo>
                  <a:pt x="800411" y="400491"/>
                </a:lnTo>
                <a:lnTo>
                  <a:pt x="801346" y="400506"/>
                </a:lnTo>
                <a:lnTo>
                  <a:pt x="802287" y="400516"/>
                </a:lnTo>
                <a:lnTo>
                  <a:pt x="803223" y="400531"/>
                </a:lnTo>
                <a:lnTo>
                  <a:pt x="804163" y="400541"/>
                </a:lnTo>
                <a:lnTo>
                  <a:pt x="805099" y="400555"/>
                </a:lnTo>
                <a:lnTo>
                  <a:pt x="806039" y="400565"/>
                </a:lnTo>
                <a:lnTo>
                  <a:pt x="806975" y="400575"/>
                </a:lnTo>
                <a:lnTo>
                  <a:pt x="807916" y="400585"/>
                </a:lnTo>
                <a:lnTo>
                  <a:pt x="808856" y="400595"/>
                </a:lnTo>
                <a:lnTo>
                  <a:pt x="809792" y="400605"/>
                </a:lnTo>
                <a:lnTo>
                  <a:pt x="810732" y="400615"/>
                </a:lnTo>
                <a:lnTo>
                  <a:pt x="811668" y="400625"/>
                </a:lnTo>
                <a:lnTo>
                  <a:pt x="812609" y="400635"/>
                </a:lnTo>
                <a:lnTo>
                  <a:pt x="813544" y="400645"/>
                </a:lnTo>
                <a:lnTo>
                  <a:pt x="814485" y="400654"/>
                </a:lnTo>
                <a:lnTo>
                  <a:pt x="815421" y="400664"/>
                </a:lnTo>
                <a:lnTo>
                  <a:pt x="816361" y="400674"/>
                </a:lnTo>
                <a:lnTo>
                  <a:pt x="817297" y="400679"/>
                </a:lnTo>
                <a:lnTo>
                  <a:pt x="818238" y="400689"/>
                </a:lnTo>
                <a:lnTo>
                  <a:pt x="819173" y="400699"/>
                </a:lnTo>
                <a:lnTo>
                  <a:pt x="820114" y="400704"/>
                </a:lnTo>
                <a:lnTo>
                  <a:pt x="821054" y="400714"/>
                </a:lnTo>
                <a:lnTo>
                  <a:pt x="821990" y="400719"/>
                </a:lnTo>
                <a:lnTo>
                  <a:pt x="822931" y="400729"/>
                </a:lnTo>
                <a:lnTo>
                  <a:pt x="823866" y="400734"/>
                </a:lnTo>
                <a:lnTo>
                  <a:pt x="824807" y="400739"/>
                </a:lnTo>
                <a:lnTo>
                  <a:pt x="825743" y="400748"/>
                </a:lnTo>
                <a:lnTo>
                  <a:pt x="826683" y="400753"/>
                </a:lnTo>
                <a:lnTo>
                  <a:pt x="827619" y="400758"/>
                </a:lnTo>
                <a:lnTo>
                  <a:pt x="828559" y="400768"/>
                </a:lnTo>
                <a:lnTo>
                  <a:pt x="829495" y="400773"/>
                </a:lnTo>
                <a:lnTo>
                  <a:pt x="830436" y="400778"/>
                </a:lnTo>
                <a:lnTo>
                  <a:pt x="831376" y="400783"/>
                </a:lnTo>
                <a:lnTo>
                  <a:pt x="832312" y="400788"/>
                </a:lnTo>
                <a:lnTo>
                  <a:pt x="833253" y="400798"/>
                </a:lnTo>
                <a:lnTo>
                  <a:pt x="834188" y="400803"/>
                </a:lnTo>
                <a:lnTo>
                  <a:pt x="835129" y="400808"/>
                </a:lnTo>
                <a:lnTo>
                  <a:pt x="836064" y="400813"/>
                </a:lnTo>
                <a:lnTo>
                  <a:pt x="837005" y="400818"/>
                </a:lnTo>
                <a:lnTo>
                  <a:pt x="837941" y="400823"/>
                </a:lnTo>
                <a:lnTo>
                  <a:pt x="838881" y="400828"/>
                </a:lnTo>
                <a:lnTo>
                  <a:pt x="839817" y="400833"/>
                </a:lnTo>
                <a:lnTo>
                  <a:pt x="840758" y="400833"/>
                </a:lnTo>
                <a:lnTo>
                  <a:pt x="841698" y="400838"/>
                </a:lnTo>
                <a:lnTo>
                  <a:pt x="842634" y="400843"/>
                </a:lnTo>
                <a:lnTo>
                  <a:pt x="843574" y="400848"/>
                </a:lnTo>
                <a:lnTo>
                  <a:pt x="844510" y="400852"/>
                </a:lnTo>
                <a:lnTo>
                  <a:pt x="845451" y="400857"/>
                </a:lnTo>
                <a:lnTo>
                  <a:pt x="846386" y="400857"/>
                </a:lnTo>
                <a:lnTo>
                  <a:pt x="847327" y="400862"/>
                </a:lnTo>
                <a:lnTo>
                  <a:pt x="848263" y="400867"/>
                </a:lnTo>
                <a:lnTo>
                  <a:pt x="849203" y="400872"/>
                </a:lnTo>
                <a:lnTo>
                  <a:pt x="850139" y="400872"/>
                </a:lnTo>
                <a:lnTo>
                  <a:pt x="851080" y="400877"/>
                </a:lnTo>
                <a:lnTo>
                  <a:pt x="852020" y="400882"/>
                </a:lnTo>
                <a:lnTo>
                  <a:pt x="852956" y="400882"/>
                </a:lnTo>
                <a:lnTo>
                  <a:pt x="853896" y="400887"/>
                </a:lnTo>
                <a:lnTo>
                  <a:pt x="854832" y="400887"/>
                </a:lnTo>
                <a:lnTo>
                  <a:pt x="855773" y="400892"/>
                </a:lnTo>
                <a:lnTo>
                  <a:pt x="856708" y="400897"/>
                </a:lnTo>
                <a:lnTo>
                  <a:pt x="857649" y="400897"/>
                </a:lnTo>
                <a:lnTo>
                  <a:pt x="858585" y="400902"/>
                </a:lnTo>
                <a:lnTo>
                  <a:pt x="859525" y="400902"/>
                </a:lnTo>
                <a:lnTo>
                  <a:pt x="860461" y="400907"/>
                </a:lnTo>
                <a:lnTo>
                  <a:pt x="861401" y="400907"/>
                </a:lnTo>
                <a:lnTo>
                  <a:pt x="862337" y="400912"/>
                </a:lnTo>
                <a:lnTo>
                  <a:pt x="863278" y="400912"/>
                </a:lnTo>
                <a:lnTo>
                  <a:pt x="864218" y="400917"/>
                </a:lnTo>
                <a:lnTo>
                  <a:pt x="865154" y="400917"/>
                </a:lnTo>
                <a:lnTo>
                  <a:pt x="866094" y="400922"/>
                </a:lnTo>
                <a:lnTo>
                  <a:pt x="867030" y="400922"/>
                </a:lnTo>
                <a:lnTo>
                  <a:pt x="867971" y="400922"/>
                </a:lnTo>
                <a:lnTo>
                  <a:pt x="868906" y="400927"/>
                </a:lnTo>
                <a:lnTo>
                  <a:pt x="869847" y="400927"/>
                </a:lnTo>
                <a:lnTo>
                  <a:pt x="870783" y="400932"/>
                </a:lnTo>
                <a:lnTo>
                  <a:pt x="871723" y="400932"/>
                </a:lnTo>
                <a:lnTo>
                  <a:pt x="872659" y="400932"/>
                </a:lnTo>
                <a:lnTo>
                  <a:pt x="873600" y="400937"/>
                </a:lnTo>
                <a:lnTo>
                  <a:pt x="874540" y="400937"/>
                </a:lnTo>
                <a:lnTo>
                  <a:pt x="875476" y="400937"/>
                </a:lnTo>
                <a:lnTo>
                  <a:pt x="876416" y="400942"/>
                </a:lnTo>
                <a:lnTo>
                  <a:pt x="877352" y="400942"/>
                </a:lnTo>
                <a:lnTo>
                  <a:pt x="878293" y="400942"/>
                </a:lnTo>
                <a:lnTo>
                  <a:pt x="879228" y="400947"/>
                </a:lnTo>
                <a:lnTo>
                  <a:pt x="880169" y="400947"/>
                </a:lnTo>
                <a:lnTo>
                  <a:pt x="881105" y="400947"/>
                </a:lnTo>
                <a:lnTo>
                  <a:pt x="882045" y="400947"/>
                </a:lnTo>
                <a:lnTo>
                  <a:pt x="882981" y="400951"/>
                </a:lnTo>
                <a:lnTo>
                  <a:pt x="883921" y="400951"/>
                </a:lnTo>
                <a:lnTo>
                  <a:pt x="884862" y="400951"/>
                </a:lnTo>
                <a:lnTo>
                  <a:pt x="885798" y="400951"/>
                </a:lnTo>
                <a:lnTo>
                  <a:pt x="886738" y="400956"/>
                </a:lnTo>
                <a:lnTo>
                  <a:pt x="887674" y="400956"/>
                </a:lnTo>
                <a:lnTo>
                  <a:pt x="888615" y="400956"/>
                </a:lnTo>
                <a:lnTo>
                  <a:pt x="889550" y="400956"/>
                </a:lnTo>
                <a:lnTo>
                  <a:pt x="890491" y="400961"/>
                </a:lnTo>
                <a:lnTo>
                  <a:pt x="891427" y="400961"/>
                </a:lnTo>
                <a:lnTo>
                  <a:pt x="892367" y="400961"/>
                </a:lnTo>
                <a:lnTo>
                  <a:pt x="893303" y="400961"/>
                </a:lnTo>
                <a:lnTo>
                  <a:pt x="894243" y="400961"/>
                </a:lnTo>
                <a:lnTo>
                  <a:pt x="895184" y="400961"/>
                </a:lnTo>
                <a:lnTo>
                  <a:pt x="896120" y="400966"/>
                </a:lnTo>
                <a:lnTo>
                  <a:pt x="897060" y="400966"/>
                </a:lnTo>
                <a:lnTo>
                  <a:pt x="897996" y="400966"/>
                </a:lnTo>
                <a:lnTo>
                  <a:pt x="898937" y="400966"/>
                </a:lnTo>
                <a:lnTo>
                  <a:pt x="899872" y="400966"/>
                </a:lnTo>
                <a:lnTo>
                  <a:pt x="900813" y="400966"/>
                </a:lnTo>
                <a:lnTo>
                  <a:pt x="901748" y="400971"/>
                </a:lnTo>
                <a:lnTo>
                  <a:pt x="902689" y="400971"/>
                </a:lnTo>
                <a:lnTo>
                  <a:pt x="903625" y="400971"/>
                </a:lnTo>
                <a:lnTo>
                  <a:pt x="904565" y="400971"/>
                </a:lnTo>
                <a:lnTo>
                  <a:pt x="905501" y="400971"/>
                </a:lnTo>
                <a:lnTo>
                  <a:pt x="906441" y="400971"/>
                </a:lnTo>
                <a:lnTo>
                  <a:pt x="907382" y="400971"/>
                </a:lnTo>
                <a:lnTo>
                  <a:pt x="908318" y="400976"/>
                </a:lnTo>
                <a:lnTo>
                  <a:pt x="909258" y="400976"/>
                </a:lnTo>
                <a:lnTo>
                  <a:pt x="910194" y="400976"/>
                </a:lnTo>
                <a:lnTo>
                  <a:pt x="911135" y="400976"/>
                </a:lnTo>
                <a:lnTo>
                  <a:pt x="912070" y="400976"/>
                </a:lnTo>
                <a:lnTo>
                  <a:pt x="913011" y="400976"/>
                </a:lnTo>
                <a:lnTo>
                  <a:pt x="913947" y="400976"/>
                </a:lnTo>
                <a:lnTo>
                  <a:pt x="914887" y="400976"/>
                </a:lnTo>
                <a:lnTo>
                  <a:pt x="915823" y="400976"/>
                </a:lnTo>
                <a:lnTo>
                  <a:pt x="916763" y="400976"/>
                </a:lnTo>
                <a:lnTo>
                  <a:pt x="917704" y="400981"/>
                </a:lnTo>
                <a:lnTo>
                  <a:pt x="918640" y="400981"/>
                </a:lnTo>
                <a:lnTo>
                  <a:pt x="919580" y="400981"/>
                </a:lnTo>
                <a:lnTo>
                  <a:pt x="920516" y="400981"/>
                </a:lnTo>
                <a:lnTo>
                  <a:pt x="921457" y="400981"/>
                </a:lnTo>
                <a:lnTo>
                  <a:pt x="922392" y="400981"/>
                </a:lnTo>
                <a:lnTo>
                  <a:pt x="923333" y="400981"/>
                </a:lnTo>
                <a:lnTo>
                  <a:pt x="924268" y="400981"/>
                </a:lnTo>
                <a:lnTo>
                  <a:pt x="925209" y="400981"/>
                </a:lnTo>
                <a:lnTo>
                  <a:pt x="926145" y="400981"/>
                </a:lnTo>
                <a:lnTo>
                  <a:pt x="927085" y="400981"/>
                </a:lnTo>
                <a:lnTo>
                  <a:pt x="928026" y="400981"/>
                </a:lnTo>
                <a:lnTo>
                  <a:pt x="928962" y="400981"/>
                </a:lnTo>
                <a:lnTo>
                  <a:pt x="929902" y="400986"/>
                </a:lnTo>
                <a:lnTo>
                  <a:pt x="930838" y="400986"/>
                </a:lnTo>
                <a:lnTo>
                  <a:pt x="931779" y="400986"/>
                </a:lnTo>
                <a:lnTo>
                  <a:pt x="932714" y="400986"/>
                </a:lnTo>
                <a:lnTo>
                  <a:pt x="933655" y="400986"/>
                </a:lnTo>
                <a:lnTo>
                  <a:pt x="934590" y="400986"/>
                </a:lnTo>
                <a:lnTo>
                  <a:pt x="935531" y="400986"/>
                </a:lnTo>
                <a:lnTo>
                  <a:pt x="936467" y="400986"/>
                </a:lnTo>
                <a:lnTo>
                  <a:pt x="937407" y="400986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7CFB4EC-E2E0-7A1C-6519-5A82974E3E2A}"/>
              </a:ext>
            </a:extLst>
          </p:cNvPr>
          <p:cNvGrpSpPr/>
          <p:nvPr/>
        </p:nvGrpSpPr>
        <p:grpSpPr>
          <a:xfrm>
            <a:off x="5863735" y="4299942"/>
            <a:ext cx="1188133" cy="792088"/>
            <a:chOff x="5863735" y="3963970"/>
            <a:chExt cx="1188133" cy="792088"/>
          </a:xfrm>
        </p:grpSpPr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0CFAA4C1-1601-6A3D-914A-E4FCC4B7FEE9}"/>
                </a:ext>
              </a:extLst>
            </p:cNvPr>
            <p:cNvSpPr/>
            <p:nvPr/>
          </p:nvSpPr>
          <p:spPr>
            <a:xfrm>
              <a:off x="5863735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195E2FAF-66A7-0957-7AB7-B132FE03852D}"/>
                </a:ext>
              </a:extLst>
            </p:cNvPr>
            <p:cNvSpPr/>
            <p:nvPr/>
          </p:nvSpPr>
          <p:spPr>
            <a:xfrm>
              <a:off x="6034827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415521E1-F66A-DC4A-09DF-C23C3E6DA451}"/>
                </a:ext>
              </a:extLst>
            </p:cNvPr>
            <p:cNvSpPr/>
            <p:nvPr/>
          </p:nvSpPr>
          <p:spPr>
            <a:xfrm>
              <a:off x="621918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886C3680-C552-DA63-D3A2-3D08F0480C71}"/>
                </a:ext>
              </a:extLst>
            </p:cNvPr>
            <p:cNvSpPr/>
            <p:nvPr/>
          </p:nvSpPr>
          <p:spPr>
            <a:xfrm>
              <a:off x="647957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078F0643-F6B6-108B-F302-035DFBB21D6A}"/>
                </a:ext>
              </a:extLst>
            </p:cNvPr>
            <p:cNvSpPr/>
            <p:nvPr/>
          </p:nvSpPr>
          <p:spPr>
            <a:xfrm>
              <a:off x="673996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98ECED50-7198-5887-1857-007487447CDC}"/>
                </a:ext>
              </a:extLst>
            </p:cNvPr>
            <p:cNvSpPr/>
            <p:nvPr/>
          </p:nvSpPr>
          <p:spPr>
            <a:xfrm>
              <a:off x="700035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6EE1FBF-E863-640A-FEC1-34EA764685CB}"/>
                </a:ext>
              </a:extLst>
            </p:cNvPr>
            <p:cNvSpPr/>
            <p:nvPr/>
          </p:nvSpPr>
          <p:spPr>
            <a:xfrm>
              <a:off x="6034827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53A2F50C-4658-DBCD-5E24-6FA82EDF278E}"/>
                </a:ext>
              </a:extLst>
            </p:cNvPr>
            <p:cNvSpPr/>
            <p:nvPr/>
          </p:nvSpPr>
          <p:spPr>
            <a:xfrm>
              <a:off x="6034827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9405E9B3-4645-0FA9-4398-18949490C64E}"/>
                </a:ext>
              </a:extLst>
            </p:cNvPr>
            <p:cNvSpPr/>
            <p:nvPr/>
          </p:nvSpPr>
          <p:spPr>
            <a:xfrm>
              <a:off x="6034827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79DF425D-61CB-A348-4AD4-153CD4A52804}"/>
                </a:ext>
              </a:extLst>
            </p:cNvPr>
            <p:cNvSpPr/>
            <p:nvPr/>
          </p:nvSpPr>
          <p:spPr>
            <a:xfrm>
              <a:off x="6034827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F5D6E39D-8060-6B30-A6C7-B50585123F32}"/>
                </a:ext>
              </a:extLst>
            </p:cNvPr>
            <p:cNvSpPr/>
            <p:nvPr/>
          </p:nvSpPr>
          <p:spPr>
            <a:xfrm>
              <a:off x="6034827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228C6AF3-EACB-89E0-854D-0FB6102C1031}"/>
                </a:ext>
              </a:extLst>
            </p:cNvPr>
            <p:cNvSpPr/>
            <p:nvPr/>
          </p:nvSpPr>
          <p:spPr>
            <a:xfrm>
              <a:off x="6034827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F89ECCCA-A6E6-0E36-104B-4A306CBA02F5}"/>
                </a:ext>
              </a:extLst>
            </p:cNvPr>
            <p:cNvSpPr/>
            <p:nvPr/>
          </p:nvSpPr>
          <p:spPr>
            <a:xfrm>
              <a:off x="621918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195C4005-E3BC-50F9-EB1B-55848E53156C}"/>
                </a:ext>
              </a:extLst>
            </p:cNvPr>
            <p:cNvSpPr/>
            <p:nvPr/>
          </p:nvSpPr>
          <p:spPr>
            <a:xfrm>
              <a:off x="647957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F86AF00E-B134-016A-6A90-ECA849D6FF97}"/>
                </a:ext>
              </a:extLst>
            </p:cNvPr>
            <p:cNvSpPr/>
            <p:nvPr/>
          </p:nvSpPr>
          <p:spPr>
            <a:xfrm>
              <a:off x="673996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2CD943E1-C956-D3B9-F415-BD04141ACAA0}"/>
                </a:ext>
              </a:extLst>
            </p:cNvPr>
            <p:cNvSpPr/>
            <p:nvPr/>
          </p:nvSpPr>
          <p:spPr>
            <a:xfrm>
              <a:off x="7000357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3BDDBB63-C0CD-6682-AA75-EF3ADD2E87EC}"/>
                </a:ext>
              </a:extLst>
            </p:cNvPr>
            <p:cNvSpPr/>
            <p:nvPr/>
          </p:nvSpPr>
          <p:spPr>
            <a:xfrm>
              <a:off x="6208836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AD730308-DE45-EB1D-D102-4112DCFCE543}"/>
                </a:ext>
              </a:extLst>
            </p:cNvPr>
            <p:cNvSpPr/>
            <p:nvPr/>
          </p:nvSpPr>
          <p:spPr>
            <a:xfrm>
              <a:off x="6469890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1B71F68F-9800-6E8F-B484-4BE9BD4DB8FB}"/>
                </a:ext>
              </a:extLst>
            </p:cNvPr>
            <p:cNvSpPr/>
            <p:nvPr/>
          </p:nvSpPr>
          <p:spPr>
            <a:xfrm>
              <a:off x="6717453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E18EA7F8-D5A1-E1AB-959F-E7A65C6745AB}"/>
                </a:ext>
              </a:extLst>
            </p:cNvPr>
            <p:cNvSpPr/>
            <p:nvPr/>
          </p:nvSpPr>
          <p:spPr>
            <a:xfrm>
              <a:off x="6741780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7A02121B-7B2F-7F8B-E7EC-DF26672C46EC}"/>
                </a:ext>
              </a:extLst>
            </p:cNvPr>
            <p:cNvSpPr/>
            <p:nvPr/>
          </p:nvSpPr>
          <p:spPr>
            <a:xfrm>
              <a:off x="6978278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9A70A1DC-F269-1DA3-0F81-15DB055DAB93}"/>
                </a:ext>
              </a:extLst>
            </p:cNvPr>
            <p:cNvSpPr/>
            <p:nvPr/>
          </p:nvSpPr>
          <p:spPr>
            <a:xfrm>
              <a:off x="7003065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1725A575-E605-58AC-AB90-A27BB3F1E181}"/>
                </a:ext>
              </a:extLst>
            </p:cNvPr>
            <p:cNvSpPr/>
            <p:nvPr/>
          </p:nvSpPr>
          <p:spPr>
            <a:xfrm>
              <a:off x="6518208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A3930E59-3F21-0BCA-DD4A-E793FCC3F242}"/>
                </a:ext>
              </a:extLst>
            </p:cNvPr>
            <p:cNvSpPr/>
            <p:nvPr/>
          </p:nvSpPr>
          <p:spPr>
            <a:xfrm>
              <a:off x="603482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33077062-D57B-B457-49DE-38C589E4DECD}"/>
                </a:ext>
              </a:extLst>
            </p:cNvPr>
            <p:cNvSpPr/>
            <p:nvPr/>
          </p:nvSpPr>
          <p:spPr>
            <a:xfrm>
              <a:off x="6034827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9A07A639-F181-FC10-64DD-33556C371DD4}"/>
                </a:ext>
              </a:extLst>
            </p:cNvPr>
            <p:cNvSpPr/>
            <p:nvPr/>
          </p:nvSpPr>
          <p:spPr>
            <a:xfrm>
              <a:off x="6034827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7C449F64-7B5A-6CB1-3A9A-F75D7BBD9889}"/>
                </a:ext>
              </a:extLst>
            </p:cNvPr>
            <p:cNvSpPr/>
            <p:nvPr/>
          </p:nvSpPr>
          <p:spPr>
            <a:xfrm>
              <a:off x="6034827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90C176E0-715E-90FF-4293-76DE840703B5}"/>
                </a:ext>
              </a:extLst>
            </p:cNvPr>
            <p:cNvSpPr/>
            <p:nvPr/>
          </p:nvSpPr>
          <p:spPr>
            <a:xfrm>
              <a:off x="6034827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7EB31567-7A44-C85D-B791-C45A39955CBD}"/>
                </a:ext>
              </a:extLst>
            </p:cNvPr>
            <p:cNvSpPr/>
            <p:nvPr/>
          </p:nvSpPr>
          <p:spPr>
            <a:xfrm>
              <a:off x="6034827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0B403804-0B3E-4C2B-98E7-5BA1A202E46D}"/>
                </a:ext>
              </a:extLst>
            </p:cNvPr>
            <p:cNvSpPr/>
            <p:nvPr/>
          </p:nvSpPr>
          <p:spPr>
            <a:xfrm>
              <a:off x="5930993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80F713EB-A66F-2593-D73C-0F5CDDA1D568}"/>
                </a:ext>
              </a:extLst>
            </p:cNvPr>
            <p:cNvSpPr/>
            <p:nvPr/>
          </p:nvSpPr>
          <p:spPr>
            <a:xfrm>
              <a:off x="5958808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8B210FFB-EA21-5A98-661D-A9BBD8E71A78}"/>
                </a:ext>
              </a:extLst>
            </p:cNvPr>
            <p:cNvSpPr/>
            <p:nvPr/>
          </p:nvSpPr>
          <p:spPr>
            <a:xfrm>
              <a:off x="597017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58D2F178-2ADC-E1F3-7AAE-40A58F51BB6F}"/>
                </a:ext>
              </a:extLst>
            </p:cNvPr>
            <p:cNvSpPr/>
            <p:nvPr/>
          </p:nvSpPr>
          <p:spPr>
            <a:xfrm>
              <a:off x="599630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4EED6469-E45A-73DC-DCF5-642A0115C27F}"/>
                </a:ext>
              </a:extLst>
            </p:cNvPr>
            <p:cNvSpPr/>
            <p:nvPr/>
          </p:nvSpPr>
          <p:spPr>
            <a:xfrm>
              <a:off x="5931855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70711CCB-0006-760B-DDAF-A86204509380}"/>
                </a:ext>
              </a:extLst>
            </p:cNvPr>
            <p:cNvSpPr/>
            <p:nvPr/>
          </p:nvSpPr>
          <p:spPr>
            <a:xfrm>
              <a:off x="5959670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3DB89443-1E77-56FF-BE47-59C7EBF45CBD}"/>
                </a:ext>
              </a:extLst>
            </p:cNvPr>
            <p:cNvSpPr/>
            <p:nvPr/>
          </p:nvSpPr>
          <p:spPr>
            <a:xfrm>
              <a:off x="5971041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DD7CB001-81B6-66C7-A35E-F0AE20541FB4}"/>
                </a:ext>
              </a:extLst>
            </p:cNvPr>
            <p:cNvSpPr/>
            <p:nvPr/>
          </p:nvSpPr>
          <p:spPr>
            <a:xfrm>
              <a:off x="5997633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6E83CF8-DAC6-5D85-C209-A676355CD6FE}"/>
                </a:ext>
              </a:extLst>
            </p:cNvPr>
            <p:cNvSpPr/>
            <p:nvPr/>
          </p:nvSpPr>
          <p:spPr>
            <a:xfrm>
              <a:off x="5930993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759B376E-330D-92CE-A353-704EAA97BDF3}"/>
                </a:ext>
              </a:extLst>
            </p:cNvPr>
            <p:cNvSpPr/>
            <p:nvPr/>
          </p:nvSpPr>
          <p:spPr>
            <a:xfrm>
              <a:off x="5958808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E4F40A7B-6305-61E8-FFD8-0E7F7100AFCD}"/>
                </a:ext>
              </a:extLst>
            </p:cNvPr>
            <p:cNvSpPr/>
            <p:nvPr/>
          </p:nvSpPr>
          <p:spPr>
            <a:xfrm>
              <a:off x="5971984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C53AF37F-E4BB-248E-1B8B-6B2347249567}"/>
                </a:ext>
              </a:extLst>
            </p:cNvPr>
            <p:cNvSpPr/>
            <p:nvPr/>
          </p:nvSpPr>
          <p:spPr>
            <a:xfrm>
              <a:off x="5996309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4C3B93B2-35B5-362A-B870-C75AE94E0EFA}"/>
                </a:ext>
              </a:extLst>
            </p:cNvPr>
            <p:cNvSpPr/>
            <p:nvPr/>
          </p:nvSpPr>
          <p:spPr>
            <a:xfrm>
              <a:off x="5931855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6C7F983D-A7D1-95A5-06C4-A7BFEE382067}"/>
                </a:ext>
              </a:extLst>
            </p:cNvPr>
            <p:cNvSpPr/>
            <p:nvPr/>
          </p:nvSpPr>
          <p:spPr>
            <a:xfrm>
              <a:off x="5959670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18F4298F-48D7-99DA-02ED-6C318C9B0D71}"/>
                </a:ext>
              </a:extLst>
            </p:cNvPr>
            <p:cNvSpPr/>
            <p:nvPr/>
          </p:nvSpPr>
          <p:spPr>
            <a:xfrm>
              <a:off x="5972846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5E71EFD7-5F6E-B2B1-A007-C2F8111B83A4}"/>
                </a:ext>
              </a:extLst>
            </p:cNvPr>
            <p:cNvSpPr/>
            <p:nvPr/>
          </p:nvSpPr>
          <p:spPr>
            <a:xfrm>
              <a:off x="5997633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6EAF354C-2B1E-E514-3A5D-645D63DFE549}"/>
                </a:ext>
              </a:extLst>
            </p:cNvPr>
            <p:cNvSpPr/>
            <p:nvPr/>
          </p:nvSpPr>
          <p:spPr>
            <a:xfrm>
              <a:off x="5930993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95ED9DA6-BF7B-687A-B0AD-C1233078B310}"/>
                </a:ext>
              </a:extLst>
            </p:cNvPr>
            <p:cNvSpPr/>
            <p:nvPr/>
          </p:nvSpPr>
          <p:spPr>
            <a:xfrm>
              <a:off x="5958808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37FF3EAC-C66E-28A0-2A13-CB9FBBE0A9CB}"/>
                </a:ext>
              </a:extLst>
            </p:cNvPr>
            <p:cNvSpPr/>
            <p:nvPr/>
          </p:nvSpPr>
          <p:spPr>
            <a:xfrm>
              <a:off x="5970479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50116B5-81C6-5D8D-62C0-C16664B20176}"/>
                </a:ext>
              </a:extLst>
            </p:cNvPr>
            <p:cNvSpPr/>
            <p:nvPr/>
          </p:nvSpPr>
          <p:spPr>
            <a:xfrm>
              <a:off x="5996309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4BF33B50-BD79-44C4-7E88-F2CCD569D91D}"/>
                </a:ext>
              </a:extLst>
            </p:cNvPr>
            <p:cNvSpPr/>
            <p:nvPr/>
          </p:nvSpPr>
          <p:spPr>
            <a:xfrm>
              <a:off x="5883414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B219D999-6BC8-49EE-BB4F-A201C5DA0058}"/>
                </a:ext>
              </a:extLst>
            </p:cNvPr>
            <p:cNvSpPr/>
            <p:nvPr/>
          </p:nvSpPr>
          <p:spPr>
            <a:xfrm>
              <a:off x="5868780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1AF9168A-CD0F-459C-62EE-629A2F8D1E4C}"/>
                </a:ext>
              </a:extLst>
            </p:cNvPr>
            <p:cNvSpPr/>
            <p:nvPr/>
          </p:nvSpPr>
          <p:spPr>
            <a:xfrm>
              <a:off x="5883414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5F6AA5C0-D547-E0FC-5D4F-61DDF7CCEB12}"/>
                </a:ext>
              </a:extLst>
            </p:cNvPr>
            <p:cNvSpPr/>
            <p:nvPr/>
          </p:nvSpPr>
          <p:spPr>
            <a:xfrm>
              <a:off x="5868780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CF26BF4C-743C-9C81-F31A-79579634DCD4}"/>
                </a:ext>
              </a:extLst>
            </p:cNvPr>
            <p:cNvSpPr/>
            <p:nvPr/>
          </p:nvSpPr>
          <p:spPr>
            <a:xfrm>
              <a:off x="6062950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6" name="Freeform 285">
            <a:extLst>
              <a:ext uri="{FF2B5EF4-FFF2-40B4-BE49-F238E27FC236}">
                <a16:creationId xmlns:a16="http://schemas.microsoft.com/office/drawing/2014/main" id="{D07B9E23-B612-17BB-2042-A0CD9ABCB232}"/>
              </a:ext>
            </a:extLst>
          </p:cNvPr>
          <p:cNvSpPr/>
          <p:nvPr/>
        </p:nvSpPr>
        <p:spPr>
          <a:xfrm>
            <a:off x="6062950" y="4604714"/>
            <a:ext cx="937407" cy="357630"/>
          </a:xfrm>
          <a:custGeom>
            <a:avLst/>
            <a:gdLst>
              <a:gd name="connsiteX0" fmla="*/ 0 w 937407"/>
              <a:gd name="connsiteY0" fmla="*/ 279268 h 357630"/>
              <a:gd name="connsiteX1" fmla="*/ 938 w 937407"/>
              <a:gd name="connsiteY1" fmla="*/ 278412 h 357630"/>
              <a:gd name="connsiteX2" fmla="*/ 1877 w 937407"/>
              <a:gd name="connsiteY2" fmla="*/ 277541 h 357630"/>
              <a:gd name="connsiteX3" fmla="*/ 2815 w 937407"/>
              <a:gd name="connsiteY3" fmla="*/ 276669 h 357630"/>
              <a:gd name="connsiteX4" fmla="*/ 3753 w 937407"/>
              <a:gd name="connsiteY4" fmla="*/ 275788 h 357630"/>
              <a:gd name="connsiteX5" fmla="*/ 4692 w 937407"/>
              <a:gd name="connsiteY5" fmla="*/ 274902 h 357630"/>
              <a:gd name="connsiteX6" fmla="*/ 5630 w 937407"/>
              <a:gd name="connsiteY6" fmla="*/ 274011 h 357630"/>
              <a:gd name="connsiteX7" fmla="*/ 6568 w 937407"/>
              <a:gd name="connsiteY7" fmla="*/ 273115 h 357630"/>
              <a:gd name="connsiteX8" fmla="*/ 7507 w 937407"/>
              <a:gd name="connsiteY8" fmla="*/ 272209 h 357630"/>
              <a:gd name="connsiteX9" fmla="*/ 8445 w 937407"/>
              <a:gd name="connsiteY9" fmla="*/ 271298 h 357630"/>
              <a:gd name="connsiteX10" fmla="*/ 9383 w 937407"/>
              <a:gd name="connsiteY10" fmla="*/ 270382 h 357630"/>
              <a:gd name="connsiteX11" fmla="*/ 10321 w 937407"/>
              <a:gd name="connsiteY11" fmla="*/ 269457 h 357630"/>
              <a:gd name="connsiteX12" fmla="*/ 11260 w 937407"/>
              <a:gd name="connsiteY12" fmla="*/ 268526 h 357630"/>
              <a:gd name="connsiteX13" fmla="*/ 12198 w 937407"/>
              <a:gd name="connsiteY13" fmla="*/ 267590 h 357630"/>
              <a:gd name="connsiteX14" fmla="*/ 13137 w 937407"/>
              <a:gd name="connsiteY14" fmla="*/ 266650 h 357630"/>
              <a:gd name="connsiteX15" fmla="*/ 14075 w 937407"/>
              <a:gd name="connsiteY15" fmla="*/ 265704 h 357630"/>
              <a:gd name="connsiteX16" fmla="*/ 15014 w 937407"/>
              <a:gd name="connsiteY16" fmla="*/ 264749 h 357630"/>
              <a:gd name="connsiteX17" fmla="*/ 15952 w 937407"/>
              <a:gd name="connsiteY17" fmla="*/ 263788 h 357630"/>
              <a:gd name="connsiteX18" fmla="*/ 16890 w 937407"/>
              <a:gd name="connsiteY18" fmla="*/ 262818 h 357630"/>
              <a:gd name="connsiteX19" fmla="*/ 17828 w 937407"/>
              <a:gd name="connsiteY19" fmla="*/ 261848 h 357630"/>
              <a:gd name="connsiteX20" fmla="*/ 18767 w 937407"/>
              <a:gd name="connsiteY20" fmla="*/ 260867 h 357630"/>
              <a:gd name="connsiteX21" fmla="*/ 19705 w 937407"/>
              <a:gd name="connsiteY21" fmla="*/ 259882 h 357630"/>
              <a:gd name="connsiteX22" fmla="*/ 20643 w 937407"/>
              <a:gd name="connsiteY22" fmla="*/ 258887 h 357630"/>
              <a:gd name="connsiteX23" fmla="*/ 21582 w 937407"/>
              <a:gd name="connsiteY23" fmla="*/ 257892 h 357630"/>
              <a:gd name="connsiteX24" fmla="*/ 22520 w 937407"/>
              <a:gd name="connsiteY24" fmla="*/ 256887 h 357630"/>
              <a:gd name="connsiteX25" fmla="*/ 23459 w 937407"/>
              <a:gd name="connsiteY25" fmla="*/ 255877 h 357630"/>
              <a:gd name="connsiteX26" fmla="*/ 24397 w 937407"/>
              <a:gd name="connsiteY26" fmla="*/ 254862 h 357630"/>
              <a:gd name="connsiteX27" fmla="*/ 25335 w 937407"/>
              <a:gd name="connsiteY27" fmla="*/ 253837 h 357630"/>
              <a:gd name="connsiteX28" fmla="*/ 26274 w 937407"/>
              <a:gd name="connsiteY28" fmla="*/ 252813 h 357630"/>
              <a:gd name="connsiteX29" fmla="*/ 27212 w 937407"/>
              <a:gd name="connsiteY29" fmla="*/ 251778 h 357630"/>
              <a:gd name="connsiteX30" fmla="*/ 28150 w 937407"/>
              <a:gd name="connsiteY30" fmla="*/ 250733 h 357630"/>
              <a:gd name="connsiteX31" fmla="*/ 29088 w 937407"/>
              <a:gd name="connsiteY31" fmla="*/ 249689 h 357630"/>
              <a:gd name="connsiteX32" fmla="*/ 30027 w 937407"/>
              <a:gd name="connsiteY32" fmla="*/ 248639 h 357630"/>
              <a:gd name="connsiteX33" fmla="*/ 30965 w 937407"/>
              <a:gd name="connsiteY33" fmla="*/ 247580 h 357630"/>
              <a:gd name="connsiteX34" fmla="*/ 31903 w 937407"/>
              <a:gd name="connsiteY34" fmla="*/ 246516 h 357630"/>
              <a:gd name="connsiteX35" fmla="*/ 32842 w 937407"/>
              <a:gd name="connsiteY35" fmla="*/ 245446 h 357630"/>
              <a:gd name="connsiteX36" fmla="*/ 33780 w 937407"/>
              <a:gd name="connsiteY36" fmla="*/ 244372 h 357630"/>
              <a:gd name="connsiteX37" fmla="*/ 34719 w 937407"/>
              <a:gd name="connsiteY37" fmla="*/ 243288 h 357630"/>
              <a:gd name="connsiteX38" fmla="*/ 35657 w 937407"/>
              <a:gd name="connsiteY38" fmla="*/ 242204 h 357630"/>
              <a:gd name="connsiteX39" fmla="*/ 36595 w 937407"/>
              <a:gd name="connsiteY39" fmla="*/ 241110 h 357630"/>
              <a:gd name="connsiteX40" fmla="*/ 37534 w 937407"/>
              <a:gd name="connsiteY40" fmla="*/ 240011 h 357630"/>
              <a:gd name="connsiteX41" fmla="*/ 38472 w 937407"/>
              <a:gd name="connsiteY41" fmla="*/ 238907 h 357630"/>
              <a:gd name="connsiteX42" fmla="*/ 39410 w 937407"/>
              <a:gd name="connsiteY42" fmla="*/ 237798 h 357630"/>
              <a:gd name="connsiteX43" fmla="*/ 40348 w 937407"/>
              <a:gd name="connsiteY43" fmla="*/ 236679 h 357630"/>
              <a:gd name="connsiteX44" fmla="*/ 41287 w 937407"/>
              <a:gd name="connsiteY44" fmla="*/ 235560 h 357630"/>
              <a:gd name="connsiteX45" fmla="*/ 42225 w 937407"/>
              <a:gd name="connsiteY45" fmla="*/ 234431 h 357630"/>
              <a:gd name="connsiteX46" fmla="*/ 43164 w 937407"/>
              <a:gd name="connsiteY46" fmla="*/ 233298 h 357630"/>
              <a:gd name="connsiteX47" fmla="*/ 44102 w 937407"/>
              <a:gd name="connsiteY47" fmla="*/ 232164 h 357630"/>
              <a:gd name="connsiteX48" fmla="*/ 45041 w 937407"/>
              <a:gd name="connsiteY48" fmla="*/ 231020 h 357630"/>
              <a:gd name="connsiteX49" fmla="*/ 45979 w 937407"/>
              <a:gd name="connsiteY49" fmla="*/ 229872 h 357630"/>
              <a:gd name="connsiteX50" fmla="*/ 46917 w 937407"/>
              <a:gd name="connsiteY50" fmla="*/ 228718 h 357630"/>
              <a:gd name="connsiteX51" fmla="*/ 47856 w 937407"/>
              <a:gd name="connsiteY51" fmla="*/ 227560 h 357630"/>
              <a:gd name="connsiteX52" fmla="*/ 48794 w 937407"/>
              <a:gd name="connsiteY52" fmla="*/ 226392 h 357630"/>
              <a:gd name="connsiteX53" fmla="*/ 49732 w 937407"/>
              <a:gd name="connsiteY53" fmla="*/ 225223 h 357630"/>
              <a:gd name="connsiteX54" fmla="*/ 50670 w 937407"/>
              <a:gd name="connsiteY54" fmla="*/ 224050 h 357630"/>
              <a:gd name="connsiteX55" fmla="*/ 51609 w 937407"/>
              <a:gd name="connsiteY55" fmla="*/ 222872 h 357630"/>
              <a:gd name="connsiteX56" fmla="*/ 52547 w 937407"/>
              <a:gd name="connsiteY56" fmla="*/ 221684 h 357630"/>
              <a:gd name="connsiteX57" fmla="*/ 53485 w 937407"/>
              <a:gd name="connsiteY57" fmla="*/ 220496 h 357630"/>
              <a:gd name="connsiteX58" fmla="*/ 54424 w 937407"/>
              <a:gd name="connsiteY58" fmla="*/ 219302 h 357630"/>
              <a:gd name="connsiteX59" fmla="*/ 55362 w 937407"/>
              <a:gd name="connsiteY59" fmla="*/ 218099 h 357630"/>
              <a:gd name="connsiteX60" fmla="*/ 56301 w 937407"/>
              <a:gd name="connsiteY60" fmla="*/ 216896 h 357630"/>
              <a:gd name="connsiteX61" fmla="*/ 57239 w 937407"/>
              <a:gd name="connsiteY61" fmla="*/ 215689 h 357630"/>
              <a:gd name="connsiteX62" fmla="*/ 58177 w 937407"/>
              <a:gd name="connsiteY62" fmla="*/ 214471 h 357630"/>
              <a:gd name="connsiteX63" fmla="*/ 59116 w 937407"/>
              <a:gd name="connsiteY63" fmla="*/ 213253 h 357630"/>
              <a:gd name="connsiteX64" fmla="*/ 60054 w 937407"/>
              <a:gd name="connsiteY64" fmla="*/ 212030 h 357630"/>
              <a:gd name="connsiteX65" fmla="*/ 60992 w 937407"/>
              <a:gd name="connsiteY65" fmla="*/ 210802 h 357630"/>
              <a:gd name="connsiteX66" fmla="*/ 61930 w 937407"/>
              <a:gd name="connsiteY66" fmla="*/ 209570 h 357630"/>
              <a:gd name="connsiteX67" fmla="*/ 62869 w 937407"/>
              <a:gd name="connsiteY67" fmla="*/ 208332 h 357630"/>
              <a:gd name="connsiteX68" fmla="*/ 63807 w 937407"/>
              <a:gd name="connsiteY68" fmla="*/ 207089 h 357630"/>
              <a:gd name="connsiteX69" fmla="*/ 64746 w 937407"/>
              <a:gd name="connsiteY69" fmla="*/ 205847 h 357630"/>
              <a:gd name="connsiteX70" fmla="*/ 65684 w 937407"/>
              <a:gd name="connsiteY70" fmla="*/ 204594 h 357630"/>
              <a:gd name="connsiteX71" fmla="*/ 66623 w 937407"/>
              <a:gd name="connsiteY71" fmla="*/ 203342 h 357630"/>
              <a:gd name="connsiteX72" fmla="*/ 67561 w 937407"/>
              <a:gd name="connsiteY72" fmla="*/ 202084 h 357630"/>
              <a:gd name="connsiteX73" fmla="*/ 68499 w 937407"/>
              <a:gd name="connsiteY73" fmla="*/ 200822 h 357630"/>
              <a:gd name="connsiteX74" fmla="*/ 69437 w 937407"/>
              <a:gd name="connsiteY74" fmla="*/ 199555 h 357630"/>
              <a:gd name="connsiteX75" fmla="*/ 70376 w 937407"/>
              <a:gd name="connsiteY75" fmla="*/ 198282 h 357630"/>
              <a:gd name="connsiteX76" fmla="*/ 71314 w 937407"/>
              <a:gd name="connsiteY76" fmla="*/ 197010 h 357630"/>
              <a:gd name="connsiteX77" fmla="*/ 72252 w 937407"/>
              <a:gd name="connsiteY77" fmla="*/ 195733 h 357630"/>
              <a:gd name="connsiteX78" fmla="*/ 73191 w 937407"/>
              <a:gd name="connsiteY78" fmla="*/ 194451 h 357630"/>
              <a:gd name="connsiteX79" fmla="*/ 74129 w 937407"/>
              <a:gd name="connsiteY79" fmla="*/ 193164 h 357630"/>
              <a:gd name="connsiteX80" fmla="*/ 75067 w 937407"/>
              <a:gd name="connsiteY80" fmla="*/ 191876 h 357630"/>
              <a:gd name="connsiteX81" fmla="*/ 76006 w 937407"/>
              <a:gd name="connsiteY81" fmla="*/ 190584 h 357630"/>
              <a:gd name="connsiteX82" fmla="*/ 76944 w 937407"/>
              <a:gd name="connsiteY82" fmla="*/ 189287 h 357630"/>
              <a:gd name="connsiteX83" fmla="*/ 77883 w 937407"/>
              <a:gd name="connsiteY83" fmla="*/ 187988 h 357630"/>
              <a:gd name="connsiteX84" fmla="*/ 78821 w 937407"/>
              <a:gd name="connsiteY84" fmla="*/ 186685 h 357630"/>
              <a:gd name="connsiteX85" fmla="*/ 79759 w 937407"/>
              <a:gd name="connsiteY85" fmla="*/ 185379 h 357630"/>
              <a:gd name="connsiteX86" fmla="*/ 80697 w 937407"/>
              <a:gd name="connsiteY86" fmla="*/ 184070 h 357630"/>
              <a:gd name="connsiteX87" fmla="*/ 81636 w 937407"/>
              <a:gd name="connsiteY87" fmla="*/ 182758 h 357630"/>
              <a:gd name="connsiteX88" fmla="*/ 82574 w 937407"/>
              <a:gd name="connsiteY88" fmla="*/ 181443 h 357630"/>
              <a:gd name="connsiteX89" fmla="*/ 83512 w 937407"/>
              <a:gd name="connsiteY89" fmla="*/ 180125 h 357630"/>
              <a:gd name="connsiteX90" fmla="*/ 84451 w 937407"/>
              <a:gd name="connsiteY90" fmla="*/ 178804 h 357630"/>
              <a:gd name="connsiteX91" fmla="*/ 85389 w 937407"/>
              <a:gd name="connsiteY91" fmla="*/ 177481 h 357630"/>
              <a:gd name="connsiteX92" fmla="*/ 86328 w 937407"/>
              <a:gd name="connsiteY92" fmla="*/ 176155 h 357630"/>
              <a:gd name="connsiteX93" fmla="*/ 87266 w 937407"/>
              <a:gd name="connsiteY93" fmla="*/ 174826 h 357630"/>
              <a:gd name="connsiteX94" fmla="*/ 88205 w 937407"/>
              <a:gd name="connsiteY94" fmla="*/ 173495 h 357630"/>
              <a:gd name="connsiteX95" fmla="*/ 89143 w 937407"/>
              <a:gd name="connsiteY95" fmla="*/ 172162 h 357630"/>
              <a:gd name="connsiteX96" fmla="*/ 90081 w 937407"/>
              <a:gd name="connsiteY96" fmla="*/ 170826 h 357630"/>
              <a:gd name="connsiteX97" fmla="*/ 91019 w 937407"/>
              <a:gd name="connsiteY97" fmla="*/ 169488 h 357630"/>
              <a:gd name="connsiteX98" fmla="*/ 91958 w 937407"/>
              <a:gd name="connsiteY98" fmla="*/ 168148 h 357630"/>
              <a:gd name="connsiteX99" fmla="*/ 92896 w 937407"/>
              <a:gd name="connsiteY99" fmla="*/ 166806 h 357630"/>
              <a:gd name="connsiteX100" fmla="*/ 93834 w 937407"/>
              <a:gd name="connsiteY100" fmla="*/ 165462 h 357630"/>
              <a:gd name="connsiteX101" fmla="*/ 94773 w 937407"/>
              <a:gd name="connsiteY101" fmla="*/ 164116 h 357630"/>
              <a:gd name="connsiteX102" fmla="*/ 95711 w 937407"/>
              <a:gd name="connsiteY102" fmla="*/ 162769 h 357630"/>
              <a:gd name="connsiteX103" fmla="*/ 96649 w 937407"/>
              <a:gd name="connsiteY103" fmla="*/ 161419 h 357630"/>
              <a:gd name="connsiteX104" fmla="*/ 97588 w 937407"/>
              <a:gd name="connsiteY104" fmla="*/ 160069 h 357630"/>
              <a:gd name="connsiteX105" fmla="*/ 98526 w 937407"/>
              <a:gd name="connsiteY105" fmla="*/ 158716 h 357630"/>
              <a:gd name="connsiteX106" fmla="*/ 99465 w 937407"/>
              <a:gd name="connsiteY106" fmla="*/ 157363 h 357630"/>
              <a:gd name="connsiteX107" fmla="*/ 100403 w 937407"/>
              <a:gd name="connsiteY107" fmla="*/ 156008 h 357630"/>
              <a:gd name="connsiteX108" fmla="*/ 101341 w 937407"/>
              <a:gd name="connsiteY108" fmla="*/ 154652 h 357630"/>
              <a:gd name="connsiteX109" fmla="*/ 102279 w 937407"/>
              <a:gd name="connsiteY109" fmla="*/ 153295 h 357630"/>
              <a:gd name="connsiteX110" fmla="*/ 103218 w 937407"/>
              <a:gd name="connsiteY110" fmla="*/ 151936 h 357630"/>
              <a:gd name="connsiteX111" fmla="*/ 104156 w 937407"/>
              <a:gd name="connsiteY111" fmla="*/ 150577 h 357630"/>
              <a:gd name="connsiteX112" fmla="*/ 105094 w 937407"/>
              <a:gd name="connsiteY112" fmla="*/ 149218 h 357630"/>
              <a:gd name="connsiteX113" fmla="*/ 106033 w 937407"/>
              <a:gd name="connsiteY113" fmla="*/ 147858 h 357630"/>
              <a:gd name="connsiteX114" fmla="*/ 106971 w 937407"/>
              <a:gd name="connsiteY114" fmla="*/ 146497 h 357630"/>
              <a:gd name="connsiteX115" fmla="*/ 107910 w 937407"/>
              <a:gd name="connsiteY115" fmla="*/ 145135 h 357630"/>
              <a:gd name="connsiteX116" fmla="*/ 108848 w 937407"/>
              <a:gd name="connsiteY116" fmla="*/ 143774 h 357630"/>
              <a:gd name="connsiteX117" fmla="*/ 109786 w 937407"/>
              <a:gd name="connsiteY117" fmla="*/ 142412 h 357630"/>
              <a:gd name="connsiteX118" fmla="*/ 110725 w 937407"/>
              <a:gd name="connsiteY118" fmla="*/ 141050 h 357630"/>
              <a:gd name="connsiteX119" fmla="*/ 111663 w 937407"/>
              <a:gd name="connsiteY119" fmla="*/ 139688 h 357630"/>
              <a:gd name="connsiteX120" fmla="*/ 112601 w 937407"/>
              <a:gd name="connsiteY120" fmla="*/ 138326 h 357630"/>
              <a:gd name="connsiteX121" fmla="*/ 113539 w 937407"/>
              <a:gd name="connsiteY121" fmla="*/ 136964 h 357630"/>
              <a:gd name="connsiteX122" fmla="*/ 114478 w 937407"/>
              <a:gd name="connsiteY122" fmla="*/ 135603 h 357630"/>
              <a:gd name="connsiteX123" fmla="*/ 115416 w 937407"/>
              <a:gd name="connsiteY123" fmla="*/ 134242 h 357630"/>
              <a:gd name="connsiteX124" fmla="*/ 116355 w 937407"/>
              <a:gd name="connsiteY124" fmla="*/ 132881 h 357630"/>
              <a:gd name="connsiteX125" fmla="*/ 117293 w 937407"/>
              <a:gd name="connsiteY125" fmla="*/ 131521 h 357630"/>
              <a:gd name="connsiteX126" fmla="*/ 118232 w 937407"/>
              <a:gd name="connsiteY126" fmla="*/ 130162 h 357630"/>
              <a:gd name="connsiteX127" fmla="*/ 119170 w 937407"/>
              <a:gd name="connsiteY127" fmla="*/ 128803 h 357630"/>
              <a:gd name="connsiteX128" fmla="*/ 120108 w 937407"/>
              <a:gd name="connsiteY128" fmla="*/ 127446 h 357630"/>
              <a:gd name="connsiteX129" fmla="*/ 121047 w 937407"/>
              <a:gd name="connsiteY129" fmla="*/ 126090 h 357630"/>
              <a:gd name="connsiteX130" fmla="*/ 121985 w 937407"/>
              <a:gd name="connsiteY130" fmla="*/ 124735 h 357630"/>
              <a:gd name="connsiteX131" fmla="*/ 122923 w 937407"/>
              <a:gd name="connsiteY131" fmla="*/ 123381 h 357630"/>
              <a:gd name="connsiteX132" fmla="*/ 123861 w 937407"/>
              <a:gd name="connsiteY132" fmla="*/ 122028 h 357630"/>
              <a:gd name="connsiteX133" fmla="*/ 124800 w 937407"/>
              <a:gd name="connsiteY133" fmla="*/ 120678 h 357630"/>
              <a:gd name="connsiteX134" fmla="*/ 125738 w 937407"/>
              <a:gd name="connsiteY134" fmla="*/ 119328 h 357630"/>
              <a:gd name="connsiteX135" fmla="*/ 126676 w 937407"/>
              <a:gd name="connsiteY135" fmla="*/ 117981 h 357630"/>
              <a:gd name="connsiteX136" fmla="*/ 127615 w 937407"/>
              <a:gd name="connsiteY136" fmla="*/ 116635 h 357630"/>
              <a:gd name="connsiteX137" fmla="*/ 128553 w 937407"/>
              <a:gd name="connsiteY137" fmla="*/ 115292 h 357630"/>
              <a:gd name="connsiteX138" fmla="*/ 129492 w 937407"/>
              <a:gd name="connsiteY138" fmla="*/ 113950 h 357630"/>
              <a:gd name="connsiteX139" fmla="*/ 130430 w 937407"/>
              <a:gd name="connsiteY139" fmla="*/ 112611 h 357630"/>
              <a:gd name="connsiteX140" fmla="*/ 131368 w 937407"/>
              <a:gd name="connsiteY140" fmla="*/ 111274 h 357630"/>
              <a:gd name="connsiteX141" fmla="*/ 132307 w 937407"/>
              <a:gd name="connsiteY141" fmla="*/ 109940 h 357630"/>
              <a:gd name="connsiteX142" fmla="*/ 133245 w 937407"/>
              <a:gd name="connsiteY142" fmla="*/ 108608 h 357630"/>
              <a:gd name="connsiteX143" fmla="*/ 134183 w 937407"/>
              <a:gd name="connsiteY143" fmla="*/ 107279 h 357630"/>
              <a:gd name="connsiteX144" fmla="*/ 135121 w 937407"/>
              <a:gd name="connsiteY144" fmla="*/ 105953 h 357630"/>
              <a:gd name="connsiteX145" fmla="*/ 136060 w 937407"/>
              <a:gd name="connsiteY145" fmla="*/ 104629 h 357630"/>
              <a:gd name="connsiteX146" fmla="*/ 136998 w 937407"/>
              <a:gd name="connsiteY146" fmla="*/ 103309 h 357630"/>
              <a:gd name="connsiteX147" fmla="*/ 137937 w 937407"/>
              <a:gd name="connsiteY147" fmla="*/ 101992 h 357630"/>
              <a:gd name="connsiteX148" fmla="*/ 138875 w 937407"/>
              <a:gd name="connsiteY148" fmla="*/ 100678 h 357630"/>
              <a:gd name="connsiteX149" fmla="*/ 139814 w 937407"/>
              <a:gd name="connsiteY149" fmla="*/ 99368 h 357630"/>
              <a:gd name="connsiteX150" fmla="*/ 140752 w 937407"/>
              <a:gd name="connsiteY150" fmla="*/ 98062 h 357630"/>
              <a:gd name="connsiteX151" fmla="*/ 141690 w 937407"/>
              <a:gd name="connsiteY151" fmla="*/ 96759 h 357630"/>
              <a:gd name="connsiteX152" fmla="*/ 142628 w 937407"/>
              <a:gd name="connsiteY152" fmla="*/ 95460 h 357630"/>
              <a:gd name="connsiteX153" fmla="*/ 143567 w 937407"/>
              <a:gd name="connsiteY153" fmla="*/ 94164 h 357630"/>
              <a:gd name="connsiteX154" fmla="*/ 144505 w 937407"/>
              <a:gd name="connsiteY154" fmla="*/ 92873 h 357630"/>
              <a:gd name="connsiteX155" fmla="*/ 145443 w 937407"/>
              <a:gd name="connsiteY155" fmla="*/ 91586 h 357630"/>
              <a:gd name="connsiteX156" fmla="*/ 146382 w 937407"/>
              <a:gd name="connsiteY156" fmla="*/ 90303 h 357630"/>
              <a:gd name="connsiteX157" fmla="*/ 147320 w 937407"/>
              <a:gd name="connsiteY157" fmla="*/ 89024 h 357630"/>
              <a:gd name="connsiteX158" fmla="*/ 148258 w 937407"/>
              <a:gd name="connsiteY158" fmla="*/ 87750 h 357630"/>
              <a:gd name="connsiteX159" fmla="*/ 149197 w 937407"/>
              <a:gd name="connsiteY159" fmla="*/ 86481 h 357630"/>
              <a:gd name="connsiteX160" fmla="*/ 150135 w 937407"/>
              <a:gd name="connsiteY160" fmla="*/ 85216 h 357630"/>
              <a:gd name="connsiteX161" fmla="*/ 151074 w 937407"/>
              <a:gd name="connsiteY161" fmla="*/ 83957 h 357630"/>
              <a:gd name="connsiteX162" fmla="*/ 152012 w 937407"/>
              <a:gd name="connsiteY162" fmla="*/ 82702 h 357630"/>
              <a:gd name="connsiteX163" fmla="*/ 152950 w 937407"/>
              <a:gd name="connsiteY163" fmla="*/ 81453 h 357630"/>
              <a:gd name="connsiteX164" fmla="*/ 153888 w 937407"/>
              <a:gd name="connsiteY164" fmla="*/ 80209 h 357630"/>
              <a:gd name="connsiteX165" fmla="*/ 154827 w 937407"/>
              <a:gd name="connsiteY165" fmla="*/ 78970 h 357630"/>
              <a:gd name="connsiteX166" fmla="*/ 155765 w 937407"/>
              <a:gd name="connsiteY166" fmla="*/ 77737 h 357630"/>
              <a:gd name="connsiteX167" fmla="*/ 156703 w 937407"/>
              <a:gd name="connsiteY167" fmla="*/ 76509 h 357630"/>
              <a:gd name="connsiteX168" fmla="*/ 157642 w 937407"/>
              <a:gd name="connsiteY168" fmla="*/ 75287 h 357630"/>
              <a:gd name="connsiteX169" fmla="*/ 158580 w 937407"/>
              <a:gd name="connsiteY169" fmla="*/ 74071 h 357630"/>
              <a:gd name="connsiteX170" fmla="*/ 159519 w 937407"/>
              <a:gd name="connsiteY170" fmla="*/ 72861 h 357630"/>
              <a:gd name="connsiteX171" fmla="*/ 160457 w 937407"/>
              <a:gd name="connsiteY171" fmla="*/ 71657 h 357630"/>
              <a:gd name="connsiteX172" fmla="*/ 161395 w 937407"/>
              <a:gd name="connsiteY172" fmla="*/ 70459 h 357630"/>
              <a:gd name="connsiteX173" fmla="*/ 162334 w 937407"/>
              <a:gd name="connsiteY173" fmla="*/ 69268 h 357630"/>
              <a:gd name="connsiteX174" fmla="*/ 163272 w 937407"/>
              <a:gd name="connsiteY174" fmla="*/ 68083 h 357630"/>
              <a:gd name="connsiteX175" fmla="*/ 164210 w 937407"/>
              <a:gd name="connsiteY175" fmla="*/ 66905 h 357630"/>
              <a:gd name="connsiteX176" fmla="*/ 165149 w 937407"/>
              <a:gd name="connsiteY176" fmla="*/ 65733 h 357630"/>
              <a:gd name="connsiteX177" fmla="*/ 166087 w 937407"/>
              <a:gd name="connsiteY177" fmla="*/ 64569 h 357630"/>
              <a:gd name="connsiteX178" fmla="*/ 167025 w 937407"/>
              <a:gd name="connsiteY178" fmla="*/ 63411 h 357630"/>
              <a:gd name="connsiteX179" fmla="*/ 167964 w 937407"/>
              <a:gd name="connsiteY179" fmla="*/ 62260 h 357630"/>
              <a:gd name="connsiteX180" fmla="*/ 168902 w 937407"/>
              <a:gd name="connsiteY180" fmla="*/ 61117 h 357630"/>
              <a:gd name="connsiteX181" fmla="*/ 169840 w 937407"/>
              <a:gd name="connsiteY181" fmla="*/ 59980 h 357630"/>
              <a:gd name="connsiteX182" fmla="*/ 170779 w 937407"/>
              <a:gd name="connsiteY182" fmla="*/ 58851 h 357630"/>
              <a:gd name="connsiteX183" fmla="*/ 171717 w 937407"/>
              <a:gd name="connsiteY183" fmla="*/ 57730 h 357630"/>
              <a:gd name="connsiteX184" fmla="*/ 172656 w 937407"/>
              <a:gd name="connsiteY184" fmla="*/ 56616 h 357630"/>
              <a:gd name="connsiteX185" fmla="*/ 173594 w 937407"/>
              <a:gd name="connsiteY185" fmla="*/ 55511 h 357630"/>
              <a:gd name="connsiteX186" fmla="*/ 174532 w 937407"/>
              <a:gd name="connsiteY186" fmla="*/ 54413 h 357630"/>
              <a:gd name="connsiteX187" fmla="*/ 175470 w 937407"/>
              <a:gd name="connsiteY187" fmla="*/ 53323 h 357630"/>
              <a:gd name="connsiteX188" fmla="*/ 176409 w 937407"/>
              <a:gd name="connsiteY188" fmla="*/ 52241 h 357630"/>
              <a:gd name="connsiteX189" fmla="*/ 177347 w 937407"/>
              <a:gd name="connsiteY189" fmla="*/ 51167 h 357630"/>
              <a:gd name="connsiteX190" fmla="*/ 178285 w 937407"/>
              <a:gd name="connsiteY190" fmla="*/ 50103 h 357630"/>
              <a:gd name="connsiteX191" fmla="*/ 179224 w 937407"/>
              <a:gd name="connsiteY191" fmla="*/ 49046 h 357630"/>
              <a:gd name="connsiteX192" fmla="*/ 180162 w 937407"/>
              <a:gd name="connsiteY192" fmla="*/ 47998 h 357630"/>
              <a:gd name="connsiteX193" fmla="*/ 181101 w 937407"/>
              <a:gd name="connsiteY193" fmla="*/ 46958 h 357630"/>
              <a:gd name="connsiteX194" fmla="*/ 182039 w 937407"/>
              <a:gd name="connsiteY194" fmla="*/ 45927 h 357630"/>
              <a:gd name="connsiteX195" fmla="*/ 182977 w 937407"/>
              <a:gd name="connsiteY195" fmla="*/ 44905 h 357630"/>
              <a:gd name="connsiteX196" fmla="*/ 183916 w 937407"/>
              <a:gd name="connsiteY196" fmla="*/ 43893 h 357630"/>
              <a:gd name="connsiteX197" fmla="*/ 184854 w 937407"/>
              <a:gd name="connsiteY197" fmla="*/ 42889 h 357630"/>
              <a:gd name="connsiteX198" fmla="*/ 185792 w 937407"/>
              <a:gd name="connsiteY198" fmla="*/ 41895 h 357630"/>
              <a:gd name="connsiteX199" fmla="*/ 186730 w 937407"/>
              <a:gd name="connsiteY199" fmla="*/ 40910 h 357630"/>
              <a:gd name="connsiteX200" fmla="*/ 187669 w 937407"/>
              <a:gd name="connsiteY200" fmla="*/ 39934 h 357630"/>
              <a:gd name="connsiteX201" fmla="*/ 188607 w 937407"/>
              <a:gd name="connsiteY201" fmla="*/ 38968 h 357630"/>
              <a:gd name="connsiteX202" fmla="*/ 189546 w 937407"/>
              <a:gd name="connsiteY202" fmla="*/ 38012 h 357630"/>
              <a:gd name="connsiteX203" fmla="*/ 190484 w 937407"/>
              <a:gd name="connsiteY203" fmla="*/ 37065 h 357630"/>
              <a:gd name="connsiteX204" fmla="*/ 191422 w 937407"/>
              <a:gd name="connsiteY204" fmla="*/ 36129 h 357630"/>
              <a:gd name="connsiteX205" fmla="*/ 192361 w 937407"/>
              <a:gd name="connsiteY205" fmla="*/ 35202 h 357630"/>
              <a:gd name="connsiteX206" fmla="*/ 193299 w 937407"/>
              <a:gd name="connsiteY206" fmla="*/ 34286 h 357630"/>
              <a:gd name="connsiteX207" fmla="*/ 194237 w 937407"/>
              <a:gd name="connsiteY207" fmla="*/ 33379 h 357630"/>
              <a:gd name="connsiteX208" fmla="*/ 195176 w 937407"/>
              <a:gd name="connsiteY208" fmla="*/ 32483 h 357630"/>
              <a:gd name="connsiteX209" fmla="*/ 196114 w 937407"/>
              <a:gd name="connsiteY209" fmla="*/ 31597 h 357630"/>
              <a:gd name="connsiteX210" fmla="*/ 197052 w 937407"/>
              <a:gd name="connsiteY210" fmla="*/ 30722 h 357630"/>
              <a:gd name="connsiteX211" fmla="*/ 197991 w 937407"/>
              <a:gd name="connsiteY211" fmla="*/ 29857 h 357630"/>
              <a:gd name="connsiteX212" fmla="*/ 198929 w 937407"/>
              <a:gd name="connsiteY212" fmla="*/ 29003 h 357630"/>
              <a:gd name="connsiteX213" fmla="*/ 199867 w 937407"/>
              <a:gd name="connsiteY213" fmla="*/ 28160 h 357630"/>
              <a:gd name="connsiteX214" fmla="*/ 200806 w 937407"/>
              <a:gd name="connsiteY214" fmla="*/ 27327 h 357630"/>
              <a:gd name="connsiteX215" fmla="*/ 201744 w 937407"/>
              <a:gd name="connsiteY215" fmla="*/ 26506 h 357630"/>
              <a:gd name="connsiteX216" fmla="*/ 202683 w 937407"/>
              <a:gd name="connsiteY216" fmla="*/ 25695 h 357630"/>
              <a:gd name="connsiteX217" fmla="*/ 203621 w 937407"/>
              <a:gd name="connsiteY217" fmla="*/ 24896 h 357630"/>
              <a:gd name="connsiteX218" fmla="*/ 204559 w 937407"/>
              <a:gd name="connsiteY218" fmla="*/ 24108 h 357630"/>
              <a:gd name="connsiteX219" fmla="*/ 205498 w 937407"/>
              <a:gd name="connsiteY219" fmla="*/ 23331 h 357630"/>
              <a:gd name="connsiteX220" fmla="*/ 206436 w 937407"/>
              <a:gd name="connsiteY220" fmla="*/ 22566 h 357630"/>
              <a:gd name="connsiteX221" fmla="*/ 207374 w 937407"/>
              <a:gd name="connsiteY221" fmla="*/ 21812 h 357630"/>
              <a:gd name="connsiteX222" fmla="*/ 208312 w 937407"/>
              <a:gd name="connsiteY222" fmla="*/ 21070 h 357630"/>
              <a:gd name="connsiteX223" fmla="*/ 209251 w 937407"/>
              <a:gd name="connsiteY223" fmla="*/ 20339 h 357630"/>
              <a:gd name="connsiteX224" fmla="*/ 210189 w 937407"/>
              <a:gd name="connsiteY224" fmla="*/ 19620 h 357630"/>
              <a:gd name="connsiteX225" fmla="*/ 211128 w 937407"/>
              <a:gd name="connsiteY225" fmla="*/ 18913 h 357630"/>
              <a:gd name="connsiteX226" fmla="*/ 212066 w 937407"/>
              <a:gd name="connsiteY226" fmla="*/ 18218 h 357630"/>
              <a:gd name="connsiteX227" fmla="*/ 213004 w 937407"/>
              <a:gd name="connsiteY227" fmla="*/ 17534 h 357630"/>
              <a:gd name="connsiteX228" fmla="*/ 213943 w 937407"/>
              <a:gd name="connsiteY228" fmla="*/ 16863 h 357630"/>
              <a:gd name="connsiteX229" fmla="*/ 214881 w 937407"/>
              <a:gd name="connsiteY229" fmla="*/ 16204 h 357630"/>
              <a:gd name="connsiteX230" fmla="*/ 215819 w 937407"/>
              <a:gd name="connsiteY230" fmla="*/ 15558 h 357630"/>
              <a:gd name="connsiteX231" fmla="*/ 216758 w 937407"/>
              <a:gd name="connsiteY231" fmla="*/ 14923 h 357630"/>
              <a:gd name="connsiteX232" fmla="*/ 217696 w 937407"/>
              <a:gd name="connsiteY232" fmla="*/ 14301 h 357630"/>
              <a:gd name="connsiteX233" fmla="*/ 218634 w 937407"/>
              <a:gd name="connsiteY233" fmla="*/ 13691 h 357630"/>
              <a:gd name="connsiteX234" fmla="*/ 219573 w 937407"/>
              <a:gd name="connsiteY234" fmla="*/ 13094 h 357630"/>
              <a:gd name="connsiteX235" fmla="*/ 220511 w 937407"/>
              <a:gd name="connsiteY235" fmla="*/ 12509 h 357630"/>
              <a:gd name="connsiteX236" fmla="*/ 221449 w 937407"/>
              <a:gd name="connsiteY236" fmla="*/ 11937 h 357630"/>
              <a:gd name="connsiteX237" fmla="*/ 222388 w 937407"/>
              <a:gd name="connsiteY237" fmla="*/ 11378 h 357630"/>
              <a:gd name="connsiteX238" fmla="*/ 223326 w 937407"/>
              <a:gd name="connsiteY238" fmla="*/ 10831 h 357630"/>
              <a:gd name="connsiteX239" fmla="*/ 224265 w 937407"/>
              <a:gd name="connsiteY239" fmla="*/ 10298 h 357630"/>
              <a:gd name="connsiteX240" fmla="*/ 225203 w 937407"/>
              <a:gd name="connsiteY240" fmla="*/ 9777 h 357630"/>
              <a:gd name="connsiteX241" fmla="*/ 226141 w 937407"/>
              <a:gd name="connsiteY241" fmla="*/ 9269 h 357630"/>
              <a:gd name="connsiteX242" fmla="*/ 227079 w 937407"/>
              <a:gd name="connsiteY242" fmla="*/ 8774 h 357630"/>
              <a:gd name="connsiteX243" fmla="*/ 228018 w 937407"/>
              <a:gd name="connsiteY243" fmla="*/ 8293 h 357630"/>
              <a:gd name="connsiteX244" fmla="*/ 228956 w 937407"/>
              <a:gd name="connsiteY244" fmla="*/ 7824 h 357630"/>
              <a:gd name="connsiteX245" fmla="*/ 229894 w 937407"/>
              <a:gd name="connsiteY245" fmla="*/ 7368 h 357630"/>
              <a:gd name="connsiteX246" fmla="*/ 230833 w 937407"/>
              <a:gd name="connsiteY246" fmla="*/ 6926 h 357630"/>
              <a:gd name="connsiteX247" fmla="*/ 231771 w 937407"/>
              <a:gd name="connsiteY247" fmla="*/ 6497 h 357630"/>
              <a:gd name="connsiteX248" fmla="*/ 232710 w 937407"/>
              <a:gd name="connsiteY248" fmla="*/ 6082 h 357630"/>
              <a:gd name="connsiteX249" fmla="*/ 233648 w 937407"/>
              <a:gd name="connsiteY249" fmla="*/ 5680 h 357630"/>
              <a:gd name="connsiteX250" fmla="*/ 234586 w 937407"/>
              <a:gd name="connsiteY250" fmla="*/ 5291 h 357630"/>
              <a:gd name="connsiteX251" fmla="*/ 235525 w 937407"/>
              <a:gd name="connsiteY251" fmla="*/ 4915 h 357630"/>
              <a:gd name="connsiteX252" fmla="*/ 236463 w 937407"/>
              <a:gd name="connsiteY252" fmla="*/ 4554 h 357630"/>
              <a:gd name="connsiteX253" fmla="*/ 237401 w 937407"/>
              <a:gd name="connsiteY253" fmla="*/ 4206 h 357630"/>
              <a:gd name="connsiteX254" fmla="*/ 238339 w 937407"/>
              <a:gd name="connsiteY254" fmla="*/ 3871 h 357630"/>
              <a:gd name="connsiteX255" fmla="*/ 239278 w 937407"/>
              <a:gd name="connsiteY255" fmla="*/ 3550 h 357630"/>
              <a:gd name="connsiteX256" fmla="*/ 240216 w 937407"/>
              <a:gd name="connsiteY256" fmla="*/ 3243 h 357630"/>
              <a:gd name="connsiteX257" fmla="*/ 241155 w 937407"/>
              <a:gd name="connsiteY257" fmla="*/ 2949 h 357630"/>
              <a:gd name="connsiteX258" fmla="*/ 242093 w 937407"/>
              <a:gd name="connsiteY258" fmla="*/ 2669 h 357630"/>
              <a:gd name="connsiteX259" fmla="*/ 243031 w 937407"/>
              <a:gd name="connsiteY259" fmla="*/ 2404 h 357630"/>
              <a:gd name="connsiteX260" fmla="*/ 243970 w 937407"/>
              <a:gd name="connsiteY260" fmla="*/ 2151 h 357630"/>
              <a:gd name="connsiteX261" fmla="*/ 244908 w 937407"/>
              <a:gd name="connsiteY261" fmla="*/ 1913 h 357630"/>
              <a:gd name="connsiteX262" fmla="*/ 245846 w 937407"/>
              <a:gd name="connsiteY262" fmla="*/ 1688 h 357630"/>
              <a:gd name="connsiteX263" fmla="*/ 246785 w 937407"/>
              <a:gd name="connsiteY263" fmla="*/ 1478 h 357630"/>
              <a:gd name="connsiteX264" fmla="*/ 247723 w 937407"/>
              <a:gd name="connsiteY264" fmla="*/ 1281 h 357630"/>
              <a:gd name="connsiteX265" fmla="*/ 248661 w 937407"/>
              <a:gd name="connsiteY265" fmla="*/ 1099 h 357630"/>
              <a:gd name="connsiteX266" fmla="*/ 249600 w 937407"/>
              <a:gd name="connsiteY266" fmla="*/ 930 h 357630"/>
              <a:gd name="connsiteX267" fmla="*/ 250538 w 937407"/>
              <a:gd name="connsiteY267" fmla="*/ 775 h 357630"/>
              <a:gd name="connsiteX268" fmla="*/ 251476 w 937407"/>
              <a:gd name="connsiteY268" fmla="*/ 634 h 357630"/>
              <a:gd name="connsiteX269" fmla="*/ 252415 w 937407"/>
              <a:gd name="connsiteY269" fmla="*/ 507 h 357630"/>
              <a:gd name="connsiteX270" fmla="*/ 253353 w 937407"/>
              <a:gd name="connsiteY270" fmla="*/ 395 h 357630"/>
              <a:gd name="connsiteX271" fmla="*/ 254292 w 937407"/>
              <a:gd name="connsiteY271" fmla="*/ 296 h 357630"/>
              <a:gd name="connsiteX272" fmla="*/ 255230 w 937407"/>
              <a:gd name="connsiteY272" fmla="*/ 211 h 357630"/>
              <a:gd name="connsiteX273" fmla="*/ 256168 w 937407"/>
              <a:gd name="connsiteY273" fmla="*/ 141 h 357630"/>
              <a:gd name="connsiteX274" fmla="*/ 257107 w 937407"/>
              <a:gd name="connsiteY274" fmla="*/ 85 h 357630"/>
              <a:gd name="connsiteX275" fmla="*/ 258045 w 937407"/>
              <a:gd name="connsiteY275" fmla="*/ 43 h 357630"/>
              <a:gd name="connsiteX276" fmla="*/ 258983 w 937407"/>
              <a:gd name="connsiteY276" fmla="*/ 14 h 357630"/>
              <a:gd name="connsiteX277" fmla="*/ 259921 w 937407"/>
              <a:gd name="connsiteY277" fmla="*/ 0 h 357630"/>
              <a:gd name="connsiteX278" fmla="*/ 260860 w 937407"/>
              <a:gd name="connsiteY278" fmla="*/ 0 h 357630"/>
              <a:gd name="connsiteX279" fmla="*/ 261798 w 937407"/>
              <a:gd name="connsiteY279" fmla="*/ 14 h 357630"/>
              <a:gd name="connsiteX280" fmla="*/ 262737 w 937407"/>
              <a:gd name="connsiteY280" fmla="*/ 43 h 357630"/>
              <a:gd name="connsiteX281" fmla="*/ 263675 w 937407"/>
              <a:gd name="connsiteY281" fmla="*/ 85 h 357630"/>
              <a:gd name="connsiteX282" fmla="*/ 264613 w 937407"/>
              <a:gd name="connsiteY282" fmla="*/ 141 h 357630"/>
              <a:gd name="connsiteX283" fmla="*/ 265552 w 937407"/>
              <a:gd name="connsiteY283" fmla="*/ 211 h 357630"/>
              <a:gd name="connsiteX284" fmla="*/ 266490 w 937407"/>
              <a:gd name="connsiteY284" fmla="*/ 296 h 357630"/>
              <a:gd name="connsiteX285" fmla="*/ 267428 w 937407"/>
              <a:gd name="connsiteY285" fmla="*/ 395 h 357630"/>
              <a:gd name="connsiteX286" fmla="*/ 268367 w 937407"/>
              <a:gd name="connsiteY286" fmla="*/ 507 h 357630"/>
              <a:gd name="connsiteX287" fmla="*/ 269305 w 937407"/>
              <a:gd name="connsiteY287" fmla="*/ 634 h 357630"/>
              <a:gd name="connsiteX288" fmla="*/ 270243 w 937407"/>
              <a:gd name="connsiteY288" fmla="*/ 775 h 357630"/>
              <a:gd name="connsiteX289" fmla="*/ 271182 w 937407"/>
              <a:gd name="connsiteY289" fmla="*/ 930 h 357630"/>
              <a:gd name="connsiteX290" fmla="*/ 272120 w 937407"/>
              <a:gd name="connsiteY290" fmla="*/ 1099 h 357630"/>
              <a:gd name="connsiteX291" fmla="*/ 273058 w 937407"/>
              <a:gd name="connsiteY291" fmla="*/ 1281 h 357630"/>
              <a:gd name="connsiteX292" fmla="*/ 273997 w 937407"/>
              <a:gd name="connsiteY292" fmla="*/ 1478 h 357630"/>
              <a:gd name="connsiteX293" fmla="*/ 274935 w 937407"/>
              <a:gd name="connsiteY293" fmla="*/ 1688 h 357630"/>
              <a:gd name="connsiteX294" fmla="*/ 275874 w 937407"/>
              <a:gd name="connsiteY294" fmla="*/ 1913 h 357630"/>
              <a:gd name="connsiteX295" fmla="*/ 276812 w 937407"/>
              <a:gd name="connsiteY295" fmla="*/ 2151 h 357630"/>
              <a:gd name="connsiteX296" fmla="*/ 277750 w 937407"/>
              <a:gd name="connsiteY296" fmla="*/ 2404 h 357630"/>
              <a:gd name="connsiteX297" fmla="*/ 278688 w 937407"/>
              <a:gd name="connsiteY297" fmla="*/ 2669 h 357630"/>
              <a:gd name="connsiteX298" fmla="*/ 279627 w 937407"/>
              <a:gd name="connsiteY298" fmla="*/ 2949 h 357630"/>
              <a:gd name="connsiteX299" fmla="*/ 280565 w 937407"/>
              <a:gd name="connsiteY299" fmla="*/ 3243 h 357630"/>
              <a:gd name="connsiteX300" fmla="*/ 281503 w 937407"/>
              <a:gd name="connsiteY300" fmla="*/ 3550 h 357630"/>
              <a:gd name="connsiteX301" fmla="*/ 282442 w 937407"/>
              <a:gd name="connsiteY301" fmla="*/ 3871 h 357630"/>
              <a:gd name="connsiteX302" fmla="*/ 283380 w 937407"/>
              <a:gd name="connsiteY302" fmla="*/ 4206 h 357630"/>
              <a:gd name="connsiteX303" fmla="*/ 284319 w 937407"/>
              <a:gd name="connsiteY303" fmla="*/ 4554 h 357630"/>
              <a:gd name="connsiteX304" fmla="*/ 285257 w 937407"/>
              <a:gd name="connsiteY304" fmla="*/ 4915 h 357630"/>
              <a:gd name="connsiteX305" fmla="*/ 286195 w 937407"/>
              <a:gd name="connsiteY305" fmla="*/ 5291 h 357630"/>
              <a:gd name="connsiteX306" fmla="*/ 287134 w 937407"/>
              <a:gd name="connsiteY306" fmla="*/ 5680 h 357630"/>
              <a:gd name="connsiteX307" fmla="*/ 288072 w 937407"/>
              <a:gd name="connsiteY307" fmla="*/ 6082 h 357630"/>
              <a:gd name="connsiteX308" fmla="*/ 289010 w 937407"/>
              <a:gd name="connsiteY308" fmla="*/ 6497 h 357630"/>
              <a:gd name="connsiteX309" fmla="*/ 289949 w 937407"/>
              <a:gd name="connsiteY309" fmla="*/ 6926 h 357630"/>
              <a:gd name="connsiteX310" fmla="*/ 290887 w 937407"/>
              <a:gd name="connsiteY310" fmla="*/ 7368 h 357630"/>
              <a:gd name="connsiteX311" fmla="*/ 291825 w 937407"/>
              <a:gd name="connsiteY311" fmla="*/ 7824 h 357630"/>
              <a:gd name="connsiteX312" fmla="*/ 292764 w 937407"/>
              <a:gd name="connsiteY312" fmla="*/ 8293 h 357630"/>
              <a:gd name="connsiteX313" fmla="*/ 293702 w 937407"/>
              <a:gd name="connsiteY313" fmla="*/ 8774 h 357630"/>
              <a:gd name="connsiteX314" fmla="*/ 294640 w 937407"/>
              <a:gd name="connsiteY314" fmla="*/ 9269 h 357630"/>
              <a:gd name="connsiteX315" fmla="*/ 295579 w 937407"/>
              <a:gd name="connsiteY315" fmla="*/ 9777 h 357630"/>
              <a:gd name="connsiteX316" fmla="*/ 296518 w 937407"/>
              <a:gd name="connsiteY316" fmla="*/ 10298 h 357630"/>
              <a:gd name="connsiteX317" fmla="*/ 297454 w 937407"/>
              <a:gd name="connsiteY317" fmla="*/ 10831 h 357630"/>
              <a:gd name="connsiteX318" fmla="*/ 298395 w 937407"/>
              <a:gd name="connsiteY318" fmla="*/ 11378 h 357630"/>
              <a:gd name="connsiteX319" fmla="*/ 299330 w 937407"/>
              <a:gd name="connsiteY319" fmla="*/ 11937 h 357630"/>
              <a:gd name="connsiteX320" fmla="*/ 300271 w 937407"/>
              <a:gd name="connsiteY320" fmla="*/ 12509 h 357630"/>
              <a:gd name="connsiteX321" fmla="*/ 301207 w 937407"/>
              <a:gd name="connsiteY321" fmla="*/ 13094 h 357630"/>
              <a:gd name="connsiteX322" fmla="*/ 302147 w 937407"/>
              <a:gd name="connsiteY322" fmla="*/ 13691 h 357630"/>
              <a:gd name="connsiteX323" fmla="*/ 303088 w 937407"/>
              <a:gd name="connsiteY323" fmla="*/ 14301 h 357630"/>
              <a:gd name="connsiteX324" fmla="*/ 304023 w 937407"/>
              <a:gd name="connsiteY324" fmla="*/ 14923 h 357630"/>
              <a:gd name="connsiteX325" fmla="*/ 304964 w 937407"/>
              <a:gd name="connsiteY325" fmla="*/ 15558 h 357630"/>
              <a:gd name="connsiteX326" fmla="*/ 305900 w 937407"/>
              <a:gd name="connsiteY326" fmla="*/ 16204 h 357630"/>
              <a:gd name="connsiteX327" fmla="*/ 306840 w 937407"/>
              <a:gd name="connsiteY327" fmla="*/ 16863 h 357630"/>
              <a:gd name="connsiteX328" fmla="*/ 307776 w 937407"/>
              <a:gd name="connsiteY328" fmla="*/ 17534 h 357630"/>
              <a:gd name="connsiteX329" fmla="*/ 308717 w 937407"/>
              <a:gd name="connsiteY329" fmla="*/ 18218 h 357630"/>
              <a:gd name="connsiteX330" fmla="*/ 309652 w 937407"/>
              <a:gd name="connsiteY330" fmla="*/ 18913 h 357630"/>
              <a:gd name="connsiteX331" fmla="*/ 310593 w 937407"/>
              <a:gd name="connsiteY331" fmla="*/ 19620 h 357630"/>
              <a:gd name="connsiteX332" fmla="*/ 311528 w 937407"/>
              <a:gd name="connsiteY332" fmla="*/ 20339 h 357630"/>
              <a:gd name="connsiteX333" fmla="*/ 312469 w 937407"/>
              <a:gd name="connsiteY333" fmla="*/ 21070 h 357630"/>
              <a:gd name="connsiteX334" fmla="*/ 313410 w 937407"/>
              <a:gd name="connsiteY334" fmla="*/ 21812 h 357630"/>
              <a:gd name="connsiteX335" fmla="*/ 314345 w 937407"/>
              <a:gd name="connsiteY335" fmla="*/ 22566 h 357630"/>
              <a:gd name="connsiteX336" fmla="*/ 315286 w 937407"/>
              <a:gd name="connsiteY336" fmla="*/ 23331 h 357630"/>
              <a:gd name="connsiteX337" fmla="*/ 316222 w 937407"/>
              <a:gd name="connsiteY337" fmla="*/ 24108 h 357630"/>
              <a:gd name="connsiteX338" fmla="*/ 317162 w 937407"/>
              <a:gd name="connsiteY338" fmla="*/ 24896 h 357630"/>
              <a:gd name="connsiteX339" fmla="*/ 318098 w 937407"/>
              <a:gd name="connsiteY339" fmla="*/ 25695 h 357630"/>
              <a:gd name="connsiteX340" fmla="*/ 319038 w 937407"/>
              <a:gd name="connsiteY340" fmla="*/ 26506 h 357630"/>
              <a:gd name="connsiteX341" fmla="*/ 319974 w 937407"/>
              <a:gd name="connsiteY341" fmla="*/ 27327 h 357630"/>
              <a:gd name="connsiteX342" fmla="*/ 320915 w 937407"/>
              <a:gd name="connsiteY342" fmla="*/ 28160 h 357630"/>
              <a:gd name="connsiteX343" fmla="*/ 321850 w 937407"/>
              <a:gd name="connsiteY343" fmla="*/ 29003 h 357630"/>
              <a:gd name="connsiteX344" fmla="*/ 322791 w 937407"/>
              <a:gd name="connsiteY344" fmla="*/ 29857 h 357630"/>
              <a:gd name="connsiteX345" fmla="*/ 323727 w 937407"/>
              <a:gd name="connsiteY345" fmla="*/ 30722 h 357630"/>
              <a:gd name="connsiteX346" fmla="*/ 324667 w 937407"/>
              <a:gd name="connsiteY346" fmla="*/ 31597 h 357630"/>
              <a:gd name="connsiteX347" fmla="*/ 325608 w 937407"/>
              <a:gd name="connsiteY347" fmla="*/ 32483 h 357630"/>
              <a:gd name="connsiteX348" fmla="*/ 326544 w 937407"/>
              <a:gd name="connsiteY348" fmla="*/ 33379 h 357630"/>
              <a:gd name="connsiteX349" fmla="*/ 327484 w 937407"/>
              <a:gd name="connsiteY349" fmla="*/ 34286 h 357630"/>
              <a:gd name="connsiteX350" fmla="*/ 328420 w 937407"/>
              <a:gd name="connsiteY350" fmla="*/ 35202 h 357630"/>
              <a:gd name="connsiteX351" fmla="*/ 329360 w 937407"/>
              <a:gd name="connsiteY351" fmla="*/ 36129 h 357630"/>
              <a:gd name="connsiteX352" fmla="*/ 330296 w 937407"/>
              <a:gd name="connsiteY352" fmla="*/ 37065 h 357630"/>
              <a:gd name="connsiteX353" fmla="*/ 331237 w 937407"/>
              <a:gd name="connsiteY353" fmla="*/ 38012 h 357630"/>
              <a:gd name="connsiteX354" fmla="*/ 332172 w 937407"/>
              <a:gd name="connsiteY354" fmla="*/ 38968 h 357630"/>
              <a:gd name="connsiteX355" fmla="*/ 333113 w 937407"/>
              <a:gd name="connsiteY355" fmla="*/ 39934 h 357630"/>
              <a:gd name="connsiteX356" fmla="*/ 334049 w 937407"/>
              <a:gd name="connsiteY356" fmla="*/ 40910 h 357630"/>
              <a:gd name="connsiteX357" fmla="*/ 334989 w 937407"/>
              <a:gd name="connsiteY357" fmla="*/ 41895 h 357630"/>
              <a:gd name="connsiteX358" fmla="*/ 335930 w 937407"/>
              <a:gd name="connsiteY358" fmla="*/ 42889 h 357630"/>
              <a:gd name="connsiteX359" fmla="*/ 336865 w 937407"/>
              <a:gd name="connsiteY359" fmla="*/ 43893 h 357630"/>
              <a:gd name="connsiteX360" fmla="*/ 337806 w 937407"/>
              <a:gd name="connsiteY360" fmla="*/ 44905 h 357630"/>
              <a:gd name="connsiteX361" fmla="*/ 338742 w 937407"/>
              <a:gd name="connsiteY361" fmla="*/ 45927 h 357630"/>
              <a:gd name="connsiteX362" fmla="*/ 339682 w 937407"/>
              <a:gd name="connsiteY362" fmla="*/ 46958 h 357630"/>
              <a:gd name="connsiteX363" fmla="*/ 340618 w 937407"/>
              <a:gd name="connsiteY363" fmla="*/ 47998 h 357630"/>
              <a:gd name="connsiteX364" fmla="*/ 341559 w 937407"/>
              <a:gd name="connsiteY364" fmla="*/ 49046 h 357630"/>
              <a:gd name="connsiteX365" fmla="*/ 342494 w 937407"/>
              <a:gd name="connsiteY365" fmla="*/ 50103 h 357630"/>
              <a:gd name="connsiteX366" fmla="*/ 343435 w 937407"/>
              <a:gd name="connsiteY366" fmla="*/ 51167 h 357630"/>
              <a:gd name="connsiteX367" fmla="*/ 344370 w 937407"/>
              <a:gd name="connsiteY367" fmla="*/ 52241 h 357630"/>
              <a:gd name="connsiteX368" fmla="*/ 345311 w 937407"/>
              <a:gd name="connsiteY368" fmla="*/ 53323 h 357630"/>
              <a:gd name="connsiteX369" fmla="*/ 346252 w 937407"/>
              <a:gd name="connsiteY369" fmla="*/ 54413 h 357630"/>
              <a:gd name="connsiteX370" fmla="*/ 347187 w 937407"/>
              <a:gd name="connsiteY370" fmla="*/ 55511 h 357630"/>
              <a:gd name="connsiteX371" fmla="*/ 348128 w 937407"/>
              <a:gd name="connsiteY371" fmla="*/ 56616 h 357630"/>
              <a:gd name="connsiteX372" fmla="*/ 349064 w 937407"/>
              <a:gd name="connsiteY372" fmla="*/ 57730 h 357630"/>
              <a:gd name="connsiteX373" fmla="*/ 350004 w 937407"/>
              <a:gd name="connsiteY373" fmla="*/ 58851 h 357630"/>
              <a:gd name="connsiteX374" fmla="*/ 350940 w 937407"/>
              <a:gd name="connsiteY374" fmla="*/ 59980 h 357630"/>
              <a:gd name="connsiteX375" fmla="*/ 351880 w 937407"/>
              <a:gd name="connsiteY375" fmla="*/ 61117 h 357630"/>
              <a:gd name="connsiteX376" fmla="*/ 352816 w 937407"/>
              <a:gd name="connsiteY376" fmla="*/ 62260 h 357630"/>
              <a:gd name="connsiteX377" fmla="*/ 353757 w 937407"/>
              <a:gd name="connsiteY377" fmla="*/ 63411 h 357630"/>
              <a:gd name="connsiteX378" fmla="*/ 354692 w 937407"/>
              <a:gd name="connsiteY378" fmla="*/ 64569 h 357630"/>
              <a:gd name="connsiteX379" fmla="*/ 355633 w 937407"/>
              <a:gd name="connsiteY379" fmla="*/ 65733 h 357630"/>
              <a:gd name="connsiteX380" fmla="*/ 356574 w 937407"/>
              <a:gd name="connsiteY380" fmla="*/ 66905 h 357630"/>
              <a:gd name="connsiteX381" fmla="*/ 357509 w 937407"/>
              <a:gd name="connsiteY381" fmla="*/ 68083 h 357630"/>
              <a:gd name="connsiteX382" fmla="*/ 358450 w 937407"/>
              <a:gd name="connsiteY382" fmla="*/ 69268 h 357630"/>
              <a:gd name="connsiteX383" fmla="*/ 359385 w 937407"/>
              <a:gd name="connsiteY383" fmla="*/ 70459 h 357630"/>
              <a:gd name="connsiteX384" fmla="*/ 360326 w 937407"/>
              <a:gd name="connsiteY384" fmla="*/ 71657 h 357630"/>
              <a:gd name="connsiteX385" fmla="*/ 361262 w 937407"/>
              <a:gd name="connsiteY385" fmla="*/ 72861 h 357630"/>
              <a:gd name="connsiteX386" fmla="*/ 362202 w 937407"/>
              <a:gd name="connsiteY386" fmla="*/ 74071 h 357630"/>
              <a:gd name="connsiteX387" fmla="*/ 363138 w 937407"/>
              <a:gd name="connsiteY387" fmla="*/ 75287 h 357630"/>
              <a:gd name="connsiteX388" fmla="*/ 364079 w 937407"/>
              <a:gd name="connsiteY388" fmla="*/ 76509 h 357630"/>
              <a:gd name="connsiteX389" fmla="*/ 365014 w 937407"/>
              <a:gd name="connsiteY389" fmla="*/ 77737 h 357630"/>
              <a:gd name="connsiteX390" fmla="*/ 365955 w 937407"/>
              <a:gd name="connsiteY390" fmla="*/ 78970 h 357630"/>
              <a:gd name="connsiteX391" fmla="*/ 366891 w 937407"/>
              <a:gd name="connsiteY391" fmla="*/ 80209 h 357630"/>
              <a:gd name="connsiteX392" fmla="*/ 367831 w 937407"/>
              <a:gd name="connsiteY392" fmla="*/ 81453 h 357630"/>
              <a:gd name="connsiteX393" fmla="*/ 368772 w 937407"/>
              <a:gd name="connsiteY393" fmla="*/ 82702 h 357630"/>
              <a:gd name="connsiteX394" fmla="*/ 369707 w 937407"/>
              <a:gd name="connsiteY394" fmla="*/ 83957 h 357630"/>
              <a:gd name="connsiteX395" fmla="*/ 370648 w 937407"/>
              <a:gd name="connsiteY395" fmla="*/ 85216 h 357630"/>
              <a:gd name="connsiteX396" fmla="*/ 371584 w 937407"/>
              <a:gd name="connsiteY396" fmla="*/ 86481 h 357630"/>
              <a:gd name="connsiteX397" fmla="*/ 372524 w 937407"/>
              <a:gd name="connsiteY397" fmla="*/ 87750 h 357630"/>
              <a:gd name="connsiteX398" fmla="*/ 373460 w 937407"/>
              <a:gd name="connsiteY398" fmla="*/ 89024 h 357630"/>
              <a:gd name="connsiteX399" fmla="*/ 374400 w 937407"/>
              <a:gd name="connsiteY399" fmla="*/ 90303 h 357630"/>
              <a:gd name="connsiteX400" fmla="*/ 375336 w 937407"/>
              <a:gd name="connsiteY400" fmla="*/ 91586 h 357630"/>
              <a:gd name="connsiteX401" fmla="*/ 376277 w 937407"/>
              <a:gd name="connsiteY401" fmla="*/ 92873 h 357630"/>
              <a:gd name="connsiteX402" fmla="*/ 377212 w 937407"/>
              <a:gd name="connsiteY402" fmla="*/ 94164 h 357630"/>
              <a:gd name="connsiteX403" fmla="*/ 378153 w 937407"/>
              <a:gd name="connsiteY403" fmla="*/ 95460 h 357630"/>
              <a:gd name="connsiteX404" fmla="*/ 379094 w 937407"/>
              <a:gd name="connsiteY404" fmla="*/ 96759 h 357630"/>
              <a:gd name="connsiteX405" fmla="*/ 380029 w 937407"/>
              <a:gd name="connsiteY405" fmla="*/ 98062 h 357630"/>
              <a:gd name="connsiteX406" fmla="*/ 380970 w 937407"/>
              <a:gd name="connsiteY406" fmla="*/ 99368 h 357630"/>
              <a:gd name="connsiteX407" fmla="*/ 381906 w 937407"/>
              <a:gd name="connsiteY407" fmla="*/ 100678 h 357630"/>
              <a:gd name="connsiteX408" fmla="*/ 382846 w 937407"/>
              <a:gd name="connsiteY408" fmla="*/ 101992 h 357630"/>
              <a:gd name="connsiteX409" fmla="*/ 383782 w 937407"/>
              <a:gd name="connsiteY409" fmla="*/ 103309 h 357630"/>
              <a:gd name="connsiteX410" fmla="*/ 384722 w 937407"/>
              <a:gd name="connsiteY410" fmla="*/ 104629 h 357630"/>
              <a:gd name="connsiteX411" fmla="*/ 385658 w 937407"/>
              <a:gd name="connsiteY411" fmla="*/ 105953 h 357630"/>
              <a:gd name="connsiteX412" fmla="*/ 386599 w 937407"/>
              <a:gd name="connsiteY412" fmla="*/ 107279 h 357630"/>
              <a:gd name="connsiteX413" fmla="*/ 387534 w 937407"/>
              <a:gd name="connsiteY413" fmla="*/ 108608 h 357630"/>
              <a:gd name="connsiteX414" fmla="*/ 388475 w 937407"/>
              <a:gd name="connsiteY414" fmla="*/ 109940 h 357630"/>
              <a:gd name="connsiteX415" fmla="*/ 389416 w 937407"/>
              <a:gd name="connsiteY415" fmla="*/ 111274 h 357630"/>
              <a:gd name="connsiteX416" fmla="*/ 390351 w 937407"/>
              <a:gd name="connsiteY416" fmla="*/ 112611 h 357630"/>
              <a:gd name="connsiteX417" fmla="*/ 391292 w 937407"/>
              <a:gd name="connsiteY417" fmla="*/ 113950 h 357630"/>
              <a:gd name="connsiteX418" fmla="*/ 392227 w 937407"/>
              <a:gd name="connsiteY418" fmla="*/ 115292 h 357630"/>
              <a:gd name="connsiteX419" fmla="*/ 393168 w 937407"/>
              <a:gd name="connsiteY419" fmla="*/ 116635 h 357630"/>
              <a:gd name="connsiteX420" fmla="*/ 394104 w 937407"/>
              <a:gd name="connsiteY420" fmla="*/ 117981 h 357630"/>
              <a:gd name="connsiteX421" fmla="*/ 395044 w 937407"/>
              <a:gd name="connsiteY421" fmla="*/ 119328 h 357630"/>
              <a:gd name="connsiteX422" fmla="*/ 395980 w 937407"/>
              <a:gd name="connsiteY422" fmla="*/ 120678 h 357630"/>
              <a:gd name="connsiteX423" fmla="*/ 396921 w 937407"/>
              <a:gd name="connsiteY423" fmla="*/ 122028 h 357630"/>
              <a:gd name="connsiteX424" fmla="*/ 397856 w 937407"/>
              <a:gd name="connsiteY424" fmla="*/ 123381 h 357630"/>
              <a:gd name="connsiteX425" fmla="*/ 398797 w 937407"/>
              <a:gd name="connsiteY425" fmla="*/ 124735 h 357630"/>
              <a:gd name="connsiteX426" fmla="*/ 399737 w 937407"/>
              <a:gd name="connsiteY426" fmla="*/ 126090 h 357630"/>
              <a:gd name="connsiteX427" fmla="*/ 400673 w 937407"/>
              <a:gd name="connsiteY427" fmla="*/ 127446 h 357630"/>
              <a:gd name="connsiteX428" fmla="*/ 401614 w 937407"/>
              <a:gd name="connsiteY428" fmla="*/ 128803 h 357630"/>
              <a:gd name="connsiteX429" fmla="*/ 402549 w 937407"/>
              <a:gd name="connsiteY429" fmla="*/ 130162 h 357630"/>
              <a:gd name="connsiteX430" fmla="*/ 403490 w 937407"/>
              <a:gd name="connsiteY430" fmla="*/ 131521 h 357630"/>
              <a:gd name="connsiteX431" fmla="*/ 404426 w 937407"/>
              <a:gd name="connsiteY431" fmla="*/ 132881 h 357630"/>
              <a:gd name="connsiteX432" fmla="*/ 405366 w 937407"/>
              <a:gd name="connsiteY432" fmla="*/ 134242 h 357630"/>
              <a:gd name="connsiteX433" fmla="*/ 406302 w 937407"/>
              <a:gd name="connsiteY433" fmla="*/ 135603 h 357630"/>
              <a:gd name="connsiteX434" fmla="*/ 407243 w 937407"/>
              <a:gd name="connsiteY434" fmla="*/ 136964 h 357630"/>
              <a:gd name="connsiteX435" fmla="*/ 408178 w 937407"/>
              <a:gd name="connsiteY435" fmla="*/ 138326 h 357630"/>
              <a:gd name="connsiteX436" fmla="*/ 409119 w 937407"/>
              <a:gd name="connsiteY436" fmla="*/ 139688 h 357630"/>
              <a:gd name="connsiteX437" fmla="*/ 410054 w 937407"/>
              <a:gd name="connsiteY437" fmla="*/ 141050 h 357630"/>
              <a:gd name="connsiteX438" fmla="*/ 410995 w 937407"/>
              <a:gd name="connsiteY438" fmla="*/ 142412 h 357630"/>
              <a:gd name="connsiteX439" fmla="*/ 411936 w 937407"/>
              <a:gd name="connsiteY439" fmla="*/ 143774 h 357630"/>
              <a:gd name="connsiteX440" fmla="*/ 412871 w 937407"/>
              <a:gd name="connsiteY440" fmla="*/ 145135 h 357630"/>
              <a:gd name="connsiteX441" fmla="*/ 413812 w 937407"/>
              <a:gd name="connsiteY441" fmla="*/ 146497 h 357630"/>
              <a:gd name="connsiteX442" fmla="*/ 414748 w 937407"/>
              <a:gd name="connsiteY442" fmla="*/ 147858 h 357630"/>
              <a:gd name="connsiteX443" fmla="*/ 415688 w 937407"/>
              <a:gd name="connsiteY443" fmla="*/ 149218 h 357630"/>
              <a:gd name="connsiteX444" fmla="*/ 416624 w 937407"/>
              <a:gd name="connsiteY444" fmla="*/ 150577 h 357630"/>
              <a:gd name="connsiteX445" fmla="*/ 417564 w 937407"/>
              <a:gd name="connsiteY445" fmla="*/ 151936 h 357630"/>
              <a:gd name="connsiteX446" fmla="*/ 418500 w 937407"/>
              <a:gd name="connsiteY446" fmla="*/ 153295 h 357630"/>
              <a:gd name="connsiteX447" fmla="*/ 419441 w 937407"/>
              <a:gd name="connsiteY447" fmla="*/ 154652 h 357630"/>
              <a:gd name="connsiteX448" fmla="*/ 420376 w 937407"/>
              <a:gd name="connsiteY448" fmla="*/ 156008 h 357630"/>
              <a:gd name="connsiteX449" fmla="*/ 421317 w 937407"/>
              <a:gd name="connsiteY449" fmla="*/ 157363 h 357630"/>
              <a:gd name="connsiteX450" fmla="*/ 422258 w 937407"/>
              <a:gd name="connsiteY450" fmla="*/ 158716 h 357630"/>
              <a:gd name="connsiteX451" fmla="*/ 423193 w 937407"/>
              <a:gd name="connsiteY451" fmla="*/ 160069 h 357630"/>
              <a:gd name="connsiteX452" fmla="*/ 424134 w 937407"/>
              <a:gd name="connsiteY452" fmla="*/ 161419 h 357630"/>
              <a:gd name="connsiteX453" fmla="*/ 425069 w 937407"/>
              <a:gd name="connsiteY453" fmla="*/ 162769 h 357630"/>
              <a:gd name="connsiteX454" fmla="*/ 426010 w 937407"/>
              <a:gd name="connsiteY454" fmla="*/ 164116 h 357630"/>
              <a:gd name="connsiteX455" fmla="*/ 426946 w 937407"/>
              <a:gd name="connsiteY455" fmla="*/ 165462 h 357630"/>
              <a:gd name="connsiteX456" fmla="*/ 427886 w 937407"/>
              <a:gd name="connsiteY456" fmla="*/ 166806 h 357630"/>
              <a:gd name="connsiteX457" fmla="*/ 428822 w 937407"/>
              <a:gd name="connsiteY457" fmla="*/ 168148 h 357630"/>
              <a:gd name="connsiteX458" fmla="*/ 429763 w 937407"/>
              <a:gd name="connsiteY458" fmla="*/ 169488 h 357630"/>
              <a:gd name="connsiteX459" fmla="*/ 430698 w 937407"/>
              <a:gd name="connsiteY459" fmla="*/ 170826 h 357630"/>
              <a:gd name="connsiteX460" fmla="*/ 431639 w 937407"/>
              <a:gd name="connsiteY460" fmla="*/ 172162 h 357630"/>
              <a:gd name="connsiteX461" fmla="*/ 432579 w 937407"/>
              <a:gd name="connsiteY461" fmla="*/ 173495 h 357630"/>
              <a:gd name="connsiteX462" fmla="*/ 433515 w 937407"/>
              <a:gd name="connsiteY462" fmla="*/ 174826 h 357630"/>
              <a:gd name="connsiteX463" fmla="*/ 434456 w 937407"/>
              <a:gd name="connsiteY463" fmla="*/ 176155 h 357630"/>
              <a:gd name="connsiteX464" fmla="*/ 435391 w 937407"/>
              <a:gd name="connsiteY464" fmla="*/ 177481 h 357630"/>
              <a:gd name="connsiteX465" fmla="*/ 436332 w 937407"/>
              <a:gd name="connsiteY465" fmla="*/ 178804 h 357630"/>
              <a:gd name="connsiteX466" fmla="*/ 437268 w 937407"/>
              <a:gd name="connsiteY466" fmla="*/ 180125 h 357630"/>
              <a:gd name="connsiteX467" fmla="*/ 438208 w 937407"/>
              <a:gd name="connsiteY467" fmla="*/ 181443 h 357630"/>
              <a:gd name="connsiteX468" fmla="*/ 439144 w 937407"/>
              <a:gd name="connsiteY468" fmla="*/ 182758 h 357630"/>
              <a:gd name="connsiteX469" fmla="*/ 440084 w 937407"/>
              <a:gd name="connsiteY469" fmla="*/ 184070 h 357630"/>
              <a:gd name="connsiteX470" fmla="*/ 441020 w 937407"/>
              <a:gd name="connsiteY470" fmla="*/ 185379 h 357630"/>
              <a:gd name="connsiteX471" fmla="*/ 441961 w 937407"/>
              <a:gd name="connsiteY471" fmla="*/ 186685 h 357630"/>
              <a:gd name="connsiteX472" fmla="*/ 442901 w 937407"/>
              <a:gd name="connsiteY472" fmla="*/ 187988 h 357630"/>
              <a:gd name="connsiteX473" fmla="*/ 443837 w 937407"/>
              <a:gd name="connsiteY473" fmla="*/ 189287 h 357630"/>
              <a:gd name="connsiteX474" fmla="*/ 444778 w 937407"/>
              <a:gd name="connsiteY474" fmla="*/ 190584 h 357630"/>
              <a:gd name="connsiteX475" fmla="*/ 445713 w 937407"/>
              <a:gd name="connsiteY475" fmla="*/ 191876 h 357630"/>
              <a:gd name="connsiteX476" fmla="*/ 446654 w 937407"/>
              <a:gd name="connsiteY476" fmla="*/ 193164 h 357630"/>
              <a:gd name="connsiteX477" fmla="*/ 447590 w 937407"/>
              <a:gd name="connsiteY477" fmla="*/ 194451 h 357630"/>
              <a:gd name="connsiteX478" fmla="*/ 448530 w 937407"/>
              <a:gd name="connsiteY478" fmla="*/ 195733 h 357630"/>
              <a:gd name="connsiteX479" fmla="*/ 449466 w 937407"/>
              <a:gd name="connsiteY479" fmla="*/ 197010 h 357630"/>
              <a:gd name="connsiteX480" fmla="*/ 450406 w 937407"/>
              <a:gd name="connsiteY480" fmla="*/ 198282 h 357630"/>
              <a:gd name="connsiteX481" fmla="*/ 451342 w 937407"/>
              <a:gd name="connsiteY481" fmla="*/ 199555 h 357630"/>
              <a:gd name="connsiteX482" fmla="*/ 452283 w 937407"/>
              <a:gd name="connsiteY482" fmla="*/ 200822 h 357630"/>
              <a:gd name="connsiteX483" fmla="*/ 453218 w 937407"/>
              <a:gd name="connsiteY483" fmla="*/ 202084 h 357630"/>
              <a:gd name="connsiteX484" fmla="*/ 454159 w 937407"/>
              <a:gd name="connsiteY484" fmla="*/ 203342 h 357630"/>
              <a:gd name="connsiteX485" fmla="*/ 455099 w 937407"/>
              <a:gd name="connsiteY485" fmla="*/ 204594 h 357630"/>
              <a:gd name="connsiteX486" fmla="*/ 456035 w 937407"/>
              <a:gd name="connsiteY486" fmla="*/ 205847 h 357630"/>
              <a:gd name="connsiteX487" fmla="*/ 456976 w 937407"/>
              <a:gd name="connsiteY487" fmla="*/ 207089 h 357630"/>
              <a:gd name="connsiteX488" fmla="*/ 457911 w 937407"/>
              <a:gd name="connsiteY488" fmla="*/ 208332 h 357630"/>
              <a:gd name="connsiteX489" fmla="*/ 458852 w 937407"/>
              <a:gd name="connsiteY489" fmla="*/ 209570 h 357630"/>
              <a:gd name="connsiteX490" fmla="*/ 459788 w 937407"/>
              <a:gd name="connsiteY490" fmla="*/ 210802 h 357630"/>
              <a:gd name="connsiteX491" fmla="*/ 460728 w 937407"/>
              <a:gd name="connsiteY491" fmla="*/ 212030 h 357630"/>
              <a:gd name="connsiteX492" fmla="*/ 461664 w 937407"/>
              <a:gd name="connsiteY492" fmla="*/ 213253 h 357630"/>
              <a:gd name="connsiteX493" fmla="*/ 462605 w 937407"/>
              <a:gd name="connsiteY493" fmla="*/ 214471 h 357630"/>
              <a:gd name="connsiteX494" fmla="*/ 463540 w 937407"/>
              <a:gd name="connsiteY494" fmla="*/ 215689 h 357630"/>
              <a:gd name="connsiteX495" fmla="*/ 464481 w 937407"/>
              <a:gd name="connsiteY495" fmla="*/ 216896 h 357630"/>
              <a:gd name="connsiteX496" fmla="*/ 465421 w 937407"/>
              <a:gd name="connsiteY496" fmla="*/ 218099 h 357630"/>
              <a:gd name="connsiteX497" fmla="*/ 466357 w 937407"/>
              <a:gd name="connsiteY497" fmla="*/ 219302 h 357630"/>
              <a:gd name="connsiteX498" fmla="*/ 467298 w 937407"/>
              <a:gd name="connsiteY498" fmla="*/ 220496 h 357630"/>
              <a:gd name="connsiteX499" fmla="*/ 468233 w 937407"/>
              <a:gd name="connsiteY499" fmla="*/ 221684 h 357630"/>
              <a:gd name="connsiteX500" fmla="*/ 469174 w 937407"/>
              <a:gd name="connsiteY500" fmla="*/ 222872 h 357630"/>
              <a:gd name="connsiteX501" fmla="*/ 470110 w 937407"/>
              <a:gd name="connsiteY501" fmla="*/ 224050 h 357630"/>
              <a:gd name="connsiteX502" fmla="*/ 471050 w 937407"/>
              <a:gd name="connsiteY502" fmla="*/ 225223 h 357630"/>
              <a:gd name="connsiteX503" fmla="*/ 471986 w 937407"/>
              <a:gd name="connsiteY503" fmla="*/ 226392 h 357630"/>
              <a:gd name="connsiteX504" fmla="*/ 472926 w 937407"/>
              <a:gd name="connsiteY504" fmla="*/ 227560 h 357630"/>
              <a:gd name="connsiteX505" fmla="*/ 473862 w 937407"/>
              <a:gd name="connsiteY505" fmla="*/ 228718 h 357630"/>
              <a:gd name="connsiteX506" fmla="*/ 474803 w 937407"/>
              <a:gd name="connsiteY506" fmla="*/ 229872 h 357630"/>
              <a:gd name="connsiteX507" fmla="*/ 475743 w 937407"/>
              <a:gd name="connsiteY507" fmla="*/ 231020 h 357630"/>
              <a:gd name="connsiteX508" fmla="*/ 476679 w 937407"/>
              <a:gd name="connsiteY508" fmla="*/ 232164 h 357630"/>
              <a:gd name="connsiteX509" fmla="*/ 477620 w 937407"/>
              <a:gd name="connsiteY509" fmla="*/ 233298 h 357630"/>
              <a:gd name="connsiteX510" fmla="*/ 478555 w 937407"/>
              <a:gd name="connsiteY510" fmla="*/ 234431 h 357630"/>
              <a:gd name="connsiteX511" fmla="*/ 479496 w 937407"/>
              <a:gd name="connsiteY511" fmla="*/ 235560 h 357630"/>
              <a:gd name="connsiteX512" fmla="*/ 480431 w 937407"/>
              <a:gd name="connsiteY512" fmla="*/ 236679 h 357630"/>
              <a:gd name="connsiteX513" fmla="*/ 481372 w 937407"/>
              <a:gd name="connsiteY513" fmla="*/ 237798 h 357630"/>
              <a:gd name="connsiteX514" fmla="*/ 482308 w 937407"/>
              <a:gd name="connsiteY514" fmla="*/ 238907 h 357630"/>
              <a:gd name="connsiteX515" fmla="*/ 483248 w 937407"/>
              <a:gd name="connsiteY515" fmla="*/ 240011 h 357630"/>
              <a:gd name="connsiteX516" fmla="*/ 484184 w 937407"/>
              <a:gd name="connsiteY516" fmla="*/ 241110 h 357630"/>
              <a:gd name="connsiteX517" fmla="*/ 485125 w 937407"/>
              <a:gd name="connsiteY517" fmla="*/ 242204 h 357630"/>
              <a:gd name="connsiteX518" fmla="*/ 486065 w 937407"/>
              <a:gd name="connsiteY518" fmla="*/ 243288 h 357630"/>
              <a:gd name="connsiteX519" fmla="*/ 487001 w 937407"/>
              <a:gd name="connsiteY519" fmla="*/ 244372 h 357630"/>
              <a:gd name="connsiteX520" fmla="*/ 487942 w 937407"/>
              <a:gd name="connsiteY520" fmla="*/ 245446 h 357630"/>
              <a:gd name="connsiteX521" fmla="*/ 488877 w 937407"/>
              <a:gd name="connsiteY521" fmla="*/ 246516 h 357630"/>
              <a:gd name="connsiteX522" fmla="*/ 489818 w 937407"/>
              <a:gd name="connsiteY522" fmla="*/ 247580 h 357630"/>
              <a:gd name="connsiteX523" fmla="*/ 490753 w 937407"/>
              <a:gd name="connsiteY523" fmla="*/ 248639 h 357630"/>
              <a:gd name="connsiteX524" fmla="*/ 491694 w 937407"/>
              <a:gd name="connsiteY524" fmla="*/ 249689 h 357630"/>
              <a:gd name="connsiteX525" fmla="*/ 492630 w 937407"/>
              <a:gd name="connsiteY525" fmla="*/ 250733 h 357630"/>
              <a:gd name="connsiteX526" fmla="*/ 493570 w 937407"/>
              <a:gd name="connsiteY526" fmla="*/ 251778 h 357630"/>
              <a:gd name="connsiteX527" fmla="*/ 494506 w 937407"/>
              <a:gd name="connsiteY527" fmla="*/ 252813 h 357630"/>
              <a:gd name="connsiteX528" fmla="*/ 495447 w 937407"/>
              <a:gd name="connsiteY528" fmla="*/ 253837 h 357630"/>
              <a:gd name="connsiteX529" fmla="*/ 496387 w 937407"/>
              <a:gd name="connsiteY529" fmla="*/ 254862 h 357630"/>
              <a:gd name="connsiteX530" fmla="*/ 497323 w 937407"/>
              <a:gd name="connsiteY530" fmla="*/ 255877 h 357630"/>
              <a:gd name="connsiteX531" fmla="*/ 498263 w 937407"/>
              <a:gd name="connsiteY531" fmla="*/ 256887 h 357630"/>
              <a:gd name="connsiteX532" fmla="*/ 499199 w 937407"/>
              <a:gd name="connsiteY532" fmla="*/ 257892 h 357630"/>
              <a:gd name="connsiteX533" fmla="*/ 500140 w 937407"/>
              <a:gd name="connsiteY533" fmla="*/ 258887 h 357630"/>
              <a:gd name="connsiteX534" fmla="*/ 501075 w 937407"/>
              <a:gd name="connsiteY534" fmla="*/ 259882 h 357630"/>
              <a:gd name="connsiteX535" fmla="*/ 502016 w 937407"/>
              <a:gd name="connsiteY535" fmla="*/ 260867 h 357630"/>
              <a:gd name="connsiteX536" fmla="*/ 502952 w 937407"/>
              <a:gd name="connsiteY536" fmla="*/ 261848 h 357630"/>
              <a:gd name="connsiteX537" fmla="*/ 503892 w 937407"/>
              <a:gd name="connsiteY537" fmla="*/ 262818 h 357630"/>
              <a:gd name="connsiteX538" fmla="*/ 504828 w 937407"/>
              <a:gd name="connsiteY538" fmla="*/ 263788 h 357630"/>
              <a:gd name="connsiteX539" fmla="*/ 505768 w 937407"/>
              <a:gd name="connsiteY539" fmla="*/ 264749 h 357630"/>
              <a:gd name="connsiteX540" fmla="*/ 506704 w 937407"/>
              <a:gd name="connsiteY540" fmla="*/ 265704 h 357630"/>
              <a:gd name="connsiteX541" fmla="*/ 507645 w 937407"/>
              <a:gd name="connsiteY541" fmla="*/ 266650 h 357630"/>
              <a:gd name="connsiteX542" fmla="*/ 508585 w 937407"/>
              <a:gd name="connsiteY542" fmla="*/ 267590 h 357630"/>
              <a:gd name="connsiteX543" fmla="*/ 509521 w 937407"/>
              <a:gd name="connsiteY543" fmla="*/ 268526 h 357630"/>
              <a:gd name="connsiteX544" fmla="*/ 510462 w 937407"/>
              <a:gd name="connsiteY544" fmla="*/ 269457 h 357630"/>
              <a:gd name="connsiteX545" fmla="*/ 511397 w 937407"/>
              <a:gd name="connsiteY545" fmla="*/ 270382 h 357630"/>
              <a:gd name="connsiteX546" fmla="*/ 512338 w 937407"/>
              <a:gd name="connsiteY546" fmla="*/ 271298 h 357630"/>
              <a:gd name="connsiteX547" fmla="*/ 513273 w 937407"/>
              <a:gd name="connsiteY547" fmla="*/ 272209 h 357630"/>
              <a:gd name="connsiteX548" fmla="*/ 514214 w 937407"/>
              <a:gd name="connsiteY548" fmla="*/ 273115 h 357630"/>
              <a:gd name="connsiteX549" fmla="*/ 515150 w 937407"/>
              <a:gd name="connsiteY549" fmla="*/ 274011 h 357630"/>
              <a:gd name="connsiteX550" fmla="*/ 516090 w 937407"/>
              <a:gd name="connsiteY550" fmla="*/ 274902 h 357630"/>
              <a:gd name="connsiteX551" fmla="*/ 517026 w 937407"/>
              <a:gd name="connsiteY551" fmla="*/ 275788 h 357630"/>
              <a:gd name="connsiteX552" fmla="*/ 517967 w 937407"/>
              <a:gd name="connsiteY552" fmla="*/ 276669 h 357630"/>
              <a:gd name="connsiteX553" fmla="*/ 518907 w 937407"/>
              <a:gd name="connsiteY553" fmla="*/ 277541 h 357630"/>
              <a:gd name="connsiteX554" fmla="*/ 519843 w 937407"/>
              <a:gd name="connsiteY554" fmla="*/ 278412 h 357630"/>
              <a:gd name="connsiteX555" fmla="*/ 520783 w 937407"/>
              <a:gd name="connsiteY555" fmla="*/ 279268 h 357630"/>
              <a:gd name="connsiteX556" fmla="*/ 521719 w 937407"/>
              <a:gd name="connsiteY556" fmla="*/ 280125 h 357630"/>
              <a:gd name="connsiteX557" fmla="*/ 522660 w 937407"/>
              <a:gd name="connsiteY557" fmla="*/ 280971 h 357630"/>
              <a:gd name="connsiteX558" fmla="*/ 523595 w 937407"/>
              <a:gd name="connsiteY558" fmla="*/ 281813 h 357630"/>
              <a:gd name="connsiteX559" fmla="*/ 524536 w 937407"/>
              <a:gd name="connsiteY559" fmla="*/ 282650 h 357630"/>
              <a:gd name="connsiteX560" fmla="*/ 525472 w 937407"/>
              <a:gd name="connsiteY560" fmla="*/ 283481 h 357630"/>
              <a:gd name="connsiteX561" fmla="*/ 526412 w 937407"/>
              <a:gd name="connsiteY561" fmla="*/ 284303 h 357630"/>
              <a:gd name="connsiteX562" fmla="*/ 527348 w 937407"/>
              <a:gd name="connsiteY562" fmla="*/ 285120 h 357630"/>
              <a:gd name="connsiteX563" fmla="*/ 528289 w 937407"/>
              <a:gd name="connsiteY563" fmla="*/ 285927 h 357630"/>
              <a:gd name="connsiteX564" fmla="*/ 529229 w 937407"/>
              <a:gd name="connsiteY564" fmla="*/ 286734 h 357630"/>
              <a:gd name="connsiteX565" fmla="*/ 530165 w 937407"/>
              <a:gd name="connsiteY565" fmla="*/ 287531 h 357630"/>
              <a:gd name="connsiteX566" fmla="*/ 531105 w 937407"/>
              <a:gd name="connsiteY566" fmla="*/ 288323 h 357630"/>
              <a:gd name="connsiteX567" fmla="*/ 532041 w 937407"/>
              <a:gd name="connsiteY567" fmla="*/ 289110 h 357630"/>
              <a:gd name="connsiteX568" fmla="*/ 532982 w 937407"/>
              <a:gd name="connsiteY568" fmla="*/ 289887 h 357630"/>
              <a:gd name="connsiteX569" fmla="*/ 533917 w 937407"/>
              <a:gd name="connsiteY569" fmla="*/ 290660 h 357630"/>
              <a:gd name="connsiteX570" fmla="*/ 534858 w 937407"/>
              <a:gd name="connsiteY570" fmla="*/ 291427 h 357630"/>
              <a:gd name="connsiteX571" fmla="*/ 535794 w 937407"/>
              <a:gd name="connsiteY571" fmla="*/ 292189 h 357630"/>
              <a:gd name="connsiteX572" fmla="*/ 536734 w 937407"/>
              <a:gd name="connsiteY572" fmla="*/ 292942 h 357630"/>
              <a:gd name="connsiteX573" fmla="*/ 537670 w 937407"/>
              <a:gd name="connsiteY573" fmla="*/ 293689 h 357630"/>
              <a:gd name="connsiteX574" fmla="*/ 538610 w 937407"/>
              <a:gd name="connsiteY574" fmla="*/ 294432 h 357630"/>
              <a:gd name="connsiteX575" fmla="*/ 539551 w 937407"/>
              <a:gd name="connsiteY575" fmla="*/ 295170 h 357630"/>
              <a:gd name="connsiteX576" fmla="*/ 540487 w 937407"/>
              <a:gd name="connsiteY576" fmla="*/ 295897 h 357630"/>
              <a:gd name="connsiteX577" fmla="*/ 541427 w 937407"/>
              <a:gd name="connsiteY577" fmla="*/ 296620 h 357630"/>
              <a:gd name="connsiteX578" fmla="*/ 542363 w 937407"/>
              <a:gd name="connsiteY578" fmla="*/ 297338 h 357630"/>
              <a:gd name="connsiteX579" fmla="*/ 543304 w 937407"/>
              <a:gd name="connsiteY579" fmla="*/ 298051 h 357630"/>
              <a:gd name="connsiteX580" fmla="*/ 544239 w 937407"/>
              <a:gd name="connsiteY580" fmla="*/ 298754 h 357630"/>
              <a:gd name="connsiteX581" fmla="*/ 545180 w 937407"/>
              <a:gd name="connsiteY581" fmla="*/ 299457 h 357630"/>
              <a:gd name="connsiteX582" fmla="*/ 546115 w 937407"/>
              <a:gd name="connsiteY582" fmla="*/ 300150 h 357630"/>
              <a:gd name="connsiteX583" fmla="*/ 547056 w 937407"/>
              <a:gd name="connsiteY583" fmla="*/ 300833 h 357630"/>
              <a:gd name="connsiteX584" fmla="*/ 547992 w 937407"/>
              <a:gd name="connsiteY584" fmla="*/ 301516 h 357630"/>
              <a:gd name="connsiteX585" fmla="*/ 548932 w 937407"/>
              <a:gd name="connsiteY585" fmla="*/ 302190 h 357630"/>
              <a:gd name="connsiteX586" fmla="*/ 549868 w 937407"/>
              <a:gd name="connsiteY586" fmla="*/ 302863 h 357630"/>
              <a:gd name="connsiteX587" fmla="*/ 550809 w 937407"/>
              <a:gd name="connsiteY587" fmla="*/ 303526 h 357630"/>
              <a:gd name="connsiteX588" fmla="*/ 551749 w 937407"/>
              <a:gd name="connsiteY588" fmla="*/ 304180 h 357630"/>
              <a:gd name="connsiteX589" fmla="*/ 552685 w 937407"/>
              <a:gd name="connsiteY589" fmla="*/ 304833 h 357630"/>
              <a:gd name="connsiteX590" fmla="*/ 553625 w 937407"/>
              <a:gd name="connsiteY590" fmla="*/ 305477 h 357630"/>
              <a:gd name="connsiteX591" fmla="*/ 554561 w 937407"/>
              <a:gd name="connsiteY591" fmla="*/ 306120 h 357630"/>
              <a:gd name="connsiteX592" fmla="*/ 555502 w 937407"/>
              <a:gd name="connsiteY592" fmla="*/ 306754 h 357630"/>
              <a:gd name="connsiteX593" fmla="*/ 556437 w 937407"/>
              <a:gd name="connsiteY593" fmla="*/ 307383 h 357630"/>
              <a:gd name="connsiteX594" fmla="*/ 557378 w 937407"/>
              <a:gd name="connsiteY594" fmla="*/ 308001 h 357630"/>
              <a:gd name="connsiteX595" fmla="*/ 558314 w 937407"/>
              <a:gd name="connsiteY595" fmla="*/ 308620 h 357630"/>
              <a:gd name="connsiteX596" fmla="*/ 559254 w 937407"/>
              <a:gd name="connsiteY596" fmla="*/ 309229 h 357630"/>
              <a:gd name="connsiteX597" fmla="*/ 560190 w 937407"/>
              <a:gd name="connsiteY597" fmla="*/ 309838 h 357630"/>
              <a:gd name="connsiteX598" fmla="*/ 561130 w 937407"/>
              <a:gd name="connsiteY598" fmla="*/ 310437 h 357630"/>
              <a:gd name="connsiteX599" fmla="*/ 562071 w 937407"/>
              <a:gd name="connsiteY599" fmla="*/ 311031 h 357630"/>
              <a:gd name="connsiteX600" fmla="*/ 563007 w 937407"/>
              <a:gd name="connsiteY600" fmla="*/ 311615 h 357630"/>
              <a:gd name="connsiteX601" fmla="*/ 563947 w 937407"/>
              <a:gd name="connsiteY601" fmla="*/ 312200 h 357630"/>
              <a:gd name="connsiteX602" fmla="*/ 564883 w 937407"/>
              <a:gd name="connsiteY602" fmla="*/ 312774 h 357630"/>
              <a:gd name="connsiteX603" fmla="*/ 565824 w 937407"/>
              <a:gd name="connsiteY603" fmla="*/ 313348 h 357630"/>
              <a:gd name="connsiteX604" fmla="*/ 566759 w 937407"/>
              <a:gd name="connsiteY604" fmla="*/ 313912 h 357630"/>
              <a:gd name="connsiteX605" fmla="*/ 567700 w 937407"/>
              <a:gd name="connsiteY605" fmla="*/ 314472 h 357630"/>
              <a:gd name="connsiteX606" fmla="*/ 568636 w 937407"/>
              <a:gd name="connsiteY606" fmla="*/ 315026 h 357630"/>
              <a:gd name="connsiteX607" fmla="*/ 569576 w 937407"/>
              <a:gd name="connsiteY607" fmla="*/ 315576 h 357630"/>
              <a:gd name="connsiteX608" fmla="*/ 570512 w 937407"/>
              <a:gd name="connsiteY608" fmla="*/ 316120 h 357630"/>
              <a:gd name="connsiteX609" fmla="*/ 571452 w 937407"/>
              <a:gd name="connsiteY609" fmla="*/ 316660 h 357630"/>
              <a:gd name="connsiteX610" fmla="*/ 572393 w 937407"/>
              <a:gd name="connsiteY610" fmla="*/ 317190 h 357630"/>
              <a:gd name="connsiteX611" fmla="*/ 573329 w 937407"/>
              <a:gd name="connsiteY611" fmla="*/ 317719 h 357630"/>
              <a:gd name="connsiteX612" fmla="*/ 574269 w 937407"/>
              <a:gd name="connsiteY612" fmla="*/ 318244 h 357630"/>
              <a:gd name="connsiteX613" fmla="*/ 575205 w 937407"/>
              <a:gd name="connsiteY613" fmla="*/ 318759 h 357630"/>
              <a:gd name="connsiteX614" fmla="*/ 576146 w 937407"/>
              <a:gd name="connsiteY614" fmla="*/ 319269 h 357630"/>
              <a:gd name="connsiteX615" fmla="*/ 577081 w 937407"/>
              <a:gd name="connsiteY615" fmla="*/ 319779 h 357630"/>
              <a:gd name="connsiteX616" fmla="*/ 578022 w 937407"/>
              <a:gd name="connsiteY616" fmla="*/ 320279 h 357630"/>
              <a:gd name="connsiteX617" fmla="*/ 578957 w 937407"/>
              <a:gd name="connsiteY617" fmla="*/ 320774 h 357630"/>
              <a:gd name="connsiteX618" fmla="*/ 579898 w 937407"/>
              <a:gd name="connsiteY618" fmla="*/ 321264 h 357630"/>
              <a:gd name="connsiteX619" fmla="*/ 580834 w 937407"/>
              <a:gd name="connsiteY619" fmla="*/ 321749 h 357630"/>
              <a:gd name="connsiteX620" fmla="*/ 581774 w 937407"/>
              <a:gd name="connsiteY620" fmla="*/ 322234 h 357630"/>
              <a:gd name="connsiteX621" fmla="*/ 582715 w 937407"/>
              <a:gd name="connsiteY621" fmla="*/ 322710 h 357630"/>
              <a:gd name="connsiteX622" fmla="*/ 583651 w 937407"/>
              <a:gd name="connsiteY622" fmla="*/ 323180 h 357630"/>
              <a:gd name="connsiteX623" fmla="*/ 584591 w 937407"/>
              <a:gd name="connsiteY623" fmla="*/ 323645 h 357630"/>
              <a:gd name="connsiteX624" fmla="*/ 585527 w 937407"/>
              <a:gd name="connsiteY624" fmla="*/ 324106 h 357630"/>
              <a:gd name="connsiteX625" fmla="*/ 586467 w 937407"/>
              <a:gd name="connsiteY625" fmla="*/ 324561 h 357630"/>
              <a:gd name="connsiteX626" fmla="*/ 587403 w 937407"/>
              <a:gd name="connsiteY626" fmla="*/ 325012 h 357630"/>
              <a:gd name="connsiteX627" fmla="*/ 588344 w 937407"/>
              <a:gd name="connsiteY627" fmla="*/ 325457 h 357630"/>
              <a:gd name="connsiteX628" fmla="*/ 589279 w 937407"/>
              <a:gd name="connsiteY628" fmla="*/ 325898 h 357630"/>
              <a:gd name="connsiteX629" fmla="*/ 590220 w 937407"/>
              <a:gd name="connsiteY629" fmla="*/ 326333 h 357630"/>
              <a:gd name="connsiteX630" fmla="*/ 591156 w 937407"/>
              <a:gd name="connsiteY630" fmla="*/ 326764 h 357630"/>
              <a:gd name="connsiteX631" fmla="*/ 592096 w 937407"/>
              <a:gd name="connsiteY631" fmla="*/ 327195 h 357630"/>
              <a:gd name="connsiteX632" fmla="*/ 593032 w 937407"/>
              <a:gd name="connsiteY632" fmla="*/ 327616 h 357630"/>
              <a:gd name="connsiteX633" fmla="*/ 593972 w 937407"/>
              <a:gd name="connsiteY633" fmla="*/ 328031 h 357630"/>
              <a:gd name="connsiteX634" fmla="*/ 594913 w 937407"/>
              <a:gd name="connsiteY634" fmla="*/ 328442 h 357630"/>
              <a:gd name="connsiteX635" fmla="*/ 595849 w 937407"/>
              <a:gd name="connsiteY635" fmla="*/ 328853 h 357630"/>
              <a:gd name="connsiteX636" fmla="*/ 596789 w 937407"/>
              <a:gd name="connsiteY636" fmla="*/ 329254 h 357630"/>
              <a:gd name="connsiteX637" fmla="*/ 597725 w 937407"/>
              <a:gd name="connsiteY637" fmla="*/ 329655 h 357630"/>
              <a:gd name="connsiteX638" fmla="*/ 598666 w 937407"/>
              <a:gd name="connsiteY638" fmla="*/ 330051 h 357630"/>
              <a:gd name="connsiteX639" fmla="*/ 599601 w 937407"/>
              <a:gd name="connsiteY639" fmla="*/ 330437 h 357630"/>
              <a:gd name="connsiteX640" fmla="*/ 600542 w 937407"/>
              <a:gd name="connsiteY640" fmla="*/ 330824 h 357630"/>
              <a:gd name="connsiteX641" fmla="*/ 601478 w 937407"/>
              <a:gd name="connsiteY641" fmla="*/ 331205 h 357630"/>
              <a:gd name="connsiteX642" fmla="*/ 602418 w 937407"/>
              <a:gd name="connsiteY642" fmla="*/ 331581 h 357630"/>
              <a:gd name="connsiteX643" fmla="*/ 603354 w 937407"/>
              <a:gd name="connsiteY643" fmla="*/ 331957 h 357630"/>
              <a:gd name="connsiteX644" fmla="*/ 604294 w 937407"/>
              <a:gd name="connsiteY644" fmla="*/ 332324 h 357630"/>
              <a:gd name="connsiteX645" fmla="*/ 605235 w 937407"/>
              <a:gd name="connsiteY645" fmla="*/ 332685 h 357630"/>
              <a:gd name="connsiteX646" fmla="*/ 606171 w 937407"/>
              <a:gd name="connsiteY646" fmla="*/ 333046 h 357630"/>
              <a:gd name="connsiteX647" fmla="*/ 607111 w 937407"/>
              <a:gd name="connsiteY647" fmla="*/ 333403 h 357630"/>
              <a:gd name="connsiteX648" fmla="*/ 608047 w 937407"/>
              <a:gd name="connsiteY648" fmla="*/ 333754 h 357630"/>
              <a:gd name="connsiteX649" fmla="*/ 608988 w 937407"/>
              <a:gd name="connsiteY649" fmla="*/ 334101 h 357630"/>
              <a:gd name="connsiteX650" fmla="*/ 609923 w 937407"/>
              <a:gd name="connsiteY650" fmla="*/ 334442 h 357630"/>
              <a:gd name="connsiteX651" fmla="*/ 610864 w 937407"/>
              <a:gd name="connsiteY651" fmla="*/ 334779 h 357630"/>
              <a:gd name="connsiteX652" fmla="*/ 611799 w 937407"/>
              <a:gd name="connsiteY652" fmla="*/ 335116 h 357630"/>
              <a:gd name="connsiteX653" fmla="*/ 612740 w 937407"/>
              <a:gd name="connsiteY653" fmla="*/ 335447 h 357630"/>
              <a:gd name="connsiteX654" fmla="*/ 613676 w 937407"/>
              <a:gd name="connsiteY654" fmla="*/ 335774 h 357630"/>
              <a:gd name="connsiteX655" fmla="*/ 614616 w 937407"/>
              <a:gd name="connsiteY655" fmla="*/ 336096 h 357630"/>
              <a:gd name="connsiteX656" fmla="*/ 615557 w 937407"/>
              <a:gd name="connsiteY656" fmla="*/ 336413 h 357630"/>
              <a:gd name="connsiteX657" fmla="*/ 616493 w 937407"/>
              <a:gd name="connsiteY657" fmla="*/ 336729 h 357630"/>
              <a:gd name="connsiteX658" fmla="*/ 617433 w 937407"/>
              <a:gd name="connsiteY658" fmla="*/ 337041 h 357630"/>
              <a:gd name="connsiteX659" fmla="*/ 618369 w 937407"/>
              <a:gd name="connsiteY659" fmla="*/ 337348 h 357630"/>
              <a:gd name="connsiteX660" fmla="*/ 619309 w 937407"/>
              <a:gd name="connsiteY660" fmla="*/ 337650 h 357630"/>
              <a:gd name="connsiteX661" fmla="*/ 620245 w 937407"/>
              <a:gd name="connsiteY661" fmla="*/ 337952 h 357630"/>
              <a:gd name="connsiteX662" fmla="*/ 621186 w 937407"/>
              <a:gd name="connsiteY662" fmla="*/ 338244 h 357630"/>
              <a:gd name="connsiteX663" fmla="*/ 622121 w 937407"/>
              <a:gd name="connsiteY663" fmla="*/ 338536 h 357630"/>
              <a:gd name="connsiteX664" fmla="*/ 623062 w 937407"/>
              <a:gd name="connsiteY664" fmla="*/ 338829 h 357630"/>
              <a:gd name="connsiteX665" fmla="*/ 623998 w 937407"/>
              <a:gd name="connsiteY665" fmla="*/ 339111 h 357630"/>
              <a:gd name="connsiteX666" fmla="*/ 624938 w 937407"/>
              <a:gd name="connsiteY666" fmla="*/ 339393 h 357630"/>
              <a:gd name="connsiteX667" fmla="*/ 625879 w 937407"/>
              <a:gd name="connsiteY667" fmla="*/ 339670 h 357630"/>
              <a:gd name="connsiteX668" fmla="*/ 626814 w 937407"/>
              <a:gd name="connsiteY668" fmla="*/ 339947 h 357630"/>
              <a:gd name="connsiteX669" fmla="*/ 627755 w 937407"/>
              <a:gd name="connsiteY669" fmla="*/ 340215 h 357630"/>
              <a:gd name="connsiteX670" fmla="*/ 628691 w 937407"/>
              <a:gd name="connsiteY670" fmla="*/ 340482 h 357630"/>
              <a:gd name="connsiteX671" fmla="*/ 629631 w 937407"/>
              <a:gd name="connsiteY671" fmla="*/ 340749 h 357630"/>
              <a:gd name="connsiteX672" fmla="*/ 630567 w 937407"/>
              <a:gd name="connsiteY672" fmla="*/ 341007 h 357630"/>
              <a:gd name="connsiteX673" fmla="*/ 631508 w 937407"/>
              <a:gd name="connsiteY673" fmla="*/ 341264 h 357630"/>
              <a:gd name="connsiteX674" fmla="*/ 632443 w 937407"/>
              <a:gd name="connsiteY674" fmla="*/ 341517 h 357630"/>
              <a:gd name="connsiteX675" fmla="*/ 633384 w 937407"/>
              <a:gd name="connsiteY675" fmla="*/ 341769 h 357630"/>
              <a:gd name="connsiteX676" fmla="*/ 634319 w 937407"/>
              <a:gd name="connsiteY676" fmla="*/ 342017 h 357630"/>
              <a:gd name="connsiteX677" fmla="*/ 635260 w 937407"/>
              <a:gd name="connsiteY677" fmla="*/ 342259 h 357630"/>
              <a:gd name="connsiteX678" fmla="*/ 636196 w 937407"/>
              <a:gd name="connsiteY678" fmla="*/ 342502 h 357630"/>
              <a:gd name="connsiteX679" fmla="*/ 637136 w 937407"/>
              <a:gd name="connsiteY679" fmla="*/ 342739 h 357630"/>
              <a:gd name="connsiteX680" fmla="*/ 638077 w 937407"/>
              <a:gd name="connsiteY680" fmla="*/ 342972 h 357630"/>
              <a:gd name="connsiteX681" fmla="*/ 639013 w 937407"/>
              <a:gd name="connsiteY681" fmla="*/ 343205 h 357630"/>
              <a:gd name="connsiteX682" fmla="*/ 639953 w 937407"/>
              <a:gd name="connsiteY682" fmla="*/ 343433 h 357630"/>
              <a:gd name="connsiteX683" fmla="*/ 640889 w 937407"/>
              <a:gd name="connsiteY683" fmla="*/ 343655 h 357630"/>
              <a:gd name="connsiteX684" fmla="*/ 641829 w 937407"/>
              <a:gd name="connsiteY684" fmla="*/ 343878 h 357630"/>
              <a:gd name="connsiteX685" fmla="*/ 642765 w 937407"/>
              <a:gd name="connsiteY685" fmla="*/ 344096 h 357630"/>
              <a:gd name="connsiteX686" fmla="*/ 643706 w 937407"/>
              <a:gd name="connsiteY686" fmla="*/ 344314 h 357630"/>
              <a:gd name="connsiteX687" fmla="*/ 644641 w 937407"/>
              <a:gd name="connsiteY687" fmla="*/ 344527 h 357630"/>
              <a:gd name="connsiteX688" fmla="*/ 645582 w 937407"/>
              <a:gd name="connsiteY688" fmla="*/ 344739 h 357630"/>
              <a:gd name="connsiteX689" fmla="*/ 646518 w 937407"/>
              <a:gd name="connsiteY689" fmla="*/ 344947 h 357630"/>
              <a:gd name="connsiteX690" fmla="*/ 647458 w 937407"/>
              <a:gd name="connsiteY690" fmla="*/ 345150 h 357630"/>
              <a:gd name="connsiteX691" fmla="*/ 648399 w 937407"/>
              <a:gd name="connsiteY691" fmla="*/ 345353 h 357630"/>
              <a:gd name="connsiteX692" fmla="*/ 649335 w 937407"/>
              <a:gd name="connsiteY692" fmla="*/ 345551 h 357630"/>
              <a:gd name="connsiteX693" fmla="*/ 650275 w 937407"/>
              <a:gd name="connsiteY693" fmla="*/ 345744 h 357630"/>
              <a:gd name="connsiteX694" fmla="*/ 651211 w 937407"/>
              <a:gd name="connsiteY694" fmla="*/ 345943 h 357630"/>
              <a:gd name="connsiteX695" fmla="*/ 652151 w 937407"/>
              <a:gd name="connsiteY695" fmla="*/ 346131 h 357630"/>
              <a:gd name="connsiteX696" fmla="*/ 653087 w 937407"/>
              <a:gd name="connsiteY696" fmla="*/ 346319 h 357630"/>
              <a:gd name="connsiteX697" fmla="*/ 654028 w 937407"/>
              <a:gd name="connsiteY697" fmla="*/ 346507 h 357630"/>
              <a:gd name="connsiteX698" fmla="*/ 654963 w 937407"/>
              <a:gd name="connsiteY698" fmla="*/ 346690 h 357630"/>
              <a:gd name="connsiteX699" fmla="*/ 655904 w 937407"/>
              <a:gd name="connsiteY699" fmla="*/ 346868 h 357630"/>
              <a:gd name="connsiteX700" fmla="*/ 656840 w 937407"/>
              <a:gd name="connsiteY700" fmla="*/ 347046 h 357630"/>
              <a:gd name="connsiteX701" fmla="*/ 657780 w 937407"/>
              <a:gd name="connsiteY701" fmla="*/ 347220 h 357630"/>
              <a:gd name="connsiteX702" fmla="*/ 658721 w 937407"/>
              <a:gd name="connsiteY702" fmla="*/ 347393 h 357630"/>
              <a:gd name="connsiteX703" fmla="*/ 659656 w 937407"/>
              <a:gd name="connsiteY703" fmla="*/ 347566 h 357630"/>
              <a:gd name="connsiteX704" fmla="*/ 660597 w 937407"/>
              <a:gd name="connsiteY704" fmla="*/ 347730 h 357630"/>
              <a:gd name="connsiteX705" fmla="*/ 661533 w 937407"/>
              <a:gd name="connsiteY705" fmla="*/ 347898 h 357630"/>
              <a:gd name="connsiteX706" fmla="*/ 662473 w 937407"/>
              <a:gd name="connsiteY706" fmla="*/ 348061 h 357630"/>
              <a:gd name="connsiteX707" fmla="*/ 663409 w 937407"/>
              <a:gd name="connsiteY707" fmla="*/ 348220 h 357630"/>
              <a:gd name="connsiteX708" fmla="*/ 664350 w 937407"/>
              <a:gd name="connsiteY708" fmla="*/ 348378 h 357630"/>
              <a:gd name="connsiteX709" fmla="*/ 665285 w 937407"/>
              <a:gd name="connsiteY709" fmla="*/ 348537 h 357630"/>
              <a:gd name="connsiteX710" fmla="*/ 666226 w 937407"/>
              <a:gd name="connsiteY710" fmla="*/ 348690 h 357630"/>
              <a:gd name="connsiteX711" fmla="*/ 667161 w 937407"/>
              <a:gd name="connsiteY711" fmla="*/ 348839 h 357630"/>
              <a:gd name="connsiteX712" fmla="*/ 668102 w 937407"/>
              <a:gd name="connsiteY712" fmla="*/ 348992 h 357630"/>
              <a:gd name="connsiteX713" fmla="*/ 669043 w 937407"/>
              <a:gd name="connsiteY713" fmla="*/ 349136 h 357630"/>
              <a:gd name="connsiteX714" fmla="*/ 669978 w 937407"/>
              <a:gd name="connsiteY714" fmla="*/ 349284 h 357630"/>
              <a:gd name="connsiteX715" fmla="*/ 670919 w 937407"/>
              <a:gd name="connsiteY715" fmla="*/ 349423 h 357630"/>
              <a:gd name="connsiteX716" fmla="*/ 671855 w 937407"/>
              <a:gd name="connsiteY716" fmla="*/ 349566 h 357630"/>
              <a:gd name="connsiteX717" fmla="*/ 672795 w 937407"/>
              <a:gd name="connsiteY717" fmla="*/ 349705 h 357630"/>
              <a:gd name="connsiteX718" fmla="*/ 673731 w 937407"/>
              <a:gd name="connsiteY718" fmla="*/ 349839 h 357630"/>
              <a:gd name="connsiteX719" fmla="*/ 674671 w 937407"/>
              <a:gd name="connsiteY719" fmla="*/ 349977 h 357630"/>
              <a:gd name="connsiteX720" fmla="*/ 675607 w 937407"/>
              <a:gd name="connsiteY720" fmla="*/ 350106 h 357630"/>
              <a:gd name="connsiteX721" fmla="*/ 676548 w 937407"/>
              <a:gd name="connsiteY721" fmla="*/ 350240 h 357630"/>
              <a:gd name="connsiteX722" fmla="*/ 677483 w 937407"/>
              <a:gd name="connsiteY722" fmla="*/ 350368 h 357630"/>
              <a:gd name="connsiteX723" fmla="*/ 678424 w 937407"/>
              <a:gd name="connsiteY723" fmla="*/ 350492 h 357630"/>
              <a:gd name="connsiteX724" fmla="*/ 679360 w 937407"/>
              <a:gd name="connsiteY724" fmla="*/ 350616 h 357630"/>
              <a:gd name="connsiteX725" fmla="*/ 680300 w 937407"/>
              <a:gd name="connsiteY725" fmla="*/ 350740 h 357630"/>
              <a:gd name="connsiteX726" fmla="*/ 681241 w 937407"/>
              <a:gd name="connsiteY726" fmla="*/ 350863 h 357630"/>
              <a:gd name="connsiteX727" fmla="*/ 682176 w 937407"/>
              <a:gd name="connsiteY727" fmla="*/ 350982 h 357630"/>
              <a:gd name="connsiteX728" fmla="*/ 683117 w 937407"/>
              <a:gd name="connsiteY728" fmla="*/ 351096 h 357630"/>
              <a:gd name="connsiteX729" fmla="*/ 684053 w 937407"/>
              <a:gd name="connsiteY729" fmla="*/ 351215 h 357630"/>
              <a:gd name="connsiteX730" fmla="*/ 684993 w 937407"/>
              <a:gd name="connsiteY730" fmla="*/ 351329 h 357630"/>
              <a:gd name="connsiteX731" fmla="*/ 685929 w 937407"/>
              <a:gd name="connsiteY731" fmla="*/ 351438 h 357630"/>
              <a:gd name="connsiteX732" fmla="*/ 686870 w 937407"/>
              <a:gd name="connsiteY732" fmla="*/ 351547 h 357630"/>
              <a:gd name="connsiteX733" fmla="*/ 687805 w 937407"/>
              <a:gd name="connsiteY733" fmla="*/ 351655 h 357630"/>
              <a:gd name="connsiteX734" fmla="*/ 688746 w 937407"/>
              <a:gd name="connsiteY734" fmla="*/ 351764 h 357630"/>
              <a:gd name="connsiteX735" fmla="*/ 689682 w 937407"/>
              <a:gd name="connsiteY735" fmla="*/ 351868 h 357630"/>
              <a:gd name="connsiteX736" fmla="*/ 690622 w 937407"/>
              <a:gd name="connsiteY736" fmla="*/ 351972 h 357630"/>
              <a:gd name="connsiteX737" fmla="*/ 691563 w 937407"/>
              <a:gd name="connsiteY737" fmla="*/ 352071 h 357630"/>
              <a:gd name="connsiteX738" fmla="*/ 692498 w 937407"/>
              <a:gd name="connsiteY738" fmla="*/ 352175 h 357630"/>
              <a:gd name="connsiteX739" fmla="*/ 693439 w 937407"/>
              <a:gd name="connsiteY739" fmla="*/ 352274 h 357630"/>
              <a:gd name="connsiteX740" fmla="*/ 694375 w 937407"/>
              <a:gd name="connsiteY740" fmla="*/ 352368 h 357630"/>
              <a:gd name="connsiteX741" fmla="*/ 695315 w 937407"/>
              <a:gd name="connsiteY741" fmla="*/ 352462 h 357630"/>
              <a:gd name="connsiteX742" fmla="*/ 696251 w 937407"/>
              <a:gd name="connsiteY742" fmla="*/ 352556 h 357630"/>
              <a:gd name="connsiteX743" fmla="*/ 697192 w 937407"/>
              <a:gd name="connsiteY743" fmla="*/ 352650 h 357630"/>
              <a:gd name="connsiteX744" fmla="*/ 698127 w 937407"/>
              <a:gd name="connsiteY744" fmla="*/ 352740 h 357630"/>
              <a:gd name="connsiteX745" fmla="*/ 699068 w 937407"/>
              <a:gd name="connsiteY745" fmla="*/ 352829 h 357630"/>
              <a:gd name="connsiteX746" fmla="*/ 700003 w 937407"/>
              <a:gd name="connsiteY746" fmla="*/ 352918 h 357630"/>
              <a:gd name="connsiteX747" fmla="*/ 700944 w 937407"/>
              <a:gd name="connsiteY747" fmla="*/ 353007 h 357630"/>
              <a:gd name="connsiteX748" fmla="*/ 701885 w 937407"/>
              <a:gd name="connsiteY748" fmla="*/ 353091 h 357630"/>
              <a:gd name="connsiteX749" fmla="*/ 702820 w 937407"/>
              <a:gd name="connsiteY749" fmla="*/ 353175 h 357630"/>
              <a:gd name="connsiteX750" fmla="*/ 703761 w 937407"/>
              <a:gd name="connsiteY750" fmla="*/ 353254 h 357630"/>
              <a:gd name="connsiteX751" fmla="*/ 704697 w 937407"/>
              <a:gd name="connsiteY751" fmla="*/ 353339 h 357630"/>
              <a:gd name="connsiteX752" fmla="*/ 705637 w 937407"/>
              <a:gd name="connsiteY752" fmla="*/ 353418 h 357630"/>
              <a:gd name="connsiteX753" fmla="*/ 706573 w 937407"/>
              <a:gd name="connsiteY753" fmla="*/ 353497 h 357630"/>
              <a:gd name="connsiteX754" fmla="*/ 707513 w 937407"/>
              <a:gd name="connsiteY754" fmla="*/ 353571 h 357630"/>
              <a:gd name="connsiteX755" fmla="*/ 708449 w 937407"/>
              <a:gd name="connsiteY755" fmla="*/ 353650 h 357630"/>
              <a:gd name="connsiteX756" fmla="*/ 709390 w 937407"/>
              <a:gd name="connsiteY756" fmla="*/ 353725 h 357630"/>
              <a:gd name="connsiteX757" fmla="*/ 710325 w 937407"/>
              <a:gd name="connsiteY757" fmla="*/ 353794 h 357630"/>
              <a:gd name="connsiteX758" fmla="*/ 711266 w 937407"/>
              <a:gd name="connsiteY758" fmla="*/ 353868 h 357630"/>
              <a:gd name="connsiteX759" fmla="*/ 712207 w 937407"/>
              <a:gd name="connsiteY759" fmla="*/ 353938 h 357630"/>
              <a:gd name="connsiteX760" fmla="*/ 713142 w 937407"/>
              <a:gd name="connsiteY760" fmla="*/ 354007 h 357630"/>
              <a:gd name="connsiteX761" fmla="*/ 714083 w 937407"/>
              <a:gd name="connsiteY761" fmla="*/ 354076 h 357630"/>
              <a:gd name="connsiteX762" fmla="*/ 715018 w 937407"/>
              <a:gd name="connsiteY762" fmla="*/ 354146 h 357630"/>
              <a:gd name="connsiteX763" fmla="*/ 715959 w 937407"/>
              <a:gd name="connsiteY763" fmla="*/ 354210 h 357630"/>
              <a:gd name="connsiteX764" fmla="*/ 716895 w 937407"/>
              <a:gd name="connsiteY764" fmla="*/ 354274 h 357630"/>
              <a:gd name="connsiteX765" fmla="*/ 717835 w 937407"/>
              <a:gd name="connsiteY765" fmla="*/ 354339 h 357630"/>
              <a:gd name="connsiteX766" fmla="*/ 718771 w 937407"/>
              <a:gd name="connsiteY766" fmla="*/ 354403 h 357630"/>
              <a:gd name="connsiteX767" fmla="*/ 719712 w 937407"/>
              <a:gd name="connsiteY767" fmla="*/ 354467 h 357630"/>
              <a:gd name="connsiteX768" fmla="*/ 720647 w 937407"/>
              <a:gd name="connsiteY768" fmla="*/ 354527 h 357630"/>
              <a:gd name="connsiteX769" fmla="*/ 721588 w 937407"/>
              <a:gd name="connsiteY769" fmla="*/ 354586 h 357630"/>
              <a:gd name="connsiteX770" fmla="*/ 722524 w 937407"/>
              <a:gd name="connsiteY770" fmla="*/ 354646 h 357630"/>
              <a:gd name="connsiteX771" fmla="*/ 723464 w 937407"/>
              <a:gd name="connsiteY771" fmla="*/ 354700 h 357630"/>
              <a:gd name="connsiteX772" fmla="*/ 724405 w 937407"/>
              <a:gd name="connsiteY772" fmla="*/ 354759 h 357630"/>
              <a:gd name="connsiteX773" fmla="*/ 725340 w 937407"/>
              <a:gd name="connsiteY773" fmla="*/ 354814 h 357630"/>
              <a:gd name="connsiteX774" fmla="*/ 726281 w 937407"/>
              <a:gd name="connsiteY774" fmla="*/ 354868 h 357630"/>
              <a:gd name="connsiteX775" fmla="*/ 727217 w 937407"/>
              <a:gd name="connsiteY775" fmla="*/ 354923 h 357630"/>
              <a:gd name="connsiteX776" fmla="*/ 728157 w 937407"/>
              <a:gd name="connsiteY776" fmla="*/ 354977 h 357630"/>
              <a:gd name="connsiteX777" fmla="*/ 729093 w 937407"/>
              <a:gd name="connsiteY777" fmla="*/ 355027 h 357630"/>
              <a:gd name="connsiteX778" fmla="*/ 730034 w 937407"/>
              <a:gd name="connsiteY778" fmla="*/ 355081 h 357630"/>
              <a:gd name="connsiteX779" fmla="*/ 730969 w 937407"/>
              <a:gd name="connsiteY779" fmla="*/ 355131 h 357630"/>
              <a:gd name="connsiteX780" fmla="*/ 731910 w 937407"/>
              <a:gd name="connsiteY780" fmla="*/ 355180 h 357630"/>
              <a:gd name="connsiteX781" fmla="*/ 732845 w 937407"/>
              <a:gd name="connsiteY781" fmla="*/ 355225 h 357630"/>
              <a:gd name="connsiteX782" fmla="*/ 733786 w 937407"/>
              <a:gd name="connsiteY782" fmla="*/ 355274 h 357630"/>
              <a:gd name="connsiteX783" fmla="*/ 734727 w 937407"/>
              <a:gd name="connsiteY783" fmla="*/ 355319 h 357630"/>
              <a:gd name="connsiteX784" fmla="*/ 735662 w 937407"/>
              <a:gd name="connsiteY784" fmla="*/ 355368 h 357630"/>
              <a:gd name="connsiteX785" fmla="*/ 736603 w 937407"/>
              <a:gd name="connsiteY785" fmla="*/ 355413 h 357630"/>
              <a:gd name="connsiteX786" fmla="*/ 737539 w 937407"/>
              <a:gd name="connsiteY786" fmla="*/ 355457 h 357630"/>
              <a:gd name="connsiteX787" fmla="*/ 738479 w 937407"/>
              <a:gd name="connsiteY787" fmla="*/ 355497 h 357630"/>
              <a:gd name="connsiteX788" fmla="*/ 739415 w 937407"/>
              <a:gd name="connsiteY788" fmla="*/ 355542 h 357630"/>
              <a:gd name="connsiteX789" fmla="*/ 740355 w 937407"/>
              <a:gd name="connsiteY789" fmla="*/ 355586 h 357630"/>
              <a:gd name="connsiteX790" fmla="*/ 741291 w 937407"/>
              <a:gd name="connsiteY790" fmla="*/ 355626 h 357630"/>
              <a:gd name="connsiteX791" fmla="*/ 742232 w 937407"/>
              <a:gd name="connsiteY791" fmla="*/ 355665 h 357630"/>
              <a:gd name="connsiteX792" fmla="*/ 743167 w 937407"/>
              <a:gd name="connsiteY792" fmla="*/ 355705 h 357630"/>
              <a:gd name="connsiteX793" fmla="*/ 744108 w 937407"/>
              <a:gd name="connsiteY793" fmla="*/ 355745 h 357630"/>
              <a:gd name="connsiteX794" fmla="*/ 745049 w 937407"/>
              <a:gd name="connsiteY794" fmla="*/ 355784 h 357630"/>
              <a:gd name="connsiteX795" fmla="*/ 745984 w 937407"/>
              <a:gd name="connsiteY795" fmla="*/ 355819 h 357630"/>
              <a:gd name="connsiteX796" fmla="*/ 746925 w 937407"/>
              <a:gd name="connsiteY796" fmla="*/ 355858 h 357630"/>
              <a:gd name="connsiteX797" fmla="*/ 747860 w 937407"/>
              <a:gd name="connsiteY797" fmla="*/ 355893 h 357630"/>
              <a:gd name="connsiteX798" fmla="*/ 748801 w 937407"/>
              <a:gd name="connsiteY798" fmla="*/ 355928 h 357630"/>
              <a:gd name="connsiteX799" fmla="*/ 749737 w 937407"/>
              <a:gd name="connsiteY799" fmla="*/ 355962 h 357630"/>
              <a:gd name="connsiteX800" fmla="*/ 750677 w 937407"/>
              <a:gd name="connsiteY800" fmla="*/ 355997 h 357630"/>
              <a:gd name="connsiteX801" fmla="*/ 751613 w 937407"/>
              <a:gd name="connsiteY801" fmla="*/ 356032 h 357630"/>
              <a:gd name="connsiteX802" fmla="*/ 752554 w 937407"/>
              <a:gd name="connsiteY802" fmla="*/ 356066 h 357630"/>
              <a:gd name="connsiteX803" fmla="*/ 753489 w 937407"/>
              <a:gd name="connsiteY803" fmla="*/ 356096 h 357630"/>
              <a:gd name="connsiteX804" fmla="*/ 754430 w 937407"/>
              <a:gd name="connsiteY804" fmla="*/ 356126 h 357630"/>
              <a:gd name="connsiteX805" fmla="*/ 755370 w 937407"/>
              <a:gd name="connsiteY805" fmla="*/ 356160 h 357630"/>
              <a:gd name="connsiteX806" fmla="*/ 756306 w 937407"/>
              <a:gd name="connsiteY806" fmla="*/ 356190 h 357630"/>
              <a:gd name="connsiteX807" fmla="*/ 757247 w 937407"/>
              <a:gd name="connsiteY807" fmla="*/ 356220 h 357630"/>
              <a:gd name="connsiteX808" fmla="*/ 758182 w 937407"/>
              <a:gd name="connsiteY808" fmla="*/ 356250 h 357630"/>
              <a:gd name="connsiteX809" fmla="*/ 759123 w 937407"/>
              <a:gd name="connsiteY809" fmla="*/ 356279 h 357630"/>
              <a:gd name="connsiteX810" fmla="*/ 760059 w 937407"/>
              <a:gd name="connsiteY810" fmla="*/ 356304 h 357630"/>
              <a:gd name="connsiteX811" fmla="*/ 760999 w 937407"/>
              <a:gd name="connsiteY811" fmla="*/ 356334 h 357630"/>
              <a:gd name="connsiteX812" fmla="*/ 761935 w 937407"/>
              <a:gd name="connsiteY812" fmla="*/ 356363 h 357630"/>
              <a:gd name="connsiteX813" fmla="*/ 762875 w 937407"/>
              <a:gd name="connsiteY813" fmla="*/ 356388 h 357630"/>
              <a:gd name="connsiteX814" fmla="*/ 763811 w 937407"/>
              <a:gd name="connsiteY814" fmla="*/ 356413 h 357630"/>
              <a:gd name="connsiteX815" fmla="*/ 764752 w 937407"/>
              <a:gd name="connsiteY815" fmla="*/ 356438 h 357630"/>
              <a:gd name="connsiteX816" fmla="*/ 765692 w 937407"/>
              <a:gd name="connsiteY816" fmla="*/ 356467 h 357630"/>
              <a:gd name="connsiteX817" fmla="*/ 766628 w 937407"/>
              <a:gd name="connsiteY817" fmla="*/ 356492 h 357630"/>
              <a:gd name="connsiteX818" fmla="*/ 767569 w 937407"/>
              <a:gd name="connsiteY818" fmla="*/ 356512 h 357630"/>
              <a:gd name="connsiteX819" fmla="*/ 768504 w 937407"/>
              <a:gd name="connsiteY819" fmla="*/ 356537 h 357630"/>
              <a:gd name="connsiteX820" fmla="*/ 769445 w 937407"/>
              <a:gd name="connsiteY820" fmla="*/ 356561 h 357630"/>
              <a:gd name="connsiteX821" fmla="*/ 770381 w 937407"/>
              <a:gd name="connsiteY821" fmla="*/ 356586 h 357630"/>
              <a:gd name="connsiteX822" fmla="*/ 771321 w 937407"/>
              <a:gd name="connsiteY822" fmla="*/ 356606 h 357630"/>
              <a:gd name="connsiteX823" fmla="*/ 772257 w 937407"/>
              <a:gd name="connsiteY823" fmla="*/ 356631 h 357630"/>
              <a:gd name="connsiteX824" fmla="*/ 773197 w 937407"/>
              <a:gd name="connsiteY824" fmla="*/ 356651 h 357630"/>
              <a:gd name="connsiteX825" fmla="*/ 774133 w 937407"/>
              <a:gd name="connsiteY825" fmla="*/ 356670 h 357630"/>
              <a:gd name="connsiteX826" fmla="*/ 775074 w 937407"/>
              <a:gd name="connsiteY826" fmla="*/ 356690 h 357630"/>
              <a:gd name="connsiteX827" fmla="*/ 776009 w 937407"/>
              <a:gd name="connsiteY827" fmla="*/ 356715 h 357630"/>
              <a:gd name="connsiteX828" fmla="*/ 776950 w 937407"/>
              <a:gd name="connsiteY828" fmla="*/ 356735 h 357630"/>
              <a:gd name="connsiteX829" fmla="*/ 777890 w 937407"/>
              <a:gd name="connsiteY829" fmla="*/ 356754 h 357630"/>
              <a:gd name="connsiteX830" fmla="*/ 778826 w 937407"/>
              <a:gd name="connsiteY830" fmla="*/ 356769 h 357630"/>
              <a:gd name="connsiteX831" fmla="*/ 779767 w 937407"/>
              <a:gd name="connsiteY831" fmla="*/ 356789 h 357630"/>
              <a:gd name="connsiteX832" fmla="*/ 780702 w 937407"/>
              <a:gd name="connsiteY832" fmla="*/ 356809 h 357630"/>
              <a:gd name="connsiteX833" fmla="*/ 781643 w 937407"/>
              <a:gd name="connsiteY833" fmla="*/ 356829 h 357630"/>
              <a:gd name="connsiteX834" fmla="*/ 782579 w 937407"/>
              <a:gd name="connsiteY834" fmla="*/ 356844 h 357630"/>
              <a:gd name="connsiteX835" fmla="*/ 783519 w 937407"/>
              <a:gd name="connsiteY835" fmla="*/ 356863 h 357630"/>
              <a:gd name="connsiteX836" fmla="*/ 784455 w 937407"/>
              <a:gd name="connsiteY836" fmla="*/ 356878 h 357630"/>
              <a:gd name="connsiteX837" fmla="*/ 785396 w 937407"/>
              <a:gd name="connsiteY837" fmla="*/ 356893 h 357630"/>
              <a:gd name="connsiteX838" fmla="*/ 786331 w 937407"/>
              <a:gd name="connsiteY838" fmla="*/ 356913 h 357630"/>
              <a:gd name="connsiteX839" fmla="*/ 787272 w 937407"/>
              <a:gd name="connsiteY839" fmla="*/ 356928 h 357630"/>
              <a:gd name="connsiteX840" fmla="*/ 788212 w 937407"/>
              <a:gd name="connsiteY840" fmla="*/ 356943 h 357630"/>
              <a:gd name="connsiteX841" fmla="*/ 789148 w 937407"/>
              <a:gd name="connsiteY841" fmla="*/ 356957 h 357630"/>
              <a:gd name="connsiteX842" fmla="*/ 790089 w 937407"/>
              <a:gd name="connsiteY842" fmla="*/ 356972 h 357630"/>
              <a:gd name="connsiteX843" fmla="*/ 791024 w 937407"/>
              <a:gd name="connsiteY843" fmla="*/ 356987 h 357630"/>
              <a:gd name="connsiteX844" fmla="*/ 791965 w 937407"/>
              <a:gd name="connsiteY844" fmla="*/ 357002 h 357630"/>
              <a:gd name="connsiteX845" fmla="*/ 792901 w 937407"/>
              <a:gd name="connsiteY845" fmla="*/ 357017 h 357630"/>
              <a:gd name="connsiteX846" fmla="*/ 793841 w 937407"/>
              <a:gd name="connsiteY846" fmla="*/ 357032 h 357630"/>
              <a:gd name="connsiteX847" fmla="*/ 794777 w 937407"/>
              <a:gd name="connsiteY847" fmla="*/ 357047 h 357630"/>
              <a:gd name="connsiteX848" fmla="*/ 795717 w 937407"/>
              <a:gd name="connsiteY848" fmla="*/ 357056 h 357630"/>
              <a:gd name="connsiteX849" fmla="*/ 796653 w 937407"/>
              <a:gd name="connsiteY849" fmla="*/ 357071 h 357630"/>
              <a:gd name="connsiteX850" fmla="*/ 797594 w 937407"/>
              <a:gd name="connsiteY850" fmla="*/ 357081 h 357630"/>
              <a:gd name="connsiteX851" fmla="*/ 798534 w 937407"/>
              <a:gd name="connsiteY851" fmla="*/ 357096 h 357630"/>
              <a:gd name="connsiteX852" fmla="*/ 799470 w 937407"/>
              <a:gd name="connsiteY852" fmla="*/ 357106 h 357630"/>
              <a:gd name="connsiteX853" fmla="*/ 800411 w 937407"/>
              <a:gd name="connsiteY853" fmla="*/ 357121 h 357630"/>
              <a:gd name="connsiteX854" fmla="*/ 801346 w 937407"/>
              <a:gd name="connsiteY854" fmla="*/ 357131 h 357630"/>
              <a:gd name="connsiteX855" fmla="*/ 802287 w 937407"/>
              <a:gd name="connsiteY855" fmla="*/ 357146 h 357630"/>
              <a:gd name="connsiteX856" fmla="*/ 803223 w 937407"/>
              <a:gd name="connsiteY856" fmla="*/ 357155 h 357630"/>
              <a:gd name="connsiteX857" fmla="*/ 804163 w 937407"/>
              <a:gd name="connsiteY857" fmla="*/ 357165 h 357630"/>
              <a:gd name="connsiteX858" fmla="*/ 805099 w 937407"/>
              <a:gd name="connsiteY858" fmla="*/ 357175 h 357630"/>
              <a:gd name="connsiteX859" fmla="*/ 806039 w 937407"/>
              <a:gd name="connsiteY859" fmla="*/ 357185 h 357630"/>
              <a:gd name="connsiteX860" fmla="*/ 806975 w 937407"/>
              <a:gd name="connsiteY860" fmla="*/ 357195 h 357630"/>
              <a:gd name="connsiteX861" fmla="*/ 807916 w 937407"/>
              <a:gd name="connsiteY861" fmla="*/ 357205 h 357630"/>
              <a:gd name="connsiteX862" fmla="*/ 808856 w 937407"/>
              <a:gd name="connsiteY862" fmla="*/ 357215 h 357630"/>
              <a:gd name="connsiteX863" fmla="*/ 809792 w 937407"/>
              <a:gd name="connsiteY863" fmla="*/ 357225 h 357630"/>
              <a:gd name="connsiteX864" fmla="*/ 810732 w 937407"/>
              <a:gd name="connsiteY864" fmla="*/ 357235 h 357630"/>
              <a:gd name="connsiteX865" fmla="*/ 811668 w 937407"/>
              <a:gd name="connsiteY865" fmla="*/ 357245 h 357630"/>
              <a:gd name="connsiteX866" fmla="*/ 812609 w 937407"/>
              <a:gd name="connsiteY866" fmla="*/ 357255 h 357630"/>
              <a:gd name="connsiteX867" fmla="*/ 813544 w 937407"/>
              <a:gd name="connsiteY867" fmla="*/ 357264 h 357630"/>
              <a:gd name="connsiteX868" fmla="*/ 814485 w 937407"/>
              <a:gd name="connsiteY868" fmla="*/ 357274 h 357630"/>
              <a:gd name="connsiteX869" fmla="*/ 815421 w 937407"/>
              <a:gd name="connsiteY869" fmla="*/ 357279 h 357630"/>
              <a:gd name="connsiteX870" fmla="*/ 816361 w 937407"/>
              <a:gd name="connsiteY870" fmla="*/ 357289 h 357630"/>
              <a:gd name="connsiteX871" fmla="*/ 817297 w 937407"/>
              <a:gd name="connsiteY871" fmla="*/ 357299 h 357630"/>
              <a:gd name="connsiteX872" fmla="*/ 818238 w 937407"/>
              <a:gd name="connsiteY872" fmla="*/ 357304 h 357630"/>
              <a:gd name="connsiteX873" fmla="*/ 819173 w 937407"/>
              <a:gd name="connsiteY873" fmla="*/ 357314 h 357630"/>
              <a:gd name="connsiteX874" fmla="*/ 820114 w 937407"/>
              <a:gd name="connsiteY874" fmla="*/ 357319 h 357630"/>
              <a:gd name="connsiteX875" fmla="*/ 821054 w 937407"/>
              <a:gd name="connsiteY875" fmla="*/ 357329 h 357630"/>
              <a:gd name="connsiteX876" fmla="*/ 821990 w 937407"/>
              <a:gd name="connsiteY876" fmla="*/ 357334 h 357630"/>
              <a:gd name="connsiteX877" fmla="*/ 822931 w 937407"/>
              <a:gd name="connsiteY877" fmla="*/ 357344 h 357630"/>
              <a:gd name="connsiteX878" fmla="*/ 823866 w 937407"/>
              <a:gd name="connsiteY878" fmla="*/ 357349 h 357630"/>
              <a:gd name="connsiteX879" fmla="*/ 824807 w 937407"/>
              <a:gd name="connsiteY879" fmla="*/ 357358 h 357630"/>
              <a:gd name="connsiteX880" fmla="*/ 825743 w 937407"/>
              <a:gd name="connsiteY880" fmla="*/ 357363 h 357630"/>
              <a:gd name="connsiteX881" fmla="*/ 826683 w 937407"/>
              <a:gd name="connsiteY881" fmla="*/ 357368 h 357630"/>
              <a:gd name="connsiteX882" fmla="*/ 827619 w 937407"/>
              <a:gd name="connsiteY882" fmla="*/ 357378 h 357630"/>
              <a:gd name="connsiteX883" fmla="*/ 828559 w 937407"/>
              <a:gd name="connsiteY883" fmla="*/ 357383 h 357630"/>
              <a:gd name="connsiteX884" fmla="*/ 829495 w 937407"/>
              <a:gd name="connsiteY884" fmla="*/ 357388 h 357630"/>
              <a:gd name="connsiteX885" fmla="*/ 830436 w 937407"/>
              <a:gd name="connsiteY885" fmla="*/ 357393 h 357630"/>
              <a:gd name="connsiteX886" fmla="*/ 831376 w 937407"/>
              <a:gd name="connsiteY886" fmla="*/ 357398 h 357630"/>
              <a:gd name="connsiteX887" fmla="*/ 832312 w 937407"/>
              <a:gd name="connsiteY887" fmla="*/ 357408 h 357630"/>
              <a:gd name="connsiteX888" fmla="*/ 833253 w 937407"/>
              <a:gd name="connsiteY888" fmla="*/ 357413 h 357630"/>
              <a:gd name="connsiteX889" fmla="*/ 834188 w 937407"/>
              <a:gd name="connsiteY889" fmla="*/ 357418 h 357630"/>
              <a:gd name="connsiteX890" fmla="*/ 835129 w 937407"/>
              <a:gd name="connsiteY890" fmla="*/ 357423 h 357630"/>
              <a:gd name="connsiteX891" fmla="*/ 836064 w 937407"/>
              <a:gd name="connsiteY891" fmla="*/ 357428 h 357630"/>
              <a:gd name="connsiteX892" fmla="*/ 837005 w 937407"/>
              <a:gd name="connsiteY892" fmla="*/ 357433 h 357630"/>
              <a:gd name="connsiteX893" fmla="*/ 837941 w 937407"/>
              <a:gd name="connsiteY893" fmla="*/ 357438 h 357630"/>
              <a:gd name="connsiteX894" fmla="*/ 838881 w 937407"/>
              <a:gd name="connsiteY894" fmla="*/ 357443 h 357630"/>
              <a:gd name="connsiteX895" fmla="*/ 839817 w 937407"/>
              <a:gd name="connsiteY895" fmla="*/ 357448 h 357630"/>
              <a:gd name="connsiteX896" fmla="*/ 840758 w 937407"/>
              <a:gd name="connsiteY896" fmla="*/ 357453 h 357630"/>
              <a:gd name="connsiteX897" fmla="*/ 841698 w 937407"/>
              <a:gd name="connsiteY897" fmla="*/ 357457 h 357630"/>
              <a:gd name="connsiteX898" fmla="*/ 842634 w 937407"/>
              <a:gd name="connsiteY898" fmla="*/ 357462 h 357630"/>
              <a:gd name="connsiteX899" fmla="*/ 843574 w 937407"/>
              <a:gd name="connsiteY899" fmla="*/ 357467 h 357630"/>
              <a:gd name="connsiteX900" fmla="*/ 844510 w 937407"/>
              <a:gd name="connsiteY900" fmla="*/ 357472 h 357630"/>
              <a:gd name="connsiteX901" fmla="*/ 845451 w 937407"/>
              <a:gd name="connsiteY901" fmla="*/ 357472 h 357630"/>
              <a:gd name="connsiteX902" fmla="*/ 846386 w 937407"/>
              <a:gd name="connsiteY902" fmla="*/ 357477 h 357630"/>
              <a:gd name="connsiteX903" fmla="*/ 847327 w 937407"/>
              <a:gd name="connsiteY903" fmla="*/ 357482 h 357630"/>
              <a:gd name="connsiteX904" fmla="*/ 848263 w 937407"/>
              <a:gd name="connsiteY904" fmla="*/ 357487 h 357630"/>
              <a:gd name="connsiteX905" fmla="*/ 849203 w 937407"/>
              <a:gd name="connsiteY905" fmla="*/ 357492 h 357630"/>
              <a:gd name="connsiteX906" fmla="*/ 850139 w 937407"/>
              <a:gd name="connsiteY906" fmla="*/ 357492 h 357630"/>
              <a:gd name="connsiteX907" fmla="*/ 851080 w 937407"/>
              <a:gd name="connsiteY907" fmla="*/ 357497 h 357630"/>
              <a:gd name="connsiteX908" fmla="*/ 852020 w 937407"/>
              <a:gd name="connsiteY908" fmla="*/ 357502 h 357630"/>
              <a:gd name="connsiteX909" fmla="*/ 852956 w 937407"/>
              <a:gd name="connsiteY909" fmla="*/ 357502 h 357630"/>
              <a:gd name="connsiteX910" fmla="*/ 853896 w 937407"/>
              <a:gd name="connsiteY910" fmla="*/ 357507 h 357630"/>
              <a:gd name="connsiteX911" fmla="*/ 854832 w 937407"/>
              <a:gd name="connsiteY911" fmla="*/ 357512 h 357630"/>
              <a:gd name="connsiteX912" fmla="*/ 855773 w 937407"/>
              <a:gd name="connsiteY912" fmla="*/ 357512 h 357630"/>
              <a:gd name="connsiteX913" fmla="*/ 856708 w 937407"/>
              <a:gd name="connsiteY913" fmla="*/ 357517 h 357630"/>
              <a:gd name="connsiteX914" fmla="*/ 857649 w 937407"/>
              <a:gd name="connsiteY914" fmla="*/ 357522 h 357630"/>
              <a:gd name="connsiteX915" fmla="*/ 858585 w 937407"/>
              <a:gd name="connsiteY915" fmla="*/ 357522 h 357630"/>
              <a:gd name="connsiteX916" fmla="*/ 859525 w 937407"/>
              <a:gd name="connsiteY916" fmla="*/ 357527 h 357630"/>
              <a:gd name="connsiteX917" fmla="*/ 860461 w 937407"/>
              <a:gd name="connsiteY917" fmla="*/ 357532 h 357630"/>
              <a:gd name="connsiteX918" fmla="*/ 861401 w 937407"/>
              <a:gd name="connsiteY918" fmla="*/ 357532 h 357630"/>
              <a:gd name="connsiteX919" fmla="*/ 862337 w 937407"/>
              <a:gd name="connsiteY919" fmla="*/ 357537 h 357630"/>
              <a:gd name="connsiteX920" fmla="*/ 863278 w 937407"/>
              <a:gd name="connsiteY920" fmla="*/ 357537 h 357630"/>
              <a:gd name="connsiteX921" fmla="*/ 864218 w 937407"/>
              <a:gd name="connsiteY921" fmla="*/ 357542 h 357630"/>
              <a:gd name="connsiteX922" fmla="*/ 865154 w 937407"/>
              <a:gd name="connsiteY922" fmla="*/ 357542 h 357630"/>
              <a:gd name="connsiteX923" fmla="*/ 866094 w 937407"/>
              <a:gd name="connsiteY923" fmla="*/ 357547 h 357630"/>
              <a:gd name="connsiteX924" fmla="*/ 867030 w 937407"/>
              <a:gd name="connsiteY924" fmla="*/ 357547 h 357630"/>
              <a:gd name="connsiteX925" fmla="*/ 867971 w 937407"/>
              <a:gd name="connsiteY925" fmla="*/ 357552 h 357630"/>
              <a:gd name="connsiteX926" fmla="*/ 868906 w 937407"/>
              <a:gd name="connsiteY926" fmla="*/ 357552 h 357630"/>
              <a:gd name="connsiteX927" fmla="*/ 869847 w 937407"/>
              <a:gd name="connsiteY927" fmla="*/ 357556 h 357630"/>
              <a:gd name="connsiteX928" fmla="*/ 870783 w 937407"/>
              <a:gd name="connsiteY928" fmla="*/ 357556 h 357630"/>
              <a:gd name="connsiteX929" fmla="*/ 871723 w 937407"/>
              <a:gd name="connsiteY929" fmla="*/ 357561 h 357630"/>
              <a:gd name="connsiteX930" fmla="*/ 872659 w 937407"/>
              <a:gd name="connsiteY930" fmla="*/ 357561 h 357630"/>
              <a:gd name="connsiteX931" fmla="*/ 873600 w 937407"/>
              <a:gd name="connsiteY931" fmla="*/ 357561 h 357630"/>
              <a:gd name="connsiteX932" fmla="*/ 874540 w 937407"/>
              <a:gd name="connsiteY932" fmla="*/ 357566 h 357630"/>
              <a:gd name="connsiteX933" fmla="*/ 875476 w 937407"/>
              <a:gd name="connsiteY933" fmla="*/ 357566 h 357630"/>
              <a:gd name="connsiteX934" fmla="*/ 876416 w 937407"/>
              <a:gd name="connsiteY934" fmla="*/ 357571 h 357630"/>
              <a:gd name="connsiteX935" fmla="*/ 877352 w 937407"/>
              <a:gd name="connsiteY935" fmla="*/ 357571 h 357630"/>
              <a:gd name="connsiteX936" fmla="*/ 878293 w 937407"/>
              <a:gd name="connsiteY936" fmla="*/ 357571 h 357630"/>
              <a:gd name="connsiteX937" fmla="*/ 879228 w 937407"/>
              <a:gd name="connsiteY937" fmla="*/ 357576 h 357630"/>
              <a:gd name="connsiteX938" fmla="*/ 880169 w 937407"/>
              <a:gd name="connsiteY938" fmla="*/ 357576 h 357630"/>
              <a:gd name="connsiteX939" fmla="*/ 881105 w 937407"/>
              <a:gd name="connsiteY939" fmla="*/ 357576 h 357630"/>
              <a:gd name="connsiteX940" fmla="*/ 882045 w 937407"/>
              <a:gd name="connsiteY940" fmla="*/ 357581 h 357630"/>
              <a:gd name="connsiteX941" fmla="*/ 882981 w 937407"/>
              <a:gd name="connsiteY941" fmla="*/ 357581 h 357630"/>
              <a:gd name="connsiteX942" fmla="*/ 883921 w 937407"/>
              <a:gd name="connsiteY942" fmla="*/ 357581 h 357630"/>
              <a:gd name="connsiteX943" fmla="*/ 884862 w 937407"/>
              <a:gd name="connsiteY943" fmla="*/ 357586 h 357630"/>
              <a:gd name="connsiteX944" fmla="*/ 885798 w 937407"/>
              <a:gd name="connsiteY944" fmla="*/ 357586 h 357630"/>
              <a:gd name="connsiteX945" fmla="*/ 886738 w 937407"/>
              <a:gd name="connsiteY945" fmla="*/ 357586 h 357630"/>
              <a:gd name="connsiteX946" fmla="*/ 887674 w 937407"/>
              <a:gd name="connsiteY946" fmla="*/ 357591 h 357630"/>
              <a:gd name="connsiteX947" fmla="*/ 888615 w 937407"/>
              <a:gd name="connsiteY947" fmla="*/ 357591 h 357630"/>
              <a:gd name="connsiteX948" fmla="*/ 889550 w 937407"/>
              <a:gd name="connsiteY948" fmla="*/ 357591 h 357630"/>
              <a:gd name="connsiteX949" fmla="*/ 890491 w 937407"/>
              <a:gd name="connsiteY949" fmla="*/ 357591 h 357630"/>
              <a:gd name="connsiteX950" fmla="*/ 891427 w 937407"/>
              <a:gd name="connsiteY950" fmla="*/ 357596 h 357630"/>
              <a:gd name="connsiteX951" fmla="*/ 892367 w 937407"/>
              <a:gd name="connsiteY951" fmla="*/ 357596 h 357630"/>
              <a:gd name="connsiteX952" fmla="*/ 893303 w 937407"/>
              <a:gd name="connsiteY952" fmla="*/ 357596 h 357630"/>
              <a:gd name="connsiteX953" fmla="*/ 894243 w 937407"/>
              <a:gd name="connsiteY953" fmla="*/ 357596 h 357630"/>
              <a:gd name="connsiteX954" fmla="*/ 895184 w 937407"/>
              <a:gd name="connsiteY954" fmla="*/ 357601 h 357630"/>
              <a:gd name="connsiteX955" fmla="*/ 896120 w 937407"/>
              <a:gd name="connsiteY955" fmla="*/ 357601 h 357630"/>
              <a:gd name="connsiteX956" fmla="*/ 897060 w 937407"/>
              <a:gd name="connsiteY956" fmla="*/ 357601 h 357630"/>
              <a:gd name="connsiteX957" fmla="*/ 897996 w 937407"/>
              <a:gd name="connsiteY957" fmla="*/ 357601 h 357630"/>
              <a:gd name="connsiteX958" fmla="*/ 898937 w 937407"/>
              <a:gd name="connsiteY958" fmla="*/ 357601 h 357630"/>
              <a:gd name="connsiteX959" fmla="*/ 899872 w 937407"/>
              <a:gd name="connsiteY959" fmla="*/ 357606 h 357630"/>
              <a:gd name="connsiteX960" fmla="*/ 900813 w 937407"/>
              <a:gd name="connsiteY960" fmla="*/ 357606 h 357630"/>
              <a:gd name="connsiteX961" fmla="*/ 901748 w 937407"/>
              <a:gd name="connsiteY961" fmla="*/ 357606 h 357630"/>
              <a:gd name="connsiteX962" fmla="*/ 902689 w 937407"/>
              <a:gd name="connsiteY962" fmla="*/ 357606 h 357630"/>
              <a:gd name="connsiteX963" fmla="*/ 903625 w 937407"/>
              <a:gd name="connsiteY963" fmla="*/ 357606 h 357630"/>
              <a:gd name="connsiteX964" fmla="*/ 904565 w 937407"/>
              <a:gd name="connsiteY964" fmla="*/ 357611 h 357630"/>
              <a:gd name="connsiteX965" fmla="*/ 905501 w 937407"/>
              <a:gd name="connsiteY965" fmla="*/ 357611 h 357630"/>
              <a:gd name="connsiteX966" fmla="*/ 906441 w 937407"/>
              <a:gd name="connsiteY966" fmla="*/ 357611 h 357630"/>
              <a:gd name="connsiteX967" fmla="*/ 907382 w 937407"/>
              <a:gd name="connsiteY967" fmla="*/ 357611 h 357630"/>
              <a:gd name="connsiteX968" fmla="*/ 908318 w 937407"/>
              <a:gd name="connsiteY968" fmla="*/ 357611 h 357630"/>
              <a:gd name="connsiteX969" fmla="*/ 909258 w 937407"/>
              <a:gd name="connsiteY969" fmla="*/ 357611 h 357630"/>
              <a:gd name="connsiteX970" fmla="*/ 910194 w 937407"/>
              <a:gd name="connsiteY970" fmla="*/ 357616 h 357630"/>
              <a:gd name="connsiteX971" fmla="*/ 911135 w 937407"/>
              <a:gd name="connsiteY971" fmla="*/ 357616 h 357630"/>
              <a:gd name="connsiteX972" fmla="*/ 912070 w 937407"/>
              <a:gd name="connsiteY972" fmla="*/ 357616 h 357630"/>
              <a:gd name="connsiteX973" fmla="*/ 913011 w 937407"/>
              <a:gd name="connsiteY973" fmla="*/ 357616 h 357630"/>
              <a:gd name="connsiteX974" fmla="*/ 913947 w 937407"/>
              <a:gd name="connsiteY974" fmla="*/ 357616 h 357630"/>
              <a:gd name="connsiteX975" fmla="*/ 914887 w 937407"/>
              <a:gd name="connsiteY975" fmla="*/ 357616 h 357630"/>
              <a:gd name="connsiteX976" fmla="*/ 915823 w 937407"/>
              <a:gd name="connsiteY976" fmla="*/ 357621 h 357630"/>
              <a:gd name="connsiteX977" fmla="*/ 916763 w 937407"/>
              <a:gd name="connsiteY977" fmla="*/ 357621 h 357630"/>
              <a:gd name="connsiteX978" fmla="*/ 917704 w 937407"/>
              <a:gd name="connsiteY978" fmla="*/ 357621 h 357630"/>
              <a:gd name="connsiteX979" fmla="*/ 918640 w 937407"/>
              <a:gd name="connsiteY979" fmla="*/ 357621 h 357630"/>
              <a:gd name="connsiteX980" fmla="*/ 919580 w 937407"/>
              <a:gd name="connsiteY980" fmla="*/ 357621 h 357630"/>
              <a:gd name="connsiteX981" fmla="*/ 920516 w 937407"/>
              <a:gd name="connsiteY981" fmla="*/ 357621 h 357630"/>
              <a:gd name="connsiteX982" fmla="*/ 921457 w 937407"/>
              <a:gd name="connsiteY982" fmla="*/ 357621 h 357630"/>
              <a:gd name="connsiteX983" fmla="*/ 922392 w 937407"/>
              <a:gd name="connsiteY983" fmla="*/ 357621 h 357630"/>
              <a:gd name="connsiteX984" fmla="*/ 923333 w 937407"/>
              <a:gd name="connsiteY984" fmla="*/ 357621 h 357630"/>
              <a:gd name="connsiteX985" fmla="*/ 924268 w 937407"/>
              <a:gd name="connsiteY985" fmla="*/ 357626 h 357630"/>
              <a:gd name="connsiteX986" fmla="*/ 925209 w 937407"/>
              <a:gd name="connsiteY986" fmla="*/ 357626 h 357630"/>
              <a:gd name="connsiteX987" fmla="*/ 926145 w 937407"/>
              <a:gd name="connsiteY987" fmla="*/ 357626 h 357630"/>
              <a:gd name="connsiteX988" fmla="*/ 927085 w 937407"/>
              <a:gd name="connsiteY988" fmla="*/ 357626 h 357630"/>
              <a:gd name="connsiteX989" fmla="*/ 928026 w 937407"/>
              <a:gd name="connsiteY989" fmla="*/ 357626 h 357630"/>
              <a:gd name="connsiteX990" fmla="*/ 928962 w 937407"/>
              <a:gd name="connsiteY990" fmla="*/ 357626 h 357630"/>
              <a:gd name="connsiteX991" fmla="*/ 929902 w 937407"/>
              <a:gd name="connsiteY991" fmla="*/ 357626 h 357630"/>
              <a:gd name="connsiteX992" fmla="*/ 930838 w 937407"/>
              <a:gd name="connsiteY992" fmla="*/ 357626 h 357630"/>
              <a:gd name="connsiteX993" fmla="*/ 931779 w 937407"/>
              <a:gd name="connsiteY993" fmla="*/ 357626 h 357630"/>
              <a:gd name="connsiteX994" fmla="*/ 932714 w 937407"/>
              <a:gd name="connsiteY994" fmla="*/ 357626 h 357630"/>
              <a:gd name="connsiteX995" fmla="*/ 933655 w 937407"/>
              <a:gd name="connsiteY995" fmla="*/ 357626 h 357630"/>
              <a:gd name="connsiteX996" fmla="*/ 934590 w 937407"/>
              <a:gd name="connsiteY996" fmla="*/ 357631 h 357630"/>
              <a:gd name="connsiteX997" fmla="*/ 935531 w 937407"/>
              <a:gd name="connsiteY997" fmla="*/ 357631 h 357630"/>
              <a:gd name="connsiteX998" fmla="*/ 936467 w 937407"/>
              <a:gd name="connsiteY998" fmla="*/ 357631 h 357630"/>
              <a:gd name="connsiteX999" fmla="*/ 937407 w 937407"/>
              <a:gd name="connsiteY999" fmla="*/ 357631 h 357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357630">
                <a:moveTo>
                  <a:pt x="0" y="279268"/>
                </a:moveTo>
                <a:lnTo>
                  <a:pt x="938" y="278412"/>
                </a:lnTo>
                <a:lnTo>
                  <a:pt x="1877" y="277541"/>
                </a:lnTo>
                <a:lnTo>
                  <a:pt x="2815" y="276669"/>
                </a:lnTo>
                <a:lnTo>
                  <a:pt x="3753" y="275788"/>
                </a:lnTo>
                <a:lnTo>
                  <a:pt x="4692" y="274902"/>
                </a:lnTo>
                <a:lnTo>
                  <a:pt x="5630" y="274011"/>
                </a:lnTo>
                <a:lnTo>
                  <a:pt x="6568" y="273115"/>
                </a:lnTo>
                <a:lnTo>
                  <a:pt x="7507" y="272209"/>
                </a:lnTo>
                <a:lnTo>
                  <a:pt x="8445" y="271298"/>
                </a:lnTo>
                <a:lnTo>
                  <a:pt x="9383" y="270382"/>
                </a:lnTo>
                <a:lnTo>
                  <a:pt x="10321" y="269457"/>
                </a:lnTo>
                <a:lnTo>
                  <a:pt x="11260" y="268526"/>
                </a:lnTo>
                <a:lnTo>
                  <a:pt x="12198" y="267590"/>
                </a:lnTo>
                <a:lnTo>
                  <a:pt x="13137" y="266650"/>
                </a:lnTo>
                <a:lnTo>
                  <a:pt x="14075" y="265704"/>
                </a:lnTo>
                <a:lnTo>
                  <a:pt x="15014" y="264749"/>
                </a:lnTo>
                <a:lnTo>
                  <a:pt x="15952" y="263788"/>
                </a:lnTo>
                <a:lnTo>
                  <a:pt x="16890" y="262818"/>
                </a:lnTo>
                <a:lnTo>
                  <a:pt x="17828" y="261848"/>
                </a:lnTo>
                <a:lnTo>
                  <a:pt x="18767" y="260867"/>
                </a:lnTo>
                <a:lnTo>
                  <a:pt x="19705" y="259882"/>
                </a:lnTo>
                <a:lnTo>
                  <a:pt x="20643" y="258887"/>
                </a:lnTo>
                <a:lnTo>
                  <a:pt x="21582" y="257892"/>
                </a:lnTo>
                <a:lnTo>
                  <a:pt x="22520" y="256887"/>
                </a:lnTo>
                <a:lnTo>
                  <a:pt x="23459" y="255877"/>
                </a:lnTo>
                <a:lnTo>
                  <a:pt x="24397" y="254862"/>
                </a:lnTo>
                <a:lnTo>
                  <a:pt x="25335" y="253837"/>
                </a:lnTo>
                <a:lnTo>
                  <a:pt x="26274" y="252813"/>
                </a:lnTo>
                <a:lnTo>
                  <a:pt x="27212" y="251778"/>
                </a:lnTo>
                <a:lnTo>
                  <a:pt x="28150" y="250733"/>
                </a:lnTo>
                <a:lnTo>
                  <a:pt x="29088" y="249689"/>
                </a:lnTo>
                <a:lnTo>
                  <a:pt x="30027" y="248639"/>
                </a:lnTo>
                <a:lnTo>
                  <a:pt x="30965" y="247580"/>
                </a:lnTo>
                <a:lnTo>
                  <a:pt x="31903" y="246516"/>
                </a:lnTo>
                <a:lnTo>
                  <a:pt x="32842" y="245446"/>
                </a:lnTo>
                <a:lnTo>
                  <a:pt x="33780" y="244372"/>
                </a:lnTo>
                <a:lnTo>
                  <a:pt x="34719" y="243288"/>
                </a:lnTo>
                <a:lnTo>
                  <a:pt x="35657" y="242204"/>
                </a:lnTo>
                <a:lnTo>
                  <a:pt x="36595" y="241110"/>
                </a:lnTo>
                <a:lnTo>
                  <a:pt x="37534" y="240011"/>
                </a:lnTo>
                <a:lnTo>
                  <a:pt x="38472" y="238907"/>
                </a:lnTo>
                <a:lnTo>
                  <a:pt x="39410" y="237798"/>
                </a:lnTo>
                <a:lnTo>
                  <a:pt x="40348" y="236679"/>
                </a:lnTo>
                <a:lnTo>
                  <a:pt x="41287" y="235560"/>
                </a:lnTo>
                <a:lnTo>
                  <a:pt x="42225" y="234431"/>
                </a:lnTo>
                <a:lnTo>
                  <a:pt x="43164" y="233298"/>
                </a:lnTo>
                <a:lnTo>
                  <a:pt x="44102" y="232164"/>
                </a:lnTo>
                <a:lnTo>
                  <a:pt x="45041" y="231020"/>
                </a:lnTo>
                <a:lnTo>
                  <a:pt x="45979" y="229872"/>
                </a:lnTo>
                <a:lnTo>
                  <a:pt x="46917" y="228718"/>
                </a:lnTo>
                <a:lnTo>
                  <a:pt x="47856" y="227560"/>
                </a:lnTo>
                <a:lnTo>
                  <a:pt x="48794" y="226392"/>
                </a:lnTo>
                <a:lnTo>
                  <a:pt x="49732" y="225223"/>
                </a:lnTo>
                <a:lnTo>
                  <a:pt x="50670" y="224050"/>
                </a:lnTo>
                <a:lnTo>
                  <a:pt x="51609" y="222872"/>
                </a:lnTo>
                <a:lnTo>
                  <a:pt x="52547" y="221684"/>
                </a:lnTo>
                <a:lnTo>
                  <a:pt x="53485" y="220496"/>
                </a:lnTo>
                <a:lnTo>
                  <a:pt x="54424" y="219302"/>
                </a:lnTo>
                <a:lnTo>
                  <a:pt x="55362" y="218099"/>
                </a:lnTo>
                <a:lnTo>
                  <a:pt x="56301" y="216896"/>
                </a:lnTo>
                <a:lnTo>
                  <a:pt x="57239" y="215689"/>
                </a:lnTo>
                <a:lnTo>
                  <a:pt x="58177" y="214471"/>
                </a:lnTo>
                <a:lnTo>
                  <a:pt x="59116" y="213253"/>
                </a:lnTo>
                <a:lnTo>
                  <a:pt x="60054" y="212030"/>
                </a:lnTo>
                <a:lnTo>
                  <a:pt x="60992" y="210802"/>
                </a:lnTo>
                <a:lnTo>
                  <a:pt x="61930" y="209570"/>
                </a:lnTo>
                <a:lnTo>
                  <a:pt x="62869" y="208332"/>
                </a:lnTo>
                <a:lnTo>
                  <a:pt x="63807" y="207089"/>
                </a:lnTo>
                <a:lnTo>
                  <a:pt x="64746" y="205847"/>
                </a:lnTo>
                <a:lnTo>
                  <a:pt x="65684" y="204594"/>
                </a:lnTo>
                <a:lnTo>
                  <a:pt x="66623" y="203342"/>
                </a:lnTo>
                <a:lnTo>
                  <a:pt x="67561" y="202084"/>
                </a:lnTo>
                <a:lnTo>
                  <a:pt x="68499" y="200822"/>
                </a:lnTo>
                <a:lnTo>
                  <a:pt x="69437" y="199555"/>
                </a:lnTo>
                <a:lnTo>
                  <a:pt x="70376" y="198282"/>
                </a:lnTo>
                <a:lnTo>
                  <a:pt x="71314" y="197010"/>
                </a:lnTo>
                <a:lnTo>
                  <a:pt x="72252" y="195733"/>
                </a:lnTo>
                <a:lnTo>
                  <a:pt x="73191" y="194451"/>
                </a:lnTo>
                <a:lnTo>
                  <a:pt x="74129" y="193164"/>
                </a:lnTo>
                <a:lnTo>
                  <a:pt x="75067" y="191876"/>
                </a:lnTo>
                <a:lnTo>
                  <a:pt x="76006" y="190584"/>
                </a:lnTo>
                <a:lnTo>
                  <a:pt x="76944" y="189287"/>
                </a:lnTo>
                <a:lnTo>
                  <a:pt x="77883" y="187988"/>
                </a:lnTo>
                <a:lnTo>
                  <a:pt x="78821" y="186685"/>
                </a:lnTo>
                <a:lnTo>
                  <a:pt x="79759" y="185379"/>
                </a:lnTo>
                <a:lnTo>
                  <a:pt x="80697" y="184070"/>
                </a:lnTo>
                <a:lnTo>
                  <a:pt x="81636" y="182758"/>
                </a:lnTo>
                <a:lnTo>
                  <a:pt x="82574" y="181443"/>
                </a:lnTo>
                <a:lnTo>
                  <a:pt x="83512" y="180125"/>
                </a:lnTo>
                <a:lnTo>
                  <a:pt x="84451" y="178804"/>
                </a:lnTo>
                <a:lnTo>
                  <a:pt x="85389" y="177481"/>
                </a:lnTo>
                <a:lnTo>
                  <a:pt x="86328" y="176155"/>
                </a:lnTo>
                <a:lnTo>
                  <a:pt x="87266" y="174826"/>
                </a:lnTo>
                <a:lnTo>
                  <a:pt x="88205" y="173495"/>
                </a:lnTo>
                <a:lnTo>
                  <a:pt x="89143" y="172162"/>
                </a:lnTo>
                <a:lnTo>
                  <a:pt x="90081" y="170826"/>
                </a:lnTo>
                <a:lnTo>
                  <a:pt x="91019" y="169488"/>
                </a:lnTo>
                <a:lnTo>
                  <a:pt x="91958" y="168148"/>
                </a:lnTo>
                <a:lnTo>
                  <a:pt x="92896" y="166806"/>
                </a:lnTo>
                <a:lnTo>
                  <a:pt x="93834" y="165462"/>
                </a:lnTo>
                <a:lnTo>
                  <a:pt x="94773" y="164116"/>
                </a:lnTo>
                <a:lnTo>
                  <a:pt x="95711" y="162769"/>
                </a:lnTo>
                <a:lnTo>
                  <a:pt x="96649" y="161419"/>
                </a:lnTo>
                <a:lnTo>
                  <a:pt x="97588" y="160069"/>
                </a:lnTo>
                <a:lnTo>
                  <a:pt x="98526" y="158716"/>
                </a:lnTo>
                <a:lnTo>
                  <a:pt x="99465" y="157363"/>
                </a:lnTo>
                <a:lnTo>
                  <a:pt x="100403" y="156008"/>
                </a:lnTo>
                <a:lnTo>
                  <a:pt x="101341" y="154652"/>
                </a:lnTo>
                <a:lnTo>
                  <a:pt x="102279" y="153295"/>
                </a:lnTo>
                <a:lnTo>
                  <a:pt x="103218" y="151936"/>
                </a:lnTo>
                <a:lnTo>
                  <a:pt x="104156" y="150577"/>
                </a:lnTo>
                <a:lnTo>
                  <a:pt x="105094" y="149218"/>
                </a:lnTo>
                <a:lnTo>
                  <a:pt x="106033" y="147858"/>
                </a:lnTo>
                <a:lnTo>
                  <a:pt x="106971" y="146497"/>
                </a:lnTo>
                <a:lnTo>
                  <a:pt x="107910" y="145135"/>
                </a:lnTo>
                <a:lnTo>
                  <a:pt x="108848" y="143774"/>
                </a:lnTo>
                <a:lnTo>
                  <a:pt x="109786" y="142412"/>
                </a:lnTo>
                <a:lnTo>
                  <a:pt x="110725" y="141050"/>
                </a:lnTo>
                <a:lnTo>
                  <a:pt x="111663" y="139688"/>
                </a:lnTo>
                <a:lnTo>
                  <a:pt x="112601" y="138326"/>
                </a:lnTo>
                <a:lnTo>
                  <a:pt x="113539" y="136964"/>
                </a:lnTo>
                <a:lnTo>
                  <a:pt x="114478" y="135603"/>
                </a:lnTo>
                <a:lnTo>
                  <a:pt x="115416" y="134242"/>
                </a:lnTo>
                <a:lnTo>
                  <a:pt x="116355" y="132881"/>
                </a:lnTo>
                <a:lnTo>
                  <a:pt x="117293" y="131521"/>
                </a:lnTo>
                <a:lnTo>
                  <a:pt x="118232" y="130162"/>
                </a:lnTo>
                <a:lnTo>
                  <a:pt x="119170" y="128803"/>
                </a:lnTo>
                <a:lnTo>
                  <a:pt x="120108" y="127446"/>
                </a:lnTo>
                <a:lnTo>
                  <a:pt x="121047" y="126090"/>
                </a:lnTo>
                <a:lnTo>
                  <a:pt x="121985" y="124735"/>
                </a:lnTo>
                <a:lnTo>
                  <a:pt x="122923" y="123381"/>
                </a:lnTo>
                <a:lnTo>
                  <a:pt x="123861" y="122028"/>
                </a:lnTo>
                <a:lnTo>
                  <a:pt x="124800" y="120678"/>
                </a:lnTo>
                <a:lnTo>
                  <a:pt x="125738" y="119328"/>
                </a:lnTo>
                <a:lnTo>
                  <a:pt x="126676" y="117981"/>
                </a:lnTo>
                <a:lnTo>
                  <a:pt x="127615" y="116635"/>
                </a:lnTo>
                <a:lnTo>
                  <a:pt x="128553" y="115292"/>
                </a:lnTo>
                <a:lnTo>
                  <a:pt x="129492" y="113950"/>
                </a:lnTo>
                <a:lnTo>
                  <a:pt x="130430" y="112611"/>
                </a:lnTo>
                <a:lnTo>
                  <a:pt x="131368" y="111274"/>
                </a:lnTo>
                <a:lnTo>
                  <a:pt x="132307" y="109940"/>
                </a:lnTo>
                <a:lnTo>
                  <a:pt x="133245" y="108608"/>
                </a:lnTo>
                <a:lnTo>
                  <a:pt x="134183" y="107279"/>
                </a:lnTo>
                <a:lnTo>
                  <a:pt x="135121" y="105953"/>
                </a:lnTo>
                <a:lnTo>
                  <a:pt x="136060" y="104629"/>
                </a:lnTo>
                <a:lnTo>
                  <a:pt x="136998" y="103309"/>
                </a:lnTo>
                <a:lnTo>
                  <a:pt x="137937" y="101992"/>
                </a:lnTo>
                <a:lnTo>
                  <a:pt x="138875" y="100678"/>
                </a:lnTo>
                <a:lnTo>
                  <a:pt x="139814" y="99368"/>
                </a:lnTo>
                <a:lnTo>
                  <a:pt x="140752" y="98062"/>
                </a:lnTo>
                <a:lnTo>
                  <a:pt x="141690" y="96759"/>
                </a:lnTo>
                <a:lnTo>
                  <a:pt x="142628" y="95460"/>
                </a:lnTo>
                <a:lnTo>
                  <a:pt x="143567" y="94164"/>
                </a:lnTo>
                <a:lnTo>
                  <a:pt x="144505" y="92873"/>
                </a:lnTo>
                <a:lnTo>
                  <a:pt x="145443" y="91586"/>
                </a:lnTo>
                <a:lnTo>
                  <a:pt x="146382" y="90303"/>
                </a:lnTo>
                <a:lnTo>
                  <a:pt x="147320" y="89024"/>
                </a:lnTo>
                <a:lnTo>
                  <a:pt x="148258" y="87750"/>
                </a:lnTo>
                <a:lnTo>
                  <a:pt x="149197" y="86481"/>
                </a:lnTo>
                <a:lnTo>
                  <a:pt x="150135" y="85216"/>
                </a:lnTo>
                <a:lnTo>
                  <a:pt x="151074" y="83957"/>
                </a:lnTo>
                <a:lnTo>
                  <a:pt x="152012" y="82702"/>
                </a:lnTo>
                <a:lnTo>
                  <a:pt x="152950" y="81453"/>
                </a:lnTo>
                <a:lnTo>
                  <a:pt x="153888" y="80209"/>
                </a:lnTo>
                <a:lnTo>
                  <a:pt x="154827" y="78970"/>
                </a:lnTo>
                <a:lnTo>
                  <a:pt x="155765" y="77737"/>
                </a:lnTo>
                <a:lnTo>
                  <a:pt x="156703" y="76509"/>
                </a:lnTo>
                <a:lnTo>
                  <a:pt x="157642" y="75287"/>
                </a:lnTo>
                <a:lnTo>
                  <a:pt x="158580" y="74071"/>
                </a:lnTo>
                <a:lnTo>
                  <a:pt x="159519" y="72861"/>
                </a:lnTo>
                <a:lnTo>
                  <a:pt x="160457" y="71657"/>
                </a:lnTo>
                <a:lnTo>
                  <a:pt x="161395" y="70459"/>
                </a:lnTo>
                <a:lnTo>
                  <a:pt x="162334" y="69268"/>
                </a:lnTo>
                <a:lnTo>
                  <a:pt x="163272" y="68083"/>
                </a:lnTo>
                <a:lnTo>
                  <a:pt x="164210" y="66905"/>
                </a:lnTo>
                <a:lnTo>
                  <a:pt x="165149" y="65733"/>
                </a:lnTo>
                <a:lnTo>
                  <a:pt x="166087" y="64569"/>
                </a:lnTo>
                <a:lnTo>
                  <a:pt x="167025" y="63411"/>
                </a:lnTo>
                <a:lnTo>
                  <a:pt x="167964" y="62260"/>
                </a:lnTo>
                <a:lnTo>
                  <a:pt x="168902" y="61117"/>
                </a:lnTo>
                <a:lnTo>
                  <a:pt x="169840" y="59980"/>
                </a:lnTo>
                <a:lnTo>
                  <a:pt x="170779" y="58851"/>
                </a:lnTo>
                <a:lnTo>
                  <a:pt x="171717" y="57730"/>
                </a:lnTo>
                <a:lnTo>
                  <a:pt x="172656" y="56616"/>
                </a:lnTo>
                <a:lnTo>
                  <a:pt x="173594" y="55511"/>
                </a:lnTo>
                <a:lnTo>
                  <a:pt x="174532" y="54413"/>
                </a:lnTo>
                <a:lnTo>
                  <a:pt x="175470" y="53323"/>
                </a:lnTo>
                <a:lnTo>
                  <a:pt x="176409" y="52241"/>
                </a:lnTo>
                <a:lnTo>
                  <a:pt x="177347" y="51167"/>
                </a:lnTo>
                <a:lnTo>
                  <a:pt x="178285" y="50103"/>
                </a:lnTo>
                <a:lnTo>
                  <a:pt x="179224" y="49046"/>
                </a:lnTo>
                <a:lnTo>
                  <a:pt x="180162" y="47998"/>
                </a:lnTo>
                <a:lnTo>
                  <a:pt x="181101" y="46958"/>
                </a:lnTo>
                <a:lnTo>
                  <a:pt x="182039" y="45927"/>
                </a:lnTo>
                <a:lnTo>
                  <a:pt x="182977" y="44905"/>
                </a:lnTo>
                <a:lnTo>
                  <a:pt x="183916" y="43893"/>
                </a:lnTo>
                <a:lnTo>
                  <a:pt x="184854" y="42889"/>
                </a:lnTo>
                <a:lnTo>
                  <a:pt x="185792" y="41895"/>
                </a:lnTo>
                <a:lnTo>
                  <a:pt x="186730" y="40910"/>
                </a:lnTo>
                <a:lnTo>
                  <a:pt x="187669" y="39934"/>
                </a:lnTo>
                <a:lnTo>
                  <a:pt x="188607" y="38968"/>
                </a:lnTo>
                <a:lnTo>
                  <a:pt x="189546" y="38012"/>
                </a:lnTo>
                <a:lnTo>
                  <a:pt x="190484" y="37065"/>
                </a:lnTo>
                <a:lnTo>
                  <a:pt x="191422" y="36129"/>
                </a:lnTo>
                <a:lnTo>
                  <a:pt x="192361" y="35202"/>
                </a:lnTo>
                <a:lnTo>
                  <a:pt x="193299" y="34286"/>
                </a:lnTo>
                <a:lnTo>
                  <a:pt x="194237" y="33379"/>
                </a:lnTo>
                <a:lnTo>
                  <a:pt x="195176" y="32483"/>
                </a:lnTo>
                <a:lnTo>
                  <a:pt x="196114" y="31597"/>
                </a:lnTo>
                <a:lnTo>
                  <a:pt x="197052" y="30722"/>
                </a:lnTo>
                <a:lnTo>
                  <a:pt x="197991" y="29857"/>
                </a:lnTo>
                <a:lnTo>
                  <a:pt x="198929" y="29003"/>
                </a:lnTo>
                <a:lnTo>
                  <a:pt x="199867" y="28160"/>
                </a:lnTo>
                <a:lnTo>
                  <a:pt x="200806" y="27327"/>
                </a:lnTo>
                <a:lnTo>
                  <a:pt x="201744" y="26506"/>
                </a:lnTo>
                <a:lnTo>
                  <a:pt x="202683" y="25695"/>
                </a:lnTo>
                <a:lnTo>
                  <a:pt x="203621" y="24896"/>
                </a:lnTo>
                <a:lnTo>
                  <a:pt x="204559" y="24108"/>
                </a:lnTo>
                <a:lnTo>
                  <a:pt x="205498" y="23331"/>
                </a:lnTo>
                <a:lnTo>
                  <a:pt x="206436" y="22566"/>
                </a:lnTo>
                <a:lnTo>
                  <a:pt x="207374" y="21812"/>
                </a:lnTo>
                <a:lnTo>
                  <a:pt x="208312" y="21070"/>
                </a:lnTo>
                <a:lnTo>
                  <a:pt x="209251" y="20339"/>
                </a:lnTo>
                <a:lnTo>
                  <a:pt x="210189" y="19620"/>
                </a:lnTo>
                <a:lnTo>
                  <a:pt x="211128" y="18913"/>
                </a:lnTo>
                <a:lnTo>
                  <a:pt x="212066" y="18218"/>
                </a:lnTo>
                <a:lnTo>
                  <a:pt x="213004" y="17534"/>
                </a:lnTo>
                <a:lnTo>
                  <a:pt x="213943" y="16863"/>
                </a:lnTo>
                <a:lnTo>
                  <a:pt x="214881" y="16204"/>
                </a:lnTo>
                <a:lnTo>
                  <a:pt x="215819" y="15558"/>
                </a:lnTo>
                <a:lnTo>
                  <a:pt x="216758" y="14923"/>
                </a:lnTo>
                <a:lnTo>
                  <a:pt x="217696" y="14301"/>
                </a:lnTo>
                <a:lnTo>
                  <a:pt x="218634" y="13691"/>
                </a:lnTo>
                <a:lnTo>
                  <a:pt x="219573" y="13094"/>
                </a:lnTo>
                <a:lnTo>
                  <a:pt x="220511" y="12509"/>
                </a:lnTo>
                <a:lnTo>
                  <a:pt x="221449" y="11937"/>
                </a:lnTo>
                <a:lnTo>
                  <a:pt x="222388" y="11378"/>
                </a:lnTo>
                <a:lnTo>
                  <a:pt x="223326" y="10831"/>
                </a:lnTo>
                <a:lnTo>
                  <a:pt x="224265" y="10298"/>
                </a:lnTo>
                <a:lnTo>
                  <a:pt x="225203" y="9777"/>
                </a:lnTo>
                <a:lnTo>
                  <a:pt x="226141" y="9269"/>
                </a:lnTo>
                <a:lnTo>
                  <a:pt x="227079" y="8774"/>
                </a:lnTo>
                <a:lnTo>
                  <a:pt x="228018" y="8293"/>
                </a:lnTo>
                <a:lnTo>
                  <a:pt x="228956" y="7824"/>
                </a:lnTo>
                <a:lnTo>
                  <a:pt x="229894" y="7368"/>
                </a:lnTo>
                <a:lnTo>
                  <a:pt x="230833" y="6926"/>
                </a:lnTo>
                <a:lnTo>
                  <a:pt x="231771" y="6497"/>
                </a:lnTo>
                <a:lnTo>
                  <a:pt x="232710" y="6082"/>
                </a:lnTo>
                <a:lnTo>
                  <a:pt x="233648" y="5680"/>
                </a:lnTo>
                <a:lnTo>
                  <a:pt x="234586" y="5291"/>
                </a:lnTo>
                <a:lnTo>
                  <a:pt x="235525" y="4915"/>
                </a:lnTo>
                <a:lnTo>
                  <a:pt x="236463" y="4554"/>
                </a:lnTo>
                <a:lnTo>
                  <a:pt x="237401" y="4206"/>
                </a:lnTo>
                <a:lnTo>
                  <a:pt x="238339" y="3871"/>
                </a:lnTo>
                <a:lnTo>
                  <a:pt x="239278" y="3550"/>
                </a:lnTo>
                <a:lnTo>
                  <a:pt x="240216" y="3243"/>
                </a:lnTo>
                <a:lnTo>
                  <a:pt x="241155" y="2949"/>
                </a:lnTo>
                <a:lnTo>
                  <a:pt x="242093" y="2669"/>
                </a:lnTo>
                <a:lnTo>
                  <a:pt x="243031" y="2404"/>
                </a:lnTo>
                <a:lnTo>
                  <a:pt x="243970" y="2151"/>
                </a:lnTo>
                <a:lnTo>
                  <a:pt x="244908" y="1913"/>
                </a:lnTo>
                <a:lnTo>
                  <a:pt x="245846" y="1688"/>
                </a:lnTo>
                <a:lnTo>
                  <a:pt x="246785" y="1478"/>
                </a:lnTo>
                <a:lnTo>
                  <a:pt x="247723" y="1281"/>
                </a:lnTo>
                <a:lnTo>
                  <a:pt x="248661" y="1099"/>
                </a:lnTo>
                <a:lnTo>
                  <a:pt x="249600" y="930"/>
                </a:lnTo>
                <a:lnTo>
                  <a:pt x="250538" y="775"/>
                </a:lnTo>
                <a:lnTo>
                  <a:pt x="251476" y="634"/>
                </a:lnTo>
                <a:lnTo>
                  <a:pt x="252415" y="507"/>
                </a:lnTo>
                <a:lnTo>
                  <a:pt x="253353" y="395"/>
                </a:lnTo>
                <a:lnTo>
                  <a:pt x="254292" y="296"/>
                </a:lnTo>
                <a:lnTo>
                  <a:pt x="255230" y="211"/>
                </a:lnTo>
                <a:lnTo>
                  <a:pt x="256168" y="141"/>
                </a:lnTo>
                <a:lnTo>
                  <a:pt x="257107" y="85"/>
                </a:lnTo>
                <a:lnTo>
                  <a:pt x="258045" y="43"/>
                </a:lnTo>
                <a:lnTo>
                  <a:pt x="258983" y="14"/>
                </a:lnTo>
                <a:lnTo>
                  <a:pt x="259921" y="0"/>
                </a:lnTo>
                <a:lnTo>
                  <a:pt x="260860" y="0"/>
                </a:lnTo>
                <a:lnTo>
                  <a:pt x="261798" y="14"/>
                </a:lnTo>
                <a:lnTo>
                  <a:pt x="262737" y="43"/>
                </a:lnTo>
                <a:lnTo>
                  <a:pt x="263675" y="85"/>
                </a:lnTo>
                <a:lnTo>
                  <a:pt x="264613" y="141"/>
                </a:lnTo>
                <a:lnTo>
                  <a:pt x="265552" y="211"/>
                </a:lnTo>
                <a:lnTo>
                  <a:pt x="266490" y="296"/>
                </a:lnTo>
                <a:lnTo>
                  <a:pt x="267428" y="395"/>
                </a:lnTo>
                <a:lnTo>
                  <a:pt x="268367" y="507"/>
                </a:lnTo>
                <a:lnTo>
                  <a:pt x="269305" y="634"/>
                </a:lnTo>
                <a:lnTo>
                  <a:pt x="270243" y="775"/>
                </a:lnTo>
                <a:lnTo>
                  <a:pt x="271182" y="930"/>
                </a:lnTo>
                <a:lnTo>
                  <a:pt x="272120" y="1099"/>
                </a:lnTo>
                <a:lnTo>
                  <a:pt x="273058" y="1281"/>
                </a:lnTo>
                <a:lnTo>
                  <a:pt x="273997" y="1478"/>
                </a:lnTo>
                <a:lnTo>
                  <a:pt x="274935" y="1688"/>
                </a:lnTo>
                <a:lnTo>
                  <a:pt x="275874" y="1913"/>
                </a:lnTo>
                <a:lnTo>
                  <a:pt x="276812" y="2151"/>
                </a:lnTo>
                <a:lnTo>
                  <a:pt x="277750" y="2404"/>
                </a:lnTo>
                <a:lnTo>
                  <a:pt x="278688" y="2669"/>
                </a:lnTo>
                <a:lnTo>
                  <a:pt x="279627" y="2949"/>
                </a:lnTo>
                <a:lnTo>
                  <a:pt x="280565" y="3243"/>
                </a:lnTo>
                <a:lnTo>
                  <a:pt x="281503" y="3550"/>
                </a:lnTo>
                <a:lnTo>
                  <a:pt x="282442" y="3871"/>
                </a:lnTo>
                <a:lnTo>
                  <a:pt x="283380" y="4206"/>
                </a:lnTo>
                <a:lnTo>
                  <a:pt x="284319" y="4554"/>
                </a:lnTo>
                <a:lnTo>
                  <a:pt x="285257" y="4915"/>
                </a:lnTo>
                <a:lnTo>
                  <a:pt x="286195" y="5291"/>
                </a:lnTo>
                <a:lnTo>
                  <a:pt x="287134" y="5680"/>
                </a:lnTo>
                <a:lnTo>
                  <a:pt x="288072" y="6082"/>
                </a:lnTo>
                <a:lnTo>
                  <a:pt x="289010" y="6497"/>
                </a:lnTo>
                <a:lnTo>
                  <a:pt x="289949" y="6926"/>
                </a:lnTo>
                <a:lnTo>
                  <a:pt x="290887" y="7368"/>
                </a:lnTo>
                <a:lnTo>
                  <a:pt x="291825" y="7824"/>
                </a:lnTo>
                <a:lnTo>
                  <a:pt x="292764" y="8293"/>
                </a:lnTo>
                <a:lnTo>
                  <a:pt x="293702" y="8774"/>
                </a:lnTo>
                <a:lnTo>
                  <a:pt x="294640" y="9269"/>
                </a:lnTo>
                <a:lnTo>
                  <a:pt x="295579" y="9777"/>
                </a:lnTo>
                <a:lnTo>
                  <a:pt x="296518" y="10298"/>
                </a:lnTo>
                <a:lnTo>
                  <a:pt x="297454" y="10831"/>
                </a:lnTo>
                <a:lnTo>
                  <a:pt x="298395" y="11378"/>
                </a:lnTo>
                <a:lnTo>
                  <a:pt x="299330" y="11937"/>
                </a:lnTo>
                <a:lnTo>
                  <a:pt x="300271" y="12509"/>
                </a:lnTo>
                <a:lnTo>
                  <a:pt x="301207" y="13094"/>
                </a:lnTo>
                <a:lnTo>
                  <a:pt x="302147" y="13691"/>
                </a:lnTo>
                <a:lnTo>
                  <a:pt x="303088" y="14301"/>
                </a:lnTo>
                <a:lnTo>
                  <a:pt x="304023" y="14923"/>
                </a:lnTo>
                <a:lnTo>
                  <a:pt x="304964" y="15558"/>
                </a:lnTo>
                <a:lnTo>
                  <a:pt x="305900" y="16204"/>
                </a:lnTo>
                <a:lnTo>
                  <a:pt x="306840" y="16863"/>
                </a:lnTo>
                <a:lnTo>
                  <a:pt x="307776" y="17534"/>
                </a:lnTo>
                <a:lnTo>
                  <a:pt x="308717" y="18218"/>
                </a:lnTo>
                <a:lnTo>
                  <a:pt x="309652" y="18913"/>
                </a:lnTo>
                <a:lnTo>
                  <a:pt x="310593" y="19620"/>
                </a:lnTo>
                <a:lnTo>
                  <a:pt x="311528" y="20339"/>
                </a:lnTo>
                <a:lnTo>
                  <a:pt x="312469" y="21070"/>
                </a:lnTo>
                <a:lnTo>
                  <a:pt x="313410" y="21812"/>
                </a:lnTo>
                <a:lnTo>
                  <a:pt x="314345" y="22566"/>
                </a:lnTo>
                <a:lnTo>
                  <a:pt x="315286" y="23331"/>
                </a:lnTo>
                <a:lnTo>
                  <a:pt x="316222" y="24108"/>
                </a:lnTo>
                <a:lnTo>
                  <a:pt x="317162" y="24896"/>
                </a:lnTo>
                <a:lnTo>
                  <a:pt x="318098" y="25695"/>
                </a:lnTo>
                <a:lnTo>
                  <a:pt x="319038" y="26506"/>
                </a:lnTo>
                <a:lnTo>
                  <a:pt x="319974" y="27327"/>
                </a:lnTo>
                <a:lnTo>
                  <a:pt x="320915" y="28160"/>
                </a:lnTo>
                <a:lnTo>
                  <a:pt x="321850" y="29003"/>
                </a:lnTo>
                <a:lnTo>
                  <a:pt x="322791" y="29857"/>
                </a:lnTo>
                <a:lnTo>
                  <a:pt x="323727" y="30722"/>
                </a:lnTo>
                <a:lnTo>
                  <a:pt x="324667" y="31597"/>
                </a:lnTo>
                <a:lnTo>
                  <a:pt x="325608" y="32483"/>
                </a:lnTo>
                <a:lnTo>
                  <a:pt x="326544" y="33379"/>
                </a:lnTo>
                <a:lnTo>
                  <a:pt x="327484" y="34286"/>
                </a:lnTo>
                <a:lnTo>
                  <a:pt x="328420" y="35202"/>
                </a:lnTo>
                <a:lnTo>
                  <a:pt x="329360" y="36129"/>
                </a:lnTo>
                <a:lnTo>
                  <a:pt x="330296" y="37065"/>
                </a:lnTo>
                <a:lnTo>
                  <a:pt x="331237" y="38012"/>
                </a:lnTo>
                <a:lnTo>
                  <a:pt x="332172" y="38968"/>
                </a:lnTo>
                <a:lnTo>
                  <a:pt x="333113" y="39934"/>
                </a:lnTo>
                <a:lnTo>
                  <a:pt x="334049" y="40910"/>
                </a:lnTo>
                <a:lnTo>
                  <a:pt x="334989" y="41895"/>
                </a:lnTo>
                <a:lnTo>
                  <a:pt x="335930" y="42889"/>
                </a:lnTo>
                <a:lnTo>
                  <a:pt x="336865" y="43893"/>
                </a:lnTo>
                <a:lnTo>
                  <a:pt x="337806" y="44905"/>
                </a:lnTo>
                <a:lnTo>
                  <a:pt x="338742" y="45927"/>
                </a:lnTo>
                <a:lnTo>
                  <a:pt x="339682" y="46958"/>
                </a:lnTo>
                <a:lnTo>
                  <a:pt x="340618" y="47998"/>
                </a:lnTo>
                <a:lnTo>
                  <a:pt x="341559" y="49046"/>
                </a:lnTo>
                <a:lnTo>
                  <a:pt x="342494" y="50103"/>
                </a:lnTo>
                <a:lnTo>
                  <a:pt x="343435" y="51167"/>
                </a:lnTo>
                <a:lnTo>
                  <a:pt x="344370" y="52241"/>
                </a:lnTo>
                <a:lnTo>
                  <a:pt x="345311" y="53323"/>
                </a:lnTo>
                <a:lnTo>
                  <a:pt x="346252" y="54413"/>
                </a:lnTo>
                <a:lnTo>
                  <a:pt x="347187" y="55511"/>
                </a:lnTo>
                <a:lnTo>
                  <a:pt x="348128" y="56616"/>
                </a:lnTo>
                <a:lnTo>
                  <a:pt x="349064" y="57730"/>
                </a:lnTo>
                <a:lnTo>
                  <a:pt x="350004" y="58851"/>
                </a:lnTo>
                <a:lnTo>
                  <a:pt x="350940" y="59980"/>
                </a:lnTo>
                <a:lnTo>
                  <a:pt x="351880" y="61117"/>
                </a:lnTo>
                <a:lnTo>
                  <a:pt x="352816" y="62260"/>
                </a:lnTo>
                <a:lnTo>
                  <a:pt x="353757" y="63411"/>
                </a:lnTo>
                <a:lnTo>
                  <a:pt x="354692" y="64569"/>
                </a:lnTo>
                <a:lnTo>
                  <a:pt x="355633" y="65733"/>
                </a:lnTo>
                <a:lnTo>
                  <a:pt x="356574" y="66905"/>
                </a:lnTo>
                <a:lnTo>
                  <a:pt x="357509" y="68083"/>
                </a:lnTo>
                <a:lnTo>
                  <a:pt x="358450" y="69268"/>
                </a:lnTo>
                <a:lnTo>
                  <a:pt x="359385" y="70459"/>
                </a:lnTo>
                <a:lnTo>
                  <a:pt x="360326" y="71657"/>
                </a:lnTo>
                <a:lnTo>
                  <a:pt x="361262" y="72861"/>
                </a:lnTo>
                <a:lnTo>
                  <a:pt x="362202" y="74071"/>
                </a:lnTo>
                <a:lnTo>
                  <a:pt x="363138" y="75287"/>
                </a:lnTo>
                <a:lnTo>
                  <a:pt x="364079" y="76509"/>
                </a:lnTo>
                <a:lnTo>
                  <a:pt x="365014" y="77737"/>
                </a:lnTo>
                <a:lnTo>
                  <a:pt x="365955" y="78970"/>
                </a:lnTo>
                <a:lnTo>
                  <a:pt x="366891" y="80209"/>
                </a:lnTo>
                <a:lnTo>
                  <a:pt x="367831" y="81453"/>
                </a:lnTo>
                <a:lnTo>
                  <a:pt x="368772" y="82702"/>
                </a:lnTo>
                <a:lnTo>
                  <a:pt x="369707" y="83957"/>
                </a:lnTo>
                <a:lnTo>
                  <a:pt x="370648" y="85216"/>
                </a:lnTo>
                <a:lnTo>
                  <a:pt x="371584" y="86481"/>
                </a:lnTo>
                <a:lnTo>
                  <a:pt x="372524" y="87750"/>
                </a:lnTo>
                <a:lnTo>
                  <a:pt x="373460" y="89024"/>
                </a:lnTo>
                <a:lnTo>
                  <a:pt x="374400" y="90303"/>
                </a:lnTo>
                <a:lnTo>
                  <a:pt x="375336" y="91586"/>
                </a:lnTo>
                <a:lnTo>
                  <a:pt x="376277" y="92873"/>
                </a:lnTo>
                <a:lnTo>
                  <a:pt x="377212" y="94164"/>
                </a:lnTo>
                <a:lnTo>
                  <a:pt x="378153" y="95460"/>
                </a:lnTo>
                <a:lnTo>
                  <a:pt x="379094" y="96759"/>
                </a:lnTo>
                <a:lnTo>
                  <a:pt x="380029" y="98062"/>
                </a:lnTo>
                <a:lnTo>
                  <a:pt x="380970" y="99368"/>
                </a:lnTo>
                <a:lnTo>
                  <a:pt x="381906" y="100678"/>
                </a:lnTo>
                <a:lnTo>
                  <a:pt x="382846" y="101992"/>
                </a:lnTo>
                <a:lnTo>
                  <a:pt x="383782" y="103309"/>
                </a:lnTo>
                <a:lnTo>
                  <a:pt x="384722" y="104629"/>
                </a:lnTo>
                <a:lnTo>
                  <a:pt x="385658" y="105953"/>
                </a:lnTo>
                <a:lnTo>
                  <a:pt x="386599" y="107279"/>
                </a:lnTo>
                <a:lnTo>
                  <a:pt x="387534" y="108608"/>
                </a:lnTo>
                <a:lnTo>
                  <a:pt x="388475" y="109940"/>
                </a:lnTo>
                <a:lnTo>
                  <a:pt x="389416" y="111274"/>
                </a:lnTo>
                <a:lnTo>
                  <a:pt x="390351" y="112611"/>
                </a:lnTo>
                <a:lnTo>
                  <a:pt x="391292" y="113950"/>
                </a:lnTo>
                <a:lnTo>
                  <a:pt x="392227" y="115292"/>
                </a:lnTo>
                <a:lnTo>
                  <a:pt x="393168" y="116635"/>
                </a:lnTo>
                <a:lnTo>
                  <a:pt x="394104" y="117981"/>
                </a:lnTo>
                <a:lnTo>
                  <a:pt x="395044" y="119328"/>
                </a:lnTo>
                <a:lnTo>
                  <a:pt x="395980" y="120678"/>
                </a:lnTo>
                <a:lnTo>
                  <a:pt x="396921" y="122028"/>
                </a:lnTo>
                <a:lnTo>
                  <a:pt x="397856" y="123381"/>
                </a:lnTo>
                <a:lnTo>
                  <a:pt x="398797" y="124735"/>
                </a:lnTo>
                <a:lnTo>
                  <a:pt x="399737" y="126090"/>
                </a:lnTo>
                <a:lnTo>
                  <a:pt x="400673" y="127446"/>
                </a:lnTo>
                <a:lnTo>
                  <a:pt x="401614" y="128803"/>
                </a:lnTo>
                <a:lnTo>
                  <a:pt x="402549" y="130162"/>
                </a:lnTo>
                <a:lnTo>
                  <a:pt x="403490" y="131521"/>
                </a:lnTo>
                <a:lnTo>
                  <a:pt x="404426" y="132881"/>
                </a:lnTo>
                <a:lnTo>
                  <a:pt x="405366" y="134242"/>
                </a:lnTo>
                <a:lnTo>
                  <a:pt x="406302" y="135603"/>
                </a:lnTo>
                <a:lnTo>
                  <a:pt x="407243" y="136964"/>
                </a:lnTo>
                <a:lnTo>
                  <a:pt x="408178" y="138326"/>
                </a:lnTo>
                <a:lnTo>
                  <a:pt x="409119" y="139688"/>
                </a:lnTo>
                <a:lnTo>
                  <a:pt x="410054" y="141050"/>
                </a:lnTo>
                <a:lnTo>
                  <a:pt x="410995" y="142412"/>
                </a:lnTo>
                <a:lnTo>
                  <a:pt x="411936" y="143774"/>
                </a:lnTo>
                <a:lnTo>
                  <a:pt x="412871" y="145135"/>
                </a:lnTo>
                <a:lnTo>
                  <a:pt x="413812" y="146497"/>
                </a:lnTo>
                <a:lnTo>
                  <a:pt x="414748" y="147858"/>
                </a:lnTo>
                <a:lnTo>
                  <a:pt x="415688" y="149218"/>
                </a:lnTo>
                <a:lnTo>
                  <a:pt x="416624" y="150577"/>
                </a:lnTo>
                <a:lnTo>
                  <a:pt x="417564" y="151936"/>
                </a:lnTo>
                <a:lnTo>
                  <a:pt x="418500" y="153295"/>
                </a:lnTo>
                <a:lnTo>
                  <a:pt x="419441" y="154652"/>
                </a:lnTo>
                <a:lnTo>
                  <a:pt x="420376" y="156008"/>
                </a:lnTo>
                <a:lnTo>
                  <a:pt x="421317" y="157363"/>
                </a:lnTo>
                <a:lnTo>
                  <a:pt x="422258" y="158716"/>
                </a:lnTo>
                <a:lnTo>
                  <a:pt x="423193" y="160069"/>
                </a:lnTo>
                <a:lnTo>
                  <a:pt x="424134" y="161419"/>
                </a:lnTo>
                <a:lnTo>
                  <a:pt x="425069" y="162769"/>
                </a:lnTo>
                <a:lnTo>
                  <a:pt x="426010" y="164116"/>
                </a:lnTo>
                <a:lnTo>
                  <a:pt x="426946" y="165462"/>
                </a:lnTo>
                <a:lnTo>
                  <a:pt x="427886" y="166806"/>
                </a:lnTo>
                <a:lnTo>
                  <a:pt x="428822" y="168148"/>
                </a:lnTo>
                <a:lnTo>
                  <a:pt x="429763" y="169488"/>
                </a:lnTo>
                <a:lnTo>
                  <a:pt x="430698" y="170826"/>
                </a:lnTo>
                <a:lnTo>
                  <a:pt x="431639" y="172162"/>
                </a:lnTo>
                <a:lnTo>
                  <a:pt x="432579" y="173495"/>
                </a:lnTo>
                <a:lnTo>
                  <a:pt x="433515" y="174826"/>
                </a:lnTo>
                <a:lnTo>
                  <a:pt x="434456" y="176155"/>
                </a:lnTo>
                <a:lnTo>
                  <a:pt x="435391" y="177481"/>
                </a:lnTo>
                <a:lnTo>
                  <a:pt x="436332" y="178804"/>
                </a:lnTo>
                <a:lnTo>
                  <a:pt x="437268" y="180125"/>
                </a:lnTo>
                <a:lnTo>
                  <a:pt x="438208" y="181443"/>
                </a:lnTo>
                <a:lnTo>
                  <a:pt x="439144" y="182758"/>
                </a:lnTo>
                <a:lnTo>
                  <a:pt x="440084" y="184070"/>
                </a:lnTo>
                <a:lnTo>
                  <a:pt x="441020" y="185379"/>
                </a:lnTo>
                <a:lnTo>
                  <a:pt x="441961" y="186685"/>
                </a:lnTo>
                <a:lnTo>
                  <a:pt x="442901" y="187988"/>
                </a:lnTo>
                <a:lnTo>
                  <a:pt x="443837" y="189287"/>
                </a:lnTo>
                <a:lnTo>
                  <a:pt x="444778" y="190584"/>
                </a:lnTo>
                <a:lnTo>
                  <a:pt x="445713" y="191876"/>
                </a:lnTo>
                <a:lnTo>
                  <a:pt x="446654" y="193164"/>
                </a:lnTo>
                <a:lnTo>
                  <a:pt x="447590" y="194451"/>
                </a:lnTo>
                <a:lnTo>
                  <a:pt x="448530" y="195733"/>
                </a:lnTo>
                <a:lnTo>
                  <a:pt x="449466" y="197010"/>
                </a:lnTo>
                <a:lnTo>
                  <a:pt x="450406" y="198282"/>
                </a:lnTo>
                <a:lnTo>
                  <a:pt x="451342" y="199555"/>
                </a:lnTo>
                <a:lnTo>
                  <a:pt x="452283" y="200822"/>
                </a:lnTo>
                <a:lnTo>
                  <a:pt x="453218" y="202084"/>
                </a:lnTo>
                <a:lnTo>
                  <a:pt x="454159" y="203342"/>
                </a:lnTo>
                <a:lnTo>
                  <a:pt x="455099" y="204594"/>
                </a:lnTo>
                <a:lnTo>
                  <a:pt x="456035" y="205847"/>
                </a:lnTo>
                <a:lnTo>
                  <a:pt x="456976" y="207089"/>
                </a:lnTo>
                <a:lnTo>
                  <a:pt x="457911" y="208332"/>
                </a:lnTo>
                <a:lnTo>
                  <a:pt x="458852" y="209570"/>
                </a:lnTo>
                <a:lnTo>
                  <a:pt x="459788" y="210802"/>
                </a:lnTo>
                <a:lnTo>
                  <a:pt x="460728" y="212030"/>
                </a:lnTo>
                <a:lnTo>
                  <a:pt x="461664" y="213253"/>
                </a:lnTo>
                <a:lnTo>
                  <a:pt x="462605" y="214471"/>
                </a:lnTo>
                <a:lnTo>
                  <a:pt x="463540" y="215689"/>
                </a:lnTo>
                <a:lnTo>
                  <a:pt x="464481" y="216896"/>
                </a:lnTo>
                <a:lnTo>
                  <a:pt x="465421" y="218099"/>
                </a:lnTo>
                <a:lnTo>
                  <a:pt x="466357" y="219302"/>
                </a:lnTo>
                <a:lnTo>
                  <a:pt x="467298" y="220496"/>
                </a:lnTo>
                <a:lnTo>
                  <a:pt x="468233" y="221684"/>
                </a:lnTo>
                <a:lnTo>
                  <a:pt x="469174" y="222872"/>
                </a:lnTo>
                <a:lnTo>
                  <a:pt x="470110" y="224050"/>
                </a:lnTo>
                <a:lnTo>
                  <a:pt x="471050" y="225223"/>
                </a:lnTo>
                <a:lnTo>
                  <a:pt x="471986" y="226392"/>
                </a:lnTo>
                <a:lnTo>
                  <a:pt x="472926" y="227560"/>
                </a:lnTo>
                <a:lnTo>
                  <a:pt x="473862" y="228718"/>
                </a:lnTo>
                <a:lnTo>
                  <a:pt x="474803" y="229872"/>
                </a:lnTo>
                <a:lnTo>
                  <a:pt x="475743" y="231020"/>
                </a:lnTo>
                <a:lnTo>
                  <a:pt x="476679" y="232164"/>
                </a:lnTo>
                <a:lnTo>
                  <a:pt x="477620" y="233298"/>
                </a:lnTo>
                <a:lnTo>
                  <a:pt x="478555" y="234431"/>
                </a:lnTo>
                <a:lnTo>
                  <a:pt x="479496" y="235560"/>
                </a:lnTo>
                <a:lnTo>
                  <a:pt x="480431" y="236679"/>
                </a:lnTo>
                <a:lnTo>
                  <a:pt x="481372" y="237798"/>
                </a:lnTo>
                <a:lnTo>
                  <a:pt x="482308" y="238907"/>
                </a:lnTo>
                <a:lnTo>
                  <a:pt x="483248" y="240011"/>
                </a:lnTo>
                <a:lnTo>
                  <a:pt x="484184" y="241110"/>
                </a:lnTo>
                <a:lnTo>
                  <a:pt x="485125" y="242204"/>
                </a:lnTo>
                <a:lnTo>
                  <a:pt x="486065" y="243288"/>
                </a:lnTo>
                <a:lnTo>
                  <a:pt x="487001" y="244372"/>
                </a:lnTo>
                <a:lnTo>
                  <a:pt x="487942" y="245446"/>
                </a:lnTo>
                <a:lnTo>
                  <a:pt x="488877" y="246516"/>
                </a:lnTo>
                <a:lnTo>
                  <a:pt x="489818" y="247580"/>
                </a:lnTo>
                <a:lnTo>
                  <a:pt x="490753" y="248639"/>
                </a:lnTo>
                <a:lnTo>
                  <a:pt x="491694" y="249689"/>
                </a:lnTo>
                <a:lnTo>
                  <a:pt x="492630" y="250733"/>
                </a:lnTo>
                <a:lnTo>
                  <a:pt x="493570" y="251778"/>
                </a:lnTo>
                <a:lnTo>
                  <a:pt x="494506" y="252813"/>
                </a:lnTo>
                <a:lnTo>
                  <a:pt x="495447" y="253837"/>
                </a:lnTo>
                <a:lnTo>
                  <a:pt x="496387" y="254862"/>
                </a:lnTo>
                <a:lnTo>
                  <a:pt x="497323" y="255877"/>
                </a:lnTo>
                <a:lnTo>
                  <a:pt x="498263" y="256887"/>
                </a:lnTo>
                <a:lnTo>
                  <a:pt x="499199" y="257892"/>
                </a:lnTo>
                <a:lnTo>
                  <a:pt x="500140" y="258887"/>
                </a:lnTo>
                <a:lnTo>
                  <a:pt x="501075" y="259882"/>
                </a:lnTo>
                <a:lnTo>
                  <a:pt x="502016" y="260867"/>
                </a:lnTo>
                <a:lnTo>
                  <a:pt x="502952" y="261848"/>
                </a:lnTo>
                <a:lnTo>
                  <a:pt x="503892" y="262818"/>
                </a:lnTo>
                <a:lnTo>
                  <a:pt x="504828" y="263788"/>
                </a:lnTo>
                <a:lnTo>
                  <a:pt x="505768" y="264749"/>
                </a:lnTo>
                <a:lnTo>
                  <a:pt x="506704" y="265704"/>
                </a:lnTo>
                <a:lnTo>
                  <a:pt x="507645" y="266650"/>
                </a:lnTo>
                <a:lnTo>
                  <a:pt x="508585" y="267590"/>
                </a:lnTo>
                <a:lnTo>
                  <a:pt x="509521" y="268526"/>
                </a:lnTo>
                <a:lnTo>
                  <a:pt x="510462" y="269457"/>
                </a:lnTo>
                <a:lnTo>
                  <a:pt x="511397" y="270382"/>
                </a:lnTo>
                <a:lnTo>
                  <a:pt x="512338" y="271298"/>
                </a:lnTo>
                <a:lnTo>
                  <a:pt x="513273" y="272209"/>
                </a:lnTo>
                <a:lnTo>
                  <a:pt x="514214" y="273115"/>
                </a:lnTo>
                <a:lnTo>
                  <a:pt x="515150" y="274011"/>
                </a:lnTo>
                <a:lnTo>
                  <a:pt x="516090" y="274902"/>
                </a:lnTo>
                <a:lnTo>
                  <a:pt x="517026" y="275788"/>
                </a:lnTo>
                <a:lnTo>
                  <a:pt x="517967" y="276669"/>
                </a:lnTo>
                <a:lnTo>
                  <a:pt x="518907" y="277541"/>
                </a:lnTo>
                <a:lnTo>
                  <a:pt x="519843" y="278412"/>
                </a:lnTo>
                <a:lnTo>
                  <a:pt x="520783" y="279268"/>
                </a:lnTo>
                <a:lnTo>
                  <a:pt x="521719" y="280125"/>
                </a:lnTo>
                <a:lnTo>
                  <a:pt x="522660" y="280971"/>
                </a:lnTo>
                <a:lnTo>
                  <a:pt x="523595" y="281813"/>
                </a:lnTo>
                <a:lnTo>
                  <a:pt x="524536" y="282650"/>
                </a:lnTo>
                <a:lnTo>
                  <a:pt x="525472" y="283481"/>
                </a:lnTo>
                <a:lnTo>
                  <a:pt x="526412" y="284303"/>
                </a:lnTo>
                <a:lnTo>
                  <a:pt x="527348" y="285120"/>
                </a:lnTo>
                <a:lnTo>
                  <a:pt x="528289" y="285927"/>
                </a:lnTo>
                <a:lnTo>
                  <a:pt x="529229" y="286734"/>
                </a:lnTo>
                <a:lnTo>
                  <a:pt x="530165" y="287531"/>
                </a:lnTo>
                <a:lnTo>
                  <a:pt x="531105" y="288323"/>
                </a:lnTo>
                <a:lnTo>
                  <a:pt x="532041" y="289110"/>
                </a:lnTo>
                <a:lnTo>
                  <a:pt x="532982" y="289887"/>
                </a:lnTo>
                <a:lnTo>
                  <a:pt x="533917" y="290660"/>
                </a:lnTo>
                <a:lnTo>
                  <a:pt x="534858" y="291427"/>
                </a:lnTo>
                <a:lnTo>
                  <a:pt x="535794" y="292189"/>
                </a:lnTo>
                <a:lnTo>
                  <a:pt x="536734" y="292942"/>
                </a:lnTo>
                <a:lnTo>
                  <a:pt x="537670" y="293689"/>
                </a:lnTo>
                <a:lnTo>
                  <a:pt x="538610" y="294432"/>
                </a:lnTo>
                <a:lnTo>
                  <a:pt x="539551" y="295170"/>
                </a:lnTo>
                <a:lnTo>
                  <a:pt x="540487" y="295897"/>
                </a:lnTo>
                <a:lnTo>
                  <a:pt x="541427" y="296620"/>
                </a:lnTo>
                <a:lnTo>
                  <a:pt x="542363" y="297338"/>
                </a:lnTo>
                <a:lnTo>
                  <a:pt x="543304" y="298051"/>
                </a:lnTo>
                <a:lnTo>
                  <a:pt x="544239" y="298754"/>
                </a:lnTo>
                <a:lnTo>
                  <a:pt x="545180" y="299457"/>
                </a:lnTo>
                <a:lnTo>
                  <a:pt x="546115" y="300150"/>
                </a:lnTo>
                <a:lnTo>
                  <a:pt x="547056" y="300833"/>
                </a:lnTo>
                <a:lnTo>
                  <a:pt x="547992" y="301516"/>
                </a:lnTo>
                <a:lnTo>
                  <a:pt x="548932" y="302190"/>
                </a:lnTo>
                <a:lnTo>
                  <a:pt x="549868" y="302863"/>
                </a:lnTo>
                <a:lnTo>
                  <a:pt x="550809" y="303526"/>
                </a:lnTo>
                <a:lnTo>
                  <a:pt x="551749" y="304180"/>
                </a:lnTo>
                <a:lnTo>
                  <a:pt x="552685" y="304833"/>
                </a:lnTo>
                <a:lnTo>
                  <a:pt x="553625" y="305477"/>
                </a:lnTo>
                <a:lnTo>
                  <a:pt x="554561" y="306120"/>
                </a:lnTo>
                <a:lnTo>
                  <a:pt x="555502" y="306754"/>
                </a:lnTo>
                <a:lnTo>
                  <a:pt x="556437" y="307383"/>
                </a:lnTo>
                <a:lnTo>
                  <a:pt x="557378" y="308001"/>
                </a:lnTo>
                <a:lnTo>
                  <a:pt x="558314" y="308620"/>
                </a:lnTo>
                <a:lnTo>
                  <a:pt x="559254" y="309229"/>
                </a:lnTo>
                <a:lnTo>
                  <a:pt x="560190" y="309838"/>
                </a:lnTo>
                <a:lnTo>
                  <a:pt x="561130" y="310437"/>
                </a:lnTo>
                <a:lnTo>
                  <a:pt x="562071" y="311031"/>
                </a:lnTo>
                <a:lnTo>
                  <a:pt x="563007" y="311615"/>
                </a:lnTo>
                <a:lnTo>
                  <a:pt x="563947" y="312200"/>
                </a:lnTo>
                <a:lnTo>
                  <a:pt x="564883" y="312774"/>
                </a:lnTo>
                <a:lnTo>
                  <a:pt x="565824" y="313348"/>
                </a:lnTo>
                <a:lnTo>
                  <a:pt x="566759" y="313912"/>
                </a:lnTo>
                <a:lnTo>
                  <a:pt x="567700" y="314472"/>
                </a:lnTo>
                <a:lnTo>
                  <a:pt x="568636" y="315026"/>
                </a:lnTo>
                <a:lnTo>
                  <a:pt x="569576" y="315576"/>
                </a:lnTo>
                <a:lnTo>
                  <a:pt x="570512" y="316120"/>
                </a:lnTo>
                <a:lnTo>
                  <a:pt x="571452" y="316660"/>
                </a:lnTo>
                <a:lnTo>
                  <a:pt x="572393" y="317190"/>
                </a:lnTo>
                <a:lnTo>
                  <a:pt x="573329" y="317719"/>
                </a:lnTo>
                <a:lnTo>
                  <a:pt x="574269" y="318244"/>
                </a:lnTo>
                <a:lnTo>
                  <a:pt x="575205" y="318759"/>
                </a:lnTo>
                <a:lnTo>
                  <a:pt x="576146" y="319269"/>
                </a:lnTo>
                <a:lnTo>
                  <a:pt x="577081" y="319779"/>
                </a:lnTo>
                <a:lnTo>
                  <a:pt x="578022" y="320279"/>
                </a:lnTo>
                <a:lnTo>
                  <a:pt x="578957" y="320774"/>
                </a:lnTo>
                <a:lnTo>
                  <a:pt x="579898" y="321264"/>
                </a:lnTo>
                <a:lnTo>
                  <a:pt x="580834" y="321749"/>
                </a:lnTo>
                <a:lnTo>
                  <a:pt x="581774" y="322234"/>
                </a:lnTo>
                <a:lnTo>
                  <a:pt x="582715" y="322710"/>
                </a:lnTo>
                <a:lnTo>
                  <a:pt x="583651" y="323180"/>
                </a:lnTo>
                <a:lnTo>
                  <a:pt x="584591" y="323645"/>
                </a:lnTo>
                <a:lnTo>
                  <a:pt x="585527" y="324106"/>
                </a:lnTo>
                <a:lnTo>
                  <a:pt x="586467" y="324561"/>
                </a:lnTo>
                <a:lnTo>
                  <a:pt x="587403" y="325012"/>
                </a:lnTo>
                <a:lnTo>
                  <a:pt x="588344" y="325457"/>
                </a:lnTo>
                <a:lnTo>
                  <a:pt x="589279" y="325898"/>
                </a:lnTo>
                <a:lnTo>
                  <a:pt x="590220" y="326333"/>
                </a:lnTo>
                <a:lnTo>
                  <a:pt x="591156" y="326764"/>
                </a:lnTo>
                <a:lnTo>
                  <a:pt x="592096" y="327195"/>
                </a:lnTo>
                <a:lnTo>
                  <a:pt x="593032" y="327616"/>
                </a:lnTo>
                <a:lnTo>
                  <a:pt x="593972" y="328031"/>
                </a:lnTo>
                <a:lnTo>
                  <a:pt x="594913" y="328442"/>
                </a:lnTo>
                <a:lnTo>
                  <a:pt x="595849" y="328853"/>
                </a:lnTo>
                <a:lnTo>
                  <a:pt x="596789" y="329254"/>
                </a:lnTo>
                <a:lnTo>
                  <a:pt x="597725" y="329655"/>
                </a:lnTo>
                <a:lnTo>
                  <a:pt x="598666" y="330051"/>
                </a:lnTo>
                <a:lnTo>
                  <a:pt x="599601" y="330437"/>
                </a:lnTo>
                <a:lnTo>
                  <a:pt x="600542" y="330824"/>
                </a:lnTo>
                <a:lnTo>
                  <a:pt x="601478" y="331205"/>
                </a:lnTo>
                <a:lnTo>
                  <a:pt x="602418" y="331581"/>
                </a:lnTo>
                <a:lnTo>
                  <a:pt x="603354" y="331957"/>
                </a:lnTo>
                <a:lnTo>
                  <a:pt x="604294" y="332324"/>
                </a:lnTo>
                <a:lnTo>
                  <a:pt x="605235" y="332685"/>
                </a:lnTo>
                <a:lnTo>
                  <a:pt x="606171" y="333046"/>
                </a:lnTo>
                <a:lnTo>
                  <a:pt x="607111" y="333403"/>
                </a:lnTo>
                <a:lnTo>
                  <a:pt x="608047" y="333754"/>
                </a:lnTo>
                <a:lnTo>
                  <a:pt x="608988" y="334101"/>
                </a:lnTo>
                <a:lnTo>
                  <a:pt x="609923" y="334442"/>
                </a:lnTo>
                <a:lnTo>
                  <a:pt x="610864" y="334779"/>
                </a:lnTo>
                <a:lnTo>
                  <a:pt x="611799" y="335116"/>
                </a:lnTo>
                <a:lnTo>
                  <a:pt x="612740" y="335447"/>
                </a:lnTo>
                <a:lnTo>
                  <a:pt x="613676" y="335774"/>
                </a:lnTo>
                <a:lnTo>
                  <a:pt x="614616" y="336096"/>
                </a:lnTo>
                <a:lnTo>
                  <a:pt x="615557" y="336413"/>
                </a:lnTo>
                <a:lnTo>
                  <a:pt x="616493" y="336729"/>
                </a:lnTo>
                <a:lnTo>
                  <a:pt x="617433" y="337041"/>
                </a:lnTo>
                <a:lnTo>
                  <a:pt x="618369" y="337348"/>
                </a:lnTo>
                <a:lnTo>
                  <a:pt x="619309" y="337650"/>
                </a:lnTo>
                <a:lnTo>
                  <a:pt x="620245" y="337952"/>
                </a:lnTo>
                <a:lnTo>
                  <a:pt x="621186" y="338244"/>
                </a:lnTo>
                <a:lnTo>
                  <a:pt x="622121" y="338536"/>
                </a:lnTo>
                <a:lnTo>
                  <a:pt x="623062" y="338829"/>
                </a:lnTo>
                <a:lnTo>
                  <a:pt x="623998" y="339111"/>
                </a:lnTo>
                <a:lnTo>
                  <a:pt x="624938" y="339393"/>
                </a:lnTo>
                <a:lnTo>
                  <a:pt x="625879" y="339670"/>
                </a:lnTo>
                <a:lnTo>
                  <a:pt x="626814" y="339947"/>
                </a:lnTo>
                <a:lnTo>
                  <a:pt x="627755" y="340215"/>
                </a:lnTo>
                <a:lnTo>
                  <a:pt x="628691" y="340482"/>
                </a:lnTo>
                <a:lnTo>
                  <a:pt x="629631" y="340749"/>
                </a:lnTo>
                <a:lnTo>
                  <a:pt x="630567" y="341007"/>
                </a:lnTo>
                <a:lnTo>
                  <a:pt x="631508" y="341264"/>
                </a:lnTo>
                <a:lnTo>
                  <a:pt x="632443" y="341517"/>
                </a:lnTo>
                <a:lnTo>
                  <a:pt x="633384" y="341769"/>
                </a:lnTo>
                <a:lnTo>
                  <a:pt x="634319" y="342017"/>
                </a:lnTo>
                <a:lnTo>
                  <a:pt x="635260" y="342259"/>
                </a:lnTo>
                <a:lnTo>
                  <a:pt x="636196" y="342502"/>
                </a:lnTo>
                <a:lnTo>
                  <a:pt x="637136" y="342739"/>
                </a:lnTo>
                <a:lnTo>
                  <a:pt x="638077" y="342972"/>
                </a:lnTo>
                <a:lnTo>
                  <a:pt x="639013" y="343205"/>
                </a:lnTo>
                <a:lnTo>
                  <a:pt x="639953" y="343433"/>
                </a:lnTo>
                <a:lnTo>
                  <a:pt x="640889" y="343655"/>
                </a:lnTo>
                <a:lnTo>
                  <a:pt x="641829" y="343878"/>
                </a:lnTo>
                <a:lnTo>
                  <a:pt x="642765" y="344096"/>
                </a:lnTo>
                <a:lnTo>
                  <a:pt x="643706" y="344314"/>
                </a:lnTo>
                <a:lnTo>
                  <a:pt x="644641" y="344527"/>
                </a:lnTo>
                <a:lnTo>
                  <a:pt x="645582" y="344739"/>
                </a:lnTo>
                <a:lnTo>
                  <a:pt x="646518" y="344947"/>
                </a:lnTo>
                <a:lnTo>
                  <a:pt x="647458" y="345150"/>
                </a:lnTo>
                <a:lnTo>
                  <a:pt x="648399" y="345353"/>
                </a:lnTo>
                <a:lnTo>
                  <a:pt x="649335" y="345551"/>
                </a:lnTo>
                <a:lnTo>
                  <a:pt x="650275" y="345744"/>
                </a:lnTo>
                <a:lnTo>
                  <a:pt x="651211" y="345943"/>
                </a:lnTo>
                <a:lnTo>
                  <a:pt x="652151" y="346131"/>
                </a:lnTo>
                <a:lnTo>
                  <a:pt x="653087" y="346319"/>
                </a:lnTo>
                <a:lnTo>
                  <a:pt x="654028" y="346507"/>
                </a:lnTo>
                <a:lnTo>
                  <a:pt x="654963" y="346690"/>
                </a:lnTo>
                <a:lnTo>
                  <a:pt x="655904" y="346868"/>
                </a:lnTo>
                <a:lnTo>
                  <a:pt x="656840" y="347046"/>
                </a:lnTo>
                <a:lnTo>
                  <a:pt x="657780" y="347220"/>
                </a:lnTo>
                <a:lnTo>
                  <a:pt x="658721" y="347393"/>
                </a:lnTo>
                <a:lnTo>
                  <a:pt x="659656" y="347566"/>
                </a:lnTo>
                <a:lnTo>
                  <a:pt x="660597" y="347730"/>
                </a:lnTo>
                <a:lnTo>
                  <a:pt x="661533" y="347898"/>
                </a:lnTo>
                <a:lnTo>
                  <a:pt x="662473" y="348061"/>
                </a:lnTo>
                <a:lnTo>
                  <a:pt x="663409" y="348220"/>
                </a:lnTo>
                <a:lnTo>
                  <a:pt x="664350" y="348378"/>
                </a:lnTo>
                <a:lnTo>
                  <a:pt x="665285" y="348537"/>
                </a:lnTo>
                <a:lnTo>
                  <a:pt x="666226" y="348690"/>
                </a:lnTo>
                <a:lnTo>
                  <a:pt x="667161" y="348839"/>
                </a:lnTo>
                <a:lnTo>
                  <a:pt x="668102" y="348992"/>
                </a:lnTo>
                <a:lnTo>
                  <a:pt x="669043" y="349136"/>
                </a:lnTo>
                <a:lnTo>
                  <a:pt x="669978" y="349284"/>
                </a:lnTo>
                <a:lnTo>
                  <a:pt x="670919" y="349423"/>
                </a:lnTo>
                <a:lnTo>
                  <a:pt x="671855" y="349566"/>
                </a:lnTo>
                <a:lnTo>
                  <a:pt x="672795" y="349705"/>
                </a:lnTo>
                <a:lnTo>
                  <a:pt x="673731" y="349839"/>
                </a:lnTo>
                <a:lnTo>
                  <a:pt x="674671" y="349977"/>
                </a:lnTo>
                <a:lnTo>
                  <a:pt x="675607" y="350106"/>
                </a:lnTo>
                <a:lnTo>
                  <a:pt x="676548" y="350240"/>
                </a:lnTo>
                <a:lnTo>
                  <a:pt x="677483" y="350368"/>
                </a:lnTo>
                <a:lnTo>
                  <a:pt x="678424" y="350492"/>
                </a:lnTo>
                <a:lnTo>
                  <a:pt x="679360" y="350616"/>
                </a:lnTo>
                <a:lnTo>
                  <a:pt x="680300" y="350740"/>
                </a:lnTo>
                <a:lnTo>
                  <a:pt x="681241" y="350863"/>
                </a:lnTo>
                <a:lnTo>
                  <a:pt x="682176" y="350982"/>
                </a:lnTo>
                <a:lnTo>
                  <a:pt x="683117" y="351096"/>
                </a:lnTo>
                <a:lnTo>
                  <a:pt x="684053" y="351215"/>
                </a:lnTo>
                <a:lnTo>
                  <a:pt x="684993" y="351329"/>
                </a:lnTo>
                <a:lnTo>
                  <a:pt x="685929" y="351438"/>
                </a:lnTo>
                <a:lnTo>
                  <a:pt x="686870" y="351547"/>
                </a:lnTo>
                <a:lnTo>
                  <a:pt x="687805" y="351655"/>
                </a:lnTo>
                <a:lnTo>
                  <a:pt x="688746" y="351764"/>
                </a:lnTo>
                <a:lnTo>
                  <a:pt x="689682" y="351868"/>
                </a:lnTo>
                <a:lnTo>
                  <a:pt x="690622" y="351972"/>
                </a:lnTo>
                <a:lnTo>
                  <a:pt x="691563" y="352071"/>
                </a:lnTo>
                <a:lnTo>
                  <a:pt x="692498" y="352175"/>
                </a:lnTo>
                <a:lnTo>
                  <a:pt x="693439" y="352274"/>
                </a:lnTo>
                <a:lnTo>
                  <a:pt x="694375" y="352368"/>
                </a:lnTo>
                <a:lnTo>
                  <a:pt x="695315" y="352462"/>
                </a:lnTo>
                <a:lnTo>
                  <a:pt x="696251" y="352556"/>
                </a:lnTo>
                <a:lnTo>
                  <a:pt x="697192" y="352650"/>
                </a:lnTo>
                <a:lnTo>
                  <a:pt x="698127" y="352740"/>
                </a:lnTo>
                <a:lnTo>
                  <a:pt x="699068" y="352829"/>
                </a:lnTo>
                <a:lnTo>
                  <a:pt x="700003" y="352918"/>
                </a:lnTo>
                <a:lnTo>
                  <a:pt x="700944" y="353007"/>
                </a:lnTo>
                <a:lnTo>
                  <a:pt x="701885" y="353091"/>
                </a:lnTo>
                <a:lnTo>
                  <a:pt x="702820" y="353175"/>
                </a:lnTo>
                <a:lnTo>
                  <a:pt x="703761" y="353254"/>
                </a:lnTo>
                <a:lnTo>
                  <a:pt x="704697" y="353339"/>
                </a:lnTo>
                <a:lnTo>
                  <a:pt x="705637" y="353418"/>
                </a:lnTo>
                <a:lnTo>
                  <a:pt x="706573" y="353497"/>
                </a:lnTo>
                <a:lnTo>
                  <a:pt x="707513" y="353571"/>
                </a:lnTo>
                <a:lnTo>
                  <a:pt x="708449" y="353650"/>
                </a:lnTo>
                <a:lnTo>
                  <a:pt x="709390" y="353725"/>
                </a:lnTo>
                <a:lnTo>
                  <a:pt x="710325" y="353794"/>
                </a:lnTo>
                <a:lnTo>
                  <a:pt x="711266" y="353868"/>
                </a:lnTo>
                <a:lnTo>
                  <a:pt x="712207" y="353938"/>
                </a:lnTo>
                <a:lnTo>
                  <a:pt x="713142" y="354007"/>
                </a:lnTo>
                <a:lnTo>
                  <a:pt x="714083" y="354076"/>
                </a:lnTo>
                <a:lnTo>
                  <a:pt x="715018" y="354146"/>
                </a:lnTo>
                <a:lnTo>
                  <a:pt x="715959" y="354210"/>
                </a:lnTo>
                <a:lnTo>
                  <a:pt x="716895" y="354274"/>
                </a:lnTo>
                <a:lnTo>
                  <a:pt x="717835" y="354339"/>
                </a:lnTo>
                <a:lnTo>
                  <a:pt x="718771" y="354403"/>
                </a:lnTo>
                <a:lnTo>
                  <a:pt x="719712" y="354467"/>
                </a:lnTo>
                <a:lnTo>
                  <a:pt x="720647" y="354527"/>
                </a:lnTo>
                <a:lnTo>
                  <a:pt x="721588" y="354586"/>
                </a:lnTo>
                <a:lnTo>
                  <a:pt x="722524" y="354646"/>
                </a:lnTo>
                <a:lnTo>
                  <a:pt x="723464" y="354700"/>
                </a:lnTo>
                <a:lnTo>
                  <a:pt x="724405" y="354759"/>
                </a:lnTo>
                <a:lnTo>
                  <a:pt x="725340" y="354814"/>
                </a:lnTo>
                <a:lnTo>
                  <a:pt x="726281" y="354868"/>
                </a:lnTo>
                <a:lnTo>
                  <a:pt x="727217" y="354923"/>
                </a:lnTo>
                <a:lnTo>
                  <a:pt x="728157" y="354977"/>
                </a:lnTo>
                <a:lnTo>
                  <a:pt x="729093" y="355027"/>
                </a:lnTo>
                <a:lnTo>
                  <a:pt x="730034" y="355081"/>
                </a:lnTo>
                <a:lnTo>
                  <a:pt x="730969" y="355131"/>
                </a:lnTo>
                <a:lnTo>
                  <a:pt x="731910" y="355180"/>
                </a:lnTo>
                <a:lnTo>
                  <a:pt x="732845" y="355225"/>
                </a:lnTo>
                <a:lnTo>
                  <a:pt x="733786" y="355274"/>
                </a:lnTo>
                <a:lnTo>
                  <a:pt x="734727" y="355319"/>
                </a:lnTo>
                <a:lnTo>
                  <a:pt x="735662" y="355368"/>
                </a:lnTo>
                <a:lnTo>
                  <a:pt x="736603" y="355413"/>
                </a:lnTo>
                <a:lnTo>
                  <a:pt x="737539" y="355457"/>
                </a:lnTo>
                <a:lnTo>
                  <a:pt x="738479" y="355497"/>
                </a:lnTo>
                <a:lnTo>
                  <a:pt x="739415" y="355542"/>
                </a:lnTo>
                <a:lnTo>
                  <a:pt x="740355" y="355586"/>
                </a:lnTo>
                <a:lnTo>
                  <a:pt x="741291" y="355626"/>
                </a:lnTo>
                <a:lnTo>
                  <a:pt x="742232" y="355665"/>
                </a:lnTo>
                <a:lnTo>
                  <a:pt x="743167" y="355705"/>
                </a:lnTo>
                <a:lnTo>
                  <a:pt x="744108" y="355745"/>
                </a:lnTo>
                <a:lnTo>
                  <a:pt x="745049" y="355784"/>
                </a:lnTo>
                <a:lnTo>
                  <a:pt x="745984" y="355819"/>
                </a:lnTo>
                <a:lnTo>
                  <a:pt x="746925" y="355858"/>
                </a:lnTo>
                <a:lnTo>
                  <a:pt x="747860" y="355893"/>
                </a:lnTo>
                <a:lnTo>
                  <a:pt x="748801" y="355928"/>
                </a:lnTo>
                <a:lnTo>
                  <a:pt x="749737" y="355962"/>
                </a:lnTo>
                <a:lnTo>
                  <a:pt x="750677" y="355997"/>
                </a:lnTo>
                <a:lnTo>
                  <a:pt x="751613" y="356032"/>
                </a:lnTo>
                <a:lnTo>
                  <a:pt x="752554" y="356066"/>
                </a:lnTo>
                <a:lnTo>
                  <a:pt x="753489" y="356096"/>
                </a:lnTo>
                <a:lnTo>
                  <a:pt x="754430" y="356126"/>
                </a:lnTo>
                <a:lnTo>
                  <a:pt x="755370" y="356160"/>
                </a:lnTo>
                <a:lnTo>
                  <a:pt x="756306" y="356190"/>
                </a:lnTo>
                <a:lnTo>
                  <a:pt x="757247" y="356220"/>
                </a:lnTo>
                <a:lnTo>
                  <a:pt x="758182" y="356250"/>
                </a:lnTo>
                <a:lnTo>
                  <a:pt x="759123" y="356279"/>
                </a:lnTo>
                <a:lnTo>
                  <a:pt x="760059" y="356304"/>
                </a:lnTo>
                <a:lnTo>
                  <a:pt x="760999" y="356334"/>
                </a:lnTo>
                <a:lnTo>
                  <a:pt x="761935" y="356363"/>
                </a:lnTo>
                <a:lnTo>
                  <a:pt x="762875" y="356388"/>
                </a:lnTo>
                <a:lnTo>
                  <a:pt x="763811" y="356413"/>
                </a:lnTo>
                <a:lnTo>
                  <a:pt x="764752" y="356438"/>
                </a:lnTo>
                <a:lnTo>
                  <a:pt x="765692" y="356467"/>
                </a:lnTo>
                <a:lnTo>
                  <a:pt x="766628" y="356492"/>
                </a:lnTo>
                <a:lnTo>
                  <a:pt x="767569" y="356512"/>
                </a:lnTo>
                <a:lnTo>
                  <a:pt x="768504" y="356537"/>
                </a:lnTo>
                <a:lnTo>
                  <a:pt x="769445" y="356561"/>
                </a:lnTo>
                <a:lnTo>
                  <a:pt x="770381" y="356586"/>
                </a:lnTo>
                <a:lnTo>
                  <a:pt x="771321" y="356606"/>
                </a:lnTo>
                <a:lnTo>
                  <a:pt x="772257" y="356631"/>
                </a:lnTo>
                <a:lnTo>
                  <a:pt x="773197" y="356651"/>
                </a:lnTo>
                <a:lnTo>
                  <a:pt x="774133" y="356670"/>
                </a:lnTo>
                <a:lnTo>
                  <a:pt x="775074" y="356690"/>
                </a:lnTo>
                <a:lnTo>
                  <a:pt x="776009" y="356715"/>
                </a:lnTo>
                <a:lnTo>
                  <a:pt x="776950" y="356735"/>
                </a:lnTo>
                <a:lnTo>
                  <a:pt x="777890" y="356754"/>
                </a:lnTo>
                <a:lnTo>
                  <a:pt x="778826" y="356769"/>
                </a:lnTo>
                <a:lnTo>
                  <a:pt x="779767" y="356789"/>
                </a:lnTo>
                <a:lnTo>
                  <a:pt x="780702" y="356809"/>
                </a:lnTo>
                <a:lnTo>
                  <a:pt x="781643" y="356829"/>
                </a:lnTo>
                <a:lnTo>
                  <a:pt x="782579" y="356844"/>
                </a:lnTo>
                <a:lnTo>
                  <a:pt x="783519" y="356863"/>
                </a:lnTo>
                <a:lnTo>
                  <a:pt x="784455" y="356878"/>
                </a:lnTo>
                <a:lnTo>
                  <a:pt x="785396" y="356893"/>
                </a:lnTo>
                <a:lnTo>
                  <a:pt x="786331" y="356913"/>
                </a:lnTo>
                <a:lnTo>
                  <a:pt x="787272" y="356928"/>
                </a:lnTo>
                <a:lnTo>
                  <a:pt x="788212" y="356943"/>
                </a:lnTo>
                <a:lnTo>
                  <a:pt x="789148" y="356957"/>
                </a:lnTo>
                <a:lnTo>
                  <a:pt x="790089" y="356972"/>
                </a:lnTo>
                <a:lnTo>
                  <a:pt x="791024" y="356987"/>
                </a:lnTo>
                <a:lnTo>
                  <a:pt x="791965" y="357002"/>
                </a:lnTo>
                <a:lnTo>
                  <a:pt x="792901" y="357017"/>
                </a:lnTo>
                <a:lnTo>
                  <a:pt x="793841" y="357032"/>
                </a:lnTo>
                <a:lnTo>
                  <a:pt x="794777" y="357047"/>
                </a:lnTo>
                <a:lnTo>
                  <a:pt x="795717" y="357056"/>
                </a:lnTo>
                <a:lnTo>
                  <a:pt x="796653" y="357071"/>
                </a:lnTo>
                <a:lnTo>
                  <a:pt x="797594" y="357081"/>
                </a:lnTo>
                <a:lnTo>
                  <a:pt x="798534" y="357096"/>
                </a:lnTo>
                <a:lnTo>
                  <a:pt x="799470" y="357106"/>
                </a:lnTo>
                <a:lnTo>
                  <a:pt x="800411" y="357121"/>
                </a:lnTo>
                <a:lnTo>
                  <a:pt x="801346" y="357131"/>
                </a:lnTo>
                <a:lnTo>
                  <a:pt x="802287" y="357146"/>
                </a:lnTo>
                <a:lnTo>
                  <a:pt x="803223" y="357155"/>
                </a:lnTo>
                <a:lnTo>
                  <a:pt x="804163" y="357165"/>
                </a:lnTo>
                <a:lnTo>
                  <a:pt x="805099" y="357175"/>
                </a:lnTo>
                <a:lnTo>
                  <a:pt x="806039" y="357185"/>
                </a:lnTo>
                <a:lnTo>
                  <a:pt x="806975" y="357195"/>
                </a:lnTo>
                <a:lnTo>
                  <a:pt x="807916" y="357205"/>
                </a:lnTo>
                <a:lnTo>
                  <a:pt x="808856" y="357215"/>
                </a:lnTo>
                <a:lnTo>
                  <a:pt x="809792" y="357225"/>
                </a:lnTo>
                <a:lnTo>
                  <a:pt x="810732" y="357235"/>
                </a:lnTo>
                <a:lnTo>
                  <a:pt x="811668" y="357245"/>
                </a:lnTo>
                <a:lnTo>
                  <a:pt x="812609" y="357255"/>
                </a:lnTo>
                <a:lnTo>
                  <a:pt x="813544" y="357264"/>
                </a:lnTo>
                <a:lnTo>
                  <a:pt x="814485" y="357274"/>
                </a:lnTo>
                <a:lnTo>
                  <a:pt x="815421" y="357279"/>
                </a:lnTo>
                <a:lnTo>
                  <a:pt x="816361" y="357289"/>
                </a:lnTo>
                <a:lnTo>
                  <a:pt x="817297" y="357299"/>
                </a:lnTo>
                <a:lnTo>
                  <a:pt x="818238" y="357304"/>
                </a:lnTo>
                <a:lnTo>
                  <a:pt x="819173" y="357314"/>
                </a:lnTo>
                <a:lnTo>
                  <a:pt x="820114" y="357319"/>
                </a:lnTo>
                <a:lnTo>
                  <a:pt x="821054" y="357329"/>
                </a:lnTo>
                <a:lnTo>
                  <a:pt x="821990" y="357334"/>
                </a:lnTo>
                <a:lnTo>
                  <a:pt x="822931" y="357344"/>
                </a:lnTo>
                <a:lnTo>
                  <a:pt x="823866" y="357349"/>
                </a:lnTo>
                <a:lnTo>
                  <a:pt x="824807" y="357358"/>
                </a:lnTo>
                <a:lnTo>
                  <a:pt x="825743" y="357363"/>
                </a:lnTo>
                <a:lnTo>
                  <a:pt x="826683" y="357368"/>
                </a:lnTo>
                <a:lnTo>
                  <a:pt x="827619" y="357378"/>
                </a:lnTo>
                <a:lnTo>
                  <a:pt x="828559" y="357383"/>
                </a:lnTo>
                <a:lnTo>
                  <a:pt x="829495" y="357388"/>
                </a:lnTo>
                <a:lnTo>
                  <a:pt x="830436" y="357393"/>
                </a:lnTo>
                <a:lnTo>
                  <a:pt x="831376" y="357398"/>
                </a:lnTo>
                <a:lnTo>
                  <a:pt x="832312" y="357408"/>
                </a:lnTo>
                <a:lnTo>
                  <a:pt x="833253" y="357413"/>
                </a:lnTo>
                <a:lnTo>
                  <a:pt x="834188" y="357418"/>
                </a:lnTo>
                <a:lnTo>
                  <a:pt x="835129" y="357423"/>
                </a:lnTo>
                <a:lnTo>
                  <a:pt x="836064" y="357428"/>
                </a:lnTo>
                <a:lnTo>
                  <a:pt x="837005" y="357433"/>
                </a:lnTo>
                <a:lnTo>
                  <a:pt x="837941" y="357438"/>
                </a:lnTo>
                <a:lnTo>
                  <a:pt x="838881" y="357443"/>
                </a:lnTo>
                <a:lnTo>
                  <a:pt x="839817" y="357448"/>
                </a:lnTo>
                <a:lnTo>
                  <a:pt x="840758" y="357453"/>
                </a:lnTo>
                <a:lnTo>
                  <a:pt x="841698" y="357457"/>
                </a:lnTo>
                <a:lnTo>
                  <a:pt x="842634" y="357462"/>
                </a:lnTo>
                <a:lnTo>
                  <a:pt x="843574" y="357467"/>
                </a:lnTo>
                <a:lnTo>
                  <a:pt x="844510" y="357472"/>
                </a:lnTo>
                <a:lnTo>
                  <a:pt x="845451" y="357472"/>
                </a:lnTo>
                <a:lnTo>
                  <a:pt x="846386" y="357477"/>
                </a:lnTo>
                <a:lnTo>
                  <a:pt x="847327" y="357482"/>
                </a:lnTo>
                <a:lnTo>
                  <a:pt x="848263" y="357487"/>
                </a:lnTo>
                <a:lnTo>
                  <a:pt x="849203" y="357492"/>
                </a:lnTo>
                <a:lnTo>
                  <a:pt x="850139" y="357492"/>
                </a:lnTo>
                <a:lnTo>
                  <a:pt x="851080" y="357497"/>
                </a:lnTo>
                <a:lnTo>
                  <a:pt x="852020" y="357502"/>
                </a:lnTo>
                <a:lnTo>
                  <a:pt x="852956" y="357502"/>
                </a:lnTo>
                <a:lnTo>
                  <a:pt x="853896" y="357507"/>
                </a:lnTo>
                <a:lnTo>
                  <a:pt x="854832" y="357512"/>
                </a:lnTo>
                <a:lnTo>
                  <a:pt x="855773" y="357512"/>
                </a:lnTo>
                <a:lnTo>
                  <a:pt x="856708" y="357517"/>
                </a:lnTo>
                <a:lnTo>
                  <a:pt x="857649" y="357522"/>
                </a:lnTo>
                <a:lnTo>
                  <a:pt x="858585" y="357522"/>
                </a:lnTo>
                <a:lnTo>
                  <a:pt x="859525" y="357527"/>
                </a:lnTo>
                <a:lnTo>
                  <a:pt x="860461" y="357532"/>
                </a:lnTo>
                <a:lnTo>
                  <a:pt x="861401" y="357532"/>
                </a:lnTo>
                <a:lnTo>
                  <a:pt x="862337" y="357537"/>
                </a:lnTo>
                <a:lnTo>
                  <a:pt x="863278" y="357537"/>
                </a:lnTo>
                <a:lnTo>
                  <a:pt x="864218" y="357542"/>
                </a:lnTo>
                <a:lnTo>
                  <a:pt x="865154" y="357542"/>
                </a:lnTo>
                <a:lnTo>
                  <a:pt x="866094" y="357547"/>
                </a:lnTo>
                <a:lnTo>
                  <a:pt x="867030" y="357547"/>
                </a:lnTo>
                <a:lnTo>
                  <a:pt x="867971" y="357552"/>
                </a:lnTo>
                <a:lnTo>
                  <a:pt x="868906" y="357552"/>
                </a:lnTo>
                <a:lnTo>
                  <a:pt x="869847" y="357556"/>
                </a:lnTo>
                <a:lnTo>
                  <a:pt x="870783" y="357556"/>
                </a:lnTo>
                <a:lnTo>
                  <a:pt x="871723" y="357561"/>
                </a:lnTo>
                <a:lnTo>
                  <a:pt x="872659" y="357561"/>
                </a:lnTo>
                <a:lnTo>
                  <a:pt x="873600" y="357561"/>
                </a:lnTo>
                <a:lnTo>
                  <a:pt x="874540" y="357566"/>
                </a:lnTo>
                <a:lnTo>
                  <a:pt x="875476" y="357566"/>
                </a:lnTo>
                <a:lnTo>
                  <a:pt x="876416" y="357571"/>
                </a:lnTo>
                <a:lnTo>
                  <a:pt x="877352" y="357571"/>
                </a:lnTo>
                <a:lnTo>
                  <a:pt x="878293" y="357571"/>
                </a:lnTo>
                <a:lnTo>
                  <a:pt x="879228" y="357576"/>
                </a:lnTo>
                <a:lnTo>
                  <a:pt x="880169" y="357576"/>
                </a:lnTo>
                <a:lnTo>
                  <a:pt x="881105" y="357576"/>
                </a:lnTo>
                <a:lnTo>
                  <a:pt x="882045" y="357581"/>
                </a:lnTo>
                <a:lnTo>
                  <a:pt x="882981" y="357581"/>
                </a:lnTo>
                <a:lnTo>
                  <a:pt x="883921" y="357581"/>
                </a:lnTo>
                <a:lnTo>
                  <a:pt x="884862" y="357586"/>
                </a:lnTo>
                <a:lnTo>
                  <a:pt x="885798" y="357586"/>
                </a:lnTo>
                <a:lnTo>
                  <a:pt x="886738" y="357586"/>
                </a:lnTo>
                <a:lnTo>
                  <a:pt x="887674" y="357591"/>
                </a:lnTo>
                <a:lnTo>
                  <a:pt x="888615" y="357591"/>
                </a:lnTo>
                <a:lnTo>
                  <a:pt x="889550" y="357591"/>
                </a:lnTo>
                <a:lnTo>
                  <a:pt x="890491" y="357591"/>
                </a:lnTo>
                <a:lnTo>
                  <a:pt x="891427" y="357596"/>
                </a:lnTo>
                <a:lnTo>
                  <a:pt x="892367" y="357596"/>
                </a:lnTo>
                <a:lnTo>
                  <a:pt x="893303" y="357596"/>
                </a:lnTo>
                <a:lnTo>
                  <a:pt x="894243" y="357596"/>
                </a:lnTo>
                <a:lnTo>
                  <a:pt x="895184" y="357601"/>
                </a:lnTo>
                <a:lnTo>
                  <a:pt x="896120" y="357601"/>
                </a:lnTo>
                <a:lnTo>
                  <a:pt x="897060" y="357601"/>
                </a:lnTo>
                <a:lnTo>
                  <a:pt x="897996" y="357601"/>
                </a:lnTo>
                <a:lnTo>
                  <a:pt x="898937" y="357601"/>
                </a:lnTo>
                <a:lnTo>
                  <a:pt x="899872" y="357606"/>
                </a:lnTo>
                <a:lnTo>
                  <a:pt x="900813" y="357606"/>
                </a:lnTo>
                <a:lnTo>
                  <a:pt x="901748" y="357606"/>
                </a:lnTo>
                <a:lnTo>
                  <a:pt x="902689" y="357606"/>
                </a:lnTo>
                <a:lnTo>
                  <a:pt x="903625" y="357606"/>
                </a:lnTo>
                <a:lnTo>
                  <a:pt x="904565" y="357611"/>
                </a:lnTo>
                <a:lnTo>
                  <a:pt x="905501" y="357611"/>
                </a:lnTo>
                <a:lnTo>
                  <a:pt x="906441" y="357611"/>
                </a:lnTo>
                <a:lnTo>
                  <a:pt x="907382" y="357611"/>
                </a:lnTo>
                <a:lnTo>
                  <a:pt x="908318" y="357611"/>
                </a:lnTo>
                <a:lnTo>
                  <a:pt x="909258" y="357611"/>
                </a:lnTo>
                <a:lnTo>
                  <a:pt x="910194" y="357616"/>
                </a:lnTo>
                <a:lnTo>
                  <a:pt x="911135" y="357616"/>
                </a:lnTo>
                <a:lnTo>
                  <a:pt x="912070" y="357616"/>
                </a:lnTo>
                <a:lnTo>
                  <a:pt x="913011" y="357616"/>
                </a:lnTo>
                <a:lnTo>
                  <a:pt x="913947" y="357616"/>
                </a:lnTo>
                <a:lnTo>
                  <a:pt x="914887" y="357616"/>
                </a:lnTo>
                <a:lnTo>
                  <a:pt x="915823" y="357621"/>
                </a:lnTo>
                <a:lnTo>
                  <a:pt x="916763" y="357621"/>
                </a:lnTo>
                <a:lnTo>
                  <a:pt x="917704" y="357621"/>
                </a:lnTo>
                <a:lnTo>
                  <a:pt x="918640" y="357621"/>
                </a:lnTo>
                <a:lnTo>
                  <a:pt x="919580" y="357621"/>
                </a:lnTo>
                <a:lnTo>
                  <a:pt x="920516" y="357621"/>
                </a:lnTo>
                <a:lnTo>
                  <a:pt x="921457" y="357621"/>
                </a:lnTo>
                <a:lnTo>
                  <a:pt x="922392" y="357621"/>
                </a:lnTo>
                <a:lnTo>
                  <a:pt x="923333" y="357621"/>
                </a:lnTo>
                <a:lnTo>
                  <a:pt x="924268" y="357626"/>
                </a:lnTo>
                <a:lnTo>
                  <a:pt x="925209" y="357626"/>
                </a:lnTo>
                <a:lnTo>
                  <a:pt x="926145" y="357626"/>
                </a:lnTo>
                <a:lnTo>
                  <a:pt x="927085" y="357626"/>
                </a:lnTo>
                <a:lnTo>
                  <a:pt x="928026" y="357626"/>
                </a:lnTo>
                <a:lnTo>
                  <a:pt x="928962" y="357626"/>
                </a:lnTo>
                <a:lnTo>
                  <a:pt x="929902" y="357626"/>
                </a:lnTo>
                <a:lnTo>
                  <a:pt x="930838" y="357626"/>
                </a:lnTo>
                <a:lnTo>
                  <a:pt x="931779" y="357626"/>
                </a:lnTo>
                <a:lnTo>
                  <a:pt x="932714" y="357626"/>
                </a:lnTo>
                <a:lnTo>
                  <a:pt x="933655" y="357626"/>
                </a:lnTo>
                <a:lnTo>
                  <a:pt x="934590" y="357631"/>
                </a:lnTo>
                <a:lnTo>
                  <a:pt x="935531" y="357631"/>
                </a:lnTo>
                <a:lnTo>
                  <a:pt x="936467" y="357631"/>
                </a:lnTo>
                <a:lnTo>
                  <a:pt x="937407" y="357631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0EFE6DD-C7A2-D05F-DADB-BA080CCB23B9}"/>
              </a:ext>
            </a:extLst>
          </p:cNvPr>
          <p:cNvGrpSpPr/>
          <p:nvPr/>
        </p:nvGrpSpPr>
        <p:grpSpPr>
          <a:xfrm>
            <a:off x="3002487" y="2553351"/>
            <a:ext cx="1698867" cy="1114980"/>
            <a:chOff x="2570148" y="1324908"/>
            <a:chExt cx="2461656" cy="1641103"/>
          </a:xfrm>
        </p:grpSpPr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01DC0CD3-3350-292D-84FE-748AE8C26F09}"/>
                </a:ext>
              </a:extLst>
            </p:cNvPr>
            <p:cNvSpPr/>
            <p:nvPr/>
          </p:nvSpPr>
          <p:spPr>
            <a:xfrm>
              <a:off x="2570148" y="1324908"/>
              <a:ext cx="2461656" cy="1641103"/>
            </a:xfrm>
            <a:custGeom>
              <a:avLst/>
              <a:gdLst>
                <a:gd name="connsiteX0" fmla="*/ 0 w 2461656"/>
                <a:gd name="connsiteY0" fmla="*/ 1641103 h 1641103"/>
                <a:gd name="connsiteX1" fmla="*/ 2461656 w 2461656"/>
                <a:gd name="connsiteY1" fmla="*/ 1641103 h 1641103"/>
                <a:gd name="connsiteX2" fmla="*/ 2461656 w 2461656"/>
                <a:gd name="connsiteY2" fmla="*/ 0 h 1641103"/>
                <a:gd name="connsiteX3" fmla="*/ 0 w 2461656"/>
                <a:gd name="connsiteY3" fmla="*/ 0 h 1641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656" h="1641103">
                  <a:moveTo>
                    <a:pt x="0" y="1641103"/>
                  </a:moveTo>
                  <a:lnTo>
                    <a:pt x="2461656" y="1641103"/>
                  </a:lnTo>
                  <a:lnTo>
                    <a:pt x="24616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5042AD65-7492-D2F6-6384-E0CE9C9F49FA}"/>
                </a:ext>
              </a:extLst>
            </p:cNvPr>
            <p:cNvSpPr/>
            <p:nvPr/>
          </p:nvSpPr>
          <p:spPr>
            <a:xfrm>
              <a:off x="2870490" y="1373365"/>
              <a:ext cx="2112859" cy="1362542"/>
            </a:xfrm>
            <a:custGeom>
              <a:avLst/>
              <a:gdLst>
                <a:gd name="connsiteX0" fmla="*/ 0 w 2112859"/>
                <a:gd name="connsiteY0" fmla="*/ 1362542 h 1362542"/>
                <a:gd name="connsiteX1" fmla="*/ 2112860 w 2112859"/>
                <a:gd name="connsiteY1" fmla="*/ 1362542 h 1362542"/>
                <a:gd name="connsiteX2" fmla="*/ 2112860 w 2112859"/>
                <a:gd name="connsiteY2" fmla="*/ 0 h 1362542"/>
                <a:gd name="connsiteX3" fmla="*/ 0 w 2112859"/>
                <a:gd name="connsiteY3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2859" h="1362542">
                  <a:moveTo>
                    <a:pt x="0" y="1362542"/>
                  </a:moveTo>
                  <a:lnTo>
                    <a:pt x="2112860" y="1362542"/>
                  </a:lnTo>
                  <a:lnTo>
                    <a:pt x="211286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38638D73-F24F-551F-E013-89ADF2619C7A}"/>
                </a:ext>
              </a:extLst>
            </p:cNvPr>
            <p:cNvSpPr/>
            <p:nvPr/>
          </p:nvSpPr>
          <p:spPr>
            <a:xfrm>
              <a:off x="3262497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488F2B57-E1B4-B5FB-384B-16CBDF62A7F6}"/>
                </a:ext>
              </a:extLst>
            </p:cNvPr>
            <p:cNvSpPr/>
            <p:nvPr/>
          </p:nvSpPr>
          <p:spPr>
            <a:xfrm>
              <a:off x="3816176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E8B6C704-BC6C-219A-DF7B-AE8B1254A10A}"/>
                </a:ext>
              </a:extLst>
            </p:cNvPr>
            <p:cNvSpPr/>
            <p:nvPr/>
          </p:nvSpPr>
          <p:spPr>
            <a:xfrm>
              <a:off x="4369864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6D8DEFDB-F09F-BAB2-A0C2-5F568D5F5E7D}"/>
                </a:ext>
              </a:extLst>
            </p:cNvPr>
            <p:cNvSpPr/>
            <p:nvPr/>
          </p:nvSpPr>
          <p:spPr>
            <a:xfrm>
              <a:off x="4923552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C53F2E6E-8398-005A-A603-0B1593652348}"/>
                </a:ext>
              </a:extLst>
            </p:cNvPr>
            <p:cNvSpPr/>
            <p:nvPr/>
          </p:nvSpPr>
          <p:spPr>
            <a:xfrm>
              <a:off x="2870490" y="2697341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6FE5136F-F574-12FD-939E-7D597AFDD2E9}"/>
                </a:ext>
              </a:extLst>
            </p:cNvPr>
            <p:cNvSpPr/>
            <p:nvPr/>
          </p:nvSpPr>
          <p:spPr>
            <a:xfrm>
              <a:off x="2870490" y="2285032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F9B64C79-3448-242F-7C6F-F47EEA699B82}"/>
                </a:ext>
              </a:extLst>
            </p:cNvPr>
            <p:cNvSpPr/>
            <p:nvPr/>
          </p:nvSpPr>
          <p:spPr>
            <a:xfrm>
              <a:off x="2870490" y="1872718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4907C5-97B7-6E2B-DCF2-A88C79D1840B}"/>
                </a:ext>
              </a:extLst>
            </p:cNvPr>
            <p:cNvSpPr/>
            <p:nvPr/>
          </p:nvSpPr>
          <p:spPr>
            <a:xfrm>
              <a:off x="2870490" y="1460405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9C75035F-6B73-6A7D-C122-3B3F01122C1F}"/>
                </a:ext>
              </a:extLst>
            </p:cNvPr>
            <p:cNvSpPr/>
            <p:nvPr/>
          </p:nvSpPr>
          <p:spPr>
            <a:xfrm>
              <a:off x="2870490" y="2735907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3F9901F3-1DC9-E2AE-C22F-F2C001C024A3}"/>
                </a:ext>
              </a:extLst>
            </p:cNvPr>
            <p:cNvSpPr/>
            <p:nvPr/>
          </p:nvSpPr>
          <p:spPr>
            <a:xfrm>
              <a:off x="3262497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EEB562EE-CF08-09F4-7458-7D9D87D3CB26}"/>
                </a:ext>
              </a:extLst>
            </p:cNvPr>
            <p:cNvSpPr/>
            <p:nvPr/>
          </p:nvSpPr>
          <p:spPr>
            <a:xfrm>
              <a:off x="3816176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C88A33B1-53B8-3B32-1252-B5396E04138D}"/>
                </a:ext>
              </a:extLst>
            </p:cNvPr>
            <p:cNvSpPr/>
            <p:nvPr/>
          </p:nvSpPr>
          <p:spPr>
            <a:xfrm>
              <a:off x="4369864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17D1A41A-345F-E738-ADAF-1B3CDB24768D}"/>
                </a:ext>
              </a:extLst>
            </p:cNvPr>
            <p:cNvSpPr/>
            <p:nvPr/>
          </p:nvSpPr>
          <p:spPr>
            <a:xfrm>
              <a:off x="4923552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3F727358-237B-A5F7-153D-4CA4BD4282F0}"/>
                </a:ext>
              </a:extLst>
            </p:cNvPr>
            <p:cNvSpPr/>
            <p:nvPr/>
          </p:nvSpPr>
          <p:spPr>
            <a:xfrm>
              <a:off x="3241059" y="2769991"/>
              <a:ext cx="42878" cy="64351"/>
            </a:xfrm>
            <a:custGeom>
              <a:avLst/>
              <a:gdLst>
                <a:gd name="connsiteX0" fmla="*/ 21439 w 42878"/>
                <a:gd name="connsiteY0" fmla="*/ 6646 h 64351"/>
                <a:gd name="connsiteX1" fmla="*/ 11675 w 42878"/>
                <a:gd name="connsiteY1" fmla="*/ 13047 h 64351"/>
                <a:gd name="connsiteX2" fmla="*/ 8434 w 42878"/>
                <a:gd name="connsiteY2" fmla="*/ 32196 h 64351"/>
                <a:gd name="connsiteX3" fmla="*/ 11675 w 42878"/>
                <a:gd name="connsiteY3" fmla="*/ 51356 h 64351"/>
                <a:gd name="connsiteX4" fmla="*/ 21439 w 42878"/>
                <a:gd name="connsiteY4" fmla="*/ 57705 h 64351"/>
                <a:gd name="connsiteX5" fmla="*/ 31204 w 42878"/>
                <a:gd name="connsiteY5" fmla="*/ 51356 h 64351"/>
                <a:gd name="connsiteX6" fmla="*/ 34486 w 42878"/>
                <a:gd name="connsiteY6" fmla="*/ 32196 h 64351"/>
                <a:gd name="connsiteX7" fmla="*/ 31204 w 42878"/>
                <a:gd name="connsiteY7" fmla="*/ 13047 h 64351"/>
                <a:gd name="connsiteX8" fmla="*/ 21439 w 42878"/>
                <a:gd name="connsiteY8" fmla="*/ 6646 h 64351"/>
                <a:gd name="connsiteX9" fmla="*/ 21439 w 42878"/>
                <a:gd name="connsiteY9" fmla="*/ 0 h 64351"/>
                <a:gd name="connsiteX10" fmla="*/ 37353 w 42878"/>
                <a:gd name="connsiteY10" fmla="*/ 8267 h 64351"/>
                <a:gd name="connsiteX11" fmla="*/ 42879 w 42878"/>
                <a:gd name="connsiteY11" fmla="*/ 32196 h 64351"/>
                <a:gd name="connsiteX12" fmla="*/ 37353 w 42878"/>
                <a:gd name="connsiteY12" fmla="*/ 56126 h 64351"/>
                <a:gd name="connsiteX13" fmla="*/ 21439 w 42878"/>
                <a:gd name="connsiteY13" fmla="*/ 64352 h 64351"/>
                <a:gd name="connsiteX14" fmla="*/ 5484 w 42878"/>
                <a:gd name="connsiteY14" fmla="*/ 56126 h 64351"/>
                <a:gd name="connsiteX15" fmla="*/ 0 w 42878"/>
                <a:gd name="connsiteY15" fmla="*/ 32196 h 64351"/>
                <a:gd name="connsiteX16" fmla="*/ 5484 w 42878"/>
                <a:gd name="connsiteY16" fmla="*/ 8267 h 64351"/>
                <a:gd name="connsiteX17" fmla="*/ 21439 w 42878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51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6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05"/>
                    <a:pt x="21439" y="57705"/>
                  </a:cubicBezTo>
                  <a:cubicBezTo>
                    <a:pt x="25788" y="57705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6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38"/>
                    <a:pt x="41037" y="50618"/>
                    <a:pt x="37353" y="56126"/>
                  </a:cubicBezTo>
                  <a:cubicBezTo>
                    <a:pt x="33696" y="61613"/>
                    <a:pt x="28392" y="64352"/>
                    <a:pt x="21439" y="64352"/>
                  </a:cubicBezTo>
                  <a:cubicBezTo>
                    <a:pt x="14487" y="64352"/>
                    <a:pt x="9169" y="61613"/>
                    <a:pt x="5484" y="56126"/>
                  </a:cubicBezTo>
                  <a:cubicBezTo>
                    <a:pt x="1828" y="50618"/>
                    <a:pt x="0" y="4263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E8060850-022F-725A-34C5-19A3239158F5}"/>
                </a:ext>
              </a:extLst>
            </p:cNvPr>
            <p:cNvSpPr/>
            <p:nvPr/>
          </p:nvSpPr>
          <p:spPr>
            <a:xfrm>
              <a:off x="3796114" y="2771109"/>
              <a:ext cx="40135" cy="63233"/>
            </a:xfrm>
            <a:custGeom>
              <a:avLst/>
              <a:gdLst>
                <a:gd name="connsiteX0" fmla="*/ 2616 w 40135"/>
                <a:gd name="connsiteY0" fmla="*/ 0 h 63233"/>
                <a:gd name="connsiteX1" fmla="*/ 35561 w 40135"/>
                <a:gd name="connsiteY1" fmla="*/ 0 h 63233"/>
                <a:gd name="connsiteX2" fmla="*/ 35561 w 40135"/>
                <a:gd name="connsiteY2" fmla="*/ 7067 h 63233"/>
                <a:gd name="connsiteX3" fmla="*/ 10308 w 40135"/>
                <a:gd name="connsiteY3" fmla="*/ 7067 h 63233"/>
                <a:gd name="connsiteX4" fmla="*/ 10308 w 40135"/>
                <a:gd name="connsiteY4" fmla="*/ 22268 h 63233"/>
                <a:gd name="connsiteX5" fmla="*/ 13960 w 40135"/>
                <a:gd name="connsiteY5" fmla="*/ 21355 h 63233"/>
                <a:gd name="connsiteX6" fmla="*/ 17611 w 40135"/>
                <a:gd name="connsiteY6" fmla="*/ 21027 h 63233"/>
                <a:gd name="connsiteX7" fmla="*/ 34073 w 40135"/>
                <a:gd name="connsiteY7" fmla="*/ 26719 h 63233"/>
                <a:gd name="connsiteX8" fmla="*/ 40135 w 40135"/>
                <a:gd name="connsiteY8" fmla="*/ 42135 h 63233"/>
                <a:gd name="connsiteX9" fmla="*/ 33899 w 40135"/>
                <a:gd name="connsiteY9" fmla="*/ 57716 h 63233"/>
                <a:gd name="connsiteX10" fmla="*/ 16329 w 40135"/>
                <a:gd name="connsiteY10" fmla="*/ 63234 h 63233"/>
                <a:gd name="connsiteX11" fmla="*/ 8349 w 40135"/>
                <a:gd name="connsiteY11" fmla="*/ 62577 h 63233"/>
                <a:gd name="connsiteX12" fmla="*/ 0 w 40135"/>
                <a:gd name="connsiteY12" fmla="*/ 60577 h 63233"/>
                <a:gd name="connsiteX13" fmla="*/ 0 w 40135"/>
                <a:gd name="connsiteY13" fmla="*/ 52146 h 63233"/>
                <a:gd name="connsiteX14" fmla="*/ 7723 w 40135"/>
                <a:gd name="connsiteY14" fmla="*/ 55182 h 63233"/>
                <a:gd name="connsiteX15" fmla="*/ 16165 w 40135"/>
                <a:gd name="connsiteY15" fmla="*/ 56177 h 63233"/>
                <a:gd name="connsiteX16" fmla="*/ 27550 w 40135"/>
                <a:gd name="connsiteY16" fmla="*/ 52392 h 63233"/>
                <a:gd name="connsiteX17" fmla="*/ 31745 w 40135"/>
                <a:gd name="connsiteY17" fmla="*/ 42135 h 63233"/>
                <a:gd name="connsiteX18" fmla="*/ 27550 w 40135"/>
                <a:gd name="connsiteY18" fmla="*/ 31868 h 63233"/>
                <a:gd name="connsiteX19" fmla="*/ 16165 w 40135"/>
                <a:gd name="connsiteY19" fmla="*/ 28083 h 63233"/>
                <a:gd name="connsiteX20" fmla="*/ 9426 w 40135"/>
                <a:gd name="connsiteY20" fmla="*/ 28832 h 63233"/>
                <a:gd name="connsiteX21" fmla="*/ 2616 w 40135"/>
                <a:gd name="connsiteY21" fmla="*/ 31160 h 63233"/>
                <a:gd name="connsiteX22" fmla="*/ 2616 w 4013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35" h="63233">
                  <a:moveTo>
                    <a:pt x="2616" y="0"/>
                  </a:moveTo>
                  <a:lnTo>
                    <a:pt x="35561" y="0"/>
                  </a:lnTo>
                  <a:lnTo>
                    <a:pt x="3556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39" y="21550"/>
                    <a:pt x="13960" y="21355"/>
                  </a:cubicBezTo>
                  <a:cubicBezTo>
                    <a:pt x="15180" y="21139"/>
                    <a:pt x="16391" y="21027"/>
                    <a:pt x="17611" y="21027"/>
                  </a:cubicBezTo>
                  <a:cubicBezTo>
                    <a:pt x="24535" y="21027"/>
                    <a:pt x="30022" y="22924"/>
                    <a:pt x="34073" y="26719"/>
                  </a:cubicBezTo>
                  <a:cubicBezTo>
                    <a:pt x="38115" y="30514"/>
                    <a:pt x="40135" y="35653"/>
                    <a:pt x="40135" y="42135"/>
                  </a:cubicBezTo>
                  <a:cubicBezTo>
                    <a:pt x="40135" y="48813"/>
                    <a:pt x="38053" y="54003"/>
                    <a:pt x="33899" y="57716"/>
                  </a:cubicBezTo>
                  <a:cubicBezTo>
                    <a:pt x="29745" y="61398"/>
                    <a:pt x="23888" y="63234"/>
                    <a:pt x="16329" y="63234"/>
                  </a:cubicBezTo>
                  <a:cubicBezTo>
                    <a:pt x="13724" y="63234"/>
                    <a:pt x="11067" y="63018"/>
                    <a:pt x="8349" y="62577"/>
                  </a:cubicBezTo>
                  <a:cubicBezTo>
                    <a:pt x="566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2" y="53500"/>
                    <a:pt x="5067" y="54515"/>
                    <a:pt x="7723" y="55182"/>
                  </a:cubicBezTo>
                  <a:cubicBezTo>
                    <a:pt x="1038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72" y="28330"/>
                    <a:pt x="9426" y="28832"/>
                  </a:cubicBezTo>
                  <a:cubicBezTo>
                    <a:pt x="7211" y="29335"/>
                    <a:pt x="4944" y="30104"/>
                    <a:pt x="2616" y="31160"/>
                  </a:cubicBezTo>
                  <a:lnTo>
                    <a:pt x="261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2281F4D-F924-8081-7D86-78721AB3253C}"/>
                </a:ext>
              </a:extLst>
            </p:cNvPr>
            <p:cNvSpPr/>
            <p:nvPr/>
          </p:nvSpPr>
          <p:spPr>
            <a:xfrm>
              <a:off x="4323226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CF4B851B-E276-15AE-9247-8F0070182EF2}"/>
                </a:ext>
              </a:extLst>
            </p:cNvPr>
            <p:cNvSpPr/>
            <p:nvPr/>
          </p:nvSpPr>
          <p:spPr>
            <a:xfrm>
              <a:off x="4373629" y="2769991"/>
              <a:ext cx="42873" cy="64351"/>
            </a:xfrm>
            <a:custGeom>
              <a:avLst/>
              <a:gdLst>
                <a:gd name="connsiteX0" fmla="*/ 21437 w 42873"/>
                <a:gd name="connsiteY0" fmla="*/ 6646 h 64351"/>
                <a:gd name="connsiteX1" fmla="*/ 11672 w 42873"/>
                <a:gd name="connsiteY1" fmla="*/ 13047 h 64351"/>
                <a:gd name="connsiteX2" fmla="*/ 8431 w 42873"/>
                <a:gd name="connsiteY2" fmla="*/ 32196 h 64351"/>
                <a:gd name="connsiteX3" fmla="*/ 11672 w 42873"/>
                <a:gd name="connsiteY3" fmla="*/ 51356 h 64351"/>
                <a:gd name="connsiteX4" fmla="*/ 21437 w 42873"/>
                <a:gd name="connsiteY4" fmla="*/ 57705 h 64351"/>
                <a:gd name="connsiteX5" fmla="*/ 31201 w 42873"/>
                <a:gd name="connsiteY5" fmla="*/ 51356 h 64351"/>
                <a:gd name="connsiteX6" fmla="*/ 34484 w 42873"/>
                <a:gd name="connsiteY6" fmla="*/ 32196 h 64351"/>
                <a:gd name="connsiteX7" fmla="*/ 31201 w 42873"/>
                <a:gd name="connsiteY7" fmla="*/ 13047 h 64351"/>
                <a:gd name="connsiteX8" fmla="*/ 21437 w 42873"/>
                <a:gd name="connsiteY8" fmla="*/ 6646 h 64351"/>
                <a:gd name="connsiteX9" fmla="*/ 21437 w 42873"/>
                <a:gd name="connsiteY9" fmla="*/ 0 h 64351"/>
                <a:gd name="connsiteX10" fmla="*/ 37345 w 42873"/>
                <a:gd name="connsiteY10" fmla="*/ 8267 h 64351"/>
                <a:gd name="connsiteX11" fmla="*/ 42874 w 42873"/>
                <a:gd name="connsiteY11" fmla="*/ 32196 h 64351"/>
                <a:gd name="connsiteX12" fmla="*/ 37345 w 42873"/>
                <a:gd name="connsiteY12" fmla="*/ 56126 h 64351"/>
                <a:gd name="connsiteX13" fmla="*/ 21437 w 42873"/>
                <a:gd name="connsiteY13" fmla="*/ 64352 h 64351"/>
                <a:gd name="connsiteX14" fmla="*/ 5477 w 42873"/>
                <a:gd name="connsiteY14" fmla="*/ 56126 h 64351"/>
                <a:gd name="connsiteX15" fmla="*/ 0 w 42873"/>
                <a:gd name="connsiteY15" fmla="*/ 32196 h 64351"/>
                <a:gd name="connsiteX16" fmla="*/ 5477 w 42873"/>
                <a:gd name="connsiteY16" fmla="*/ 8267 h 64351"/>
                <a:gd name="connsiteX17" fmla="*/ 21437 w 42873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3" h="64351">
                  <a:moveTo>
                    <a:pt x="21437" y="6646"/>
                  </a:moveTo>
                  <a:cubicBezTo>
                    <a:pt x="17119" y="6646"/>
                    <a:pt x="13857" y="8780"/>
                    <a:pt x="11672" y="13047"/>
                  </a:cubicBezTo>
                  <a:cubicBezTo>
                    <a:pt x="9508" y="17283"/>
                    <a:pt x="8431" y="23663"/>
                    <a:pt x="8431" y="32196"/>
                  </a:cubicBezTo>
                  <a:cubicBezTo>
                    <a:pt x="8431" y="40699"/>
                    <a:pt x="9508" y="47089"/>
                    <a:pt x="11672" y="51356"/>
                  </a:cubicBezTo>
                  <a:cubicBezTo>
                    <a:pt x="13857" y="55592"/>
                    <a:pt x="17119" y="57705"/>
                    <a:pt x="21437" y="57705"/>
                  </a:cubicBezTo>
                  <a:cubicBezTo>
                    <a:pt x="25786" y="57705"/>
                    <a:pt x="29037" y="55592"/>
                    <a:pt x="31201" y="51356"/>
                  </a:cubicBezTo>
                  <a:cubicBezTo>
                    <a:pt x="33386" y="47089"/>
                    <a:pt x="34484" y="40699"/>
                    <a:pt x="34484" y="32196"/>
                  </a:cubicBezTo>
                  <a:cubicBezTo>
                    <a:pt x="34484" y="23663"/>
                    <a:pt x="33386" y="17283"/>
                    <a:pt x="31201" y="13047"/>
                  </a:cubicBezTo>
                  <a:cubicBezTo>
                    <a:pt x="29037" y="8780"/>
                    <a:pt x="25786" y="6646"/>
                    <a:pt x="21437" y="6646"/>
                  </a:cubicBezTo>
                  <a:moveTo>
                    <a:pt x="21437" y="0"/>
                  </a:moveTo>
                  <a:cubicBezTo>
                    <a:pt x="28391" y="0"/>
                    <a:pt x="33694" y="2759"/>
                    <a:pt x="37345" y="8267"/>
                  </a:cubicBezTo>
                  <a:cubicBezTo>
                    <a:pt x="41028" y="13755"/>
                    <a:pt x="42874" y="21724"/>
                    <a:pt x="42874" y="32196"/>
                  </a:cubicBezTo>
                  <a:cubicBezTo>
                    <a:pt x="42874" y="42638"/>
                    <a:pt x="41028" y="50618"/>
                    <a:pt x="37345" y="56126"/>
                  </a:cubicBezTo>
                  <a:cubicBezTo>
                    <a:pt x="33694" y="61613"/>
                    <a:pt x="28391" y="64352"/>
                    <a:pt x="21437" y="64352"/>
                  </a:cubicBezTo>
                  <a:cubicBezTo>
                    <a:pt x="14483" y="64352"/>
                    <a:pt x="9159" y="61613"/>
                    <a:pt x="5477" y="56126"/>
                  </a:cubicBezTo>
                  <a:cubicBezTo>
                    <a:pt x="1826" y="50618"/>
                    <a:pt x="0" y="42638"/>
                    <a:pt x="0" y="32196"/>
                  </a:cubicBezTo>
                  <a:cubicBezTo>
                    <a:pt x="0" y="21724"/>
                    <a:pt x="1826" y="13755"/>
                    <a:pt x="5477" y="8267"/>
                  </a:cubicBezTo>
                  <a:cubicBezTo>
                    <a:pt x="9159" y="2759"/>
                    <a:pt x="14483" y="0"/>
                    <a:pt x="2143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0F019CF2-1342-4EDF-98B7-84FE0011D6EC}"/>
                </a:ext>
              </a:extLst>
            </p:cNvPr>
            <p:cNvSpPr/>
            <p:nvPr/>
          </p:nvSpPr>
          <p:spPr>
            <a:xfrm>
              <a:off x="4877807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CBAEDAA8-B586-45AE-4602-AD464CF3B4DA}"/>
                </a:ext>
              </a:extLst>
            </p:cNvPr>
            <p:cNvSpPr/>
            <p:nvPr/>
          </p:nvSpPr>
          <p:spPr>
            <a:xfrm>
              <a:off x="4929152" y="2771109"/>
              <a:ext cx="40145" cy="63233"/>
            </a:xfrm>
            <a:custGeom>
              <a:avLst/>
              <a:gdLst>
                <a:gd name="connsiteX0" fmla="*/ 2626 w 40145"/>
                <a:gd name="connsiteY0" fmla="*/ 0 h 63233"/>
                <a:gd name="connsiteX1" fmla="*/ 35571 w 40145"/>
                <a:gd name="connsiteY1" fmla="*/ 0 h 63233"/>
                <a:gd name="connsiteX2" fmla="*/ 35571 w 40145"/>
                <a:gd name="connsiteY2" fmla="*/ 7067 h 63233"/>
                <a:gd name="connsiteX3" fmla="*/ 10308 w 40145"/>
                <a:gd name="connsiteY3" fmla="*/ 7067 h 63233"/>
                <a:gd name="connsiteX4" fmla="*/ 10308 w 40145"/>
                <a:gd name="connsiteY4" fmla="*/ 22268 h 63233"/>
                <a:gd name="connsiteX5" fmla="*/ 13970 w 40145"/>
                <a:gd name="connsiteY5" fmla="*/ 21355 h 63233"/>
                <a:gd name="connsiteX6" fmla="*/ 17622 w 40145"/>
                <a:gd name="connsiteY6" fmla="*/ 21027 h 63233"/>
                <a:gd name="connsiteX7" fmla="*/ 34073 w 40145"/>
                <a:gd name="connsiteY7" fmla="*/ 26719 h 63233"/>
                <a:gd name="connsiteX8" fmla="*/ 40146 w 40145"/>
                <a:gd name="connsiteY8" fmla="*/ 42135 h 63233"/>
                <a:gd name="connsiteX9" fmla="*/ 33909 w 40145"/>
                <a:gd name="connsiteY9" fmla="*/ 57716 h 63233"/>
                <a:gd name="connsiteX10" fmla="*/ 16329 w 40145"/>
                <a:gd name="connsiteY10" fmla="*/ 63234 h 63233"/>
                <a:gd name="connsiteX11" fmla="*/ 8360 w 40145"/>
                <a:gd name="connsiteY11" fmla="*/ 62577 h 63233"/>
                <a:gd name="connsiteX12" fmla="*/ 0 w 40145"/>
                <a:gd name="connsiteY12" fmla="*/ 60577 h 63233"/>
                <a:gd name="connsiteX13" fmla="*/ 0 w 40145"/>
                <a:gd name="connsiteY13" fmla="*/ 52146 h 63233"/>
                <a:gd name="connsiteX14" fmla="*/ 7734 w 40145"/>
                <a:gd name="connsiteY14" fmla="*/ 55182 h 63233"/>
                <a:gd name="connsiteX15" fmla="*/ 16165 w 40145"/>
                <a:gd name="connsiteY15" fmla="*/ 56177 h 63233"/>
                <a:gd name="connsiteX16" fmla="*/ 27550 w 40145"/>
                <a:gd name="connsiteY16" fmla="*/ 52392 h 63233"/>
                <a:gd name="connsiteX17" fmla="*/ 31745 w 40145"/>
                <a:gd name="connsiteY17" fmla="*/ 42135 h 63233"/>
                <a:gd name="connsiteX18" fmla="*/ 27550 w 40145"/>
                <a:gd name="connsiteY18" fmla="*/ 31868 h 63233"/>
                <a:gd name="connsiteX19" fmla="*/ 16165 w 40145"/>
                <a:gd name="connsiteY19" fmla="*/ 28083 h 63233"/>
                <a:gd name="connsiteX20" fmla="*/ 9437 w 40145"/>
                <a:gd name="connsiteY20" fmla="*/ 28832 h 63233"/>
                <a:gd name="connsiteX21" fmla="*/ 2626 w 40145"/>
                <a:gd name="connsiteY21" fmla="*/ 31160 h 63233"/>
                <a:gd name="connsiteX22" fmla="*/ 2626 w 4014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45" h="63233">
                  <a:moveTo>
                    <a:pt x="2626" y="0"/>
                  </a:moveTo>
                  <a:lnTo>
                    <a:pt x="35571" y="0"/>
                  </a:lnTo>
                  <a:lnTo>
                    <a:pt x="3557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50" y="21550"/>
                    <a:pt x="13970" y="21355"/>
                  </a:cubicBezTo>
                  <a:cubicBezTo>
                    <a:pt x="15191" y="21139"/>
                    <a:pt x="16401" y="21027"/>
                    <a:pt x="17622" y="21027"/>
                  </a:cubicBezTo>
                  <a:cubicBezTo>
                    <a:pt x="24545" y="21027"/>
                    <a:pt x="30032" y="22924"/>
                    <a:pt x="34073" y="26719"/>
                  </a:cubicBezTo>
                  <a:cubicBezTo>
                    <a:pt x="38125" y="30514"/>
                    <a:pt x="40146" y="35653"/>
                    <a:pt x="40146" y="42135"/>
                  </a:cubicBezTo>
                  <a:cubicBezTo>
                    <a:pt x="40146" y="48813"/>
                    <a:pt x="38063" y="54003"/>
                    <a:pt x="33909" y="57716"/>
                  </a:cubicBezTo>
                  <a:cubicBezTo>
                    <a:pt x="29755" y="61398"/>
                    <a:pt x="23888" y="63234"/>
                    <a:pt x="16329" y="63234"/>
                  </a:cubicBezTo>
                  <a:cubicBezTo>
                    <a:pt x="13734" y="63234"/>
                    <a:pt x="11078" y="63018"/>
                    <a:pt x="8360" y="62577"/>
                  </a:cubicBezTo>
                  <a:cubicBezTo>
                    <a:pt x="567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3" y="53500"/>
                    <a:pt x="5077" y="54515"/>
                    <a:pt x="7734" y="55182"/>
                  </a:cubicBezTo>
                  <a:cubicBezTo>
                    <a:pt x="1039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83" y="28330"/>
                    <a:pt x="9437" y="28832"/>
                  </a:cubicBezTo>
                  <a:cubicBezTo>
                    <a:pt x="7221" y="29335"/>
                    <a:pt x="4954" y="30104"/>
                    <a:pt x="2626" y="31160"/>
                  </a:cubicBezTo>
                  <a:lnTo>
                    <a:pt x="262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A6F4CA25-5AF7-6AD3-D058-B48E4E6F9E37}"/>
                </a:ext>
              </a:extLst>
            </p:cNvPr>
            <p:cNvSpPr/>
            <p:nvPr/>
          </p:nvSpPr>
          <p:spPr>
            <a:xfrm>
              <a:off x="3899052" y="2885925"/>
              <a:ext cx="49017" cy="44586"/>
            </a:xfrm>
            <a:custGeom>
              <a:avLst/>
              <a:gdLst>
                <a:gd name="connsiteX0" fmla="*/ 49018 w 49017"/>
                <a:gd name="connsiteY0" fmla="*/ 6482 h 44586"/>
                <a:gd name="connsiteX1" fmla="*/ 47336 w 49017"/>
                <a:gd name="connsiteY1" fmla="*/ 10708 h 44586"/>
                <a:gd name="connsiteX2" fmla="*/ 43725 w 49017"/>
                <a:gd name="connsiteY2" fmla="*/ 12206 h 44586"/>
                <a:gd name="connsiteX3" fmla="*/ 40946 w 49017"/>
                <a:gd name="connsiteY3" fmla="*/ 11149 h 44586"/>
                <a:gd name="connsiteX4" fmla="*/ 39981 w 49017"/>
                <a:gd name="connsiteY4" fmla="*/ 8739 h 44586"/>
                <a:gd name="connsiteX5" fmla="*/ 41325 w 49017"/>
                <a:gd name="connsiteY5" fmla="*/ 5334 h 44586"/>
                <a:gd name="connsiteX6" fmla="*/ 44689 w 49017"/>
                <a:gd name="connsiteY6" fmla="*/ 3405 h 44586"/>
                <a:gd name="connsiteX7" fmla="*/ 39787 w 49017"/>
                <a:gd name="connsiteY7" fmla="*/ 2164 h 44586"/>
                <a:gd name="connsiteX8" fmla="*/ 36186 w 49017"/>
                <a:gd name="connsiteY8" fmla="*/ 3169 h 44586"/>
                <a:gd name="connsiteX9" fmla="*/ 33540 w 49017"/>
                <a:gd name="connsiteY9" fmla="*/ 5477 h 44586"/>
                <a:gd name="connsiteX10" fmla="*/ 31714 w 49017"/>
                <a:gd name="connsiteY10" fmla="*/ 8646 h 44586"/>
                <a:gd name="connsiteX11" fmla="*/ 30566 w 49017"/>
                <a:gd name="connsiteY11" fmla="*/ 11580 h 44586"/>
                <a:gd name="connsiteX12" fmla="*/ 30032 w 49017"/>
                <a:gd name="connsiteY12" fmla="*/ 13785 h 44586"/>
                <a:gd name="connsiteX13" fmla="*/ 26668 w 49017"/>
                <a:gd name="connsiteY13" fmla="*/ 27242 h 44586"/>
                <a:gd name="connsiteX14" fmla="*/ 25037 w 49017"/>
                <a:gd name="connsiteY14" fmla="*/ 35889 h 44586"/>
                <a:gd name="connsiteX15" fmla="*/ 26381 w 49017"/>
                <a:gd name="connsiteY15" fmla="*/ 40556 h 44586"/>
                <a:gd name="connsiteX16" fmla="*/ 30422 w 49017"/>
                <a:gd name="connsiteY16" fmla="*/ 42381 h 44586"/>
                <a:gd name="connsiteX17" fmla="*/ 32678 w 49017"/>
                <a:gd name="connsiteY17" fmla="*/ 42084 h 44586"/>
                <a:gd name="connsiteX18" fmla="*/ 35417 w 49017"/>
                <a:gd name="connsiteY18" fmla="*/ 40884 h 44586"/>
                <a:gd name="connsiteX19" fmla="*/ 38392 w 49017"/>
                <a:gd name="connsiteY19" fmla="*/ 38627 h 44586"/>
                <a:gd name="connsiteX20" fmla="*/ 41233 w 49017"/>
                <a:gd name="connsiteY20" fmla="*/ 34884 h 44586"/>
                <a:gd name="connsiteX21" fmla="*/ 43540 w 49017"/>
                <a:gd name="connsiteY21" fmla="*/ 29499 h 44586"/>
                <a:gd name="connsiteX22" fmla="*/ 44782 w 49017"/>
                <a:gd name="connsiteY22" fmla="*/ 28442 h 44586"/>
                <a:gd name="connsiteX23" fmla="*/ 45982 w 49017"/>
                <a:gd name="connsiteY23" fmla="*/ 29406 h 44586"/>
                <a:gd name="connsiteX24" fmla="*/ 45315 w 49017"/>
                <a:gd name="connsiteY24" fmla="*/ 31950 h 44586"/>
                <a:gd name="connsiteX25" fmla="*/ 43294 w 49017"/>
                <a:gd name="connsiteY25" fmla="*/ 35838 h 44586"/>
                <a:gd name="connsiteX26" fmla="*/ 40176 w 49017"/>
                <a:gd name="connsiteY26" fmla="*/ 39971 h 44586"/>
                <a:gd name="connsiteX27" fmla="*/ 35756 w 49017"/>
                <a:gd name="connsiteY27" fmla="*/ 43243 h 44586"/>
                <a:gd name="connsiteX28" fmla="*/ 30227 w 49017"/>
                <a:gd name="connsiteY28" fmla="*/ 44587 h 44586"/>
                <a:gd name="connsiteX29" fmla="*/ 23355 w 49017"/>
                <a:gd name="connsiteY29" fmla="*/ 42381 h 44586"/>
                <a:gd name="connsiteX30" fmla="*/ 19611 w 49017"/>
                <a:gd name="connsiteY30" fmla="*/ 37089 h 44586"/>
                <a:gd name="connsiteX31" fmla="*/ 19027 w 49017"/>
                <a:gd name="connsiteY31" fmla="*/ 38104 h 44586"/>
                <a:gd name="connsiteX32" fmla="*/ 17683 w 49017"/>
                <a:gd name="connsiteY32" fmla="*/ 39971 h 44586"/>
                <a:gd name="connsiteX33" fmla="*/ 15621 w 49017"/>
                <a:gd name="connsiteY33" fmla="*/ 42187 h 44586"/>
                <a:gd name="connsiteX34" fmla="*/ 12780 w 49017"/>
                <a:gd name="connsiteY34" fmla="*/ 43817 h 44586"/>
                <a:gd name="connsiteX35" fmla="*/ 9283 w 49017"/>
                <a:gd name="connsiteY35" fmla="*/ 44587 h 44586"/>
                <a:gd name="connsiteX36" fmla="*/ 4903 w 49017"/>
                <a:gd name="connsiteY36" fmla="*/ 43910 h 44586"/>
                <a:gd name="connsiteX37" fmla="*/ 1446 w 49017"/>
                <a:gd name="connsiteY37" fmla="*/ 41704 h 44586"/>
                <a:gd name="connsiteX38" fmla="*/ 0 w 49017"/>
                <a:gd name="connsiteY38" fmla="*/ 38053 h 44586"/>
                <a:gd name="connsiteX39" fmla="*/ 1590 w 49017"/>
                <a:gd name="connsiteY39" fmla="*/ 34063 h 44586"/>
                <a:gd name="connsiteX40" fmla="*/ 5436 w 49017"/>
                <a:gd name="connsiteY40" fmla="*/ 32381 h 44586"/>
                <a:gd name="connsiteX41" fmla="*/ 7929 w 49017"/>
                <a:gd name="connsiteY41" fmla="*/ 33202 h 44586"/>
                <a:gd name="connsiteX42" fmla="*/ 9088 w 49017"/>
                <a:gd name="connsiteY42" fmla="*/ 35796 h 44586"/>
                <a:gd name="connsiteX43" fmla="*/ 7744 w 49017"/>
                <a:gd name="connsiteY43" fmla="*/ 39253 h 44586"/>
                <a:gd name="connsiteX44" fmla="*/ 4472 w 49017"/>
                <a:gd name="connsiteY44" fmla="*/ 41130 h 44586"/>
                <a:gd name="connsiteX45" fmla="*/ 9375 w 49017"/>
                <a:gd name="connsiteY45" fmla="*/ 42381 h 44586"/>
                <a:gd name="connsiteX46" fmla="*/ 15047 w 49017"/>
                <a:gd name="connsiteY46" fmla="*/ 39592 h 44586"/>
                <a:gd name="connsiteX47" fmla="*/ 18739 w 49017"/>
                <a:gd name="connsiteY47" fmla="*/ 32145 h 44586"/>
                <a:gd name="connsiteX48" fmla="*/ 22873 w 49017"/>
                <a:gd name="connsiteY48" fmla="*/ 15949 h 44586"/>
                <a:gd name="connsiteX49" fmla="*/ 24032 w 49017"/>
                <a:gd name="connsiteY49" fmla="*/ 8739 h 44586"/>
                <a:gd name="connsiteX50" fmla="*/ 23499 w 49017"/>
                <a:gd name="connsiteY50" fmla="*/ 5334 h 44586"/>
                <a:gd name="connsiteX51" fmla="*/ 22063 w 49017"/>
                <a:gd name="connsiteY51" fmla="*/ 3313 h 44586"/>
                <a:gd name="connsiteX52" fmla="*/ 20380 w 49017"/>
                <a:gd name="connsiteY52" fmla="*/ 2400 h 44586"/>
                <a:gd name="connsiteX53" fmla="*/ 18739 w 49017"/>
                <a:gd name="connsiteY53" fmla="*/ 2164 h 44586"/>
                <a:gd name="connsiteX54" fmla="*/ 15673 w 49017"/>
                <a:gd name="connsiteY54" fmla="*/ 2739 h 44586"/>
                <a:gd name="connsiteX55" fmla="*/ 12165 w 49017"/>
                <a:gd name="connsiteY55" fmla="*/ 4657 h 44586"/>
                <a:gd name="connsiteX56" fmla="*/ 8513 w 49017"/>
                <a:gd name="connsiteY56" fmla="*/ 8646 h 44586"/>
                <a:gd name="connsiteX57" fmla="*/ 5528 w 49017"/>
                <a:gd name="connsiteY57" fmla="*/ 15037 h 44586"/>
                <a:gd name="connsiteX58" fmla="*/ 4236 w 49017"/>
                <a:gd name="connsiteY58" fmla="*/ 16144 h 44586"/>
                <a:gd name="connsiteX59" fmla="*/ 3077 w 49017"/>
                <a:gd name="connsiteY59" fmla="*/ 15129 h 44586"/>
                <a:gd name="connsiteX60" fmla="*/ 3703 w 49017"/>
                <a:gd name="connsiteY60" fmla="*/ 12636 h 44586"/>
                <a:gd name="connsiteX61" fmla="*/ 5723 w 49017"/>
                <a:gd name="connsiteY61" fmla="*/ 8739 h 44586"/>
                <a:gd name="connsiteX62" fmla="*/ 8893 w 49017"/>
                <a:gd name="connsiteY62" fmla="*/ 4657 h 44586"/>
                <a:gd name="connsiteX63" fmla="*/ 13365 w 49017"/>
                <a:gd name="connsiteY63" fmla="*/ 1344 h 44586"/>
                <a:gd name="connsiteX64" fmla="*/ 18934 w 49017"/>
                <a:gd name="connsiteY64" fmla="*/ 0 h 44586"/>
                <a:gd name="connsiteX65" fmla="*/ 21478 w 49017"/>
                <a:gd name="connsiteY65" fmla="*/ 287 h 44586"/>
                <a:gd name="connsiteX66" fmla="*/ 24319 w 49017"/>
                <a:gd name="connsiteY66" fmla="*/ 1251 h 44586"/>
                <a:gd name="connsiteX67" fmla="*/ 27294 w 49017"/>
                <a:gd name="connsiteY67" fmla="*/ 3549 h 44586"/>
                <a:gd name="connsiteX68" fmla="*/ 29550 w 49017"/>
                <a:gd name="connsiteY68" fmla="*/ 7447 h 44586"/>
                <a:gd name="connsiteX69" fmla="*/ 30904 w 49017"/>
                <a:gd name="connsiteY69" fmla="*/ 5282 h 44586"/>
                <a:gd name="connsiteX70" fmla="*/ 32966 w 49017"/>
                <a:gd name="connsiteY70" fmla="*/ 2933 h 44586"/>
                <a:gd name="connsiteX71" fmla="*/ 36043 w 49017"/>
                <a:gd name="connsiteY71" fmla="*/ 810 h 44586"/>
                <a:gd name="connsiteX72" fmla="*/ 39889 w 49017"/>
                <a:gd name="connsiteY72" fmla="*/ 0 h 44586"/>
                <a:gd name="connsiteX73" fmla="*/ 43777 w 49017"/>
                <a:gd name="connsiteY73" fmla="*/ 523 h 44586"/>
                <a:gd name="connsiteX74" fmla="*/ 47336 w 49017"/>
                <a:gd name="connsiteY74" fmla="*/ 2595 h 44586"/>
                <a:gd name="connsiteX75" fmla="*/ 49018 w 49017"/>
                <a:gd name="connsiteY75" fmla="*/ 6482 h 44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9017" h="44586">
                  <a:moveTo>
                    <a:pt x="49018" y="6482"/>
                  </a:moveTo>
                  <a:cubicBezTo>
                    <a:pt x="49018" y="8277"/>
                    <a:pt x="48454" y="9693"/>
                    <a:pt x="47336" y="10708"/>
                  </a:cubicBezTo>
                  <a:cubicBezTo>
                    <a:pt x="46218" y="11703"/>
                    <a:pt x="45007" y="12206"/>
                    <a:pt x="43725" y="12206"/>
                  </a:cubicBezTo>
                  <a:cubicBezTo>
                    <a:pt x="42505" y="12206"/>
                    <a:pt x="41582" y="11857"/>
                    <a:pt x="40946" y="11149"/>
                  </a:cubicBezTo>
                  <a:cubicBezTo>
                    <a:pt x="40299" y="10441"/>
                    <a:pt x="39981" y="9641"/>
                    <a:pt x="39981" y="8739"/>
                  </a:cubicBezTo>
                  <a:cubicBezTo>
                    <a:pt x="39981" y="7518"/>
                    <a:pt x="40433" y="6390"/>
                    <a:pt x="41325" y="5334"/>
                  </a:cubicBezTo>
                  <a:cubicBezTo>
                    <a:pt x="42217" y="4277"/>
                    <a:pt x="43346" y="3631"/>
                    <a:pt x="44689" y="3405"/>
                  </a:cubicBezTo>
                  <a:cubicBezTo>
                    <a:pt x="43376" y="2574"/>
                    <a:pt x="41746" y="2164"/>
                    <a:pt x="39787" y="2164"/>
                  </a:cubicBezTo>
                  <a:cubicBezTo>
                    <a:pt x="38504" y="2164"/>
                    <a:pt x="37304" y="2503"/>
                    <a:pt x="36186" y="3169"/>
                  </a:cubicBezTo>
                  <a:cubicBezTo>
                    <a:pt x="35099" y="3836"/>
                    <a:pt x="34217" y="4605"/>
                    <a:pt x="33540" y="5477"/>
                  </a:cubicBezTo>
                  <a:cubicBezTo>
                    <a:pt x="32894" y="6339"/>
                    <a:pt x="32289" y="7395"/>
                    <a:pt x="31714" y="8646"/>
                  </a:cubicBezTo>
                  <a:cubicBezTo>
                    <a:pt x="31171" y="9867"/>
                    <a:pt x="30791" y="10841"/>
                    <a:pt x="30566" y="11580"/>
                  </a:cubicBezTo>
                  <a:cubicBezTo>
                    <a:pt x="30371" y="12288"/>
                    <a:pt x="30196" y="13016"/>
                    <a:pt x="30032" y="13785"/>
                  </a:cubicBezTo>
                  <a:lnTo>
                    <a:pt x="26668" y="27242"/>
                  </a:lnTo>
                  <a:cubicBezTo>
                    <a:pt x="25581" y="31499"/>
                    <a:pt x="25037" y="34381"/>
                    <a:pt x="25037" y="35889"/>
                  </a:cubicBezTo>
                  <a:cubicBezTo>
                    <a:pt x="25037" y="37745"/>
                    <a:pt x="25488" y="39304"/>
                    <a:pt x="26381" y="40556"/>
                  </a:cubicBezTo>
                  <a:cubicBezTo>
                    <a:pt x="27273" y="41776"/>
                    <a:pt x="28627" y="42381"/>
                    <a:pt x="30422" y="42381"/>
                  </a:cubicBezTo>
                  <a:cubicBezTo>
                    <a:pt x="31130" y="42381"/>
                    <a:pt x="31878" y="42279"/>
                    <a:pt x="32678" y="42084"/>
                  </a:cubicBezTo>
                  <a:cubicBezTo>
                    <a:pt x="33479" y="41869"/>
                    <a:pt x="34391" y="41469"/>
                    <a:pt x="35417" y="40884"/>
                  </a:cubicBezTo>
                  <a:cubicBezTo>
                    <a:pt x="36474" y="40279"/>
                    <a:pt x="37458" y="39520"/>
                    <a:pt x="38392" y="38627"/>
                  </a:cubicBezTo>
                  <a:cubicBezTo>
                    <a:pt x="39356" y="37694"/>
                    <a:pt x="40299" y="36453"/>
                    <a:pt x="41233" y="34884"/>
                  </a:cubicBezTo>
                  <a:cubicBezTo>
                    <a:pt x="42166" y="33314"/>
                    <a:pt x="42935" y="31519"/>
                    <a:pt x="43540" y="29499"/>
                  </a:cubicBezTo>
                  <a:cubicBezTo>
                    <a:pt x="43735" y="28791"/>
                    <a:pt x="44146" y="28442"/>
                    <a:pt x="44782" y="28442"/>
                  </a:cubicBezTo>
                  <a:cubicBezTo>
                    <a:pt x="45582" y="28442"/>
                    <a:pt x="45982" y="28760"/>
                    <a:pt x="45982" y="29406"/>
                  </a:cubicBezTo>
                  <a:cubicBezTo>
                    <a:pt x="45982" y="29950"/>
                    <a:pt x="45756" y="30791"/>
                    <a:pt x="45315" y="31950"/>
                  </a:cubicBezTo>
                  <a:cubicBezTo>
                    <a:pt x="44894" y="33068"/>
                    <a:pt x="44228" y="34371"/>
                    <a:pt x="43294" y="35838"/>
                  </a:cubicBezTo>
                  <a:cubicBezTo>
                    <a:pt x="42402" y="37284"/>
                    <a:pt x="41356" y="38658"/>
                    <a:pt x="40176" y="39971"/>
                  </a:cubicBezTo>
                  <a:cubicBezTo>
                    <a:pt x="38986" y="41253"/>
                    <a:pt x="37509" y="42351"/>
                    <a:pt x="35756" y="43243"/>
                  </a:cubicBezTo>
                  <a:cubicBezTo>
                    <a:pt x="33991" y="44135"/>
                    <a:pt x="32145" y="44587"/>
                    <a:pt x="30227" y="44587"/>
                  </a:cubicBezTo>
                  <a:cubicBezTo>
                    <a:pt x="27468" y="44587"/>
                    <a:pt x="25181" y="43848"/>
                    <a:pt x="23355" y="42381"/>
                  </a:cubicBezTo>
                  <a:cubicBezTo>
                    <a:pt x="21529" y="40904"/>
                    <a:pt x="20278" y="39140"/>
                    <a:pt x="19611" y="37089"/>
                  </a:cubicBezTo>
                  <a:cubicBezTo>
                    <a:pt x="19447" y="37376"/>
                    <a:pt x="19252" y="37714"/>
                    <a:pt x="19027" y="38104"/>
                  </a:cubicBezTo>
                  <a:cubicBezTo>
                    <a:pt x="18811" y="38484"/>
                    <a:pt x="18360" y="39110"/>
                    <a:pt x="17683" y="39971"/>
                  </a:cubicBezTo>
                  <a:cubicBezTo>
                    <a:pt x="17047" y="40802"/>
                    <a:pt x="16360" y="41540"/>
                    <a:pt x="15621" y="42187"/>
                  </a:cubicBezTo>
                  <a:cubicBezTo>
                    <a:pt x="14883" y="42792"/>
                    <a:pt x="13939" y="43335"/>
                    <a:pt x="12780" y="43817"/>
                  </a:cubicBezTo>
                  <a:cubicBezTo>
                    <a:pt x="11662" y="44330"/>
                    <a:pt x="10503" y="44587"/>
                    <a:pt x="9283" y="44587"/>
                  </a:cubicBezTo>
                  <a:cubicBezTo>
                    <a:pt x="7744" y="44587"/>
                    <a:pt x="6287" y="44361"/>
                    <a:pt x="4903" y="43910"/>
                  </a:cubicBezTo>
                  <a:cubicBezTo>
                    <a:pt x="3559" y="43469"/>
                    <a:pt x="2400" y="42730"/>
                    <a:pt x="1446" y="41704"/>
                  </a:cubicBezTo>
                  <a:cubicBezTo>
                    <a:pt x="482" y="40679"/>
                    <a:pt x="0" y="39458"/>
                    <a:pt x="0" y="38053"/>
                  </a:cubicBezTo>
                  <a:cubicBezTo>
                    <a:pt x="0" y="36484"/>
                    <a:pt x="533" y="35150"/>
                    <a:pt x="1590" y="34063"/>
                  </a:cubicBezTo>
                  <a:cubicBezTo>
                    <a:pt x="2677" y="32945"/>
                    <a:pt x="3959" y="32381"/>
                    <a:pt x="5436" y="32381"/>
                  </a:cubicBezTo>
                  <a:cubicBezTo>
                    <a:pt x="6369" y="32381"/>
                    <a:pt x="7200" y="32658"/>
                    <a:pt x="7929" y="33202"/>
                  </a:cubicBezTo>
                  <a:cubicBezTo>
                    <a:pt x="8698" y="33745"/>
                    <a:pt x="9088" y="34607"/>
                    <a:pt x="9088" y="35796"/>
                  </a:cubicBezTo>
                  <a:cubicBezTo>
                    <a:pt x="9088" y="37109"/>
                    <a:pt x="8636" y="38258"/>
                    <a:pt x="7744" y="39253"/>
                  </a:cubicBezTo>
                  <a:cubicBezTo>
                    <a:pt x="6841" y="40248"/>
                    <a:pt x="5754" y="40874"/>
                    <a:pt x="4472" y="41130"/>
                  </a:cubicBezTo>
                  <a:cubicBezTo>
                    <a:pt x="5785" y="41961"/>
                    <a:pt x="7416" y="42381"/>
                    <a:pt x="9375" y="42381"/>
                  </a:cubicBezTo>
                  <a:cubicBezTo>
                    <a:pt x="11488" y="42381"/>
                    <a:pt x="13375" y="41448"/>
                    <a:pt x="15047" y="39592"/>
                  </a:cubicBezTo>
                  <a:cubicBezTo>
                    <a:pt x="16709" y="37735"/>
                    <a:pt x="17939" y="35253"/>
                    <a:pt x="18739" y="32145"/>
                  </a:cubicBezTo>
                  <a:cubicBezTo>
                    <a:pt x="20729" y="24678"/>
                    <a:pt x="22104" y="19283"/>
                    <a:pt x="22873" y="15949"/>
                  </a:cubicBezTo>
                  <a:cubicBezTo>
                    <a:pt x="23642" y="12585"/>
                    <a:pt x="24032" y="10185"/>
                    <a:pt x="24032" y="8739"/>
                  </a:cubicBezTo>
                  <a:cubicBezTo>
                    <a:pt x="24032" y="7395"/>
                    <a:pt x="23858" y="6267"/>
                    <a:pt x="23499" y="5334"/>
                  </a:cubicBezTo>
                  <a:cubicBezTo>
                    <a:pt x="23150" y="4400"/>
                    <a:pt x="22668" y="3734"/>
                    <a:pt x="22063" y="3313"/>
                  </a:cubicBezTo>
                  <a:cubicBezTo>
                    <a:pt x="21478" y="2862"/>
                    <a:pt x="20924" y="2554"/>
                    <a:pt x="20380" y="2400"/>
                  </a:cubicBezTo>
                  <a:cubicBezTo>
                    <a:pt x="19868" y="2246"/>
                    <a:pt x="19324" y="2164"/>
                    <a:pt x="18739" y="2164"/>
                  </a:cubicBezTo>
                  <a:cubicBezTo>
                    <a:pt x="17785" y="2164"/>
                    <a:pt x="16760" y="2359"/>
                    <a:pt x="15673" y="2739"/>
                  </a:cubicBezTo>
                  <a:cubicBezTo>
                    <a:pt x="14616" y="3118"/>
                    <a:pt x="13447" y="3764"/>
                    <a:pt x="12165" y="4657"/>
                  </a:cubicBezTo>
                  <a:cubicBezTo>
                    <a:pt x="10913" y="5528"/>
                    <a:pt x="9693" y="6852"/>
                    <a:pt x="8513" y="8646"/>
                  </a:cubicBezTo>
                  <a:cubicBezTo>
                    <a:pt x="7323" y="10441"/>
                    <a:pt x="6329" y="12565"/>
                    <a:pt x="5528" y="15037"/>
                  </a:cubicBezTo>
                  <a:cubicBezTo>
                    <a:pt x="5375" y="15775"/>
                    <a:pt x="4944" y="16144"/>
                    <a:pt x="4236" y="16144"/>
                  </a:cubicBezTo>
                  <a:cubicBezTo>
                    <a:pt x="3467" y="16114"/>
                    <a:pt x="3077" y="15775"/>
                    <a:pt x="3077" y="15129"/>
                  </a:cubicBezTo>
                  <a:cubicBezTo>
                    <a:pt x="3077" y="14585"/>
                    <a:pt x="3282" y="13754"/>
                    <a:pt x="3703" y="12636"/>
                  </a:cubicBezTo>
                  <a:cubicBezTo>
                    <a:pt x="4154" y="11477"/>
                    <a:pt x="4831" y="10185"/>
                    <a:pt x="5723" y="8739"/>
                  </a:cubicBezTo>
                  <a:cubicBezTo>
                    <a:pt x="6657" y="7303"/>
                    <a:pt x="7713" y="5939"/>
                    <a:pt x="8893" y="4657"/>
                  </a:cubicBezTo>
                  <a:cubicBezTo>
                    <a:pt x="10113" y="3344"/>
                    <a:pt x="11601" y="2236"/>
                    <a:pt x="13365" y="1344"/>
                  </a:cubicBezTo>
                  <a:cubicBezTo>
                    <a:pt x="15160" y="451"/>
                    <a:pt x="17016" y="0"/>
                    <a:pt x="18934" y="0"/>
                  </a:cubicBezTo>
                  <a:cubicBezTo>
                    <a:pt x="19806" y="0"/>
                    <a:pt x="20647" y="92"/>
                    <a:pt x="21478" y="287"/>
                  </a:cubicBezTo>
                  <a:cubicBezTo>
                    <a:pt x="22350" y="441"/>
                    <a:pt x="23293" y="769"/>
                    <a:pt x="24319" y="1251"/>
                  </a:cubicBezTo>
                  <a:cubicBezTo>
                    <a:pt x="25376" y="1733"/>
                    <a:pt x="26360" y="2492"/>
                    <a:pt x="27294" y="3549"/>
                  </a:cubicBezTo>
                  <a:cubicBezTo>
                    <a:pt x="28227" y="4605"/>
                    <a:pt x="28976" y="5908"/>
                    <a:pt x="29550" y="7447"/>
                  </a:cubicBezTo>
                  <a:cubicBezTo>
                    <a:pt x="29940" y="6708"/>
                    <a:pt x="30391" y="5990"/>
                    <a:pt x="30904" y="5282"/>
                  </a:cubicBezTo>
                  <a:cubicBezTo>
                    <a:pt x="31448" y="4575"/>
                    <a:pt x="32135" y="3795"/>
                    <a:pt x="32966" y="2933"/>
                  </a:cubicBezTo>
                  <a:cubicBezTo>
                    <a:pt x="33827" y="2031"/>
                    <a:pt x="34853" y="1323"/>
                    <a:pt x="36043" y="810"/>
                  </a:cubicBezTo>
                  <a:cubicBezTo>
                    <a:pt x="37263" y="267"/>
                    <a:pt x="38545" y="0"/>
                    <a:pt x="39889" y="0"/>
                  </a:cubicBezTo>
                  <a:cubicBezTo>
                    <a:pt x="41202" y="0"/>
                    <a:pt x="42494" y="174"/>
                    <a:pt x="43777" y="523"/>
                  </a:cubicBezTo>
                  <a:cubicBezTo>
                    <a:pt x="45059" y="841"/>
                    <a:pt x="46238" y="1539"/>
                    <a:pt x="47336" y="2595"/>
                  </a:cubicBezTo>
                  <a:cubicBezTo>
                    <a:pt x="48454" y="3621"/>
                    <a:pt x="49018" y="4913"/>
                    <a:pt x="49018" y="6482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32AA84B5-38B8-8591-3E79-3F84540277F1}"/>
                </a:ext>
              </a:extLst>
            </p:cNvPr>
            <p:cNvSpPr/>
            <p:nvPr/>
          </p:nvSpPr>
          <p:spPr>
            <a:xfrm>
              <a:off x="2870490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92679176-75E0-0B41-927F-7D3343AE18FE}"/>
                </a:ext>
              </a:extLst>
            </p:cNvPr>
            <p:cNvSpPr/>
            <p:nvPr/>
          </p:nvSpPr>
          <p:spPr>
            <a:xfrm>
              <a:off x="2870490" y="2697341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34A90921-31CB-98C7-8DDF-63AEBC02AE8B}"/>
                </a:ext>
              </a:extLst>
            </p:cNvPr>
            <p:cNvSpPr/>
            <p:nvPr/>
          </p:nvSpPr>
          <p:spPr>
            <a:xfrm>
              <a:off x="2870490" y="2285032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00F65A87-7615-8012-4F6A-359F3B3B0765}"/>
                </a:ext>
              </a:extLst>
            </p:cNvPr>
            <p:cNvSpPr/>
            <p:nvPr/>
          </p:nvSpPr>
          <p:spPr>
            <a:xfrm>
              <a:off x="2870490" y="1872718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71517B38-BA95-0587-C5EB-7B2343764D1A}"/>
                </a:ext>
              </a:extLst>
            </p:cNvPr>
            <p:cNvSpPr/>
            <p:nvPr/>
          </p:nvSpPr>
          <p:spPr>
            <a:xfrm>
              <a:off x="2870490" y="1460405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E3605FDA-E65C-A222-2E77-4B82E248E822}"/>
                </a:ext>
              </a:extLst>
            </p:cNvPr>
            <p:cNvSpPr/>
            <p:nvPr/>
          </p:nvSpPr>
          <p:spPr>
            <a:xfrm>
              <a:off x="2709498" y="2665207"/>
              <a:ext cx="42878" cy="64362"/>
            </a:xfrm>
            <a:custGeom>
              <a:avLst/>
              <a:gdLst>
                <a:gd name="connsiteX0" fmla="*/ 21440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40 w 42878"/>
                <a:gd name="connsiteY4" fmla="*/ 57716 h 64362"/>
                <a:gd name="connsiteX5" fmla="*/ 31204 w 42878"/>
                <a:gd name="connsiteY5" fmla="*/ 51356 h 64362"/>
                <a:gd name="connsiteX6" fmla="*/ 34487 w 42878"/>
                <a:gd name="connsiteY6" fmla="*/ 32196 h 64362"/>
                <a:gd name="connsiteX7" fmla="*/ 31204 w 42878"/>
                <a:gd name="connsiteY7" fmla="*/ 13047 h 64362"/>
                <a:gd name="connsiteX8" fmla="*/ 21440 w 42878"/>
                <a:gd name="connsiteY8" fmla="*/ 6646 h 64362"/>
                <a:gd name="connsiteX9" fmla="*/ 21440 w 42878"/>
                <a:gd name="connsiteY9" fmla="*/ 0 h 64362"/>
                <a:gd name="connsiteX10" fmla="*/ 37354 w 42878"/>
                <a:gd name="connsiteY10" fmla="*/ 8267 h 64362"/>
                <a:gd name="connsiteX11" fmla="*/ 42879 w 42878"/>
                <a:gd name="connsiteY11" fmla="*/ 32196 h 64362"/>
                <a:gd name="connsiteX12" fmla="*/ 37354 w 42878"/>
                <a:gd name="connsiteY12" fmla="*/ 56136 h 64362"/>
                <a:gd name="connsiteX13" fmla="*/ 21440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40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40" y="6646"/>
                  </a:moveTo>
                  <a:cubicBezTo>
                    <a:pt x="17119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9" y="57716"/>
                    <a:pt x="21440" y="57716"/>
                  </a:cubicBezTo>
                  <a:cubicBezTo>
                    <a:pt x="25789" y="57716"/>
                    <a:pt x="29043" y="55592"/>
                    <a:pt x="31204" y="51356"/>
                  </a:cubicBezTo>
                  <a:cubicBezTo>
                    <a:pt x="33392" y="47089"/>
                    <a:pt x="34487" y="40699"/>
                    <a:pt x="34487" y="32196"/>
                  </a:cubicBezTo>
                  <a:cubicBezTo>
                    <a:pt x="34487" y="23673"/>
                    <a:pt x="33392" y="17283"/>
                    <a:pt x="31204" y="13047"/>
                  </a:cubicBezTo>
                  <a:cubicBezTo>
                    <a:pt x="29043" y="8780"/>
                    <a:pt x="25789" y="6646"/>
                    <a:pt x="21440" y="6646"/>
                  </a:cubicBezTo>
                  <a:moveTo>
                    <a:pt x="21440" y="0"/>
                  </a:moveTo>
                  <a:cubicBezTo>
                    <a:pt x="28393" y="0"/>
                    <a:pt x="33697" y="2759"/>
                    <a:pt x="37354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4" y="56136"/>
                  </a:cubicBezTo>
                  <a:cubicBezTo>
                    <a:pt x="33697" y="61623"/>
                    <a:pt x="28393" y="64362"/>
                    <a:pt x="21440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4D68A786-8B2E-AF70-697E-A266A6DB8DC3}"/>
                </a:ext>
              </a:extLst>
            </p:cNvPr>
            <p:cNvSpPr/>
            <p:nvPr/>
          </p:nvSpPr>
          <p:spPr>
            <a:xfrm>
              <a:off x="2767127" y="271780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54177AD9-4B1F-980D-D17F-075D24D10219}"/>
                </a:ext>
              </a:extLst>
            </p:cNvPr>
            <p:cNvSpPr/>
            <p:nvPr/>
          </p:nvSpPr>
          <p:spPr>
            <a:xfrm>
              <a:off x="2790686" y="2665207"/>
              <a:ext cx="42878" cy="64362"/>
            </a:xfrm>
            <a:custGeom>
              <a:avLst/>
              <a:gdLst>
                <a:gd name="connsiteX0" fmla="*/ 21439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39 w 42878"/>
                <a:gd name="connsiteY4" fmla="*/ 57716 h 64362"/>
                <a:gd name="connsiteX5" fmla="*/ 31204 w 42878"/>
                <a:gd name="connsiteY5" fmla="*/ 51356 h 64362"/>
                <a:gd name="connsiteX6" fmla="*/ 34486 w 42878"/>
                <a:gd name="connsiteY6" fmla="*/ 32196 h 64362"/>
                <a:gd name="connsiteX7" fmla="*/ 31204 w 42878"/>
                <a:gd name="connsiteY7" fmla="*/ 13047 h 64362"/>
                <a:gd name="connsiteX8" fmla="*/ 21439 w 42878"/>
                <a:gd name="connsiteY8" fmla="*/ 6646 h 64362"/>
                <a:gd name="connsiteX9" fmla="*/ 21439 w 42878"/>
                <a:gd name="connsiteY9" fmla="*/ 0 h 64362"/>
                <a:gd name="connsiteX10" fmla="*/ 37353 w 42878"/>
                <a:gd name="connsiteY10" fmla="*/ 8267 h 64362"/>
                <a:gd name="connsiteX11" fmla="*/ 42879 w 42878"/>
                <a:gd name="connsiteY11" fmla="*/ 32196 h 64362"/>
                <a:gd name="connsiteX12" fmla="*/ 37353 w 42878"/>
                <a:gd name="connsiteY12" fmla="*/ 56136 h 64362"/>
                <a:gd name="connsiteX13" fmla="*/ 21439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39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16"/>
                    <a:pt x="21439" y="57716"/>
                  </a:cubicBezTo>
                  <a:cubicBezTo>
                    <a:pt x="25788" y="57716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7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3" y="56136"/>
                  </a:cubicBezTo>
                  <a:cubicBezTo>
                    <a:pt x="33696" y="61623"/>
                    <a:pt x="28392" y="64362"/>
                    <a:pt x="21439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3DB3B806-A9C7-4161-21BE-13F24EB85A3B}"/>
                </a:ext>
              </a:extLst>
            </p:cNvPr>
            <p:cNvSpPr/>
            <p:nvPr/>
          </p:nvSpPr>
          <p:spPr>
            <a:xfrm>
              <a:off x="2711700" y="2252893"/>
              <a:ext cx="42878" cy="64360"/>
            </a:xfrm>
            <a:custGeom>
              <a:avLst/>
              <a:gdLst>
                <a:gd name="connsiteX0" fmla="*/ 21440 w 42878"/>
                <a:gd name="connsiteY0" fmla="*/ 6648 h 64360"/>
                <a:gd name="connsiteX1" fmla="*/ 11675 w 42878"/>
                <a:gd name="connsiteY1" fmla="*/ 13047 h 64360"/>
                <a:gd name="connsiteX2" fmla="*/ 8434 w 42878"/>
                <a:gd name="connsiteY2" fmla="*/ 32201 h 64360"/>
                <a:gd name="connsiteX3" fmla="*/ 11675 w 42878"/>
                <a:gd name="connsiteY3" fmla="*/ 51355 h 64360"/>
                <a:gd name="connsiteX4" fmla="*/ 21440 w 42878"/>
                <a:gd name="connsiteY4" fmla="*/ 57712 h 64360"/>
                <a:gd name="connsiteX5" fmla="*/ 31204 w 42878"/>
                <a:gd name="connsiteY5" fmla="*/ 51355 h 64360"/>
                <a:gd name="connsiteX6" fmla="*/ 34487 w 42878"/>
                <a:gd name="connsiteY6" fmla="*/ 32201 h 64360"/>
                <a:gd name="connsiteX7" fmla="*/ 31204 w 42878"/>
                <a:gd name="connsiteY7" fmla="*/ 13047 h 64360"/>
                <a:gd name="connsiteX8" fmla="*/ 21440 w 42878"/>
                <a:gd name="connsiteY8" fmla="*/ 6648 h 64360"/>
                <a:gd name="connsiteX9" fmla="*/ 21440 w 42878"/>
                <a:gd name="connsiteY9" fmla="*/ 0 h 64360"/>
                <a:gd name="connsiteX10" fmla="*/ 37354 w 42878"/>
                <a:gd name="connsiteY10" fmla="*/ 8268 h 64360"/>
                <a:gd name="connsiteX11" fmla="*/ 42879 w 42878"/>
                <a:gd name="connsiteY11" fmla="*/ 32201 h 64360"/>
                <a:gd name="connsiteX12" fmla="*/ 37354 w 42878"/>
                <a:gd name="connsiteY12" fmla="*/ 56134 h 64360"/>
                <a:gd name="connsiteX13" fmla="*/ 21440 w 42878"/>
                <a:gd name="connsiteY13" fmla="*/ 64360 h 64360"/>
                <a:gd name="connsiteX14" fmla="*/ 5484 w 42878"/>
                <a:gd name="connsiteY14" fmla="*/ 56134 h 64360"/>
                <a:gd name="connsiteX15" fmla="*/ 0 w 42878"/>
                <a:gd name="connsiteY15" fmla="*/ 32201 h 64360"/>
                <a:gd name="connsiteX16" fmla="*/ 5484 w 42878"/>
                <a:gd name="connsiteY16" fmla="*/ 8268 h 64360"/>
                <a:gd name="connsiteX17" fmla="*/ 21440 w 42878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0">
                  <a:moveTo>
                    <a:pt x="21440" y="6648"/>
                  </a:moveTo>
                  <a:cubicBezTo>
                    <a:pt x="17119" y="6648"/>
                    <a:pt x="13863" y="8781"/>
                    <a:pt x="11675" y="13047"/>
                  </a:cubicBezTo>
                  <a:cubicBezTo>
                    <a:pt x="9514" y="17285"/>
                    <a:pt x="8434" y="23670"/>
                    <a:pt x="8434" y="32201"/>
                  </a:cubicBezTo>
                  <a:cubicBezTo>
                    <a:pt x="8434" y="40704"/>
                    <a:pt x="9514" y="47089"/>
                    <a:pt x="11675" y="51355"/>
                  </a:cubicBezTo>
                  <a:cubicBezTo>
                    <a:pt x="13863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4" y="51355"/>
                  </a:cubicBezTo>
                  <a:cubicBezTo>
                    <a:pt x="33392" y="47089"/>
                    <a:pt x="34487" y="40704"/>
                    <a:pt x="34487" y="32201"/>
                  </a:cubicBezTo>
                  <a:cubicBezTo>
                    <a:pt x="34487" y="23670"/>
                    <a:pt x="33392" y="17285"/>
                    <a:pt x="31204" y="13047"/>
                  </a:cubicBezTo>
                  <a:cubicBezTo>
                    <a:pt x="29043" y="8781"/>
                    <a:pt x="25789" y="6648"/>
                    <a:pt x="21440" y="6648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7" y="13752"/>
                    <a:pt x="42879" y="21730"/>
                    <a:pt x="42879" y="32201"/>
                  </a:cubicBezTo>
                  <a:cubicBezTo>
                    <a:pt x="42879" y="42643"/>
                    <a:pt x="41037" y="50621"/>
                    <a:pt x="37354" y="56134"/>
                  </a:cubicBezTo>
                  <a:cubicBezTo>
                    <a:pt x="33697" y="61618"/>
                    <a:pt x="28393" y="64360"/>
                    <a:pt x="21440" y="64360"/>
                  </a:cubicBezTo>
                  <a:cubicBezTo>
                    <a:pt x="14487" y="64360"/>
                    <a:pt x="9169" y="61618"/>
                    <a:pt x="5484" y="56134"/>
                  </a:cubicBezTo>
                  <a:cubicBezTo>
                    <a:pt x="1828" y="50621"/>
                    <a:pt x="0" y="42643"/>
                    <a:pt x="0" y="32201"/>
                  </a:cubicBezTo>
                  <a:cubicBezTo>
                    <a:pt x="0" y="21730"/>
                    <a:pt x="1828" y="13752"/>
                    <a:pt x="5484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8FE1912D-367D-5102-161F-8410DD6A52EA}"/>
                </a:ext>
              </a:extLst>
            </p:cNvPr>
            <p:cNvSpPr/>
            <p:nvPr/>
          </p:nvSpPr>
          <p:spPr>
            <a:xfrm>
              <a:off x="2769329" y="230549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EA9317D4-8AC6-E060-ED11-AF4151D3396C}"/>
                </a:ext>
              </a:extLst>
            </p:cNvPr>
            <p:cNvSpPr/>
            <p:nvPr/>
          </p:nvSpPr>
          <p:spPr>
            <a:xfrm>
              <a:off x="2796628" y="2254015"/>
              <a:ext cx="36937" cy="62033"/>
            </a:xfrm>
            <a:custGeom>
              <a:avLst/>
              <a:gdLst>
                <a:gd name="connsiteX0" fmla="*/ 1204 w 36937"/>
                <a:gd name="connsiteY0" fmla="*/ 54970 h 62033"/>
                <a:gd name="connsiteX1" fmla="*/ 14916 w 36937"/>
                <a:gd name="connsiteY1" fmla="*/ 54970 h 62033"/>
                <a:gd name="connsiteX2" fmla="*/ 14916 w 36937"/>
                <a:gd name="connsiteY2" fmla="*/ 7644 h 62033"/>
                <a:gd name="connsiteX3" fmla="*/ 0 w 36937"/>
                <a:gd name="connsiteY3" fmla="*/ 10636 h 62033"/>
                <a:gd name="connsiteX4" fmla="*/ 0 w 36937"/>
                <a:gd name="connsiteY4" fmla="*/ 2991 h 62033"/>
                <a:gd name="connsiteX5" fmla="*/ 14833 w 36937"/>
                <a:gd name="connsiteY5" fmla="*/ 0 h 62033"/>
                <a:gd name="connsiteX6" fmla="*/ 23226 w 36937"/>
                <a:gd name="connsiteY6" fmla="*/ 0 h 62033"/>
                <a:gd name="connsiteX7" fmla="*/ 23226 w 36937"/>
                <a:gd name="connsiteY7" fmla="*/ 54970 h 62033"/>
                <a:gd name="connsiteX8" fmla="*/ 36937 w 36937"/>
                <a:gd name="connsiteY8" fmla="*/ 54970 h 62033"/>
                <a:gd name="connsiteX9" fmla="*/ 36937 w 36937"/>
                <a:gd name="connsiteY9" fmla="*/ 62034 h 62033"/>
                <a:gd name="connsiteX10" fmla="*/ 1204 w 36937"/>
                <a:gd name="connsiteY10" fmla="*/ 62034 h 62033"/>
                <a:gd name="connsiteX11" fmla="*/ 1204 w 36937"/>
                <a:gd name="connsiteY11" fmla="*/ 54970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7" h="62033">
                  <a:moveTo>
                    <a:pt x="1204" y="54970"/>
                  </a:moveTo>
                  <a:lnTo>
                    <a:pt x="14916" y="54970"/>
                  </a:lnTo>
                  <a:lnTo>
                    <a:pt x="14916" y="7644"/>
                  </a:lnTo>
                  <a:lnTo>
                    <a:pt x="0" y="10636"/>
                  </a:lnTo>
                  <a:lnTo>
                    <a:pt x="0" y="2991"/>
                  </a:lnTo>
                  <a:lnTo>
                    <a:pt x="14833" y="0"/>
                  </a:lnTo>
                  <a:lnTo>
                    <a:pt x="23226" y="0"/>
                  </a:lnTo>
                  <a:lnTo>
                    <a:pt x="23226" y="54970"/>
                  </a:lnTo>
                  <a:lnTo>
                    <a:pt x="36937" y="54970"/>
                  </a:lnTo>
                  <a:lnTo>
                    <a:pt x="36937" y="62034"/>
                  </a:lnTo>
                  <a:lnTo>
                    <a:pt x="1204" y="62034"/>
                  </a:lnTo>
                  <a:lnTo>
                    <a:pt x="1204" y="5497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68B4C0C3-B1DE-5771-B1A8-1344C7D32297}"/>
                </a:ext>
              </a:extLst>
            </p:cNvPr>
            <p:cNvSpPr/>
            <p:nvPr/>
          </p:nvSpPr>
          <p:spPr>
            <a:xfrm>
              <a:off x="2712365" y="1840579"/>
              <a:ext cx="42879" cy="64360"/>
            </a:xfrm>
            <a:custGeom>
              <a:avLst/>
              <a:gdLst>
                <a:gd name="connsiteX0" fmla="*/ 21440 w 42879"/>
                <a:gd name="connsiteY0" fmla="*/ 6649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6 h 64360"/>
                <a:gd name="connsiteX4" fmla="*/ 21440 w 42879"/>
                <a:gd name="connsiteY4" fmla="*/ 57713 h 64360"/>
                <a:gd name="connsiteX5" fmla="*/ 31205 w 42879"/>
                <a:gd name="connsiteY5" fmla="*/ 51356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9 h 64360"/>
                <a:gd name="connsiteX9" fmla="*/ 21440 w 42879"/>
                <a:gd name="connsiteY9" fmla="*/ 0 h 64360"/>
                <a:gd name="connsiteX10" fmla="*/ 37354 w 42879"/>
                <a:gd name="connsiteY10" fmla="*/ 8269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4 w 42879"/>
                <a:gd name="connsiteY14" fmla="*/ 56134 h 64360"/>
                <a:gd name="connsiteX15" fmla="*/ 0 w 42879"/>
                <a:gd name="connsiteY15" fmla="*/ 32202 h 64360"/>
                <a:gd name="connsiteX16" fmla="*/ 5484 w 42879"/>
                <a:gd name="connsiteY16" fmla="*/ 8269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9"/>
                  </a:moveTo>
                  <a:cubicBezTo>
                    <a:pt x="17119" y="6649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90"/>
                    <a:pt x="11675" y="51356"/>
                  </a:cubicBezTo>
                  <a:cubicBezTo>
                    <a:pt x="13864" y="55594"/>
                    <a:pt x="17119" y="57713"/>
                    <a:pt x="21440" y="57713"/>
                  </a:cubicBezTo>
                  <a:cubicBezTo>
                    <a:pt x="25789" y="57713"/>
                    <a:pt x="29043" y="55594"/>
                    <a:pt x="31205" y="51356"/>
                  </a:cubicBezTo>
                  <a:cubicBezTo>
                    <a:pt x="33392" y="47090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9"/>
                    <a:pt x="21440" y="6649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9"/>
                  </a:cubicBezTo>
                  <a:cubicBezTo>
                    <a:pt x="41038" y="13753"/>
                    <a:pt x="42880" y="21731"/>
                    <a:pt x="42880" y="32202"/>
                  </a:cubicBezTo>
                  <a:cubicBezTo>
                    <a:pt x="42880" y="42644"/>
                    <a:pt x="41038" y="50622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4" y="56134"/>
                  </a:cubicBezTo>
                  <a:cubicBezTo>
                    <a:pt x="1828" y="50622"/>
                    <a:pt x="0" y="42644"/>
                    <a:pt x="0" y="32202"/>
                  </a:cubicBezTo>
                  <a:cubicBezTo>
                    <a:pt x="0" y="21731"/>
                    <a:pt x="1828" y="13753"/>
                    <a:pt x="5484" y="8269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884B97A3-0837-80F8-9D5E-F61A380AC0A8}"/>
                </a:ext>
              </a:extLst>
            </p:cNvPr>
            <p:cNvSpPr/>
            <p:nvPr/>
          </p:nvSpPr>
          <p:spPr>
            <a:xfrm>
              <a:off x="2769994" y="1893181"/>
              <a:ext cx="8767" cy="10553"/>
            </a:xfrm>
            <a:custGeom>
              <a:avLst/>
              <a:gdLst>
                <a:gd name="connsiteX0" fmla="*/ 0 w 8767"/>
                <a:gd name="connsiteY0" fmla="*/ 0 h 10553"/>
                <a:gd name="connsiteX1" fmla="*/ 8768 w 8767"/>
                <a:gd name="connsiteY1" fmla="*/ 0 h 10553"/>
                <a:gd name="connsiteX2" fmla="*/ 8768 w 8767"/>
                <a:gd name="connsiteY2" fmla="*/ 10553 h 10553"/>
                <a:gd name="connsiteX3" fmla="*/ 0 w 8767"/>
                <a:gd name="connsiteY3" fmla="*/ 10553 h 10553"/>
                <a:gd name="connsiteX4" fmla="*/ 0 w 8767"/>
                <a:gd name="connsiteY4" fmla="*/ 0 h 1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3">
                  <a:moveTo>
                    <a:pt x="0" y="0"/>
                  </a:moveTo>
                  <a:lnTo>
                    <a:pt x="8768" y="0"/>
                  </a:lnTo>
                  <a:lnTo>
                    <a:pt x="8768" y="10553"/>
                  </a:lnTo>
                  <a:lnTo>
                    <a:pt x="0" y="10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64A9A35-B9D3-9624-BD06-A431E6C56A79}"/>
                </a:ext>
              </a:extLst>
            </p:cNvPr>
            <p:cNvSpPr/>
            <p:nvPr/>
          </p:nvSpPr>
          <p:spPr>
            <a:xfrm>
              <a:off x="2794177" y="1840579"/>
              <a:ext cx="39388" cy="63155"/>
            </a:xfrm>
            <a:custGeom>
              <a:avLst/>
              <a:gdLst>
                <a:gd name="connsiteX0" fmla="*/ 10096 w 39388"/>
                <a:gd name="connsiteY0" fmla="*/ 56093 h 63155"/>
                <a:gd name="connsiteX1" fmla="*/ 39389 w 39388"/>
                <a:gd name="connsiteY1" fmla="*/ 56093 h 63155"/>
                <a:gd name="connsiteX2" fmla="*/ 39389 w 39388"/>
                <a:gd name="connsiteY2" fmla="*/ 63156 h 63155"/>
                <a:gd name="connsiteX3" fmla="*/ 0 w 39388"/>
                <a:gd name="connsiteY3" fmla="*/ 63156 h 63155"/>
                <a:gd name="connsiteX4" fmla="*/ 0 w 39388"/>
                <a:gd name="connsiteY4" fmla="*/ 56093 h 63155"/>
                <a:gd name="connsiteX5" fmla="*/ 13005 w 39388"/>
                <a:gd name="connsiteY5" fmla="*/ 42838 h 63155"/>
                <a:gd name="connsiteX6" fmla="*/ 23392 w 39388"/>
                <a:gd name="connsiteY6" fmla="*/ 32076 h 63155"/>
                <a:gd name="connsiteX7" fmla="*/ 29001 w 39388"/>
                <a:gd name="connsiteY7" fmla="*/ 24432 h 63155"/>
                <a:gd name="connsiteX8" fmla="*/ 30622 w 39388"/>
                <a:gd name="connsiteY8" fmla="*/ 18241 h 63155"/>
                <a:gd name="connsiteX9" fmla="*/ 27132 w 39388"/>
                <a:gd name="connsiteY9" fmla="*/ 10180 h 63155"/>
                <a:gd name="connsiteX10" fmla="*/ 18116 w 39388"/>
                <a:gd name="connsiteY10" fmla="*/ 7064 h 63155"/>
                <a:gd name="connsiteX11" fmla="*/ 9764 w 39388"/>
                <a:gd name="connsiteY11" fmla="*/ 8435 h 63155"/>
                <a:gd name="connsiteX12" fmla="*/ 415 w 39388"/>
                <a:gd name="connsiteY12" fmla="*/ 12590 h 63155"/>
                <a:gd name="connsiteX13" fmla="*/ 415 w 39388"/>
                <a:gd name="connsiteY13" fmla="*/ 4114 h 63155"/>
                <a:gd name="connsiteX14" fmla="*/ 9889 w 39388"/>
                <a:gd name="connsiteY14" fmla="*/ 1039 h 63155"/>
                <a:gd name="connsiteX15" fmla="*/ 17949 w 39388"/>
                <a:gd name="connsiteY15" fmla="*/ 0 h 63155"/>
                <a:gd name="connsiteX16" fmla="*/ 33323 w 39388"/>
                <a:gd name="connsiteY16" fmla="*/ 4821 h 63155"/>
                <a:gd name="connsiteX17" fmla="*/ 39056 w 39388"/>
                <a:gd name="connsiteY17" fmla="*/ 17700 h 63155"/>
                <a:gd name="connsiteX18" fmla="*/ 37602 w 39388"/>
                <a:gd name="connsiteY18" fmla="*/ 24971 h 63155"/>
                <a:gd name="connsiteX19" fmla="*/ 32409 w 39388"/>
                <a:gd name="connsiteY19" fmla="*/ 33032 h 63155"/>
                <a:gd name="connsiteX20" fmla="*/ 25802 w 39388"/>
                <a:gd name="connsiteY20" fmla="*/ 40013 h 63155"/>
                <a:gd name="connsiteX21" fmla="*/ 10096 w 39388"/>
                <a:gd name="connsiteY21" fmla="*/ 56093 h 63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9388" h="63155">
                  <a:moveTo>
                    <a:pt x="10096" y="56093"/>
                  </a:moveTo>
                  <a:lnTo>
                    <a:pt x="39389" y="56093"/>
                  </a:lnTo>
                  <a:lnTo>
                    <a:pt x="39389" y="63156"/>
                  </a:lnTo>
                  <a:lnTo>
                    <a:pt x="0" y="63156"/>
                  </a:lnTo>
                  <a:lnTo>
                    <a:pt x="0" y="56093"/>
                  </a:lnTo>
                  <a:cubicBezTo>
                    <a:pt x="3185" y="52796"/>
                    <a:pt x="7520" y="48378"/>
                    <a:pt x="13005" y="42838"/>
                  </a:cubicBezTo>
                  <a:cubicBezTo>
                    <a:pt x="18517" y="37270"/>
                    <a:pt x="21980" y="33684"/>
                    <a:pt x="23392" y="32076"/>
                  </a:cubicBezTo>
                  <a:cubicBezTo>
                    <a:pt x="26079" y="29058"/>
                    <a:pt x="27949" y="26509"/>
                    <a:pt x="29001" y="24432"/>
                  </a:cubicBezTo>
                  <a:cubicBezTo>
                    <a:pt x="30081" y="22326"/>
                    <a:pt x="30622" y="20262"/>
                    <a:pt x="30622" y="18241"/>
                  </a:cubicBezTo>
                  <a:cubicBezTo>
                    <a:pt x="30622" y="14944"/>
                    <a:pt x="29459" y="12257"/>
                    <a:pt x="27132" y="10180"/>
                  </a:cubicBezTo>
                  <a:cubicBezTo>
                    <a:pt x="24833" y="8103"/>
                    <a:pt x="21828" y="7064"/>
                    <a:pt x="18116" y="7064"/>
                  </a:cubicBezTo>
                  <a:cubicBezTo>
                    <a:pt x="15484" y="7064"/>
                    <a:pt x="12700" y="7521"/>
                    <a:pt x="9764" y="8435"/>
                  </a:cubicBezTo>
                  <a:cubicBezTo>
                    <a:pt x="6856" y="9349"/>
                    <a:pt x="3740" y="10735"/>
                    <a:pt x="415" y="12590"/>
                  </a:cubicBezTo>
                  <a:lnTo>
                    <a:pt x="415" y="4114"/>
                  </a:lnTo>
                  <a:cubicBezTo>
                    <a:pt x="3795" y="2757"/>
                    <a:pt x="6952" y="1731"/>
                    <a:pt x="9889" y="1039"/>
                  </a:cubicBezTo>
                  <a:cubicBezTo>
                    <a:pt x="12825" y="347"/>
                    <a:pt x="15512" y="0"/>
                    <a:pt x="17949" y="0"/>
                  </a:cubicBezTo>
                  <a:cubicBezTo>
                    <a:pt x="24376" y="0"/>
                    <a:pt x="29500" y="1607"/>
                    <a:pt x="33323" y="4821"/>
                  </a:cubicBezTo>
                  <a:cubicBezTo>
                    <a:pt x="37145" y="8034"/>
                    <a:pt x="39056" y="12327"/>
                    <a:pt x="39056" y="17700"/>
                  </a:cubicBezTo>
                  <a:cubicBezTo>
                    <a:pt x="39056" y="20249"/>
                    <a:pt x="38571" y="22673"/>
                    <a:pt x="37602" y="24971"/>
                  </a:cubicBezTo>
                  <a:cubicBezTo>
                    <a:pt x="36660" y="27243"/>
                    <a:pt x="34929" y="29930"/>
                    <a:pt x="32409" y="33032"/>
                  </a:cubicBezTo>
                  <a:cubicBezTo>
                    <a:pt x="31716" y="33835"/>
                    <a:pt x="29514" y="36163"/>
                    <a:pt x="25802" y="40013"/>
                  </a:cubicBezTo>
                  <a:cubicBezTo>
                    <a:pt x="22090" y="43836"/>
                    <a:pt x="16854" y="49195"/>
                    <a:pt x="10096" y="5609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CAFA634E-65D1-9C29-2466-506BAB5EA5F7}"/>
                </a:ext>
              </a:extLst>
            </p:cNvPr>
            <p:cNvSpPr/>
            <p:nvPr/>
          </p:nvSpPr>
          <p:spPr>
            <a:xfrm>
              <a:off x="2710661" y="1428266"/>
              <a:ext cx="42879" cy="64360"/>
            </a:xfrm>
            <a:custGeom>
              <a:avLst/>
              <a:gdLst>
                <a:gd name="connsiteX0" fmla="*/ 21440 w 42879"/>
                <a:gd name="connsiteY0" fmla="*/ 6647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5 h 64360"/>
                <a:gd name="connsiteX4" fmla="*/ 21440 w 42879"/>
                <a:gd name="connsiteY4" fmla="*/ 57712 h 64360"/>
                <a:gd name="connsiteX5" fmla="*/ 31205 w 42879"/>
                <a:gd name="connsiteY5" fmla="*/ 51355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7 h 64360"/>
                <a:gd name="connsiteX9" fmla="*/ 21440 w 42879"/>
                <a:gd name="connsiteY9" fmla="*/ 0 h 64360"/>
                <a:gd name="connsiteX10" fmla="*/ 37354 w 42879"/>
                <a:gd name="connsiteY10" fmla="*/ 8268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5 w 42879"/>
                <a:gd name="connsiteY14" fmla="*/ 56134 h 64360"/>
                <a:gd name="connsiteX15" fmla="*/ 0 w 42879"/>
                <a:gd name="connsiteY15" fmla="*/ 32202 h 64360"/>
                <a:gd name="connsiteX16" fmla="*/ 5485 w 42879"/>
                <a:gd name="connsiteY16" fmla="*/ 8268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7"/>
                  </a:moveTo>
                  <a:cubicBezTo>
                    <a:pt x="17119" y="6647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89"/>
                    <a:pt x="11675" y="51355"/>
                  </a:cubicBezTo>
                  <a:cubicBezTo>
                    <a:pt x="13864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5" y="51355"/>
                  </a:cubicBezTo>
                  <a:cubicBezTo>
                    <a:pt x="33392" y="47089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7"/>
                    <a:pt x="21440" y="6647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8" y="13752"/>
                    <a:pt x="42880" y="21730"/>
                    <a:pt x="42880" y="32202"/>
                  </a:cubicBezTo>
                  <a:cubicBezTo>
                    <a:pt x="42880" y="42644"/>
                    <a:pt x="41038" y="50621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5" y="56134"/>
                  </a:cubicBezTo>
                  <a:cubicBezTo>
                    <a:pt x="1829" y="50621"/>
                    <a:pt x="0" y="42644"/>
                    <a:pt x="0" y="32202"/>
                  </a:cubicBezTo>
                  <a:cubicBezTo>
                    <a:pt x="0" y="21730"/>
                    <a:pt x="1829" y="13752"/>
                    <a:pt x="5485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03774A10-B523-3B24-C65B-BCD60E7B836A}"/>
                </a:ext>
              </a:extLst>
            </p:cNvPr>
            <p:cNvSpPr/>
            <p:nvPr/>
          </p:nvSpPr>
          <p:spPr>
            <a:xfrm>
              <a:off x="2768290" y="1480868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1A1F271E-A61F-9EF7-CDDA-305599798E00}"/>
                </a:ext>
              </a:extLst>
            </p:cNvPr>
            <p:cNvSpPr/>
            <p:nvPr/>
          </p:nvSpPr>
          <p:spPr>
            <a:xfrm>
              <a:off x="2792722" y="1428266"/>
              <a:ext cx="40842" cy="64360"/>
            </a:xfrm>
            <a:custGeom>
              <a:avLst/>
              <a:gdLst>
                <a:gd name="connsiteX0" fmla="*/ 28045 w 40842"/>
                <a:gd name="connsiteY0" fmla="*/ 29708 h 64360"/>
                <a:gd name="connsiteX1" fmla="*/ 37436 w 40842"/>
                <a:gd name="connsiteY1" fmla="*/ 35068 h 64360"/>
                <a:gd name="connsiteX2" fmla="*/ 40843 w 40842"/>
                <a:gd name="connsiteY2" fmla="*/ 45123 h 64360"/>
                <a:gd name="connsiteX3" fmla="*/ 34528 w 40842"/>
                <a:gd name="connsiteY3" fmla="*/ 59333 h 64360"/>
                <a:gd name="connsiteX4" fmla="*/ 16578 w 40842"/>
                <a:gd name="connsiteY4" fmla="*/ 64361 h 64360"/>
                <a:gd name="connsiteX5" fmla="*/ 8517 w 40842"/>
                <a:gd name="connsiteY5" fmla="*/ 63571 h 64360"/>
                <a:gd name="connsiteX6" fmla="*/ 0 w 40842"/>
                <a:gd name="connsiteY6" fmla="*/ 61286 h 64360"/>
                <a:gd name="connsiteX7" fmla="*/ 0 w 40842"/>
                <a:gd name="connsiteY7" fmla="*/ 53184 h 64360"/>
                <a:gd name="connsiteX8" fmla="*/ 7644 w 40842"/>
                <a:gd name="connsiteY8" fmla="*/ 56258 h 64360"/>
                <a:gd name="connsiteX9" fmla="*/ 16329 w 40842"/>
                <a:gd name="connsiteY9" fmla="*/ 57297 h 64360"/>
                <a:gd name="connsiteX10" fmla="*/ 28337 w 40842"/>
                <a:gd name="connsiteY10" fmla="*/ 54181 h 64360"/>
                <a:gd name="connsiteX11" fmla="*/ 32492 w 40842"/>
                <a:gd name="connsiteY11" fmla="*/ 45123 h 64360"/>
                <a:gd name="connsiteX12" fmla="*/ 28627 w 40842"/>
                <a:gd name="connsiteY12" fmla="*/ 36564 h 64360"/>
                <a:gd name="connsiteX13" fmla="*/ 17950 w 40842"/>
                <a:gd name="connsiteY13" fmla="*/ 33448 h 64360"/>
                <a:gd name="connsiteX14" fmla="*/ 10719 w 40842"/>
                <a:gd name="connsiteY14" fmla="*/ 33448 h 64360"/>
                <a:gd name="connsiteX15" fmla="*/ 10719 w 40842"/>
                <a:gd name="connsiteY15" fmla="*/ 26550 h 64360"/>
                <a:gd name="connsiteX16" fmla="*/ 18282 w 40842"/>
                <a:gd name="connsiteY16" fmla="*/ 26550 h 64360"/>
                <a:gd name="connsiteX17" fmla="*/ 27755 w 40842"/>
                <a:gd name="connsiteY17" fmla="*/ 24099 h 64360"/>
                <a:gd name="connsiteX18" fmla="*/ 31037 w 40842"/>
                <a:gd name="connsiteY18" fmla="*/ 16953 h 64360"/>
                <a:gd name="connsiteX19" fmla="*/ 27630 w 40842"/>
                <a:gd name="connsiteY19" fmla="*/ 9639 h 64360"/>
                <a:gd name="connsiteX20" fmla="*/ 17950 w 40842"/>
                <a:gd name="connsiteY20" fmla="*/ 7064 h 64360"/>
                <a:gd name="connsiteX21" fmla="*/ 10553 w 40842"/>
                <a:gd name="connsiteY21" fmla="*/ 7812 h 64360"/>
                <a:gd name="connsiteX22" fmla="*/ 1870 w 40842"/>
                <a:gd name="connsiteY22" fmla="*/ 10138 h 64360"/>
                <a:gd name="connsiteX23" fmla="*/ 1870 w 40842"/>
                <a:gd name="connsiteY23" fmla="*/ 2660 h 64360"/>
                <a:gd name="connsiteX24" fmla="*/ 10803 w 40842"/>
                <a:gd name="connsiteY24" fmla="*/ 665 h 64360"/>
                <a:gd name="connsiteX25" fmla="*/ 18697 w 40842"/>
                <a:gd name="connsiteY25" fmla="*/ 0 h 64360"/>
                <a:gd name="connsiteX26" fmla="*/ 33821 w 40842"/>
                <a:gd name="connsiteY26" fmla="*/ 4362 h 64360"/>
                <a:gd name="connsiteX27" fmla="*/ 39389 w 40842"/>
                <a:gd name="connsiteY27" fmla="*/ 16080 h 64360"/>
                <a:gd name="connsiteX28" fmla="*/ 36439 w 40842"/>
                <a:gd name="connsiteY28" fmla="*/ 24805 h 64360"/>
                <a:gd name="connsiteX29" fmla="*/ 28045 w 40842"/>
                <a:gd name="connsiteY29" fmla="*/ 29708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0842" h="64360">
                  <a:moveTo>
                    <a:pt x="28045" y="29708"/>
                  </a:moveTo>
                  <a:cubicBezTo>
                    <a:pt x="32062" y="30567"/>
                    <a:pt x="35192" y="32353"/>
                    <a:pt x="37436" y="35068"/>
                  </a:cubicBezTo>
                  <a:cubicBezTo>
                    <a:pt x="39708" y="37783"/>
                    <a:pt x="40843" y="41134"/>
                    <a:pt x="40843" y="45123"/>
                  </a:cubicBezTo>
                  <a:cubicBezTo>
                    <a:pt x="40843" y="51244"/>
                    <a:pt x="38738" y="55981"/>
                    <a:pt x="34528" y="59333"/>
                  </a:cubicBezTo>
                  <a:cubicBezTo>
                    <a:pt x="30317" y="62685"/>
                    <a:pt x="24333" y="64361"/>
                    <a:pt x="16578" y="64361"/>
                  </a:cubicBezTo>
                  <a:cubicBezTo>
                    <a:pt x="13974" y="64361"/>
                    <a:pt x="11288" y="64097"/>
                    <a:pt x="8517" y="63571"/>
                  </a:cubicBezTo>
                  <a:cubicBezTo>
                    <a:pt x="5776" y="63073"/>
                    <a:pt x="2937" y="62311"/>
                    <a:pt x="0" y="61286"/>
                  </a:cubicBezTo>
                  <a:lnTo>
                    <a:pt x="0" y="53184"/>
                  </a:lnTo>
                  <a:cubicBezTo>
                    <a:pt x="2327" y="54541"/>
                    <a:pt x="4875" y="55566"/>
                    <a:pt x="7644" y="56258"/>
                  </a:cubicBezTo>
                  <a:cubicBezTo>
                    <a:pt x="10415" y="56950"/>
                    <a:pt x="13309" y="57297"/>
                    <a:pt x="16329" y="57297"/>
                  </a:cubicBezTo>
                  <a:cubicBezTo>
                    <a:pt x="21592" y="57297"/>
                    <a:pt x="25595" y="56258"/>
                    <a:pt x="28337" y="54181"/>
                  </a:cubicBezTo>
                  <a:cubicBezTo>
                    <a:pt x="31107" y="52104"/>
                    <a:pt x="32492" y="49084"/>
                    <a:pt x="32492" y="45123"/>
                  </a:cubicBezTo>
                  <a:cubicBezTo>
                    <a:pt x="32492" y="41467"/>
                    <a:pt x="31204" y="38614"/>
                    <a:pt x="28627" y="36564"/>
                  </a:cubicBezTo>
                  <a:cubicBezTo>
                    <a:pt x="26079" y="34487"/>
                    <a:pt x="22520" y="33448"/>
                    <a:pt x="17950" y="33448"/>
                  </a:cubicBezTo>
                  <a:lnTo>
                    <a:pt x="10719" y="33448"/>
                  </a:lnTo>
                  <a:lnTo>
                    <a:pt x="10719" y="26550"/>
                  </a:lnTo>
                  <a:lnTo>
                    <a:pt x="18282" y="26550"/>
                  </a:lnTo>
                  <a:cubicBezTo>
                    <a:pt x="22409" y="26550"/>
                    <a:pt x="25567" y="25733"/>
                    <a:pt x="27755" y="24099"/>
                  </a:cubicBezTo>
                  <a:cubicBezTo>
                    <a:pt x="29943" y="22437"/>
                    <a:pt x="31037" y="20055"/>
                    <a:pt x="31037" y="16953"/>
                  </a:cubicBezTo>
                  <a:cubicBezTo>
                    <a:pt x="31037" y="13767"/>
                    <a:pt x="29902" y="11329"/>
                    <a:pt x="27630" y="9639"/>
                  </a:cubicBezTo>
                  <a:cubicBezTo>
                    <a:pt x="25387" y="7922"/>
                    <a:pt x="22160" y="7064"/>
                    <a:pt x="17950" y="7064"/>
                  </a:cubicBezTo>
                  <a:cubicBezTo>
                    <a:pt x="15650" y="7064"/>
                    <a:pt x="13184" y="7313"/>
                    <a:pt x="10553" y="7812"/>
                  </a:cubicBezTo>
                  <a:cubicBezTo>
                    <a:pt x="7922" y="8310"/>
                    <a:pt x="5028" y="9086"/>
                    <a:pt x="1870" y="10138"/>
                  </a:cubicBezTo>
                  <a:lnTo>
                    <a:pt x="1870" y="2660"/>
                  </a:lnTo>
                  <a:cubicBezTo>
                    <a:pt x="5055" y="1772"/>
                    <a:pt x="8032" y="1108"/>
                    <a:pt x="10803" y="665"/>
                  </a:cubicBezTo>
                  <a:cubicBezTo>
                    <a:pt x="13601" y="222"/>
                    <a:pt x="16233" y="0"/>
                    <a:pt x="18697" y="0"/>
                  </a:cubicBezTo>
                  <a:cubicBezTo>
                    <a:pt x="25068" y="0"/>
                    <a:pt x="30109" y="1454"/>
                    <a:pt x="33821" y="4362"/>
                  </a:cubicBezTo>
                  <a:cubicBezTo>
                    <a:pt x="37533" y="7243"/>
                    <a:pt x="39389" y="11149"/>
                    <a:pt x="39389" y="16080"/>
                  </a:cubicBezTo>
                  <a:cubicBezTo>
                    <a:pt x="39389" y="19515"/>
                    <a:pt x="38405" y="22423"/>
                    <a:pt x="36439" y="24805"/>
                  </a:cubicBezTo>
                  <a:cubicBezTo>
                    <a:pt x="34472" y="27159"/>
                    <a:pt x="31674" y="28794"/>
                    <a:pt x="28045" y="29708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BE1C6DF0-4AF6-7E7A-BE1F-E558291719F5}"/>
                </a:ext>
              </a:extLst>
            </p:cNvPr>
            <p:cNvSpPr/>
            <p:nvPr/>
          </p:nvSpPr>
          <p:spPr>
            <a:xfrm>
              <a:off x="2610920" y="2097709"/>
              <a:ext cx="62558" cy="51411"/>
            </a:xfrm>
            <a:custGeom>
              <a:avLst/>
              <a:gdLst>
                <a:gd name="connsiteX0" fmla="*/ 15712 w 62558"/>
                <a:gd name="connsiteY0" fmla="*/ 0 h 51411"/>
                <a:gd name="connsiteX1" fmla="*/ 29502 w 62558"/>
                <a:gd name="connsiteY1" fmla="*/ 3556 h 51411"/>
                <a:gd name="connsiteX2" fmla="*/ 40457 w 62558"/>
                <a:gd name="connsiteY2" fmla="*/ 12588 h 51411"/>
                <a:gd name="connsiteX3" fmla="*/ 44589 w 62558"/>
                <a:gd name="connsiteY3" fmla="*/ 23735 h 51411"/>
                <a:gd name="connsiteX4" fmla="*/ 42763 w 62558"/>
                <a:gd name="connsiteY4" fmla="*/ 29357 h 51411"/>
                <a:gd name="connsiteX5" fmla="*/ 38247 w 62558"/>
                <a:gd name="connsiteY5" fmla="*/ 32769 h 51411"/>
                <a:gd name="connsiteX6" fmla="*/ 49346 w 62558"/>
                <a:gd name="connsiteY6" fmla="*/ 35652 h 51411"/>
                <a:gd name="connsiteX7" fmla="*/ 57946 w 62558"/>
                <a:gd name="connsiteY7" fmla="*/ 37622 h 51411"/>
                <a:gd name="connsiteX8" fmla="*/ 58571 w 62558"/>
                <a:gd name="connsiteY8" fmla="*/ 37526 h 51411"/>
                <a:gd name="connsiteX9" fmla="*/ 59003 w 62558"/>
                <a:gd name="connsiteY9" fmla="*/ 36998 h 51411"/>
                <a:gd name="connsiteX10" fmla="*/ 59388 w 62558"/>
                <a:gd name="connsiteY10" fmla="*/ 35507 h 51411"/>
                <a:gd name="connsiteX11" fmla="*/ 59532 w 62558"/>
                <a:gd name="connsiteY11" fmla="*/ 32673 h 51411"/>
                <a:gd name="connsiteX12" fmla="*/ 59532 w 62558"/>
                <a:gd name="connsiteY12" fmla="*/ 31424 h 51411"/>
                <a:gd name="connsiteX13" fmla="*/ 59820 w 62558"/>
                <a:gd name="connsiteY13" fmla="*/ 30703 h 51411"/>
                <a:gd name="connsiteX14" fmla="*/ 60589 w 62558"/>
                <a:gd name="connsiteY14" fmla="*/ 30318 h 51411"/>
                <a:gd name="connsiteX15" fmla="*/ 62559 w 62558"/>
                <a:gd name="connsiteY15" fmla="*/ 32096 h 51411"/>
                <a:gd name="connsiteX16" fmla="*/ 62415 w 62558"/>
                <a:gd name="connsiteY16" fmla="*/ 36949 h 51411"/>
                <a:gd name="connsiteX17" fmla="*/ 62270 w 62558"/>
                <a:gd name="connsiteY17" fmla="*/ 41850 h 51411"/>
                <a:gd name="connsiteX18" fmla="*/ 62415 w 62558"/>
                <a:gd name="connsiteY18" fmla="*/ 46030 h 51411"/>
                <a:gd name="connsiteX19" fmla="*/ 62559 w 62558"/>
                <a:gd name="connsiteY19" fmla="*/ 50114 h 51411"/>
                <a:gd name="connsiteX20" fmla="*/ 61406 w 62558"/>
                <a:gd name="connsiteY20" fmla="*/ 51412 h 51411"/>
                <a:gd name="connsiteX21" fmla="*/ 60301 w 62558"/>
                <a:gd name="connsiteY21" fmla="*/ 51220 h 51411"/>
                <a:gd name="connsiteX22" fmla="*/ 59724 w 62558"/>
                <a:gd name="connsiteY22" fmla="*/ 50691 h 51411"/>
                <a:gd name="connsiteX23" fmla="*/ 59532 w 62558"/>
                <a:gd name="connsiteY23" fmla="*/ 49971 h 51411"/>
                <a:gd name="connsiteX24" fmla="*/ 59532 w 62558"/>
                <a:gd name="connsiteY24" fmla="*/ 49106 h 51411"/>
                <a:gd name="connsiteX25" fmla="*/ 59148 w 62558"/>
                <a:gd name="connsiteY25" fmla="*/ 45934 h 51411"/>
                <a:gd name="connsiteX26" fmla="*/ 58090 w 62558"/>
                <a:gd name="connsiteY26" fmla="*/ 44637 h 51411"/>
                <a:gd name="connsiteX27" fmla="*/ 55496 w 62558"/>
                <a:gd name="connsiteY27" fmla="*/ 43821 h 51411"/>
                <a:gd name="connsiteX28" fmla="*/ 11676 w 62558"/>
                <a:gd name="connsiteY28" fmla="*/ 32769 h 51411"/>
                <a:gd name="connsiteX29" fmla="*/ 6679 w 62558"/>
                <a:gd name="connsiteY29" fmla="*/ 32096 h 51411"/>
                <a:gd name="connsiteX30" fmla="*/ 3123 w 62558"/>
                <a:gd name="connsiteY30" fmla="*/ 32913 h 51411"/>
                <a:gd name="connsiteX31" fmla="*/ 2162 w 62558"/>
                <a:gd name="connsiteY31" fmla="*/ 35171 h 51411"/>
                <a:gd name="connsiteX32" fmla="*/ 5141 w 62558"/>
                <a:gd name="connsiteY32" fmla="*/ 39303 h 51411"/>
                <a:gd name="connsiteX33" fmla="*/ 13886 w 62558"/>
                <a:gd name="connsiteY33" fmla="*/ 42330 h 51411"/>
                <a:gd name="connsiteX34" fmla="*/ 15808 w 62558"/>
                <a:gd name="connsiteY34" fmla="*/ 43051 h 51411"/>
                <a:gd name="connsiteX35" fmla="*/ 16144 w 62558"/>
                <a:gd name="connsiteY35" fmla="*/ 44012 h 51411"/>
                <a:gd name="connsiteX36" fmla="*/ 15135 w 62558"/>
                <a:gd name="connsiteY36" fmla="*/ 45213 h 51411"/>
                <a:gd name="connsiteX37" fmla="*/ 13357 w 62558"/>
                <a:gd name="connsiteY37" fmla="*/ 44829 h 51411"/>
                <a:gd name="connsiteX38" fmla="*/ 9466 w 62558"/>
                <a:gd name="connsiteY38" fmla="*/ 43724 h 51411"/>
                <a:gd name="connsiteX39" fmla="*/ 5622 w 62558"/>
                <a:gd name="connsiteY39" fmla="*/ 42138 h 51411"/>
                <a:gd name="connsiteX40" fmla="*/ 3940 w 62558"/>
                <a:gd name="connsiteY40" fmla="*/ 41226 h 51411"/>
                <a:gd name="connsiteX41" fmla="*/ 2210 w 62558"/>
                <a:gd name="connsiteY41" fmla="*/ 39928 h 51411"/>
                <a:gd name="connsiteX42" fmla="*/ 577 w 62558"/>
                <a:gd name="connsiteY42" fmla="*/ 37718 h 51411"/>
                <a:gd name="connsiteX43" fmla="*/ 0 w 62558"/>
                <a:gd name="connsiteY43" fmla="*/ 34836 h 51411"/>
                <a:gd name="connsiteX44" fmla="*/ 1826 w 62558"/>
                <a:gd name="connsiteY44" fmla="*/ 29214 h 51411"/>
                <a:gd name="connsiteX45" fmla="*/ 7351 w 62558"/>
                <a:gd name="connsiteY45" fmla="*/ 25994 h 51411"/>
                <a:gd name="connsiteX46" fmla="*/ 2066 w 62558"/>
                <a:gd name="connsiteY46" fmla="*/ 19892 h 51411"/>
                <a:gd name="connsiteX47" fmla="*/ 0 w 62558"/>
                <a:gd name="connsiteY47" fmla="*/ 13118 h 51411"/>
                <a:gd name="connsiteX48" fmla="*/ 4421 w 62558"/>
                <a:gd name="connsiteY48" fmla="*/ 3748 h 51411"/>
                <a:gd name="connsiteX49" fmla="*/ 15712 w 62558"/>
                <a:gd name="connsiteY49" fmla="*/ 0 h 51411"/>
                <a:gd name="connsiteX50" fmla="*/ 11388 w 62558"/>
                <a:gd name="connsiteY50" fmla="*/ 7111 h 51411"/>
                <a:gd name="connsiteX51" fmla="*/ 4613 w 62558"/>
                <a:gd name="connsiteY51" fmla="*/ 8793 h 51411"/>
                <a:gd name="connsiteX52" fmla="*/ 2162 w 62558"/>
                <a:gd name="connsiteY52" fmla="*/ 13406 h 51411"/>
                <a:gd name="connsiteX53" fmla="*/ 5910 w 62558"/>
                <a:gd name="connsiteY53" fmla="*/ 21382 h 51411"/>
                <a:gd name="connsiteX54" fmla="*/ 12781 w 62558"/>
                <a:gd name="connsiteY54" fmla="*/ 26475 h 51411"/>
                <a:gd name="connsiteX55" fmla="*/ 32048 w 62558"/>
                <a:gd name="connsiteY55" fmla="*/ 31328 h 51411"/>
                <a:gd name="connsiteX56" fmla="*/ 33634 w 62558"/>
                <a:gd name="connsiteY56" fmla="*/ 31616 h 51411"/>
                <a:gd name="connsiteX57" fmla="*/ 34787 w 62558"/>
                <a:gd name="connsiteY57" fmla="*/ 31471 h 51411"/>
                <a:gd name="connsiteX58" fmla="*/ 36949 w 62558"/>
                <a:gd name="connsiteY58" fmla="*/ 30751 h 51411"/>
                <a:gd name="connsiteX59" fmla="*/ 39496 w 62558"/>
                <a:gd name="connsiteY59" fmla="*/ 29405 h 51411"/>
                <a:gd name="connsiteX60" fmla="*/ 41514 w 62558"/>
                <a:gd name="connsiteY60" fmla="*/ 27147 h 51411"/>
                <a:gd name="connsiteX61" fmla="*/ 42379 w 62558"/>
                <a:gd name="connsiteY61" fmla="*/ 23832 h 51411"/>
                <a:gd name="connsiteX62" fmla="*/ 39784 w 62558"/>
                <a:gd name="connsiteY62" fmla="*/ 17730 h 51411"/>
                <a:gd name="connsiteX63" fmla="*/ 32289 w 62558"/>
                <a:gd name="connsiteY63" fmla="*/ 12108 h 51411"/>
                <a:gd name="connsiteX64" fmla="*/ 22295 w 62558"/>
                <a:gd name="connsiteY64" fmla="*/ 8889 h 51411"/>
                <a:gd name="connsiteX65" fmla="*/ 11388 w 62558"/>
                <a:gd name="connsiteY65" fmla="*/ 7111 h 5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62558" h="51411">
                  <a:moveTo>
                    <a:pt x="15712" y="0"/>
                  </a:moveTo>
                  <a:cubicBezTo>
                    <a:pt x="20389" y="0"/>
                    <a:pt x="24985" y="1186"/>
                    <a:pt x="29502" y="3556"/>
                  </a:cubicBezTo>
                  <a:cubicBezTo>
                    <a:pt x="34018" y="5894"/>
                    <a:pt x="37670" y="8905"/>
                    <a:pt x="40457" y="12588"/>
                  </a:cubicBezTo>
                  <a:cubicBezTo>
                    <a:pt x="43212" y="16273"/>
                    <a:pt x="44589" y="19989"/>
                    <a:pt x="44589" y="23735"/>
                  </a:cubicBezTo>
                  <a:cubicBezTo>
                    <a:pt x="44589" y="25979"/>
                    <a:pt x="43980" y="27853"/>
                    <a:pt x="42763" y="29357"/>
                  </a:cubicBezTo>
                  <a:cubicBezTo>
                    <a:pt x="41514" y="30831"/>
                    <a:pt x="40008" y="31968"/>
                    <a:pt x="38247" y="32769"/>
                  </a:cubicBezTo>
                  <a:cubicBezTo>
                    <a:pt x="40425" y="33377"/>
                    <a:pt x="44124" y="34338"/>
                    <a:pt x="49346" y="35652"/>
                  </a:cubicBezTo>
                  <a:cubicBezTo>
                    <a:pt x="54567" y="36966"/>
                    <a:pt x="57434" y="37622"/>
                    <a:pt x="57946" y="37622"/>
                  </a:cubicBezTo>
                  <a:cubicBezTo>
                    <a:pt x="58235" y="37622"/>
                    <a:pt x="58443" y="37590"/>
                    <a:pt x="58571" y="37526"/>
                  </a:cubicBezTo>
                  <a:cubicBezTo>
                    <a:pt x="58699" y="37461"/>
                    <a:pt x="58843" y="37286"/>
                    <a:pt x="59003" y="36998"/>
                  </a:cubicBezTo>
                  <a:cubicBezTo>
                    <a:pt x="59196" y="36709"/>
                    <a:pt x="59324" y="36212"/>
                    <a:pt x="59388" y="35507"/>
                  </a:cubicBezTo>
                  <a:cubicBezTo>
                    <a:pt x="59484" y="34803"/>
                    <a:pt x="59532" y="33858"/>
                    <a:pt x="59532" y="32673"/>
                  </a:cubicBezTo>
                  <a:cubicBezTo>
                    <a:pt x="59532" y="32064"/>
                    <a:pt x="59532" y="31648"/>
                    <a:pt x="59532" y="31424"/>
                  </a:cubicBezTo>
                  <a:cubicBezTo>
                    <a:pt x="59564" y="31168"/>
                    <a:pt x="59660" y="30928"/>
                    <a:pt x="59820" y="30703"/>
                  </a:cubicBezTo>
                  <a:cubicBezTo>
                    <a:pt x="59980" y="30447"/>
                    <a:pt x="60237" y="30318"/>
                    <a:pt x="60589" y="30318"/>
                  </a:cubicBezTo>
                  <a:cubicBezTo>
                    <a:pt x="61902" y="30318"/>
                    <a:pt x="62559" y="30911"/>
                    <a:pt x="62559" y="32096"/>
                  </a:cubicBezTo>
                  <a:cubicBezTo>
                    <a:pt x="62559" y="33153"/>
                    <a:pt x="62510" y="34771"/>
                    <a:pt x="62415" y="36949"/>
                  </a:cubicBezTo>
                  <a:cubicBezTo>
                    <a:pt x="62319" y="39127"/>
                    <a:pt x="62270" y="40761"/>
                    <a:pt x="62270" y="41850"/>
                  </a:cubicBezTo>
                  <a:cubicBezTo>
                    <a:pt x="62270" y="42778"/>
                    <a:pt x="62319" y="44172"/>
                    <a:pt x="62415" y="46030"/>
                  </a:cubicBezTo>
                  <a:cubicBezTo>
                    <a:pt x="62510" y="47887"/>
                    <a:pt x="62559" y="49249"/>
                    <a:pt x="62559" y="50114"/>
                  </a:cubicBezTo>
                  <a:cubicBezTo>
                    <a:pt x="62559" y="50979"/>
                    <a:pt x="62174" y="51412"/>
                    <a:pt x="61406" y="51412"/>
                  </a:cubicBezTo>
                  <a:cubicBezTo>
                    <a:pt x="60957" y="51412"/>
                    <a:pt x="60589" y="51348"/>
                    <a:pt x="60301" y="51220"/>
                  </a:cubicBezTo>
                  <a:cubicBezTo>
                    <a:pt x="60044" y="51123"/>
                    <a:pt x="59852" y="50947"/>
                    <a:pt x="59724" y="50691"/>
                  </a:cubicBezTo>
                  <a:cubicBezTo>
                    <a:pt x="59628" y="50435"/>
                    <a:pt x="59564" y="50195"/>
                    <a:pt x="59532" y="49971"/>
                  </a:cubicBezTo>
                  <a:cubicBezTo>
                    <a:pt x="59532" y="49779"/>
                    <a:pt x="59532" y="49491"/>
                    <a:pt x="59532" y="49106"/>
                  </a:cubicBezTo>
                  <a:cubicBezTo>
                    <a:pt x="59532" y="47632"/>
                    <a:pt x="59404" y="46576"/>
                    <a:pt x="59148" y="45934"/>
                  </a:cubicBezTo>
                  <a:cubicBezTo>
                    <a:pt x="58923" y="45293"/>
                    <a:pt x="58571" y="44862"/>
                    <a:pt x="58090" y="44637"/>
                  </a:cubicBezTo>
                  <a:cubicBezTo>
                    <a:pt x="57642" y="44381"/>
                    <a:pt x="56777" y="44109"/>
                    <a:pt x="55496" y="43821"/>
                  </a:cubicBezTo>
                  <a:lnTo>
                    <a:pt x="11676" y="32769"/>
                  </a:lnTo>
                  <a:cubicBezTo>
                    <a:pt x="9722" y="32320"/>
                    <a:pt x="8056" y="32096"/>
                    <a:pt x="6679" y="32096"/>
                  </a:cubicBezTo>
                  <a:cubicBezTo>
                    <a:pt x="4949" y="32096"/>
                    <a:pt x="3764" y="32369"/>
                    <a:pt x="3123" y="32913"/>
                  </a:cubicBezTo>
                  <a:cubicBezTo>
                    <a:pt x="2483" y="33458"/>
                    <a:pt x="2162" y="34210"/>
                    <a:pt x="2162" y="35171"/>
                  </a:cubicBezTo>
                  <a:cubicBezTo>
                    <a:pt x="2162" y="36837"/>
                    <a:pt x="3155" y="38214"/>
                    <a:pt x="5141" y="39303"/>
                  </a:cubicBezTo>
                  <a:cubicBezTo>
                    <a:pt x="7127" y="40393"/>
                    <a:pt x="10042" y="41402"/>
                    <a:pt x="13886" y="42330"/>
                  </a:cubicBezTo>
                  <a:cubicBezTo>
                    <a:pt x="14943" y="42618"/>
                    <a:pt x="15584" y="42859"/>
                    <a:pt x="15808" y="43051"/>
                  </a:cubicBezTo>
                  <a:cubicBezTo>
                    <a:pt x="16032" y="43211"/>
                    <a:pt x="16144" y="43531"/>
                    <a:pt x="16144" y="44012"/>
                  </a:cubicBezTo>
                  <a:cubicBezTo>
                    <a:pt x="16112" y="44813"/>
                    <a:pt x="15776" y="45213"/>
                    <a:pt x="15135" y="45213"/>
                  </a:cubicBezTo>
                  <a:cubicBezTo>
                    <a:pt x="14975" y="45213"/>
                    <a:pt x="14383" y="45085"/>
                    <a:pt x="13357" y="44829"/>
                  </a:cubicBezTo>
                  <a:cubicBezTo>
                    <a:pt x="12300" y="44573"/>
                    <a:pt x="11003" y="44205"/>
                    <a:pt x="9466" y="43724"/>
                  </a:cubicBezTo>
                  <a:cubicBezTo>
                    <a:pt x="7896" y="43211"/>
                    <a:pt x="6615" y="42683"/>
                    <a:pt x="5622" y="42138"/>
                  </a:cubicBezTo>
                  <a:cubicBezTo>
                    <a:pt x="4949" y="41818"/>
                    <a:pt x="4389" y="41514"/>
                    <a:pt x="3940" y="41226"/>
                  </a:cubicBezTo>
                  <a:cubicBezTo>
                    <a:pt x="3492" y="40937"/>
                    <a:pt x="2915" y="40504"/>
                    <a:pt x="2210" y="39928"/>
                  </a:cubicBezTo>
                  <a:cubicBezTo>
                    <a:pt x="1506" y="39320"/>
                    <a:pt x="961" y="38582"/>
                    <a:pt x="577" y="37718"/>
                  </a:cubicBezTo>
                  <a:cubicBezTo>
                    <a:pt x="192" y="36853"/>
                    <a:pt x="0" y="35892"/>
                    <a:pt x="0" y="34836"/>
                  </a:cubicBezTo>
                  <a:cubicBezTo>
                    <a:pt x="0" y="32785"/>
                    <a:pt x="609" y="30911"/>
                    <a:pt x="1826" y="29214"/>
                  </a:cubicBezTo>
                  <a:cubicBezTo>
                    <a:pt x="3043" y="27516"/>
                    <a:pt x="4885" y="26442"/>
                    <a:pt x="7351" y="25994"/>
                  </a:cubicBezTo>
                  <a:cubicBezTo>
                    <a:pt x="5205" y="24168"/>
                    <a:pt x="3444" y="22134"/>
                    <a:pt x="2066" y="19892"/>
                  </a:cubicBezTo>
                  <a:cubicBezTo>
                    <a:pt x="689" y="17650"/>
                    <a:pt x="0" y="15392"/>
                    <a:pt x="0" y="13118"/>
                  </a:cubicBezTo>
                  <a:cubicBezTo>
                    <a:pt x="0" y="9338"/>
                    <a:pt x="1474" y="6215"/>
                    <a:pt x="4421" y="3748"/>
                  </a:cubicBezTo>
                  <a:cubicBezTo>
                    <a:pt x="7335" y="1249"/>
                    <a:pt x="11099" y="0"/>
                    <a:pt x="15712" y="0"/>
                  </a:cubicBezTo>
                  <a:moveTo>
                    <a:pt x="11388" y="7111"/>
                  </a:moveTo>
                  <a:cubicBezTo>
                    <a:pt x="8473" y="7111"/>
                    <a:pt x="6214" y="7672"/>
                    <a:pt x="4613" y="8793"/>
                  </a:cubicBezTo>
                  <a:cubicBezTo>
                    <a:pt x="2979" y="9882"/>
                    <a:pt x="2162" y="11419"/>
                    <a:pt x="2162" y="13406"/>
                  </a:cubicBezTo>
                  <a:cubicBezTo>
                    <a:pt x="2162" y="15873"/>
                    <a:pt x="3412" y="18531"/>
                    <a:pt x="5910" y="21382"/>
                  </a:cubicBezTo>
                  <a:cubicBezTo>
                    <a:pt x="8280" y="24200"/>
                    <a:pt x="10571" y="25898"/>
                    <a:pt x="12781" y="26475"/>
                  </a:cubicBezTo>
                  <a:lnTo>
                    <a:pt x="32048" y="31328"/>
                  </a:lnTo>
                  <a:lnTo>
                    <a:pt x="33634" y="31616"/>
                  </a:lnTo>
                  <a:cubicBezTo>
                    <a:pt x="33826" y="31616"/>
                    <a:pt x="34210" y="31568"/>
                    <a:pt x="34787" y="31471"/>
                  </a:cubicBezTo>
                  <a:cubicBezTo>
                    <a:pt x="35332" y="31343"/>
                    <a:pt x="36052" y="31103"/>
                    <a:pt x="36949" y="30751"/>
                  </a:cubicBezTo>
                  <a:cubicBezTo>
                    <a:pt x="37846" y="30367"/>
                    <a:pt x="38695" y="29918"/>
                    <a:pt x="39496" y="29405"/>
                  </a:cubicBezTo>
                  <a:cubicBezTo>
                    <a:pt x="40264" y="28861"/>
                    <a:pt x="40937" y="28108"/>
                    <a:pt x="41514" y="27147"/>
                  </a:cubicBezTo>
                  <a:cubicBezTo>
                    <a:pt x="42090" y="26154"/>
                    <a:pt x="42379" y="25049"/>
                    <a:pt x="42379" y="23832"/>
                  </a:cubicBezTo>
                  <a:cubicBezTo>
                    <a:pt x="42379" y="21878"/>
                    <a:pt x="41514" y="19844"/>
                    <a:pt x="39784" y="17730"/>
                  </a:cubicBezTo>
                  <a:cubicBezTo>
                    <a:pt x="38054" y="15583"/>
                    <a:pt x="35556" y="13709"/>
                    <a:pt x="32289" y="12108"/>
                  </a:cubicBezTo>
                  <a:cubicBezTo>
                    <a:pt x="30174" y="11115"/>
                    <a:pt x="26843" y="10043"/>
                    <a:pt x="22295" y="8889"/>
                  </a:cubicBezTo>
                  <a:cubicBezTo>
                    <a:pt x="17714" y="7704"/>
                    <a:pt x="14078" y="7111"/>
                    <a:pt x="11388" y="7111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F03C930-961F-55D7-B990-D1787DA796F0}"/>
                </a:ext>
              </a:extLst>
            </p:cNvPr>
            <p:cNvSpPr/>
            <p:nvPr/>
          </p:nvSpPr>
          <p:spPr>
            <a:xfrm>
              <a:off x="2580602" y="2063893"/>
              <a:ext cx="98403" cy="22822"/>
            </a:xfrm>
            <a:custGeom>
              <a:avLst/>
              <a:gdLst>
                <a:gd name="connsiteX0" fmla="*/ 49202 w 98403"/>
                <a:gd name="connsiteY0" fmla="*/ 22823 h 22822"/>
                <a:gd name="connsiteX1" fmla="*/ 19171 w 98403"/>
                <a:gd name="connsiteY1" fmla="*/ 16624 h 22822"/>
                <a:gd name="connsiteX2" fmla="*/ 8841 w 98403"/>
                <a:gd name="connsiteY2" fmla="*/ 10281 h 22822"/>
                <a:gd name="connsiteX3" fmla="*/ 2066 w 98403"/>
                <a:gd name="connsiteY3" fmla="*/ 4131 h 22822"/>
                <a:gd name="connsiteX4" fmla="*/ 0 w 98403"/>
                <a:gd name="connsiteY4" fmla="*/ 1008 h 22822"/>
                <a:gd name="connsiteX5" fmla="*/ 961 w 98403"/>
                <a:gd name="connsiteY5" fmla="*/ 0 h 22822"/>
                <a:gd name="connsiteX6" fmla="*/ 2643 w 98403"/>
                <a:gd name="connsiteY6" fmla="*/ 1297 h 22822"/>
                <a:gd name="connsiteX7" fmla="*/ 49202 w 98403"/>
                <a:gd name="connsiteY7" fmla="*/ 17104 h 22822"/>
                <a:gd name="connsiteX8" fmla="*/ 95232 w 98403"/>
                <a:gd name="connsiteY8" fmla="*/ 1681 h 22822"/>
                <a:gd name="connsiteX9" fmla="*/ 97442 w 98403"/>
                <a:gd name="connsiteY9" fmla="*/ 0 h 22822"/>
                <a:gd name="connsiteX10" fmla="*/ 98403 w 98403"/>
                <a:gd name="connsiteY10" fmla="*/ 1008 h 22822"/>
                <a:gd name="connsiteX11" fmla="*/ 96433 w 98403"/>
                <a:gd name="connsiteY11" fmla="*/ 4036 h 22822"/>
                <a:gd name="connsiteX12" fmla="*/ 89947 w 98403"/>
                <a:gd name="connsiteY12" fmla="*/ 10042 h 22822"/>
                <a:gd name="connsiteX13" fmla="*/ 79904 w 98403"/>
                <a:gd name="connsiteY13" fmla="*/ 16336 h 22822"/>
                <a:gd name="connsiteX14" fmla="*/ 4920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49202" y="22823"/>
                  </a:moveTo>
                  <a:cubicBezTo>
                    <a:pt x="38118" y="22823"/>
                    <a:pt x="28108" y="20757"/>
                    <a:pt x="19171" y="16624"/>
                  </a:cubicBezTo>
                  <a:cubicBezTo>
                    <a:pt x="15424" y="14862"/>
                    <a:pt x="11980" y="12748"/>
                    <a:pt x="8841" y="10281"/>
                  </a:cubicBezTo>
                  <a:cubicBezTo>
                    <a:pt x="5702" y="7815"/>
                    <a:pt x="3444" y="5765"/>
                    <a:pt x="2066" y="4131"/>
                  </a:cubicBezTo>
                  <a:cubicBezTo>
                    <a:pt x="689" y="2498"/>
                    <a:pt x="0" y="1456"/>
                    <a:pt x="0" y="1008"/>
                  </a:cubicBezTo>
                  <a:cubicBezTo>
                    <a:pt x="0" y="367"/>
                    <a:pt x="320" y="32"/>
                    <a:pt x="961" y="0"/>
                  </a:cubicBezTo>
                  <a:cubicBezTo>
                    <a:pt x="1281" y="0"/>
                    <a:pt x="1842" y="432"/>
                    <a:pt x="2643" y="1297"/>
                  </a:cubicBezTo>
                  <a:cubicBezTo>
                    <a:pt x="13406" y="11867"/>
                    <a:pt x="28925" y="17136"/>
                    <a:pt x="49202" y="17104"/>
                  </a:cubicBezTo>
                  <a:cubicBezTo>
                    <a:pt x="69542" y="17104"/>
                    <a:pt x="84885" y="11964"/>
                    <a:pt x="95232" y="1681"/>
                  </a:cubicBezTo>
                  <a:cubicBezTo>
                    <a:pt x="96353" y="560"/>
                    <a:pt x="97090" y="0"/>
                    <a:pt x="97442" y="0"/>
                  </a:cubicBezTo>
                  <a:cubicBezTo>
                    <a:pt x="98083" y="0"/>
                    <a:pt x="98403" y="336"/>
                    <a:pt x="98403" y="1008"/>
                  </a:cubicBezTo>
                  <a:cubicBezTo>
                    <a:pt x="98403" y="1456"/>
                    <a:pt x="97747" y="2466"/>
                    <a:pt x="96433" y="4036"/>
                  </a:cubicBezTo>
                  <a:cubicBezTo>
                    <a:pt x="95119" y="5605"/>
                    <a:pt x="92957" y="7608"/>
                    <a:pt x="89947" y="10042"/>
                  </a:cubicBezTo>
                  <a:cubicBezTo>
                    <a:pt x="86935" y="12475"/>
                    <a:pt x="83588" y="14574"/>
                    <a:pt x="79904" y="16336"/>
                  </a:cubicBezTo>
                  <a:cubicBezTo>
                    <a:pt x="70967" y="20660"/>
                    <a:pt x="60733" y="22823"/>
                    <a:pt x="4920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41411DC8-36C5-7B33-41E4-35E6E77A918B}"/>
                </a:ext>
              </a:extLst>
            </p:cNvPr>
            <p:cNvSpPr/>
            <p:nvPr/>
          </p:nvSpPr>
          <p:spPr>
            <a:xfrm>
              <a:off x="2610920" y="2007406"/>
              <a:ext cx="44588" cy="49009"/>
            </a:xfrm>
            <a:custGeom>
              <a:avLst/>
              <a:gdLst>
                <a:gd name="connsiteX0" fmla="*/ 6487 w 44588"/>
                <a:gd name="connsiteY0" fmla="*/ 0 h 49009"/>
                <a:gd name="connsiteX1" fmla="*/ 10715 w 44588"/>
                <a:gd name="connsiteY1" fmla="*/ 1682 h 49009"/>
                <a:gd name="connsiteX2" fmla="*/ 12204 w 44588"/>
                <a:gd name="connsiteY2" fmla="*/ 5285 h 49009"/>
                <a:gd name="connsiteX3" fmla="*/ 11147 w 44588"/>
                <a:gd name="connsiteY3" fmla="*/ 8072 h 49009"/>
                <a:gd name="connsiteX4" fmla="*/ 8745 w 44588"/>
                <a:gd name="connsiteY4" fmla="*/ 9033 h 49009"/>
                <a:gd name="connsiteX5" fmla="*/ 5333 w 44588"/>
                <a:gd name="connsiteY5" fmla="*/ 7688 h 49009"/>
                <a:gd name="connsiteX6" fmla="*/ 3411 w 44588"/>
                <a:gd name="connsiteY6" fmla="*/ 4324 h 49009"/>
                <a:gd name="connsiteX7" fmla="*/ 2162 w 44588"/>
                <a:gd name="connsiteY7" fmla="*/ 9225 h 49009"/>
                <a:gd name="connsiteX8" fmla="*/ 3171 w 44588"/>
                <a:gd name="connsiteY8" fmla="*/ 12829 h 49009"/>
                <a:gd name="connsiteX9" fmla="*/ 5478 w 44588"/>
                <a:gd name="connsiteY9" fmla="*/ 15471 h 49009"/>
                <a:gd name="connsiteX10" fmla="*/ 8649 w 44588"/>
                <a:gd name="connsiteY10" fmla="*/ 17297 h 49009"/>
                <a:gd name="connsiteX11" fmla="*/ 11580 w 44588"/>
                <a:gd name="connsiteY11" fmla="*/ 18450 h 49009"/>
                <a:gd name="connsiteX12" fmla="*/ 13790 w 44588"/>
                <a:gd name="connsiteY12" fmla="*/ 18979 h 49009"/>
                <a:gd name="connsiteX13" fmla="*/ 27243 w 44588"/>
                <a:gd name="connsiteY13" fmla="*/ 22343 h 49009"/>
                <a:gd name="connsiteX14" fmla="*/ 35892 w 44588"/>
                <a:gd name="connsiteY14" fmla="*/ 23976 h 49009"/>
                <a:gd name="connsiteX15" fmla="*/ 40553 w 44588"/>
                <a:gd name="connsiteY15" fmla="*/ 22631 h 49009"/>
                <a:gd name="connsiteX16" fmla="*/ 42379 w 44588"/>
                <a:gd name="connsiteY16" fmla="*/ 18595 h 49009"/>
                <a:gd name="connsiteX17" fmla="*/ 42090 w 44588"/>
                <a:gd name="connsiteY17" fmla="*/ 16336 h 49009"/>
                <a:gd name="connsiteX18" fmla="*/ 40889 w 44588"/>
                <a:gd name="connsiteY18" fmla="*/ 13598 h 49009"/>
                <a:gd name="connsiteX19" fmla="*/ 38631 w 44588"/>
                <a:gd name="connsiteY19" fmla="*/ 10619 h 49009"/>
                <a:gd name="connsiteX20" fmla="*/ 34883 w 44588"/>
                <a:gd name="connsiteY20" fmla="*/ 7784 h 49009"/>
                <a:gd name="connsiteX21" fmla="*/ 29502 w 44588"/>
                <a:gd name="connsiteY21" fmla="*/ 5477 h 49009"/>
                <a:gd name="connsiteX22" fmla="*/ 28445 w 44588"/>
                <a:gd name="connsiteY22" fmla="*/ 4228 h 49009"/>
                <a:gd name="connsiteX23" fmla="*/ 29406 w 44588"/>
                <a:gd name="connsiteY23" fmla="*/ 3027 h 49009"/>
                <a:gd name="connsiteX24" fmla="*/ 31952 w 44588"/>
                <a:gd name="connsiteY24" fmla="*/ 3700 h 49009"/>
                <a:gd name="connsiteX25" fmla="*/ 35844 w 44588"/>
                <a:gd name="connsiteY25" fmla="*/ 5718 h 49009"/>
                <a:gd name="connsiteX26" fmla="*/ 39976 w 44588"/>
                <a:gd name="connsiteY26" fmla="*/ 8840 h 49009"/>
                <a:gd name="connsiteX27" fmla="*/ 43243 w 44588"/>
                <a:gd name="connsiteY27" fmla="*/ 13261 h 49009"/>
                <a:gd name="connsiteX28" fmla="*/ 44589 w 44588"/>
                <a:gd name="connsiteY28" fmla="*/ 18787 h 49009"/>
                <a:gd name="connsiteX29" fmla="*/ 42379 w 44588"/>
                <a:gd name="connsiteY29" fmla="*/ 25658 h 49009"/>
                <a:gd name="connsiteX30" fmla="*/ 37093 w 44588"/>
                <a:gd name="connsiteY30" fmla="*/ 29405 h 49009"/>
                <a:gd name="connsiteX31" fmla="*/ 38102 w 44588"/>
                <a:gd name="connsiteY31" fmla="*/ 29982 h 49009"/>
                <a:gd name="connsiteX32" fmla="*/ 39976 w 44588"/>
                <a:gd name="connsiteY32" fmla="*/ 31328 h 49009"/>
                <a:gd name="connsiteX33" fmla="*/ 42187 w 44588"/>
                <a:gd name="connsiteY33" fmla="*/ 33393 h 49009"/>
                <a:gd name="connsiteX34" fmla="*/ 43820 w 44588"/>
                <a:gd name="connsiteY34" fmla="*/ 36228 h 49009"/>
                <a:gd name="connsiteX35" fmla="*/ 44589 w 44588"/>
                <a:gd name="connsiteY35" fmla="*/ 39736 h 49009"/>
                <a:gd name="connsiteX36" fmla="*/ 43916 w 44588"/>
                <a:gd name="connsiteY36" fmla="*/ 44109 h 49009"/>
                <a:gd name="connsiteX37" fmla="*/ 41706 w 44588"/>
                <a:gd name="connsiteY37" fmla="*/ 47567 h 49009"/>
                <a:gd name="connsiteX38" fmla="*/ 38054 w 44588"/>
                <a:gd name="connsiteY38" fmla="*/ 49009 h 49009"/>
                <a:gd name="connsiteX39" fmla="*/ 34066 w 44588"/>
                <a:gd name="connsiteY39" fmla="*/ 47424 h 49009"/>
                <a:gd name="connsiteX40" fmla="*/ 32385 w 44588"/>
                <a:gd name="connsiteY40" fmla="*/ 43579 h 49009"/>
                <a:gd name="connsiteX41" fmla="*/ 33201 w 44588"/>
                <a:gd name="connsiteY41" fmla="*/ 41081 h 49009"/>
                <a:gd name="connsiteX42" fmla="*/ 35796 w 44588"/>
                <a:gd name="connsiteY42" fmla="*/ 39928 h 49009"/>
                <a:gd name="connsiteX43" fmla="*/ 39256 w 44588"/>
                <a:gd name="connsiteY43" fmla="*/ 41274 h 49009"/>
                <a:gd name="connsiteX44" fmla="*/ 41129 w 44588"/>
                <a:gd name="connsiteY44" fmla="*/ 44541 h 49009"/>
                <a:gd name="connsiteX45" fmla="*/ 42379 w 44588"/>
                <a:gd name="connsiteY45" fmla="*/ 39640 h 49009"/>
                <a:gd name="connsiteX46" fmla="*/ 39592 w 44588"/>
                <a:gd name="connsiteY46" fmla="*/ 33970 h 49009"/>
                <a:gd name="connsiteX47" fmla="*/ 32144 w 44588"/>
                <a:gd name="connsiteY47" fmla="*/ 30270 h 49009"/>
                <a:gd name="connsiteX48" fmla="*/ 15952 w 44588"/>
                <a:gd name="connsiteY48" fmla="*/ 26139 h 49009"/>
                <a:gd name="connsiteX49" fmla="*/ 8745 w 44588"/>
                <a:gd name="connsiteY49" fmla="*/ 24985 h 49009"/>
                <a:gd name="connsiteX50" fmla="*/ 5333 w 44588"/>
                <a:gd name="connsiteY50" fmla="*/ 25514 h 49009"/>
                <a:gd name="connsiteX51" fmla="*/ 3315 w 44588"/>
                <a:gd name="connsiteY51" fmla="*/ 26955 h 49009"/>
                <a:gd name="connsiteX52" fmla="*/ 2402 w 44588"/>
                <a:gd name="connsiteY52" fmla="*/ 28637 h 49009"/>
                <a:gd name="connsiteX53" fmla="*/ 2162 w 44588"/>
                <a:gd name="connsiteY53" fmla="*/ 30270 h 49009"/>
                <a:gd name="connsiteX54" fmla="*/ 2739 w 44588"/>
                <a:gd name="connsiteY54" fmla="*/ 33345 h 49009"/>
                <a:gd name="connsiteX55" fmla="*/ 4661 w 44588"/>
                <a:gd name="connsiteY55" fmla="*/ 36853 h 49009"/>
                <a:gd name="connsiteX56" fmla="*/ 8649 w 44588"/>
                <a:gd name="connsiteY56" fmla="*/ 40504 h 49009"/>
                <a:gd name="connsiteX57" fmla="*/ 15039 w 44588"/>
                <a:gd name="connsiteY57" fmla="*/ 43484 h 49009"/>
                <a:gd name="connsiteX58" fmla="*/ 16144 w 44588"/>
                <a:gd name="connsiteY58" fmla="*/ 44781 h 49009"/>
                <a:gd name="connsiteX59" fmla="*/ 15135 w 44588"/>
                <a:gd name="connsiteY59" fmla="*/ 45934 h 49009"/>
                <a:gd name="connsiteX60" fmla="*/ 12637 w 44588"/>
                <a:gd name="connsiteY60" fmla="*/ 45310 h 49009"/>
                <a:gd name="connsiteX61" fmla="*/ 8745 w 44588"/>
                <a:gd name="connsiteY61" fmla="*/ 43291 h 49009"/>
                <a:gd name="connsiteX62" fmla="*/ 4661 w 44588"/>
                <a:gd name="connsiteY62" fmla="*/ 40120 h 49009"/>
                <a:gd name="connsiteX63" fmla="*/ 1345 w 44588"/>
                <a:gd name="connsiteY63" fmla="*/ 35652 h 49009"/>
                <a:gd name="connsiteX64" fmla="*/ 0 w 44588"/>
                <a:gd name="connsiteY64" fmla="*/ 30078 h 49009"/>
                <a:gd name="connsiteX65" fmla="*/ 288 w 44588"/>
                <a:gd name="connsiteY65" fmla="*/ 27532 h 49009"/>
                <a:gd name="connsiteX66" fmla="*/ 1249 w 44588"/>
                <a:gd name="connsiteY66" fmla="*/ 24696 h 49009"/>
                <a:gd name="connsiteX67" fmla="*/ 3556 w 44588"/>
                <a:gd name="connsiteY67" fmla="*/ 21718 h 49009"/>
                <a:gd name="connsiteX68" fmla="*/ 7448 w 44588"/>
                <a:gd name="connsiteY68" fmla="*/ 19459 h 49009"/>
                <a:gd name="connsiteX69" fmla="*/ 5285 w 44588"/>
                <a:gd name="connsiteY69" fmla="*/ 18115 h 49009"/>
                <a:gd name="connsiteX70" fmla="*/ 2931 w 44588"/>
                <a:gd name="connsiteY70" fmla="*/ 16048 h 49009"/>
                <a:gd name="connsiteX71" fmla="*/ 817 w 44588"/>
                <a:gd name="connsiteY71" fmla="*/ 12973 h 49009"/>
                <a:gd name="connsiteX72" fmla="*/ 0 w 44588"/>
                <a:gd name="connsiteY72" fmla="*/ 9130 h 49009"/>
                <a:gd name="connsiteX73" fmla="*/ 529 w 44588"/>
                <a:gd name="connsiteY73" fmla="*/ 5237 h 49009"/>
                <a:gd name="connsiteX74" fmla="*/ 2595 w 44588"/>
                <a:gd name="connsiteY74" fmla="*/ 1682 h 49009"/>
                <a:gd name="connsiteX75" fmla="*/ 6487 w 44588"/>
                <a:gd name="connsiteY75" fmla="*/ 0 h 49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4588" h="49009">
                  <a:moveTo>
                    <a:pt x="6487" y="0"/>
                  </a:moveTo>
                  <a:cubicBezTo>
                    <a:pt x="8280" y="0"/>
                    <a:pt x="9690" y="561"/>
                    <a:pt x="10715" y="1682"/>
                  </a:cubicBezTo>
                  <a:cubicBezTo>
                    <a:pt x="11708" y="2803"/>
                    <a:pt x="12204" y="4004"/>
                    <a:pt x="12204" y="5285"/>
                  </a:cubicBezTo>
                  <a:cubicBezTo>
                    <a:pt x="12204" y="6503"/>
                    <a:pt x="11852" y="7431"/>
                    <a:pt x="11147" y="8072"/>
                  </a:cubicBezTo>
                  <a:cubicBezTo>
                    <a:pt x="10443" y="8713"/>
                    <a:pt x="9642" y="9033"/>
                    <a:pt x="8745" y="9033"/>
                  </a:cubicBezTo>
                  <a:cubicBezTo>
                    <a:pt x="7528" y="9033"/>
                    <a:pt x="6390" y="8585"/>
                    <a:pt x="5333" y="7688"/>
                  </a:cubicBezTo>
                  <a:cubicBezTo>
                    <a:pt x="4276" y="6791"/>
                    <a:pt x="3636" y="5670"/>
                    <a:pt x="3411" y="4324"/>
                  </a:cubicBezTo>
                  <a:cubicBezTo>
                    <a:pt x="2579" y="5638"/>
                    <a:pt x="2162" y="7271"/>
                    <a:pt x="2162" y="9225"/>
                  </a:cubicBezTo>
                  <a:cubicBezTo>
                    <a:pt x="2162" y="10506"/>
                    <a:pt x="2499" y="11708"/>
                    <a:pt x="3171" y="12829"/>
                  </a:cubicBezTo>
                  <a:cubicBezTo>
                    <a:pt x="3844" y="13918"/>
                    <a:pt x="4613" y="14799"/>
                    <a:pt x="5478" y="15471"/>
                  </a:cubicBezTo>
                  <a:cubicBezTo>
                    <a:pt x="6342" y="16113"/>
                    <a:pt x="7400" y="16721"/>
                    <a:pt x="8649" y="17297"/>
                  </a:cubicBezTo>
                  <a:cubicBezTo>
                    <a:pt x="9866" y="17842"/>
                    <a:pt x="10843" y="18226"/>
                    <a:pt x="11580" y="18450"/>
                  </a:cubicBezTo>
                  <a:cubicBezTo>
                    <a:pt x="12284" y="18642"/>
                    <a:pt x="13021" y="18818"/>
                    <a:pt x="13790" y="18979"/>
                  </a:cubicBezTo>
                  <a:lnTo>
                    <a:pt x="27243" y="22343"/>
                  </a:lnTo>
                  <a:cubicBezTo>
                    <a:pt x="31504" y="23432"/>
                    <a:pt x="34387" y="23976"/>
                    <a:pt x="35892" y="23976"/>
                  </a:cubicBezTo>
                  <a:cubicBezTo>
                    <a:pt x="37750" y="23976"/>
                    <a:pt x="39304" y="23528"/>
                    <a:pt x="40553" y="22631"/>
                  </a:cubicBezTo>
                  <a:cubicBezTo>
                    <a:pt x="41770" y="21733"/>
                    <a:pt x="42379" y="20389"/>
                    <a:pt x="42379" y="18595"/>
                  </a:cubicBezTo>
                  <a:cubicBezTo>
                    <a:pt x="42379" y="17890"/>
                    <a:pt x="42283" y="17137"/>
                    <a:pt x="42090" y="16336"/>
                  </a:cubicBezTo>
                  <a:cubicBezTo>
                    <a:pt x="41866" y="15535"/>
                    <a:pt x="41466" y="14622"/>
                    <a:pt x="40889" y="13598"/>
                  </a:cubicBezTo>
                  <a:cubicBezTo>
                    <a:pt x="40281" y="12540"/>
                    <a:pt x="39528" y="11547"/>
                    <a:pt x="38631" y="10619"/>
                  </a:cubicBezTo>
                  <a:cubicBezTo>
                    <a:pt x="37702" y="9658"/>
                    <a:pt x="36453" y="8712"/>
                    <a:pt x="34883" y="7784"/>
                  </a:cubicBezTo>
                  <a:cubicBezTo>
                    <a:pt x="33313" y="6855"/>
                    <a:pt x="31520" y="6085"/>
                    <a:pt x="29502" y="5477"/>
                  </a:cubicBezTo>
                  <a:cubicBezTo>
                    <a:pt x="28797" y="5285"/>
                    <a:pt x="28445" y="4869"/>
                    <a:pt x="28445" y="4228"/>
                  </a:cubicBezTo>
                  <a:cubicBezTo>
                    <a:pt x="28445" y="3427"/>
                    <a:pt x="28765" y="3027"/>
                    <a:pt x="29406" y="3027"/>
                  </a:cubicBezTo>
                  <a:cubicBezTo>
                    <a:pt x="29950" y="3027"/>
                    <a:pt x="30799" y="3251"/>
                    <a:pt x="31952" y="3700"/>
                  </a:cubicBezTo>
                  <a:cubicBezTo>
                    <a:pt x="33073" y="4116"/>
                    <a:pt x="34371" y="4789"/>
                    <a:pt x="35844" y="5718"/>
                  </a:cubicBezTo>
                  <a:cubicBezTo>
                    <a:pt x="37286" y="6615"/>
                    <a:pt x="38663" y="7656"/>
                    <a:pt x="39976" y="8840"/>
                  </a:cubicBezTo>
                  <a:cubicBezTo>
                    <a:pt x="41258" y="10026"/>
                    <a:pt x="42347" y="11500"/>
                    <a:pt x="43243" y="13261"/>
                  </a:cubicBezTo>
                  <a:cubicBezTo>
                    <a:pt x="44140" y="15023"/>
                    <a:pt x="44589" y="16865"/>
                    <a:pt x="44589" y="18787"/>
                  </a:cubicBezTo>
                  <a:cubicBezTo>
                    <a:pt x="44589" y="21541"/>
                    <a:pt x="43852" y="23832"/>
                    <a:pt x="42379" y="25658"/>
                  </a:cubicBezTo>
                  <a:cubicBezTo>
                    <a:pt x="40905" y="27483"/>
                    <a:pt x="39143" y="28733"/>
                    <a:pt x="37093" y="29405"/>
                  </a:cubicBezTo>
                  <a:cubicBezTo>
                    <a:pt x="37382" y="29565"/>
                    <a:pt x="37718" y="29757"/>
                    <a:pt x="38102" y="29982"/>
                  </a:cubicBezTo>
                  <a:cubicBezTo>
                    <a:pt x="38487" y="30207"/>
                    <a:pt x="39111" y="30655"/>
                    <a:pt x="39976" y="31328"/>
                  </a:cubicBezTo>
                  <a:cubicBezTo>
                    <a:pt x="40809" y="31969"/>
                    <a:pt x="41546" y="32657"/>
                    <a:pt x="42187" y="33393"/>
                  </a:cubicBezTo>
                  <a:cubicBezTo>
                    <a:pt x="42795" y="34131"/>
                    <a:pt x="43340" y="35075"/>
                    <a:pt x="43820" y="36228"/>
                  </a:cubicBezTo>
                  <a:cubicBezTo>
                    <a:pt x="44333" y="37349"/>
                    <a:pt x="44589" y="38519"/>
                    <a:pt x="44589" y="39736"/>
                  </a:cubicBezTo>
                  <a:cubicBezTo>
                    <a:pt x="44589" y="41274"/>
                    <a:pt x="44365" y="42731"/>
                    <a:pt x="43916" y="44109"/>
                  </a:cubicBezTo>
                  <a:cubicBezTo>
                    <a:pt x="43468" y="45453"/>
                    <a:pt x="42731" y="46606"/>
                    <a:pt x="41706" y="47567"/>
                  </a:cubicBezTo>
                  <a:cubicBezTo>
                    <a:pt x="40681" y="48528"/>
                    <a:pt x="39464" y="49009"/>
                    <a:pt x="38054" y="49009"/>
                  </a:cubicBezTo>
                  <a:cubicBezTo>
                    <a:pt x="36485" y="49009"/>
                    <a:pt x="35155" y="48481"/>
                    <a:pt x="34066" y="47424"/>
                  </a:cubicBezTo>
                  <a:cubicBezTo>
                    <a:pt x="32945" y="46334"/>
                    <a:pt x="32385" y="45053"/>
                    <a:pt x="32385" y="43579"/>
                  </a:cubicBezTo>
                  <a:cubicBezTo>
                    <a:pt x="32385" y="42651"/>
                    <a:pt x="32657" y="41818"/>
                    <a:pt x="33201" y="41081"/>
                  </a:cubicBezTo>
                  <a:cubicBezTo>
                    <a:pt x="33746" y="40313"/>
                    <a:pt x="34611" y="39928"/>
                    <a:pt x="35796" y="39928"/>
                  </a:cubicBezTo>
                  <a:cubicBezTo>
                    <a:pt x="37109" y="39928"/>
                    <a:pt x="38263" y="40376"/>
                    <a:pt x="39256" y="41274"/>
                  </a:cubicBezTo>
                  <a:cubicBezTo>
                    <a:pt x="40248" y="42170"/>
                    <a:pt x="40873" y="43259"/>
                    <a:pt x="41129" y="44541"/>
                  </a:cubicBezTo>
                  <a:cubicBezTo>
                    <a:pt x="41962" y="43228"/>
                    <a:pt x="42379" y="41594"/>
                    <a:pt x="42379" y="39640"/>
                  </a:cubicBezTo>
                  <a:cubicBezTo>
                    <a:pt x="42379" y="37526"/>
                    <a:pt x="41450" y="35636"/>
                    <a:pt x="39592" y="33970"/>
                  </a:cubicBezTo>
                  <a:cubicBezTo>
                    <a:pt x="37734" y="32304"/>
                    <a:pt x="35252" y="31071"/>
                    <a:pt x="32144" y="30270"/>
                  </a:cubicBezTo>
                  <a:cubicBezTo>
                    <a:pt x="24681" y="28284"/>
                    <a:pt x="19283" y="26907"/>
                    <a:pt x="15952" y="26139"/>
                  </a:cubicBezTo>
                  <a:cubicBezTo>
                    <a:pt x="12589" y="25369"/>
                    <a:pt x="10186" y="24985"/>
                    <a:pt x="8745" y="24985"/>
                  </a:cubicBezTo>
                  <a:cubicBezTo>
                    <a:pt x="7399" y="24985"/>
                    <a:pt x="6262" y="25161"/>
                    <a:pt x="5333" y="25514"/>
                  </a:cubicBezTo>
                  <a:cubicBezTo>
                    <a:pt x="4404" y="25866"/>
                    <a:pt x="3732" y="26347"/>
                    <a:pt x="3315" y="26955"/>
                  </a:cubicBezTo>
                  <a:cubicBezTo>
                    <a:pt x="2867" y="27532"/>
                    <a:pt x="2563" y="28093"/>
                    <a:pt x="2402" y="28637"/>
                  </a:cubicBezTo>
                  <a:cubicBezTo>
                    <a:pt x="2242" y="29149"/>
                    <a:pt x="2162" y="29694"/>
                    <a:pt x="2162" y="30270"/>
                  </a:cubicBezTo>
                  <a:cubicBezTo>
                    <a:pt x="2162" y="31231"/>
                    <a:pt x="2354" y="32257"/>
                    <a:pt x="2739" y="33345"/>
                  </a:cubicBezTo>
                  <a:cubicBezTo>
                    <a:pt x="3123" y="34403"/>
                    <a:pt x="3764" y="35572"/>
                    <a:pt x="4661" y="36853"/>
                  </a:cubicBezTo>
                  <a:cubicBezTo>
                    <a:pt x="5526" y="38102"/>
                    <a:pt x="6855" y="39320"/>
                    <a:pt x="8649" y="40504"/>
                  </a:cubicBezTo>
                  <a:cubicBezTo>
                    <a:pt x="10443" y="41689"/>
                    <a:pt x="12573" y="42683"/>
                    <a:pt x="15039" y="43484"/>
                  </a:cubicBezTo>
                  <a:cubicBezTo>
                    <a:pt x="15776" y="43644"/>
                    <a:pt x="16144" y="44076"/>
                    <a:pt x="16144" y="44781"/>
                  </a:cubicBezTo>
                  <a:cubicBezTo>
                    <a:pt x="16112" y="45550"/>
                    <a:pt x="15776" y="45934"/>
                    <a:pt x="15135" y="45934"/>
                  </a:cubicBezTo>
                  <a:cubicBezTo>
                    <a:pt x="14591" y="45934"/>
                    <a:pt x="13758" y="45726"/>
                    <a:pt x="12637" y="45310"/>
                  </a:cubicBezTo>
                  <a:cubicBezTo>
                    <a:pt x="11484" y="44862"/>
                    <a:pt x="10186" y="44189"/>
                    <a:pt x="8745" y="43291"/>
                  </a:cubicBezTo>
                  <a:cubicBezTo>
                    <a:pt x="7303" y="42363"/>
                    <a:pt x="5942" y="41306"/>
                    <a:pt x="4661" y="40120"/>
                  </a:cubicBezTo>
                  <a:cubicBezTo>
                    <a:pt x="3347" y="38902"/>
                    <a:pt x="2242" y="37413"/>
                    <a:pt x="1345" y="35652"/>
                  </a:cubicBezTo>
                  <a:cubicBezTo>
                    <a:pt x="448" y="33858"/>
                    <a:pt x="0" y="32000"/>
                    <a:pt x="0" y="30078"/>
                  </a:cubicBezTo>
                  <a:cubicBezTo>
                    <a:pt x="0" y="29214"/>
                    <a:pt x="96" y="28364"/>
                    <a:pt x="288" y="27532"/>
                  </a:cubicBezTo>
                  <a:cubicBezTo>
                    <a:pt x="448" y="26667"/>
                    <a:pt x="769" y="25721"/>
                    <a:pt x="1249" y="24696"/>
                  </a:cubicBezTo>
                  <a:cubicBezTo>
                    <a:pt x="1730" y="23639"/>
                    <a:pt x="2499" y="22646"/>
                    <a:pt x="3556" y="21718"/>
                  </a:cubicBezTo>
                  <a:cubicBezTo>
                    <a:pt x="4613" y="20789"/>
                    <a:pt x="5910" y="20036"/>
                    <a:pt x="7448" y="19459"/>
                  </a:cubicBezTo>
                  <a:cubicBezTo>
                    <a:pt x="6711" y="19075"/>
                    <a:pt x="5990" y="18626"/>
                    <a:pt x="5285" y="18115"/>
                  </a:cubicBezTo>
                  <a:cubicBezTo>
                    <a:pt x="4581" y="17570"/>
                    <a:pt x="3796" y="16881"/>
                    <a:pt x="2931" y="16048"/>
                  </a:cubicBezTo>
                  <a:cubicBezTo>
                    <a:pt x="2034" y="15183"/>
                    <a:pt x="1329" y="14158"/>
                    <a:pt x="817" y="12973"/>
                  </a:cubicBezTo>
                  <a:cubicBezTo>
                    <a:pt x="272" y="11755"/>
                    <a:pt x="0" y="10474"/>
                    <a:pt x="0" y="9130"/>
                  </a:cubicBezTo>
                  <a:cubicBezTo>
                    <a:pt x="0" y="7816"/>
                    <a:pt x="176" y="6518"/>
                    <a:pt x="529" y="5237"/>
                  </a:cubicBezTo>
                  <a:cubicBezTo>
                    <a:pt x="849" y="3956"/>
                    <a:pt x="1538" y="2770"/>
                    <a:pt x="2595" y="1682"/>
                  </a:cubicBezTo>
                  <a:cubicBezTo>
                    <a:pt x="3620" y="561"/>
                    <a:pt x="4917" y="0"/>
                    <a:pt x="648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F7E4A6B8-1270-49C3-85F7-BE1A6097247B}"/>
                </a:ext>
              </a:extLst>
            </p:cNvPr>
            <p:cNvSpPr/>
            <p:nvPr/>
          </p:nvSpPr>
          <p:spPr>
            <a:xfrm>
              <a:off x="2580602" y="1975112"/>
              <a:ext cx="98403" cy="22822"/>
            </a:xfrm>
            <a:custGeom>
              <a:avLst/>
              <a:gdLst>
                <a:gd name="connsiteX0" fmla="*/ 97442 w 98403"/>
                <a:gd name="connsiteY0" fmla="*/ 22823 h 22822"/>
                <a:gd name="connsiteX1" fmla="*/ 95760 w 98403"/>
                <a:gd name="connsiteY1" fmla="*/ 21573 h 22822"/>
                <a:gd name="connsiteX2" fmla="*/ 49202 w 98403"/>
                <a:gd name="connsiteY2" fmla="*/ 5717 h 22822"/>
                <a:gd name="connsiteX3" fmla="*/ 3267 w 98403"/>
                <a:gd name="connsiteY3" fmla="*/ 20949 h 22822"/>
                <a:gd name="connsiteX4" fmla="*/ 961 w 98403"/>
                <a:gd name="connsiteY4" fmla="*/ 22823 h 22822"/>
                <a:gd name="connsiteX5" fmla="*/ 0 w 98403"/>
                <a:gd name="connsiteY5" fmla="*/ 21862 h 22822"/>
                <a:gd name="connsiteX6" fmla="*/ 1970 w 98403"/>
                <a:gd name="connsiteY6" fmla="*/ 18835 h 22822"/>
                <a:gd name="connsiteX7" fmla="*/ 8457 w 98403"/>
                <a:gd name="connsiteY7" fmla="*/ 12828 h 22822"/>
                <a:gd name="connsiteX8" fmla="*/ 18499 w 98403"/>
                <a:gd name="connsiteY8" fmla="*/ 6486 h 22822"/>
                <a:gd name="connsiteX9" fmla="*/ 49202 w 98403"/>
                <a:gd name="connsiteY9" fmla="*/ 0 h 22822"/>
                <a:gd name="connsiteX10" fmla="*/ 79232 w 98403"/>
                <a:gd name="connsiteY10" fmla="*/ 6198 h 22822"/>
                <a:gd name="connsiteX11" fmla="*/ 89562 w 98403"/>
                <a:gd name="connsiteY11" fmla="*/ 12540 h 22822"/>
                <a:gd name="connsiteX12" fmla="*/ 96337 w 98403"/>
                <a:gd name="connsiteY12" fmla="*/ 18690 h 22822"/>
                <a:gd name="connsiteX13" fmla="*/ 98403 w 98403"/>
                <a:gd name="connsiteY13" fmla="*/ 21862 h 22822"/>
                <a:gd name="connsiteX14" fmla="*/ 9744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97442" y="22823"/>
                  </a:moveTo>
                  <a:cubicBezTo>
                    <a:pt x="97121" y="22823"/>
                    <a:pt x="96561" y="22406"/>
                    <a:pt x="95760" y="21573"/>
                  </a:cubicBezTo>
                  <a:cubicBezTo>
                    <a:pt x="84997" y="11003"/>
                    <a:pt x="69478" y="5717"/>
                    <a:pt x="49202" y="5717"/>
                  </a:cubicBezTo>
                  <a:cubicBezTo>
                    <a:pt x="28861" y="5717"/>
                    <a:pt x="13550" y="10794"/>
                    <a:pt x="3267" y="20949"/>
                  </a:cubicBezTo>
                  <a:cubicBezTo>
                    <a:pt x="2082" y="22198"/>
                    <a:pt x="1313" y="22823"/>
                    <a:pt x="961" y="22823"/>
                  </a:cubicBezTo>
                  <a:cubicBezTo>
                    <a:pt x="320" y="22823"/>
                    <a:pt x="0" y="22503"/>
                    <a:pt x="0" y="21862"/>
                  </a:cubicBezTo>
                  <a:cubicBezTo>
                    <a:pt x="0" y="21413"/>
                    <a:pt x="657" y="20404"/>
                    <a:pt x="1970" y="18835"/>
                  </a:cubicBezTo>
                  <a:cubicBezTo>
                    <a:pt x="3283" y="17234"/>
                    <a:pt x="5445" y="15232"/>
                    <a:pt x="8457" y="12828"/>
                  </a:cubicBezTo>
                  <a:cubicBezTo>
                    <a:pt x="11468" y="10394"/>
                    <a:pt x="14815" y="8280"/>
                    <a:pt x="18499" y="6486"/>
                  </a:cubicBezTo>
                  <a:cubicBezTo>
                    <a:pt x="27436" y="2162"/>
                    <a:pt x="37670" y="0"/>
                    <a:pt x="49202" y="0"/>
                  </a:cubicBezTo>
                  <a:cubicBezTo>
                    <a:pt x="60285" y="0"/>
                    <a:pt x="70295" y="2066"/>
                    <a:pt x="79232" y="6198"/>
                  </a:cubicBezTo>
                  <a:cubicBezTo>
                    <a:pt x="82979" y="7959"/>
                    <a:pt x="86423" y="10073"/>
                    <a:pt x="89562" y="12540"/>
                  </a:cubicBezTo>
                  <a:cubicBezTo>
                    <a:pt x="92702" y="15007"/>
                    <a:pt x="94959" y="17056"/>
                    <a:pt x="96337" y="18690"/>
                  </a:cubicBezTo>
                  <a:cubicBezTo>
                    <a:pt x="97714" y="20324"/>
                    <a:pt x="98403" y="21381"/>
                    <a:pt x="98403" y="21862"/>
                  </a:cubicBezTo>
                  <a:cubicBezTo>
                    <a:pt x="98403" y="22503"/>
                    <a:pt x="98083" y="22823"/>
                    <a:pt x="9744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31" name="Freeform 330">
            <a:extLst>
              <a:ext uri="{FF2B5EF4-FFF2-40B4-BE49-F238E27FC236}">
                <a16:creationId xmlns:a16="http://schemas.microsoft.com/office/drawing/2014/main" id="{7B5C7E47-FEFA-99F5-58BD-04D11444BE5B}"/>
              </a:ext>
            </a:extLst>
          </p:cNvPr>
          <p:cNvSpPr/>
          <p:nvPr/>
        </p:nvSpPr>
        <p:spPr>
          <a:xfrm>
            <a:off x="3362627" y="2787774"/>
            <a:ext cx="1375615" cy="675599"/>
          </a:xfrm>
          <a:custGeom>
            <a:avLst/>
            <a:gdLst>
              <a:gd name="connsiteX0" fmla="*/ 0 w 1993264"/>
              <a:gd name="connsiteY0" fmla="*/ 994394 h 994393"/>
              <a:gd name="connsiteX1" fmla="*/ 1996 w 1993264"/>
              <a:gd name="connsiteY1" fmla="*/ 994394 h 994393"/>
              <a:gd name="connsiteX2" fmla="*/ 3991 w 1993264"/>
              <a:gd name="connsiteY2" fmla="*/ 994394 h 994393"/>
              <a:gd name="connsiteX3" fmla="*/ 5986 w 1993264"/>
              <a:gd name="connsiteY3" fmla="*/ 994394 h 994393"/>
              <a:gd name="connsiteX4" fmla="*/ 7981 w 1993264"/>
              <a:gd name="connsiteY4" fmla="*/ 994394 h 994393"/>
              <a:gd name="connsiteX5" fmla="*/ 9977 w 1993264"/>
              <a:gd name="connsiteY5" fmla="*/ 994394 h 994393"/>
              <a:gd name="connsiteX6" fmla="*/ 11972 w 1993264"/>
              <a:gd name="connsiteY6" fmla="*/ 994394 h 994393"/>
              <a:gd name="connsiteX7" fmla="*/ 13967 w 1993264"/>
              <a:gd name="connsiteY7" fmla="*/ 994394 h 994393"/>
              <a:gd name="connsiteX8" fmla="*/ 15962 w 1993264"/>
              <a:gd name="connsiteY8" fmla="*/ 994394 h 994393"/>
              <a:gd name="connsiteX9" fmla="*/ 17958 w 1993264"/>
              <a:gd name="connsiteY9" fmla="*/ 994394 h 994393"/>
              <a:gd name="connsiteX10" fmla="*/ 19953 w 1993264"/>
              <a:gd name="connsiteY10" fmla="*/ 994394 h 994393"/>
              <a:gd name="connsiteX11" fmla="*/ 21948 w 1993264"/>
              <a:gd name="connsiteY11" fmla="*/ 994394 h 994393"/>
              <a:gd name="connsiteX12" fmla="*/ 23944 w 1993264"/>
              <a:gd name="connsiteY12" fmla="*/ 994394 h 994393"/>
              <a:gd name="connsiteX13" fmla="*/ 25939 w 1993264"/>
              <a:gd name="connsiteY13" fmla="*/ 994394 h 994393"/>
              <a:gd name="connsiteX14" fmla="*/ 27934 w 1993264"/>
              <a:gd name="connsiteY14" fmla="*/ 994394 h 994393"/>
              <a:gd name="connsiteX15" fmla="*/ 29929 w 1993264"/>
              <a:gd name="connsiteY15" fmla="*/ 994394 h 994393"/>
              <a:gd name="connsiteX16" fmla="*/ 31925 w 1993264"/>
              <a:gd name="connsiteY16" fmla="*/ 994394 h 994393"/>
              <a:gd name="connsiteX17" fmla="*/ 33920 w 1993264"/>
              <a:gd name="connsiteY17" fmla="*/ 994394 h 994393"/>
              <a:gd name="connsiteX18" fmla="*/ 35915 w 1993264"/>
              <a:gd name="connsiteY18" fmla="*/ 994394 h 994393"/>
              <a:gd name="connsiteX19" fmla="*/ 37911 w 1993264"/>
              <a:gd name="connsiteY19" fmla="*/ 994394 h 994393"/>
              <a:gd name="connsiteX20" fmla="*/ 39906 w 1993264"/>
              <a:gd name="connsiteY20" fmla="*/ 994394 h 994393"/>
              <a:gd name="connsiteX21" fmla="*/ 41900 w 1993264"/>
              <a:gd name="connsiteY21" fmla="*/ 994394 h 994393"/>
              <a:gd name="connsiteX22" fmla="*/ 43895 w 1993264"/>
              <a:gd name="connsiteY22" fmla="*/ 994394 h 994393"/>
              <a:gd name="connsiteX23" fmla="*/ 45891 w 1993264"/>
              <a:gd name="connsiteY23" fmla="*/ 994394 h 994393"/>
              <a:gd name="connsiteX24" fmla="*/ 47886 w 1993264"/>
              <a:gd name="connsiteY24" fmla="*/ 994394 h 994393"/>
              <a:gd name="connsiteX25" fmla="*/ 49881 w 1993264"/>
              <a:gd name="connsiteY25" fmla="*/ 994394 h 994393"/>
              <a:gd name="connsiteX26" fmla="*/ 51877 w 1993264"/>
              <a:gd name="connsiteY26" fmla="*/ 994394 h 994393"/>
              <a:gd name="connsiteX27" fmla="*/ 53872 w 1993264"/>
              <a:gd name="connsiteY27" fmla="*/ 994394 h 994393"/>
              <a:gd name="connsiteX28" fmla="*/ 55867 w 1993264"/>
              <a:gd name="connsiteY28" fmla="*/ 994394 h 994393"/>
              <a:gd name="connsiteX29" fmla="*/ 57862 w 1993264"/>
              <a:gd name="connsiteY29" fmla="*/ 994394 h 994393"/>
              <a:gd name="connsiteX30" fmla="*/ 59858 w 1993264"/>
              <a:gd name="connsiteY30" fmla="*/ 994394 h 994393"/>
              <a:gd name="connsiteX31" fmla="*/ 61853 w 1993264"/>
              <a:gd name="connsiteY31" fmla="*/ 994394 h 994393"/>
              <a:gd name="connsiteX32" fmla="*/ 63848 w 1993264"/>
              <a:gd name="connsiteY32" fmla="*/ 994394 h 994393"/>
              <a:gd name="connsiteX33" fmla="*/ 65843 w 1993264"/>
              <a:gd name="connsiteY33" fmla="*/ 994383 h 994393"/>
              <a:gd name="connsiteX34" fmla="*/ 67839 w 1993264"/>
              <a:gd name="connsiteY34" fmla="*/ 994383 h 994393"/>
              <a:gd name="connsiteX35" fmla="*/ 69834 w 1993264"/>
              <a:gd name="connsiteY35" fmla="*/ 994383 h 994393"/>
              <a:gd name="connsiteX36" fmla="*/ 71829 w 1993264"/>
              <a:gd name="connsiteY36" fmla="*/ 994383 h 994393"/>
              <a:gd name="connsiteX37" fmla="*/ 73825 w 1993264"/>
              <a:gd name="connsiteY37" fmla="*/ 994373 h 994393"/>
              <a:gd name="connsiteX38" fmla="*/ 75820 w 1993264"/>
              <a:gd name="connsiteY38" fmla="*/ 994373 h 994393"/>
              <a:gd name="connsiteX39" fmla="*/ 77815 w 1993264"/>
              <a:gd name="connsiteY39" fmla="*/ 994373 h 994393"/>
              <a:gd name="connsiteX40" fmla="*/ 79810 w 1993264"/>
              <a:gd name="connsiteY40" fmla="*/ 994363 h 994393"/>
              <a:gd name="connsiteX41" fmla="*/ 81806 w 1993264"/>
              <a:gd name="connsiteY41" fmla="*/ 994363 h 994393"/>
              <a:gd name="connsiteX42" fmla="*/ 83801 w 1993264"/>
              <a:gd name="connsiteY42" fmla="*/ 994353 h 994393"/>
              <a:gd name="connsiteX43" fmla="*/ 85796 w 1993264"/>
              <a:gd name="connsiteY43" fmla="*/ 994342 h 994393"/>
              <a:gd name="connsiteX44" fmla="*/ 87792 w 1993264"/>
              <a:gd name="connsiteY44" fmla="*/ 994342 h 994393"/>
              <a:gd name="connsiteX45" fmla="*/ 89787 w 1993264"/>
              <a:gd name="connsiteY45" fmla="*/ 994332 h 994393"/>
              <a:gd name="connsiteX46" fmla="*/ 91782 w 1993264"/>
              <a:gd name="connsiteY46" fmla="*/ 994312 h 994393"/>
              <a:gd name="connsiteX47" fmla="*/ 93777 w 1993264"/>
              <a:gd name="connsiteY47" fmla="*/ 994301 h 994393"/>
              <a:gd name="connsiteX48" fmla="*/ 95773 w 1993264"/>
              <a:gd name="connsiteY48" fmla="*/ 994291 h 994393"/>
              <a:gd name="connsiteX49" fmla="*/ 97768 w 1993264"/>
              <a:gd name="connsiteY49" fmla="*/ 994270 h 994393"/>
              <a:gd name="connsiteX50" fmla="*/ 99763 w 1993264"/>
              <a:gd name="connsiteY50" fmla="*/ 994250 h 994393"/>
              <a:gd name="connsiteX51" fmla="*/ 101759 w 1993264"/>
              <a:gd name="connsiteY51" fmla="*/ 994219 h 994393"/>
              <a:gd name="connsiteX52" fmla="*/ 103754 w 1993264"/>
              <a:gd name="connsiteY52" fmla="*/ 994199 h 994393"/>
              <a:gd name="connsiteX53" fmla="*/ 105749 w 1993264"/>
              <a:gd name="connsiteY53" fmla="*/ 994168 h 994393"/>
              <a:gd name="connsiteX54" fmla="*/ 107744 w 1993264"/>
              <a:gd name="connsiteY54" fmla="*/ 994127 h 994393"/>
              <a:gd name="connsiteX55" fmla="*/ 109740 w 1993264"/>
              <a:gd name="connsiteY55" fmla="*/ 994086 h 994393"/>
              <a:gd name="connsiteX56" fmla="*/ 111735 w 1993264"/>
              <a:gd name="connsiteY56" fmla="*/ 994035 h 994393"/>
              <a:gd name="connsiteX57" fmla="*/ 113730 w 1993264"/>
              <a:gd name="connsiteY57" fmla="*/ 993983 h 994393"/>
              <a:gd name="connsiteX58" fmla="*/ 115726 w 1993264"/>
              <a:gd name="connsiteY58" fmla="*/ 993922 h 994393"/>
              <a:gd name="connsiteX59" fmla="*/ 117720 w 1993264"/>
              <a:gd name="connsiteY59" fmla="*/ 993850 h 994393"/>
              <a:gd name="connsiteX60" fmla="*/ 119715 w 1993264"/>
              <a:gd name="connsiteY60" fmla="*/ 993768 h 994393"/>
              <a:gd name="connsiteX61" fmla="*/ 121710 w 1993264"/>
              <a:gd name="connsiteY61" fmla="*/ 993676 h 994393"/>
              <a:gd name="connsiteX62" fmla="*/ 123706 w 1993264"/>
              <a:gd name="connsiteY62" fmla="*/ 993573 h 994393"/>
              <a:gd name="connsiteX63" fmla="*/ 125701 w 1993264"/>
              <a:gd name="connsiteY63" fmla="*/ 993450 h 994393"/>
              <a:gd name="connsiteX64" fmla="*/ 127696 w 1993264"/>
              <a:gd name="connsiteY64" fmla="*/ 993317 h 994393"/>
              <a:gd name="connsiteX65" fmla="*/ 129691 w 1993264"/>
              <a:gd name="connsiteY65" fmla="*/ 993163 h 994393"/>
              <a:gd name="connsiteX66" fmla="*/ 131687 w 1993264"/>
              <a:gd name="connsiteY66" fmla="*/ 992988 h 994393"/>
              <a:gd name="connsiteX67" fmla="*/ 133682 w 1993264"/>
              <a:gd name="connsiteY67" fmla="*/ 992794 h 994393"/>
              <a:gd name="connsiteX68" fmla="*/ 135677 w 1993264"/>
              <a:gd name="connsiteY68" fmla="*/ 992578 h 994393"/>
              <a:gd name="connsiteX69" fmla="*/ 137673 w 1993264"/>
              <a:gd name="connsiteY69" fmla="*/ 992332 h 994393"/>
              <a:gd name="connsiteX70" fmla="*/ 139668 w 1993264"/>
              <a:gd name="connsiteY70" fmla="*/ 992055 h 994393"/>
              <a:gd name="connsiteX71" fmla="*/ 141663 w 1993264"/>
              <a:gd name="connsiteY71" fmla="*/ 991737 h 994393"/>
              <a:gd name="connsiteX72" fmla="*/ 143658 w 1993264"/>
              <a:gd name="connsiteY72" fmla="*/ 991388 h 994393"/>
              <a:gd name="connsiteX73" fmla="*/ 145654 w 1993264"/>
              <a:gd name="connsiteY73" fmla="*/ 990999 h 994393"/>
              <a:gd name="connsiteX74" fmla="*/ 147649 w 1993264"/>
              <a:gd name="connsiteY74" fmla="*/ 990568 h 994393"/>
              <a:gd name="connsiteX75" fmla="*/ 149644 w 1993264"/>
              <a:gd name="connsiteY75" fmla="*/ 990086 h 994393"/>
              <a:gd name="connsiteX76" fmla="*/ 151640 w 1993264"/>
              <a:gd name="connsiteY76" fmla="*/ 989542 h 994393"/>
              <a:gd name="connsiteX77" fmla="*/ 153635 w 1993264"/>
              <a:gd name="connsiteY77" fmla="*/ 988937 h 994393"/>
              <a:gd name="connsiteX78" fmla="*/ 155630 w 1993264"/>
              <a:gd name="connsiteY78" fmla="*/ 988270 h 994393"/>
              <a:gd name="connsiteX79" fmla="*/ 157625 w 1993264"/>
              <a:gd name="connsiteY79" fmla="*/ 987532 h 994393"/>
              <a:gd name="connsiteX80" fmla="*/ 159621 w 1993264"/>
              <a:gd name="connsiteY80" fmla="*/ 986711 h 994393"/>
              <a:gd name="connsiteX81" fmla="*/ 161616 w 1993264"/>
              <a:gd name="connsiteY81" fmla="*/ 985809 h 994393"/>
              <a:gd name="connsiteX82" fmla="*/ 163611 w 1993264"/>
              <a:gd name="connsiteY82" fmla="*/ 984803 h 994393"/>
              <a:gd name="connsiteX83" fmla="*/ 165607 w 1993264"/>
              <a:gd name="connsiteY83" fmla="*/ 983696 h 994393"/>
              <a:gd name="connsiteX84" fmla="*/ 167602 w 1993264"/>
              <a:gd name="connsiteY84" fmla="*/ 982485 h 994393"/>
              <a:gd name="connsiteX85" fmla="*/ 169597 w 1993264"/>
              <a:gd name="connsiteY85" fmla="*/ 981142 h 994393"/>
              <a:gd name="connsiteX86" fmla="*/ 171592 w 1993264"/>
              <a:gd name="connsiteY86" fmla="*/ 979675 h 994393"/>
              <a:gd name="connsiteX87" fmla="*/ 173588 w 1993264"/>
              <a:gd name="connsiteY87" fmla="*/ 978065 h 994393"/>
              <a:gd name="connsiteX88" fmla="*/ 175583 w 1993264"/>
              <a:gd name="connsiteY88" fmla="*/ 976300 h 994393"/>
              <a:gd name="connsiteX89" fmla="*/ 177578 w 1993264"/>
              <a:gd name="connsiteY89" fmla="*/ 974372 h 994393"/>
              <a:gd name="connsiteX90" fmla="*/ 179574 w 1993264"/>
              <a:gd name="connsiteY90" fmla="*/ 972269 h 994393"/>
              <a:gd name="connsiteX91" fmla="*/ 181569 w 1993264"/>
              <a:gd name="connsiteY91" fmla="*/ 969972 h 994393"/>
              <a:gd name="connsiteX92" fmla="*/ 183564 w 1993264"/>
              <a:gd name="connsiteY92" fmla="*/ 967479 h 994393"/>
              <a:gd name="connsiteX93" fmla="*/ 185559 w 1993264"/>
              <a:gd name="connsiteY93" fmla="*/ 964761 h 994393"/>
              <a:gd name="connsiteX94" fmla="*/ 187555 w 1993264"/>
              <a:gd name="connsiteY94" fmla="*/ 961818 h 994393"/>
              <a:gd name="connsiteX95" fmla="*/ 189550 w 1993264"/>
              <a:gd name="connsiteY95" fmla="*/ 958628 h 994393"/>
              <a:gd name="connsiteX96" fmla="*/ 191545 w 1993264"/>
              <a:gd name="connsiteY96" fmla="*/ 955171 h 994393"/>
              <a:gd name="connsiteX97" fmla="*/ 193540 w 1993264"/>
              <a:gd name="connsiteY97" fmla="*/ 951438 h 994393"/>
              <a:gd name="connsiteX98" fmla="*/ 195535 w 1993264"/>
              <a:gd name="connsiteY98" fmla="*/ 947417 h 994393"/>
              <a:gd name="connsiteX99" fmla="*/ 197530 w 1993264"/>
              <a:gd name="connsiteY99" fmla="*/ 943078 h 994393"/>
              <a:gd name="connsiteX100" fmla="*/ 199525 w 1993264"/>
              <a:gd name="connsiteY100" fmla="*/ 938411 h 994393"/>
              <a:gd name="connsiteX101" fmla="*/ 201521 w 1993264"/>
              <a:gd name="connsiteY101" fmla="*/ 933406 h 994393"/>
              <a:gd name="connsiteX102" fmla="*/ 203516 w 1993264"/>
              <a:gd name="connsiteY102" fmla="*/ 928031 h 994393"/>
              <a:gd name="connsiteX103" fmla="*/ 205511 w 1993264"/>
              <a:gd name="connsiteY103" fmla="*/ 922288 h 994393"/>
              <a:gd name="connsiteX104" fmla="*/ 207506 w 1993264"/>
              <a:gd name="connsiteY104" fmla="*/ 916133 h 994393"/>
              <a:gd name="connsiteX105" fmla="*/ 209502 w 1993264"/>
              <a:gd name="connsiteY105" fmla="*/ 909579 h 994393"/>
              <a:gd name="connsiteX106" fmla="*/ 211497 w 1993264"/>
              <a:gd name="connsiteY106" fmla="*/ 902584 h 994393"/>
              <a:gd name="connsiteX107" fmla="*/ 213492 w 1993264"/>
              <a:gd name="connsiteY107" fmla="*/ 895148 h 994393"/>
              <a:gd name="connsiteX108" fmla="*/ 215488 w 1993264"/>
              <a:gd name="connsiteY108" fmla="*/ 887240 h 994393"/>
              <a:gd name="connsiteX109" fmla="*/ 217483 w 1993264"/>
              <a:gd name="connsiteY109" fmla="*/ 878860 h 994393"/>
              <a:gd name="connsiteX110" fmla="*/ 219478 w 1993264"/>
              <a:gd name="connsiteY110" fmla="*/ 869988 h 994393"/>
              <a:gd name="connsiteX111" fmla="*/ 221473 w 1993264"/>
              <a:gd name="connsiteY111" fmla="*/ 860603 h 994393"/>
              <a:gd name="connsiteX112" fmla="*/ 223469 w 1993264"/>
              <a:gd name="connsiteY112" fmla="*/ 850694 h 994393"/>
              <a:gd name="connsiteX113" fmla="*/ 225464 w 1993264"/>
              <a:gd name="connsiteY113" fmla="*/ 840263 h 994393"/>
              <a:gd name="connsiteX114" fmla="*/ 227459 w 1993264"/>
              <a:gd name="connsiteY114" fmla="*/ 829278 h 994393"/>
              <a:gd name="connsiteX115" fmla="*/ 229455 w 1993264"/>
              <a:gd name="connsiteY115" fmla="*/ 817739 h 994393"/>
              <a:gd name="connsiteX116" fmla="*/ 231450 w 1993264"/>
              <a:gd name="connsiteY116" fmla="*/ 805646 h 994393"/>
              <a:gd name="connsiteX117" fmla="*/ 233445 w 1993264"/>
              <a:gd name="connsiteY117" fmla="*/ 792979 h 994393"/>
              <a:gd name="connsiteX118" fmla="*/ 235440 w 1993264"/>
              <a:gd name="connsiteY118" fmla="*/ 779748 h 994393"/>
              <a:gd name="connsiteX119" fmla="*/ 237436 w 1993264"/>
              <a:gd name="connsiteY119" fmla="*/ 765931 h 994393"/>
              <a:gd name="connsiteX120" fmla="*/ 239431 w 1993264"/>
              <a:gd name="connsiteY120" fmla="*/ 751551 h 994393"/>
              <a:gd name="connsiteX121" fmla="*/ 241426 w 1993264"/>
              <a:gd name="connsiteY121" fmla="*/ 736597 h 994393"/>
              <a:gd name="connsiteX122" fmla="*/ 243421 w 1993264"/>
              <a:gd name="connsiteY122" fmla="*/ 721078 h 994393"/>
              <a:gd name="connsiteX123" fmla="*/ 245417 w 1993264"/>
              <a:gd name="connsiteY123" fmla="*/ 705006 h 994393"/>
              <a:gd name="connsiteX124" fmla="*/ 247412 w 1993264"/>
              <a:gd name="connsiteY124" fmla="*/ 688379 h 994393"/>
              <a:gd name="connsiteX125" fmla="*/ 249407 w 1993264"/>
              <a:gd name="connsiteY125" fmla="*/ 671219 h 994393"/>
              <a:gd name="connsiteX126" fmla="*/ 251403 w 1993264"/>
              <a:gd name="connsiteY126" fmla="*/ 653536 h 994393"/>
              <a:gd name="connsiteX127" fmla="*/ 253398 w 1993264"/>
              <a:gd name="connsiteY127" fmla="*/ 635352 h 994393"/>
              <a:gd name="connsiteX128" fmla="*/ 255393 w 1993264"/>
              <a:gd name="connsiteY128" fmla="*/ 616688 h 994393"/>
              <a:gd name="connsiteX129" fmla="*/ 257388 w 1993264"/>
              <a:gd name="connsiteY129" fmla="*/ 597569 h 994393"/>
              <a:gd name="connsiteX130" fmla="*/ 259384 w 1993264"/>
              <a:gd name="connsiteY130" fmla="*/ 578021 h 994393"/>
              <a:gd name="connsiteX131" fmla="*/ 261379 w 1993264"/>
              <a:gd name="connsiteY131" fmla="*/ 558078 h 994393"/>
              <a:gd name="connsiteX132" fmla="*/ 263374 w 1993264"/>
              <a:gd name="connsiteY132" fmla="*/ 537770 h 994393"/>
              <a:gd name="connsiteX133" fmla="*/ 265370 w 1993264"/>
              <a:gd name="connsiteY133" fmla="*/ 517136 h 994393"/>
              <a:gd name="connsiteX134" fmla="*/ 267365 w 1993264"/>
              <a:gd name="connsiteY134" fmla="*/ 496216 h 994393"/>
              <a:gd name="connsiteX135" fmla="*/ 269360 w 1993264"/>
              <a:gd name="connsiteY135" fmla="*/ 475052 h 994393"/>
              <a:gd name="connsiteX136" fmla="*/ 271354 w 1993264"/>
              <a:gd name="connsiteY136" fmla="*/ 453690 h 994393"/>
              <a:gd name="connsiteX137" fmla="*/ 273351 w 1993264"/>
              <a:gd name="connsiteY137" fmla="*/ 432177 h 994393"/>
              <a:gd name="connsiteX138" fmla="*/ 275345 w 1993264"/>
              <a:gd name="connsiteY138" fmla="*/ 410566 h 994393"/>
              <a:gd name="connsiteX139" fmla="*/ 277340 w 1993264"/>
              <a:gd name="connsiteY139" fmla="*/ 388908 h 994393"/>
              <a:gd name="connsiteX140" fmla="*/ 279336 w 1993264"/>
              <a:gd name="connsiteY140" fmla="*/ 367258 h 994393"/>
              <a:gd name="connsiteX141" fmla="*/ 281331 w 1993264"/>
              <a:gd name="connsiteY141" fmla="*/ 345675 h 994393"/>
              <a:gd name="connsiteX142" fmla="*/ 283326 w 1993264"/>
              <a:gd name="connsiteY142" fmla="*/ 324216 h 994393"/>
              <a:gd name="connsiteX143" fmla="*/ 285321 w 1993264"/>
              <a:gd name="connsiteY143" fmla="*/ 302944 h 994393"/>
              <a:gd name="connsiteX144" fmla="*/ 287317 w 1993264"/>
              <a:gd name="connsiteY144" fmla="*/ 281917 h 994393"/>
              <a:gd name="connsiteX145" fmla="*/ 289312 w 1993264"/>
              <a:gd name="connsiteY145" fmla="*/ 261199 h 994393"/>
              <a:gd name="connsiteX146" fmla="*/ 291307 w 1993264"/>
              <a:gd name="connsiteY146" fmla="*/ 240853 h 994393"/>
              <a:gd name="connsiteX147" fmla="*/ 293303 w 1993264"/>
              <a:gd name="connsiteY147" fmla="*/ 220944 h 994393"/>
              <a:gd name="connsiteX148" fmla="*/ 295298 w 1993264"/>
              <a:gd name="connsiteY148" fmla="*/ 201533 h 994393"/>
              <a:gd name="connsiteX149" fmla="*/ 297293 w 1993264"/>
              <a:gd name="connsiteY149" fmla="*/ 182683 h 994393"/>
              <a:gd name="connsiteX150" fmla="*/ 299288 w 1993264"/>
              <a:gd name="connsiteY150" fmla="*/ 164458 h 994393"/>
              <a:gd name="connsiteX151" fmla="*/ 301284 w 1993264"/>
              <a:gd name="connsiteY151" fmla="*/ 146918 h 994393"/>
              <a:gd name="connsiteX152" fmla="*/ 303279 w 1993264"/>
              <a:gd name="connsiteY152" fmla="*/ 130121 h 994393"/>
              <a:gd name="connsiteX153" fmla="*/ 305274 w 1993264"/>
              <a:gd name="connsiteY153" fmla="*/ 114127 h 994393"/>
              <a:gd name="connsiteX154" fmla="*/ 307269 w 1993264"/>
              <a:gd name="connsiteY154" fmla="*/ 98991 h 994393"/>
              <a:gd name="connsiteX155" fmla="*/ 309265 w 1993264"/>
              <a:gd name="connsiteY155" fmla="*/ 84768 h 994393"/>
              <a:gd name="connsiteX156" fmla="*/ 311260 w 1993264"/>
              <a:gd name="connsiteY156" fmla="*/ 71506 h 994393"/>
              <a:gd name="connsiteX157" fmla="*/ 313255 w 1993264"/>
              <a:gd name="connsiteY157" fmla="*/ 59254 h 994393"/>
              <a:gd name="connsiteX158" fmla="*/ 315251 w 1993264"/>
              <a:gd name="connsiteY158" fmla="*/ 48056 h 994393"/>
              <a:gd name="connsiteX159" fmla="*/ 317246 w 1993264"/>
              <a:gd name="connsiteY159" fmla="*/ 37952 h 994393"/>
              <a:gd name="connsiteX160" fmla="*/ 319241 w 1993264"/>
              <a:gd name="connsiteY160" fmla="*/ 28979 h 994393"/>
              <a:gd name="connsiteX161" fmla="*/ 321236 w 1993264"/>
              <a:gd name="connsiteY161" fmla="*/ 21170 h 994393"/>
              <a:gd name="connsiteX162" fmla="*/ 323232 w 1993264"/>
              <a:gd name="connsiteY162" fmla="*/ 14553 h 994393"/>
              <a:gd name="connsiteX163" fmla="*/ 325227 w 1993264"/>
              <a:gd name="connsiteY163" fmla="*/ 9150 h 994393"/>
              <a:gd name="connsiteX164" fmla="*/ 327222 w 1993264"/>
              <a:gd name="connsiteY164" fmla="*/ 4982 h 994393"/>
              <a:gd name="connsiteX165" fmla="*/ 329218 w 1993264"/>
              <a:gd name="connsiteY165" fmla="*/ 2063 h 994393"/>
              <a:gd name="connsiteX166" fmla="*/ 331213 w 1993264"/>
              <a:gd name="connsiteY166" fmla="*/ 400 h 994393"/>
              <a:gd name="connsiteX167" fmla="*/ 333208 w 1993264"/>
              <a:gd name="connsiteY167" fmla="*/ 0 h 994393"/>
              <a:gd name="connsiteX168" fmla="*/ 335203 w 1993264"/>
              <a:gd name="connsiteY168" fmla="*/ 861 h 994393"/>
              <a:gd name="connsiteX169" fmla="*/ 337199 w 1993264"/>
              <a:gd name="connsiteY169" fmla="*/ 2976 h 994393"/>
              <a:gd name="connsiteX170" fmla="*/ 339194 w 1993264"/>
              <a:gd name="connsiteY170" fmla="*/ 6336 h 994393"/>
              <a:gd name="connsiteX171" fmla="*/ 341189 w 1993264"/>
              <a:gd name="connsiteY171" fmla="*/ 10925 h 994393"/>
              <a:gd name="connsiteX172" fmla="*/ 343185 w 1993264"/>
              <a:gd name="connsiteY172" fmla="*/ 16722 h 994393"/>
              <a:gd name="connsiteX173" fmla="*/ 345180 w 1993264"/>
              <a:gd name="connsiteY173" fmla="*/ 23703 h 994393"/>
              <a:gd name="connsiteX174" fmla="*/ 347175 w 1993264"/>
              <a:gd name="connsiteY174" fmla="*/ 31836 h 994393"/>
              <a:gd name="connsiteX175" fmla="*/ 349170 w 1993264"/>
              <a:gd name="connsiteY175" fmla="*/ 41089 h 994393"/>
              <a:gd name="connsiteX176" fmla="*/ 351165 w 1993264"/>
              <a:gd name="connsiteY176" fmla="*/ 51423 h 994393"/>
              <a:gd name="connsiteX177" fmla="*/ 353160 w 1993264"/>
              <a:gd name="connsiteY177" fmla="*/ 62796 h 994393"/>
              <a:gd name="connsiteX178" fmla="*/ 355155 w 1993264"/>
              <a:gd name="connsiteY178" fmla="*/ 75163 h 994393"/>
              <a:gd name="connsiteX179" fmla="*/ 357151 w 1993264"/>
              <a:gd name="connsiteY179" fmla="*/ 88473 h 994393"/>
              <a:gd name="connsiteX180" fmla="*/ 359146 w 1993264"/>
              <a:gd name="connsiteY180" fmla="*/ 102676 h 994393"/>
              <a:gd name="connsiteX181" fmla="*/ 361141 w 1993264"/>
              <a:gd name="connsiteY181" fmla="*/ 117714 h 994393"/>
              <a:gd name="connsiteX182" fmla="*/ 363136 w 1993264"/>
              <a:gd name="connsiteY182" fmla="*/ 133533 h 994393"/>
              <a:gd name="connsiteX183" fmla="*/ 365132 w 1993264"/>
              <a:gd name="connsiteY183" fmla="*/ 150073 h 994393"/>
              <a:gd name="connsiteX184" fmla="*/ 367127 w 1993264"/>
              <a:gd name="connsiteY184" fmla="*/ 167270 h 994393"/>
              <a:gd name="connsiteX185" fmla="*/ 369122 w 1993264"/>
              <a:gd name="connsiteY185" fmla="*/ 185064 h 994393"/>
              <a:gd name="connsiteX186" fmla="*/ 371117 w 1993264"/>
              <a:gd name="connsiteY186" fmla="*/ 203390 h 994393"/>
              <a:gd name="connsiteX187" fmla="*/ 373113 w 1993264"/>
              <a:gd name="connsiteY187" fmla="*/ 222184 h 994393"/>
              <a:gd name="connsiteX188" fmla="*/ 375108 w 1993264"/>
              <a:gd name="connsiteY188" fmla="*/ 241381 h 994393"/>
              <a:gd name="connsiteX189" fmla="*/ 377103 w 1993264"/>
              <a:gd name="connsiteY189" fmla="*/ 260916 h 994393"/>
              <a:gd name="connsiteX190" fmla="*/ 379099 w 1993264"/>
              <a:gd name="connsiteY190" fmla="*/ 280724 h 994393"/>
              <a:gd name="connsiteX191" fmla="*/ 381094 w 1993264"/>
              <a:gd name="connsiteY191" fmla="*/ 300740 h 994393"/>
              <a:gd name="connsiteX192" fmla="*/ 383089 w 1993264"/>
              <a:gd name="connsiteY192" fmla="*/ 320903 h 994393"/>
              <a:gd name="connsiteX193" fmla="*/ 385084 w 1993264"/>
              <a:gd name="connsiteY193" fmla="*/ 341150 h 994393"/>
              <a:gd name="connsiteX194" fmla="*/ 387080 w 1993264"/>
              <a:gd name="connsiteY194" fmla="*/ 361421 h 994393"/>
              <a:gd name="connsiteX195" fmla="*/ 389075 w 1993264"/>
              <a:gd name="connsiteY195" fmla="*/ 381657 h 994393"/>
              <a:gd name="connsiteX196" fmla="*/ 391070 w 1993264"/>
              <a:gd name="connsiteY196" fmla="*/ 401799 h 994393"/>
              <a:gd name="connsiteX197" fmla="*/ 393066 w 1993264"/>
              <a:gd name="connsiteY197" fmla="*/ 421795 h 994393"/>
              <a:gd name="connsiteX198" fmla="*/ 395061 w 1993264"/>
              <a:gd name="connsiteY198" fmla="*/ 441591 h 994393"/>
              <a:gd name="connsiteX199" fmla="*/ 397056 w 1993264"/>
              <a:gd name="connsiteY199" fmla="*/ 461139 h 994393"/>
              <a:gd name="connsiteX200" fmla="*/ 399051 w 1993264"/>
              <a:gd name="connsiteY200" fmla="*/ 480389 h 994393"/>
              <a:gd name="connsiteX201" fmla="*/ 401047 w 1993264"/>
              <a:gd name="connsiteY201" fmla="*/ 499299 h 994393"/>
              <a:gd name="connsiteX202" fmla="*/ 403042 w 1993264"/>
              <a:gd name="connsiteY202" fmla="*/ 517827 h 994393"/>
              <a:gd name="connsiteX203" fmla="*/ 405037 w 1993264"/>
              <a:gd name="connsiteY203" fmla="*/ 535933 h 994393"/>
              <a:gd name="connsiteX204" fmla="*/ 407033 w 1993264"/>
              <a:gd name="connsiteY204" fmla="*/ 553584 h 994393"/>
              <a:gd name="connsiteX205" fmla="*/ 409028 w 1993264"/>
              <a:gd name="connsiteY205" fmla="*/ 570745 h 994393"/>
              <a:gd name="connsiteX206" fmla="*/ 411023 w 1993264"/>
              <a:gd name="connsiteY206" fmla="*/ 587389 h 994393"/>
              <a:gd name="connsiteX207" fmla="*/ 413018 w 1993264"/>
              <a:gd name="connsiteY207" fmla="*/ 603488 h 994393"/>
              <a:gd name="connsiteX208" fmla="*/ 415014 w 1993264"/>
              <a:gd name="connsiteY208" fmla="*/ 619019 h 994393"/>
              <a:gd name="connsiteX209" fmla="*/ 417009 w 1993264"/>
              <a:gd name="connsiteY209" fmla="*/ 633963 h 994393"/>
              <a:gd name="connsiteX210" fmla="*/ 419004 w 1993264"/>
              <a:gd name="connsiteY210" fmla="*/ 648305 h 994393"/>
              <a:gd name="connsiteX211" fmla="*/ 420999 w 1993264"/>
              <a:gd name="connsiteY211" fmla="*/ 662019 h 994393"/>
              <a:gd name="connsiteX212" fmla="*/ 422995 w 1993264"/>
              <a:gd name="connsiteY212" fmla="*/ 675107 h 994393"/>
              <a:gd name="connsiteX213" fmla="*/ 424990 w 1993264"/>
              <a:gd name="connsiteY213" fmla="*/ 687559 h 994393"/>
              <a:gd name="connsiteX214" fmla="*/ 426984 w 1993264"/>
              <a:gd name="connsiteY214" fmla="*/ 699364 h 994393"/>
              <a:gd name="connsiteX215" fmla="*/ 428981 w 1993264"/>
              <a:gd name="connsiteY215" fmla="*/ 710514 h 994393"/>
              <a:gd name="connsiteX216" fmla="*/ 430975 w 1993264"/>
              <a:gd name="connsiteY216" fmla="*/ 721017 h 994393"/>
              <a:gd name="connsiteX217" fmla="*/ 432970 w 1993264"/>
              <a:gd name="connsiteY217" fmla="*/ 730863 h 994393"/>
              <a:gd name="connsiteX218" fmla="*/ 434965 w 1993264"/>
              <a:gd name="connsiteY218" fmla="*/ 740064 h 994393"/>
              <a:gd name="connsiteX219" fmla="*/ 436961 w 1993264"/>
              <a:gd name="connsiteY219" fmla="*/ 748628 h 994393"/>
              <a:gd name="connsiteX220" fmla="*/ 438956 w 1993264"/>
              <a:gd name="connsiteY220" fmla="*/ 756547 h 994393"/>
              <a:gd name="connsiteX221" fmla="*/ 440951 w 1993264"/>
              <a:gd name="connsiteY221" fmla="*/ 763839 h 994393"/>
              <a:gd name="connsiteX222" fmla="*/ 442947 w 1993264"/>
              <a:gd name="connsiteY222" fmla="*/ 770516 h 994393"/>
              <a:gd name="connsiteX223" fmla="*/ 444942 w 1993264"/>
              <a:gd name="connsiteY223" fmla="*/ 776578 h 994393"/>
              <a:gd name="connsiteX224" fmla="*/ 446937 w 1993264"/>
              <a:gd name="connsiteY224" fmla="*/ 782045 h 994393"/>
              <a:gd name="connsiteX225" fmla="*/ 448932 w 1993264"/>
              <a:gd name="connsiteY225" fmla="*/ 786927 h 994393"/>
              <a:gd name="connsiteX226" fmla="*/ 450928 w 1993264"/>
              <a:gd name="connsiteY226" fmla="*/ 791246 h 994393"/>
              <a:gd name="connsiteX227" fmla="*/ 452923 w 1993264"/>
              <a:gd name="connsiteY227" fmla="*/ 795000 h 994393"/>
              <a:gd name="connsiteX228" fmla="*/ 454918 w 1993264"/>
              <a:gd name="connsiteY228" fmla="*/ 798220 h 994393"/>
              <a:gd name="connsiteX229" fmla="*/ 456914 w 1993264"/>
              <a:gd name="connsiteY229" fmla="*/ 800908 h 994393"/>
              <a:gd name="connsiteX230" fmla="*/ 458909 w 1993264"/>
              <a:gd name="connsiteY230" fmla="*/ 803092 h 994393"/>
              <a:gd name="connsiteX231" fmla="*/ 460904 w 1993264"/>
              <a:gd name="connsiteY231" fmla="*/ 804795 h 994393"/>
              <a:gd name="connsiteX232" fmla="*/ 462899 w 1993264"/>
              <a:gd name="connsiteY232" fmla="*/ 806005 h 994393"/>
              <a:gd name="connsiteX233" fmla="*/ 464895 w 1993264"/>
              <a:gd name="connsiteY233" fmla="*/ 806764 h 994393"/>
              <a:gd name="connsiteX234" fmla="*/ 466890 w 1993264"/>
              <a:gd name="connsiteY234" fmla="*/ 807092 h 994393"/>
              <a:gd name="connsiteX235" fmla="*/ 468885 w 1993264"/>
              <a:gd name="connsiteY235" fmla="*/ 806980 h 994393"/>
              <a:gd name="connsiteX236" fmla="*/ 470881 w 1993264"/>
              <a:gd name="connsiteY236" fmla="*/ 806467 h 994393"/>
              <a:gd name="connsiteX237" fmla="*/ 472876 w 1993264"/>
              <a:gd name="connsiteY237" fmla="*/ 805564 h 994393"/>
              <a:gd name="connsiteX238" fmla="*/ 474871 w 1993264"/>
              <a:gd name="connsiteY238" fmla="*/ 804282 h 994393"/>
              <a:gd name="connsiteX239" fmla="*/ 476866 w 1993264"/>
              <a:gd name="connsiteY239" fmla="*/ 802641 h 994393"/>
              <a:gd name="connsiteX240" fmla="*/ 478862 w 1993264"/>
              <a:gd name="connsiteY240" fmla="*/ 800651 h 994393"/>
              <a:gd name="connsiteX241" fmla="*/ 480857 w 1993264"/>
              <a:gd name="connsiteY241" fmla="*/ 798343 h 994393"/>
              <a:gd name="connsiteX242" fmla="*/ 482852 w 1993264"/>
              <a:gd name="connsiteY242" fmla="*/ 795718 h 994393"/>
              <a:gd name="connsiteX243" fmla="*/ 484847 w 1993264"/>
              <a:gd name="connsiteY243" fmla="*/ 792784 h 994393"/>
              <a:gd name="connsiteX244" fmla="*/ 486843 w 1993264"/>
              <a:gd name="connsiteY244" fmla="*/ 789574 h 994393"/>
              <a:gd name="connsiteX245" fmla="*/ 488838 w 1993264"/>
              <a:gd name="connsiteY245" fmla="*/ 786076 h 994393"/>
              <a:gd name="connsiteX246" fmla="*/ 490833 w 1993264"/>
              <a:gd name="connsiteY246" fmla="*/ 782332 h 994393"/>
              <a:gd name="connsiteX247" fmla="*/ 492829 w 1993264"/>
              <a:gd name="connsiteY247" fmla="*/ 778342 h 994393"/>
              <a:gd name="connsiteX248" fmla="*/ 494824 w 1993264"/>
              <a:gd name="connsiteY248" fmla="*/ 774106 h 994393"/>
              <a:gd name="connsiteX249" fmla="*/ 496819 w 1993264"/>
              <a:gd name="connsiteY249" fmla="*/ 769655 h 994393"/>
              <a:gd name="connsiteX250" fmla="*/ 498814 w 1993264"/>
              <a:gd name="connsiteY250" fmla="*/ 764988 h 994393"/>
              <a:gd name="connsiteX251" fmla="*/ 500810 w 1993264"/>
              <a:gd name="connsiteY251" fmla="*/ 760116 h 994393"/>
              <a:gd name="connsiteX252" fmla="*/ 502805 w 1993264"/>
              <a:gd name="connsiteY252" fmla="*/ 755049 h 994393"/>
              <a:gd name="connsiteX253" fmla="*/ 504800 w 1993264"/>
              <a:gd name="connsiteY253" fmla="*/ 749808 h 994393"/>
              <a:gd name="connsiteX254" fmla="*/ 506795 w 1993264"/>
              <a:gd name="connsiteY254" fmla="*/ 744392 h 994393"/>
              <a:gd name="connsiteX255" fmla="*/ 508790 w 1993264"/>
              <a:gd name="connsiteY255" fmla="*/ 738812 h 994393"/>
              <a:gd name="connsiteX256" fmla="*/ 510785 w 1993264"/>
              <a:gd name="connsiteY256" fmla="*/ 733079 h 994393"/>
              <a:gd name="connsiteX257" fmla="*/ 512780 w 1993264"/>
              <a:gd name="connsiteY257" fmla="*/ 727191 h 994393"/>
              <a:gd name="connsiteX258" fmla="*/ 514776 w 1993264"/>
              <a:gd name="connsiteY258" fmla="*/ 721171 h 994393"/>
              <a:gd name="connsiteX259" fmla="*/ 516771 w 1993264"/>
              <a:gd name="connsiteY259" fmla="*/ 715016 h 994393"/>
              <a:gd name="connsiteX260" fmla="*/ 518766 w 1993264"/>
              <a:gd name="connsiteY260" fmla="*/ 708739 h 994393"/>
              <a:gd name="connsiteX261" fmla="*/ 520762 w 1993264"/>
              <a:gd name="connsiteY261" fmla="*/ 702349 h 994393"/>
              <a:gd name="connsiteX262" fmla="*/ 522757 w 1993264"/>
              <a:gd name="connsiteY262" fmla="*/ 695846 h 994393"/>
              <a:gd name="connsiteX263" fmla="*/ 524752 w 1993264"/>
              <a:gd name="connsiteY263" fmla="*/ 689241 h 994393"/>
              <a:gd name="connsiteX264" fmla="*/ 526747 w 1993264"/>
              <a:gd name="connsiteY264" fmla="*/ 682533 h 994393"/>
              <a:gd name="connsiteX265" fmla="*/ 528743 w 1993264"/>
              <a:gd name="connsiteY265" fmla="*/ 675743 h 994393"/>
              <a:gd name="connsiteX266" fmla="*/ 530738 w 1993264"/>
              <a:gd name="connsiteY266" fmla="*/ 668871 h 994393"/>
              <a:gd name="connsiteX267" fmla="*/ 532733 w 1993264"/>
              <a:gd name="connsiteY267" fmla="*/ 661916 h 994393"/>
              <a:gd name="connsiteX268" fmla="*/ 534729 w 1993264"/>
              <a:gd name="connsiteY268" fmla="*/ 654880 h 994393"/>
              <a:gd name="connsiteX269" fmla="*/ 536724 w 1993264"/>
              <a:gd name="connsiteY269" fmla="*/ 647793 h 994393"/>
              <a:gd name="connsiteX270" fmla="*/ 538719 w 1993264"/>
              <a:gd name="connsiteY270" fmla="*/ 640636 h 994393"/>
              <a:gd name="connsiteX271" fmla="*/ 540714 w 1993264"/>
              <a:gd name="connsiteY271" fmla="*/ 633427 h 994393"/>
              <a:gd name="connsiteX272" fmla="*/ 542710 w 1993264"/>
              <a:gd name="connsiteY272" fmla="*/ 626168 h 994393"/>
              <a:gd name="connsiteX273" fmla="*/ 544705 w 1993264"/>
              <a:gd name="connsiteY273" fmla="*/ 618864 h 994393"/>
              <a:gd name="connsiteX274" fmla="*/ 546700 w 1993264"/>
              <a:gd name="connsiteY274" fmla="*/ 611522 h 994393"/>
              <a:gd name="connsiteX275" fmla="*/ 548695 w 1993264"/>
              <a:gd name="connsiteY275" fmla="*/ 604146 h 994393"/>
              <a:gd name="connsiteX276" fmla="*/ 550691 w 1993264"/>
              <a:gd name="connsiteY276" fmla="*/ 596743 h 994393"/>
              <a:gd name="connsiteX277" fmla="*/ 552686 w 1993264"/>
              <a:gd name="connsiteY277" fmla="*/ 589317 h 994393"/>
              <a:gd name="connsiteX278" fmla="*/ 554681 w 1993264"/>
              <a:gd name="connsiteY278" fmla="*/ 581874 h 994393"/>
              <a:gd name="connsiteX279" fmla="*/ 556677 w 1993264"/>
              <a:gd name="connsiteY279" fmla="*/ 574418 h 994393"/>
              <a:gd name="connsiteX280" fmla="*/ 558672 w 1993264"/>
              <a:gd name="connsiteY280" fmla="*/ 566956 h 994393"/>
              <a:gd name="connsiteX281" fmla="*/ 560667 w 1993264"/>
              <a:gd name="connsiteY281" fmla="*/ 559492 h 994393"/>
              <a:gd name="connsiteX282" fmla="*/ 562662 w 1993264"/>
              <a:gd name="connsiteY282" fmla="*/ 552031 h 994393"/>
              <a:gd name="connsiteX283" fmla="*/ 564658 w 1993264"/>
              <a:gd name="connsiteY283" fmla="*/ 544581 h 994393"/>
              <a:gd name="connsiteX284" fmla="*/ 566653 w 1993264"/>
              <a:gd name="connsiteY284" fmla="*/ 537143 h 994393"/>
              <a:gd name="connsiteX285" fmla="*/ 568648 w 1993264"/>
              <a:gd name="connsiteY285" fmla="*/ 529727 h 994393"/>
              <a:gd name="connsiteX286" fmla="*/ 570644 w 1993264"/>
              <a:gd name="connsiteY286" fmla="*/ 522334 h 994393"/>
              <a:gd name="connsiteX287" fmla="*/ 572639 w 1993264"/>
              <a:gd name="connsiteY287" fmla="*/ 514972 h 994393"/>
              <a:gd name="connsiteX288" fmla="*/ 574634 w 1993264"/>
              <a:gd name="connsiteY288" fmla="*/ 507645 h 994393"/>
              <a:gd name="connsiteX289" fmla="*/ 576629 w 1993264"/>
              <a:gd name="connsiteY289" fmla="*/ 500360 h 994393"/>
              <a:gd name="connsiteX290" fmla="*/ 578625 w 1993264"/>
              <a:gd name="connsiteY290" fmla="*/ 493121 h 994393"/>
              <a:gd name="connsiteX291" fmla="*/ 580620 w 1993264"/>
              <a:gd name="connsiteY291" fmla="*/ 485933 h 994393"/>
              <a:gd name="connsiteX292" fmla="*/ 582615 w 1993264"/>
              <a:gd name="connsiteY292" fmla="*/ 478801 h 994393"/>
              <a:gd name="connsiteX293" fmla="*/ 584611 w 1993264"/>
              <a:gd name="connsiteY293" fmla="*/ 471731 h 994393"/>
              <a:gd name="connsiteX294" fmla="*/ 586606 w 1993264"/>
              <a:gd name="connsiteY294" fmla="*/ 464729 h 994393"/>
              <a:gd name="connsiteX295" fmla="*/ 588600 w 1993264"/>
              <a:gd name="connsiteY295" fmla="*/ 457798 h 994393"/>
              <a:gd name="connsiteX296" fmla="*/ 590595 w 1993264"/>
              <a:gd name="connsiteY296" fmla="*/ 450945 h 994393"/>
              <a:gd name="connsiteX297" fmla="*/ 592591 w 1993264"/>
              <a:gd name="connsiteY297" fmla="*/ 444175 h 994393"/>
              <a:gd name="connsiteX298" fmla="*/ 594586 w 1993264"/>
              <a:gd name="connsiteY298" fmla="*/ 437492 h 994393"/>
              <a:gd name="connsiteX299" fmla="*/ 596581 w 1993264"/>
              <a:gd name="connsiteY299" fmla="*/ 430903 h 994393"/>
              <a:gd name="connsiteX300" fmla="*/ 598576 w 1993264"/>
              <a:gd name="connsiteY300" fmla="*/ 424411 h 994393"/>
              <a:gd name="connsiteX301" fmla="*/ 600572 w 1993264"/>
              <a:gd name="connsiteY301" fmla="*/ 418022 h 994393"/>
              <a:gd name="connsiteX302" fmla="*/ 602567 w 1993264"/>
              <a:gd name="connsiteY302" fmla="*/ 411740 h 994393"/>
              <a:gd name="connsiteX303" fmla="*/ 604562 w 1993264"/>
              <a:gd name="connsiteY303" fmla="*/ 405571 h 994393"/>
              <a:gd name="connsiteX304" fmla="*/ 606558 w 1993264"/>
              <a:gd name="connsiteY304" fmla="*/ 399518 h 994393"/>
              <a:gd name="connsiteX305" fmla="*/ 608553 w 1993264"/>
              <a:gd name="connsiteY305" fmla="*/ 393588 h 994393"/>
              <a:gd name="connsiteX306" fmla="*/ 610548 w 1993264"/>
              <a:gd name="connsiteY306" fmla="*/ 387783 h 994393"/>
              <a:gd name="connsiteX307" fmla="*/ 612543 w 1993264"/>
              <a:gd name="connsiteY307" fmla="*/ 382110 h 994393"/>
              <a:gd name="connsiteX308" fmla="*/ 614539 w 1993264"/>
              <a:gd name="connsiteY308" fmla="*/ 376572 h 994393"/>
              <a:gd name="connsiteX309" fmla="*/ 616534 w 1993264"/>
              <a:gd name="connsiteY309" fmla="*/ 371172 h 994393"/>
              <a:gd name="connsiteX310" fmla="*/ 618529 w 1993264"/>
              <a:gd name="connsiteY310" fmla="*/ 365917 h 994393"/>
              <a:gd name="connsiteX311" fmla="*/ 620525 w 1993264"/>
              <a:gd name="connsiteY311" fmla="*/ 360809 h 994393"/>
              <a:gd name="connsiteX312" fmla="*/ 622520 w 1993264"/>
              <a:gd name="connsiteY312" fmla="*/ 355852 h 994393"/>
              <a:gd name="connsiteX313" fmla="*/ 624515 w 1993264"/>
              <a:gd name="connsiteY313" fmla="*/ 351049 h 994393"/>
              <a:gd name="connsiteX314" fmla="*/ 626510 w 1993264"/>
              <a:gd name="connsiteY314" fmla="*/ 346406 h 994393"/>
              <a:gd name="connsiteX315" fmla="*/ 628506 w 1993264"/>
              <a:gd name="connsiteY315" fmla="*/ 341925 h 994393"/>
              <a:gd name="connsiteX316" fmla="*/ 630501 w 1993264"/>
              <a:gd name="connsiteY316" fmla="*/ 337609 h 994393"/>
              <a:gd name="connsiteX317" fmla="*/ 632496 w 1993264"/>
              <a:gd name="connsiteY317" fmla="*/ 333462 h 994393"/>
              <a:gd name="connsiteX318" fmla="*/ 634492 w 1993264"/>
              <a:gd name="connsiteY318" fmla="*/ 329485 h 994393"/>
              <a:gd name="connsiteX319" fmla="*/ 636487 w 1993264"/>
              <a:gd name="connsiteY319" fmla="*/ 325684 h 994393"/>
              <a:gd name="connsiteX320" fmla="*/ 638482 w 1993264"/>
              <a:gd name="connsiteY320" fmla="*/ 322059 h 994393"/>
              <a:gd name="connsiteX321" fmla="*/ 640477 w 1993264"/>
              <a:gd name="connsiteY321" fmla="*/ 318614 h 994393"/>
              <a:gd name="connsiteX322" fmla="*/ 642473 w 1993264"/>
              <a:gd name="connsiteY322" fmla="*/ 315351 h 994393"/>
              <a:gd name="connsiteX323" fmla="*/ 644468 w 1993264"/>
              <a:gd name="connsiteY323" fmla="*/ 312271 h 994393"/>
              <a:gd name="connsiteX324" fmla="*/ 646463 w 1993264"/>
              <a:gd name="connsiteY324" fmla="*/ 309378 h 994393"/>
              <a:gd name="connsiteX325" fmla="*/ 648459 w 1993264"/>
              <a:gd name="connsiteY325" fmla="*/ 306672 h 994393"/>
              <a:gd name="connsiteX326" fmla="*/ 650454 w 1993264"/>
              <a:gd name="connsiteY326" fmla="*/ 304155 h 994393"/>
              <a:gd name="connsiteX327" fmla="*/ 652449 w 1993264"/>
              <a:gd name="connsiteY327" fmla="*/ 301828 h 994393"/>
              <a:gd name="connsiteX328" fmla="*/ 654444 w 1993264"/>
              <a:gd name="connsiteY328" fmla="*/ 299693 h 994393"/>
              <a:gd name="connsiteX329" fmla="*/ 656440 w 1993264"/>
              <a:gd name="connsiteY329" fmla="*/ 297750 h 994393"/>
              <a:gd name="connsiteX330" fmla="*/ 658435 w 1993264"/>
              <a:gd name="connsiteY330" fmla="*/ 296001 h 994393"/>
              <a:gd name="connsiteX331" fmla="*/ 660430 w 1993264"/>
              <a:gd name="connsiteY331" fmla="*/ 294446 h 994393"/>
              <a:gd name="connsiteX332" fmla="*/ 662424 w 1993264"/>
              <a:gd name="connsiteY332" fmla="*/ 293085 h 994393"/>
              <a:gd name="connsiteX333" fmla="*/ 664420 w 1993264"/>
              <a:gd name="connsiteY333" fmla="*/ 291917 h 994393"/>
              <a:gd name="connsiteX334" fmla="*/ 666411 w 1993264"/>
              <a:gd name="connsiteY334" fmla="*/ 290945 h 994393"/>
              <a:gd name="connsiteX335" fmla="*/ 668411 w 1993264"/>
              <a:gd name="connsiteY335" fmla="*/ 290167 h 994393"/>
              <a:gd name="connsiteX336" fmla="*/ 670401 w 1993264"/>
              <a:gd name="connsiteY336" fmla="*/ 289582 h 994393"/>
              <a:gd name="connsiteX337" fmla="*/ 672401 w 1993264"/>
              <a:gd name="connsiteY337" fmla="*/ 289190 h 994393"/>
              <a:gd name="connsiteX338" fmla="*/ 674401 w 1993264"/>
              <a:gd name="connsiteY338" fmla="*/ 288990 h 994393"/>
              <a:gd name="connsiteX339" fmla="*/ 676391 w 1993264"/>
              <a:gd name="connsiteY339" fmla="*/ 288982 h 994393"/>
              <a:gd name="connsiteX340" fmla="*/ 678391 w 1993264"/>
              <a:gd name="connsiteY340" fmla="*/ 289162 h 994393"/>
              <a:gd name="connsiteX341" fmla="*/ 680381 w 1993264"/>
              <a:gd name="connsiteY341" fmla="*/ 289532 h 994393"/>
              <a:gd name="connsiteX342" fmla="*/ 682381 w 1993264"/>
              <a:gd name="connsiteY342" fmla="*/ 290088 h 994393"/>
              <a:gd name="connsiteX343" fmla="*/ 684371 w 1993264"/>
              <a:gd name="connsiteY343" fmla="*/ 290828 h 994393"/>
              <a:gd name="connsiteX344" fmla="*/ 686371 w 1993264"/>
              <a:gd name="connsiteY344" fmla="*/ 291752 h 994393"/>
              <a:gd name="connsiteX345" fmla="*/ 688361 w 1993264"/>
              <a:gd name="connsiteY345" fmla="*/ 292856 h 994393"/>
              <a:gd name="connsiteX346" fmla="*/ 690361 w 1993264"/>
              <a:gd name="connsiteY346" fmla="*/ 294138 h 994393"/>
              <a:gd name="connsiteX347" fmla="*/ 692351 w 1993264"/>
              <a:gd name="connsiteY347" fmla="*/ 295597 h 994393"/>
              <a:gd name="connsiteX348" fmla="*/ 694351 w 1993264"/>
              <a:gd name="connsiteY348" fmla="*/ 297226 h 994393"/>
              <a:gd name="connsiteX349" fmla="*/ 696341 w 1993264"/>
              <a:gd name="connsiteY349" fmla="*/ 299027 h 994393"/>
              <a:gd name="connsiteX350" fmla="*/ 698341 w 1993264"/>
              <a:gd name="connsiteY350" fmla="*/ 300995 h 994393"/>
              <a:gd name="connsiteX351" fmla="*/ 700331 w 1993264"/>
              <a:gd name="connsiteY351" fmla="*/ 303126 h 994393"/>
              <a:gd name="connsiteX352" fmla="*/ 702331 w 1993264"/>
              <a:gd name="connsiteY352" fmla="*/ 305418 h 994393"/>
              <a:gd name="connsiteX353" fmla="*/ 704321 w 1993264"/>
              <a:gd name="connsiteY353" fmla="*/ 307865 h 994393"/>
              <a:gd name="connsiteX354" fmla="*/ 706321 w 1993264"/>
              <a:gd name="connsiteY354" fmla="*/ 310466 h 994393"/>
              <a:gd name="connsiteX355" fmla="*/ 708311 w 1993264"/>
              <a:gd name="connsiteY355" fmla="*/ 313217 h 994393"/>
              <a:gd name="connsiteX356" fmla="*/ 710311 w 1993264"/>
              <a:gd name="connsiteY356" fmla="*/ 316112 h 994393"/>
              <a:gd name="connsiteX357" fmla="*/ 712311 w 1993264"/>
              <a:gd name="connsiteY357" fmla="*/ 319148 h 994393"/>
              <a:gd name="connsiteX358" fmla="*/ 714301 w 1993264"/>
              <a:gd name="connsiteY358" fmla="*/ 322322 h 994393"/>
              <a:gd name="connsiteX359" fmla="*/ 716301 w 1993264"/>
              <a:gd name="connsiteY359" fmla="*/ 325629 h 994393"/>
              <a:gd name="connsiteX360" fmla="*/ 718291 w 1993264"/>
              <a:gd name="connsiteY360" fmla="*/ 329063 h 994393"/>
              <a:gd name="connsiteX361" fmla="*/ 720291 w 1993264"/>
              <a:gd name="connsiteY361" fmla="*/ 332622 h 994393"/>
              <a:gd name="connsiteX362" fmla="*/ 722281 w 1993264"/>
              <a:gd name="connsiteY362" fmla="*/ 336299 h 994393"/>
              <a:gd name="connsiteX363" fmla="*/ 724281 w 1993264"/>
              <a:gd name="connsiteY363" fmla="*/ 340091 h 994393"/>
              <a:gd name="connsiteX364" fmla="*/ 726271 w 1993264"/>
              <a:gd name="connsiteY364" fmla="*/ 343993 h 994393"/>
              <a:gd name="connsiteX365" fmla="*/ 728271 w 1993264"/>
              <a:gd name="connsiteY365" fmla="*/ 347999 h 994393"/>
              <a:gd name="connsiteX366" fmla="*/ 730261 w 1993264"/>
              <a:gd name="connsiteY366" fmla="*/ 352106 h 994393"/>
              <a:gd name="connsiteX367" fmla="*/ 732261 w 1993264"/>
              <a:gd name="connsiteY367" fmla="*/ 356308 h 994393"/>
              <a:gd name="connsiteX368" fmla="*/ 734250 w 1993264"/>
              <a:gd name="connsiteY368" fmla="*/ 360600 h 994393"/>
              <a:gd name="connsiteX369" fmla="*/ 736251 w 1993264"/>
              <a:gd name="connsiteY369" fmla="*/ 364977 h 994393"/>
              <a:gd name="connsiteX370" fmla="*/ 738240 w 1993264"/>
              <a:gd name="connsiteY370" fmla="*/ 369434 h 994393"/>
              <a:gd name="connsiteX371" fmla="*/ 740240 w 1993264"/>
              <a:gd name="connsiteY371" fmla="*/ 373965 h 994393"/>
              <a:gd name="connsiteX372" fmla="*/ 742230 w 1993264"/>
              <a:gd name="connsiteY372" fmla="*/ 378568 h 994393"/>
              <a:gd name="connsiteX373" fmla="*/ 744230 w 1993264"/>
              <a:gd name="connsiteY373" fmla="*/ 383233 h 994393"/>
              <a:gd name="connsiteX374" fmla="*/ 746231 w 1993264"/>
              <a:gd name="connsiteY374" fmla="*/ 387960 h 994393"/>
              <a:gd name="connsiteX375" fmla="*/ 748220 w 1993264"/>
              <a:gd name="connsiteY375" fmla="*/ 392741 h 994393"/>
              <a:gd name="connsiteX376" fmla="*/ 750221 w 1993264"/>
              <a:gd name="connsiteY376" fmla="*/ 397570 h 994393"/>
              <a:gd name="connsiteX377" fmla="*/ 752210 w 1993264"/>
              <a:gd name="connsiteY377" fmla="*/ 402444 h 994393"/>
              <a:gd name="connsiteX378" fmla="*/ 754210 w 1993264"/>
              <a:gd name="connsiteY378" fmla="*/ 407358 h 994393"/>
              <a:gd name="connsiteX379" fmla="*/ 756200 w 1993264"/>
              <a:gd name="connsiteY379" fmla="*/ 412305 h 994393"/>
              <a:gd name="connsiteX380" fmla="*/ 758200 w 1993264"/>
              <a:gd name="connsiteY380" fmla="*/ 417281 h 994393"/>
              <a:gd name="connsiteX381" fmla="*/ 760190 w 1993264"/>
              <a:gd name="connsiteY381" fmla="*/ 422283 h 994393"/>
              <a:gd name="connsiteX382" fmla="*/ 762190 w 1993264"/>
              <a:gd name="connsiteY382" fmla="*/ 427303 h 994393"/>
              <a:gd name="connsiteX383" fmla="*/ 764180 w 1993264"/>
              <a:gd name="connsiteY383" fmla="*/ 432337 h 994393"/>
              <a:gd name="connsiteX384" fmla="*/ 766180 w 1993264"/>
              <a:gd name="connsiteY384" fmla="*/ 437383 h 994393"/>
              <a:gd name="connsiteX385" fmla="*/ 768170 w 1993264"/>
              <a:gd name="connsiteY385" fmla="*/ 442432 h 994393"/>
              <a:gd name="connsiteX386" fmla="*/ 770170 w 1993264"/>
              <a:gd name="connsiteY386" fmla="*/ 447482 h 994393"/>
              <a:gd name="connsiteX387" fmla="*/ 772160 w 1993264"/>
              <a:gd name="connsiteY387" fmla="*/ 452528 h 994393"/>
              <a:gd name="connsiteX388" fmla="*/ 774160 w 1993264"/>
              <a:gd name="connsiteY388" fmla="*/ 457565 h 994393"/>
              <a:gd name="connsiteX389" fmla="*/ 776150 w 1993264"/>
              <a:gd name="connsiteY389" fmla="*/ 462589 h 994393"/>
              <a:gd name="connsiteX390" fmla="*/ 778150 w 1993264"/>
              <a:gd name="connsiteY390" fmla="*/ 467595 h 994393"/>
              <a:gd name="connsiteX391" fmla="*/ 780150 w 1993264"/>
              <a:gd name="connsiteY391" fmla="*/ 472581 h 994393"/>
              <a:gd name="connsiteX392" fmla="*/ 782140 w 1993264"/>
              <a:gd name="connsiteY392" fmla="*/ 477542 h 994393"/>
              <a:gd name="connsiteX393" fmla="*/ 784140 w 1993264"/>
              <a:gd name="connsiteY393" fmla="*/ 482471 h 994393"/>
              <a:gd name="connsiteX394" fmla="*/ 786130 w 1993264"/>
              <a:gd name="connsiteY394" fmla="*/ 487369 h 994393"/>
              <a:gd name="connsiteX395" fmla="*/ 788130 w 1993264"/>
              <a:gd name="connsiteY395" fmla="*/ 492228 h 994393"/>
              <a:gd name="connsiteX396" fmla="*/ 790120 w 1993264"/>
              <a:gd name="connsiteY396" fmla="*/ 497047 h 994393"/>
              <a:gd name="connsiteX397" fmla="*/ 792120 w 1993264"/>
              <a:gd name="connsiteY397" fmla="*/ 501822 h 994393"/>
              <a:gd name="connsiteX398" fmla="*/ 794110 w 1993264"/>
              <a:gd name="connsiteY398" fmla="*/ 506548 h 994393"/>
              <a:gd name="connsiteX399" fmla="*/ 796110 w 1993264"/>
              <a:gd name="connsiteY399" fmla="*/ 511224 h 994393"/>
              <a:gd name="connsiteX400" fmla="*/ 798100 w 1993264"/>
              <a:gd name="connsiteY400" fmla="*/ 515846 h 994393"/>
              <a:gd name="connsiteX401" fmla="*/ 800100 w 1993264"/>
              <a:gd name="connsiteY401" fmla="*/ 520411 h 994393"/>
              <a:gd name="connsiteX402" fmla="*/ 802090 w 1993264"/>
              <a:gd name="connsiteY402" fmla="*/ 524915 h 994393"/>
              <a:gd name="connsiteX403" fmla="*/ 804090 w 1993264"/>
              <a:gd name="connsiteY403" fmla="*/ 529357 h 994393"/>
              <a:gd name="connsiteX404" fmla="*/ 806080 w 1993264"/>
              <a:gd name="connsiteY404" fmla="*/ 533735 h 994393"/>
              <a:gd name="connsiteX405" fmla="*/ 808080 w 1993264"/>
              <a:gd name="connsiteY405" fmla="*/ 538044 h 994393"/>
              <a:gd name="connsiteX406" fmla="*/ 810070 w 1993264"/>
              <a:gd name="connsiteY406" fmla="*/ 542283 h 994393"/>
              <a:gd name="connsiteX407" fmla="*/ 812070 w 1993264"/>
              <a:gd name="connsiteY407" fmla="*/ 546449 h 994393"/>
              <a:gd name="connsiteX408" fmla="*/ 814059 w 1993264"/>
              <a:gd name="connsiteY408" fmla="*/ 550542 h 994393"/>
              <a:gd name="connsiteX409" fmla="*/ 816060 w 1993264"/>
              <a:gd name="connsiteY409" fmla="*/ 554559 h 994393"/>
              <a:gd name="connsiteX410" fmla="*/ 818060 w 1993264"/>
              <a:gd name="connsiteY410" fmla="*/ 558496 h 994393"/>
              <a:gd name="connsiteX411" fmla="*/ 820049 w 1993264"/>
              <a:gd name="connsiteY411" fmla="*/ 562355 h 994393"/>
              <a:gd name="connsiteX412" fmla="*/ 822049 w 1993264"/>
              <a:gd name="connsiteY412" fmla="*/ 566132 h 994393"/>
              <a:gd name="connsiteX413" fmla="*/ 824039 w 1993264"/>
              <a:gd name="connsiteY413" fmla="*/ 569828 h 994393"/>
              <a:gd name="connsiteX414" fmla="*/ 826039 w 1993264"/>
              <a:gd name="connsiteY414" fmla="*/ 573439 h 994393"/>
              <a:gd name="connsiteX415" fmla="*/ 828029 w 1993264"/>
              <a:gd name="connsiteY415" fmla="*/ 576966 h 994393"/>
              <a:gd name="connsiteX416" fmla="*/ 830029 w 1993264"/>
              <a:gd name="connsiteY416" fmla="*/ 580407 h 994393"/>
              <a:gd name="connsiteX417" fmla="*/ 832019 w 1993264"/>
              <a:gd name="connsiteY417" fmla="*/ 583762 h 994393"/>
              <a:gd name="connsiteX418" fmla="*/ 834019 w 1993264"/>
              <a:gd name="connsiteY418" fmla="*/ 587030 h 994393"/>
              <a:gd name="connsiteX419" fmla="*/ 836009 w 1993264"/>
              <a:gd name="connsiteY419" fmla="*/ 590209 h 994393"/>
              <a:gd name="connsiteX420" fmla="*/ 838009 w 1993264"/>
              <a:gd name="connsiteY420" fmla="*/ 593301 h 994393"/>
              <a:gd name="connsiteX421" fmla="*/ 839999 w 1993264"/>
              <a:gd name="connsiteY421" fmla="*/ 596304 h 994393"/>
              <a:gd name="connsiteX422" fmla="*/ 841999 w 1993264"/>
              <a:gd name="connsiteY422" fmla="*/ 599218 h 994393"/>
              <a:gd name="connsiteX423" fmla="*/ 843989 w 1993264"/>
              <a:gd name="connsiteY423" fmla="*/ 602044 h 994393"/>
              <a:gd name="connsiteX424" fmla="*/ 845989 w 1993264"/>
              <a:gd name="connsiteY424" fmla="*/ 604781 h 994393"/>
              <a:gd name="connsiteX425" fmla="*/ 847979 w 1993264"/>
              <a:gd name="connsiteY425" fmla="*/ 607430 h 994393"/>
              <a:gd name="connsiteX426" fmla="*/ 849979 w 1993264"/>
              <a:gd name="connsiteY426" fmla="*/ 609991 h 994393"/>
              <a:gd name="connsiteX427" fmla="*/ 851979 w 1993264"/>
              <a:gd name="connsiteY427" fmla="*/ 612464 h 994393"/>
              <a:gd name="connsiteX428" fmla="*/ 853969 w 1993264"/>
              <a:gd name="connsiteY428" fmla="*/ 614850 h 994393"/>
              <a:gd name="connsiteX429" fmla="*/ 855969 w 1993264"/>
              <a:gd name="connsiteY429" fmla="*/ 617148 h 994393"/>
              <a:gd name="connsiteX430" fmla="*/ 857959 w 1993264"/>
              <a:gd name="connsiteY430" fmla="*/ 619362 h 994393"/>
              <a:gd name="connsiteX431" fmla="*/ 859959 w 1993264"/>
              <a:gd name="connsiteY431" fmla="*/ 621489 h 994393"/>
              <a:gd name="connsiteX432" fmla="*/ 861949 w 1993264"/>
              <a:gd name="connsiteY432" fmla="*/ 623533 h 994393"/>
              <a:gd name="connsiteX433" fmla="*/ 863949 w 1993264"/>
              <a:gd name="connsiteY433" fmla="*/ 625493 h 994393"/>
              <a:gd name="connsiteX434" fmla="*/ 865939 w 1993264"/>
              <a:gd name="connsiteY434" fmla="*/ 627371 h 994393"/>
              <a:gd name="connsiteX435" fmla="*/ 867939 w 1993264"/>
              <a:gd name="connsiteY435" fmla="*/ 629168 h 994393"/>
              <a:gd name="connsiteX436" fmla="*/ 869929 w 1993264"/>
              <a:gd name="connsiteY436" fmla="*/ 630886 h 994393"/>
              <a:gd name="connsiteX437" fmla="*/ 871929 w 1993264"/>
              <a:gd name="connsiteY437" fmla="*/ 632525 h 994393"/>
              <a:gd name="connsiteX438" fmla="*/ 873919 w 1993264"/>
              <a:gd name="connsiteY438" fmla="*/ 634087 h 994393"/>
              <a:gd name="connsiteX439" fmla="*/ 875919 w 1993264"/>
              <a:gd name="connsiteY439" fmla="*/ 635574 h 994393"/>
              <a:gd name="connsiteX440" fmla="*/ 877909 w 1993264"/>
              <a:gd name="connsiteY440" fmla="*/ 636986 h 994393"/>
              <a:gd name="connsiteX441" fmla="*/ 879909 w 1993264"/>
              <a:gd name="connsiteY441" fmla="*/ 638325 h 994393"/>
              <a:gd name="connsiteX442" fmla="*/ 881899 w 1993264"/>
              <a:gd name="connsiteY442" fmla="*/ 639594 h 994393"/>
              <a:gd name="connsiteX443" fmla="*/ 883899 w 1993264"/>
              <a:gd name="connsiteY443" fmla="*/ 640794 h 994393"/>
              <a:gd name="connsiteX444" fmla="*/ 885888 w 1993264"/>
              <a:gd name="connsiteY444" fmla="*/ 641927 h 994393"/>
              <a:gd name="connsiteX445" fmla="*/ 887889 w 1993264"/>
              <a:gd name="connsiteY445" fmla="*/ 642993 h 994393"/>
              <a:gd name="connsiteX446" fmla="*/ 889889 w 1993264"/>
              <a:gd name="connsiteY446" fmla="*/ 643997 h 994393"/>
              <a:gd name="connsiteX447" fmla="*/ 891879 w 1993264"/>
              <a:gd name="connsiteY447" fmla="*/ 644938 h 994393"/>
              <a:gd name="connsiteX448" fmla="*/ 893879 w 1993264"/>
              <a:gd name="connsiteY448" fmla="*/ 645819 h 994393"/>
              <a:gd name="connsiteX449" fmla="*/ 895869 w 1993264"/>
              <a:gd name="connsiteY449" fmla="*/ 646642 h 994393"/>
              <a:gd name="connsiteX450" fmla="*/ 897869 w 1993264"/>
              <a:gd name="connsiteY450" fmla="*/ 647409 h 994393"/>
              <a:gd name="connsiteX451" fmla="*/ 899858 w 1993264"/>
              <a:gd name="connsiteY451" fmla="*/ 648121 h 994393"/>
              <a:gd name="connsiteX452" fmla="*/ 901858 w 1993264"/>
              <a:gd name="connsiteY452" fmla="*/ 648788 h 994393"/>
              <a:gd name="connsiteX453" fmla="*/ 903848 w 1993264"/>
              <a:gd name="connsiteY453" fmla="*/ 649393 h 994393"/>
              <a:gd name="connsiteX454" fmla="*/ 905848 w 1993264"/>
              <a:gd name="connsiteY454" fmla="*/ 649957 h 994393"/>
              <a:gd name="connsiteX455" fmla="*/ 907838 w 1993264"/>
              <a:gd name="connsiteY455" fmla="*/ 650480 h 994393"/>
              <a:gd name="connsiteX456" fmla="*/ 909838 w 1993264"/>
              <a:gd name="connsiteY456" fmla="*/ 650952 h 994393"/>
              <a:gd name="connsiteX457" fmla="*/ 911828 w 1993264"/>
              <a:gd name="connsiteY457" fmla="*/ 651383 h 994393"/>
              <a:gd name="connsiteX458" fmla="*/ 913828 w 1993264"/>
              <a:gd name="connsiteY458" fmla="*/ 651772 h 994393"/>
              <a:gd name="connsiteX459" fmla="*/ 915818 w 1993264"/>
              <a:gd name="connsiteY459" fmla="*/ 652131 h 994393"/>
              <a:gd name="connsiteX460" fmla="*/ 917818 w 1993264"/>
              <a:gd name="connsiteY460" fmla="*/ 652449 h 994393"/>
              <a:gd name="connsiteX461" fmla="*/ 919808 w 1993264"/>
              <a:gd name="connsiteY461" fmla="*/ 652736 h 994393"/>
              <a:gd name="connsiteX462" fmla="*/ 921808 w 1993264"/>
              <a:gd name="connsiteY462" fmla="*/ 652993 h 994393"/>
              <a:gd name="connsiteX463" fmla="*/ 923808 w 1993264"/>
              <a:gd name="connsiteY463" fmla="*/ 653219 h 994393"/>
              <a:gd name="connsiteX464" fmla="*/ 925798 w 1993264"/>
              <a:gd name="connsiteY464" fmla="*/ 653424 h 994393"/>
              <a:gd name="connsiteX465" fmla="*/ 927798 w 1993264"/>
              <a:gd name="connsiteY465" fmla="*/ 653598 h 994393"/>
              <a:gd name="connsiteX466" fmla="*/ 929788 w 1993264"/>
              <a:gd name="connsiteY466" fmla="*/ 653752 h 994393"/>
              <a:gd name="connsiteX467" fmla="*/ 931788 w 1993264"/>
              <a:gd name="connsiteY467" fmla="*/ 653885 h 994393"/>
              <a:gd name="connsiteX468" fmla="*/ 933778 w 1993264"/>
              <a:gd name="connsiteY468" fmla="*/ 653998 h 994393"/>
              <a:gd name="connsiteX469" fmla="*/ 935778 w 1993264"/>
              <a:gd name="connsiteY469" fmla="*/ 654090 h 994393"/>
              <a:gd name="connsiteX470" fmla="*/ 937768 w 1993264"/>
              <a:gd name="connsiteY470" fmla="*/ 654172 h 994393"/>
              <a:gd name="connsiteX471" fmla="*/ 939768 w 1993264"/>
              <a:gd name="connsiteY471" fmla="*/ 654244 h 994393"/>
              <a:gd name="connsiteX472" fmla="*/ 941758 w 1993264"/>
              <a:gd name="connsiteY472" fmla="*/ 654306 h 994393"/>
              <a:gd name="connsiteX473" fmla="*/ 943758 w 1993264"/>
              <a:gd name="connsiteY473" fmla="*/ 654347 h 994393"/>
              <a:gd name="connsiteX474" fmla="*/ 945748 w 1993264"/>
              <a:gd name="connsiteY474" fmla="*/ 654398 h 994393"/>
              <a:gd name="connsiteX475" fmla="*/ 947748 w 1993264"/>
              <a:gd name="connsiteY475" fmla="*/ 654429 h 994393"/>
              <a:gd name="connsiteX476" fmla="*/ 949738 w 1993264"/>
              <a:gd name="connsiteY476" fmla="*/ 654470 h 994393"/>
              <a:gd name="connsiteX477" fmla="*/ 951738 w 1993264"/>
              <a:gd name="connsiteY477" fmla="*/ 654501 h 994393"/>
              <a:gd name="connsiteX478" fmla="*/ 953728 w 1993264"/>
              <a:gd name="connsiteY478" fmla="*/ 654531 h 994393"/>
              <a:gd name="connsiteX479" fmla="*/ 955728 w 1993264"/>
              <a:gd name="connsiteY479" fmla="*/ 654562 h 994393"/>
              <a:gd name="connsiteX480" fmla="*/ 957728 w 1993264"/>
              <a:gd name="connsiteY480" fmla="*/ 654603 h 994393"/>
              <a:gd name="connsiteX481" fmla="*/ 959718 w 1993264"/>
              <a:gd name="connsiteY481" fmla="*/ 654644 h 994393"/>
              <a:gd name="connsiteX482" fmla="*/ 961718 w 1993264"/>
              <a:gd name="connsiteY482" fmla="*/ 654696 h 994393"/>
              <a:gd name="connsiteX483" fmla="*/ 963708 w 1993264"/>
              <a:gd name="connsiteY483" fmla="*/ 654757 h 994393"/>
              <a:gd name="connsiteX484" fmla="*/ 965708 w 1993264"/>
              <a:gd name="connsiteY484" fmla="*/ 654819 h 994393"/>
              <a:gd name="connsiteX485" fmla="*/ 967697 w 1993264"/>
              <a:gd name="connsiteY485" fmla="*/ 654901 h 994393"/>
              <a:gd name="connsiteX486" fmla="*/ 969698 w 1993264"/>
              <a:gd name="connsiteY486" fmla="*/ 654993 h 994393"/>
              <a:gd name="connsiteX487" fmla="*/ 971687 w 1993264"/>
              <a:gd name="connsiteY487" fmla="*/ 655096 h 994393"/>
              <a:gd name="connsiteX488" fmla="*/ 973688 w 1993264"/>
              <a:gd name="connsiteY488" fmla="*/ 655219 h 994393"/>
              <a:gd name="connsiteX489" fmla="*/ 975677 w 1993264"/>
              <a:gd name="connsiteY489" fmla="*/ 655362 h 994393"/>
              <a:gd name="connsiteX490" fmla="*/ 977678 w 1993264"/>
              <a:gd name="connsiteY490" fmla="*/ 655516 h 994393"/>
              <a:gd name="connsiteX491" fmla="*/ 979667 w 1993264"/>
              <a:gd name="connsiteY491" fmla="*/ 655690 h 994393"/>
              <a:gd name="connsiteX492" fmla="*/ 981667 w 1993264"/>
              <a:gd name="connsiteY492" fmla="*/ 655885 h 994393"/>
              <a:gd name="connsiteX493" fmla="*/ 983657 w 1993264"/>
              <a:gd name="connsiteY493" fmla="*/ 656101 h 994393"/>
              <a:gd name="connsiteX494" fmla="*/ 985657 w 1993264"/>
              <a:gd name="connsiteY494" fmla="*/ 656347 h 994393"/>
              <a:gd name="connsiteX495" fmla="*/ 987647 w 1993264"/>
              <a:gd name="connsiteY495" fmla="*/ 656603 h 994393"/>
              <a:gd name="connsiteX496" fmla="*/ 989647 w 1993264"/>
              <a:gd name="connsiteY496" fmla="*/ 656891 h 994393"/>
              <a:gd name="connsiteX497" fmla="*/ 991637 w 1993264"/>
              <a:gd name="connsiteY497" fmla="*/ 657208 h 994393"/>
              <a:gd name="connsiteX498" fmla="*/ 993637 w 1993264"/>
              <a:gd name="connsiteY498" fmla="*/ 657547 h 994393"/>
              <a:gd name="connsiteX499" fmla="*/ 995637 w 1993264"/>
              <a:gd name="connsiteY499" fmla="*/ 657916 h 994393"/>
              <a:gd name="connsiteX500" fmla="*/ 997627 w 1993264"/>
              <a:gd name="connsiteY500" fmla="*/ 658306 h 994393"/>
              <a:gd name="connsiteX501" fmla="*/ 999627 w 1993264"/>
              <a:gd name="connsiteY501" fmla="*/ 658737 h 994393"/>
              <a:gd name="connsiteX502" fmla="*/ 1001617 w 1993264"/>
              <a:gd name="connsiteY502" fmla="*/ 659188 h 994393"/>
              <a:gd name="connsiteX503" fmla="*/ 1003617 w 1993264"/>
              <a:gd name="connsiteY503" fmla="*/ 659670 h 994393"/>
              <a:gd name="connsiteX504" fmla="*/ 1005607 w 1993264"/>
              <a:gd name="connsiteY504" fmla="*/ 660183 h 994393"/>
              <a:gd name="connsiteX505" fmla="*/ 1007607 w 1993264"/>
              <a:gd name="connsiteY505" fmla="*/ 660737 h 994393"/>
              <a:gd name="connsiteX506" fmla="*/ 1009597 w 1993264"/>
              <a:gd name="connsiteY506" fmla="*/ 661311 h 994393"/>
              <a:gd name="connsiteX507" fmla="*/ 1011597 w 1993264"/>
              <a:gd name="connsiteY507" fmla="*/ 661927 h 994393"/>
              <a:gd name="connsiteX508" fmla="*/ 1013587 w 1993264"/>
              <a:gd name="connsiteY508" fmla="*/ 662563 h 994393"/>
              <a:gd name="connsiteX509" fmla="*/ 1015587 w 1993264"/>
              <a:gd name="connsiteY509" fmla="*/ 663240 h 994393"/>
              <a:gd name="connsiteX510" fmla="*/ 1017577 w 1993264"/>
              <a:gd name="connsiteY510" fmla="*/ 663958 h 994393"/>
              <a:gd name="connsiteX511" fmla="*/ 1019577 w 1993264"/>
              <a:gd name="connsiteY511" fmla="*/ 664696 h 994393"/>
              <a:gd name="connsiteX512" fmla="*/ 1021567 w 1993264"/>
              <a:gd name="connsiteY512" fmla="*/ 665476 h 994393"/>
              <a:gd name="connsiteX513" fmla="*/ 1023567 w 1993264"/>
              <a:gd name="connsiteY513" fmla="*/ 666296 h 994393"/>
              <a:gd name="connsiteX514" fmla="*/ 1025557 w 1993264"/>
              <a:gd name="connsiteY514" fmla="*/ 667147 h 994393"/>
              <a:gd name="connsiteX515" fmla="*/ 1027557 w 1993264"/>
              <a:gd name="connsiteY515" fmla="*/ 668029 h 994393"/>
              <a:gd name="connsiteX516" fmla="*/ 1029557 w 1993264"/>
              <a:gd name="connsiteY516" fmla="*/ 668953 h 994393"/>
              <a:gd name="connsiteX517" fmla="*/ 1031547 w 1993264"/>
              <a:gd name="connsiteY517" fmla="*/ 669907 h 994393"/>
              <a:gd name="connsiteX518" fmla="*/ 1033547 w 1993264"/>
              <a:gd name="connsiteY518" fmla="*/ 670901 h 994393"/>
              <a:gd name="connsiteX519" fmla="*/ 1035537 w 1993264"/>
              <a:gd name="connsiteY519" fmla="*/ 671927 h 994393"/>
              <a:gd name="connsiteX520" fmla="*/ 1037537 w 1993264"/>
              <a:gd name="connsiteY520" fmla="*/ 672994 h 994393"/>
              <a:gd name="connsiteX521" fmla="*/ 1039527 w 1993264"/>
              <a:gd name="connsiteY521" fmla="*/ 674091 h 994393"/>
              <a:gd name="connsiteX522" fmla="*/ 1041527 w 1993264"/>
              <a:gd name="connsiteY522" fmla="*/ 675220 h 994393"/>
              <a:gd name="connsiteX523" fmla="*/ 1043517 w 1993264"/>
              <a:gd name="connsiteY523" fmla="*/ 676389 h 994393"/>
              <a:gd name="connsiteX524" fmla="*/ 1045517 w 1993264"/>
              <a:gd name="connsiteY524" fmla="*/ 677599 h 994393"/>
              <a:gd name="connsiteX525" fmla="*/ 1047506 w 1993264"/>
              <a:gd name="connsiteY525" fmla="*/ 678840 h 994393"/>
              <a:gd name="connsiteX526" fmla="*/ 1049507 w 1993264"/>
              <a:gd name="connsiteY526" fmla="*/ 680112 h 994393"/>
              <a:gd name="connsiteX527" fmla="*/ 1051496 w 1993264"/>
              <a:gd name="connsiteY527" fmla="*/ 681425 h 994393"/>
              <a:gd name="connsiteX528" fmla="*/ 1053497 w 1993264"/>
              <a:gd name="connsiteY528" fmla="*/ 682769 h 994393"/>
              <a:gd name="connsiteX529" fmla="*/ 1055486 w 1993264"/>
              <a:gd name="connsiteY529" fmla="*/ 684153 h 994393"/>
              <a:gd name="connsiteX530" fmla="*/ 1057486 w 1993264"/>
              <a:gd name="connsiteY530" fmla="*/ 685569 h 994393"/>
              <a:gd name="connsiteX531" fmla="*/ 1059476 w 1993264"/>
              <a:gd name="connsiteY531" fmla="*/ 687015 h 994393"/>
              <a:gd name="connsiteX532" fmla="*/ 1061476 w 1993264"/>
              <a:gd name="connsiteY532" fmla="*/ 688492 h 994393"/>
              <a:gd name="connsiteX533" fmla="*/ 1063466 w 1993264"/>
              <a:gd name="connsiteY533" fmla="*/ 690010 h 994393"/>
              <a:gd name="connsiteX534" fmla="*/ 1065466 w 1993264"/>
              <a:gd name="connsiteY534" fmla="*/ 691559 h 994393"/>
              <a:gd name="connsiteX535" fmla="*/ 1067466 w 1993264"/>
              <a:gd name="connsiteY535" fmla="*/ 693138 h 994393"/>
              <a:gd name="connsiteX536" fmla="*/ 1069456 w 1993264"/>
              <a:gd name="connsiteY536" fmla="*/ 694749 h 994393"/>
              <a:gd name="connsiteX537" fmla="*/ 1071456 w 1993264"/>
              <a:gd name="connsiteY537" fmla="*/ 696390 h 994393"/>
              <a:gd name="connsiteX538" fmla="*/ 1073446 w 1993264"/>
              <a:gd name="connsiteY538" fmla="*/ 698062 h 994393"/>
              <a:gd name="connsiteX539" fmla="*/ 1075446 w 1993264"/>
              <a:gd name="connsiteY539" fmla="*/ 699775 h 994393"/>
              <a:gd name="connsiteX540" fmla="*/ 1077436 w 1993264"/>
              <a:gd name="connsiteY540" fmla="*/ 701508 h 994393"/>
              <a:gd name="connsiteX541" fmla="*/ 1079436 w 1993264"/>
              <a:gd name="connsiteY541" fmla="*/ 703272 h 994393"/>
              <a:gd name="connsiteX542" fmla="*/ 1081426 w 1993264"/>
              <a:gd name="connsiteY542" fmla="*/ 705067 h 994393"/>
              <a:gd name="connsiteX543" fmla="*/ 1083426 w 1993264"/>
              <a:gd name="connsiteY543" fmla="*/ 706883 h 994393"/>
              <a:gd name="connsiteX544" fmla="*/ 1085416 w 1993264"/>
              <a:gd name="connsiteY544" fmla="*/ 708739 h 994393"/>
              <a:gd name="connsiteX545" fmla="*/ 1087416 w 1993264"/>
              <a:gd name="connsiteY545" fmla="*/ 710616 h 994393"/>
              <a:gd name="connsiteX546" fmla="*/ 1089406 w 1993264"/>
              <a:gd name="connsiteY546" fmla="*/ 712514 h 994393"/>
              <a:gd name="connsiteX547" fmla="*/ 1091406 w 1993264"/>
              <a:gd name="connsiteY547" fmla="*/ 714452 h 994393"/>
              <a:gd name="connsiteX548" fmla="*/ 1093396 w 1993264"/>
              <a:gd name="connsiteY548" fmla="*/ 716401 h 994393"/>
              <a:gd name="connsiteX549" fmla="*/ 1095396 w 1993264"/>
              <a:gd name="connsiteY549" fmla="*/ 718381 h 994393"/>
              <a:gd name="connsiteX550" fmla="*/ 1097386 w 1993264"/>
              <a:gd name="connsiteY550" fmla="*/ 720391 h 994393"/>
              <a:gd name="connsiteX551" fmla="*/ 1099386 w 1993264"/>
              <a:gd name="connsiteY551" fmla="*/ 722422 h 994393"/>
              <a:gd name="connsiteX552" fmla="*/ 1101386 w 1993264"/>
              <a:gd name="connsiteY552" fmla="*/ 724463 h 994393"/>
              <a:gd name="connsiteX553" fmla="*/ 1103376 w 1993264"/>
              <a:gd name="connsiteY553" fmla="*/ 726545 h 994393"/>
              <a:gd name="connsiteX554" fmla="*/ 1105376 w 1993264"/>
              <a:gd name="connsiteY554" fmla="*/ 728637 h 994393"/>
              <a:gd name="connsiteX555" fmla="*/ 1107366 w 1993264"/>
              <a:gd name="connsiteY555" fmla="*/ 730750 h 994393"/>
              <a:gd name="connsiteX556" fmla="*/ 1109366 w 1993264"/>
              <a:gd name="connsiteY556" fmla="*/ 732884 h 994393"/>
              <a:gd name="connsiteX557" fmla="*/ 1111356 w 1993264"/>
              <a:gd name="connsiteY557" fmla="*/ 735038 h 994393"/>
              <a:gd name="connsiteX558" fmla="*/ 1113356 w 1993264"/>
              <a:gd name="connsiteY558" fmla="*/ 737212 h 994393"/>
              <a:gd name="connsiteX559" fmla="*/ 1115346 w 1993264"/>
              <a:gd name="connsiteY559" fmla="*/ 739407 h 994393"/>
              <a:gd name="connsiteX560" fmla="*/ 1117346 w 1993264"/>
              <a:gd name="connsiteY560" fmla="*/ 741612 h 994393"/>
              <a:gd name="connsiteX561" fmla="*/ 1119336 w 1993264"/>
              <a:gd name="connsiteY561" fmla="*/ 743838 h 994393"/>
              <a:gd name="connsiteX562" fmla="*/ 1121336 w 1993264"/>
              <a:gd name="connsiteY562" fmla="*/ 746074 h 994393"/>
              <a:gd name="connsiteX563" fmla="*/ 1123326 w 1993264"/>
              <a:gd name="connsiteY563" fmla="*/ 748331 h 994393"/>
              <a:gd name="connsiteX564" fmla="*/ 1125326 w 1993264"/>
              <a:gd name="connsiteY564" fmla="*/ 750608 h 994393"/>
              <a:gd name="connsiteX565" fmla="*/ 1127315 w 1993264"/>
              <a:gd name="connsiteY565" fmla="*/ 752885 h 994393"/>
              <a:gd name="connsiteX566" fmla="*/ 1129316 w 1993264"/>
              <a:gd name="connsiteY566" fmla="*/ 755182 h 994393"/>
              <a:gd name="connsiteX567" fmla="*/ 1131305 w 1993264"/>
              <a:gd name="connsiteY567" fmla="*/ 757490 h 994393"/>
              <a:gd name="connsiteX568" fmla="*/ 1133306 w 1993264"/>
              <a:gd name="connsiteY568" fmla="*/ 759808 h 994393"/>
              <a:gd name="connsiteX569" fmla="*/ 1135306 w 1993264"/>
              <a:gd name="connsiteY569" fmla="*/ 762136 h 994393"/>
              <a:gd name="connsiteX570" fmla="*/ 1137295 w 1993264"/>
              <a:gd name="connsiteY570" fmla="*/ 764475 h 994393"/>
              <a:gd name="connsiteX571" fmla="*/ 1139295 w 1993264"/>
              <a:gd name="connsiteY571" fmla="*/ 766824 h 994393"/>
              <a:gd name="connsiteX572" fmla="*/ 1141285 w 1993264"/>
              <a:gd name="connsiteY572" fmla="*/ 769183 h 994393"/>
              <a:gd name="connsiteX573" fmla="*/ 1143285 w 1993264"/>
              <a:gd name="connsiteY573" fmla="*/ 771542 h 994393"/>
              <a:gd name="connsiteX574" fmla="*/ 1145275 w 1993264"/>
              <a:gd name="connsiteY574" fmla="*/ 773911 h 994393"/>
              <a:gd name="connsiteX575" fmla="*/ 1147275 w 1993264"/>
              <a:gd name="connsiteY575" fmla="*/ 776291 h 994393"/>
              <a:gd name="connsiteX576" fmla="*/ 1149265 w 1993264"/>
              <a:gd name="connsiteY576" fmla="*/ 778671 h 994393"/>
              <a:gd name="connsiteX577" fmla="*/ 1151265 w 1993264"/>
              <a:gd name="connsiteY577" fmla="*/ 781060 h 994393"/>
              <a:gd name="connsiteX578" fmla="*/ 1153255 w 1993264"/>
              <a:gd name="connsiteY578" fmla="*/ 783450 h 994393"/>
              <a:gd name="connsiteX579" fmla="*/ 1155255 w 1993264"/>
              <a:gd name="connsiteY579" fmla="*/ 785840 h 994393"/>
              <a:gd name="connsiteX580" fmla="*/ 1157245 w 1993264"/>
              <a:gd name="connsiteY580" fmla="*/ 788240 h 994393"/>
              <a:gd name="connsiteX581" fmla="*/ 1159245 w 1993264"/>
              <a:gd name="connsiteY581" fmla="*/ 790640 h 994393"/>
              <a:gd name="connsiteX582" fmla="*/ 1161235 w 1993264"/>
              <a:gd name="connsiteY582" fmla="*/ 793041 h 994393"/>
              <a:gd name="connsiteX583" fmla="*/ 1163235 w 1993264"/>
              <a:gd name="connsiteY583" fmla="*/ 795430 h 994393"/>
              <a:gd name="connsiteX584" fmla="*/ 1165225 w 1993264"/>
              <a:gd name="connsiteY584" fmla="*/ 797831 h 994393"/>
              <a:gd name="connsiteX585" fmla="*/ 1167225 w 1993264"/>
              <a:gd name="connsiteY585" fmla="*/ 800231 h 994393"/>
              <a:gd name="connsiteX586" fmla="*/ 1169215 w 1993264"/>
              <a:gd name="connsiteY586" fmla="*/ 802631 h 994393"/>
              <a:gd name="connsiteX587" fmla="*/ 1171215 w 1993264"/>
              <a:gd name="connsiteY587" fmla="*/ 805021 h 994393"/>
              <a:gd name="connsiteX588" fmla="*/ 1173215 w 1993264"/>
              <a:gd name="connsiteY588" fmla="*/ 807410 h 994393"/>
              <a:gd name="connsiteX589" fmla="*/ 1175205 w 1993264"/>
              <a:gd name="connsiteY589" fmla="*/ 809800 h 994393"/>
              <a:gd name="connsiteX590" fmla="*/ 1177205 w 1993264"/>
              <a:gd name="connsiteY590" fmla="*/ 812180 h 994393"/>
              <a:gd name="connsiteX591" fmla="*/ 1179195 w 1993264"/>
              <a:gd name="connsiteY591" fmla="*/ 814559 h 994393"/>
              <a:gd name="connsiteX592" fmla="*/ 1181195 w 1993264"/>
              <a:gd name="connsiteY592" fmla="*/ 816929 h 994393"/>
              <a:gd name="connsiteX593" fmla="*/ 1183185 w 1993264"/>
              <a:gd name="connsiteY593" fmla="*/ 819298 h 994393"/>
              <a:gd name="connsiteX594" fmla="*/ 1185185 w 1993264"/>
              <a:gd name="connsiteY594" fmla="*/ 821657 h 994393"/>
              <a:gd name="connsiteX595" fmla="*/ 1187175 w 1993264"/>
              <a:gd name="connsiteY595" fmla="*/ 824006 h 994393"/>
              <a:gd name="connsiteX596" fmla="*/ 1189175 w 1993264"/>
              <a:gd name="connsiteY596" fmla="*/ 826355 h 994393"/>
              <a:gd name="connsiteX597" fmla="*/ 1191165 w 1993264"/>
              <a:gd name="connsiteY597" fmla="*/ 828693 h 994393"/>
              <a:gd name="connsiteX598" fmla="*/ 1193165 w 1993264"/>
              <a:gd name="connsiteY598" fmla="*/ 831022 h 994393"/>
              <a:gd name="connsiteX599" fmla="*/ 1195155 w 1993264"/>
              <a:gd name="connsiteY599" fmla="*/ 833340 h 994393"/>
              <a:gd name="connsiteX600" fmla="*/ 1197155 w 1993264"/>
              <a:gd name="connsiteY600" fmla="*/ 835648 h 994393"/>
              <a:gd name="connsiteX601" fmla="*/ 1199144 w 1993264"/>
              <a:gd name="connsiteY601" fmla="*/ 837935 h 994393"/>
              <a:gd name="connsiteX602" fmla="*/ 1201145 w 1993264"/>
              <a:gd name="connsiteY602" fmla="*/ 840222 h 994393"/>
              <a:gd name="connsiteX603" fmla="*/ 1203134 w 1993264"/>
              <a:gd name="connsiteY603" fmla="*/ 842499 h 994393"/>
              <a:gd name="connsiteX604" fmla="*/ 1205134 w 1993264"/>
              <a:gd name="connsiteY604" fmla="*/ 844766 h 994393"/>
              <a:gd name="connsiteX605" fmla="*/ 1207135 w 1993264"/>
              <a:gd name="connsiteY605" fmla="*/ 847012 h 994393"/>
              <a:gd name="connsiteX606" fmla="*/ 1209124 w 1993264"/>
              <a:gd name="connsiteY606" fmla="*/ 849248 h 994393"/>
              <a:gd name="connsiteX607" fmla="*/ 1211125 w 1993264"/>
              <a:gd name="connsiteY607" fmla="*/ 851474 h 994393"/>
              <a:gd name="connsiteX608" fmla="*/ 1213114 w 1993264"/>
              <a:gd name="connsiteY608" fmla="*/ 853690 h 994393"/>
              <a:gd name="connsiteX609" fmla="*/ 1215115 w 1993264"/>
              <a:gd name="connsiteY609" fmla="*/ 855885 h 994393"/>
              <a:gd name="connsiteX610" fmla="*/ 1217104 w 1993264"/>
              <a:gd name="connsiteY610" fmla="*/ 858059 h 994393"/>
              <a:gd name="connsiteX611" fmla="*/ 1219104 w 1993264"/>
              <a:gd name="connsiteY611" fmla="*/ 860233 h 994393"/>
              <a:gd name="connsiteX612" fmla="*/ 1221094 w 1993264"/>
              <a:gd name="connsiteY612" fmla="*/ 862377 h 994393"/>
              <a:gd name="connsiteX613" fmla="*/ 1223094 w 1993264"/>
              <a:gd name="connsiteY613" fmla="*/ 864511 h 994393"/>
              <a:gd name="connsiteX614" fmla="*/ 1225084 w 1993264"/>
              <a:gd name="connsiteY614" fmla="*/ 866634 h 994393"/>
              <a:gd name="connsiteX615" fmla="*/ 1227084 w 1993264"/>
              <a:gd name="connsiteY615" fmla="*/ 868736 h 994393"/>
              <a:gd name="connsiteX616" fmla="*/ 1229074 w 1993264"/>
              <a:gd name="connsiteY616" fmla="*/ 870818 h 994393"/>
              <a:gd name="connsiteX617" fmla="*/ 1231074 w 1993264"/>
              <a:gd name="connsiteY617" fmla="*/ 872890 h 994393"/>
              <a:gd name="connsiteX618" fmla="*/ 1233064 w 1993264"/>
              <a:gd name="connsiteY618" fmla="*/ 874942 h 994393"/>
              <a:gd name="connsiteX619" fmla="*/ 1235064 w 1993264"/>
              <a:gd name="connsiteY619" fmla="*/ 876973 h 994393"/>
              <a:gd name="connsiteX620" fmla="*/ 1237054 w 1993264"/>
              <a:gd name="connsiteY620" fmla="*/ 878993 h 994393"/>
              <a:gd name="connsiteX621" fmla="*/ 1239054 w 1993264"/>
              <a:gd name="connsiteY621" fmla="*/ 880993 h 994393"/>
              <a:gd name="connsiteX622" fmla="*/ 1241044 w 1993264"/>
              <a:gd name="connsiteY622" fmla="*/ 882973 h 994393"/>
              <a:gd name="connsiteX623" fmla="*/ 1243044 w 1993264"/>
              <a:gd name="connsiteY623" fmla="*/ 884932 h 994393"/>
              <a:gd name="connsiteX624" fmla="*/ 1245044 w 1993264"/>
              <a:gd name="connsiteY624" fmla="*/ 886871 h 994393"/>
              <a:gd name="connsiteX625" fmla="*/ 1247034 w 1993264"/>
              <a:gd name="connsiteY625" fmla="*/ 888789 h 994393"/>
              <a:gd name="connsiteX626" fmla="*/ 1249034 w 1993264"/>
              <a:gd name="connsiteY626" fmla="*/ 890696 h 994393"/>
              <a:gd name="connsiteX627" fmla="*/ 1251024 w 1993264"/>
              <a:gd name="connsiteY627" fmla="*/ 892573 h 994393"/>
              <a:gd name="connsiteX628" fmla="*/ 1253024 w 1993264"/>
              <a:gd name="connsiteY628" fmla="*/ 894440 h 994393"/>
              <a:gd name="connsiteX629" fmla="*/ 1255014 w 1993264"/>
              <a:gd name="connsiteY629" fmla="*/ 896286 h 994393"/>
              <a:gd name="connsiteX630" fmla="*/ 1257014 w 1993264"/>
              <a:gd name="connsiteY630" fmla="*/ 898112 h 994393"/>
              <a:gd name="connsiteX631" fmla="*/ 1259004 w 1993264"/>
              <a:gd name="connsiteY631" fmla="*/ 899907 h 994393"/>
              <a:gd name="connsiteX632" fmla="*/ 1261004 w 1993264"/>
              <a:gd name="connsiteY632" fmla="*/ 901692 h 994393"/>
              <a:gd name="connsiteX633" fmla="*/ 1262994 w 1993264"/>
              <a:gd name="connsiteY633" fmla="*/ 903456 h 994393"/>
              <a:gd name="connsiteX634" fmla="*/ 1264994 w 1993264"/>
              <a:gd name="connsiteY634" fmla="*/ 905200 h 994393"/>
              <a:gd name="connsiteX635" fmla="*/ 1266984 w 1993264"/>
              <a:gd name="connsiteY635" fmla="*/ 906913 h 994393"/>
              <a:gd name="connsiteX636" fmla="*/ 1268984 w 1993264"/>
              <a:gd name="connsiteY636" fmla="*/ 908615 h 994393"/>
              <a:gd name="connsiteX637" fmla="*/ 1270974 w 1993264"/>
              <a:gd name="connsiteY637" fmla="*/ 910297 h 994393"/>
              <a:gd name="connsiteX638" fmla="*/ 1272974 w 1993264"/>
              <a:gd name="connsiteY638" fmla="*/ 911959 h 994393"/>
              <a:gd name="connsiteX639" fmla="*/ 1274964 w 1993264"/>
              <a:gd name="connsiteY639" fmla="*/ 913590 h 994393"/>
              <a:gd name="connsiteX640" fmla="*/ 1276964 w 1993264"/>
              <a:gd name="connsiteY640" fmla="*/ 915210 h 994393"/>
              <a:gd name="connsiteX641" fmla="*/ 1278964 w 1993264"/>
              <a:gd name="connsiteY641" fmla="*/ 916800 h 994393"/>
              <a:gd name="connsiteX642" fmla="*/ 1280954 w 1993264"/>
              <a:gd name="connsiteY642" fmla="*/ 918380 h 994393"/>
              <a:gd name="connsiteX643" fmla="*/ 1282954 w 1993264"/>
              <a:gd name="connsiteY643" fmla="*/ 919928 h 994393"/>
              <a:gd name="connsiteX644" fmla="*/ 1284943 w 1993264"/>
              <a:gd name="connsiteY644" fmla="*/ 921457 h 994393"/>
              <a:gd name="connsiteX645" fmla="*/ 1286944 w 1993264"/>
              <a:gd name="connsiteY645" fmla="*/ 922965 h 994393"/>
              <a:gd name="connsiteX646" fmla="*/ 1288933 w 1993264"/>
              <a:gd name="connsiteY646" fmla="*/ 924462 h 994393"/>
              <a:gd name="connsiteX647" fmla="*/ 1290933 w 1993264"/>
              <a:gd name="connsiteY647" fmla="*/ 925929 h 994393"/>
              <a:gd name="connsiteX648" fmla="*/ 1292923 w 1993264"/>
              <a:gd name="connsiteY648" fmla="*/ 927375 h 994393"/>
              <a:gd name="connsiteX649" fmla="*/ 1294923 w 1993264"/>
              <a:gd name="connsiteY649" fmla="*/ 928801 h 994393"/>
              <a:gd name="connsiteX650" fmla="*/ 1296913 w 1993264"/>
              <a:gd name="connsiteY650" fmla="*/ 930206 h 994393"/>
              <a:gd name="connsiteX651" fmla="*/ 1298913 w 1993264"/>
              <a:gd name="connsiteY651" fmla="*/ 931591 h 994393"/>
              <a:gd name="connsiteX652" fmla="*/ 1300903 w 1993264"/>
              <a:gd name="connsiteY652" fmla="*/ 932945 h 994393"/>
              <a:gd name="connsiteX653" fmla="*/ 1302903 w 1993264"/>
              <a:gd name="connsiteY653" fmla="*/ 934288 h 994393"/>
              <a:gd name="connsiteX654" fmla="*/ 1304893 w 1993264"/>
              <a:gd name="connsiteY654" fmla="*/ 935611 h 994393"/>
              <a:gd name="connsiteX655" fmla="*/ 1306893 w 1993264"/>
              <a:gd name="connsiteY655" fmla="*/ 936914 h 994393"/>
              <a:gd name="connsiteX656" fmla="*/ 1308883 w 1993264"/>
              <a:gd name="connsiteY656" fmla="*/ 938196 h 994393"/>
              <a:gd name="connsiteX657" fmla="*/ 1310883 w 1993264"/>
              <a:gd name="connsiteY657" fmla="*/ 939447 h 994393"/>
              <a:gd name="connsiteX658" fmla="*/ 1312883 w 1993264"/>
              <a:gd name="connsiteY658" fmla="*/ 940688 h 994393"/>
              <a:gd name="connsiteX659" fmla="*/ 1314873 w 1993264"/>
              <a:gd name="connsiteY659" fmla="*/ 941909 h 994393"/>
              <a:gd name="connsiteX660" fmla="*/ 1316873 w 1993264"/>
              <a:gd name="connsiteY660" fmla="*/ 943109 h 994393"/>
              <a:gd name="connsiteX661" fmla="*/ 1318863 w 1993264"/>
              <a:gd name="connsiteY661" fmla="*/ 944278 h 994393"/>
              <a:gd name="connsiteX662" fmla="*/ 1320863 w 1993264"/>
              <a:gd name="connsiteY662" fmla="*/ 945437 h 994393"/>
              <a:gd name="connsiteX663" fmla="*/ 1322853 w 1993264"/>
              <a:gd name="connsiteY663" fmla="*/ 946576 h 994393"/>
              <a:gd name="connsiteX664" fmla="*/ 1324853 w 1993264"/>
              <a:gd name="connsiteY664" fmla="*/ 947694 h 994393"/>
              <a:gd name="connsiteX665" fmla="*/ 1326843 w 1993264"/>
              <a:gd name="connsiteY665" fmla="*/ 948791 h 994393"/>
              <a:gd name="connsiteX666" fmla="*/ 1328843 w 1993264"/>
              <a:gd name="connsiteY666" fmla="*/ 949879 h 994393"/>
              <a:gd name="connsiteX667" fmla="*/ 1330833 w 1993264"/>
              <a:gd name="connsiteY667" fmla="*/ 950935 h 994393"/>
              <a:gd name="connsiteX668" fmla="*/ 1332833 w 1993264"/>
              <a:gd name="connsiteY668" fmla="*/ 951971 h 994393"/>
              <a:gd name="connsiteX669" fmla="*/ 1334823 w 1993264"/>
              <a:gd name="connsiteY669" fmla="*/ 952997 h 994393"/>
              <a:gd name="connsiteX670" fmla="*/ 1336823 w 1993264"/>
              <a:gd name="connsiteY670" fmla="*/ 954002 h 994393"/>
              <a:gd name="connsiteX671" fmla="*/ 1338813 w 1993264"/>
              <a:gd name="connsiteY671" fmla="*/ 954987 h 994393"/>
              <a:gd name="connsiteX672" fmla="*/ 1340813 w 1993264"/>
              <a:gd name="connsiteY672" fmla="*/ 955951 h 994393"/>
              <a:gd name="connsiteX673" fmla="*/ 1342803 w 1993264"/>
              <a:gd name="connsiteY673" fmla="*/ 956894 h 994393"/>
              <a:gd name="connsiteX674" fmla="*/ 1344803 w 1993264"/>
              <a:gd name="connsiteY674" fmla="*/ 957828 h 994393"/>
              <a:gd name="connsiteX675" fmla="*/ 1346793 w 1993264"/>
              <a:gd name="connsiteY675" fmla="*/ 958741 h 994393"/>
              <a:gd name="connsiteX676" fmla="*/ 1348793 w 1993264"/>
              <a:gd name="connsiteY676" fmla="*/ 959633 h 994393"/>
              <a:gd name="connsiteX677" fmla="*/ 1350793 w 1993264"/>
              <a:gd name="connsiteY677" fmla="*/ 960515 h 994393"/>
              <a:gd name="connsiteX678" fmla="*/ 1352783 w 1993264"/>
              <a:gd name="connsiteY678" fmla="*/ 961366 h 994393"/>
              <a:gd name="connsiteX679" fmla="*/ 1354783 w 1993264"/>
              <a:gd name="connsiteY679" fmla="*/ 962208 h 994393"/>
              <a:gd name="connsiteX680" fmla="*/ 1356773 w 1993264"/>
              <a:gd name="connsiteY680" fmla="*/ 963038 h 994393"/>
              <a:gd name="connsiteX681" fmla="*/ 1358773 w 1993264"/>
              <a:gd name="connsiteY681" fmla="*/ 963849 h 994393"/>
              <a:gd name="connsiteX682" fmla="*/ 1360763 w 1993264"/>
              <a:gd name="connsiteY682" fmla="*/ 964638 h 994393"/>
              <a:gd name="connsiteX683" fmla="*/ 1362763 w 1993264"/>
              <a:gd name="connsiteY683" fmla="*/ 965418 h 994393"/>
              <a:gd name="connsiteX684" fmla="*/ 1364752 w 1993264"/>
              <a:gd name="connsiteY684" fmla="*/ 966177 h 994393"/>
              <a:gd name="connsiteX685" fmla="*/ 1366753 w 1993264"/>
              <a:gd name="connsiteY685" fmla="*/ 966915 h 994393"/>
              <a:gd name="connsiteX686" fmla="*/ 1368742 w 1993264"/>
              <a:gd name="connsiteY686" fmla="*/ 967644 h 994393"/>
              <a:gd name="connsiteX687" fmla="*/ 1370742 w 1993264"/>
              <a:gd name="connsiteY687" fmla="*/ 968351 h 994393"/>
              <a:gd name="connsiteX688" fmla="*/ 1372732 w 1993264"/>
              <a:gd name="connsiteY688" fmla="*/ 969049 h 994393"/>
              <a:gd name="connsiteX689" fmla="*/ 1374732 w 1993264"/>
              <a:gd name="connsiteY689" fmla="*/ 969736 h 994393"/>
              <a:gd name="connsiteX690" fmla="*/ 1376722 w 1993264"/>
              <a:gd name="connsiteY690" fmla="*/ 970403 h 994393"/>
              <a:gd name="connsiteX691" fmla="*/ 1378722 w 1993264"/>
              <a:gd name="connsiteY691" fmla="*/ 971049 h 994393"/>
              <a:gd name="connsiteX692" fmla="*/ 1380712 w 1993264"/>
              <a:gd name="connsiteY692" fmla="*/ 971695 h 994393"/>
              <a:gd name="connsiteX693" fmla="*/ 1382712 w 1993264"/>
              <a:gd name="connsiteY693" fmla="*/ 972311 h 994393"/>
              <a:gd name="connsiteX694" fmla="*/ 1384712 w 1993264"/>
              <a:gd name="connsiteY694" fmla="*/ 972926 h 994393"/>
              <a:gd name="connsiteX695" fmla="*/ 1386702 w 1993264"/>
              <a:gd name="connsiteY695" fmla="*/ 973521 h 994393"/>
              <a:gd name="connsiteX696" fmla="*/ 1388702 w 1993264"/>
              <a:gd name="connsiteY696" fmla="*/ 974105 h 994393"/>
              <a:gd name="connsiteX697" fmla="*/ 1390692 w 1993264"/>
              <a:gd name="connsiteY697" fmla="*/ 974670 h 994393"/>
              <a:gd name="connsiteX698" fmla="*/ 1392692 w 1993264"/>
              <a:gd name="connsiteY698" fmla="*/ 975223 h 994393"/>
              <a:gd name="connsiteX699" fmla="*/ 1394682 w 1993264"/>
              <a:gd name="connsiteY699" fmla="*/ 975767 h 994393"/>
              <a:gd name="connsiteX700" fmla="*/ 1396682 w 1993264"/>
              <a:gd name="connsiteY700" fmla="*/ 976300 h 994393"/>
              <a:gd name="connsiteX701" fmla="*/ 1398672 w 1993264"/>
              <a:gd name="connsiteY701" fmla="*/ 976813 h 994393"/>
              <a:gd name="connsiteX702" fmla="*/ 1400672 w 1993264"/>
              <a:gd name="connsiteY702" fmla="*/ 977326 h 994393"/>
              <a:gd name="connsiteX703" fmla="*/ 1402662 w 1993264"/>
              <a:gd name="connsiteY703" fmla="*/ 977818 h 994393"/>
              <a:gd name="connsiteX704" fmla="*/ 1404662 w 1993264"/>
              <a:gd name="connsiteY704" fmla="*/ 978301 h 994393"/>
              <a:gd name="connsiteX705" fmla="*/ 1406652 w 1993264"/>
              <a:gd name="connsiteY705" fmla="*/ 978762 h 994393"/>
              <a:gd name="connsiteX706" fmla="*/ 1408652 w 1993264"/>
              <a:gd name="connsiteY706" fmla="*/ 979224 h 994393"/>
              <a:gd name="connsiteX707" fmla="*/ 1410642 w 1993264"/>
              <a:gd name="connsiteY707" fmla="*/ 979665 h 994393"/>
              <a:gd name="connsiteX708" fmla="*/ 1412642 w 1993264"/>
              <a:gd name="connsiteY708" fmla="*/ 980106 h 994393"/>
              <a:gd name="connsiteX709" fmla="*/ 1414632 w 1993264"/>
              <a:gd name="connsiteY709" fmla="*/ 980526 h 994393"/>
              <a:gd name="connsiteX710" fmla="*/ 1416632 w 1993264"/>
              <a:gd name="connsiteY710" fmla="*/ 980947 h 994393"/>
              <a:gd name="connsiteX711" fmla="*/ 1418622 w 1993264"/>
              <a:gd name="connsiteY711" fmla="*/ 981347 h 994393"/>
              <a:gd name="connsiteX712" fmla="*/ 1420622 w 1993264"/>
              <a:gd name="connsiteY712" fmla="*/ 981737 h 994393"/>
              <a:gd name="connsiteX713" fmla="*/ 1422622 w 1993264"/>
              <a:gd name="connsiteY713" fmla="*/ 982126 h 994393"/>
              <a:gd name="connsiteX714" fmla="*/ 1424612 w 1993264"/>
              <a:gd name="connsiteY714" fmla="*/ 982496 h 994393"/>
              <a:gd name="connsiteX715" fmla="*/ 1426612 w 1993264"/>
              <a:gd name="connsiteY715" fmla="*/ 982855 h 994393"/>
              <a:gd name="connsiteX716" fmla="*/ 1428602 w 1993264"/>
              <a:gd name="connsiteY716" fmla="*/ 983214 h 994393"/>
              <a:gd name="connsiteX717" fmla="*/ 1430602 w 1993264"/>
              <a:gd name="connsiteY717" fmla="*/ 983562 h 994393"/>
              <a:gd name="connsiteX718" fmla="*/ 1432592 w 1993264"/>
              <a:gd name="connsiteY718" fmla="*/ 983890 h 994393"/>
              <a:gd name="connsiteX719" fmla="*/ 1434592 w 1993264"/>
              <a:gd name="connsiteY719" fmla="*/ 984219 h 994393"/>
              <a:gd name="connsiteX720" fmla="*/ 1436581 w 1993264"/>
              <a:gd name="connsiteY720" fmla="*/ 984537 h 994393"/>
              <a:gd name="connsiteX721" fmla="*/ 1438582 w 1993264"/>
              <a:gd name="connsiteY721" fmla="*/ 984844 h 994393"/>
              <a:gd name="connsiteX722" fmla="*/ 1440571 w 1993264"/>
              <a:gd name="connsiteY722" fmla="*/ 985152 h 994393"/>
              <a:gd name="connsiteX723" fmla="*/ 1442572 w 1993264"/>
              <a:gd name="connsiteY723" fmla="*/ 985439 h 994393"/>
              <a:gd name="connsiteX724" fmla="*/ 1444561 w 1993264"/>
              <a:gd name="connsiteY724" fmla="*/ 985726 h 994393"/>
              <a:gd name="connsiteX725" fmla="*/ 1446561 w 1993264"/>
              <a:gd name="connsiteY725" fmla="*/ 986003 h 994393"/>
              <a:gd name="connsiteX726" fmla="*/ 1448551 w 1993264"/>
              <a:gd name="connsiteY726" fmla="*/ 986270 h 994393"/>
              <a:gd name="connsiteX727" fmla="*/ 1450551 w 1993264"/>
              <a:gd name="connsiteY727" fmla="*/ 986537 h 994393"/>
              <a:gd name="connsiteX728" fmla="*/ 1452541 w 1993264"/>
              <a:gd name="connsiteY728" fmla="*/ 986793 h 994393"/>
              <a:gd name="connsiteX729" fmla="*/ 1454541 w 1993264"/>
              <a:gd name="connsiteY729" fmla="*/ 987039 h 994393"/>
              <a:gd name="connsiteX730" fmla="*/ 1456541 w 1993264"/>
              <a:gd name="connsiteY730" fmla="*/ 987275 h 994393"/>
              <a:gd name="connsiteX731" fmla="*/ 1458531 w 1993264"/>
              <a:gd name="connsiteY731" fmla="*/ 987511 h 994393"/>
              <a:gd name="connsiteX732" fmla="*/ 1460531 w 1993264"/>
              <a:gd name="connsiteY732" fmla="*/ 987737 h 994393"/>
              <a:gd name="connsiteX733" fmla="*/ 1462521 w 1993264"/>
              <a:gd name="connsiteY733" fmla="*/ 987952 h 994393"/>
              <a:gd name="connsiteX734" fmla="*/ 1464521 w 1993264"/>
              <a:gd name="connsiteY734" fmla="*/ 988168 h 994393"/>
              <a:gd name="connsiteX735" fmla="*/ 1466511 w 1993264"/>
              <a:gd name="connsiteY735" fmla="*/ 988383 h 994393"/>
              <a:gd name="connsiteX736" fmla="*/ 1468511 w 1993264"/>
              <a:gd name="connsiteY736" fmla="*/ 988578 h 994393"/>
              <a:gd name="connsiteX737" fmla="*/ 1470501 w 1993264"/>
              <a:gd name="connsiteY737" fmla="*/ 988773 h 994393"/>
              <a:gd name="connsiteX738" fmla="*/ 1472501 w 1993264"/>
              <a:gd name="connsiteY738" fmla="*/ 988968 h 994393"/>
              <a:gd name="connsiteX739" fmla="*/ 1474491 w 1993264"/>
              <a:gd name="connsiteY739" fmla="*/ 989152 h 994393"/>
              <a:gd name="connsiteX740" fmla="*/ 1476491 w 1993264"/>
              <a:gd name="connsiteY740" fmla="*/ 989327 h 994393"/>
              <a:gd name="connsiteX741" fmla="*/ 1478481 w 1993264"/>
              <a:gd name="connsiteY741" fmla="*/ 989501 h 994393"/>
              <a:gd name="connsiteX742" fmla="*/ 1480481 w 1993264"/>
              <a:gd name="connsiteY742" fmla="*/ 989665 h 994393"/>
              <a:gd name="connsiteX743" fmla="*/ 1482471 w 1993264"/>
              <a:gd name="connsiteY743" fmla="*/ 989829 h 994393"/>
              <a:gd name="connsiteX744" fmla="*/ 1484471 w 1993264"/>
              <a:gd name="connsiteY744" fmla="*/ 989993 h 994393"/>
              <a:gd name="connsiteX745" fmla="*/ 1486461 w 1993264"/>
              <a:gd name="connsiteY745" fmla="*/ 990147 h 994393"/>
              <a:gd name="connsiteX746" fmla="*/ 1488461 w 1993264"/>
              <a:gd name="connsiteY746" fmla="*/ 990291 h 994393"/>
              <a:gd name="connsiteX747" fmla="*/ 1490461 w 1993264"/>
              <a:gd name="connsiteY747" fmla="*/ 990434 h 994393"/>
              <a:gd name="connsiteX748" fmla="*/ 1492451 w 1993264"/>
              <a:gd name="connsiteY748" fmla="*/ 990578 h 994393"/>
              <a:gd name="connsiteX749" fmla="*/ 1494451 w 1993264"/>
              <a:gd name="connsiteY749" fmla="*/ 990711 h 994393"/>
              <a:gd name="connsiteX750" fmla="*/ 1496441 w 1993264"/>
              <a:gd name="connsiteY750" fmla="*/ 990845 h 994393"/>
              <a:gd name="connsiteX751" fmla="*/ 1498441 w 1993264"/>
              <a:gd name="connsiteY751" fmla="*/ 990968 h 994393"/>
              <a:gd name="connsiteX752" fmla="*/ 1500431 w 1993264"/>
              <a:gd name="connsiteY752" fmla="*/ 991091 h 994393"/>
              <a:gd name="connsiteX753" fmla="*/ 1502431 w 1993264"/>
              <a:gd name="connsiteY753" fmla="*/ 991204 h 994393"/>
              <a:gd name="connsiteX754" fmla="*/ 1504421 w 1993264"/>
              <a:gd name="connsiteY754" fmla="*/ 991327 h 994393"/>
              <a:gd name="connsiteX755" fmla="*/ 1506421 w 1993264"/>
              <a:gd name="connsiteY755" fmla="*/ 991429 h 994393"/>
              <a:gd name="connsiteX756" fmla="*/ 1508411 w 1993264"/>
              <a:gd name="connsiteY756" fmla="*/ 991542 h 994393"/>
              <a:gd name="connsiteX757" fmla="*/ 1510411 w 1993264"/>
              <a:gd name="connsiteY757" fmla="*/ 991645 h 994393"/>
              <a:gd name="connsiteX758" fmla="*/ 1512401 w 1993264"/>
              <a:gd name="connsiteY758" fmla="*/ 991747 h 994393"/>
              <a:gd name="connsiteX759" fmla="*/ 1514401 w 1993264"/>
              <a:gd name="connsiteY759" fmla="*/ 991840 h 994393"/>
              <a:gd name="connsiteX760" fmla="*/ 1516390 w 1993264"/>
              <a:gd name="connsiteY760" fmla="*/ 991932 h 994393"/>
              <a:gd name="connsiteX761" fmla="*/ 1518390 w 1993264"/>
              <a:gd name="connsiteY761" fmla="*/ 992024 h 994393"/>
              <a:gd name="connsiteX762" fmla="*/ 1520380 w 1993264"/>
              <a:gd name="connsiteY762" fmla="*/ 992117 h 994393"/>
              <a:gd name="connsiteX763" fmla="*/ 1522380 w 1993264"/>
              <a:gd name="connsiteY763" fmla="*/ 992199 h 994393"/>
              <a:gd name="connsiteX764" fmla="*/ 1524370 w 1993264"/>
              <a:gd name="connsiteY764" fmla="*/ 992281 h 994393"/>
              <a:gd name="connsiteX765" fmla="*/ 1526370 w 1993264"/>
              <a:gd name="connsiteY765" fmla="*/ 992363 h 994393"/>
              <a:gd name="connsiteX766" fmla="*/ 1528370 w 1993264"/>
              <a:gd name="connsiteY766" fmla="*/ 992435 h 994393"/>
              <a:gd name="connsiteX767" fmla="*/ 1530360 w 1993264"/>
              <a:gd name="connsiteY767" fmla="*/ 992517 h 994393"/>
              <a:gd name="connsiteX768" fmla="*/ 1532360 w 1993264"/>
              <a:gd name="connsiteY768" fmla="*/ 992588 h 994393"/>
              <a:gd name="connsiteX769" fmla="*/ 1534350 w 1993264"/>
              <a:gd name="connsiteY769" fmla="*/ 992650 h 994393"/>
              <a:gd name="connsiteX770" fmla="*/ 1536350 w 1993264"/>
              <a:gd name="connsiteY770" fmla="*/ 992722 h 994393"/>
              <a:gd name="connsiteX771" fmla="*/ 1538340 w 1993264"/>
              <a:gd name="connsiteY771" fmla="*/ 992783 h 994393"/>
              <a:gd name="connsiteX772" fmla="*/ 1540340 w 1993264"/>
              <a:gd name="connsiteY772" fmla="*/ 992845 h 994393"/>
              <a:gd name="connsiteX773" fmla="*/ 1542330 w 1993264"/>
              <a:gd name="connsiteY773" fmla="*/ 992906 h 994393"/>
              <a:gd name="connsiteX774" fmla="*/ 1544330 w 1993264"/>
              <a:gd name="connsiteY774" fmla="*/ 992968 h 994393"/>
              <a:gd name="connsiteX775" fmla="*/ 1546320 w 1993264"/>
              <a:gd name="connsiteY775" fmla="*/ 993019 h 994393"/>
              <a:gd name="connsiteX776" fmla="*/ 1548320 w 1993264"/>
              <a:gd name="connsiteY776" fmla="*/ 993070 h 994393"/>
              <a:gd name="connsiteX777" fmla="*/ 1550310 w 1993264"/>
              <a:gd name="connsiteY777" fmla="*/ 993122 h 994393"/>
              <a:gd name="connsiteX778" fmla="*/ 1552310 w 1993264"/>
              <a:gd name="connsiteY778" fmla="*/ 993173 h 994393"/>
              <a:gd name="connsiteX779" fmla="*/ 1554300 w 1993264"/>
              <a:gd name="connsiteY779" fmla="*/ 993224 h 994393"/>
              <a:gd name="connsiteX780" fmla="*/ 1556300 w 1993264"/>
              <a:gd name="connsiteY780" fmla="*/ 993265 h 994393"/>
              <a:gd name="connsiteX781" fmla="*/ 1558290 w 1993264"/>
              <a:gd name="connsiteY781" fmla="*/ 993317 h 994393"/>
              <a:gd name="connsiteX782" fmla="*/ 1560290 w 1993264"/>
              <a:gd name="connsiteY782" fmla="*/ 993358 h 994393"/>
              <a:gd name="connsiteX783" fmla="*/ 1562290 w 1993264"/>
              <a:gd name="connsiteY783" fmla="*/ 993399 h 994393"/>
              <a:gd name="connsiteX784" fmla="*/ 1564280 w 1993264"/>
              <a:gd name="connsiteY784" fmla="*/ 993440 h 994393"/>
              <a:gd name="connsiteX785" fmla="*/ 1566280 w 1993264"/>
              <a:gd name="connsiteY785" fmla="*/ 993481 h 994393"/>
              <a:gd name="connsiteX786" fmla="*/ 1568270 w 1993264"/>
              <a:gd name="connsiteY786" fmla="*/ 993511 h 994393"/>
              <a:gd name="connsiteX787" fmla="*/ 1570270 w 1993264"/>
              <a:gd name="connsiteY787" fmla="*/ 993553 h 994393"/>
              <a:gd name="connsiteX788" fmla="*/ 1572260 w 1993264"/>
              <a:gd name="connsiteY788" fmla="*/ 993583 h 994393"/>
              <a:gd name="connsiteX789" fmla="*/ 1574260 w 1993264"/>
              <a:gd name="connsiteY789" fmla="*/ 993614 h 994393"/>
              <a:gd name="connsiteX790" fmla="*/ 1576250 w 1993264"/>
              <a:gd name="connsiteY790" fmla="*/ 993655 h 994393"/>
              <a:gd name="connsiteX791" fmla="*/ 1578250 w 1993264"/>
              <a:gd name="connsiteY791" fmla="*/ 993686 h 994393"/>
              <a:gd name="connsiteX792" fmla="*/ 1580240 w 1993264"/>
              <a:gd name="connsiteY792" fmla="*/ 993706 h 994393"/>
              <a:gd name="connsiteX793" fmla="*/ 1582240 w 1993264"/>
              <a:gd name="connsiteY793" fmla="*/ 993737 h 994393"/>
              <a:gd name="connsiteX794" fmla="*/ 1584230 w 1993264"/>
              <a:gd name="connsiteY794" fmla="*/ 993768 h 994393"/>
              <a:gd name="connsiteX795" fmla="*/ 1586230 w 1993264"/>
              <a:gd name="connsiteY795" fmla="*/ 993788 h 994393"/>
              <a:gd name="connsiteX796" fmla="*/ 1588220 w 1993264"/>
              <a:gd name="connsiteY796" fmla="*/ 993819 h 994393"/>
              <a:gd name="connsiteX797" fmla="*/ 1590220 w 1993264"/>
              <a:gd name="connsiteY797" fmla="*/ 993840 h 994393"/>
              <a:gd name="connsiteX798" fmla="*/ 1592209 w 1993264"/>
              <a:gd name="connsiteY798" fmla="*/ 993871 h 994393"/>
              <a:gd name="connsiteX799" fmla="*/ 1594210 w 1993264"/>
              <a:gd name="connsiteY799" fmla="*/ 993891 h 994393"/>
              <a:gd name="connsiteX800" fmla="*/ 1596199 w 1993264"/>
              <a:gd name="connsiteY800" fmla="*/ 993911 h 994393"/>
              <a:gd name="connsiteX801" fmla="*/ 1598199 w 1993264"/>
              <a:gd name="connsiteY801" fmla="*/ 993932 h 994393"/>
              <a:gd name="connsiteX802" fmla="*/ 1600200 w 1993264"/>
              <a:gd name="connsiteY802" fmla="*/ 993953 h 994393"/>
              <a:gd name="connsiteX803" fmla="*/ 1602189 w 1993264"/>
              <a:gd name="connsiteY803" fmla="*/ 993973 h 994393"/>
              <a:gd name="connsiteX804" fmla="*/ 1604189 w 1993264"/>
              <a:gd name="connsiteY804" fmla="*/ 993983 h 994393"/>
              <a:gd name="connsiteX805" fmla="*/ 1606179 w 1993264"/>
              <a:gd name="connsiteY805" fmla="*/ 994004 h 994393"/>
              <a:gd name="connsiteX806" fmla="*/ 1608179 w 1993264"/>
              <a:gd name="connsiteY806" fmla="*/ 994024 h 994393"/>
              <a:gd name="connsiteX807" fmla="*/ 1610169 w 1993264"/>
              <a:gd name="connsiteY807" fmla="*/ 994035 h 994393"/>
              <a:gd name="connsiteX808" fmla="*/ 1612169 w 1993264"/>
              <a:gd name="connsiteY808" fmla="*/ 994055 h 994393"/>
              <a:gd name="connsiteX809" fmla="*/ 1614159 w 1993264"/>
              <a:gd name="connsiteY809" fmla="*/ 994065 h 994393"/>
              <a:gd name="connsiteX810" fmla="*/ 1616159 w 1993264"/>
              <a:gd name="connsiteY810" fmla="*/ 994086 h 994393"/>
              <a:gd name="connsiteX811" fmla="*/ 1618149 w 1993264"/>
              <a:gd name="connsiteY811" fmla="*/ 994096 h 994393"/>
              <a:gd name="connsiteX812" fmla="*/ 1620149 w 1993264"/>
              <a:gd name="connsiteY812" fmla="*/ 994106 h 994393"/>
              <a:gd name="connsiteX813" fmla="*/ 1622139 w 1993264"/>
              <a:gd name="connsiteY813" fmla="*/ 994127 h 994393"/>
              <a:gd name="connsiteX814" fmla="*/ 1624139 w 1993264"/>
              <a:gd name="connsiteY814" fmla="*/ 994137 h 994393"/>
              <a:gd name="connsiteX815" fmla="*/ 1626129 w 1993264"/>
              <a:gd name="connsiteY815" fmla="*/ 994147 h 994393"/>
              <a:gd name="connsiteX816" fmla="*/ 1628129 w 1993264"/>
              <a:gd name="connsiteY816" fmla="*/ 994158 h 994393"/>
              <a:gd name="connsiteX817" fmla="*/ 1630119 w 1993264"/>
              <a:gd name="connsiteY817" fmla="*/ 994168 h 994393"/>
              <a:gd name="connsiteX818" fmla="*/ 1632119 w 1993264"/>
              <a:gd name="connsiteY818" fmla="*/ 994178 h 994393"/>
              <a:gd name="connsiteX819" fmla="*/ 1634119 w 1993264"/>
              <a:gd name="connsiteY819" fmla="*/ 994188 h 994393"/>
              <a:gd name="connsiteX820" fmla="*/ 1636109 w 1993264"/>
              <a:gd name="connsiteY820" fmla="*/ 994199 h 994393"/>
              <a:gd name="connsiteX821" fmla="*/ 1638109 w 1993264"/>
              <a:gd name="connsiteY821" fmla="*/ 994209 h 994393"/>
              <a:gd name="connsiteX822" fmla="*/ 1640099 w 1993264"/>
              <a:gd name="connsiteY822" fmla="*/ 994219 h 994393"/>
              <a:gd name="connsiteX823" fmla="*/ 1642099 w 1993264"/>
              <a:gd name="connsiteY823" fmla="*/ 994219 h 994393"/>
              <a:gd name="connsiteX824" fmla="*/ 1644089 w 1993264"/>
              <a:gd name="connsiteY824" fmla="*/ 994229 h 994393"/>
              <a:gd name="connsiteX825" fmla="*/ 1646089 w 1993264"/>
              <a:gd name="connsiteY825" fmla="*/ 994240 h 994393"/>
              <a:gd name="connsiteX826" fmla="*/ 1648079 w 1993264"/>
              <a:gd name="connsiteY826" fmla="*/ 994250 h 994393"/>
              <a:gd name="connsiteX827" fmla="*/ 1650079 w 1993264"/>
              <a:gd name="connsiteY827" fmla="*/ 994250 h 994393"/>
              <a:gd name="connsiteX828" fmla="*/ 1652069 w 1993264"/>
              <a:gd name="connsiteY828" fmla="*/ 994260 h 994393"/>
              <a:gd name="connsiteX829" fmla="*/ 1654069 w 1993264"/>
              <a:gd name="connsiteY829" fmla="*/ 994270 h 994393"/>
              <a:gd name="connsiteX830" fmla="*/ 1656059 w 1993264"/>
              <a:gd name="connsiteY830" fmla="*/ 994270 h 994393"/>
              <a:gd name="connsiteX831" fmla="*/ 1658059 w 1993264"/>
              <a:gd name="connsiteY831" fmla="*/ 994281 h 994393"/>
              <a:gd name="connsiteX832" fmla="*/ 1660049 w 1993264"/>
              <a:gd name="connsiteY832" fmla="*/ 994281 h 994393"/>
              <a:gd name="connsiteX833" fmla="*/ 1662049 w 1993264"/>
              <a:gd name="connsiteY833" fmla="*/ 994291 h 994393"/>
              <a:gd name="connsiteX834" fmla="*/ 1664038 w 1993264"/>
              <a:gd name="connsiteY834" fmla="*/ 994291 h 994393"/>
              <a:gd name="connsiteX835" fmla="*/ 1666039 w 1993264"/>
              <a:gd name="connsiteY835" fmla="*/ 994301 h 994393"/>
              <a:gd name="connsiteX836" fmla="*/ 1668039 w 1993264"/>
              <a:gd name="connsiteY836" fmla="*/ 994301 h 994393"/>
              <a:gd name="connsiteX837" fmla="*/ 1670028 w 1993264"/>
              <a:gd name="connsiteY837" fmla="*/ 994312 h 994393"/>
              <a:gd name="connsiteX838" fmla="*/ 1672029 w 1993264"/>
              <a:gd name="connsiteY838" fmla="*/ 994312 h 994393"/>
              <a:gd name="connsiteX839" fmla="*/ 1674018 w 1993264"/>
              <a:gd name="connsiteY839" fmla="*/ 994312 h 994393"/>
              <a:gd name="connsiteX840" fmla="*/ 1676019 w 1993264"/>
              <a:gd name="connsiteY840" fmla="*/ 994322 h 994393"/>
              <a:gd name="connsiteX841" fmla="*/ 1678008 w 1993264"/>
              <a:gd name="connsiteY841" fmla="*/ 994322 h 994393"/>
              <a:gd name="connsiteX842" fmla="*/ 1680009 w 1993264"/>
              <a:gd name="connsiteY842" fmla="*/ 994332 h 994393"/>
              <a:gd name="connsiteX843" fmla="*/ 1681998 w 1993264"/>
              <a:gd name="connsiteY843" fmla="*/ 994332 h 994393"/>
              <a:gd name="connsiteX844" fmla="*/ 1683998 w 1993264"/>
              <a:gd name="connsiteY844" fmla="*/ 994332 h 994393"/>
              <a:gd name="connsiteX845" fmla="*/ 1685988 w 1993264"/>
              <a:gd name="connsiteY845" fmla="*/ 994332 h 994393"/>
              <a:gd name="connsiteX846" fmla="*/ 1687988 w 1993264"/>
              <a:gd name="connsiteY846" fmla="*/ 994342 h 994393"/>
              <a:gd name="connsiteX847" fmla="*/ 1689978 w 1993264"/>
              <a:gd name="connsiteY847" fmla="*/ 994342 h 994393"/>
              <a:gd name="connsiteX848" fmla="*/ 1691978 w 1993264"/>
              <a:gd name="connsiteY848" fmla="*/ 994342 h 994393"/>
              <a:gd name="connsiteX849" fmla="*/ 1693968 w 1993264"/>
              <a:gd name="connsiteY849" fmla="*/ 994353 h 994393"/>
              <a:gd name="connsiteX850" fmla="*/ 1695968 w 1993264"/>
              <a:gd name="connsiteY850" fmla="*/ 994353 h 994393"/>
              <a:gd name="connsiteX851" fmla="*/ 1697958 w 1993264"/>
              <a:gd name="connsiteY851" fmla="*/ 994353 h 994393"/>
              <a:gd name="connsiteX852" fmla="*/ 1699958 w 1993264"/>
              <a:gd name="connsiteY852" fmla="*/ 994353 h 994393"/>
              <a:gd name="connsiteX853" fmla="*/ 1701948 w 1993264"/>
              <a:gd name="connsiteY853" fmla="*/ 994353 h 994393"/>
              <a:gd name="connsiteX854" fmla="*/ 1703948 w 1993264"/>
              <a:gd name="connsiteY854" fmla="*/ 994363 h 994393"/>
              <a:gd name="connsiteX855" fmla="*/ 1705948 w 1993264"/>
              <a:gd name="connsiteY855" fmla="*/ 994363 h 994393"/>
              <a:gd name="connsiteX856" fmla="*/ 1707938 w 1993264"/>
              <a:gd name="connsiteY856" fmla="*/ 994363 h 994393"/>
              <a:gd name="connsiteX857" fmla="*/ 1709938 w 1993264"/>
              <a:gd name="connsiteY857" fmla="*/ 994363 h 994393"/>
              <a:gd name="connsiteX858" fmla="*/ 1711928 w 1993264"/>
              <a:gd name="connsiteY858" fmla="*/ 994363 h 994393"/>
              <a:gd name="connsiteX859" fmla="*/ 1713928 w 1993264"/>
              <a:gd name="connsiteY859" fmla="*/ 994363 h 994393"/>
              <a:gd name="connsiteX860" fmla="*/ 1715918 w 1993264"/>
              <a:gd name="connsiteY860" fmla="*/ 994373 h 994393"/>
              <a:gd name="connsiteX861" fmla="*/ 1717918 w 1993264"/>
              <a:gd name="connsiteY861" fmla="*/ 994373 h 994393"/>
              <a:gd name="connsiteX862" fmla="*/ 1719908 w 1993264"/>
              <a:gd name="connsiteY862" fmla="*/ 994373 h 994393"/>
              <a:gd name="connsiteX863" fmla="*/ 1721908 w 1993264"/>
              <a:gd name="connsiteY863" fmla="*/ 994373 h 994393"/>
              <a:gd name="connsiteX864" fmla="*/ 1723898 w 1993264"/>
              <a:gd name="connsiteY864" fmla="*/ 994373 h 994393"/>
              <a:gd name="connsiteX865" fmla="*/ 1725898 w 1993264"/>
              <a:gd name="connsiteY865" fmla="*/ 994373 h 994393"/>
              <a:gd name="connsiteX866" fmla="*/ 1727888 w 1993264"/>
              <a:gd name="connsiteY866" fmla="*/ 994373 h 994393"/>
              <a:gd name="connsiteX867" fmla="*/ 1729888 w 1993264"/>
              <a:gd name="connsiteY867" fmla="*/ 994373 h 994393"/>
              <a:gd name="connsiteX868" fmla="*/ 1731878 w 1993264"/>
              <a:gd name="connsiteY868" fmla="*/ 994383 h 994393"/>
              <a:gd name="connsiteX869" fmla="*/ 1733878 w 1993264"/>
              <a:gd name="connsiteY869" fmla="*/ 994383 h 994393"/>
              <a:gd name="connsiteX870" fmla="*/ 1735868 w 1993264"/>
              <a:gd name="connsiteY870" fmla="*/ 994383 h 994393"/>
              <a:gd name="connsiteX871" fmla="*/ 1737868 w 1993264"/>
              <a:gd name="connsiteY871" fmla="*/ 994383 h 994393"/>
              <a:gd name="connsiteX872" fmla="*/ 1739868 w 1993264"/>
              <a:gd name="connsiteY872" fmla="*/ 994383 h 994393"/>
              <a:gd name="connsiteX873" fmla="*/ 1741858 w 1993264"/>
              <a:gd name="connsiteY873" fmla="*/ 994383 h 994393"/>
              <a:gd name="connsiteX874" fmla="*/ 1743858 w 1993264"/>
              <a:gd name="connsiteY874" fmla="*/ 994383 h 994393"/>
              <a:gd name="connsiteX875" fmla="*/ 1745848 w 1993264"/>
              <a:gd name="connsiteY875" fmla="*/ 994383 h 994393"/>
              <a:gd name="connsiteX876" fmla="*/ 1747848 w 1993264"/>
              <a:gd name="connsiteY876" fmla="*/ 994383 h 994393"/>
              <a:gd name="connsiteX877" fmla="*/ 1749837 w 1993264"/>
              <a:gd name="connsiteY877" fmla="*/ 994383 h 994393"/>
              <a:gd name="connsiteX878" fmla="*/ 1751838 w 1993264"/>
              <a:gd name="connsiteY878" fmla="*/ 994383 h 994393"/>
              <a:gd name="connsiteX879" fmla="*/ 1753827 w 1993264"/>
              <a:gd name="connsiteY879" fmla="*/ 994383 h 994393"/>
              <a:gd name="connsiteX880" fmla="*/ 1755827 w 1993264"/>
              <a:gd name="connsiteY880" fmla="*/ 994383 h 994393"/>
              <a:gd name="connsiteX881" fmla="*/ 1757817 w 1993264"/>
              <a:gd name="connsiteY881" fmla="*/ 994383 h 994393"/>
              <a:gd name="connsiteX882" fmla="*/ 1759818 w 1993264"/>
              <a:gd name="connsiteY882" fmla="*/ 994383 h 994393"/>
              <a:gd name="connsiteX883" fmla="*/ 1761807 w 1993264"/>
              <a:gd name="connsiteY883" fmla="*/ 994394 h 994393"/>
              <a:gd name="connsiteX884" fmla="*/ 1763807 w 1993264"/>
              <a:gd name="connsiteY884" fmla="*/ 994394 h 994393"/>
              <a:gd name="connsiteX885" fmla="*/ 1765797 w 1993264"/>
              <a:gd name="connsiteY885" fmla="*/ 994394 h 994393"/>
              <a:gd name="connsiteX886" fmla="*/ 1767797 w 1993264"/>
              <a:gd name="connsiteY886" fmla="*/ 994394 h 994393"/>
              <a:gd name="connsiteX887" fmla="*/ 1769787 w 1993264"/>
              <a:gd name="connsiteY887" fmla="*/ 994394 h 994393"/>
              <a:gd name="connsiteX888" fmla="*/ 1771787 w 1993264"/>
              <a:gd name="connsiteY888" fmla="*/ 994394 h 994393"/>
              <a:gd name="connsiteX889" fmla="*/ 1773777 w 1993264"/>
              <a:gd name="connsiteY889" fmla="*/ 994394 h 994393"/>
              <a:gd name="connsiteX890" fmla="*/ 1775777 w 1993264"/>
              <a:gd name="connsiteY890" fmla="*/ 994394 h 994393"/>
              <a:gd name="connsiteX891" fmla="*/ 1777777 w 1993264"/>
              <a:gd name="connsiteY891" fmla="*/ 994394 h 994393"/>
              <a:gd name="connsiteX892" fmla="*/ 1779767 w 1993264"/>
              <a:gd name="connsiteY892" fmla="*/ 994394 h 994393"/>
              <a:gd name="connsiteX893" fmla="*/ 1781767 w 1993264"/>
              <a:gd name="connsiteY893" fmla="*/ 994394 h 994393"/>
              <a:gd name="connsiteX894" fmla="*/ 1783757 w 1993264"/>
              <a:gd name="connsiteY894" fmla="*/ 994394 h 994393"/>
              <a:gd name="connsiteX895" fmla="*/ 1785757 w 1993264"/>
              <a:gd name="connsiteY895" fmla="*/ 994394 h 994393"/>
              <a:gd name="connsiteX896" fmla="*/ 1787747 w 1993264"/>
              <a:gd name="connsiteY896" fmla="*/ 994394 h 994393"/>
              <a:gd name="connsiteX897" fmla="*/ 1789747 w 1993264"/>
              <a:gd name="connsiteY897" fmla="*/ 994394 h 994393"/>
              <a:gd name="connsiteX898" fmla="*/ 1791737 w 1993264"/>
              <a:gd name="connsiteY898" fmla="*/ 994394 h 994393"/>
              <a:gd name="connsiteX899" fmla="*/ 1793737 w 1993264"/>
              <a:gd name="connsiteY899" fmla="*/ 994394 h 994393"/>
              <a:gd name="connsiteX900" fmla="*/ 1795727 w 1993264"/>
              <a:gd name="connsiteY900" fmla="*/ 994394 h 994393"/>
              <a:gd name="connsiteX901" fmla="*/ 1797727 w 1993264"/>
              <a:gd name="connsiteY901" fmla="*/ 994394 h 994393"/>
              <a:gd name="connsiteX902" fmla="*/ 1799717 w 1993264"/>
              <a:gd name="connsiteY902" fmla="*/ 994394 h 994393"/>
              <a:gd name="connsiteX903" fmla="*/ 1801717 w 1993264"/>
              <a:gd name="connsiteY903" fmla="*/ 994394 h 994393"/>
              <a:gd name="connsiteX904" fmla="*/ 1803707 w 1993264"/>
              <a:gd name="connsiteY904" fmla="*/ 994394 h 994393"/>
              <a:gd name="connsiteX905" fmla="*/ 1805707 w 1993264"/>
              <a:gd name="connsiteY905" fmla="*/ 994394 h 994393"/>
              <a:gd name="connsiteX906" fmla="*/ 1807697 w 1993264"/>
              <a:gd name="connsiteY906" fmla="*/ 994394 h 994393"/>
              <a:gd name="connsiteX907" fmla="*/ 1809697 w 1993264"/>
              <a:gd name="connsiteY907" fmla="*/ 994394 h 994393"/>
              <a:gd name="connsiteX908" fmla="*/ 1811697 w 1993264"/>
              <a:gd name="connsiteY908" fmla="*/ 994394 h 994393"/>
              <a:gd name="connsiteX909" fmla="*/ 1813687 w 1993264"/>
              <a:gd name="connsiteY909" fmla="*/ 994394 h 994393"/>
              <a:gd name="connsiteX910" fmla="*/ 1815687 w 1993264"/>
              <a:gd name="connsiteY910" fmla="*/ 994394 h 994393"/>
              <a:gd name="connsiteX911" fmla="*/ 1817677 w 1993264"/>
              <a:gd name="connsiteY911" fmla="*/ 994394 h 994393"/>
              <a:gd name="connsiteX912" fmla="*/ 1819677 w 1993264"/>
              <a:gd name="connsiteY912" fmla="*/ 994394 h 994393"/>
              <a:gd name="connsiteX913" fmla="*/ 1821666 w 1993264"/>
              <a:gd name="connsiteY913" fmla="*/ 994394 h 994393"/>
              <a:gd name="connsiteX914" fmla="*/ 1823667 w 1993264"/>
              <a:gd name="connsiteY914" fmla="*/ 994394 h 994393"/>
              <a:gd name="connsiteX915" fmla="*/ 1825657 w 1993264"/>
              <a:gd name="connsiteY915" fmla="*/ 994394 h 994393"/>
              <a:gd name="connsiteX916" fmla="*/ 1827657 w 1993264"/>
              <a:gd name="connsiteY916" fmla="*/ 994394 h 994393"/>
              <a:gd name="connsiteX917" fmla="*/ 1829646 w 1993264"/>
              <a:gd name="connsiteY917" fmla="*/ 994394 h 994393"/>
              <a:gd name="connsiteX918" fmla="*/ 1831646 w 1993264"/>
              <a:gd name="connsiteY918" fmla="*/ 994394 h 994393"/>
              <a:gd name="connsiteX919" fmla="*/ 1833636 w 1993264"/>
              <a:gd name="connsiteY919" fmla="*/ 994394 h 994393"/>
              <a:gd name="connsiteX920" fmla="*/ 1835636 w 1993264"/>
              <a:gd name="connsiteY920" fmla="*/ 994394 h 994393"/>
              <a:gd name="connsiteX921" fmla="*/ 1837626 w 1993264"/>
              <a:gd name="connsiteY921" fmla="*/ 994394 h 994393"/>
              <a:gd name="connsiteX922" fmla="*/ 1839626 w 1993264"/>
              <a:gd name="connsiteY922" fmla="*/ 994394 h 994393"/>
              <a:gd name="connsiteX923" fmla="*/ 1841616 w 1993264"/>
              <a:gd name="connsiteY923" fmla="*/ 994394 h 994393"/>
              <a:gd name="connsiteX924" fmla="*/ 1843616 w 1993264"/>
              <a:gd name="connsiteY924" fmla="*/ 994394 h 994393"/>
              <a:gd name="connsiteX925" fmla="*/ 1845616 w 1993264"/>
              <a:gd name="connsiteY925" fmla="*/ 994394 h 994393"/>
              <a:gd name="connsiteX926" fmla="*/ 1847606 w 1993264"/>
              <a:gd name="connsiteY926" fmla="*/ 994394 h 994393"/>
              <a:gd name="connsiteX927" fmla="*/ 1849606 w 1993264"/>
              <a:gd name="connsiteY927" fmla="*/ 994394 h 994393"/>
              <a:gd name="connsiteX928" fmla="*/ 1851596 w 1993264"/>
              <a:gd name="connsiteY928" fmla="*/ 994394 h 994393"/>
              <a:gd name="connsiteX929" fmla="*/ 1853596 w 1993264"/>
              <a:gd name="connsiteY929" fmla="*/ 994394 h 994393"/>
              <a:gd name="connsiteX930" fmla="*/ 1855586 w 1993264"/>
              <a:gd name="connsiteY930" fmla="*/ 994394 h 994393"/>
              <a:gd name="connsiteX931" fmla="*/ 1857586 w 1993264"/>
              <a:gd name="connsiteY931" fmla="*/ 994394 h 994393"/>
              <a:gd name="connsiteX932" fmla="*/ 1859576 w 1993264"/>
              <a:gd name="connsiteY932" fmla="*/ 994394 h 994393"/>
              <a:gd name="connsiteX933" fmla="*/ 1861576 w 1993264"/>
              <a:gd name="connsiteY933" fmla="*/ 994394 h 994393"/>
              <a:gd name="connsiteX934" fmla="*/ 1863566 w 1993264"/>
              <a:gd name="connsiteY934" fmla="*/ 994394 h 994393"/>
              <a:gd name="connsiteX935" fmla="*/ 1865566 w 1993264"/>
              <a:gd name="connsiteY935" fmla="*/ 994394 h 994393"/>
              <a:gd name="connsiteX936" fmla="*/ 1867556 w 1993264"/>
              <a:gd name="connsiteY936" fmla="*/ 994394 h 994393"/>
              <a:gd name="connsiteX937" fmla="*/ 1869556 w 1993264"/>
              <a:gd name="connsiteY937" fmla="*/ 994394 h 994393"/>
              <a:gd name="connsiteX938" fmla="*/ 1871546 w 1993264"/>
              <a:gd name="connsiteY938" fmla="*/ 994394 h 994393"/>
              <a:gd name="connsiteX939" fmla="*/ 1873546 w 1993264"/>
              <a:gd name="connsiteY939" fmla="*/ 994394 h 994393"/>
              <a:gd name="connsiteX940" fmla="*/ 1875536 w 1993264"/>
              <a:gd name="connsiteY940" fmla="*/ 994394 h 994393"/>
              <a:gd name="connsiteX941" fmla="*/ 1877536 w 1993264"/>
              <a:gd name="connsiteY941" fmla="*/ 994394 h 994393"/>
              <a:gd name="connsiteX942" fmla="*/ 1879526 w 1993264"/>
              <a:gd name="connsiteY942" fmla="*/ 994394 h 994393"/>
              <a:gd name="connsiteX943" fmla="*/ 1881526 w 1993264"/>
              <a:gd name="connsiteY943" fmla="*/ 994394 h 994393"/>
              <a:gd name="connsiteX944" fmla="*/ 1883526 w 1993264"/>
              <a:gd name="connsiteY944" fmla="*/ 994394 h 994393"/>
              <a:gd name="connsiteX945" fmla="*/ 1885516 w 1993264"/>
              <a:gd name="connsiteY945" fmla="*/ 994394 h 994393"/>
              <a:gd name="connsiteX946" fmla="*/ 1887516 w 1993264"/>
              <a:gd name="connsiteY946" fmla="*/ 994394 h 994393"/>
              <a:gd name="connsiteX947" fmla="*/ 1889506 w 1993264"/>
              <a:gd name="connsiteY947" fmla="*/ 994394 h 994393"/>
              <a:gd name="connsiteX948" fmla="*/ 1891506 w 1993264"/>
              <a:gd name="connsiteY948" fmla="*/ 994394 h 994393"/>
              <a:gd name="connsiteX949" fmla="*/ 1893496 w 1993264"/>
              <a:gd name="connsiteY949" fmla="*/ 994394 h 994393"/>
              <a:gd name="connsiteX950" fmla="*/ 1895496 w 1993264"/>
              <a:gd name="connsiteY950" fmla="*/ 994394 h 994393"/>
              <a:gd name="connsiteX951" fmla="*/ 1897486 w 1993264"/>
              <a:gd name="connsiteY951" fmla="*/ 994394 h 994393"/>
              <a:gd name="connsiteX952" fmla="*/ 1899486 w 1993264"/>
              <a:gd name="connsiteY952" fmla="*/ 994394 h 994393"/>
              <a:gd name="connsiteX953" fmla="*/ 1901475 w 1993264"/>
              <a:gd name="connsiteY953" fmla="*/ 994394 h 994393"/>
              <a:gd name="connsiteX954" fmla="*/ 1903475 w 1993264"/>
              <a:gd name="connsiteY954" fmla="*/ 994394 h 994393"/>
              <a:gd name="connsiteX955" fmla="*/ 1905466 w 1993264"/>
              <a:gd name="connsiteY955" fmla="*/ 994394 h 994393"/>
              <a:gd name="connsiteX956" fmla="*/ 1907466 w 1993264"/>
              <a:gd name="connsiteY956" fmla="*/ 994394 h 994393"/>
              <a:gd name="connsiteX957" fmla="*/ 1909455 w 1993264"/>
              <a:gd name="connsiteY957" fmla="*/ 994394 h 994393"/>
              <a:gd name="connsiteX958" fmla="*/ 1911455 w 1993264"/>
              <a:gd name="connsiteY958" fmla="*/ 994394 h 994393"/>
              <a:gd name="connsiteX959" fmla="*/ 1913445 w 1993264"/>
              <a:gd name="connsiteY959" fmla="*/ 994394 h 994393"/>
              <a:gd name="connsiteX960" fmla="*/ 1915445 w 1993264"/>
              <a:gd name="connsiteY960" fmla="*/ 994394 h 994393"/>
              <a:gd name="connsiteX961" fmla="*/ 1917446 w 1993264"/>
              <a:gd name="connsiteY961" fmla="*/ 994394 h 994393"/>
              <a:gd name="connsiteX962" fmla="*/ 1919435 w 1993264"/>
              <a:gd name="connsiteY962" fmla="*/ 994394 h 994393"/>
              <a:gd name="connsiteX963" fmla="*/ 1921435 w 1993264"/>
              <a:gd name="connsiteY963" fmla="*/ 994394 h 994393"/>
              <a:gd name="connsiteX964" fmla="*/ 1923425 w 1993264"/>
              <a:gd name="connsiteY964" fmla="*/ 994394 h 994393"/>
              <a:gd name="connsiteX965" fmla="*/ 1925425 w 1993264"/>
              <a:gd name="connsiteY965" fmla="*/ 994394 h 994393"/>
              <a:gd name="connsiteX966" fmla="*/ 1927415 w 1993264"/>
              <a:gd name="connsiteY966" fmla="*/ 994394 h 994393"/>
              <a:gd name="connsiteX967" fmla="*/ 1929415 w 1993264"/>
              <a:gd name="connsiteY967" fmla="*/ 994394 h 994393"/>
              <a:gd name="connsiteX968" fmla="*/ 1931405 w 1993264"/>
              <a:gd name="connsiteY968" fmla="*/ 994394 h 994393"/>
              <a:gd name="connsiteX969" fmla="*/ 1933405 w 1993264"/>
              <a:gd name="connsiteY969" fmla="*/ 994394 h 994393"/>
              <a:gd name="connsiteX970" fmla="*/ 1935395 w 1993264"/>
              <a:gd name="connsiteY970" fmla="*/ 994394 h 994393"/>
              <a:gd name="connsiteX971" fmla="*/ 1937395 w 1993264"/>
              <a:gd name="connsiteY971" fmla="*/ 994394 h 994393"/>
              <a:gd name="connsiteX972" fmla="*/ 1939385 w 1993264"/>
              <a:gd name="connsiteY972" fmla="*/ 994394 h 994393"/>
              <a:gd name="connsiteX973" fmla="*/ 1941385 w 1993264"/>
              <a:gd name="connsiteY973" fmla="*/ 994394 h 994393"/>
              <a:gd name="connsiteX974" fmla="*/ 1943375 w 1993264"/>
              <a:gd name="connsiteY974" fmla="*/ 994394 h 994393"/>
              <a:gd name="connsiteX975" fmla="*/ 1945375 w 1993264"/>
              <a:gd name="connsiteY975" fmla="*/ 994394 h 994393"/>
              <a:gd name="connsiteX976" fmla="*/ 1947365 w 1993264"/>
              <a:gd name="connsiteY976" fmla="*/ 994394 h 994393"/>
              <a:gd name="connsiteX977" fmla="*/ 1949365 w 1993264"/>
              <a:gd name="connsiteY977" fmla="*/ 994394 h 994393"/>
              <a:gd name="connsiteX978" fmla="*/ 1951355 w 1993264"/>
              <a:gd name="connsiteY978" fmla="*/ 994394 h 994393"/>
              <a:gd name="connsiteX979" fmla="*/ 1953355 w 1993264"/>
              <a:gd name="connsiteY979" fmla="*/ 994394 h 994393"/>
              <a:gd name="connsiteX980" fmla="*/ 1955355 w 1993264"/>
              <a:gd name="connsiteY980" fmla="*/ 994394 h 994393"/>
              <a:gd name="connsiteX981" fmla="*/ 1957345 w 1993264"/>
              <a:gd name="connsiteY981" fmla="*/ 994394 h 994393"/>
              <a:gd name="connsiteX982" fmla="*/ 1959345 w 1993264"/>
              <a:gd name="connsiteY982" fmla="*/ 994394 h 994393"/>
              <a:gd name="connsiteX983" fmla="*/ 1961335 w 1993264"/>
              <a:gd name="connsiteY983" fmla="*/ 994394 h 994393"/>
              <a:gd name="connsiteX984" fmla="*/ 1963335 w 1993264"/>
              <a:gd name="connsiteY984" fmla="*/ 994394 h 994393"/>
              <a:gd name="connsiteX985" fmla="*/ 1965325 w 1993264"/>
              <a:gd name="connsiteY985" fmla="*/ 994394 h 994393"/>
              <a:gd name="connsiteX986" fmla="*/ 1967325 w 1993264"/>
              <a:gd name="connsiteY986" fmla="*/ 994394 h 994393"/>
              <a:gd name="connsiteX987" fmla="*/ 1969315 w 1993264"/>
              <a:gd name="connsiteY987" fmla="*/ 994394 h 994393"/>
              <a:gd name="connsiteX988" fmla="*/ 1971315 w 1993264"/>
              <a:gd name="connsiteY988" fmla="*/ 994394 h 994393"/>
              <a:gd name="connsiteX989" fmla="*/ 1973305 w 1993264"/>
              <a:gd name="connsiteY989" fmla="*/ 994394 h 994393"/>
              <a:gd name="connsiteX990" fmla="*/ 1975305 w 1993264"/>
              <a:gd name="connsiteY990" fmla="*/ 994394 h 994393"/>
              <a:gd name="connsiteX991" fmla="*/ 1977294 w 1993264"/>
              <a:gd name="connsiteY991" fmla="*/ 994394 h 994393"/>
              <a:gd name="connsiteX992" fmla="*/ 1979295 w 1993264"/>
              <a:gd name="connsiteY992" fmla="*/ 994394 h 994393"/>
              <a:gd name="connsiteX993" fmla="*/ 1981284 w 1993264"/>
              <a:gd name="connsiteY993" fmla="*/ 994394 h 994393"/>
              <a:gd name="connsiteX994" fmla="*/ 1983284 w 1993264"/>
              <a:gd name="connsiteY994" fmla="*/ 994394 h 994393"/>
              <a:gd name="connsiteX995" fmla="*/ 1985274 w 1993264"/>
              <a:gd name="connsiteY995" fmla="*/ 994394 h 994393"/>
              <a:gd name="connsiteX996" fmla="*/ 1987275 w 1993264"/>
              <a:gd name="connsiteY996" fmla="*/ 994394 h 994393"/>
              <a:gd name="connsiteX997" fmla="*/ 1989275 w 1993264"/>
              <a:gd name="connsiteY997" fmla="*/ 994394 h 994393"/>
              <a:gd name="connsiteX998" fmla="*/ 1991264 w 1993264"/>
              <a:gd name="connsiteY998" fmla="*/ 994394 h 994393"/>
              <a:gd name="connsiteX999" fmla="*/ 1993264 w 1993264"/>
              <a:gd name="connsiteY999" fmla="*/ 994394 h 994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993264" h="994393">
                <a:moveTo>
                  <a:pt x="0" y="994394"/>
                </a:moveTo>
                <a:lnTo>
                  <a:pt x="1996" y="994394"/>
                </a:lnTo>
                <a:lnTo>
                  <a:pt x="3991" y="994394"/>
                </a:lnTo>
                <a:lnTo>
                  <a:pt x="5986" y="994394"/>
                </a:lnTo>
                <a:lnTo>
                  <a:pt x="7981" y="994394"/>
                </a:lnTo>
                <a:lnTo>
                  <a:pt x="9977" y="994394"/>
                </a:lnTo>
                <a:lnTo>
                  <a:pt x="11972" y="994394"/>
                </a:lnTo>
                <a:lnTo>
                  <a:pt x="13967" y="994394"/>
                </a:lnTo>
                <a:lnTo>
                  <a:pt x="15962" y="994394"/>
                </a:lnTo>
                <a:lnTo>
                  <a:pt x="17958" y="994394"/>
                </a:lnTo>
                <a:lnTo>
                  <a:pt x="19953" y="994394"/>
                </a:lnTo>
                <a:lnTo>
                  <a:pt x="21948" y="994394"/>
                </a:lnTo>
                <a:lnTo>
                  <a:pt x="23944" y="994394"/>
                </a:lnTo>
                <a:lnTo>
                  <a:pt x="25939" y="994394"/>
                </a:lnTo>
                <a:lnTo>
                  <a:pt x="27934" y="994394"/>
                </a:lnTo>
                <a:lnTo>
                  <a:pt x="29929" y="994394"/>
                </a:lnTo>
                <a:lnTo>
                  <a:pt x="31925" y="994394"/>
                </a:lnTo>
                <a:lnTo>
                  <a:pt x="33920" y="994394"/>
                </a:lnTo>
                <a:lnTo>
                  <a:pt x="35915" y="994394"/>
                </a:lnTo>
                <a:lnTo>
                  <a:pt x="37911" y="994394"/>
                </a:lnTo>
                <a:lnTo>
                  <a:pt x="39906" y="994394"/>
                </a:lnTo>
                <a:lnTo>
                  <a:pt x="41900" y="994394"/>
                </a:lnTo>
                <a:lnTo>
                  <a:pt x="43895" y="994394"/>
                </a:lnTo>
                <a:lnTo>
                  <a:pt x="45891" y="994394"/>
                </a:lnTo>
                <a:lnTo>
                  <a:pt x="47886" y="994394"/>
                </a:lnTo>
                <a:lnTo>
                  <a:pt x="49881" y="994394"/>
                </a:lnTo>
                <a:lnTo>
                  <a:pt x="51877" y="994394"/>
                </a:lnTo>
                <a:lnTo>
                  <a:pt x="53872" y="994394"/>
                </a:lnTo>
                <a:lnTo>
                  <a:pt x="55867" y="994394"/>
                </a:lnTo>
                <a:lnTo>
                  <a:pt x="57862" y="994394"/>
                </a:lnTo>
                <a:lnTo>
                  <a:pt x="59858" y="994394"/>
                </a:lnTo>
                <a:lnTo>
                  <a:pt x="61853" y="994394"/>
                </a:lnTo>
                <a:lnTo>
                  <a:pt x="63848" y="994394"/>
                </a:lnTo>
                <a:lnTo>
                  <a:pt x="65843" y="994383"/>
                </a:lnTo>
                <a:lnTo>
                  <a:pt x="67839" y="994383"/>
                </a:lnTo>
                <a:lnTo>
                  <a:pt x="69834" y="994383"/>
                </a:lnTo>
                <a:lnTo>
                  <a:pt x="71829" y="994383"/>
                </a:lnTo>
                <a:lnTo>
                  <a:pt x="73825" y="994373"/>
                </a:lnTo>
                <a:lnTo>
                  <a:pt x="75820" y="994373"/>
                </a:lnTo>
                <a:lnTo>
                  <a:pt x="77815" y="994373"/>
                </a:lnTo>
                <a:lnTo>
                  <a:pt x="79810" y="994363"/>
                </a:lnTo>
                <a:lnTo>
                  <a:pt x="81806" y="994363"/>
                </a:lnTo>
                <a:lnTo>
                  <a:pt x="83801" y="994353"/>
                </a:lnTo>
                <a:lnTo>
                  <a:pt x="85796" y="994342"/>
                </a:lnTo>
                <a:lnTo>
                  <a:pt x="87792" y="994342"/>
                </a:lnTo>
                <a:lnTo>
                  <a:pt x="89787" y="994332"/>
                </a:lnTo>
                <a:lnTo>
                  <a:pt x="91782" y="994312"/>
                </a:lnTo>
                <a:lnTo>
                  <a:pt x="93777" y="994301"/>
                </a:lnTo>
                <a:lnTo>
                  <a:pt x="95773" y="994291"/>
                </a:lnTo>
                <a:lnTo>
                  <a:pt x="97768" y="994270"/>
                </a:lnTo>
                <a:lnTo>
                  <a:pt x="99763" y="994250"/>
                </a:lnTo>
                <a:lnTo>
                  <a:pt x="101759" y="994219"/>
                </a:lnTo>
                <a:lnTo>
                  <a:pt x="103754" y="994199"/>
                </a:lnTo>
                <a:lnTo>
                  <a:pt x="105749" y="994168"/>
                </a:lnTo>
                <a:lnTo>
                  <a:pt x="107744" y="994127"/>
                </a:lnTo>
                <a:lnTo>
                  <a:pt x="109740" y="994086"/>
                </a:lnTo>
                <a:lnTo>
                  <a:pt x="111735" y="994035"/>
                </a:lnTo>
                <a:lnTo>
                  <a:pt x="113730" y="993983"/>
                </a:lnTo>
                <a:lnTo>
                  <a:pt x="115726" y="993922"/>
                </a:lnTo>
                <a:lnTo>
                  <a:pt x="117720" y="993850"/>
                </a:lnTo>
                <a:lnTo>
                  <a:pt x="119715" y="993768"/>
                </a:lnTo>
                <a:lnTo>
                  <a:pt x="121710" y="993676"/>
                </a:lnTo>
                <a:lnTo>
                  <a:pt x="123706" y="993573"/>
                </a:lnTo>
                <a:lnTo>
                  <a:pt x="125701" y="993450"/>
                </a:lnTo>
                <a:lnTo>
                  <a:pt x="127696" y="993317"/>
                </a:lnTo>
                <a:lnTo>
                  <a:pt x="129691" y="993163"/>
                </a:lnTo>
                <a:lnTo>
                  <a:pt x="131687" y="992988"/>
                </a:lnTo>
                <a:lnTo>
                  <a:pt x="133682" y="992794"/>
                </a:lnTo>
                <a:lnTo>
                  <a:pt x="135677" y="992578"/>
                </a:lnTo>
                <a:lnTo>
                  <a:pt x="137673" y="992332"/>
                </a:lnTo>
                <a:lnTo>
                  <a:pt x="139668" y="992055"/>
                </a:lnTo>
                <a:lnTo>
                  <a:pt x="141663" y="991737"/>
                </a:lnTo>
                <a:lnTo>
                  <a:pt x="143658" y="991388"/>
                </a:lnTo>
                <a:lnTo>
                  <a:pt x="145654" y="990999"/>
                </a:lnTo>
                <a:lnTo>
                  <a:pt x="147649" y="990568"/>
                </a:lnTo>
                <a:lnTo>
                  <a:pt x="149644" y="990086"/>
                </a:lnTo>
                <a:lnTo>
                  <a:pt x="151640" y="989542"/>
                </a:lnTo>
                <a:lnTo>
                  <a:pt x="153635" y="988937"/>
                </a:lnTo>
                <a:lnTo>
                  <a:pt x="155630" y="988270"/>
                </a:lnTo>
                <a:lnTo>
                  <a:pt x="157625" y="987532"/>
                </a:lnTo>
                <a:lnTo>
                  <a:pt x="159621" y="986711"/>
                </a:lnTo>
                <a:lnTo>
                  <a:pt x="161616" y="985809"/>
                </a:lnTo>
                <a:lnTo>
                  <a:pt x="163611" y="984803"/>
                </a:lnTo>
                <a:lnTo>
                  <a:pt x="165607" y="983696"/>
                </a:lnTo>
                <a:lnTo>
                  <a:pt x="167602" y="982485"/>
                </a:lnTo>
                <a:lnTo>
                  <a:pt x="169597" y="981142"/>
                </a:lnTo>
                <a:lnTo>
                  <a:pt x="171592" y="979675"/>
                </a:lnTo>
                <a:lnTo>
                  <a:pt x="173588" y="978065"/>
                </a:lnTo>
                <a:lnTo>
                  <a:pt x="175583" y="976300"/>
                </a:lnTo>
                <a:lnTo>
                  <a:pt x="177578" y="974372"/>
                </a:lnTo>
                <a:lnTo>
                  <a:pt x="179574" y="972269"/>
                </a:lnTo>
                <a:lnTo>
                  <a:pt x="181569" y="969972"/>
                </a:lnTo>
                <a:lnTo>
                  <a:pt x="183564" y="967479"/>
                </a:lnTo>
                <a:lnTo>
                  <a:pt x="185559" y="964761"/>
                </a:lnTo>
                <a:lnTo>
                  <a:pt x="187555" y="961818"/>
                </a:lnTo>
                <a:lnTo>
                  <a:pt x="189550" y="958628"/>
                </a:lnTo>
                <a:lnTo>
                  <a:pt x="191545" y="955171"/>
                </a:lnTo>
                <a:lnTo>
                  <a:pt x="193540" y="951438"/>
                </a:lnTo>
                <a:lnTo>
                  <a:pt x="195535" y="947417"/>
                </a:lnTo>
                <a:lnTo>
                  <a:pt x="197530" y="943078"/>
                </a:lnTo>
                <a:lnTo>
                  <a:pt x="199525" y="938411"/>
                </a:lnTo>
                <a:lnTo>
                  <a:pt x="201521" y="933406"/>
                </a:lnTo>
                <a:lnTo>
                  <a:pt x="203516" y="928031"/>
                </a:lnTo>
                <a:lnTo>
                  <a:pt x="205511" y="922288"/>
                </a:lnTo>
                <a:lnTo>
                  <a:pt x="207506" y="916133"/>
                </a:lnTo>
                <a:lnTo>
                  <a:pt x="209502" y="909579"/>
                </a:lnTo>
                <a:lnTo>
                  <a:pt x="211497" y="902584"/>
                </a:lnTo>
                <a:lnTo>
                  <a:pt x="213492" y="895148"/>
                </a:lnTo>
                <a:lnTo>
                  <a:pt x="215488" y="887240"/>
                </a:lnTo>
                <a:lnTo>
                  <a:pt x="217483" y="878860"/>
                </a:lnTo>
                <a:lnTo>
                  <a:pt x="219478" y="869988"/>
                </a:lnTo>
                <a:lnTo>
                  <a:pt x="221473" y="860603"/>
                </a:lnTo>
                <a:lnTo>
                  <a:pt x="223469" y="850694"/>
                </a:lnTo>
                <a:lnTo>
                  <a:pt x="225464" y="840263"/>
                </a:lnTo>
                <a:lnTo>
                  <a:pt x="227459" y="829278"/>
                </a:lnTo>
                <a:lnTo>
                  <a:pt x="229455" y="817739"/>
                </a:lnTo>
                <a:lnTo>
                  <a:pt x="231450" y="805646"/>
                </a:lnTo>
                <a:lnTo>
                  <a:pt x="233445" y="792979"/>
                </a:lnTo>
                <a:lnTo>
                  <a:pt x="235440" y="779748"/>
                </a:lnTo>
                <a:lnTo>
                  <a:pt x="237436" y="765931"/>
                </a:lnTo>
                <a:lnTo>
                  <a:pt x="239431" y="751551"/>
                </a:lnTo>
                <a:lnTo>
                  <a:pt x="241426" y="736597"/>
                </a:lnTo>
                <a:lnTo>
                  <a:pt x="243421" y="721078"/>
                </a:lnTo>
                <a:lnTo>
                  <a:pt x="245417" y="705006"/>
                </a:lnTo>
                <a:lnTo>
                  <a:pt x="247412" y="688379"/>
                </a:lnTo>
                <a:lnTo>
                  <a:pt x="249407" y="671219"/>
                </a:lnTo>
                <a:lnTo>
                  <a:pt x="251403" y="653536"/>
                </a:lnTo>
                <a:lnTo>
                  <a:pt x="253398" y="635352"/>
                </a:lnTo>
                <a:lnTo>
                  <a:pt x="255393" y="616688"/>
                </a:lnTo>
                <a:lnTo>
                  <a:pt x="257388" y="597569"/>
                </a:lnTo>
                <a:lnTo>
                  <a:pt x="259384" y="578021"/>
                </a:lnTo>
                <a:lnTo>
                  <a:pt x="261379" y="558078"/>
                </a:lnTo>
                <a:lnTo>
                  <a:pt x="263374" y="537770"/>
                </a:lnTo>
                <a:lnTo>
                  <a:pt x="265370" y="517136"/>
                </a:lnTo>
                <a:lnTo>
                  <a:pt x="267365" y="496216"/>
                </a:lnTo>
                <a:lnTo>
                  <a:pt x="269360" y="475052"/>
                </a:lnTo>
                <a:lnTo>
                  <a:pt x="271354" y="453690"/>
                </a:lnTo>
                <a:lnTo>
                  <a:pt x="273351" y="432177"/>
                </a:lnTo>
                <a:lnTo>
                  <a:pt x="275345" y="410566"/>
                </a:lnTo>
                <a:lnTo>
                  <a:pt x="277340" y="388908"/>
                </a:lnTo>
                <a:lnTo>
                  <a:pt x="279336" y="367258"/>
                </a:lnTo>
                <a:lnTo>
                  <a:pt x="281331" y="345675"/>
                </a:lnTo>
                <a:lnTo>
                  <a:pt x="283326" y="324216"/>
                </a:lnTo>
                <a:lnTo>
                  <a:pt x="285321" y="302944"/>
                </a:lnTo>
                <a:lnTo>
                  <a:pt x="287317" y="281917"/>
                </a:lnTo>
                <a:lnTo>
                  <a:pt x="289312" y="261199"/>
                </a:lnTo>
                <a:lnTo>
                  <a:pt x="291307" y="240853"/>
                </a:lnTo>
                <a:lnTo>
                  <a:pt x="293303" y="220944"/>
                </a:lnTo>
                <a:lnTo>
                  <a:pt x="295298" y="201533"/>
                </a:lnTo>
                <a:lnTo>
                  <a:pt x="297293" y="182683"/>
                </a:lnTo>
                <a:lnTo>
                  <a:pt x="299288" y="164458"/>
                </a:lnTo>
                <a:lnTo>
                  <a:pt x="301284" y="146918"/>
                </a:lnTo>
                <a:lnTo>
                  <a:pt x="303279" y="130121"/>
                </a:lnTo>
                <a:lnTo>
                  <a:pt x="305274" y="114127"/>
                </a:lnTo>
                <a:lnTo>
                  <a:pt x="307269" y="98991"/>
                </a:lnTo>
                <a:lnTo>
                  <a:pt x="309265" y="84768"/>
                </a:lnTo>
                <a:lnTo>
                  <a:pt x="311260" y="71506"/>
                </a:lnTo>
                <a:lnTo>
                  <a:pt x="313255" y="59254"/>
                </a:lnTo>
                <a:lnTo>
                  <a:pt x="315251" y="48056"/>
                </a:lnTo>
                <a:lnTo>
                  <a:pt x="317246" y="37952"/>
                </a:lnTo>
                <a:lnTo>
                  <a:pt x="319241" y="28979"/>
                </a:lnTo>
                <a:lnTo>
                  <a:pt x="321236" y="21170"/>
                </a:lnTo>
                <a:lnTo>
                  <a:pt x="323232" y="14553"/>
                </a:lnTo>
                <a:lnTo>
                  <a:pt x="325227" y="9150"/>
                </a:lnTo>
                <a:lnTo>
                  <a:pt x="327222" y="4982"/>
                </a:lnTo>
                <a:lnTo>
                  <a:pt x="329218" y="2063"/>
                </a:lnTo>
                <a:lnTo>
                  <a:pt x="331213" y="400"/>
                </a:lnTo>
                <a:lnTo>
                  <a:pt x="333208" y="0"/>
                </a:lnTo>
                <a:lnTo>
                  <a:pt x="335203" y="861"/>
                </a:lnTo>
                <a:lnTo>
                  <a:pt x="337199" y="2976"/>
                </a:lnTo>
                <a:lnTo>
                  <a:pt x="339194" y="6336"/>
                </a:lnTo>
                <a:lnTo>
                  <a:pt x="341189" y="10925"/>
                </a:lnTo>
                <a:lnTo>
                  <a:pt x="343185" y="16722"/>
                </a:lnTo>
                <a:lnTo>
                  <a:pt x="345180" y="23703"/>
                </a:lnTo>
                <a:lnTo>
                  <a:pt x="347175" y="31836"/>
                </a:lnTo>
                <a:lnTo>
                  <a:pt x="349170" y="41089"/>
                </a:lnTo>
                <a:lnTo>
                  <a:pt x="351165" y="51423"/>
                </a:lnTo>
                <a:lnTo>
                  <a:pt x="353160" y="62796"/>
                </a:lnTo>
                <a:lnTo>
                  <a:pt x="355155" y="75163"/>
                </a:lnTo>
                <a:lnTo>
                  <a:pt x="357151" y="88473"/>
                </a:lnTo>
                <a:lnTo>
                  <a:pt x="359146" y="102676"/>
                </a:lnTo>
                <a:lnTo>
                  <a:pt x="361141" y="117714"/>
                </a:lnTo>
                <a:lnTo>
                  <a:pt x="363136" y="133533"/>
                </a:lnTo>
                <a:lnTo>
                  <a:pt x="365132" y="150073"/>
                </a:lnTo>
                <a:lnTo>
                  <a:pt x="367127" y="167270"/>
                </a:lnTo>
                <a:lnTo>
                  <a:pt x="369122" y="185064"/>
                </a:lnTo>
                <a:lnTo>
                  <a:pt x="371117" y="203390"/>
                </a:lnTo>
                <a:lnTo>
                  <a:pt x="373113" y="222184"/>
                </a:lnTo>
                <a:lnTo>
                  <a:pt x="375108" y="241381"/>
                </a:lnTo>
                <a:lnTo>
                  <a:pt x="377103" y="260916"/>
                </a:lnTo>
                <a:lnTo>
                  <a:pt x="379099" y="280724"/>
                </a:lnTo>
                <a:lnTo>
                  <a:pt x="381094" y="300740"/>
                </a:lnTo>
                <a:lnTo>
                  <a:pt x="383089" y="320903"/>
                </a:lnTo>
                <a:lnTo>
                  <a:pt x="385084" y="341150"/>
                </a:lnTo>
                <a:lnTo>
                  <a:pt x="387080" y="361421"/>
                </a:lnTo>
                <a:lnTo>
                  <a:pt x="389075" y="381657"/>
                </a:lnTo>
                <a:lnTo>
                  <a:pt x="391070" y="401799"/>
                </a:lnTo>
                <a:lnTo>
                  <a:pt x="393066" y="421795"/>
                </a:lnTo>
                <a:lnTo>
                  <a:pt x="395061" y="441591"/>
                </a:lnTo>
                <a:lnTo>
                  <a:pt x="397056" y="461139"/>
                </a:lnTo>
                <a:lnTo>
                  <a:pt x="399051" y="480389"/>
                </a:lnTo>
                <a:lnTo>
                  <a:pt x="401047" y="499299"/>
                </a:lnTo>
                <a:lnTo>
                  <a:pt x="403042" y="517827"/>
                </a:lnTo>
                <a:lnTo>
                  <a:pt x="405037" y="535933"/>
                </a:lnTo>
                <a:lnTo>
                  <a:pt x="407033" y="553584"/>
                </a:lnTo>
                <a:lnTo>
                  <a:pt x="409028" y="570745"/>
                </a:lnTo>
                <a:lnTo>
                  <a:pt x="411023" y="587389"/>
                </a:lnTo>
                <a:lnTo>
                  <a:pt x="413018" y="603488"/>
                </a:lnTo>
                <a:lnTo>
                  <a:pt x="415014" y="619019"/>
                </a:lnTo>
                <a:lnTo>
                  <a:pt x="417009" y="633963"/>
                </a:lnTo>
                <a:lnTo>
                  <a:pt x="419004" y="648305"/>
                </a:lnTo>
                <a:lnTo>
                  <a:pt x="420999" y="662019"/>
                </a:lnTo>
                <a:lnTo>
                  <a:pt x="422995" y="675107"/>
                </a:lnTo>
                <a:lnTo>
                  <a:pt x="424990" y="687559"/>
                </a:lnTo>
                <a:lnTo>
                  <a:pt x="426984" y="699364"/>
                </a:lnTo>
                <a:lnTo>
                  <a:pt x="428981" y="710514"/>
                </a:lnTo>
                <a:lnTo>
                  <a:pt x="430975" y="721017"/>
                </a:lnTo>
                <a:lnTo>
                  <a:pt x="432970" y="730863"/>
                </a:lnTo>
                <a:lnTo>
                  <a:pt x="434965" y="740064"/>
                </a:lnTo>
                <a:lnTo>
                  <a:pt x="436961" y="748628"/>
                </a:lnTo>
                <a:lnTo>
                  <a:pt x="438956" y="756547"/>
                </a:lnTo>
                <a:lnTo>
                  <a:pt x="440951" y="763839"/>
                </a:lnTo>
                <a:lnTo>
                  <a:pt x="442947" y="770516"/>
                </a:lnTo>
                <a:lnTo>
                  <a:pt x="444942" y="776578"/>
                </a:lnTo>
                <a:lnTo>
                  <a:pt x="446937" y="782045"/>
                </a:lnTo>
                <a:lnTo>
                  <a:pt x="448932" y="786927"/>
                </a:lnTo>
                <a:lnTo>
                  <a:pt x="450928" y="791246"/>
                </a:lnTo>
                <a:lnTo>
                  <a:pt x="452923" y="795000"/>
                </a:lnTo>
                <a:lnTo>
                  <a:pt x="454918" y="798220"/>
                </a:lnTo>
                <a:lnTo>
                  <a:pt x="456914" y="800908"/>
                </a:lnTo>
                <a:lnTo>
                  <a:pt x="458909" y="803092"/>
                </a:lnTo>
                <a:lnTo>
                  <a:pt x="460904" y="804795"/>
                </a:lnTo>
                <a:lnTo>
                  <a:pt x="462899" y="806005"/>
                </a:lnTo>
                <a:lnTo>
                  <a:pt x="464895" y="806764"/>
                </a:lnTo>
                <a:lnTo>
                  <a:pt x="466890" y="807092"/>
                </a:lnTo>
                <a:lnTo>
                  <a:pt x="468885" y="806980"/>
                </a:lnTo>
                <a:lnTo>
                  <a:pt x="470881" y="806467"/>
                </a:lnTo>
                <a:lnTo>
                  <a:pt x="472876" y="805564"/>
                </a:lnTo>
                <a:lnTo>
                  <a:pt x="474871" y="804282"/>
                </a:lnTo>
                <a:lnTo>
                  <a:pt x="476866" y="802641"/>
                </a:lnTo>
                <a:lnTo>
                  <a:pt x="478862" y="800651"/>
                </a:lnTo>
                <a:lnTo>
                  <a:pt x="480857" y="798343"/>
                </a:lnTo>
                <a:lnTo>
                  <a:pt x="482852" y="795718"/>
                </a:lnTo>
                <a:lnTo>
                  <a:pt x="484847" y="792784"/>
                </a:lnTo>
                <a:lnTo>
                  <a:pt x="486843" y="789574"/>
                </a:lnTo>
                <a:lnTo>
                  <a:pt x="488838" y="786076"/>
                </a:lnTo>
                <a:lnTo>
                  <a:pt x="490833" y="782332"/>
                </a:lnTo>
                <a:lnTo>
                  <a:pt x="492829" y="778342"/>
                </a:lnTo>
                <a:lnTo>
                  <a:pt x="494824" y="774106"/>
                </a:lnTo>
                <a:lnTo>
                  <a:pt x="496819" y="769655"/>
                </a:lnTo>
                <a:lnTo>
                  <a:pt x="498814" y="764988"/>
                </a:lnTo>
                <a:lnTo>
                  <a:pt x="500810" y="760116"/>
                </a:lnTo>
                <a:lnTo>
                  <a:pt x="502805" y="755049"/>
                </a:lnTo>
                <a:lnTo>
                  <a:pt x="504800" y="749808"/>
                </a:lnTo>
                <a:lnTo>
                  <a:pt x="506795" y="744392"/>
                </a:lnTo>
                <a:lnTo>
                  <a:pt x="508790" y="738812"/>
                </a:lnTo>
                <a:lnTo>
                  <a:pt x="510785" y="733079"/>
                </a:lnTo>
                <a:lnTo>
                  <a:pt x="512780" y="727191"/>
                </a:lnTo>
                <a:lnTo>
                  <a:pt x="514776" y="721171"/>
                </a:lnTo>
                <a:lnTo>
                  <a:pt x="516771" y="715016"/>
                </a:lnTo>
                <a:lnTo>
                  <a:pt x="518766" y="708739"/>
                </a:lnTo>
                <a:lnTo>
                  <a:pt x="520762" y="702349"/>
                </a:lnTo>
                <a:lnTo>
                  <a:pt x="522757" y="695846"/>
                </a:lnTo>
                <a:lnTo>
                  <a:pt x="524752" y="689241"/>
                </a:lnTo>
                <a:lnTo>
                  <a:pt x="526747" y="682533"/>
                </a:lnTo>
                <a:lnTo>
                  <a:pt x="528743" y="675743"/>
                </a:lnTo>
                <a:lnTo>
                  <a:pt x="530738" y="668871"/>
                </a:lnTo>
                <a:lnTo>
                  <a:pt x="532733" y="661916"/>
                </a:lnTo>
                <a:lnTo>
                  <a:pt x="534729" y="654880"/>
                </a:lnTo>
                <a:lnTo>
                  <a:pt x="536724" y="647793"/>
                </a:lnTo>
                <a:lnTo>
                  <a:pt x="538719" y="640636"/>
                </a:lnTo>
                <a:lnTo>
                  <a:pt x="540714" y="633427"/>
                </a:lnTo>
                <a:lnTo>
                  <a:pt x="542710" y="626168"/>
                </a:lnTo>
                <a:lnTo>
                  <a:pt x="544705" y="618864"/>
                </a:lnTo>
                <a:lnTo>
                  <a:pt x="546700" y="611522"/>
                </a:lnTo>
                <a:lnTo>
                  <a:pt x="548695" y="604146"/>
                </a:lnTo>
                <a:lnTo>
                  <a:pt x="550691" y="596743"/>
                </a:lnTo>
                <a:lnTo>
                  <a:pt x="552686" y="589317"/>
                </a:lnTo>
                <a:lnTo>
                  <a:pt x="554681" y="581874"/>
                </a:lnTo>
                <a:lnTo>
                  <a:pt x="556677" y="574418"/>
                </a:lnTo>
                <a:lnTo>
                  <a:pt x="558672" y="566956"/>
                </a:lnTo>
                <a:lnTo>
                  <a:pt x="560667" y="559492"/>
                </a:lnTo>
                <a:lnTo>
                  <a:pt x="562662" y="552031"/>
                </a:lnTo>
                <a:lnTo>
                  <a:pt x="564658" y="544581"/>
                </a:lnTo>
                <a:lnTo>
                  <a:pt x="566653" y="537143"/>
                </a:lnTo>
                <a:lnTo>
                  <a:pt x="568648" y="529727"/>
                </a:lnTo>
                <a:lnTo>
                  <a:pt x="570644" y="522334"/>
                </a:lnTo>
                <a:lnTo>
                  <a:pt x="572639" y="514972"/>
                </a:lnTo>
                <a:lnTo>
                  <a:pt x="574634" y="507645"/>
                </a:lnTo>
                <a:lnTo>
                  <a:pt x="576629" y="500360"/>
                </a:lnTo>
                <a:lnTo>
                  <a:pt x="578625" y="493121"/>
                </a:lnTo>
                <a:lnTo>
                  <a:pt x="580620" y="485933"/>
                </a:lnTo>
                <a:lnTo>
                  <a:pt x="582615" y="478801"/>
                </a:lnTo>
                <a:lnTo>
                  <a:pt x="584611" y="471731"/>
                </a:lnTo>
                <a:lnTo>
                  <a:pt x="586606" y="464729"/>
                </a:lnTo>
                <a:lnTo>
                  <a:pt x="588600" y="457798"/>
                </a:lnTo>
                <a:lnTo>
                  <a:pt x="590595" y="450945"/>
                </a:lnTo>
                <a:lnTo>
                  <a:pt x="592591" y="444175"/>
                </a:lnTo>
                <a:lnTo>
                  <a:pt x="594586" y="437492"/>
                </a:lnTo>
                <a:lnTo>
                  <a:pt x="596581" y="430903"/>
                </a:lnTo>
                <a:lnTo>
                  <a:pt x="598576" y="424411"/>
                </a:lnTo>
                <a:lnTo>
                  <a:pt x="600572" y="418022"/>
                </a:lnTo>
                <a:lnTo>
                  <a:pt x="602567" y="411740"/>
                </a:lnTo>
                <a:lnTo>
                  <a:pt x="604562" y="405571"/>
                </a:lnTo>
                <a:lnTo>
                  <a:pt x="606558" y="399518"/>
                </a:lnTo>
                <a:lnTo>
                  <a:pt x="608553" y="393588"/>
                </a:lnTo>
                <a:lnTo>
                  <a:pt x="610548" y="387783"/>
                </a:lnTo>
                <a:lnTo>
                  <a:pt x="612543" y="382110"/>
                </a:lnTo>
                <a:lnTo>
                  <a:pt x="614539" y="376572"/>
                </a:lnTo>
                <a:lnTo>
                  <a:pt x="616534" y="371172"/>
                </a:lnTo>
                <a:lnTo>
                  <a:pt x="618529" y="365917"/>
                </a:lnTo>
                <a:lnTo>
                  <a:pt x="620525" y="360809"/>
                </a:lnTo>
                <a:lnTo>
                  <a:pt x="622520" y="355852"/>
                </a:lnTo>
                <a:lnTo>
                  <a:pt x="624515" y="351049"/>
                </a:lnTo>
                <a:lnTo>
                  <a:pt x="626510" y="346406"/>
                </a:lnTo>
                <a:lnTo>
                  <a:pt x="628506" y="341925"/>
                </a:lnTo>
                <a:lnTo>
                  <a:pt x="630501" y="337609"/>
                </a:lnTo>
                <a:lnTo>
                  <a:pt x="632496" y="333462"/>
                </a:lnTo>
                <a:lnTo>
                  <a:pt x="634492" y="329485"/>
                </a:lnTo>
                <a:lnTo>
                  <a:pt x="636487" y="325684"/>
                </a:lnTo>
                <a:lnTo>
                  <a:pt x="638482" y="322059"/>
                </a:lnTo>
                <a:lnTo>
                  <a:pt x="640477" y="318614"/>
                </a:lnTo>
                <a:lnTo>
                  <a:pt x="642473" y="315351"/>
                </a:lnTo>
                <a:lnTo>
                  <a:pt x="644468" y="312271"/>
                </a:lnTo>
                <a:lnTo>
                  <a:pt x="646463" y="309378"/>
                </a:lnTo>
                <a:lnTo>
                  <a:pt x="648459" y="306672"/>
                </a:lnTo>
                <a:lnTo>
                  <a:pt x="650454" y="304155"/>
                </a:lnTo>
                <a:lnTo>
                  <a:pt x="652449" y="301828"/>
                </a:lnTo>
                <a:lnTo>
                  <a:pt x="654444" y="299693"/>
                </a:lnTo>
                <a:lnTo>
                  <a:pt x="656440" y="297750"/>
                </a:lnTo>
                <a:lnTo>
                  <a:pt x="658435" y="296001"/>
                </a:lnTo>
                <a:lnTo>
                  <a:pt x="660430" y="294446"/>
                </a:lnTo>
                <a:lnTo>
                  <a:pt x="662424" y="293085"/>
                </a:lnTo>
                <a:lnTo>
                  <a:pt x="664420" y="291917"/>
                </a:lnTo>
                <a:lnTo>
                  <a:pt x="666411" y="290945"/>
                </a:lnTo>
                <a:lnTo>
                  <a:pt x="668411" y="290167"/>
                </a:lnTo>
                <a:lnTo>
                  <a:pt x="670401" y="289582"/>
                </a:lnTo>
                <a:lnTo>
                  <a:pt x="672401" y="289190"/>
                </a:lnTo>
                <a:lnTo>
                  <a:pt x="674401" y="288990"/>
                </a:lnTo>
                <a:lnTo>
                  <a:pt x="676391" y="288982"/>
                </a:lnTo>
                <a:lnTo>
                  <a:pt x="678391" y="289162"/>
                </a:lnTo>
                <a:lnTo>
                  <a:pt x="680381" y="289532"/>
                </a:lnTo>
                <a:lnTo>
                  <a:pt x="682381" y="290088"/>
                </a:lnTo>
                <a:lnTo>
                  <a:pt x="684371" y="290828"/>
                </a:lnTo>
                <a:lnTo>
                  <a:pt x="686371" y="291752"/>
                </a:lnTo>
                <a:lnTo>
                  <a:pt x="688361" y="292856"/>
                </a:lnTo>
                <a:lnTo>
                  <a:pt x="690361" y="294138"/>
                </a:lnTo>
                <a:lnTo>
                  <a:pt x="692351" y="295597"/>
                </a:lnTo>
                <a:lnTo>
                  <a:pt x="694351" y="297226"/>
                </a:lnTo>
                <a:lnTo>
                  <a:pt x="696341" y="299027"/>
                </a:lnTo>
                <a:lnTo>
                  <a:pt x="698341" y="300995"/>
                </a:lnTo>
                <a:lnTo>
                  <a:pt x="700331" y="303126"/>
                </a:lnTo>
                <a:lnTo>
                  <a:pt x="702331" y="305418"/>
                </a:lnTo>
                <a:lnTo>
                  <a:pt x="704321" y="307865"/>
                </a:lnTo>
                <a:lnTo>
                  <a:pt x="706321" y="310466"/>
                </a:lnTo>
                <a:lnTo>
                  <a:pt x="708311" y="313217"/>
                </a:lnTo>
                <a:lnTo>
                  <a:pt x="710311" y="316112"/>
                </a:lnTo>
                <a:lnTo>
                  <a:pt x="712311" y="319148"/>
                </a:lnTo>
                <a:lnTo>
                  <a:pt x="714301" y="322322"/>
                </a:lnTo>
                <a:lnTo>
                  <a:pt x="716301" y="325629"/>
                </a:lnTo>
                <a:lnTo>
                  <a:pt x="718291" y="329063"/>
                </a:lnTo>
                <a:lnTo>
                  <a:pt x="720291" y="332622"/>
                </a:lnTo>
                <a:lnTo>
                  <a:pt x="722281" y="336299"/>
                </a:lnTo>
                <a:lnTo>
                  <a:pt x="724281" y="340091"/>
                </a:lnTo>
                <a:lnTo>
                  <a:pt x="726271" y="343993"/>
                </a:lnTo>
                <a:lnTo>
                  <a:pt x="728271" y="347999"/>
                </a:lnTo>
                <a:lnTo>
                  <a:pt x="730261" y="352106"/>
                </a:lnTo>
                <a:lnTo>
                  <a:pt x="732261" y="356308"/>
                </a:lnTo>
                <a:lnTo>
                  <a:pt x="734250" y="360600"/>
                </a:lnTo>
                <a:lnTo>
                  <a:pt x="736251" y="364977"/>
                </a:lnTo>
                <a:lnTo>
                  <a:pt x="738240" y="369434"/>
                </a:lnTo>
                <a:lnTo>
                  <a:pt x="740240" y="373965"/>
                </a:lnTo>
                <a:lnTo>
                  <a:pt x="742230" y="378568"/>
                </a:lnTo>
                <a:lnTo>
                  <a:pt x="744230" y="383233"/>
                </a:lnTo>
                <a:lnTo>
                  <a:pt x="746231" y="387960"/>
                </a:lnTo>
                <a:lnTo>
                  <a:pt x="748220" y="392741"/>
                </a:lnTo>
                <a:lnTo>
                  <a:pt x="750221" y="397570"/>
                </a:lnTo>
                <a:lnTo>
                  <a:pt x="752210" y="402444"/>
                </a:lnTo>
                <a:lnTo>
                  <a:pt x="754210" y="407358"/>
                </a:lnTo>
                <a:lnTo>
                  <a:pt x="756200" y="412305"/>
                </a:lnTo>
                <a:lnTo>
                  <a:pt x="758200" y="417281"/>
                </a:lnTo>
                <a:lnTo>
                  <a:pt x="760190" y="422283"/>
                </a:lnTo>
                <a:lnTo>
                  <a:pt x="762190" y="427303"/>
                </a:lnTo>
                <a:lnTo>
                  <a:pt x="764180" y="432337"/>
                </a:lnTo>
                <a:lnTo>
                  <a:pt x="766180" y="437383"/>
                </a:lnTo>
                <a:lnTo>
                  <a:pt x="768170" y="442432"/>
                </a:lnTo>
                <a:lnTo>
                  <a:pt x="770170" y="447482"/>
                </a:lnTo>
                <a:lnTo>
                  <a:pt x="772160" y="452528"/>
                </a:lnTo>
                <a:lnTo>
                  <a:pt x="774160" y="457565"/>
                </a:lnTo>
                <a:lnTo>
                  <a:pt x="776150" y="462589"/>
                </a:lnTo>
                <a:lnTo>
                  <a:pt x="778150" y="467595"/>
                </a:lnTo>
                <a:lnTo>
                  <a:pt x="780150" y="472581"/>
                </a:lnTo>
                <a:lnTo>
                  <a:pt x="782140" y="477542"/>
                </a:lnTo>
                <a:lnTo>
                  <a:pt x="784140" y="482471"/>
                </a:lnTo>
                <a:lnTo>
                  <a:pt x="786130" y="487369"/>
                </a:lnTo>
                <a:lnTo>
                  <a:pt x="788130" y="492228"/>
                </a:lnTo>
                <a:lnTo>
                  <a:pt x="790120" y="497047"/>
                </a:lnTo>
                <a:lnTo>
                  <a:pt x="792120" y="501822"/>
                </a:lnTo>
                <a:lnTo>
                  <a:pt x="794110" y="506548"/>
                </a:lnTo>
                <a:lnTo>
                  <a:pt x="796110" y="511224"/>
                </a:lnTo>
                <a:lnTo>
                  <a:pt x="798100" y="515846"/>
                </a:lnTo>
                <a:lnTo>
                  <a:pt x="800100" y="520411"/>
                </a:lnTo>
                <a:lnTo>
                  <a:pt x="802090" y="524915"/>
                </a:lnTo>
                <a:lnTo>
                  <a:pt x="804090" y="529357"/>
                </a:lnTo>
                <a:lnTo>
                  <a:pt x="806080" y="533735"/>
                </a:lnTo>
                <a:lnTo>
                  <a:pt x="808080" y="538044"/>
                </a:lnTo>
                <a:lnTo>
                  <a:pt x="810070" y="542283"/>
                </a:lnTo>
                <a:lnTo>
                  <a:pt x="812070" y="546449"/>
                </a:lnTo>
                <a:lnTo>
                  <a:pt x="814059" y="550542"/>
                </a:lnTo>
                <a:lnTo>
                  <a:pt x="816060" y="554559"/>
                </a:lnTo>
                <a:lnTo>
                  <a:pt x="818060" y="558496"/>
                </a:lnTo>
                <a:lnTo>
                  <a:pt x="820049" y="562355"/>
                </a:lnTo>
                <a:lnTo>
                  <a:pt x="822049" y="566132"/>
                </a:lnTo>
                <a:lnTo>
                  <a:pt x="824039" y="569828"/>
                </a:lnTo>
                <a:lnTo>
                  <a:pt x="826039" y="573439"/>
                </a:lnTo>
                <a:lnTo>
                  <a:pt x="828029" y="576966"/>
                </a:lnTo>
                <a:lnTo>
                  <a:pt x="830029" y="580407"/>
                </a:lnTo>
                <a:lnTo>
                  <a:pt x="832019" y="583762"/>
                </a:lnTo>
                <a:lnTo>
                  <a:pt x="834019" y="587030"/>
                </a:lnTo>
                <a:lnTo>
                  <a:pt x="836009" y="590209"/>
                </a:lnTo>
                <a:lnTo>
                  <a:pt x="838009" y="593301"/>
                </a:lnTo>
                <a:lnTo>
                  <a:pt x="839999" y="596304"/>
                </a:lnTo>
                <a:lnTo>
                  <a:pt x="841999" y="599218"/>
                </a:lnTo>
                <a:lnTo>
                  <a:pt x="843989" y="602044"/>
                </a:lnTo>
                <a:lnTo>
                  <a:pt x="845989" y="604781"/>
                </a:lnTo>
                <a:lnTo>
                  <a:pt x="847979" y="607430"/>
                </a:lnTo>
                <a:lnTo>
                  <a:pt x="849979" y="609991"/>
                </a:lnTo>
                <a:lnTo>
                  <a:pt x="851979" y="612464"/>
                </a:lnTo>
                <a:lnTo>
                  <a:pt x="853969" y="614850"/>
                </a:lnTo>
                <a:lnTo>
                  <a:pt x="855969" y="617148"/>
                </a:lnTo>
                <a:lnTo>
                  <a:pt x="857959" y="619362"/>
                </a:lnTo>
                <a:lnTo>
                  <a:pt x="859959" y="621489"/>
                </a:lnTo>
                <a:lnTo>
                  <a:pt x="861949" y="623533"/>
                </a:lnTo>
                <a:lnTo>
                  <a:pt x="863949" y="625493"/>
                </a:lnTo>
                <a:lnTo>
                  <a:pt x="865939" y="627371"/>
                </a:lnTo>
                <a:lnTo>
                  <a:pt x="867939" y="629168"/>
                </a:lnTo>
                <a:lnTo>
                  <a:pt x="869929" y="630886"/>
                </a:lnTo>
                <a:lnTo>
                  <a:pt x="871929" y="632525"/>
                </a:lnTo>
                <a:lnTo>
                  <a:pt x="873919" y="634087"/>
                </a:lnTo>
                <a:lnTo>
                  <a:pt x="875919" y="635574"/>
                </a:lnTo>
                <a:lnTo>
                  <a:pt x="877909" y="636986"/>
                </a:lnTo>
                <a:lnTo>
                  <a:pt x="879909" y="638325"/>
                </a:lnTo>
                <a:lnTo>
                  <a:pt x="881899" y="639594"/>
                </a:lnTo>
                <a:lnTo>
                  <a:pt x="883899" y="640794"/>
                </a:lnTo>
                <a:lnTo>
                  <a:pt x="885888" y="641927"/>
                </a:lnTo>
                <a:lnTo>
                  <a:pt x="887889" y="642993"/>
                </a:lnTo>
                <a:lnTo>
                  <a:pt x="889889" y="643997"/>
                </a:lnTo>
                <a:lnTo>
                  <a:pt x="891879" y="644938"/>
                </a:lnTo>
                <a:lnTo>
                  <a:pt x="893879" y="645819"/>
                </a:lnTo>
                <a:lnTo>
                  <a:pt x="895869" y="646642"/>
                </a:lnTo>
                <a:lnTo>
                  <a:pt x="897869" y="647409"/>
                </a:lnTo>
                <a:lnTo>
                  <a:pt x="899858" y="648121"/>
                </a:lnTo>
                <a:lnTo>
                  <a:pt x="901858" y="648788"/>
                </a:lnTo>
                <a:lnTo>
                  <a:pt x="903848" y="649393"/>
                </a:lnTo>
                <a:lnTo>
                  <a:pt x="905848" y="649957"/>
                </a:lnTo>
                <a:lnTo>
                  <a:pt x="907838" y="650480"/>
                </a:lnTo>
                <a:lnTo>
                  <a:pt x="909838" y="650952"/>
                </a:lnTo>
                <a:lnTo>
                  <a:pt x="911828" y="651383"/>
                </a:lnTo>
                <a:lnTo>
                  <a:pt x="913828" y="651772"/>
                </a:lnTo>
                <a:lnTo>
                  <a:pt x="915818" y="652131"/>
                </a:lnTo>
                <a:lnTo>
                  <a:pt x="917818" y="652449"/>
                </a:lnTo>
                <a:lnTo>
                  <a:pt x="919808" y="652736"/>
                </a:lnTo>
                <a:lnTo>
                  <a:pt x="921808" y="652993"/>
                </a:lnTo>
                <a:lnTo>
                  <a:pt x="923808" y="653219"/>
                </a:lnTo>
                <a:lnTo>
                  <a:pt x="925798" y="653424"/>
                </a:lnTo>
                <a:lnTo>
                  <a:pt x="927798" y="653598"/>
                </a:lnTo>
                <a:lnTo>
                  <a:pt x="929788" y="653752"/>
                </a:lnTo>
                <a:lnTo>
                  <a:pt x="931788" y="653885"/>
                </a:lnTo>
                <a:lnTo>
                  <a:pt x="933778" y="653998"/>
                </a:lnTo>
                <a:lnTo>
                  <a:pt x="935778" y="654090"/>
                </a:lnTo>
                <a:lnTo>
                  <a:pt x="937768" y="654172"/>
                </a:lnTo>
                <a:lnTo>
                  <a:pt x="939768" y="654244"/>
                </a:lnTo>
                <a:lnTo>
                  <a:pt x="941758" y="654306"/>
                </a:lnTo>
                <a:lnTo>
                  <a:pt x="943758" y="654347"/>
                </a:lnTo>
                <a:lnTo>
                  <a:pt x="945748" y="654398"/>
                </a:lnTo>
                <a:lnTo>
                  <a:pt x="947748" y="654429"/>
                </a:lnTo>
                <a:lnTo>
                  <a:pt x="949738" y="654470"/>
                </a:lnTo>
                <a:lnTo>
                  <a:pt x="951738" y="654501"/>
                </a:lnTo>
                <a:lnTo>
                  <a:pt x="953728" y="654531"/>
                </a:lnTo>
                <a:lnTo>
                  <a:pt x="955728" y="654562"/>
                </a:lnTo>
                <a:lnTo>
                  <a:pt x="957728" y="654603"/>
                </a:lnTo>
                <a:lnTo>
                  <a:pt x="959718" y="654644"/>
                </a:lnTo>
                <a:lnTo>
                  <a:pt x="961718" y="654696"/>
                </a:lnTo>
                <a:lnTo>
                  <a:pt x="963708" y="654757"/>
                </a:lnTo>
                <a:lnTo>
                  <a:pt x="965708" y="654819"/>
                </a:lnTo>
                <a:lnTo>
                  <a:pt x="967697" y="654901"/>
                </a:lnTo>
                <a:lnTo>
                  <a:pt x="969698" y="654993"/>
                </a:lnTo>
                <a:lnTo>
                  <a:pt x="971687" y="655096"/>
                </a:lnTo>
                <a:lnTo>
                  <a:pt x="973688" y="655219"/>
                </a:lnTo>
                <a:lnTo>
                  <a:pt x="975677" y="655362"/>
                </a:lnTo>
                <a:lnTo>
                  <a:pt x="977678" y="655516"/>
                </a:lnTo>
                <a:lnTo>
                  <a:pt x="979667" y="655690"/>
                </a:lnTo>
                <a:lnTo>
                  <a:pt x="981667" y="655885"/>
                </a:lnTo>
                <a:lnTo>
                  <a:pt x="983657" y="656101"/>
                </a:lnTo>
                <a:lnTo>
                  <a:pt x="985657" y="656347"/>
                </a:lnTo>
                <a:lnTo>
                  <a:pt x="987647" y="656603"/>
                </a:lnTo>
                <a:lnTo>
                  <a:pt x="989647" y="656891"/>
                </a:lnTo>
                <a:lnTo>
                  <a:pt x="991637" y="657208"/>
                </a:lnTo>
                <a:lnTo>
                  <a:pt x="993637" y="657547"/>
                </a:lnTo>
                <a:lnTo>
                  <a:pt x="995637" y="657916"/>
                </a:lnTo>
                <a:lnTo>
                  <a:pt x="997627" y="658306"/>
                </a:lnTo>
                <a:lnTo>
                  <a:pt x="999627" y="658737"/>
                </a:lnTo>
                <a:lnTo>
                  <a:pt x="1001617" y="659188"/>
                </a:lnTo>
                <a:lnTo>
                  <a:pt x="1003617" y="659670"/>
                </a:lnTo>
                <a:lnTo>
                  <a:pt x="1005607" y="660183"/>
                </a:lnTo>
                <a:lnTo>
                  <a:pt x="1007607" y="660737"/>
                </a:lnTo>
                <a:lnTo>
                  <a:pt x="1009597" y="661311"/>
                </a:lnTo>
                <a:lnTo>
                  <a:pt x="1011597" y="661927"/>
                </a:lnTo>
                <a:lnTo>
                  <a:pt x="1013587" y="662563"/>
                </a:lnTo>
                <a:lnTo>
                  <a:pt x="1015587" y="663240"/>
                </a:lnTo>
                <a:lnTo>
                  <a:pt x="1017577" y="663958"/>
                </a:lnTo>
                <a:lnTo>
                  <a:pt x="1019577" y="664696"/>
                </a:lnTo>
                <a:lnTo>
                  <a:pt x="1021567" y="665476"/>
                </a:lnTo>
                <a:lnTo>
                  <a:pt x="1023567" y="666296"/>
                </a:lnTo>
                <a:lnTo>
                  <a:pt x="1025557" y="667147"/>
                </a:lnTo>
                <a:lnTo>
                  <a:pt x="1027557" y="668029"/>
                </a:lnTo>
                <a:lnTo>
                  <a:pt x="1029557" y="668953"/>
                </a:lnTo>
                <a:lnTo>
                  <a:pt x="1031547" y="669907"/>
                </a:lnTo>
                <a:lnTo>
                  <a:pt x="1033547" y="670901"/>
                </a:lnTo>
                <a:lnTo>
                  <a:pt x="1035537" y="671927"/>
                </a:lnTo>
                <a:lnTo>
                  <a:pt x="1037537" y="672994"/>
                </a:lnTo>
                <a:lnTo>
                  <a:pt x="1039527" y="674091"/>
                </a:lnTo>
                <a:lnTo>
                  <a:pt x="1041527" y="675220"/>
                </a:lnTo>
                <a:lnTo>
                  <a:pt x="1043517" y="676389"/>
                </a:lnTo>
                <a:lnTo>
                  <a:pt x="1045517" y="677599"/>
                </a:lnTo>
                <a:lnTo>
                  <a:pt x="1047506" y="678840"/>
                </a:lnTo>
                <a:lnTo>
                  <a:pt x="1049507" y="680112"/>
                </a:lnTo>
                <a:lnTo>
                  <a:pt x="1051496" y="681425"/>
                </a:lnTo>
                <a:lnTo>
                  <a:pt x="1053497" y="682769"/>
                </a:lnTo>
                <a:lnTo>
                  <a:pt x="1055486" y="684153"/>
                </a:lnTo>
                <a:lnTo>
                  <a:pt x="1057486" y="685569"/>
                </a:lnTo>
                <a:lnTo>
                  <a:pt x="1059476" y="687015"/>
                </a:lnTo>
                <a:lnTo>
                  <a:pt x="1061476" y="688492"/>
                </a:lnTo>
                <a:lnTo>
                  <a:pt x="1063466" y="690010"/>
                </a:lnTo>
                <a:lnTo>
                  <a:pt x="1065466" y="691559"/>
                </a:lnTo>
                <a:lnTo>
                  <a:pt x="1067466" y="693138"/>
                </a:lnTo>
                <a:lnTo>
                  <a:pt x="1069456" y="694749"/>
                </a:lnTo>
                <a:lnTo>
                  <a:pt x="1071456" y="696390"/>
                </a:lnTo>
                <a:lnTo>
                  <a:pt x="1073446" y="698062"/>
                </a:lnTo>
                <a:lnTo>
                  <a:pt x="1075446" y="699775"/>
                </a:lnTo>
                <a:lnTo>
                  <a:pt x="1077436" y="701508"/>
                </a:lnTo>
                <a:lnTo>
                  <a:pt x="1079436" y="703272"/>
                </a:lnTo>
                <a:lnTo>
                  <a:pt x="1081426" y="705067"/>
                </a:lnTo>
                <a:lnTo>
                  <a:pt x="1083426" y="706883"/>
                </a:lnTo>
                <a:lnTo>
                  <a:pt x="1085416" y="708739"/>
                </a:lnTo>
                <a:lnTo>
                  <a:pt x="1087416" y="710616"/>
                </a:lnTo>
                <a:lnTo>
                  <a:pt x="1089406" y="712514"/>
                </a:lnTo>
                <a:lnTo>
                  <a:pt x="1091406" y="714452"/>
                </a:lnTo>
                <a:lnTo>
                  <a:pt x="1093396" y="716401"/>
                </a:lnTo>
                <a:lnTo>
                  <a:pt x="1095396" y="718381"/>
                </a:lnTo>
                <a:lnTo>
                  <a:pt x="1097386" y="720391"/>
                </a:lnTo>
                <a:lnTo>
                  <a:pt x="1099386" y="722422"/>
                </a:lnTo>
                <a:lnTo>
                  <a:pt x="1101386" y="724463"/>
                </a:lnTo>
                <a:lnTo>
                  <a:pt x="1103376" y="726545"/>
                </a:lnTo>
                <a:lnTo>
                  <a:pt x="1105376" y="728637"/>
                </a:lnTo>
                <a:lnTo>
                  <a:pt x="1107366" y="730750"/>
                </a:lnTo>
                <a:lnTo>
                  <a:pt x="1109366" y="732884"/>
                </a:lnTo>
                <a:lnTo>
                  <a:pt x="1111356" y="735038"/>
                </a:lnTo>
                <a:lnTo>
                  <a:pt x="1113356" y="737212"/>
                </a:lnTo>
                <a:lnTo>
                  <a:pt x="1115346" y="739407"/>
                </a:lnTo>
                <a:lnTo>
                  <a:pt x="1117346" y="741612"/>
                </a:lnTo>
                <a:lnTo>
                  <a:pt x="1119336" y="743838"/>
                </a:lnTo>
                <a:lnTo>
                  <a:pt x="1121336" y="746074"/>
                </a:lnTo>
                <a:lnTo>
                  <a:pt x="1123326" y="748331"/>
                </a:lnTo>
                <a:lnTo>
                  <a:pt x="1125326" y="750608"/>
                </a:lnTo>
                <a:lnTo>
                  <a:pt x="1127315" y="752885"/>
                </a:lnTo>
                <a:lnTo>
                  <a:pt x="1129316" y="755182"/>
                </a:lnTo>
                <a:lnTo>
                  <a:pt x="1131305" y="757490"/>
                </a:lnTo>
                <a:lnTo>
                  <a:pt x="1133306" y="759808"/>
                </a:lnTo>
                <a:lnTo>
                  <a:pt x="1135306" y="762136"/>
                </a:lnTo>
                <a:lnTo>
                  <a:pt x="1137295" y="764475"/>
                </a:lnTo>
                <a:lnTo>
                  <a:pt x="1139295" y="766824"/>
                </a:lnTo>
                <a:lnTo>
                  <a:pt x="1141285" y="769183"/>
                </a:lnTo>
                <a:lnTo>
                  <a:pt x="1143285" y="771542"/>
                </a:lnTo>
                <a:lnTo>
                  <a:pt x="1145275" y="773911"/>
                </a:lnTo>
                <a:lnTo>
                  <a:pt x="1147275" y="776291"/>
                </a:lnTo>
                <a:lnTo>
                  <a:pt x="1149265" y="778671"/>
                </a:lnTo>
                <a:lnTo>
                  <a:pt x="1151265" y="781060"/>
                </a:lnTo>
                <a:lnTo>
                  <a:pt x="1153255" y="783450"/>
                </a:lnTo>
                <a:lnTo>
                  <a:pt x="1155255" y="785840"/>
                </a:lnTo>
                <a:lnTo>
                  <a:pt x="1157245" y="788240"/>
                </a:lnTo>
                <a:lnTo>
                  <a:pt x="1159245" y="790640"/>
                </a:lnTo>
                <a:lnTo>
                  <a:pt x="1161235" y="793041"/>
                </a:lnTo>
                <a:lnTo>
                  <a:pt x="1163235" y="795430"/>
                </a:lnTo>
                <a:lnTo>
                  <a:pt x="1165225" y="797831"/>
                </a:lnTo>
                <a:lnTo>
                  <a:pt x="1167225" y="800231"/>
                </a:lnTo>
                <a:lnTo>
                  <a:pt x="1169215" y="802631"/>
                </a:lnTo>
                <a:lnTo>
                  <a:pt x="1171215" y="805021"/>
                </a:lnTo>
                <a:lnTo>
                  <a:pt x="1173215" y="807410"/>
                </a:lnTo>
                <a:lnTo>
                  <a:pt x="1175205" y="809800"/>
                </a:lnTo>
                <a:lnTo>
                  <a:pt x="1177205" y="812180"/>
                </a:lnTo>
                <a:lnTo>
                  <a:pt x="1179195" y="814559"/>
                </a:lnTo>
                <a:lnTo>
                  <a:pt x="1181195" y="816929"/>
                </a:lnTo>
                <a:lnTo>
                  <a:pt x="1183185" y="819298"/>
                </a:lnTo>
                <a:lnTo>
                  <a:pt x="1185185" y="821657"/>
                </a:lnTo>
                <a:lnTo>
                  <a:pt x="1187175" y="824006"/>
                </a:lnTo>
                <a:lnTo>
                  <a:pt x="1189175" y="826355"/>
                </a:lnTo>
                <a:lnTo>
                  <a:pt x="1191165" y="828693"/>
                </a:lnTo>
                <a:lnTo>
                  <a:pt x="1193165" y="831022"/>
                </a:lnTo>
                <a:lnTo>
                  <a:pt x="1195155" y="833340"/>
                </a:lnTo>
                <a:lnTo>
                  <a:pt x="1197155" y="835648"/>
                </a:lnTo>
                <a:lnTo>
                  <a:pt x="1199144" y="837935"/>
                </a:lnTo>
                <a:lnTo>
                  <a:pt x="1201145" y="840222"/>
                </a:lnTo>
                <a:lnTo>
                  <a:pt x="1203134" y="842499"/>
                </a:lnTo>
                <a:lnTo>
                  <a:pt x="1205134" y="844766"/>
                </a:lnTo>
                <a:lnTo>
                  <a:pt x="1207135" y="847012"/>
                </a:lnTo>
                <a:lnTo>
                  <a:pt x="1209124" y="849248"/>
                </a:lnTo>
                <a:lnTo>
                  <a:pt x="1211125" y="851474"/>
                </a:lnTo>
                <a:lnTo>
                  <a:pt x="1213114" y="853690"/>
                </a:lnTo>
                <a:lnTo>
                  <a:pt x="1215115" y="855885"/>
                </a:lnTo>
                <a:lnTo>
                  <a:pt x="1217104" y="858059"/>
                </a:lnTo>
                <a:lnTo>
                  <a:pt x="1219104" y="860233"/>
                </a:lnTo>
                <a:lnTo>
                  <a:pt x="1221094" y="862377"/>
                </a:lnTo>
                <a:lnTo>
                  <a:pt x="1223094" y="864511"/>
                </a:lnTo>
                <a:lnTo>
                  <a:pt x="1225084" y="866634"/>
                </a:lnTo>
                <a:lnTo>
                  <a:pt x="1227084" y="868736"/>
                </a:lnTo>
                <a:lnTo>
                  <a:pt x="1229074" y="870818"/>
                </a:lnTo>
                <a:lnTo>
                  <a:pt x="1231074" y="872890"/>
                </a:lnTo>
                <a:lnTo>
                  <a:pt x="1233064" y="874942"/>
                </a:lnTo>
                <a:lnTo>
                  <a:pt x="1235064" y="876973"/>
                </a:lnTo>
                <a:lnTo>
                  <a:pt x="1237054" y="878993"/>
                </a:lnTo>
                <a:lnTo>
                  <a:pt x="1239054" y="880993"/>
                </a:lnTo>
                <a:lnTo>
                  <a:pt x="1241044" y="882973"/>
                </a:lnTo>
                <a:lnTo>
                  <a:pt x="1243044" y="884932"/>
                </a:lnTo>
                <a:lnTo>
                  <a:pt x="1245044" y="886871"/>
                </a:lnTo>
                <a:lnTo>
                  <a:pt x="1247034" y="888789"/>
                </a:lnTo>
                <a:lnTo>
                  <a:pt x="1249034" y="890696"/>
                </a:lnTo>
                <a:lnTo>
                  <a:pt x="1251024" y="892573"/>
                </a:lnTo>
                <a:lnTo>
                  <a:pt x="1253024" y="894440"/>
                </a:lnTo>
                <a:lnTo>
                  <a:pt x="1255014" y="896286"/>
                </a:lnTo>
                <a:lnTo>
                  <a:pt x="1257014" y="898112"/>
                </a:lnTo>
                <a:lnTo>
                  <a:pt x="1259004" y="899907"/>
                </a:lnTo>
                <a:lnTo>
                  <a:pt x="1261004" y="901692"/>
                </a:lnTo>
                <a:lnTo>
                  <a:pt x="1262994" y="903456"/>
                </a:lnTo>
                <a:lnTo>
                  <a:pt x="1264994" y="905200"/>
                </a:lnTo>
                <a:lnTo>
                  <a:pt x="1266984" y="906913"/>
                </a:lnTo>
                <a:lnTo>
                  <a:pt x="1268984" y="908615"/>
                </a:lnTo>
                <a:lnTo>
                  <a:pt x="1270974" y="910297"/>
                </a:lnTo>
                <a:lnTo>
                  <a:pt x="1272974" y="911959"/>
                </a:lnTo>
                <a:lnTo>
                  <a:pt x="1274964" y="913590"/>
                </a:lnTo>
                <a:lnTo>
                  <a:pt x="1276964" y="915210"/>
                </a:lnTo>
                <a:lnTo>
                  <a:pt x="1278964" y="916800"/>
                </a:lnTo>
                <a:lnTo>
                  <a:pt x="1280954" y="918380"/>
                </a:lnTo>
                <a:lnTo>
                  <a:pt x="1282954" y="919928"/>
                </a:lnTo>
                <a:lnTo>
                  <a:pt x="1284943" y="921457"/>
                </a:lnTo>
                <a:lnTo>
                  <a:pt x="1286944" y="922965"/>
                </a:lnTo>
                <a:lnTo>
                  <a:pt x="1288933" y="924462"/>
                </a:lnTo>
                <a:lnTo>
                  <a:pt x="1290933" y="925929"/>
                </a:lnTo>
                <a:lnTo>
                  <a:pt x="1292923" y="927375"/>
                </a:lnTo>
                <a:lnTo>
                  <a:pt x="1294923" y="928801"/>
                </a:lnTo>
                <a:lnTo>
                  <a:pt x="1296913" y="930206"/>
                </a:lnTo>
                <a:lnTo>
                  <a:pt x="1298913" y="931591"/>
                </a:lnTo>
                <a:lnTo>
                  <a:pt x="1300903" y="932945"/>
                </a:lnTo>
                <a:lnTo>
                  <a:pt x="1302903" y="934288"/>
                </a:lnTo>
                <a:lnTo>
                  <a:pt x="1304893" y="935611"/>
                </a:lnTo>
                <a:lnTo>
                  <a:pt x="1306893" y="936914"/>
                </a:lnTo>
                <a:lnTo>
                  <a:pt x="1308883" y="938196"/>
                </a:lnTo>
                <a:lnTo>
                  <a:pt x="1310883" y="939447"/>
                </a:lnTo>
                <a:lnTo>
                  <a:pt x="1312883" y="940688"/>
                </a:lnTo>
                <a:lnTo>
                  <a:pt x="1314873" y="941909"/>
                </a:lnTo>
                <a:lnTo>
                  <a:pt x="1316873" y="943109"/>
                </a:lnTo>
                <a:lnTo>
                  <a:pt x="1318863" y="944278"/>
                </a:lnTo>
                <a:lnTo>
                  <a:pt x="1320863" y="945437"/>
                </a:lnTo>
                <a:lnTo>
                  <a:pt x="1322853" y="946576"/>
                </a:lnTo>
                <a:lnTo>
                  <a:pt x="1324853" y="947694"/>
                </a:lnTo>
                <a:lnTo>
                  <a:pt x="1326843" y="948791"/>
                </a:lnTo>
                <a:lnTo>
                  <a:pt x="1328843" y="949879"/>
                </a:lnTo>
                <a:lnTo>
                  <a:pt x="1330833" y="950935"/>
                </a:lnTo>
                <a:lnTo>
                  <a:pt x="1332833" y="951971"/>
                </a:lnTo>
                <a:lnTo>
                  <a:pt x="1334823" y="952997"/>
                </a:lnTo>
                <a:lnTo>
                  <a:pt x="1336823" y="954002"/>
                </a:lnTo>
                <a:lnTo>
                  <a:pt x="1338813" y="954987"/>
                </a:lnTo>
                <a:lnTo>
                  <a:pt x="1340813" y="955951"/>
                </a:lnTo>
                <a:lnTo>
                  <a:pt x="1342803" y="956894"/>
                </a:lnTo>
                <a:lnTo>
                  <a:pt x="1344803" y="957828"/>
                </a:lnTo>
                <a:lnTo>
                  <a:pt x="1346793" y="958741"/>
                </a:lnTo>
                <a:lnTo>
                  <a:pt x="1348793" y="959633"/>
                </a:lnTo>
                <a:lnTo>
                  <a:pt x="1350793" y="960515"/>
                </a:lnTo>
                <a:lnTo>
                  <a:pt x="1352783" y="961366"/>
                </a:lnTo>
                <a:lnTo>
                  <a:pt x="1354783" y="962208"/>
                </a:lnTo>
                <a:lnTo>
                  <a:pt x="1356773" y="963038"/>
                </a:lnTo>
                <a:lnTo>
                  <a:pt x="1358773" y="963849"/>
                </a:lnTo>
                <a:lnTo>
                  <a:pt x="1360763" y="964638"/>
                </a:lnTo>
                <a:lnTo>
                  <a:pt x="1362763" y="965418"/>
                </a:lnTo>
                <a:lnTo>
                  <a:pt x="1364752" y="966177"/>
                </a:lnTo>
                <a:lnTo>
                  <a:pt x="1366753" y="966915"/>
                </a:lnTo>
                <a:lnTo>
                  <a:pt x="1368742" y="967644"/>
                </a:lnTo>
                <a:lnTo>
                  <a:pt x="1370742" y="968351"/>
                </a:lnTo>
                <a:lnTo>
                  <a:pt x="1372732" y="969049"/>
                </a:lnTo>
                <a:lnTo>
                  <a:pt x="1374732" y="969736"/>
                </a:lnTo>
                <a:lnTo>
                  <a:pt x="1376722" y="970403"/>
                </a:lnTo>
                <a:lnTo>
                  <a:pt x="1378722" y="971049"/>
                </a:lnTo>
                <a:lnTo>
                  <a:pt x="1380712" y="971695"/>
                </a:lnTo>
                <a:lnTo>
                  <a:pt x="1382712" y="972311"/>
                </a:lnTo>
                <a:lnTo>
                  <a:pt x="1384712" y="972926"/>
                </a:lnTo>
                <a:lnTo>
                  <a:pt x="1386702" y="973521"/>
                </a:lnTo>
                <a:lnTo>
                  <a:pt x="1388702" y="974105"/>
                </a:lnTo>
                <a:lnTo>
                  <a:pt x="1390692" y="974670"/>
                </a:lnTo>
                <a:lnTo>
                  <a:pt x="1392692" y="975223"/>
                </a:lnTo>
                <a:lnTo>
                  <a:pt x="1394682" y="975767"/>
                </a:lnTo>
                <a:lnTo>
                  <a:pt x="1396682" y="976300"/>
                </a:lnTo>
                <a:lnTo>
                  <a:pt x="1398672" y="976813"/>
                </a:lnTo>
                <a:lnTo>
                  <a:pt x="1400672" y="977326"/>
                </a:lnTo>
                <a:lnTo>
                  <a:pt x="1402662" y="977818"/>
                </a:lnTo>
                <a:lnTo>
                  <a:pt x="1404662" y="978301"/>
                </a:lnTo>
                <a:lnTo>
                  <a:pt x="1406652" y="978762"/>
                </a:lnTo>
                <a:lnTo>
                  <a:pt x="1408652" y="979224"/>
                </a:lnTo>
                <a:lnTo>
                  <a:pt x="1410642" y="979665"/>
                </a:lnTo>
                <a:lnTo>
                  <a:pt x="1412642" y="980106"/>
                </a:lnTo>
                <a:lnTo>
                  <a:pt x="1414632" y="980526"/>
                </a:lnTo>
                <a:lnTo>
                  <a:pt x="1416632" y="980947"/>
                </a:lnTo>
                <a:lnTo>
                  <a:pt x="1418622" y="981347"/>
                </a:lnTo>
                <a:lnTo>
                  <a:pt x="1420622" y="981737"/>
                </a:lnTo>
                <a:lnTo>
                  <a:pt x="1422622" y="982126"/>
                </a:lnTo>
                <a:lnTo>
                  <a:pt x="1424612" y="982496"/>
                </a:lnTo>
                <a:lnTo>
                  <a:pt x="1426612" y="982855"/>
                </a:lnTo>
                <a:lnTo>
                  <a:pt x="1428602" y="983214"/>
                </a:lnTo>
                <a:lnTo>
                  <a:pt x="1430602" y="983562"/>
                </a:lnTo>
                <a:lnTo>
                  <a:pt x="1432592" y="983890"/>
                </a:lnTo>
                <a:lnTo>
                  <a:pt x="1434592" y="984219"/>
                </a:lnTo>
                <a:lnTo>
                  <a:pt x="1436581" y="984537"/>
                </a:lnTo>
                <a:lnTo>
                  <a:pt x="1438582" y="984844"/>
                </a:lnTo>
                <a:lnTo>
                  <a:pt x="1440571" y="985152"/>
                </a:lnTo>
                <a:lnTo>
                  <a:pt x="1442572" y="985439"/>
                </a:lnTo>
                <a:lnTo>
                  <a:pt x="1444561" y="985726"/>
                </a:lnTo>
                <a:lnTo>
                  <a:pt x="1446561" y="986003"/>
                </a:lnTo>
                <a:lnTo>
                  <a:pt x="1448551" y="986270"/>
                </a:lnTo>
                <a:lnTo>
                  <a:pt x="1450551" y="986537"/>
                </a:lnTo>
                <a:lnTo>
                  <a:pt x="1452541" y="986793"/>
                </a:lnTo>
                <a:lnTo>
                  <a:pt x="1454541" y="987039"/>
                </a:lnTo>
                <a:lnTo>
                  <a:pt x="1456541" y="987275"/>
                </a:lnTo>
                <a:lnTo>
                  <a:pt x="1458531" y="987511"/>
                </a:lnTo>
                <a:lnTo>
                  <a:pt x="1460531" y="987737"/>
                </a:lnTo>
                <a:lnTo>
                  <a:pt x="1462521" y="987952"/>
                </a:lnTo>
                <a:lnTo>
                  <a:pt x="1464521" y="988168"/>
                </a:lnTo>
                <a:lnTo>
                  <a:pt x="1466511" y="988383"/>
                </a:lnTo>
                <a:lnTo>
                  <a:pt x="1468511" y="988578"/>
                </a:lnTo>
                <a:lnTo>
                  <a:pt x="1470501" y="988773"/>
                </a:lnTo>
                <a:lnTo>
                  <a:pt x="1472501" y="988968"/>
                </a:lnTo>
                <a:lnTo>
                  <a:pt x="1474491" y="989152"/>
                </a:lnTo>
                <a:lnTo>
                  <a:pt x="1476491" y="989327"/>
                </a:lnTo>
                <a:lnTo>
                  <a:pt x="1478481" y="989501"/>
                </a:lnTo>
                <a:lnTo>
                  <a:pt x="1480481" y="989665"/>
                </a:lnTo>
                <a:lnTo>
                  <a:pt x="1482471" y="989829"/>
                </a:lnTo>
                <a:lnTo>
                  <a:pt x="1484471" y="989993"/>
                </a:lnTo>
                <a:lnTo>
                  <a:pt x="1486461" y="990147"/>
                </a:lnTo>
                <a:lnTo>
                  <a:pt x="1488461" y="990291"/>
                </a:lnTo>
                <a:lnTo>
                  <a:pt x="1490461" y="990434"/>
                </a:lnTo>
                <a:lnTo>
                  <a:pt x="1492451" y="990578"/>
                </a:lnTo>
                <a:lnTo>
                  <a:pt x="1494451" y="990711"/>
                </a:lnTo>
                <a:lnTo>
                  <a:pt x="1496441" y="990845"/>
                </a:lnTo>
                <a:lnTo>
                  <a:pt x="1498441" y="990968"/>
                </a:lnTo>
                <a:lnTo>
                  <a:pt x="1500431" y="991091"/>
                </a:lnTo>
                <a:lnTo>
                  <a:pt x="1502431" y="991204"/>
                </a:lnTo>
                <a:lnTo>
                  <a:pt x="1504421" y="991327"/>
                </a:lnTo>
                <a:lnTo>
                  <a:pt x="1506421" y="991429"/>
                </a:lnTo>
                <a:lnTo>
                  <a:pt x="1508411" y="991542"/>
                </a:lnTo>
                <a:lnTo>
                  <a:pt x="1510411" y="991645"/>
                </a:lnTo>
                <a:lnTo>
                  <a:pt x="1512401" y="991747"/>
                </a:lnTo>
                <a:lnTo>
                  <a:pt x="1514401" y="991840"/>
                </a:lnTo>
                <a:lnTo>
                  <a:pt x="1516390" y="991932"/>
                </a:lnTo>
                <a:lnTo>
                  <a:pt x="1518390" y="992024"/>
                </a:lnTo>
                <a:lnTo>
                  <a:pt x="1520380" y="992117"/>
                </a:lnTo>
                <a:lnTo>
                  <a:pt x="1522380" y="992199"/>
                </a:lnTo>
                <a:lnTo>
                  <a:pt x="1524370" y="992281"/>
                </a:lnTo>
                <a:lnTo>
                  <a:pt x="1526370" y="992363"/>
                </a:lnTo>
                <a:lnTo>
                  <a:pt x="1528370" y="992435"/>
                </a:lnTo>
                <a:lnTo>
                  <a:pt x="1530360" y="992517"/>
                </a:lnTo>
                <a:lnTo>
                  <a:pt x="1532360" y="992588"/>
                </a:lnTo>
                <a:lnTo>
                  <a:pt x="1534350" y="992650"/>
                </a:lnTo>
                <a:lnTo>
                  <a:pt x="1536350" y="992722"/>
                </a:lnTo>
                <a:lnTo>
                  <a:pt x="1538340" y="992783"/>
                </a:lnTo>
                <a:lnTo>
                  <a:pt x="1540340" y="992845"/>
                </a:lnTo>
                <a:lnTo>
                  <a:pt x="1542330" y="992906"/>
                </a:lnTo>
                <a:lnTo>
                  <a:pt x="1544330" y="992968"/>
                </a:lnTo>
                <a:lnTo>
                  <a:pt x="1546320" y="993019"/>
                </a:lnTo>
                <a:lnTo>
                  <a:pt x="1548320" y="993070"/>
                </a:lnTo>
                <a:lnTo>
                  <a:pt x="1550310" y="993122"/>
                </a:lnTo>
                <a:lnTo>
                  <a:pt x="1552310" y="993173"/>
                </a:lnTo>
                <a:lnTo>
                  <a:pt x="1554300" y="993224"/>
                </a:lnTo>
                <a:lnTo>
                  <a:pt x="1556300" y="993265"/>
                </a:lnTo>
                <a:lnTo>
                  <a:pt x="1558290" y="993317"/>
                </a:lnTo>
                <a:lnTo>
                  <a:pt x="1560290" y="993358"/>
                </a:lnTo>
                <a:lnTo>
                  <a:pt x="1562290" y="993399"/>
                </a:lnTo>
                <a:lnTo>
                  <a:pt x="1564280" y="993440"/>
                </a:lnTo>
                <a:lnTo>
                  <a:pt x="1566280" y="993481"/>
                </a:lnTo>
                <a:lnTo>
                  <a:pt x="1568270" y="993511"/>
                </a:lnTo>
                <a:lnTo>
                  <a:pt x="1570270" y="993553"/>
                </a:lnTo>
                <a:lnTo>
                  <a:pt x="1572260" y="993583"/>
                </a:lnTo>
                <a:lnTo>
                  <a:pt x="1574260" y="993614"/>
                </a:lnTo>
                <a:lnTo>
                  <a:pt x="1576250" y="993655"/>
                </a:lnTo>
                <a:lnTo>
                  <a:pt x="1578250" y="993686"/>
                </a:lnTo>
                <a:lnTo>
                  <a:pt x="1580240" y="993706"/>
                </a:lnTo>
                <a:lnTo>
                  <a:pt x="1582240" y="993737"/>
                </a:lnTo>
                <a:lnTo>
                  <a:pt x="1584230" y="993768"/>
                </a:lnTo>
                <a:lnTo>
                  <a:pt x="1586230" y="993788"/>
                </a:lnTo>
                <a:lnTo>
                  <a:pt x="1588220" y="993819"/>
                </a:lnTo>
                <a:lnTo>
                  <a:pt x="1590220" y="993840"/>
                </a:lnTo>
                <a:lnTo>
                  <a:pt x="1592209" y="993871"/>
                </a:lnTo>
                <a:lnTo>
                  <a:pt x="1594210" y="993891"/>
                </a:lnTo>
                <a:lnTo>
                  <a:pt x="1596199" y="993911"/>
                </a:lnTo>
                <a:lnTo>
                  <a:pt x="1598199" y="993932"/>
                </a:lnTo>
                <a:lnTo>
                  <a:pt x="1600200" y="993953"/>
                </a:lnTo>
                <a:lnTo>
                  <a:pt x="1602189" y="993973"/>
                </a:lnTo>
                <a:lnTo>
                  <a:pt x="1604189" y="993983"/>
                </a:lnTo>
                <a:lnTo>
                  <a:pt x="1606179" y="994004"/>
                </a:lnTo>
                <a:lnTo>
                  <a:pt x="1608179" y="994024"/>
                </a:lnTo>
                <a:lnTo>
                  <a:pt x="1610169" y="994035"/>
                </a:lnTo>
                <a:lnTo>
                  <a:pt x="1612169" y="994055"/>
                </a:lnTo>
                <a:lnTo>
                  <a:pt x="1614159" y="994065"/>
                </a:lnTo>
                <a:lnTo>
                  <a:pt x="1616159" y="994086"/>
                </a:lnTo>
                <a:lnTo>
                  <a:pt x="1618149" y="994096"/>
                </a:lnTo>
                <a:lnTo>
                  <a:pt x="1620149" y="994106"/>
                </a:lnTo>
                <a:lnTo>
                  <a:pt x="1622139" y="994127"/>
                </a:lnTo>
                <a:lnTo>
                  <a:pt x="1624139" y="994137"/>
                </a:lnTo>
                <a:lnTo>
                  <a:pt x="1626129" y="994147"/>
                </a:lnTo>
                <a:lnTo>
                  <a:pt x="1628129" y="994158"/>
                </a:lnTo>
                <a:lnTo>
                  <a:pt x="1630119" y="994168"/>
                </a:lnTo>
                <a:lnTo>
                  <a:pt x="1632119" y="994178"/>
                </a:lnTo>
                <a:lnTo>
                  <a:pt x="1634119" y="994188"/>
                </a:lnTo>
                <a:lnTo>
                  <a:pt x="1636109" y="994199"/>
                </a:lnTo>
                <a:lnTo>
                  <a:pt x="1638109" y="994209"/>
                </a:lnTo>
                <a:lnTo>
                  <a:pt x="1640099" y="994219"/>
                </a:lnTo>
                <a:lnTo>
                  <a:pt x="1642099" y="994219"/>
                </a:lnTo>
                <a:lnTo>
                  <a:pt x="1644089" y="994229"/>
                </a:lnTo>
                <a:lnTo>
                  <a:pt x="1646089" y="994240"/>
                </a:lnTo>
                <a:lnTo>
                  <a:pt x="1648079" y="994250"/>
                </a:lnTo>
                <a:lnTo>
                  <a:pt x="1650079" y="994250"/>
                </a:lnTo>
                <a:lnTo>
                  <a:pt x="1652069" y="994260"/>
                </a:lnTo>
                <a:lnTo>
                  <a:pt x="1654069" y="994270"/>
                </a:lnTo>
                <a:lnTo>
                  <a:pt x="1656059" y="994270"/>
                </a:lnTo>
                <a:lnTo>
                  <a:pt x="1658059" y="994281"/>
                </a:lnTo>
                <a:lnTo>
                  <a:pt x="1660049" y="994281"/>
                </a:lnTo>
                <a:lnTo>
                  <a:pt x="1662049" y="994291"/>
                </a:lnTo>
                <a:lnTo>
                  <a:pt x="1664038" y="994291"/>
                </a:lnTo>
                <a:lnTo>
                  <a:pt x="1666039" y="994301"/>
                </a:lnTo>
                <a:lnTo>
                  <a:pt x="1668039" y="994301"/>
                </a:lnTo>
                <a:lnTo>
                  <a:pt x="1670028" y="994312"/>
                </a:lnTo>
                <a:lnTo>
                  <a:pt x="1672029" y="994312"/>
                </a:lnTo>
                <a:lnTo>
                  <a:pt x="1674018" y="994312"/>
                </a:lnTo>
                <a:lnTo>
                  <a:pt x="1676019" y="994322"/>
                </a:lnTo>
                <a:lnTo>
                  <a:pt x="1678008" y="994322"/>
                </a:lnTo>
                <a:lnTo>
                  <a:pt x="1680009" y="994332"/>
                </a:lnTo>
                <a:lnTo>
                  <a:pt x="1681998" y="994332"/>
                </a:lnTo>
                <a:lnTo>
                  <a:pt x="1683998" y="994332"/>
                </a:lnTo>
                <a:lnTo>
                  <a:pt x="1685988" y="994332"/>
                </a:lnTo>
                <a:lnTo>
                  <a:pt x="1687988" y="994342"/>
                </a:lnTo>
                <a:lnTo>
                  <a:pt x="1689978" y="994342"/>
                </a:lnTo>
                <a:lnTo>
                  <a:pt x="1691978" y="994342"/>
                </a:lnTo>
                <a:lnTo>
                  <a:pt x="1693968" y="994353"/>
                </a:lnTo>
                <a:lnTo>
                  <a:pt x="1695968" y="994353"/>
                </a:lnTo>
                <a:lnTo>
                  <a:pt x="1697958" y="994353"/>
                </a:lnTo>
                <a:lnTo>
                  <a:pt x="1699958" y="994353"/>
                </a:lnTo>
                <a:lnTo>
                  <a:pt x="1701948" y="994353"/>
                </a:lnTo>
                <a:lnTo>
                  <a:pt x="1703948" y="994363"/>
                </a:lnTo>
                <a:lnTo>
                  <a:pt x="1705948" y="994363"/>
                </a:lnTo>
                <a:lnTo>
                  <a:pt x="1707938" y="994363"/>
                </a:lnTo>
                <a:lnTo>
                  <a:pt x="1709938" y="994363"/>
                </a:lnTo>
                <a:lnTo>
                  <a:pt x="1711928" y="994363"/>
                </a:lnTo>
                <a:lnTo>
                  <a:pt x="1713928" y="994363"/>
                </a:lnTo>
                <a:lnTo>
                  <a:pt x="1715918" y="994373"/>
                </a:lnTo>
                <a:lnTo>
                  <a:pt x="1717918" y="994373"/>
                </a:lnTo>
                <a:lnTo>
                  <a:pt x="1719908" y="994373"/>
                </a:lnTo>
                <a:lnTo>
                  <a:pt x="1721908" y="994373"/>
                </a:lnTo>
                <a:lnTo>
                  <a:pt x="1723898" y="994373"/>
                </a:lnTo>
                <a:lnTo>
                  <a:pt x="1725898" y="994373"/>
                </a:lnTo>
                <a:lnTo>
                  <a:pt x="1727888" y="994373"/>
                </a:lnTo>
                <a:lnTo>
                  <a:pt x="1729888" y="994373"/>
                </a:lnTo>
                <a:lnTo>
                  <a:pt x="1731878" y="994383"/>
                </a:lnTo>
                <a:lnTo>
                  <a:pt x="1733878" y="994383"/>
                </a:lnTo>
                <a:lnTo>
                  <a:pt x="1735868" y="994383"/>
                </a:lnTo>
                <a:lnTo>
                  <a:pt x="1737868" y="994383"/>
                </a:lnTo>
                <a:lnTo>
                  <a:pt x="1739868" y="994383"/>
                </a:lnTo>
                <a:lnTo>
                  <a:pt x="1741858" y="994383"/>
                </a:lnTo>
                <a:lnTo>
                  <a:pt x="1743858" y="994383"/>
                </a:lnTo>
                <a:lnTo>
                  <a:pt x="1745848" y="994383"/>
                </a:lnTo>
                <a:lnTo>
                  <a:pt x="1747848" y="994383"/>
                </a:lnTo>
                <a:lnTo>
                  <a:pt x="1749837" y="994383"/>
                </a:lnTo>
                <a:lnTo>
                  <a:pt x="1751838" y="994383"/>
                </a:lnTo>
                <a:lnTo>
                  <a:pt x="1753827" y="994383"/>
                </a:lnTo>
                <a:lnTo>
                  <a:pt x="1755827" y="994383"/>
                </a:lnTo>
                <a:lnTo>
                  <a:pt x="1757817" y="994383"/>
                </a:lnTo>
                <a:lnTo>
                  <a:pt x="1759818" y="994383"/>
                </a:lnTo>
                <a:lnTo>
                  <a:pt x="1761807" y="994394"/>
                </a:lnTo>
                <a:lnTo>
                  <a:pt x="1763807" y="994394"/>
                </a:lnTo>
                <a:lnTo>
                  <a:pt x="1765797" y="994394"/>
                </a:lnTo>
                <a:lnTo>
                  <a:pt x="1767797" y="994394"/>
                </a:lnTo>
                <a:lnTo>
                  <a:pt x="1769787" y="994394"/>
                </a:lnTo>
                <a:lnTo>
                  <a:pt x="1771787" y="994394"/>
                </a:lnTo>
                <a:lnTo>
                  <a:pt x="1773777" y="994394"/>
                </a:lnTo>
                <a:lnTo>
                  <a:pt x="1775777" y="994394"/>
                </a:lnTo>
                <a:lnTo>
                  <a:pt x="1777777" y="994394"/>
                </a:lnTo>
                <a:lnTo>
                  <a:pt x="1779767" y="994394"/>
                </a:lnTo>
                <a:lnTo>
                  <a:pt x="1781767" y="994394"/>
                </a:lnTo>
                <a:lnTo>
                  <a:pt x="1783757" y="994394"/>
                </a:lnTo>
                <a:lnTo>
                  <a:pt x="1785757" y="994394"/>
                </a:lnTo>
                <a:lnTo>
                  <a:pt x="1787747" y="994394"/>
                </a:lnTo>
                <a:lnTo>
                  <a:pt x="1789747" y="994394"/>
                </a:lnTo>
                <a:lnTo>
                  <a:pt x="1791737" y="994394"/>
                </a:lnTo>
                <a:lnTo>
                  <a:pt x="1793737" y="994394"/>
                </a:lnTo>
                <a:lnTo>
                  <a:pt x="1795727" y="994394"/>
                </a:lnTo>
                <a:lnTo>
                  <a:pt x="1797727" y="994394"/>
                </a:lnTo>
                <a:lnTo>
                  <a:pt x="1799717" y="994394"/>
                </a:lnTo>
                <a:lnTo>
                  <a:pt x="1801717" y="994394"/>
                </a:lnTo>
                <a:lnTo>
                  <a:pt x="1803707" y="994394"/>
                </a:lnTo>
                <a:lnTo>
                  <a:pt x="1805707" y="994394"/>
                </a:lnTo>
                <a:lnTo>
                  <a:pt x="1807697" y="994394"/>
                </a:lnTo>
                <a:lnTo>
                  <a:pt x="1809697" y="994394"/>
                </a:lnTo>
                <a:lnTo>
                  <a:pt x="1811697" y="994394"/>
                </a:lnTo>
                <a:lnTo>
                  <a:pt x="1813687" y="994394"/>
                </a:lnTo>
                <a:lnTo>
                  <a:pt x="1815687" y="994394"/>
                </a:lnTo>
                <a:lnTo>
                  <a:pt x="1817677" y="994394"/>
                </a:lnTo>
                <a:lnTo>
                  <a:pt x="1819677" y="994394"/>
                </a:lnTo>
                <a:lnTo>
                  <a:pt x="1821666" y="994394"/>
                </a:lnTo>
                <a:lnTo>
                  <a:pt x="1823667" y="994394"/>
                </a:lnTo>
                <a:lnTo>
                  <a:pt x="1825657" y="994394"/>
                </a:lnTo>
                <a:lnTo>
                  <a:pt x="1827657" y="994394"/>
                </a:lnTo>
                <a:lnTo>
                  <a:pt x="1829646" y="994394"/>
                </a:lnTo>
                <a:lnTo>
                  <a:pt x="1831646" y="994394"/>
                </a:lnTo>
                <a:lnTo>
                  <a:pt x="1833636" y="994394"/>
                </a:lnTo>
                <a:lnTo>
                  <a:pt x="1835636" y="994394"/>
                </a:lnTo>
                <a:lnTo>
                  <a:pt x="1837626" y="994394"/>
                </a:lnTo>
                <a:lnTo>
                  <a:pt x="1839626" y="994394"/>
                </a:lnTo>
                <a:lnTo>
                  <a:pt x="1841616" y="994394"/>
                </a:lnTo>
                <a:lnTo>
                  <a:pt x="1843616" y="994394"/>
                </a:lnTo>
                <a:lnTo>
                  <a:pt x="1845616" y="994394"/>
                </a:lnTo>
                <a:lnTo>
                  <a:pt x="1847606" y="994394"/>
                </a:lnTo>
                <a:lnTo>
                  <a:pt x="1849606" y="994394"/>
                </a:lnTo>
                <a:lnTo>
                  <a:pt x="1851596" y="994394"/>
                </a:lnTo>
                <a:lnTo>
                  <a:pt x="1853596" y="994394"/>
                </a:lnTo>
                <a:lnTo>
                  <a:pt x="1855586" y="994394"/>
                </a:lnTo>
                <a:lnTo>
                  <a:pt x="1857586" y="994394"/>
                </a:lnTo>
                <a:lnTo>
                  <a:pt x="1859576" y="994394"/>
                </a:lnTo>
                <a:lnTo>
                  <a:pt x="1861576" y="994394"/>
                </a:lnTo>
                <a:lnTo>
                  <a:pt x="1863566" y="994394"/>
                </a:lnTo>
                <a:lnTo>
                  <a:pt x="1865566" y="994394"/>
                </a:lnTo>
                <a:lnTo>
                  <a:pt x="1867556" y="994394"/>
                </a:lnTo>
                <a:lnTo>
                  <a:pt x="1869556" y="994394"/>
                </a:lnTo>
                <a:lnTo>
                  <a:pt x="1871546" y="994394"/>
                </a:lnTo>
                <a:lnTo>
                  <a:pt x="1873546" y="994394"/>
                </a:lnTo>
                <a:lnTo>
                  <a:pt x="1875536" y="994394"/>
                </a:lnTo>
                <a:lnTo>
                  <a:pt x="1877536" y="994394"/>
                </a:lnTo>
                <a:lnTo>
                  <a:pt x="1879526" y="994394"/>
                </a:lnTo>
                <a:lnTo>
                  <a:pt x="1881526" y="994394"/>
                </a:lnTo>
                <a:lnTo>
                  <a:pt x="1883526" y="994394"/>
                </a:lnTo>
                <a:lnTo>
                  <a:pt x="1885516" y="994394"/>
                </a:lnTo>
                <a:lnTo>
                  <a:pt x="1887516" y="994394"/>
                </a:lnTo>
                <a:lnTo>
                  <a:pt x="1889506" y="994394"/>
                </a:lnTo>
                <a:lnTo>
                  <a:pt x="1891506" y="994394"/>
                </a:lnTo>
                <a:lnTo>
                  <a:pt x="1893496" y="994394"/>
                </a:lnTo>
                <a:lnTo>
                  <a:pt x="1895496" y="994394"/>
                </a:lnTo>
                <a:lnTo>
                  <a:pt x="1897486" y="994394"/>
                </a:lnTo>
                <a:lnTo>
                  <a:pt x="1899486" y="994394"/>
                </a:lnTo>
                <a:lnTo>
                  <a:pt x="1901475" y="994394"/>
                </a:lnTo>
                <a:lnTo>
                  <a:pt x="1903475" y="994394"/>
                </a:lnTo>
                <a:lnTo>
                  <a:pt x="1905466" y="994394"/>
                </a:lnTo>
                <a:lnTo>
                  <a:pt x="1907466" y="994394"/>
                </a:lnTo>
                <a:lnTo>
                  <a:pt x="1909455" y="994394"/>
                </a:lnTo>
                <a:lnTo>
                  <a:pt x="1911455" y="994394"/>
                </a:lnTo>
                <a:lnTo>
                  <a:pt x="1913445" y="994394"/>
                </a:lnTo>
                <a:lnTo>
                  <a:pt x="1915445" y="994394"/>
                </a:lnTo>
                <a:lnTo>
                  <a:pt x="1917446" y="994394"/>
                </a:lnTo>
                <a:lnTo>
                  <a:pt x="1919435" y="994394"/>
                </a:lnTo>
                <a:lnTo>
                  <a:pt x="1921435" y="994394"/>
                </a:lnTo>
                <a:lnTo>
                  <a:pt x="1923425" y="994394"/>
                </a:lnTo>
                <a:lnTo>
                  <a:pt x="1925425" y="994394"/>
                </a:lnTo>
                <a:lnTo>
                  <a:pt x="1927415" y="994394"/>
                </a:lnTo>
                <a:lnTo>
                  <a:pt x="1929415" y="994394"/>
                </a:lnTo>
                <a:lnTo>
                  <a:pt x="1931405" y="994394"/>
                </a:lnTo>
                <a:lnTo>
                  <a:pt x="1933405" y="994394"/>
                </a:lnTo>
                <a:lnTo>
                  <a:pt x="1935395" y="994394"/>
                </a:lnTo>
                <a:lnTo>
                  <a:pt x="1937395" y="994394"/>
                </a:lnTo>
                <a:lnTo>
                  <a:pt x="1939385" y="994394"/>
                </a:lnTo>
                <a:lnTo>
                  <a:pt x="1941385" y="994394"/>
                </a:lnTo>
                <a:lnTo>
                  <a:pt x="1943375" y="994394"/>
                </a:lnTo>
                <a:lnTo>
                  <a:pt x="1945375" y="994394"/>
                </a:lnTo>
                <a:lnTo>
                  <a:pt x="1947365" y="994394"/>
                </a:lnTo>
                <a:lnTo>
                  <a:pt x="1949365" y="994394"/>
                </a:lnTo>
                <a:lnTo>
                  <a:pt x="1951355" y="994394"/>
                </a:lnTo>
                <a:lnTo>
                  <a:pt x="1953355" y="994394"/>
                </a:lnTo>
                <a:lnTo>
                  <a:pt x="1955355" y="994394"/>
                </a:lnTo>
                <a:lnTo>
                  <a:pt x="1957345" y="994394"/>
                </a:lnTo>
                <a:lnTo>
                  <a:pt x="1959345" y="994394"/>
                </a:lnTo>
                <a:lnTo>
                  <a:pt x="1961335" y="994394"/>
                </a:lnTo>
                <a:lnTo>
                  <a:pt x="1963335" y="994394"/>
                </a:lnTo>
                <a:lnTo>
                  <a:pt x="1965325" y="994394"/>
                </a:lnTo>
                <a:lnTo>
                  <a:pt x="1967325" y="994394"/>
                </a:lnTo>
                <a:lnTo>
                  <a:pt x="1969315" y="994394"/>
                </a:lnTo>
                <a:lnTo>
                  <a:pt x="1971315" y="994394"/>
                </a:lnTo>
                <a:lnTo>
                  <a:pt x="1973305" y="994394"/>
                </a:lnTo>
                <a:lnTo>
                  <a:pt x="1975305" y="994394"/>
                </a:lnTo>
                <a:lnTo>
                  <a:pt x="1977294" y="994394"/>
                </a:lnTo>
                <a:lnTo>
                  <a:pt x="1979295" y="994394"/>
                </a:lnTo>
                <a:lnTo>
                  <a:pt x="1981284" y="994394"/>
                </a:lnTo>
                <a:lnTo>
                  <a:pt x="1983284" y="994394"/>
                </a:lnTo>
                <a:lnTo>
                  <a:pt x="1985274" y="994394"/>
                </a:lnTo>
                <a:lnTo>
                  <a:pt x="1987275" y="994394"/>
                </a:lnTo>
                <a:lnTo>
                  <a:pt x="1989275" y="994394"/>
                </a:lnTo>
                <a:lnTo>
                  <a:pt x="1991264" y="994394"/>
                </a:lnTo>
                <a:lnTo>
                  <a:pt x="1993264" y="994394"/>
                </a:lnTo>
              </a:path>
            </a:pathLst>
          </a:custGeom>
          <a:noFill/>
          <a:ln w="28575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949CF9C5-F1D6-CF72-6802-47CE810BC564}"/>
              </a:ext>
            </a:extLst>
          </p:cNvPr>
          <p:cNvCxnSpPr>
            <a:cxnSpLocks/>
          </p:cNvCxnSpPr>
          <p:nvPr/>
        </p:nvCxnSpPr>
        <p:spPr bwMode="gray">
          <a:xfrm>
            <a:off x="358776" y="3699810"/>
            <a:ext cx="6733504" cy="599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634210EF-B709-5EB7-0DBE-39DF1BF22813}"/>
                  </a:ext>
                </a:extLst>
              </p:cNvPr>
              <p:cNvSpPr txBox="1"/>
              <p:nvPr/>
            </p:nvSpPr>
            <p:spPr bwMode="gray">
              <a:xfrm>
                <a:off x="6868162" y="3759770"/>
                <a:ext cx="448235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 err="1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634210EF-B709-5EB7-0DBE-39DF1BF22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68162" y="3759770"/>
                <a:ext cx="448235" cy="303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0026D9DD-D5D4-2E4F-65F6-3FE8974AEEFF}"/>
                  </a:ext>
                </a:extLst>
              </p:cNvPr>
              <p:cNvSpPr txBox="1"/>
              <p:nvPr/>
            </p:nvSpPr>
            <p:spPr bwMode="gray">
              <a:xfrm>
                <a:off x="6136858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=+∞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0026D9DD-D5D4-2E4F-65F6-3FE8974A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36858" y="3975884"/>
                <a:ext cx="641886" cy="3030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246C648A-C341-C7BC-02D9-FE5F126AA443}"/>
                  </a:ext>
                </a:extLst>
              </p:cNvPr>
              <p:cNvSpPr txBox="1"/>
              <p:nvPr/>
            </p:nvSpPr>
            <p:spPr bwMode="gray">
              <a:xfrm>
                <a:off x="4805813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246C648A-C341-C7BC-02D9-FE5F126A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05813" y="3975884"/>
                <a:ext cx="641886" cy="3030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414E5ED8-F5DC-CB9E-3DF4-1EEABF78C4FB}"/>
                  </a:ext>
                </a:extLst>
              </p:cNvPr>
              <p:cNvSpPr txBox="1"/>
              <p:nvPr/>
            </p:nvSpPr>
            <p:spPr bwMode="gray">
              <a:xfrm>
                <a:off x="3474767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414E5ED8-F5DC-CB9E-3DF4-1EEABF78C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74767" y="3975884"/>
                <a:ext cx="641886" cy="3030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1AD6B36F-2BF8-E409-42B8-A25BBBA43427}"/>
                  </a:ext>
                </a:extLst>
              </p:cNvPr>
              <p:cNvSpPr txBox="1"/>
              <p:nvPr/>
            </p:nvSpPr>
            <p:spPr bwMode="gray">
              <a:xfrm>
                <a:off x="2143721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1AD6B36F-2BF8-E409-42B8-A25BBBA43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3721" y="3975884"/>
                <a:ext cx="641886" cy="3030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C2F1E9AC-3171-53A8-04E7-3C98678F4C80}"/>
                  </a:ext>
                </a:extLst>
              </p:cNvPr>
              <p:cNvSpPr txBox="1"/>
              <p:nvPr/>
            </p:nvSpPr>
            <p:spPr bwMode="gray">
              <a:xfrm>
                <a:off x="812675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=−∞</m:t>
                      </m:r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C2F1E9AC-3171-53A8-04E7-3C98678F4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2675" y="3975884"/>
                <a:ext cx="641886" cy="3030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0" name="TextBox 339">
            <a:extLst>
              <a:ext uri="{FF2B5EF4-FFF2-40B4-BE49-F238E27FC236}">
                <a16:creationId xmlns:a16="http://schemas.microsoft.com/office/drawing/2014/main" id="{65BB15F5-F68A-EF22-7339-5F76ECEBD7CE}"/>
              </a:ext>
            </a:extLst>
          </p:cNvPr>
          <p:cNvSpPr txBox="1"/>
          <p:nvPr/>
        </p:nvSpPr>
        <p:spPr bwMode="gray">
          <a:xfrm>
            <a:off x="251768" y="3296671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zero-forcing &amp; mode seeking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722602C1-A4DC-C102-1D43-950684203834}"/>
              </a:ext>
            </a:extLst>
          </p:cNvPr>
          <p:cNvSpPr txBox="1"/>
          <p:nvPr/>
        </p:nvSpPr>
        <p:spPr bwMode="gray">
          <a:xfrm>
            <a:off x="5292080" y="3349030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inclusive &amp; support seeking</a:t>
            </a:r>
            <a:endParaRPr lang="en-DE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7282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2" grpId="0" animBg="1"/>
      <p:bldP spid="118" grpId="0" animBg="1"/>
      <p:bldP spid="174" grpId="0" animBg="1"/>
      <p:bldP spid="230" grpId="0" animBg="1"/>
      <p:bldP spid="286" grpId="0" animBg="1"/>
      <p:bldP spid="331" grpId="0" animBg="1"/>
      <p:bldP spid="333" grpId="0"/>
      <p:bldP spid="334" grpId="0"/>
      <p:bldP spid="335" grpId="0"/>
      <p:bldP spid="336" grpId="0"/>
      <p:bldP spid="337" grpId="0"/>
      <p:bldP spid="338" grpId="0"/>
      <p:bldP spid="340" grpId="0"/>
      <p:bldP spid="34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F3759-87C9-8245-5449-600044F19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3F0BD8C-92B8-509D-56F2-315D33541EB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95662"/>
              </a:xfrm>
            </p:spPr>
            <p:txBody>
              <a:bodyPr/>
              <a:lstStyle/>
              <a:p>
                <a:r>
                  <a:rPr lang="en-US" b="1" dirty="0"/>
                  <a:t>Theorem (Limit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the limit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i="1" dirty="0"/>
                  <a:t> is the reverse </a:t>
                </a:r>
                <a:r>
                  <a:rPr lang="en-US" i="1" dirty="0" err="1"/>
                  <a:t>Kullback</a:t>
                </a:r>
                <a:r>
                  <a:rPr lang="en-US" i="1" dirty="0"/>
                  <a:t>-Leibler divergence</a:t>
                </a:r>
                <a:endParaRPr lang="en-US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b="1" dirty="0"/>
                  <a:t>Proof</a:t>
                </a:r>
                <a:r>
                  <a:rPr lang="en-US" sz="1200" dirty="0"/>
                  <a:t>: Taking limits, we have</a:t>
                </a:r>
              </a:p>
              <a:p>
                <a:pPr lvl="1"/>
                <a:endParaRPr lang="en-US" sz="1200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endParaRPr lang="en-US" sz="1200" b="1" dirty="0"/>
              </a:p>
              <a:p>
                <a:r>
                  <a:rPr lang="en-US" b="1" dirty="0"/>
                  <a:t>Challenge</a:t>
                </a:r>
                <a:r>
                  <a:rPr lang="en-US" dirty="0"/>
                  <a:t>: Given an arbitrary density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how do we efficiently find the minimizer of the reverse </a:t>
                </a:r>
                <a:r>
                  <a:rPr lang="en-US" dirty="0" err="1"/>
                  <a:t>Kullback</a:t>
                </a:r>
                <a:r>
                  <a:rPr lang="en-US" dirty="0"/>
                  <a:t>-Leibler divergence when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3F0BD8C-92B8-509D-56F2-315D33541E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95662"/>
              </a:xfrm>
              <a:blipFill>
                <a:blip r:embed="rId2"/>
                <a:stretch>
                  <a:fillRect t="-8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3E086E-E7B8-CA65-4217-1557A5C2C6B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: Reverse KL 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ECBB972-B72D-5CD9-F3A7-6A89950CF1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BDC0D147-5094-FBEB-73D8-9188E8B1B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47988" y="1036898"/>
            <a:ext cx="648072" cy="852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8AB80DD-624D-69AA-5647-E53CC2CDF9C2}"/>
              </a:ext>
            </a:extLst>
          </p:cNvPr>
          <p:cNvSpPr txBox="1"/>
          <p:nvPr/>
        </p:nvSpPr>
        <p:spPr bwMode="gray">
          <a:xfrm>
            <a:off x="7749588" y="1889624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Solomon </a:t>
            </a:r>
            <a:r>
              <a:rPr lang="en-US" sz="800" b="1" dirty="0" err="1"/>
              <a:t>Kullback</a:t>
            </a:r>
            <a:br>
              <a:rPr lang="en-US" sz="800" b="1" dirty="0"/>
            </a:br>
            <a:r>
              <a:rPr lang="en-US" sz="800" b="1" dirty="0"/>
              <a:t>(1909 – 1994)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BCFAA6-2A22-A357-A46D-2B0EBBBE016F}"/>
              </a:ext>
            </a:extLst>
          </p:cNvPr>
          <p:cNvSpPr txBox="1"/>
          <p:nvPr/>
        </p:nvSpPr>
        <p:spPr bwMode="gray">
          <a:xfrm>
            <a:off x="7749588" y="3168713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Richard </a:t>
            </a:r>
            <a:r>
              <a:rPr lang="en-US" sz="800" b="1" dirty="0" err="1"/>
              <a:t>Leibler</a:t>
            </a:r>
            <a:br>
              <a:rPr lang="en-US" sz="800" b="1" dirty="0"/>
            </a:br>
            <a:r>
              <a:rPr lang="en-US" sz="800" b="1" dirty="0"/>
              <a:t>(1914 – 2003)</a:t>
            </a:r>
          </a:p>
        </p:txBody>
      </p:sp>
      <p:pic>
        <p:nvPicPr>
          <p:cNvPr id="7" name="Picture 4" descr="Dr. Richard A. Leibler">
            <a:extLst>
              <a:ext uri="{FF2B5EF4-FFF2-40B4-BE49-F238E27FC236}">
                <a16:creationId xmlns:a16="http://schemas.microsoft.com/office/drawing/2014/main" id="{7B404BBC-92D1-EE50-30D2-4FA639AA36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861556" y="2347777"/>
            <a:ext cx="820936" cy="820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98CF09-57A7-5D1A-49EC-69FF1F714EFC}"/>
                  </a:ext>
                </a:extLst>
              </p:cNvPr>
              <p:cNvSpPr txBox="1"/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unc>
                                        <m:func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𝑝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num>
                                                <m:den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C69328-4D18-36A2-7848-D4A2EFF6A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blipFill>
                <a:blip r:embed="rId6"/>
                <a:stretch>
                  <a:fillRect t="-92727" b="-14181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419B11-72E0-1E8C-9F08-D280117C6B58}"/>
                  </a:ext>
                </a:extLst>
              </p:cNvPr>
              <p:cNvSpPr txBox="1"/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0D26EE-9604-C3C2-0DAD-9FB59DE5A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blipFill>
                <a:blip r:embed="rId7"/>
                <a:stretch>
                  <a:fillRect l="-2000" t="-101961" b="-15882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746D62-1216-453E-6054-35A9769EC28D}"/>
                  </a:ext>
                </a:extLst>
              </p:cNvPr>
              <p:cNvSpPr txBox="1"/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677468-908E-E2A6-B765-EBB93F771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blipFill>
                <a:blip r:embed="rId8"/>
                <a:stretch>
                  <a:fillRect t="-94444" b="-1444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A075BB-DB46-21D0-F0DB-FDB9E9F2F0FF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 bwMode="gray">
          <a:xfrm flipH="1">
            <a:off x="4715548" y="3141732"/>
            <a:ext cx="678799" cy="48072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65064C1-2A84-9C39-3B13-7C74C33E60AC}"/>
                  </a:ext>
                </a:extLst>
              </p:cNvPr>
              <p:cNvSpPr txBox="1"/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Note that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e>
                    </m:func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08F18F6-4F55-D323-8FFD-CFDF4FA1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blipFill>
                <a:blip r:embed="rId9"/>
                <a:stretch>
                  <a:fillRect l="-2222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B34A598-2628-753D-B5DC-FBE39B6D8916}"/>
              </a:ext>
            </a:extLst>
          </p:cNvPr>
          <p:cNvSpPr/>
          <p:nvPr/>
        </p:nvSpPr>
        <p:spPr bwMode="gray">
          <a:xfrm>
            <a:off x="3333152" y="3341247"/>
            <a:ext cx="1382396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F49CFF-B52E-B259-AB6C-7022ED097643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 bwMode="gray">
          <a:xfrm flipH="1">
            <a:off x="4880585" y="2747978"/>
            <a:ext cx="556242" cy="2812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FDD5C32-A72F-75D6-8BAC-B619702C400E}"/>
              </a:ext>
            </a:extLst>
          </p:cNvPr>
          <p:cNvSpPr txBox="1"/>
          <p:nvPr/>
        </p:nvSpPr>
        <p:spPr bwMode="gray">
          <a:xfrm>
            <a:off x="5436827" y="2597879"/>
            <a:ext cx="1083317" cy="30019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L'Hôpital's rule!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0E456BB-6CAF-61A9-65EF-E548B4C4837F}"/>
              </a:ext>
            </a:extLst>
          </p:cNvPr>
          <p:cNvSpPr/>
          <p:nvPr/>
        </p:nvSpPr>
        <p:spPr bwMode="gray">
          <a:xfrm>
            <a:off x="2319778" y="2747978"/>
            <a:ext cx="2560807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6A0AF1-248F-357D-4FC7-E8B4963F527C}"/>
              </a:ext>
            </a:extLst>
          </p:cNvPr>
          <p:cNvCxnSpPr>
            <a:cxnSpLocks/>
            <a:stCxn id="11" idx="1"/>
            <a:endCxn id="16" idx="3"/>
          </p:cNvCxnSpPr>
          <p:nvPr/>
        </p:nvCxnSpPr>
        <p:spPr bwMode="gray">
          <a:xfrm flipH="1">
            <a:off x="4880585" y="4732162"/>
            <a:ext cx="821070" cy="511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8DD08B-23FC-7FDA-C72E-D95A7235E8E9}"/>
                  </a:ext>
                </a:extLst>
              </p:cNvPr>
              <p:cNvSpPr txBox="1"/>
              <p:nvPr/>
            </p:nvSpPr>
            <p:spPr bwMode="gray">
              <a:xfrm>
                <a:off x="5701655" y="4582063"/>
                <a:ext cx="2614761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Exponential family parameterized by </a:t>
                </a:r>
                <a14:m>
                  <m:oMath xmlns:m="http://schemas.openxmlformats.org/officeDocument/2006/math">
                    <m:r>
                      <a:rPr lang="en-US" sz="1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8DD08B-23FC-7FDA-C72E-D95A7235E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01655" y="4582063"/>
                <a:ext cx="2614761" cy="30019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B66AB40-F0DE-8D03-D996-0F552A67D9BB}"/>
              </a:ext>
            </a:extLst>
          </p:cNvPr>
          <p:cNvSpPr/>
          <p:nvPr/>
        </p:nvSpPr>
        <p:spPr bwMode="gray">
          <a:xfrm>
            <a:off x="3251954" y="4526531"/>
            <a:ext cx="1628631" cy="42148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0BED57F-AA26-0309-0728-A160FA8D453A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 bwMode="gray">
          <a:xfrm>
            <a:off x="1334455" y="1903754"/>
            <a:ext cx="1339582" cy="16395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58E1C3-5CC6-74B8-08EC-4094E987F81A}"/>
                  </a:ext>
                </a:extLst>
              </p:cNvPr>
              <p:cNvSpPr txBox="1"/>
              <p:nvPr/>
            </p:nvSpPr>
            <p:spPr bwMode="gray">
              <a:xfrm>
                <a:off x="27981" y="1753655"/>
                <a:ext cx="1306474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Note that for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we 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58E1C3-5CC6-74B8-08EC-4094E987F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981" y="1753655"/>
                <a:ext cx="1306474" cy="300197"/>
              </a:xfrm>
              <a:prstGeom prst="rect">
                <a:avLst/>
              </a:prstGeom>
              <a:blipFill>
                <a:blip r:embed="rId11"/>
                <a:stretch>
                  <a:fillRect t="-16667" b="-25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1ACEF4E-7B15-1BC9-A7AF-DECBDBAD3108}"/>
              </a:ext>
            </a:extLst>
          </p:cNvPr>
          <p:cNvSpPr/>
          <p:nvPr/>
        </p:nvSpPr>
        <p:spPr bwMode="gray">
          <a:xfrm>
            <a:off x="2674037" y="1903754"/>
            <a:ext cx="1015313" cy="32790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886626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2" grpId="0"/>
      <p:bldP spid="14" grpId="0"/>
      <p:bldP spid="15" grpId="0" animBg="1"/>
      <p:bldP spid="20" grpId="0"/>
      <p:bldP spid="21" grpId="0" animBg="1"/>
      <p:bldP spid="11" grpId="0"/>
      <p:bldP spid="16" grpId="0" animBg="1"/>
      <p:bldP spid="18" grpId="0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4B1688A-F799-75C6-BD3B-682243D1DC6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979985"/>
              </a:xfrm>
            </p:spPr>
            <p:txBody>
              <a:bodyPr/>
              <a:lstStyle/>
              <a:p>
                <a:r>
                  <a:rPr lang="en-DE" dirty="0"/>
                  <a:t>Consider a single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dirty="0"/>
                  <a:t> non-observed variables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DE" dirty="0"/>
              </a:p>
              <a:p>
                <a:pPr lvl="1"/>
                <a:r>
                  <a:rPr lang="en-DE" sz="1200" dirty="0"/>
                  <a:t>All other non-observed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DE" sz="1200" dirty="0"/>
                  <a:t> have already been integrated out</a:t>
                </a:r>
              </a:p>
              <a:p>
                <a:pPr lvl="1"/>
                <a:r>
                  <a:rPr lang="en-US" sz="1200" dirty="0"/>
                  <a:t>All observed variables (i.e., data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) are encoded through other factors and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r>
                  <a:rPr lang="en-DE" b="1" dirty="0"/>
                  <a:t>Observation 1</a:t>
                </a:r>
                <a:r>
                  <a:rPr lang="en-DE" dirty="0"/>
                  <a:t>: Since the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dirty="0"/>
                  <a:t> is observed, we know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DE" dirty="0"/>
                  <a:t> is constant</a:t>
                </a:r>
              </a:p>
              <a:p>
                <a:r>
                  <a:rPr lang="en-DE" b="1" dirty="0"/>
                  <a:t>Observation 2</a:t>
                </a:r>
                <a:r>
                  <a:rPr lang="en-DE" dirty="0"/>
                  <a:t>: For </a:t>
                </a:r>
                <a:r>
                  <a:rPr lang="en-DE" i="1" dirty="0"/>
                  <a:t>any</a:t>
                </a:r>
                <a:r>
                  <a:rPr lang="en-DE" dirty="0"/>
                  <a:t>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DE" dirty="0"/>
                  <a:t>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dirty="0"/>
                  <a:t> we know that </a:t>
                </a:r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marL="268287" lvl="1" indent="0">
                  <a:buNone/>
                </a:pPr>
                <a:r>
                  <a:rPr lang="en-DE" sz="1200" dirty="0"/>
                  <a:t>	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4B1688A-F799-75C6-BD3B-682243D1D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979985"/>
              </a:xfrm>
              <a:blipFill>
                <a:blip r:embed="rId2"/>
                <a:stretch>
                  <a:fillRect t="-63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159C95-E8A1-4A3E-253E-64EDF2A0B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Evidence Lower Bound (ELBO)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0234A4-E8FD-A387-D9C7-D7DAEA0A8C69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9FC7EA-E8A4-8A5C-1949-1FB202954845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F84467-89E6-F5ED-876C-8E5C4FF6DCF0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22B16F-A3F5-E845-D2E7-475E4F4DF7D8}"/>
                  </a:ext>
                </a:extLst>
              </p:cNvPr>
              <p:cNvSpPr txBox="1"/>
              <p:nvPr/>
            </p:nvSpPr>
            <p:spPr bwMode="gray">
              <a:xfrm>
                <a:off x="1835696" y="2027103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22B16F-A3F5-E845-D2E7-475E4F4DF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5696" y="2027103"/>
                <a:ext cx="3456384" cy="596445"/>
              </a:xfrm>
              <a:prstGeom prst="rect">
                <a:avLst/>
              </a:prstGeom>
              <a:blipFill>
                <a:blip r:embed="rId5"/>
                <a:stretch>
                  <a:fillRect t="-91667" b="-1458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99DDD01-BAAD-FAB7-5AEA-2598963D86E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CB9ED9-D901-D627-784D-F9D2A73DD5E2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CB9ED9-D901-D627-784D-F9D2A73DD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D975DF-DB75-AD19-AC6D-14631EEFA86B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A50242-7A3E-A939-DD8C-B59A07728BB7}"/>
                  </a:ext>
                </a:extLst>
              </p:cNvPr>
              <p:cNvSpPr txBox="1"/>
              <p:nvPr/>
            </p:nvSpPr>
            <p:spPr bwMode="gray">
              <a:xfrm>
                <a:off x="1043608" y="3147814"/>
                <a:ext cx="4683298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A50242-7A3E-A939-DD8C-B59A07728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147814"/>
                <a:ext cx="4683298" cy="576696"/>
              </a:xfrm>
              <a:prstGeom prst="rect">
                <a:avLst/>
              </a:prstGeom>
              <a:blipFill>
                <a:blip r:embed="rId8"/>
                <a:stretch>
                  <a:fillRect t="-119149" b="-170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E612C2C-AEEC-D977-C100-B4832F68E088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 bwMode="gray">
          <a:xfrm>
            <a:off x="1966538" y="2170175"/>
            <a:ext cx="517231" cy="685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19CBDA-73F9-B826-AFAC-3BDD4CEDD3DD}"/>
                  </a:ext>
                </a:extLst>
              </p:cNvPr>
              <p:cNvSpPr txBox="1"/>
              <p:nvPr/>
            </p:nvSpPr>
            <p:spPr bwMode="gray">
              <a:xfrm>
                <a:off x="1800049" y="2020076"/>
                <a:ext cx="16648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19CBDA-73F9-B826-AFAC-3BDD4CEDD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00049" y="2020076"/>
                <a:ext cx="166489" cy="30019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8DC537ED-17E9-3D10-C1ED-10BB84563822}"/>
              </a:ext>
            </a:extLst>
          </p:cNvPr>
          <p:cNvSpPr/>
          <p:nvPr/>
        </p:nvSpPr>
        <p:spPr bwMode="gray">
          <a:xfrm>
            <a:off x="2195736" y="2238702"/>
            <a:ext cx="576065" cy="19636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60DCE2-BB1B-6E0E-FF51-F08DBE03B134}"/>
                  </a:ext>
                </a:extLst>
              </p:cNvPr>
              <p:cNvSpPr txBox="1"/>
              <p:nvPr/>
            </p:nvSpPr>
            <p:spPr bwMode="gray">
              <a:xfrm>
                <a:off x="1835696" y="3626329"/>
                <a:ext cx="4610821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|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60DCE2-BB1B-6E0E-FF51-F08DBE03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5696" y="3626329"/>
                <a:ext cx="4610821" cy="576696"/>
              </a:xfrm>
              <a:prstGeom prst="rect">
                <a:avLst/>
              </a:prstGeom>
              <a:blipFill>
                <a:blip r:embed="rId10"/>
                <a:stretch>
                  <a:fillRect t="-123913" b="-1760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929616B-4EDA-59A9-DD11-82D7CF4CC13E}"/>
                  </a:ext>
                </a:extLst>
              </p:cNvPr>
              <p:cNvSpPr txBox="1"/>
              <p:nvPr/>
            </p:nvSpPr>
            <p:spPr bwMode="gray">
              <a:xfrm>
                <a:off x="2575238" y="4155294"/>
                <a:ext cx="4610821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|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929616B-4EDA-59A9-DD11-82D7CF4CC1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75238" y="4155294"/>
                <a:ext cx="4610821" cy="576696"/>
              </a:xfrm>
              <a:prstGeom prst="rect">
                <a:avLst/>
              </a:prstGeom>
              <a:blipFill>
                <a:blip r:embed="rId11"/>
                <a:stretch>
                  <a:fillRect l="-2747" t="-123913" b="-1760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1051C3D-41D8-2ECA-B509-4DEAC8D913FC}"/>
              </a:ext>
            </a:extLst>
          </p:cNvPr>
          <p:cNvCxnSpPr>
            <a:cxnSpLocks/>
            <a:stCxn id="43" idx="1"/>
            <a:endCxn id="44" idx="0"/>
          </p:cNvCxnSpPr>
          <p:nvPr/>
        </p:nvCxnSpPr>
        <p:spPr bwMode="gray">
          <a:xfrm flipH="1">
            <a:off x="4287713" y="3436413"/>
            <a:ext cx="830595" cy="25877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F5B988-FFCF-D9D1-6589-8EC2604709C3}"/>
                  </a:ext>
                </a:extLst>
              </p:cNvPr>
              <p:cNvSpPr txBox="1"/>
              <p:nvPr/>
            </p:nvSpPr>
            <p:spPr bwMode="gray">
              <a:xfrm>
                <a:off x="5118308" y="3286314"/>
                <a:ext cx="1048110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num>
                        <m:den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F5B988-FFCF-D9D1-6589-8EC260470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18308" y="3286314"/>
                <a:ext cx="1048110" cy="300197"/>
              </a:xfrm>
              <a:prstGeom prst="rect">
                <a:avLst/>
              </a:prstGeom>
              <a:blipFill>
                <a:blip r:embed="rId12"/>
                <a:stretch>
                  <a:fillRect l="-1205" t="-8000" b="-12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B3A86E68-8B02-C96F-03A8-713AF7778763}"/>
              </a:ext>
            </a:extLst>
          </p:cNvPr>
          <p:cNvSpPr/>
          <p:nvPr/>
        </p:nvSpPr>
        <p:spPr bwMode="gray">
          <a:xfrm>
            <a:off x="4029854" y="3695189"/>
            <a:ext cx="515717" cy="3948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5F80373-DB9C-FF93-79CC-0F9867A489EA}"/>
              </a:ext>
            </a:extLst>
          </p:cNvPr>
          <p:cNvCxnSpPr>
            <a:cxnSpLocks/>
            <a:stCxn id="55" idx="1"/>
            <a:endCxn id="56" idx="3"/>
          </p:cNvCxnSpPr>
          <p:nvPr/>
        </p:nvCxnSpPr>
        <p:spPr bwMode="gray">
          <a:xfrm flipH="1">
            <a:off x="4932040" y="3744420"/>
            <a:ext cx="399714" cy="1548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0E6133A-FE5A-040B-C289-1F955A1C910F}"/>
                  </a:ext>
                </a:extLst>
              </p:cNvPr>
              <p:cNvSpPr txBox="1"/>
              <p:nvPr/>
            </p:nvSpPr>
            <p:spPr bwMode="gray">
              <a:xfrm>
                <a:off x="5331754" y="3594321"/>
                <a:ext cx="3070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0E6133A-FE5A-040B-C289-1F955A1C91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31754" y="3594321"/>
                <a:ext cx="307076" cy="30019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5B49C6AF-D405-77FC-43BC-C3D2DC80EB6C}"/>
              </a:ext>
            </a:extLst>
          </p:cNvPr>
          <p:cNvSpPr/>
          <p:nvPr/>
        </p:nvSpPr>
        <p:spPr bwMode="gray">
          <a:xfrm>
            <a:off x="4598429" y="3708546"/>
            <a:ext cx="333611" cy="3814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BAC290-27B7-54DF-8746-5D1ACCDC1136}"/>
              </a:ext>
            </a:extLst>
          </p:cNvPr>
          <p:cNvCxnSpPr>
            <a:cxnSpLocks/>
            <a:stCxn id="67" idx="1"/>
            <a:endCxn id="68" idx="3"/>
          </p:cNvCxnSpPr>
          <p:nvPr/>
        </p:nvCxnSpPr>
        <p:spPr bwMode="gray">
          <a:xfrm flipH="1">
            <a:off x="4572000" y="3260829"/>
            <a:ext cx="216024" cy="1436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9F05228-9007-4E56-EBC0-4F7CF8173D71}"/>
                  </a:ext>
                </a:extLst>
              </p:cNvPr>
              <p:cNvSpPr txBox="1"/>
              <p:nvPr/>
            </p:nvSpPr>
            <p:spPr bwMode="gray">
              <a:xfrm>
                <a:off x="4788024" y="3110730"/>
                <a:ext cx="3070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9F05228-9007-4E56-EBC0-4F7CF8173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88024" y="3110730"/>
                <a:ext cx="307076" cy="30019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DEE39EFB-C442-AA6B-83A2-2C75A247A832}"/>
              </a:ext>
            </a:extLst>
          </p:cNvPr>
          <p:cNvSpPr/>
          <p:nvPr/>
        </p:nvSpPr>
        <p:spPr bwMode="gray">
          <a:xfrm>
            <a:off x="3847910" y="3207090"/>
            <a:ext cx="724090" cy="3948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F023A7B-4EC1-128F-20EF-90BF27457393}"/>
              </a:ext>
            </a:extLst>
          </p:cNvPr>
          <p:cNvCxnSpPr>
            <a:cxnSpLocks/>
            <a:stCxn id="77" idx="3"/>
            <a:endCxn id="78" idx="2"/>
          </p:cNvCxnSpPr>
          <p:nvPr/>
        </p:nvCxnSpPr>
        <p:spPr bwMode="gray">
          <a:xfrm flipV="1">
            <a:off x="3730377" y="4659982"/>
            <a:ext cx="258176" cy="23692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DC1BE0B-3AAB-1666-7B15-E7270E15400A}"/>
                  </a:ext>
                </a:extLst>
              </p:cNvPr>
              <p:cNvSpPr txBox="1"/>
              <p:nvPr/>
            </p:nvSpPr>
            <p:spPr bwMode="gray">
              <a:xfrm>
                <a:off x="2575238" y="4746808"/>
                <a:ext cx="115513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DE" sz="1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DC1BE0B-3AAB-1666-7B15-E7270E154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75238" y="4746808"/>
                <a:ext cx="1155139" cy="30019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9F4A9BAB-4295-735B-25DC-6816B40A8BB5}"/>
              </a:ext>
            </a:extLst>
          </p:cNvPr>
          <p:cNvSpPr/>
          <p:nvPr/>
        </p:nvSpPr>
        <p:spPr bwMode="gray">
          <a:xfrm>
            <a:off x="3083951" y="4170112"/>
            <a:ext cx="1809203" cy="489870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133CFC0-1854-81DB-FEBD-D2C3960EE24F}"/>
              </a:ext>
            </a:extLst>
          </p:cNvPr>
          <p:cNvCxnSpPr>
            <a:cxnSpLocks/>
            <a:stCxn id="86" idx="1"/>
            <a:endCxn id="87" idx="2"/>
          </p:cNvCxnSpPr>
          <p:nvPr/>
        </p:nvCxnSpPr>
        <p:spPr bwMode="gray">
          <a:xfrm flipH="1" flipV="1">
            <a:off x="5931572" y="4645163"/>
            <a:ext cx="356480" cy="28068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3DF07736-A77D-5C7B-E511-457B1DB0DBD6}"/>
                  </a:ext>
                </a:extLst>
              </p:cNvPr>
              <p:cNvSpPr txBox="1"/>
              <p:nvPr/>
            </p:nvSpPr>
            <p:spPr bwMode="gray">
              <a:xfrm>
                <a:off x="6288052" y="4775750"/>
                <a:ext cx="12624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b="0" i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⋅|</m:t>
                              </m:r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  <m:r>
                        <a:rPr lang="en-US" sz="10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DE" sz="1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3DF07736-A77D-5C7B-E511-457B1DB0D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288052" y="4775750"/>
                <a:ext cx="1262476" cy="30019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773ABD1C-C97A-A78A-D9C8-F76FD1805E04}"/>
              </a:ext>
            </a:extLst>
          </p:cNvPr>
          <p:cNvSpPr/>
          <p:nvPr/>
        </p:nvSpPr>
        <p:spPr bwMode="gray">
          <a:xfrm>
            <a:off x="5026970" y="4155293"/>
            <a:ext cx="1809203" cy="489870"/>
          </a:xfrm>
          <a:prstGeom prst="round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03780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5" grpId="0"/>
      <p:bldP spid="17" grpId="0"/>
      <p:bldP spid="26" grpId="0"/>
      <p:bldP spid="28" grpId="0"/>
      <p:bldP spid="30" grpId="0"/>
      <p:bldP spid="31" grpId="0" animBg="1"/>
      <p:bldP spid="40" grpId="0"/>
      <p:bldP spid="41" grpId="0"/>
      <p:bldP spid="43" grpId="0"/>
      <p:bldP spid="44" grpId="0" animBg="1"/>
      <p:bldP spid="55" grpId="0"/>
      <p:bldP spid="56" grpId="0" animBg="1"/>
      <p:bldP spid="67" grpId="0"/>
      <p:bldP spid="68" grpId="0" animBg="1"/>
      <p:bldP spid="77" grpId="0"/>
      <p:bldP spid="78" grpId="0" animBg="1"/>
      <p:bldP spid="86" grpId="0"/>
      <p:bldP spid="87" grpId="0" animBg="1"/>
      <p:bldP spid="9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8496DE-F773-181C-1B4E-8683E8BAA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Evidence Lower Bound (ELBO):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F35BEE-FBD4-EFA0-D272-D65FD4BAB24C}"/>
                  </a:ext>
                </a:extLst>
              </p:cNvPr>
              <p:cNvSpPr txBox="1"/>
              <p:nvPr/>
            </p:nvSpPr>
            <p:spPr bwMode="gray">
              <a:xfrm>
                <a:off x="971600" y="1210069"/>
                <a:ext cx="3692412" cy="300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⋅|</m:t>
                              </m:r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⋅,</m:t>
                              </m:r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F35BEE-FBD4-EFA0-D272-D65FD4BAB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1210069"/>
                <a:ext cx="3692412" cy="3007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CCE72F-E639-F69E-E955-593F8A9C037D}"/>
                  </a:ext>
                </a:extLst>
              </p:cNvPr>
              <p:cNvSpPr txBox="1"/>
              <p:nvPr/>
            </p:nvSpPr>
            <p:spPr bwMode="gray">
              <a:xfrm>
                <a:off x="4447988" y="1221964"/>
                <a:ext cx="43204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CCE72F-E639-F69E-E955-593F8A9C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47988" y="1221964"/>
                <a:ext cx="43204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D80F13-B879-81D3-9D2F-2BBAD92BFB56}"/>
                  </a:ext>
                </a:extLst>
              </p:cNvPr>
              <p:cNvSpPr txBox="1"/>
              <p:nvPr/>
            </p:nvSpPr>
            <p:spPr bwMode="gray">
              <a:xfrm>
                <a:off x="2195736" y="1491630"/>
                <a:ext cx="2520280" cy="300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⋅,</m:t>
                              </m:r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D80F13-B879-81D3-9D2F-2BBAD92BF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36" y="1491630"/>
                <a:ext cx="2520280" cy="3007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43CEE3-9267-4B47-E4A2-0F5DEB730CB5}"/>
              </a:ext>
            </a:extLst>
          </p:cNvPr>
          <p:cNvCxnSpPr>
            <a:cxnSpLocks/>
            <a:stCxn id="9" idx="1"/>
            <a:endCxn id="115" idx="152"/>
          </p:cNvCxnSpPr>
          <p:nvPr/>
        </p:nvCxnSpPr>
        <p:spPr bwMode="gray">
          <a:xfrm flipH="1" flipV="1">
            <a:off x="1601173" y="3961428"/>
            <a:ext cx="64303" cy="9945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89DE0A-A3B1-18D7-6DB9-F6C416D6A736}"/>
                  </a:ext>
                </a:extLst>
              </p:cNvPr>
              <p:cNvSpPr txBox="1"/>
              <p:nvPr/>
            </p:nvSpPr>
            <p:spPr bwMode="gray">
              <a:xfrm>
                <a:off x="1665476" y="4805913"/>
                <a:ext cx="463220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Maximizing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ELBO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⋅,</m:t>
                            </m:r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over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finds the minimizer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⋅|</m:t>
                            </m:r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89DE0A-A3B1-18D7-6DB9-F6C416D6A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65476" y="4805913"/>
                <a:ext cx="4632209" cy="300197"/>
              </a:xfrm>
              <a:prstGeom prst="rect">
                <a:avLst/>
              </a:prstGeom>
              <a:blipFill>
                <a:blip r:embed="rId5"/>
                <a:stretch>
                  <a:fillRect l="-5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6A46E5-7D22-7A93-A708-0C73EDA1921E}"/>
              </a:ext>
            </a:extLst>
          </p:cNvPr>
          <p:cNvSpPr/>
          <p:nvPr/>
        </p:nvSpPr>
        <p:spPr bwMode="gray">
          <a:xfrm>
            <a:off x="8532439" y="310999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E78DFE0-C670-1962-67DC-1305B5A077A2}"/>
                  </a:ext>
                </a:extLst>
              </p:cNvPr>
              <p:cNvSpPr/>
              <p:nvPr/>
            </p:nvSpPr>
            <p:spPr bwMode="gray">
              <a:xfrm>
                <a:off x="8469439" y="252584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E78DFE0-C670-1962-67DC-1305B5A07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69439" y="2525846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0AA392-180E-1799-E4E8-AB5B86DB5A32}"/>
              </a:ext>
            </a:extLst>
          </p:cNvPr>
          <p:cNvCxnSpPr>
            <a:cxnSpLocks/>
            <a:stCxn id="11" idx="0"/>
            <a:endCxn id="12" idx="4"/>
          </p:cNvCxnSpPr>
          <p:nvPr/>
        </p:nvCxnSpPr>
        <p:spPr bwMode="gray">
          <a:xfrm flipV="1">
            <a:off x="8595439" y="2777845"/>
            <a:ext cx="0" cy="33215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A5E63-4B58-2DBB-9F6B-BEB6B09CDB72}"/>
              </a:ext>
            </a:extLst>
          </p:cNvPr>
          <p:cNvSpPr/>
          <p:nvPr/>
        </p:nvSpPr>
        <p:spPr bwMode="gray">
          <a:xfrm>
            <a:off x="8532439" y="206769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A2C77-1B7A-01AF-CB47-4C65C52F5AEA}"/>
                  </a:ext>
                </a:extLst>
              </p:cNvPr>
              <p:cNvSpPr txBox="1"/>
              <p:nvPr/>
            </p:nvSpPr>
            <p:spPr bwMode="gray">
              <a:xfrm>
                <a:off x="8222404" y="1816987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A2C77-1B7A-01AF-CB47-4C65C52F5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4" y="1816987"/>
                <a:ext cx="746069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2354CF-04E7-894D-E8C1-80703FCB1DDF}"/>
              </a:ext>
            </a:extLst>
          </p:cNvPr>
          <p:cNvCxnSpPr>
            <a:cxnSpLocks/>
            <a:stCxn id="12" idx="0"/>
            <a:endCxn id="14" idx="2"/>
          </p:cNvCxnSpPr>
          <p:nvPr/>
        </p:nvCxnSpPr>
        <p:spPr bwMode="gray">
          <a:xfrm flipV="1">
            <a:off x="8595439" y="2193693"/>
            <a:ext cx="0" cy="33215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B47D3E-18D8-03BF-D775-F855E2292F79}"/>
                  </a:ext>
                </a:extLst>
              </p:cNvPr>
              <p:cNvSpPr txBox="1"/>
              <p:nvPr/>
            </p:nvSpPr>
            <p:spPr bwMode="gray">
              <a:xfrm>
                <a:off x="8222403" y="3235997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B47D3E-18D8-03BF-D775-F855E2292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3" y="3235997"/>
                <a:ext cx="746069" cy="2308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BF6A14A-3593-64B4-CFC8-84D4659346B4}"/>
                  </a:ext>
                </a:extLst>
              </p:cNvPr>
              <p:cNvSpPr/>
              <p:nvPr/>
            </p:nvSpPr>
            <p:spPr bwMode="gray">
              <a:xfrm>
                <a:off x="8222403" y="2355727"/>
                <a:ext cx="868054" cy="1319630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=1,…,10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BF6A14A-3593-64B4-CFC8-84D4659346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3" y="2355727"/>
                <a:ext cx="868054" cy="131963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C6B1AA-C0A7-E0BE-35CA-66667D0EF9DF}"/>
              </a:ext>
            </a:extLst>
          </p:cNvPr>
          <p:cNvCxnSpPr>
            <a:cxnSpLocks/>
            <a:stCxn id="33" idx="1"/>
            <a:endCxn id="34" idx="3"/>
          </p:cNvCxnSpPr>
          <p:nvPr/>
        </p:nvCxnSpPr>
        <p:spPr bwMode="gray">
          <a:xfrm flipH="1">
            <a:off x="4498992" y="1647146"/>
            <a:ext cx="1297144" cy="511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29CBD4-ECC2-CC6F-2913-BAD524E032D4}"/>
                  </a:ext>
                </a:extLst>
              </p:cNvPr>
              <p:cNvSpPr txBox="1"/>
              <p:nvPr/>
            </p:nvSpPr>
            <p:spPr bwMode="gray">
              <a:xfrm>
                <a:off x="5796136" y="1497047"/>
                <a:ext cx="239773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ELBO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⋅,</m:t>
                            </m:r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is a lower bound </a:t>
                </a:r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of the (constant) evidence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29CBD4-ECC2-CC6F-2913-BAD524E0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1497047"/>
                <a:ext cx="2397736" cy="300197"/>
              </a:xfrm>
              <a:prstGeom prst="rect">
                <a:avLst/>
              </a:prstGeom>
              <a:blipFill>
                <a:blip r:embed="rId10"/>
                <a:stretch>
                  <a:fillRect t="-20833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7A8ED7C-A6B9-02D2-8448-791488DCB64D}"/>
              </a:ext>
            </a:extLst>
          </p:cNvPr>
          <p:cNvSpPr/>
          <p:nvPr/>
        </p:nvSpPr>
        <p:spPr bwMode="gray">
          <a:xfrm>
            <a:off x="1166620" y="1519995"/>
            <a:ext cx="3332372" cy="26452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15710E41-5AA4-E6C2-AC6F-5BC84E2C2016}"/>
              </a:ext>
            </a:extLst>
          </p:cNvPr>
          <p:cNvGrpSpPr/>
          <p:nvPr/>
        </p:nvGrpSpPr>
        <p:grpSpPr>
          <a:xfrm>
            <a:off x="370855" y="3094767"/>
            <a:ext cx="2286211" cy="1685904"/>
            <a:chOff x="370855" y="3221519"/>
            <a:chExt cx="2286211" cy="1685904"/>
          </a:xfrm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A7C85E04-4B0B-39AA-8F0F-25F29E7C24D4}"/>
                </a:ext>
              </a:extLst>
            </p:cNvPr>
            <p:cNvSpPr/>
            <p:nvPr/>
          </p:nvSpPr>
          <p:spPr>
            <a:xfrm>
              <a:off x="57215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A30E3BB4-B25C-1805-122D-946C13CC3BCC}"/>
                </a:ext>
              </a:extLst>
            </p:cNvPr>
            <p:cNvSpPr/>
            <p:nvPr/>
          </p:nvSpPr>
          <p:spPr>
            <a:xfrm>
              <a:off x="909516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740ACF96-0B33-6859-7EFC-C0A2D241E579}"/>
                </a:ext>
              </a:extLst>
            </p:cNvPr>
            <p:cNvSpPr/>
            <p:nvPr/>
          </p:nvSpPr>
          <p:spPr>
            <a:xfrm>
              <a:off x="1246884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6528EEB-24F6-4CB7-9C9B-1CCCCE957C31}"/>
                </a:ext>
              </a:extLst>
            </p:cNvPr>
            <p:cNvSpPr/>
            <p:nvPr/>
          </p:nvSpPr>
          <p:spPr>
            <a:xfrm>
              <a:off x="158424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13A6BCA-4E25-4F37-39E0-5583F7FFE2A0}"/>
                </a:ext>
              </a:extLst>
            </p:cNvPr>
            <p:cNvSpPr/>
            <p:nvPr/>
          </p:nvSpPr>
          <p:spPr>
            <a:xfrm>
              <a:off x="1921608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28386E43-1B7C-135F-CC16-E1859E9D1C90}"/>
                </a:ext>
              </a:extLst>
            </p:cNvPr>
            <p:cNvSpPr/>
            <p:nvPr/>
          </p:nvSpPr>
          <p:spPr>
            <a:xfrm>
              <a:off x="2258974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15F87E66-2ADB-4214-4DAD-BE6CF889DFDA}"/>
                </a:ext>
              </a:extLst>
            </p:cNvPr>
            <p:cNvSpPr/>
            <p:nvPr/>
          </p:nvSpPr>
          <p:spPr>
            <a:xfrm>
              <a:off x="2596340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7A3E1BA-27DF-21FA-A9AD-C347A262923F}"/>
                </a:ext>
              </a:extLst>
            </p:cNvPr>
            <p:cNvSpPr/>
            <p:nvPr/>
          </p:nvSpPr>
          <p:spPr>
            <a:xfrm>
              <a:off x="511427" y="450228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927EF615-E18B-7B74-9652-CDD3C3BD06C2}"/>
                </a:ext>
              </a:extLst>
            </p:cNvPr>
            <p:cNvSpPr/>
            <p:nvPr/>
          </p:nvSpPr>
          <p:spPr>
            <a:xfrm>
              <a:off x="511427" y="4196508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989877F1-2A37-D490-E515-D6022CCB1760}"/>
                </a:ext>
              </a:extLst>
            </p:cNvPr>
            <p:cNvSpPr/>
            <p:nvPr/>
          </p:nvSpPr>
          <p:spPr>
            <a:xfrm>
              <a:off x="511427" y="389071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BE0C087F-E5CD-1CE2-92A7-A8FA83E0E0BE}"/>
                </a:ext>
              </a:extLst>
            </p:cNvPr>
            <p:cNvSpPr/>
            <p:nvPr/>
          </p:nvSpPr>
          <p:spPr>
            <a:xfrm>
              <a:off x="511427" y="3584940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E2A51834-7D88-160D-42AB-D29924D1E934}"/>
                </a:ext>
              </a:extLst>
            </p:cNvPr>
            <p:cNvSpPr/>
            <p:nvPr/>
          </p:nvSpPr>
          <p:spPr>
            <a:xfrm>
              <a:off x="511427" y="3279157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0518F89B-9401-AD1F-0305-CB4E74968B10}"/>
                </a:ext>
              </a:extLst>
            </p:cNvPr>
            <p:cNvSpPr/>
            <p:nvPr/>
          </p:nvSpPr>
          <p:spPr>
            <a:xfrm>
              <a:off x="511427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D31C68D-FB04-2B30-6373-B231C6AFB82B}"/>
                </a:ext>
              </a:extLst>
            </p:cNvPr>
            <p:cNvSpPr/>
            <p:nvPr/>
          </p:nvSpPr>
          <p:spPr>
            <a:xfrm>
              <a:off x="57215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D5C2BEA-F8B4-6B0A-1196-5A1984236E04}"/>
                </a:ext>
              </a:extLst>
            </p:cNvPr>
            <p:cNvSpPr/>
            <p:nvPr/>
          </p:nvSpPr>
          <p:spPr>
            <a:xfrm>
              <a:off x="909516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BFECD4B7-54DC-B78D-1B26-6369B83447A2}"/>
                </a:ext>
              </a:extLst>
            </p:cNvPr>
            <p:cNvSpPr/>
            <p:nvPr/>
          </p:nvSpPr>
          <p:spPr>
            <a:xfrm>
              <a:off x="1246884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C20A2F4B-D1F2-55CF-0166-D227F37AB914}"/>
                </a:ext>
              </a:extLst>
            </p:cNvPr>
            <p:cNvSpPr/>
            <p:nvPr/>
          </p:nvSpPr>
          <p:spPr>
            <a:xfrm>
              <a:off x="1584242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8941FB4-EAD8-3600-6488-F8BF4836A6ED}"/>
                </a:ext>
              </a:extLst>
            </p:cNvPr>
            <p:cNvSpPr/>
            <p:nvPr/>
          </p:nvSpPr>
          <p:spPr>
            <a:xfrm>
              <a:off x="1921608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B0F21C8-A91D-E8DB-E723-D9B6EA73079D}"/>
                </a:ext>
              </a:extLst>
            </p:cNvPr>
            <p:cNvSpPr/>
            <p:nvPr/>
          </p:nvSpPr>
          <p:spPr>
            <a:xfrm>
              <a:off x="2258974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82A5F315-9946-1D82-30E9-4ED07ADF4875}"/>
                </a:ext>
              </a:extLst>
            </p:cNvPr>
            <p:cNvSpPr/>
            <p:nvPr/>
          </p:nvSpPr>
          <p:spPr>
            <a:xfrm>
              <a:off x="2596340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357086F-E621-A9A1-5E70-3B2F07DC2561}"/>
                </a:ext>
              </a:extLst>
            </p:cNvPr>
            <p:cNvSpPr/>
            <p:nvPr/>
          </p:nvSpPr>
          <p:spPr>
            <a:xfrm>
              <a:off x="538043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FE48636-FC04-29D5-9BCB-0F0BB885C3A5}"/>
                </a:ext>
              </a:extLst>
            </p:cNvPr>
            <p:cNvSpPr/>
            <p:nvPr/>
          </p:nvSpPr>
          <p:spPr>
            <a:xfrm>
              <a:off x="581360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372EBA5F-57BB-F926-0B86-A0D9984B0E0F}"/>
                </a:ext>
              </a:extLst>
            </p:cNvPr>
            <p:cNvSpPr/>
            <p:nvPr/>
          </p:nvSpPr>
          <p:spPr>
            <a:xfrm>
              <a:off x="875197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C022FDC3-6A28-E8C6-C726-A4AD69AA4981}"/>
                </a:ext>
              </a:extLst>
            </p:cNvPr>
            <p:cNvSpPr/>
            <p:nvPr/>
          </p:nvSpPr>
          <p:spPr>
            <a:xfrm>
              <a:off x="920484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0CAFD06-FF73-6915-22A4-1A38BFD61893}"/>
                </a:ext>
              </a:extLst>
            </p:cNvPr>
            <p:cNvSpPr/>
            <p:nvPr/>
          </p:nvSpPr>
          <p:spPr>
            <a:xfrm>
              <a:off x="1233327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7A9DDF49-5822-1514-83A7-05438E2FC63F}"/>
                </a:ext>
              </a:extLst>
            </p:cNvPr>
            <p:cNvSpPr/>
            <p:nvPr/>
          </p:nvSpPr>
          <p:spPr>
            <a:xfrm>
              <a:off x="1572569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20DBDB2-61E4-8EAD-8D4B-00D85B60DFE4}"/>
                </a:ext>
              </a:extLst>
            </p:cNvPr>
            <p:cNvSpPr/>
            <p:nvPr/>
          </p:nvSpPr>
          <p:spPr>
            <a:xfrm>
              <a:off x="1909155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63D249A3-C95B-6F43-11F9-98B19EDFA6B9}"/>
                </a:ext>
              </a:extLst>
            </p:cNvPr>
            <p:cNvSpPr/>
            <p:nvPr/>
          </p:nvSpPr>
          <p:spPr>
            <a:xfrm>
              <a:off x="2246060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52899FA4-8DCF-8C5B-3E3F-EED0968644E0}"/>
                </a:ext>
              </a:extLst>
            </p:cNvPr>
            <p:cNvSpPr/>
            <p:nvPr/>
          </p:nvSpPr>
          <p:spPr>
            <a:xfrm>
              <a:off x="2582049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07D0E4F4-3FD4-45D0-DAF9-879BABC6C088}"/>
                </a:ext>
              </a:extLst>
            </p:cNvPr>
            <p:cNvSpPr/>
            <p:nvPr/>
          </p:nvSpPr>
          <p:spPr>
            <a:xfrm>
              <a:off x="1580618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27C34DE6-2870-5285-331F-75206F0AE068}"/>
                </a:ext>
              </a:extLst>
            </p:cNvPr>
            <p:cNvSpPr/>
            <p:nvPr/>
          </p:nvSpPr>
          <p:spPr>
            <a:xfrm>
              <a:off x="1567198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B504475D-06A4-9F58-B0DA-41965FB78B35}"/>
                </a:ext>
              </a:extLst>
            </p:cNvPr>
            <p:cNvSpPr/>
            <p:nvPr/>
          </p:nvSpPr>
          <p:spPr>
            <a:xfrm>
              <a:off x="51142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884797C-0E8D-08F5-F6D1-91B4930BDCC3}"/>
                </a:ext>
              </a:extLst>
            </p:cNvPr>
            <p:cNvSpPr/>
            <p:nvPr/>
          </p:nvSpPr>
          <p:spPr>
            <a:xfrm>
              <a:off x="511427" y="450228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C18B5519-AE10-A4C7-134F-5BE0EDC04DE1}"/>
                </a:ext>
              </a:extLst>
            </p:cNvPr>
            <p:cNvSpPr/>
            <p:nvPr/>
          </p:nvSpPr>
          <p:spPr>
            <a:xfrm>
              <a:off x="511427" y="4196508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9BF57479-0A42-50B1-ED11-90A0A8662967}"/>
                </a:ext>
              </a:extLst>
            </p:cNvPr>
            <p:cNvSpPr/>
            <p:nvPr/>
          </p:nvSpPr>
          <p:spPr>
            <a:xfrm>
              <a:off x="511427" y="389071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C37A03A-E0AA-4FF6-B5A5-5E9FD6FCBD56}"/>
                </a:ext>
              </a:extLst>
            </p:cNvPr>
            <p:cNvSpPr/>
            <p:nvPr/>
          </p:nvSpPr>
          <p:spPr>
            <a:xfrm>
              <a:off x="511427" y="3584940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58DDC39-18CF-A7CB-4DE5-73A5C57DB9E0}"/>
                </a:ext>
              </a:extLst>
            </p:cNvPr>
            <p:cNvSpPr/>
            <p:nvPr/>
          </p:nvSpPr>
          <p:spPr>
            <a:xfrm>
              <a:off x="511427" y="3279157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FADA398-5184-CB59-F0D1-58F902579100}"/>
                </a:ext>
              </a:extLst>
            </p:cNvPr>
            <p:cNvSpPr/>
            <p:nvPr/>
          </p:nvSpPr>
          <p:spPr>
            <a:xfrm>
              <a:off x="370855" y="4502803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DEB4DCCF-1F2A-AA34-C7BF-139366240105}"/>
                </a:ext>
              </a:extLst>
            </p:cNvPr>
            <p:cNvSpPr/>
            <p:nvPr/>
          </p:nvSpPr>
          <p:spPr>
            <a:xfrm>
              <a:off x="414382" y="4482679"/>
              <a:ext cx="25374" cy="39982"/>
            </a:xfrm>
            <a:custGeom>
              <a:avLst/>
              <a:gdLst>
                <a:gd name="csX0" fmla="*/ 1655 w 25374"/>
                <a:gd name="csY0" fmla="*/ 0 h 39982"/>
                <a:gd name="csX1" fmla="*/ 22486 w 25374"/>
                <a:gd name="csY1" fmla="*/ 0 h 39982"/>
                <a:gd name="csX2" fmla="*/ 22486 w 25374"/>
                <a:gd name="csY2" fmla="*/ 4463 h 39982"/>
                <a:gd name="csX3" fmla="*/ 6514 w 25374"/>
                <a:gd name="csY3" fmla="*/ 4463 h 39982"/>
                <a:gd name="csX4" fmla="*/ 6514 w 25374"/>
                <a:gd name="csY4" fmla="*/ 14079 h 39982"/>
                <a:gd name="csX5" fmla="*/ 8826 w 25374"/>
                <a:gd name="csY5" fmla="*/ 13504 h 39982"/>
                <a:gd name="csX6" fmla="*/ 11138 w 25374"/>
                <a:gd name="csY6" fmla="*/ 13292 h 39982"/>
                <a:gd name="csX7" fmla="*/ 21540 w 25374"/>
                <a:gd name="csY7" fmla="*/ 16893 h 39982"/>
                <a:gd name="csX8" fmla="*/ 25375 w 25374"/>
                <a:gd name="csY8" fmla="*/ 26637 h 39982"/>
                <a:gd name="csX9" fmla="*/ 21435 w 25374"/>
                <a:gd name="csY9" fmla="*/ 36487 h 39982"/>
                <a:gd name="csX10" fmla="*/ 10323 w 25374"/>
                <a:gd name="csY10" fmla="*/ 39982 h 39982"/>
                <a:gd name="csX11" fmla="*/ 5280 w 25374"/>
                <a:gd name="csY11" fmla="*/ 39559 h 39982"/>
                <a:gd name="csX12" fmla="*/ 0 w 25374"/>
                <a:gd name="csY12" fmla="*/ 38303 h 39982"/>
                <a:gd name="csX13" fmla="*/ 0 w 25374"/>
                <a:gd name="csY13" fmla="*/ 32969 h 39982"/>
                <a:gd name="csX14" fmla="*/ 4886 w 25374"/>
                <a:gd name="csY14" fmla="*/ 34883 h 39982"/>
                <a:gd name="csX15" fmla="*/ 10218 w 25374"/>
                <a:gd name="csY15" fmla="*/ 35511 h 39982"/>
                <a:gd name="csX16" fmla="*/ 17415 w 25374"/>
                <a:gd name="csY16" fmla="*/ 33128 h 39982"/>
                <a:gd name="csX17" fmla="*/ 20068 w 25374"/>
                <a:gd name="csY17" fmla="*/ 26637 h 39982"/>
                <a:gd name="csX18" fmla="*/ 17415 w 25374"/>
                <a:gd name="csY18" fmla="*/ 20146 h 39982"/>
                <a:gd name="csX19" fmla="*/ 10218 w 25374"/>
                <a:gd name="csY19" fmla="*/ 17756 h 39982"/>
                <a:gd name="csX20" fmla="*/ 5962 w 25374"/>
                <a:gd name="csY20" fmla="*/ 18232 h 39982"/>
                <a:gd name="csX21" fmla="*/ 1655 w 25374"/>
                <a:gd name="csY21" fmla="*/ 19700 h 39982"/>
                <a:gd name="csX22" fmla="*/ 1655 w 25374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63"/>
                  </a:lnTo>
                  <a:lnTo>
                    <a:pt x="6514" y="4463"/>
                  </a:lnTo>
                  <a:lnTo>
                    <a:pt x="6514" y="14079"/>
                  </a:lnTo>
                  <a:cubicBezTo>
                    <a:pt x="7285" y="13817"/>
                    <a:pt x="8055" y="13625"/>
                    <a:pt x="8826" y="13504"/>
                  </a:cubicBezTo>
                  <a:cubicBezTo>
                    <a:pt x="9596" y="13363"/>
                    <a:pt x="10367" y="13292"/>
                    <a:pt x="11138" y="13292"/>
                  </a:cubicBezTo>
                  <a:cubicBezTo>
                    <a:pt x="15515" y="13292"/>
                    <a:pt x="18983" y="14493"/>
                    <a:pt x="21540" y="16893"/>
                  </a:cubicBezTo>
                  <a:cubicBezTo>
                    <a:pt x="24096" y="19289"/>
                    <a:pt x="25375" y="22537"/>
                    <a:pt x="25375" y="26637"/>
                  </a:cubicBezTo>
                  <a:cubicBezTo>
                    <a:pt x="25375" y="30859"/>
                    <a:pt x="24061" y="34142"/>
                    <a:pt x="21435" y="36487"/>
                  </a:cubicBezTo>
                  <a:cubicBezTo>
                    <a:pt x="18808" y="38817"/>
                    <a:pt x="15104" y="39982"/>
                    <a:pt x="10323" y="39982"/>
                  </a:cubicBezTo>
                  <a:cubicBezTo>
                    <a:pt x="8677" y="39982"/>
                    <a:pt x="6996" y="39841"/>
                    <a:pt x="5280" y="39559"/>
                  </a:cubicBezTo>
                  <a:cubicBezTo>
                    <a:pt x="3581" y="39281"/>
                    <a:pt x="1821" y="38863"/>
                    <a:pt x="0" y="38303"/>
                  </a:cubicBezTo>
                  <a:lnTo>
                    <a:pt x="0" y="32969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2"/>
                    <a:pt x="8344" y="35511"/>
                    <a:pt x="10218" y="35511"/>
                  </a:cubicBezTo>
                  <a:cubicBezTo>
                    <a:pt x="13247" y="35511"/>
                    <a:pt x="15646" y="34717"/>
                    <a:pt x="17415" y="33128"/>
                  </a:cubicBezTo>
                  <a:cubicBezTo>
                    <a:pt x="19184" y="31535"/>
                    <a:pt x="20068" y="29371"/>
                    <a:pt x="20068" y="26637"/>
                  </a:cubicBezTo>
                  <a:cubicBezTo>
                    <a:pt x="20068" y="23904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5"/>
                    <a:pt x="5962" y="18232"/>
                  </a:cubicBezTo>
                  <a:cubicBezTo>
                    <a:pt x="4562" y="18545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35C08850-D526-AA7F-9447-3D19E470F815}"/>
                </a:ext>
              </a:extLst>
            </p:cNvPr>
            <p:cNvSpPr/>
            <p:nvPr/>
          </p:nvSpPr>
          <p:spPr>
            <a:xfrm>
              <a:off x="448005" y="4481968"/>
              <a:ext cx="27108" cy="40693"/>
            </a:xfrm>
            <a:custGeom>
              <a:avLst/>
              <a:gdLst>
                <a:gd name="csX0" fmla="*/ 13554 w 27108"/>
                <a:gd name="csY0" fmla="*/ 4206 h 40693"/>
                <a:gd name="csX1" fmla="*/ 7381 w 27108"/>
                <a:gd name="csY1" fmla="*/ 8254 h 40693"/>
                <a:gd name="csX2" fmla="*/ 5332 w 27108"/>
                <a:gd name="csY2" fmla="*/ 20358 h 40693"/>
                <a:gd name="csX3" fmla="*/ 7381 w 27108"/>
                <a:gd name="csY3" fmla="*/ 32470 h 40693"/>
                <a:gd name="csX4" fmla="*/ 13554 w 27108"/>
                <a:gd name="csY4" fmla="*/ 36487 h 40693"/>
                <a:gd name="csX5" fmla="*/ 19727 w 27108"/>
                <a:gd name="csY5" fmla="*/ 32470 h 40693"/>
                <a:gd name="csX6" fmla="*/ 21802 w 27108"/>
                <a:gd name="csY6" fmla="*/ 20358 h 40693"/>
                <a:gd name="csX7" fmla="*/ 19727 w 27108"/>
                <a:gd name="csY7" fmla="*/ 8254 h 40693"/>
                <a:gd name="csX8" fmla="*/ 13554 w 27108"/>
                <a:gd name="csY8" fmla="*/ 4206 h 40693"/>
                <a:gd name="csX9" fmla="*/ 13554 w 27108"/>
                <a:gd name="csY9" fmla="*/ 0 h 40693"/>
                <a:gd name="csX10" fmla="*/ 23615 w 27108"/>
                <a:gd name="csY10" fmla="*/ 5228 h 40693"/>
                <a:gd name="csX11" fmla="*/ 27109 w 27108"/>
                <a:gd name="csY11" fmla="*/ 20358 h 40693"/>
                <a:gd name="csX12" fmla="*/ 23615 w 27108"/>
                <a:gd name="csY12" fmla="*/ 35489 h 40693"/>
                <a:gd name="csX13" fmla="*/ 13554 w 27108"/>
                <a:gd name="csY13" fmla="*/ 40694 h 40693"/>
                <a:gd name="csX14" fmla="*/ 3467 w 27108"/>
                <a:gd name="csY14" fmla="*/ 35489 h 40693"/>
                <a:gd name="csX15" fmla="*/ 0 w 27108"/>
                <a:gd name="csY15" fmla="*/ 20358 h 40693"/>
                <a:gd name="csX16" fmla="*/ 3467 w 27108"/>
                <a:gd name="csY16" fmla="*/ 5228 h 40693"/>
                <a:gd name="csX17" fmla="*/ 13554 w 27108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3">
                  <a:moveTo>
                    <a:pt x="13554" y="4206"/>
                  </a:moveTo>
                  <a:cubicBezTo>
                    <a:pt x="10822" y="4206"/>
                    <a:pt x="8765" y="5555"/>
                    <a:pt x="7381" y="8254"/>
                  </a:cubicBezTo>
                  <a:cubicBezTo>
                    <a:pt x="6015" y="10932"/>
                    <a:pt x="5332" y="14967"/>
                    <a:pt x="5332" y="20358"/>
                  </a:cubicBezTo>
                  <a:cubicBezTo>
                    <a:pt x="5332" y="25735"/>
                    <a:pt x="6015" y="29772"/>
                    <a:pt x="7381" y="32470"/>
                  </a:cubicBezTo>
                  <a:cubicBezTo>
                    <a:pt x="8765" y="35148"/>
                    <a:pt x="10822" y="36487"/>
                    <a:pt x="13554" y="36487"/>
                  </a:cubicBezTo>
                  <a:cubicBezTo>
                    <a:pt x="16304" y="36487"/>
                    <a:pt x="18361" y="35148"/>
                    <a:pt x="19727" y="32470"/>
                  </a:cubicBezTo>
                  <a:cubicBezTo>
                    <a:pt x="21111" y="29772"/>
                    <a:pt x="21802" y="25735"/>
                    <a:pt x="21802" y="20358"/>
                  </a:cubicBezTo>
                  <a:cubicBezTo>
                    <a:pt x="21802" y="14967"/>
                    <a:pt x="21111" y="10932"/>
                    <a:pt x="19727" y="8254"/>
                  </a:cubicBezTo>
                  <a:cubicBezTo>
                    <a:pt x="18361" y="5555"/>
                    <a:pt x="16304" y="4206"/>
                    <a:pt x="13554" y="4206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8"/>
                    <a:pt x="27109" y="13741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9"/>
                    <a:pt x="17950" y="40694"/>
                    <a:pt x="13554" y="40694"/>
                  </a:cubicBezTo>
                  <a:cubicBezTo>
                    <a:pt x="9159" y="40694"/>
                    <a:pt x="5796" y="38959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41"/>
                    <a:pt x="1156" y="8698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B2F47626-FA5E-F04B-A4DB-5E6C5A0E8048}"/>
                </a:ext>
              </a:extLst>
            </p:cNvPr>
            <p:cNvSpPr/>
            <p:nvPr/>
          </p:nvSpPr>
          <p:spPr>
            <a:xfrm>
              <a:off x="371985" y="4197015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6376AD6A-B515-5CAB-7FA3-75BED8E51EFA}"/>
                </a:ext>
              </a:extLst>
            </p:cNvPr>
            <p:cNvSpPr/>
            <p:nvPr/>
          </p:nvSpPr>
          <p:spPr>
            <a:xfrm>
              <a:off x="415301" y="4176187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29 h 39929"/>
                <a:gd name="csX3" fmla="*/ 0 w 24901"/>
                <a:gd name="csY3" fmla="*/ 39929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2 h 39929"/>
                <a:gd name="csX7" fmla="*/ 18335 w 24901"/>
                <a:gd name="csY7" fmla="*/ 15448 h 39929"/>
                <a:gd name="csX8" fmla="*/ 19360 w 24901"/>
                <a:gd name="csY8" fmla="*/ 11529 h 39929"/>
                <a:gd name="csX9" fmla="*/ 17153 w 24901"/>
                <a:gd name="csY9" fmla="*/ 6438 h 39929"/>
                <a:gd name="csX10" fmla="*/ 11453 w 24901"/>
                <a:gd name="csY10" fmla="*/ 4464 h 39929"/>
                <a:gd name="csX11" fmla="*/ 6173 w 24901"/>
                <a:gd name="csY11" fmla="*/ 5333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0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29"/>
                  </a:lnTo>
                  <a:lnTo>
                    <a:pt x="0" y="39929"/>
                  </a:lnTo>
                  <a:lnTo>
                    <a:pt x="0" y="35466"/>
                  </a:lnTo>
                  <a:cubicBezTo>
                    <a:pt x="2014" y="33378"/>
                    <a:pt x="4755" y="30584"/>
                    <a:pt x="8222" y="27084"/>
                  </a:cubicBezTo>
                  <a:cubicBezTo>
                    <a:pt x="11707" y="23563"/>
                    <a:pt x="13896" y="21296"/>
                    <a:pt x="14789" y="20282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1"/>
                    <a:pt x="19360" y="11529"/>
                  </a:cubicBezTo>
                  <a:cubicBezTo>
                    <a:pt x="19360" y="9447"/>
                    <a:pt x="18624" y="7749"/>
                    <a:pt x="17153" y="6438"/>
                  </a:cubicBezTo>
                  <a:cubicBezTo>
                    <a:pt x="15699" y="5122"/>
                    <a:pt x="13799" y="4464"/>
                    <a:pt x="11453" y="4464"/>
                  </a:cubicBezTo>
                  <a:cubicBezTo>
                    <a:pt x="9789" y="4464"/>
                    <a:pt x="8029" y="4754"/>
                    <a:pt x="6173" y="5333"/>
                  </a:cubicBezTo>
                  <a:cubicBezTo>
                    <a:pt x="4334" y="5908"/>
                    <a:pt x="2364" y="6784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4" y="5081"/>
                    <a:pt x="24692" y="7795"/>
                    <a:pt x="24692" y="11189"/>
                  </a:cubicBezTo>
                  <a:cubicBezTo>
                    <a:pt x="24692" y="12803"/>
                    <a:pt x="24386" y="14336"/>
                    <a:pt x="23772" y="15789"/>
                  </a:cubicBezTo>
                  <a:cubicBezTo>
                    <a:pt x="23177" y="17226"/>
                    <a:pt x="22083" y="18923"/>
                    <a:pt x="20489" y="20880"/>
                  </a:cubicBezTo>
                  <a:cubicBezTo>
                    <a:pt x="20051" y="21390"/>
                    <a:pt x="18659" y="22862"/>
                    <a:pt x="16312" y="25298"/>
                  </a:cubicBezTo>
                  <a:cubicBezTo>
                    <a:pt x="13966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D8B1FE25-F61E-2E2C-0C91-3B324AE4457C}"/>
                </a:ext>
              </a:extLst>
            </p:cNvPr>
            <p:cNvSpPr/>
            <p:nvPr/>
          </p:nvSpPr>
          <p:spPr>
            <a:xfrm>
              <a:off x="449738" y="4176898"/>
              <a:ext cx="25375" cy="39974"/>
            </a:xfrm>
            <a:custGeom>
              <a:avLst/>
              <a:gdLst>
                <a:gd name="csX0" fmla="*/ 1655 w 25375"/>
                <a:gd name="csY0" fmla="*/ 0 h 39974"/>
                <a:gd name="csX1" fmla="*/ 22486 w 25375"/>
                <a:gd name="csY1" fmla="*/ 0 h 39974"/>
                <a:gd name="csX2" fmla="*/ 22486 w 25375"/>
                <a:gd name="csY2" fmla="*/ 4464 h 39974"/>
                <a:gd name="csX3" fmla="*/ 6514 w 25375"/>
                <a:gd name="csY3" fmla="*/ 4464 h 39974"/>
                <a:gd name="csX4" fmla="*/ 6514 w 25375"/>
                <a:gd name="csY4" fmla="*/ 14079 h 39974"/>
                <a:gd name="csX5" fmla="*/ 8826 w 25375"/>
                <a:gd name="csY5" fmla="*/ 13496 h 39974"/>
                <a:gd name="csX6" fmla="*/ 11138 w 25375"/>
                <a:gd name="csY6" fmla="*/ 13292 h 39974"/>
                <a:gd name="csX7" fmla="*/ 21541 w 25375"/>
                <a:gd name="csY7" fmla="*/ 16886 h 39974"/>
                <a:gd name="csX8" fmla="*/ 25375 w 25375"/>
                <a:gd name="csY8" fmla="*/ 26637 h 39974"/>
                <a:gd name="csX9" fmla="*/ 21435 w 25375"/>
                <a:gd name="csY9" fmla="*/ 36487 h 39974"/>
                <a:gd name="csX10" fmla="*/ 10324 w 25375"/>
                <a:gd name="csY10" fmla="*/ 39975 h 39974"/>
                <a:gd name="csX11" fmla="*/ 5281 w 25375"/>
                <a:gd name="csY11" fmla="*/ 39559 h 39974"/>
                <a:gd name="csX12" fmla="*/ 0 w 25375"/>
                <a:gd name="csY12" fmla="*/ 38295 h 39974"/>
                <a:gd name="csX13" fmla="*/ 0 w 25375"/>
                <a:gd name="csY13" fmla="*/ 32962 h 39974"/>
                <a:gd name="csX14" fmla="*/ 4886 w 25375"/>
                <a:gd name="csY14" fmla="*/ 34883 h 39974"/>
                <a:gd name="csX15" fmla="*/ 10218 w 25375"/>
                <a:gd name="csY15" fmla="*/ 35511 h 39974"/>
                <a:gd name="csX16" fmla="*/ 17416 w 25375"/>
                <a:gd name="csY16" fmla="*/ 33121 h 39974"/>
                <a:gd name="csX17" fmla="*/ 20069 w 25375"/>
                <a:gd name="csY17" fmla="*/ 26637 h 39974"/>
                <a:gd name="csX18" fmla="*/ 17416 w 25375"/>
                <a:gd name="csY18" fmla="*/ 20146 h 39974"/>
                <a:gd name="csX19" fmla="*/ 10218 w 25375"/>
                <a:gd name="csY19" fmla="*/ 17756 h 39974"/>
                <a:gd name="csX20" fmla="*/ 5963 w 25375"/>
                <a:gd name="csY20" fmla="*/ 18225 h 39974"/>
                <a:gd name="csX21" fmla="*/ 1655 w 25375"/>
                <a:gd name="csY21" fmla="*/ 19700 h 39974"/>
                <a:gd name="csX22" fmla="*/ 1655 w 25375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6" y="13623"/>
                    <a:pt x="8826" y="13496"/>
                  </a:cubicBezTo>
                  <a:cubicBezTo>
                    <a:pt x="9597" y="13360"/>
                    <a:pt x="10368" y="13292"/>
                    <a:pt x="11138" y="13292"/>
                  </a:cubicBezTo>
                  <a:cubicBezTo>
                    <a:pt x="15516" y="13292"/>
                    <a:pt x="18984" y="14490"/>
                    <a:pt x="21541" y="16886"/>
                  </a:cubicBezTo>
                  <a:cubicBezTo>
                    <a:pt x="24097" y="19286"/>
                    <a:pt x="25375" y="22537"/>
                    <a:pt x="25375" y="26637"/>
                  </a:cubicBezTo>
                  <a:cubicBezTo>
                    <a:pt x="25375" y="30854"/>
                    <a:pt x="24062" y="34137"/>
                    <a:pt x="21435" y="36487"/>
                  </a:cubicBezTo>
                  <a:cubicBezTo>
                    <a:pt x="18808" y="38812"/>
                    <a:pt x="15104" y="39975"/>
                    <a:pt x="10324" y="39975"/>
                  </a:cubicBezTo>
                  <a:cubicBezTo>
                    <a:pt x="8677" y="39975"/>
                    <a:pt x="6996" y="39836"/>
                    <a:pt x="5281" y="39559"/>
                  </a:cubicBezTo>
                  <a:cubicBezTo>
                    <a:pt x="3582" y="39276"/>
                    <a:pt x="1822" y="38855"/>
                    <a:pt x="0" y="38295"/>
                  </a:cubicBezTo>
                  <a:lnTo>
                    <a:pt x="0" y="32962"/>
                  </a:lnTo>
                  <a:cubicBezTo>
                    <a:pt x="1576" y="33824"/>
                    <a:pt x="3205" y="34465"/>
                    <a:pt x="4886" y="34883"/>
                  </a:cubicBezTo>
                  <a:cubicBezTo>
                    <a:pt x="6567" y="35302"/>
                    <a:pt x="8345" y="35511"/>
                    <a:pt x="10218" y="35511"/>
                  </a:cubicBezTo>
                  <a:cubicBezTo>
                    <a:pt x="13248" y="35511"/>
                    <a:pt x="15647" y="34715"/>
                    <a:pt x="17416" y="33121"/>
                  </a:cubicBezTo>
                  <a:cubicBezTo>
                    <a:pt x="19185" y="31527"/>
                    <a:pt x="20069" y="29366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3"/>
                    <a:pt x="13248" y="17756"/>
                    <a:pt x="10218" y="17756"/>
                  </a:cubicBezTo>
                  <a:cubicBezTo>
                    <a:pt x="8800" y="17756"/>
                    <a:pt x="7382" y="17912"/>
                    <a:pt x="5963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AD540F5F-4AB7-7060-0E92-186208150C0A}"/>
                </a:ext>
              </a:extLst>
            </p:cNvPr>
            <p:cNvSpPr/>
            <p:nvPr/>
          </p:nvSpPr>
          <p:spPr>
            <a:xfrm>
              <a:off x="448005" y="3870404"/>
              <a:ext cx="27108" cy="40688"/>
            </a:xfrm>
            <a:custGeom>
              <a:avLst/>
              <a:gdLst>
                <a:gd name="csX0" fmla="*/ 13554 w 27108"/>
                <a:gd name="csY0" fmla="*/ 4201 h 40688"/>
                <a:gd name="csX1" fmla="*/ 7381 w 27108"/>
                <a:gd name="csY1" fmla="*/ 8248 h 40688"/>
                <a:gd name="csX2" fmla="*/ 5332 w 27108"/>
                <a:gd name="csY2" fmla="*/ 20360 h 40688"/>
                <a:gd name="csX3" fmla="*/ 7381 w 27108"/>
                <a:gd name="csY3" fmla="*/ 32465 h 40688"/>
                <a:gd name="csX4" fmla="*/ 13554 w 27108"/>
                <a:gd name="csY4" fmla="*/ 36490 h 40688"/>
                <a:gd name="csX5" fmla="*/ 19727 w 27108"/>
                <a:gd name="csY5" fmla="*/ 32465 h 40688"/>
                <a:gd name="csX6" fmla="*/ 21802 w 27108"/>
                <a:gd name="csY6" fmla="*/ 20360 h 40688"/>
                <a:gd name="csX7" fmla="*/ 19727 w 27108"/>
                <a:gd name="csY7" fmla="*/ 8248 h 40688"/>
                <a:gd name="csX8" fmla="*/ 13554 w 27108"/>
                <a:gd name="csY8" fmla="*/ 4201 h 40688"/>
                <a:gd name="csX9" fmla="*/ 13554 w 27108"/>
                <a:gd name="csY9" fmla="*/ 0 h 40688"/>
                <a:gd name="csX10" fmla="*/ 23615 w 27108"/>
                <a:gd name="csY10" fmla="*/ 5230 h 40688"/>
                <a:gd name="csX11" fmla="*/ 27109 w 27108"/>
                <a:gd name="csY11" fmla="*/ 20360 h 40688"/>
                <a:gd name="csX12" fmla="*/ 23615 w 27108"/>
                <a:gd name="csY12" fmla="*/ 35491 h 40688"/>
                <a:gd name="csX13" fmla="*/ 13554 w 27108"/>
                <a:gd name="csY13" fmla="*/ 40688 h 40688"/>
                <a:gd name="csX14" fmla="*/ 3467 w 27108"/>
                <a:gd name="csY14" fmla="*/ 35491 h 40688"/>
                <a:gd name="csX15" fmla="*/ 0 w 27108"/>
                <a:gd name="csY15" fmla="*/ 20360 h 40688"/>
                <a:gd name="csX16" fmla="*/ 3467 w 27108"/>
                <a:gd name="csY16" fmla="*/ 5230 h 40688"/>
                <a:gd name="csX17" fmla="*/ 13554 w 27108"/>
                <a:gd name="csY17" fmla="*/ 0 h 4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8">
                  <a:moveTo>
                    <a:pt x="13554" y="4201"/>
                  </a:moveTo>
                  <a:cubicBezTo>
                    <a:pt x="10822" y="4201"/>
                    <a:pt x="8765" y="5550"/>
                    <a:pt x="7381" y="8248"/>
                  </a:cubicBezTo>
                  <a:cubicBezTo>
                    <a:pt x="6015" y="10927"/>
                    <a:pt x="5332" y="14964"/>
                    <a:pt x="5332" y="20360"/>
                  </a:cubicBezTo>
                  <a:cubicBezTo>
                    <a:pt x="5332" y="25737"/>
                    <a:pt x="6015" y="29772"/>
                    <a:pt x="7381" y="32465"/>
                  </a:cubicBezTo>
                  <a:cubicBezTo>
                    <a:pt x="8765" y="35148"/>
                    <a:pt x="10822" y="36490"/>
                    <a:pt x="13554" y="36490"/>
                  </a:cubicBezTo>
                  <a:cubicBezTo>
                    <a:pt x="16304" y="36490"/>
                    <a:pt x="18361" y="35148"/>
                    <a:pt x="19727" y="32465"/>
                  </a:cubicBezTo>
                  <a:cubicBezTo>
                    <a:pt x="21111" y="29772"/>
                    <a:pt x="21802" y="25737"/>
                    <a:pt x="21802" y="20360"/>
                  </a:cubicBezTo>
                  <a:cubicBezTo>
                    <a:pt x="21802" y="14964"/>
                    <a:pt x="21111" y="10927"/>
                    <a:pt x="19727" y="8248"/>
                  </a:cubicBezTo>
                  <a:cubicBezTo>
                    <a:pt x="18361" y="5550"/>
                    <a:pt x="16304" y="4201"/>
                    <a:pt x="13554" y="4201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30"/>
                  </a:cubicBezTo>
                  <a:cubicBezTo>
                    <a:pt x="25944" y="8695"/>
                    <a:pt x="27109" y="13738"/>
                    <a:pt x="27109" y="20360"/>
                  </a:cubicBezTo>
                  <a:cubicBezTo>
                    <a:pt x="27109" y="26962"/>
                    <a:pt x="25944" y="32006"/>
                    <a:pt x="23615" y="35491"/>
                  </a:cubicBezTo>
                  <a:cubicBezTo>
                    <a:pt x="21304" y="38956"/>
                    <a:pt x="17950" y="40688"/>
                    <a:pt x="13554" y="40688"/>
                  </a:cubicBezTo>
                  <a:cubicBezTo>
                    <a:pt x="9159" y="40688"/>
                    <a:pt x="5796" y="38956"/>
                    <a:pt x="3467" y="35491"/>
                  </a:cubicBezTo>
                  <a:cubicBezTo>
                    <a:pt x="1156" y="32006"/>
                    <a:pt x="0" y="26962"/>
                    <a:pt x="0" y="20360"/>
                  </a:cubicBezTo>
                  <a:cubicBezTo>
                    <a:pt x="0" y="13738"/>
                    <a:pt x="1156" y="8695"/>
                    <a:pt x="3467" y="5230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38F587E1-BB73-D8E9-FB44-08EE58F48CFA}"/>
                </a:ext>
              </a:extLst>
            </p:cNvPr>
            <p:cNvSpPr/>
            <p:nvPr/>
          </p:nvSpPr>
          <p:spPr>
            <a:xfrm>
              <a:off x="415301" y="3564621"/>
              <a:ext cx="24901" cy="39928"/>
            </a:xfrm>
            <a:custGeom>
              <a:avLst/>
              <a:gdLst>
                <a:gd name="csX0" fmla="*/ 6383 w 24901"/>
                <a:gd name="csY0" fmla="*/ 35462 h 39928"/>
                <a:gd name="csX1" fmla="*/ 24902 w 24901"/>
                <a:gd name="csY1" fmla="*/ 35462 h 39928"/>
                <a:gd name="csX2" fmla="*/ 24902 w 24901"/>
                <a:gd name="csY2" fmla="*/ 39928 h 39928"/>
                <a:gd name="csX3" fmla="*/ 0 w 24901"/>
                <a:gd name="csY3" fmla="*/ 39928 h 39928"/>
                <a:gd name="csX4" fmla="*/ 0 w 24901"/>
                <a:gd name="csY4" fmla="*/ 35462 h 39928"/>
                <a:gd name="csX5" fmla="*/ 8222 w 24901"/>
                <a:gd name="csY5" fmla="*/ 27083 h 39928"/>
                <a:gd name="csX6" fmla="*/ 14789 w 24901"/>
                <a:gd name="csY6" fmla="*/ 20280 h 39928"/>
                <a:gd name="csX7" fmla="*/ 18335 w 24901"/>
                <a:gd name="csY7" fmla="*/ 15446 h 39928"/>
                <a:gd name="csX8" fmla="*/ 19360 w 24901"/>
                <a:gd name="csY8" fmla="*/ 11532 h 39928"/>
                <a:gd name="csX9" fmla="*/ 17153 w 24901"/>
                <a:gd name="csY9" fmla="*/ 6436 h 39928"/>
                <a:gd name="csX10" fmla="*/ 11453 w 24901"/>
                <a:gd name="csY10" fmla="*/ 4466 h 39928"/>
                <a:gd name="csX11" fmla="*/ 6173 w 24901"/>
                <a:gd name="csY11" fmla="*/ 5333 h 39928"/>
                <a:gd name="csX12" fmla="*/ 263 w 24901"/>
                <a:gd name="csY12" fmla="*/ 7959 h 39928"/>
                <a:gd name="csX13" fmla="*/ 263 w 24901"/>
                <a:gd name="csY13" fmla="*/ 2601 h 39928"/>
                <a:gd name="csX14" fmla="*/ 6252 w 24901"/>
                <a:gd name="csY14" fmla="*/ 657 h 39928"/>
                <a:gd name="csX15" fmla="*/ 11348 w 24901"/>
                <a:gd name="csY15" fmla="*/ 0 h 39928"/>
                <a:gd name="csX16" fmla="*/ 21067 w 24901"/>
                <a:gd name="csY16" fmla="*/ 3047 h 39928"/>
                <a:gd name="csX17" fmla="*/ 24692 w 24901"/>
                <a:gd name="csY17" fmla="*/ 11191 h 39928"/>
                <a:gd name="csX18" fmla="*/ 23772 w 24901"/>
                <a:gd name="csY18" fmla="*/ 15787 h 39928"/>
                <a:gd name="csX19" fmla="*/ 20489 w 24901"/>
                <a:gd name="csY19" fmla="*/ 20883 h 39928"/>
                <a:gd name="csX20" fmla="*/ 16312 w 24901"/>
                <a:gd name="csY20" fmla="*/ 25297 h 39928"/>
                <a:gd name="csX21" fmla="*/ 6383 w 24901"/>
                <a:gd name="csY21" fmla="*/ 35462 h 399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8">
                  <a:moveTo>
                    <a:pt x="6383" y="35462"/>
                  </a:moveTo>
                  <a:lnTo>
                    <a:pt x="24902" y="35462"/>
                  </a:lnTo>
                  <a:lnTo>
                    <a:pt x="24902" y="39928"/>
                  </a:lnTo>
                  <a:lnTo>
                    <a:pt x="0" y="39928"/>
                  </a:lnTo>
                  <a:lnTo>
                    <a:pt x="0" y="35462"/>
                  </a:lnTo>
                  <a:cubicBezTo>
                    <a:pt x="2014" y="33378"/>
                    <a:pt x="4755" y="30585"/>
                    <a:pt x="8222" y="27083"/>
                  </a:cubicBezTo>
                  <a:cubicBezTo>
                    <a:pt x="11707" y="23563"/>
                    <a:pt x="13896" y="21295"/>
                    <a:pt x="14789" y="20280"/>
                  </a:cubicBezTo>
                  <a:cubicBezTo>
                    <a:pt x="16487" y="18371"/>
                    <a:pt x="17669" y="16759"/>
                    <a:pt x="18335" y="15446"/>
                  </a:cubicBezTo>
                  <a:cubicBezTo>
                    <a:pt x="19018" y="14115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6"/>
                    <a:pt x="11453" y="4466"/>
                  </a:cubicBezTo>
                  <a:cubicBezTo>
                    <a:pt x="9789" y="4466"/>
                    <a:pt x="8029" y="4755"/>
                    <a:pt x="6173" y="5333"/>
                  </a:cubicBezTo>
                  <a:cubicBezTo>
                    <a:pt x="4334" y="5911"/>
                    <a:pt x="2364" y="6786"/>
                    <a:pt x="263" y="7959"/>
                  </a:cubicBezTo>
                  <a:lnTo>
                    <a:pt x="263" y="2601"/>
                  </a:lnTo>
                  <a:cubicBezTo>
                    <a:pt x="2399" y="1743"/>
                    <a:pt x="4395" y="1095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9"/>
                    <a:pt x="24692" y="7793"/>
                    <a:pt x="24692" y="11191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4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7"/>
                  </a:cubicBezTo>
                  <a:cubicBezTo>
                    <a:pt x="13966" y="27713"/>
                    <a:pt x="10656" y="31102"/>
                    <a:pt x="6383" y="35462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A8E586E-FAF0-A2EE-33BF-2954D0FC45C1}"/>
                </a:ext>
              </a:extLst>
            </p:cNvPr>
            <p:cNvSpPr/>
            <p:nvPr/>
          </p:nvSpPr>
          <p:spPr>
            <a:xfrm>
              <a:off x="449738" y="3565331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1 h 39980"/>
                <a:gd name="csX7" fmla="*/ 21541 w 25375"/>
                <a:gd name="csY7" fmla="*/ 16890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4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1"/>
                    <a:pt x="11138" y="13291"/>
                  </a:cubicBezTo>
                  <a:cubicBezTo>
                    <a:pt x="15516" y="13291"/>
                    <a:pt x="18984" y="14491"/>
                    <a:pt x="21541" y="16890"/>
                  </a:cubicBezTo>
                  <a:cubicBezTo>
                    <a:pt x="24097" y="19289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4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1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55575B1A-5DED-EC6D-8BE1-4C92D7E77D21}"/>
                </a:ext>
              </a:extLst>
            </p:cNvPr>
            <p:cNvSpPr/>
            <p:nvPr/>
          </p:nvSpPr>
          <p:spPr>
            <a:xfrm>
              <a:off x="414382" y="3259548"/>
              <a:ext cx="25374" cy="39980"/>
            </a:xfrm>
            <a:custGeom>
              <a:avLst/>
              <a:gdLst>
                <a:gd name="csX0" fmla="*/ 1655 w 25374"/>
                <a:gd name="csY0" fmla="*/ 0 h 39980"/>
                <a:gd name="csX1" fmla="*/ 22486 w 25374"/>
                <a:gd name="csY1" fmla="*/ 0 h 39980"/>
                <a:gd name="csX2" fmla="*/ 22486 w 25374"/>
                <a:gd name="csY2" fmla="*/ 4466 h 39980"/>
                <a:gd name="csX3" fmla="*/ 6514 w 25374"/>
                <a:gd name="csY3" fmla="*/ 4466 h 39980"/>
                <a:gd name="csX4" fmla="*/ 6514 w 25374"/>
                <a:gd name="csY4" fmla="*/ 14080 h 39980"/>
                <a:gd name="csX5" fmla="*/ 8826 w 25374"/>
                <a:gd name="csY5" fmla="*/ 13502 h 39980"/>
                <a:gd name="csX6" fmla="*/ 11138 w 25374"/>
                <a:gd name="csY6" fmla="*/ 13291 h 39980"/>
                <a:gd name="csX7" fmla="*/ 21540 w 25374"/>
                <a:gd name="csY7" fmla="*/ 16890 h 39980"/>
                <a:gd name="csX8" fmla="*/ 25375 w 25374"/>
                <a:gd name="csY8" fmla="*/ 26636 h 39980"/>
                <a:gd name="csX9" fmla="*/ 21435 w 25374"/>
                <a:gd name="csY9" fmla="*/ 36487 h 39980"/>
                <a:gd name="csX10" fmla="*/ 10323 w 25374"/>
                <a:gd name="csY10" fmla="*/ 39980 h 39980"/>
                <a:gd name="csX11" fmla="*/ 5280 w 25374"/>
                <a:gd name="csY11" fmla="*/ 39560 h 39980"/>
                <a:gd name="csX12" fmla="*/ 0 w 25374"/>
                <a:gd name="csY12" fmla="*/ 38299 h 39980"/>
                <a:gd name="csX13" fmla="*/ 0 w 25374"/>
                <a:gd name="csY13" fmla="*/ 32966 h 39980"/>
                <a:gd name="csX14" fmla="*/ 4886 w 25374"/>
                <a:gd name="csY14" fmla="*/ 34884 h 39980"/>
                <a:gd name="csX15" fmla="*/ 10218 w 25374"/>
                <a:gd name="csY15" fmla="*/ 35514 h 39980"/>
                <a:gd name="csX16" fmla="*/ 17415 w 25374"/>
                <a:gd name="csY16" fmla="*/ 33124 h 39980"/>
                <a:gd name="csX17" fmla="*/ 20068 w 25374"/>
                <a:gd name="csY17" fmla="*/ 26636 h 39980"/>
                <a:gd name="csX18" fmla="*/ 17415 w 25374"/>
                <a:gd name="csY18" fmla="*/ 20148 h 39980"/>
                <a:gd name="csX19" fmla="*/ 10218 w 25374"/>
                <a:gd name="csY19" fmla="*/ 17757 h 39980"/>
                <a:gd name="csX20" fmla="*/ 5962 w 25374"/>
                <a:gd name="csY20" fmla="*/ 18230 h 39980"/>
                <a:gd name="csX21" fmla="*/ 1655 w 25374"/>
                <a:gd name="csY21" fmla="*/ 19701 h 39980"/>
                <a:gd name="csX22" fmla="*/ 1655 w 25374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7"/>
                  </a:cubicBezTo>
                  <a:cubicBezTo>
                    <a:pt x="18808" y="38816"/>
                    <a:pt x="15104" y="39980"/>
                    <a:pt x="10323" y="39980"/>
                  </a:cubicBezTo>
                  <a:cubicBezTo>
                    <a:pt x="8677" y="39980"/>
                    <a:pt x="6996" y="39840"/>
                    <a:pt x="5280" y="39560"/>
                  </a:cubicBezTo>
                  <a:cubicBezTo>
                    <a:pt x="3581" y="39280"/>
                    <a:pt x="1821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1"/>
                    <a:pt x="20068" y="29368"/>
                    <a:pt x="20068" y="26636"/>
                  </a:cubicBezTo>
                  <a:cubicBezTo>
                    <a:pt x="20068" y="23904"/>
                    <a:pt x="19184" y="21741"/>
                    <a:pt x="17415" y="20148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C505B989-A0C0-7A49-7EDB-E4F3C88CD5E3}"/>
                </a:ext>
              </a:extLst>
            </p:cNvPr>
            <p:cNvSpPr/>
            <p:nvPr/>
          </p:nvSpPr>
          <p:spPr>
            <a:xfrm>
              <a:off x="448005" y="3258838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8 h 40689"/>
                <a:gd name="csX4" fmla="*/ 13554 w 27108"/>
                <a:gd name="csY4" fmla="*/ 36487 h 40689"/>
                <a:gd name="csX5" fmla="*/ 19727 w 27108"/>
                <a:gd name="csY5" fmla="*/ 32468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9 h 40689"/>
                <a:gd name="csX13" fmla="*/ 13554 w 27108"/>
                <a:gd name="csY13" fmla="*/ 40690 h 40689"/>
                <a:gd name="csX14" fmla="*/ 3467 w 27108"/>
                <a:gd name="csY14" fmla="*/ 35489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5"/>
                    <a:pt x="5332" y="20358"/>
                  </a:cubicBezTo>
                  <a:cubicBezTo>
                    <a:pt x="5332" y="25735"/>
                    <a:pt x="6015" y="29771"/>
                    <a:pt x="7381" y="32468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8"/>
                  </a:cubicBezTo>
                  <a:cubicBezTo>
                    <a:pt x="21111" y="29771"/>
                    <a:pt x="21802" y="25735"/>
                    <a:pt x="21802" y="20358"/>
                  </a:cubicBezTo>
                  <a:cubicBezTo>
                    <a:pt x="21802" y="14965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6"/>
                    <a:pt x="17950" y="40690"/>
                    <a:pt x="13554" y="40690"/>
                  </a:cubicBezTo>
                  <a:cubicBezTo>
                    <a:pt x="9159" y="40690"/>
                    <a:pt x="5796" y="38956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3" name="Freeform 112">
            <a:extLst>
              <a:ext uri="{FF2B5EF4-FFF2-40B4-BE49-F238E27FC236}">
                <a16:creationId xmlns:a16="http://schemas.microsoft.com/office/drawing/2014/main" id="{5F684BEA-B0A5-A97F-73C3-A2552827790F}"/>
              </a:ext>
            </a:extLst>
          </p:cNvPr>
          <p:cNvSpPr/>
          <p:nvPr/>
        </p:nvSpPr>
        <p:spPr>
          <a:xfrm>
            <a:off x="572153" y="3961428"/>
            <a:ext cx="2024186" cy="625731"/>
          </a:xfrm>
          <a:custGeom>
            <a:avLst/>
            <a:gdLst>
              <a:gd name="csX0" fmla="*/ 0 w 2024186"/>
              <a:gd name="csY0" fmla="*/ 625731 h 625731"/>
              <a:gd name="csX1" fmla="*/ 6769 w 2024186"/>
              <a:gd name="csY1" fmla="*/ 617523 h 625731"/>
              <a:gd name="csX2" fmla="*/ 13540 w 2024186"/>
              <a:gd name="csY2" fmla="*/ 609375 h 625731"/>
              <a:gd name="csX3" fmla="*/ 20309 w 2024186"/>
              <a:gd name="csY3" fmla="*/ 601273 h 625731"/>
              <a:gd name="csX4" fmla="*/ 27079 w 2024186"/>
              <a:gd name="csY4" fmla="*/ 593231 h 625731"/>
              <a:gd name="csX5" fmla="*/ 33849 w 2024186"/>
              <a:gd name="csY5" fmla="*/ 585242 h 625731"/>
              <a:gd name="csX6" fmla="*/ 40619 w 2024186"/>
              <a:gd name="csY6" fmla="*/ 577306 h 625731"/>
              <a:gd name="csX7" fmla="*/ 47389 w 2024186"/>
              <a:gd name="csY7" fmla="*/ 569423 h 625731"/>
              <a:gd name="csX8" fmla="*/ 54158 w 2024186"/>
              <a:gd name="csY8" fmla="*/ 561593 h 625731"/>
              <a:gd name="csX9" fmla="*/ 60928 w 2024186"/>
              <a:gd name="csY9" fmla="*/ 553816 h 625731"/>
              <a:gd name="csX10" fmla="*/ 67699 w 2024186"/>
              <a:gd name="csY10" fmla="*/ 546099 h 625731"/>
              <a:gd name="csX11" fmla="*/ 74468 w 2024186"/>
              <a:gd name="csY11" fmla="*/ 538436 h 625731"/>
              <a:gd name="csX12" fmla="*/ 81238 w 2024186"/>
              <a:gd name="csY12" fmla="*/ 530825 h 625731"/>
              <a:gd name="csX13" fmla="*/ 88008 w 2024186"/>
              <a:gd name="csY13" fmla="*/ 523267 h 625731"/>
              <a:gd name="csX14" fmla="*/ 94778 w 2024186"/>
              <a:gd name="csY14" fmla="*/ 515763 h 625731"/>
              <a:gd name="csX15" fmla="*/ 101547 w 2024186"/>
              <a:gd name="csY15" fmla="*/ 508318 h 625731"/>
              <a:gd name="csX16" fmla="*/ 108317 w 2024186"/>
              <a:gd name="csY16" fmla="*/ 500920 h 625731"/>
              <a:gd name="csX17" fmla="*/ 115088 w 2024186"/>
              <a:gd name="csY17" fmla="*/ 493581 h 625731"/>
              <a:gd name="csX18" fmla="*/ 121857 w 2024186"/>
              <a:gd name="csY18" fmla="*/ 486296 h 625731"/>
              <a:gd name="csX19" fmla="*/ 128627 w 2024186"/>
              <a:gd name="csY19" fmla="*/ 479063 h 625731"/>
              <a:gd name="csX20" fmla="*/ 135396 w 2024186"/>
              <a:gd name="csY20" fmla="*/ 471884 h 625731"/>
              <a:gd name="csX21" fmla="*/ 142167 w 2024186"/>
              <a:gd name="csY21" fmla="*/ 464758 h 625731"/>
              <a:gd name="csX22" fmla="*/ 148937 w 2024186"/>
              <a:gd name="csY22" fmla="*/ 457692 h 625731"/>
              <a:gd name="csX23" fmla="*/ 155706 w 2024186"/>
              <a:gd name="csY23" fmla="*/ 450679 h 625731"/>
              <a:gd name="csX24" fmla="*/ 162476 w 2024186"/>
              <a:gd name="csY24" fmla="*/ 443719 h 625731"/>
              <a:gd name="csX25" fmla="*/ 169246 w 2024186"/>
              <a:gd name="csY25" fmla="*/ 436811 h 625731"/>
              <a:gd name="csX26" fmla="*/ 176016 w 2024186"/>
              <a:gd name="csY26" fmla="*/ 429957 h 625731"/>
              <a:gd name="csX27" fmla="*/ 182785 w 2024186"/>
              <a:gd name="csY27" fmla="*/ 423156 h 625731"/>
              <a:gd name="csX28" fmla="*/ 189556 w 2024186"/>
              <a:gd name="csY28" fmla="*/ 416415 h 625731"/>
              <a:gd name="csX29" fmla="*/ 196326 w 2024186"/>
              <a:gd name="csY29" fmla="*/ 409720 h 625731"/>
              <a:gd name="csX30" fmla="*/ 203095 w 2024186"/>
              <a:gd name="csY30" fmla="*/ 403085 h 625731"/>
              <a:gd name="csX31" fmla="*/ 209865 w 2024186"/>
              <a:gd name="csY31" fmla="*/ 396504 h 625731"/>
              <a:gd name="csX32" fmla="*/ 216635 w 2024186"/>
              <a:gd name="csY32" fmla="*/ 389975 h 625731"/>
              <a:gd name="csX33" fmla="*/ 223405 w 2024186"/>
              <a:gd name="csY33" fmla="*/ 383507 h 625731"/>
              <a:gd name="csX34" fmla="*/ 230175 w 2024186"/>
              <a:gd name="csY34" fmla="*/ 377084 h 625731"/>
              <a:gd name="csX35" fmla="*/ 236944 w 2024186"/>
              <a:gd name="csY35" fmla="*/ 370721 h 625731"/>
              <a:gd name="csX36" fmla="*/ 243715 w 2024186"/>
              <a:gd name="csY36" fmla="*/ 364412 h 625731"/>
              <a:gd name="csX37" fmla="*/ 250484 w 2024186"/>
              <a:gd name="csY37" fmla="*/ 358155 h 625731"/>
              <a:gd name="csX38" fmla="*/ 257254 w 2024186"/>
              <a:gd name="csY38" fmla="*/ 351952 h 625731"/>
              <a:gd name="csX39" fmla="*/ 264024 w 2024186"/>
              <a:gd name="csY39" fmla="*/ 345801 h 625731"/>
              <a:gd name="csX40" fmla="*/ 270794 w 2024186"/>
              <a:gd name="csY40" fmla="*/ 339704 h 625731"/>
              <a:gd name="csX41" fmla="*/ 277564 w 2024186"/>
              <a:gd name="csY41" fmla="*/ 333667 h 625731"/>
              <a:gd name="csX42" fmla="*/ 284333 w 2024186"/>
              <a:gd name="csY42" fmla="*/ 327682 h 625731"/>
              <a:gd name="csX43" fmla="*/ 291104 w 2024186"/>
              <a:gd name="csY43" fmla="*/ 321751 h 625731"/>
              <a:gd name="csX44" fmla="*/ 297873 w 2024186"/>
              <a:gd name="csY44" fmla="*/ 315873 h 625731"/>
              <a:gd name="csX45" fmla="*/ 304643 w 2024186"/>
              <a:gd name="csY45" fmla="*/ 310048 h 625731"/>
              <a:gd name="csX46" fmla="*/ 311413 w 2024186"/>
              <a:gd name="csY46" fmla="*/ 304283 h 625731"/>
              <a:gd name="csX47" fmla="*/ 318183 w 2024186"/>
              <a:gd name="csY47" fmla="*/ 298564 h 625731"/>
              <a:gd name="csX48" fmla="*/ 324953 w 2024186"/>
              <a:gd name="csY48" fmla="*/ 292905 h 625731"/>
              <a:gd name="csX49" fmla="*/ 331722 w 2024186"/>
              <a:gd name="csY49" fmla="*/ 287299 h 625731"/>
              <a:gd name="csX50" fmla="*/ 338492 w 2024186"/>
              <a:gd name="csY50" fmla="*/ 281746 h 625731"/>
              <a:gd name="csX51" fmla="*/ 345262 w 2024186"/>
              <a:gd name="csY51" fmla="*/ 276246 h 625731"/>
              <a:gd name="csX52" fmla="*/ 352032 w 2024186"/>
              <a:gd name="csY52" fmla="*/ 270799 h 625731"/>
              <a:gd name="csX53" fmla="*/ 358802 w 2024186"/>
              <a:gd name="csY53" fmla="*/ 265413 h 625731"/>
              <a:gd name="csX54" fmla="*/ 365571 w 2024186"/>
              <a:gd name="csY54" fmla="*/ 260079 h 625731"/>
              <a:gd name="csX55" fmla="*/ 372342 w 2024186"/>
              <a:gd name="csY55" fmla="*/ 254799 h 625731"/>
              <a:gd name="csX56" fmla="*/ 379111 w 2024186"/>
              <a:gd name="csY56" fmla="*/ 249571 h 625731"/>
              <a:gd name="csX57" fmla="*/ 385881 w 2024186"/>
              <a:gd name="csY57" fmla="*/ 244396 h 625731"/>
              <a:gd name="csX58" fmla="*/ 392651 w 2024186"/>
              <a:gd name="csY58" fmla="*/ 239275 h 625731"/>
              <a:gd name="csX59" fmla="*/ 399421 w 2024186"/>
              <a:gd name="csY59" fmla="*/ 234213 h 625731"/>
              <a:gd name="csX60" fmla="*/ 406191 w 2024186"/>
              <a:gd name="csY60" fmla="*/ 229198 h 625731"/>
              <a:gd name="csX61" fmla="*/ 412960 w 2024186"/>
              <a:gd name="csY61" fmla="*/ 224242 h 625731"/>
              <a:gd name="csX62" fmla="*/ 419731 w 2024186"/>
              <a:gd name="csY62" fmla="*/ 219340 h 625731"/>
              <a:gd name="csX63" fmla="*/ 426500 w 2024186"/>
              <a:gd name="csY63" fmla="*/ 214491 h 625731"/>
              <a:gd name="csX64" fmla="*/ 433270 w 2024186"/>
              <a:gd name="csY64" fmla="*/ 209702 h 625731"/>
              <a:gd name="csX65" fmla="*/ 440040 w 2024186"/>
              <a:gd name="csY65" fmla="*/ 204958 h 625731"/>
              <a:gd name="csX66" fmla="*/ 446810 w 2024186"/>
              <a:gd name="csY66" fmla="*/ 200276 h 625731"/>
              <a:gd name="csX67" fmla="*/ 453580 w 2024186"/>
              <a:gd name="csY67" fmla="*/ 195646 h 625731"/>
              <a:gd name="csX68" fmla="*/ 460346 w 2024186"/>
              <a:gd name="csY68" fmla="*/ 191069 h 625731"/>
              <a:gd name="csX69" fmla="*/ 467117 w 2024186"/>
              <a:gd name="csY69" fmla="*/ 186545 h 625731"/>
              <a:gd name="csX70" fmla="*/ 473888 w 2024186"/>
              <a:gd name="csY70" fmla="*/ 182074 h 625731"/>
              <a:gd name="csX71" fmla="*/ 480659 w 2024186"/>
              <a:gd name="csY71" fmla="*/ 177655 h 625731"/>
              <a:gd name="csX72" fmla="*/ 487430 w 2024186"/>
              <a:gd name="csY72" fmla="*/ 173298 h 625731"/>
              <a:gd name="csX73" fmla="*/ 494201 w 2024186"/>
              <a:gd name="csY73" fmla="*/ 168993 h 625731"/>
              <a:gd name="csX74" fmla="*/ 500972 w 2024186"/>
              <a:gd name="csY74" fmla="*/ 164741 h 625731"/>
              <a:gd name="csX75" fmla="*/ 507735 w 2024186"/>
              <a:gd name="csY75" fmla="*/ 160543 h 625731"/>
              <a:gd name="csX76" fmla="*/ 514506 w 2024186"/>
              <a:gd name="csY76" fmla="*/ 156397 h 625731"/>
              <a:gd name="csX77" fmla="*/ 521277 w 2024186"/>
              <a:gd name="csY77" fmla="*/ 152312 h 625731"/>
              <a:gd name="csX78" fmla="*/ 528048 w 2024186"/>
              <a:gd name="csY78" fmla="*/ 148272 h 625731"/>
              <a:gd name="csX79" fmla="*/ 534819 w 2024186"/>
              <a:gd name="csY79" fmla="*/ 144293 h 625731"/>
              <a:gd name="csX80" fmla="*/ 541590 w 2024186"/>
              <a:gd name="csY80" fmla="*/ 140366 h 625731"/>
              <a:gd name="csX81" fmla="*/ 548361 w 2024186"/>
              <a:gd name="csY81" fmla="*/ 136493 h 625731"/>
              <a:gd name="csX82" fmla="*/ 555124 w 2024186"/>
              <a:gd name="csY82" fmla="*/ 132672 h 625731"/>
              <a:gd name="csX83" fmla="*/ 561895 w 2024186"/>
              <a:gd name="csY83" fmla="*/ 128912 h 625731"/>
              <a:gd name="csX84" fmla="*/ 568666 w 2024186"/>
              <a:gd name="csY84" fmla="*/ 125198 h 625731"/>
              <a:gd name="csX85" fmla="*/ 575437 w 2024186"/>
              <a:gd name="csY85" fmla="*/ 121544 h 625731"/>
              <a:gd name="csX86" fmla="*/ 582208 w 2024186"/>
              <a:gd name="csY86" fmla="*/ 117943 h 625731"/>
              <a:gd name="csX87" fmla="*/ 588979 w 2024186"/>
              <a:gd name="csY87" fmla="*/ 114395 h 625731"/>
              <a:gd name="csX88" fmla="*/ 595750 w 2024186"/>
              <a:gd name="csY88" fmla="*/ 110899 h 625731"/>
              <a:gd name="csX89" fmla="*/ 602513 w 2024186"/>
              <a:gd name="csY89" fmla="*/ 107457 h 625731"/>
              <a:gd name="csX90" fmla="*/ 609284 w 2024186"/>
              <a:gd name="csY90" fmla="*/ 104076 h 625731"/>
              <a:gd name="csX91" fmla="*/ 616055 w 2024186"/>
              <a:gd name="csY91" fmla="*/ 100747 h 625731"/>
              <a:gd name="csX92" fmla="*/ 622826 w 2024186"/>
              <a:gd name="csY92" fmla="*/ 97464 h 625731"/>
              <a:gd name="csX93" fmla="*/ 629597 w 2024186"/>
              <a:gd name="csY93" fmla="*/ 94241 h 625731"/>
              <a:gd name="csX94" fmla="*/ 636368 w 2024186"/>
              <a:gd name="csY94" fmla="*/ 91078 h 625731"/>
              <a:gd name="csX95" fmla="*/ 643138 w 2024186"/>
              <a:gd name="csY95" fmla="*/ 87961 h 625731"/>
              <a:gd name="csX96" fmla="*/ 649902 w 2024186"/>
              <a:gd name="csY96" fmla="*/ 84898 h 625731"/>
              <a:gd name="csX97" fmla="*/ 656673 w 2024186"/>
              <a:gd name="csY97" fmla="*/ 81894 h 625731"/>
              <a:gd name="csX98" fmla="*/ 663444 w 2024186"/>
              <a:gd name="csY98" fmla="*/ 78944 h 625731"/>
              <a:gd name="csX99" fmla="*/ 670215 w 2024186"/>
              <a:gd name="csY99" fmla="*/ 76046 h 625731"/>
              <a:gd name="csX100" fmla="*/ 676985 w 2024186"/>
              <a:gd name="csY100" fmla="*/ 73202 h 625731"/>
              <a:gd name="csX101" fmla="*/ 683756 w 2024186"/>
              <a:gd name="csY101" fmla="*/ 70410 h 625731"/>
              <a:gd name="csX102" fmla="*/ 690527 w 2024186"/>
              <a:gd name="csY102" fmla="*/ 67679 h 625731"/>
              <a:gd name="csX103" fmla="*/ 697291 w 2024186"/>
              <a:gd name="csY103" fmla="*/ 64993 h 625731"/>
              <a:gd name="csX104" fmla="*/ 704062 w 2024186"/>
              <a:gd name="csY104" fmla="*/ 62368 h 625731"/>
              <a:gd name="csX105" fmla="*/ 710832 w 2024186"/>
              <a:gd name="csY105" fmla="*/ 59796 h 625731"/>
              <a:gd name="csX106" fmla="*/ 717603 w 2024186"/>
              <a:gd name="csY106" fmla="*/ 57277 h 625731"/>
              <a:gd name="csX107" fmla="*/ 724374 w 2024186"/>
              <a:gd name="csY107" fmla="*/ 54810 h 625731"/>
              <a:gd name="csX108" fmla="*/ 731145 w 2024186"/>
              <a:gd name="csY108" fmla="*/ 52405 h 625731"/>
              <a:gd name="csX109" fmla="*/ 737916 w 2024186"/>
              <a:gd name="csY109" fmla="*/ 50044 h 625731"/>
              <a:gd name="csX110" fmla="*/ 744680 w 2024186"/>
              <a:gd name="csY110" fmla="*/ 47744 h 625731"/>
              <a:gd name="csX111" fmla="*/ 751450 w 2024186"/>
              <a:gd name="csY111" fmla="*/ 45498 h 625731"/>
              <a:gd name="csX112" fmla="*/ 758221 w 2024186"/>
              <a:gd name="csY112" fmla="*/ 43304 h 625731"/>
              <a:gd name="csX113" fmla="*/ 764992 w 2024186"/>
              <a:gd name="csY113" fmla="*/ 41163 h 625731"/>
              <a:gd name="csX114" fmla="*/ 771763 w 2024186"/>
              <a:gd name="csY114" fmla="*/ 39082 h 625731"/>
              <a:gd name="csX115" fmla="*/ 778534 w 2024186"/>
              <a:gd name="csY115" fmla="*/ 37047 h 625731"/>
              <a:gd name="csX116" fmla="*/ 785305 w 2024186"/>
              <a:gd name="csY116" fmla="*/ 35073 h 625731"/>
              <a:gd name="csX117" fmla="*/ 792068 w 2024186"/>
              <a:gd name="csY117" fmla="*/ 33151 h 625731"/>
              <a:gd name="csX118" fmla="*/ 798839 w 2024186"/>
              <a:gd name="csY118" fmla="*/ 31282 h 625731"/>
              <a:gd name="csX119" fmla="*/ 805610 w 2024186"/>
              <a:gd name="csY119" fmla="*/ 29467 h 625731"/>
              <a:gd name="csX120" fmla="*/ 812381 w 2024186"/>
              <a:gd name="csY120" fmla="*/ 27712 h 625731"/>
              <a:gd name="csX121" fmla="*/ 819152 w 2024186"/>
              <a:gd name="csY121" fmla="*/ 26002 h 625731"/>
              <a:gd name="csX122" fmla="*/ 825923 w 2024186"/>
              <a:gd name="csY122" fmla="*/ 24353 h 625731"/>
              <a:gd name="csX123" fmla="*/ 832694 w 2024186"/>
              <a:gd name="csY123" fmla="*/ 22756 h 625731"/>
              <a:gd name="csX124" fmla="*/ 839465 w 2024186"/>
              <a:gd name="csY124" fmla="*/ 21213 h 625731"/>
              <a:gd name="csX125" fmla="*/ 846228 w 2024186"/>
              <a:gd name="csY125" fmla="*/ 19723 h 625731"/>
              <a:gd name="csX126" fmla="*/ 852999 w 2024186"/>
              <a:gd name="csY126" fmla="*/ 18285 h 625731"/>
              <a:gd name="csX127" fmla="*/ 859770 w 2024186"/>
              <a:gd name="csY127" fmla="*/ 16908 h 625731"/>
              <a:gd name="csX128" fmla="*/ 866541 w 2024186"/>
              <a:gd name="csY128" fmla="*/ 15577 h 625731"/>
              <a:gd name="csX129" fmla="*/ 873312 w 2024186"/>
              <a:gd name="csY129" fmla="*/ 14306 h 625731"/>
              <a:gd name="csX130" fmla="*/ 880083 w 2024186"/>
              <a:gd name="csY130" fmla="*/ 13088 h 625731"/>
              <a:gd name="csX131" fmla="*/ 886854 w 2024186"/>
              <a:gd name="csY131" fmla="*/ 11923 h 625731"/>
              <a:gd name="csX132" fmla="*/ 893617 w 2024186"/>
              <a:gd name="csY132" fmla="*/ 10818 h 625731"/>
              <a:gd name="csX133" fmla="*/ 900388 w 2024186"/>
              <a:gd name="csY133" fmla="*/ 9759 h 625731"/>
              <a:gd name="csX134" fmla="*/ 907159 w 2024186"/>
              <a:gd name="csY134" fmla="*/ 8761 h 625731"/>
              <a:gd name="csX135" fmla="*/ 913930 w 2024186"/>
              <a:gd name="csY135" fmla="*/ 7815 h 625731"/>
              <a:gd name="csX136" fmla="*/ 920701 w 2024186"/>
              <a:gd name="csY136" fmla="*/ 6922 h 625731"/>
              <a:gd name="csX137" fmla="*/ 927472 w 2024186"/>
              <a:gd name="csY137" fmla="*/ 6083 h 625731"/>
              <a:gd name="csX138" fmla="*/ 934243 w 2024186"/>
              <a:gd name="csY138" fmla="*/ 5296 h 625731"/>
              <a:gd name="csX139" fmla="*/ 941006 w 2024186"/>
              <a:gd name="csY139" fmla="*/ 4562 h 625731"/>
              <a:gd name="csX140" fmla="*/ 947777 w 2024186"/>
              <a:gd name="csY140" fmla="*/ 3889 h 625731"/>
              <a:gd name="csX141" fmla="*/ 954548 w 2024186"/>
              <a:gd name="csY141" fmla="*/ 3268 h 625731"/>
              <a:gd name="csX142" fmla="*/ 961319 w 2024186"/>
              <a:gd name="csY142" fmla="*/ 2701 h 625731"/>
              <a:gd name="csX143" fmla="*/ 968090 w 2024186"/>
              <a:gd name="csY143" fmla="*/ 2186 h 625731"/>
              <a:gd name="csX144" fmla="*/ 974861 w 2024186"/>
              <a:gd name="csY144" fmla="*/ 1725 h 625731"/>
              <a:gd name="csX145" fmla="*/ 981632 w 2024186"/>
              <a:gd name="csY145" fmla="*/ 1316 h 625731"/>
              <a:gd name="csX146" fmla="*/ 988395 w 2024186"/>
              <a:gd name="csY146" fmla="*/ 968 h 625731"/>
              <a:gd name="csX147" fmla="*/ 995166 w 2024186"/>
              <a:gd name="csY147" fmla="*/ 673 h 625731"/>
              <a:gd name="csX148" fmla="*/ 1001937 w 2024186"/>
              <a:gd name="csY148" fmla="*/ 431 h 625731"/>
              <a:gd name="csX149" fmla="*/ 1008708 w 2024186"/>
              <a:gd name="csY149" fmla="*/ 242 h 625731"/>
              <a:gd name="csX150" fmla="*/ 1015479 w 2024186"/>
              <a:gd name="csY150" fmla="*/ 106 h 625731"/>
              <a:gd name="csX151" fmla="*/ 1022249 w 2024186"/>
              <a:gd name="csY151" fmla="*/ 23 h 625731"/>
              <a:gd name="csX152" fmla="*/ 1029020 w 2024186"/>
              <a:gd name="csY152" fmla="*/ 0 h 625731"/>
              <a:gd name="csX153" fmla="*/ 1035784 w 2024186"/>
              <a:gd name="csY153" fmla="*/ 23 h 625731"/>
              <a:gd name="csX154" fmla="*/ 1042555 w 2024186"/>
              <a:gd name="csY154" fmla="*/ 106 h 625731"/>
              <a:gd name="csX155" fmla="*/ 1049326 w 2024186"/>
              <a:gd name="csY155" fmla="*/ 242 h 625731"/>
              <a:gd name="csX156" fmla="*/ 1056097 w 2024186"/>
              <a:gd name="csY156" fmla="*/ 431 h 625731"/>
              <a:gd name="csX157" fmla="*/ 1062868 w 2024186"/>
              <a:gd name="csY157" fmla="*/ 681 h 625731"/>
              <a:gd name="csX158" fmla="*/ 1069638 w 2024186"/>
              <a:gd name="csY158" fmla="*/ 976 h 625731"/>
              <a:gd name="csX159" fmla="*/ 1076409 w 2024186"/>
              <a:gd name="csY159" fmla="*/ 1331 h 625731"/>
              <a:gd name="csX160" fmla="*/ 1083173 w 2024186"/>
              <a:gd name="csY160" fmla="*/ 1740 h 625731"/>
              <a:gd name="csX161" fmla="*/ 1089944 w 2024186"/>
              <a:gd name="csY161" fmla="*/ 2202 h 625731"/>
              <a:gd name="csX162" fmla="*/ 1096715 w 2024186"/>
              <a:gd name="csY162" fmla="*/ 2716 h 625731"/>
              <a:gd name="csX163" fmla="*/ 1103485 w 2024186"/>
              <a:gd name="csY163" fmla="*/ 3283 h 625731"/>
              <a:gd name="csX164" fmla="*/ 1110256 w 2024186"/>
              <a:gd name="csY164" fmla="*/ 3911 h 625731"/>
              <a:gd name="csX165" fmla="*/ 1117027 w 2024186"/>
              <a:gd name="csY165" fmla="*/ 4585 h 625731"/>
              <a:gd name="csX166" fmla="*/ 1123798 w 2024186"/>
              <a:gd name="csY166" fmla="*/ 5318 h 625731"/>
              <a:gd name="csX167" fmla="*/ 1130562 w 2024186"/>
              <a:gd name="csY167" fmla="*/ 6105 h 625731"/>
              <a:gd name="csX168" fmla="*/ 1137332 w 2024186"/>
              <a:gd name="csY168" fmla="*/ 6945 h 625731"/>
              <a:gd name="csX169" fmla="*/ 1144103 w 2024186"/>
              <a:gd name="csY169" fmla="*/ 7845 h 625731"/>
              <a:gd name="csX170" fmla="*/ 1150874 w 2024186"/>
              <a:gd name="csY170" fmla="*/ 8791 h 625731"/>
              <a:gd name="csX171" fmla="*/ 1157645 w 2024186"/>
              <a:gd name="csY171" fmla="*/ 9797 h 625731"/>
              <a:gd name="csX172" fmla="*/ 1164416 w 2024186"/>
              <a:gd name="csY172" fmla="*/ 10849 h 625731"/>
              <a:gd name="csX173" fmla="*/ 1171187 w 2024186"/>
              <a:gd name="csY173" fmla="*/ 11961 h 625731"/>
              <a:gd name="csX174" fmla="*/ 1177950 w 2024186"/>
              <a:gd name="csY174" fmla="*/ 13126 h 625731"/>
              <a:gd name="csX175" fmla="*/ 1184721 w 2024186"/>
              <a:gd name="csY175" fmla="*/ 14351 h 625731"/>
              <a:gd name="csX176" fmla="*/ 1191492 w 2024186"/>
              <a:gd name="csY176" fmla="*/ 15622 h 625731"/>
              <a:gd name="csX177" fmla="*/ 1198263 w 2024186"/>
              <a:gd name="csY177" fmla="*/ 16954 h 625731"/>
              <a:gd name="csX178" fmla="*/ 1205034 w 2024186"/>
              <a:gd name="csY178" fmla="*/ 18331 h 625731"/>
              <a:gd name="csX179" fmla="*/ 1211805 w 2024186"/>
              <a:gd name="csY179" fmla="*/ 19768 h 625731"/>
              <a:gd name="csX180" fmla="*/ 1218576 w 2024186"/>
              <a:gd name="csY180" fmla="*/ 21258 h 625731"/>
              <a:gd name="csX181" fmla="*/ 1225339 w 2024186"/>
              <a:gd name="csY181" fmla="*/ 22802 h 625731"/>
              <a:gd name="csX182" fmla="*/ 1232110 w 2024186"/>
              <a:gd name="csY182" fmla="*/ 24406 h 625731"/>
              <a:gd name="csX183" fmla="*/ 1238881 w 2024186"/>
              <a:gd name="csY183" fmla="*/ 26055 h 625731"/>
              <a:gd name="csX184" fmla="*/ 1245652 w 2024186"/>
              <a:gd name="csY184" fmla="*/ 27765 h 625731"/>
              <a:gd name="csX185" fmla="*/ 1252423 w 2024186"/>
              <a:gd name="csY185" fmla="*/ 29527 h 625731"/>
              <a:gd name="csX186" fmla="*/ 1259194 w 2024186"/>
              <a:gd name="csY186" fmla="*/ 31343 h 625731"/>
              <a:gd name="csX187" fmla="*/ 1265965 w 2024186"/>
              <a:gd name="csY187" fmla="*/ 33212 h 625731"/>
              <a:gd name="csX188" fmla="*/ 1272728 w 2024186"/>
              <a:gd name="csY188" fmla="*/ 35141 h 625731"/>
              <a:gd name="csX189" fmla="*/ 1279499 w 2024186"/>
              <a:gd name="csY189" fmla="*/ 37115 h 625731"/>
              <a:gd name="csX190" fmla="*/ 1286270 w 2024186"/>
              <a:gd name="csY190" fmla="*/ 39150 h 625731"/>
              <a:gd name="csX191" fmla="*/ 1293041 w 2024186"/>
              <a:gd name="csY191" fmla="*/ 41238 h 625731"/>
              <a:gd name="csX192" fmla="*/ 1299812 w 2024186"/>
              <a:gd name="csY192" fmla="*/ 43379 h 625731"/>
              <a:gd name="csX193" fmla="*/ 1306583 w 2024186"/>
              <a:gd name="csY193" fmla="*/ 45573 h 625731"/>
              <a:gd name="csX194" fmla="*/ 1313354 w 2024186"/>
              <a:gd name="csY194" fmla="*/ 47820 h 625731"/>
              <a:gd name="csX195" fmla="*/ 1320117 w 2024186"/>
              <a:gd name="csY195" fmla="*/ 50120 h 625731"/>
              <a:gd name="csX196" fmla="*/ 1326888 w 2024186"/>
              <a:gd name="csY196" fmla="*/ 52480 h 625731"/>
              <a:gd name="csX197" fmla="*/ 1333659 w 2024186"/>
              <a:gd name="csY197" fmla="*/ 54894 h 625731"/>
              <a:gd name="csX198" fmla="*/ 1340430 w 2024186"/>
              <a:gd name="csY198" fmla="*/ 57360 h 625731"/>
              <a:gd name="csX199" fmla="*/ 1347201 w 2024186"/>
              <a:gd name="csY199" fmla="*/ 59879 h 625731"/>
              <a:gd name="csX200" fmla="*/ 1353972 w 2024186"/>
              <a:gd name="csY200" fmla="*/ 62451 h 625731"/>
              <a:gd name="csX201" fmla="*/ 1360743 w 2024186"/>
              <a:gd name="csY201" fmla="*/ 65084 h 625731"/>
              <a:gd name="csX202" fmla="*/ 1367506 w 2024186"/>
              <a:gd name="csY202" fmla="*/ 67762 h 625731"/>
              <a:gd name="csX203" fmla="*/ 1374277 w 2024186"/>
              <a:gd name="csY203" fmla="*/ 70501 h 625731"/>
              <a:gd name="csX204" fmla="*/ 1381048 w 2024186"/>
              <a:gd name="csY204" fmla="*/ 73292 h 625731"/>
              <a:gd name="csX205" fmla="*/ 1387819 w 2024186"/>
              <a:gd name="csY205" fmla="*/ 76137 h 625731"/>
              <a:gd name="csX206" fmla="*/ 1394590 w 2024186"/>
              <a:gd name="csY206" fmla="*/ 79035 h 625731"/>
              <a:gd name="csX207" fmla="*/ 1401361 w 2024186"/>
              <a:gd name="csY207" fmla="*/ 81992 h 625731"/>
              <a:gd name="csX208" fmla="*/ 1408131 w 2024186"/>
              <a:gd name="csY208" fmla="*/ 84996 h 625731"/>
              <a:gd name="csX209" fmla="*/ 1414895 w 2024186"/>
              <a:gd name="csY209" fmla="*/ 88060 h 625731"/>
              <a:gd name="csX210" fmla="*/ 1421666 w 2024186"/>
              <a:gd name="csY210" fmla="*/ 91177 h 625731"/>
              <a:gd name="csX211" fmla="*/ 1428437 w 2024186"/>
              <a:gd name="csY211" fmla="*/ 94347 h 625731"/>
              <a:gd name="csX212" fmla="*/ 1435208 w 2024186"/>
              <a:gd name="csY212" fmla="*/ 97569 h 625731"/>
              <a:gd name="csX213" fmla="*/ 1441978 w 2024186"/>
              <a:gd name="csY213" fmla="*/ 100853 h 625731"/>
              <a:gd name="csX214" fmla="*/ 1448750 w 2024186"/>
              <a:gd name="csY214" fmla="*/ 104181 h 625731"/>
              <a:gd name="csX215" fmla="*/ 1455520 w 2024186"/>
              <a:gd name="csY215" fmla="*/ 107571 h 625731"/>
              <a:gd name="csX216" fmla="*/ 1462284 w 2024186"/>
              <a:gd name="csY216" fmla="*/ 111013 h 625731"/>
              <a:gd name="csX217" fmla="*/ 1469055 w 2024186"/>
              <a:gd name="csY217" fmla="*/ 114508 h 625731"/>
              <a:gd name="csX218" fmla="*/ 1475826 w 2024186"/>
              <a:gd name="csY218" fmla="*/ 118056 h 625731"/>
              <a:gd name="csX219" fmla="*/ 1482597 w 2024186"/>
              <a:gd name="csY219" fmla="*/ 121657 h 625731"/>
              <a:gd name="csX220" fmla="*/ 1489367 w 2024186"/>
              <a:gd name="csY220" fmla="*/ 125319 h 625731"/>
              <a:gd name="csX221" fmla="*/ 1496138 w 2024186"/>
              <a:gd name="csY221" fmla="*/ 129033 h 625731"/>
              <a:gd name="csX222" fmla="*/ 1502909 w 2024186"/>
              <a:gd name="csY222" fmla="*/ 132793 h 625731"/>
              <a:gd name="csX223" fmla="*/ 1509673 w 2024186"/>
              <a:gd name="csY223" fmla="*/ 136614 h 625731"/>
              <a:gd name="csX224" fmla="*/ 1516444 w 2024186"/>
              <a:gd name="csY224" fmla="*/ 140495 h 625731"/>
              <a:gd name="csX225" fmla="*/ 1523215 w 2024186"/>
              <a:gd name="csY225" fmla="*/ 144421 h 625731"/>
              <a:gd name="csX226" fmla="*/ 1529985 w 2024186"/>
              <a:gd name="csY226" fmla="*/ 148400 h 625731"/>
              <a:gd name="csX227" fmla="*/ 1536756 w 2024186"/>
              <a:gd name="csY227" fmla="*/ 152440 h 625731"/>
              <a:gd name="csX228" fmla="*/ 1543527 w 2024186"/>
              <a:gd name="csY228" fmla="*/ 156533 h 625731"/>
              <a:gd name="csX229" fmla="*/ 1550298 w 2024186"/>
              <a:gd name="csY229" fmla="*/ 160679 h 625731"/>
              <a:gd name="csX230" fmla="*/ 1557062 w 2024186"/>
              <a:gd name="csY230" fmla="*/ 164878 h 625731"/>
              <a:gd name="csX231" fmla="*/ 1563832 w 2024186"/>
              <a:gd name="csY231" fmla="*/ 169129 h 625731"/>
              <a:gd name="csX232" fmla="*/ 1570603 w 2024186"/>
              <a:gd name="csY232" fmla="*/ 173442 h 625731"/>
              <a:gd name="csX233" fmla="*/ 1577374 w 2024186"/>
              <a:gd name="csY233" fmla="*/ 177799 h 625731"/>
              <a:gd name="csX234" fmla="*/ 1584145 w 2024186"/>
              <a:gd name="csY234" fmla="*/ 182217 h 625731"/>
              <a:gd name="csX235" fmla="*/ 1590916 w 2024186"/>
              <a:gd name="csY235" fmla="*/ 186688 h 625731"/>
              <a:gd name="csX236" fmla="*/ 1597687 w 2024186"/>
              <a:gd name="csY236" fmla="*/ 191212 h 625731"/>
              <a:gd name="csX237" fmla="*/ 1604450 w 2024186"/>
              <a:gd name="csY237" fmla="*/ 195789 h 625731"/>
              <a:gd name="csX238" fmla="*/ 1611221 w 2024186"/>
              <a:gd name="csY238" fmla="*/ 200427 h 625731"/>
              <a:gd name="csX239" fmla="*/ 1617992 w 2024186"/>
              <a:gd name="csY239" fmla="*/ 205110 h 625731"/>
              <a:gd name="csX240" fmla="*/ 1624763 w 2024186"/>
              <a:gd name="csY240" fmla="*/ 209853 h 625731"/>
              <a:gd name="csX241" fmla="*/ 1631534 w 2024186"/>
              <a:gd name="csY241" fmla="*/ 214650 h 625731"/>
              <a:gd name="csX242" fmla="*/ 1638305 w 2024186"/>
              <a:gd name="csY242" fmla="*/ 219499 h 625731"/>
              <a:gd name="csX243" fmla="*/ 1645076 w 2024186"/>
              <a:gd name="csY243" fmla="*/ 224401 h 625731"/>
              <a:gd name="csX244" fmla="*/ 1651847 w 2024186"/>
              <a:gd name="csY244" fmla="*/ 229364 h 625731"/>
              <a:gd name="csX245" fmla="*/ 1658610 w 2024186"/>
              <a:gd name="csY245" fmla="*/ 234372 h 625731"/>
              <a:gd name="csX246" fmla="*/ 1665381 w 2024186"/>
              <a:gd name="csY246" fmla="*/ 239441 h 625731"/>
              <a:gd name="csX247" fmla="*/ 1672152 w 2024186"/>
              <a:gd name="csY247" fmla="*/ 244563 h 625731"/>
              <a:gd name="csX248" fmla="*/ 1678923 w 2024186"/>
              <a:gd name="csY248" fmla="*/ 249737 h 625731"/>
              <a:gd name="csX249" fmla="*/ 1685694 w 2024186"/>
              <a:gd name="csY249" fmla="*/ 254965 h 625731"/>
              <a:gd name="csX250" fmla="*/ 1692465 w 2024186"/>
              <a:gd name="csY250" fmla="*/ 260245 h 625731"/>
              <a:gd name="csX251" fmla="*/ 1699236 w 2024186"/>
              <a:gd name="csY251" fmla="*/ 265587 h 625731"/>
              <a:gd name="csX252" fmla="*/ 1705999 w 2024186"/>
              <a:gd name="csY252" fmla="*/ 270981 h 625731"/>
              <a:gd name="csX253" fmla="*/ 1712770 w 2024186"/>
              <a:gd name="csY253" fmla="*/ 276420 h 625731"/>
              <a:gd name="csX254" fmla="*/ 1719541 w 2024186"/>
              <a:gd name="csY254" fmla="*/ 281920 h 625731"/>
              <a:gd name="csX255" fmla="*/ 1726312 w 2024186"/>
              <a:gd name="csY255" fmla="*/ 287480 h 625731"/>
              <a:gd name="csX256" fmla="*/ 1733083 w 2024186"/>
              <a:gd name="csY256" fmla="*/ 293086 h 625731"/>
              <a:gd name="csX257" fmla="*/ 1739854 w 2024186"/>
              <a:gd name="csY257" fmla="*/ 298745 h 625731"/>
              <a:gd name="csX258" fmla="*/ 1746625 w 2024186"/>
              <a:gd name="csY258" fmla="*/ 304465 h 625731"/>
              <a:gd name="csX259" fmla="*/ 1753388 w 2024186"/>
              <a:gd name="csY259" fmla="*/ 310237 h 625731"/>
              <a:gd name="csX260" fmla="*/ 1760159 w 2024186"/>
              <a:gd name="csY260" fmla="*/ 316062 h 625731"/>
              <a:gd name="csX261" fmla="*/ 1766930 w 2024186"/>
              <a:gd name="csY261" fmla="*/ 321940 h 625731"/>
              <a:gd name="csX262" fmla="*/ 1773701 w 2024186"/>
              <a:gd name="csY262" fmla="*/ 327871 h 625731"/>
              <a:gd name="csX263" fmla="*/ 1780472 w 2024186"/>
              <a:gd name="csY263" fmla="*/ 333863 h 625731"/>
              <a:gd name="csX264" fmla="*/ 1787243 w 2024186"/>
              <a:gd name="csY264" fmla="*/ 339900 h 625731"/>
              <a:gd name="csX265" fmla="*/ 1794013 w 2024186"/>
              <a:gd name="csY265" fmla="*/ 345998 h 625731"/>
              <a:gd name="csX266" fmla="*/ 1800777 w 2024186"/>
              <a:gd name="csY266" fmla="*/ 352149 h 625731"/>
              <a:gd name="csX267" fmla="*/ 1807548 w 2024186"/>
              <a:gd name="csY267" fmla="*/ 358352 h 625731"/>
              <a:gd name="csX268" fmla="*/ 1814319 w 2024186"/>
              <a:gd name="csY268" fmla="*/ 364608 h 625731"/>
              <a:gd name="csX269" fmla="*/ 1821090 w 2024186"/>
              <a:gd name="csY269" fmla="*/ 370925 h 625731"/>
              <a:gd name="csX270" fmla="*/ 1827861 w 2024186"/>
              <a:gd name="csY270" fmla="*/ 377288 h 625731"/>
              <a:gd name="csX271" fmla="*/ 1834631 w 2024186"/>
              <a:gd name="csY271" fmla="*/ 383711 h 625731"/>
              <a:gd name="csX272" fmla="*/ 1841402 w 2024186"/>
              <a:gd name="csY272" fmla="*/ 390187 h 625731"/>
              <a:gd name="csX273" fmla="*/ 1848166 w 2024186"/>
              <a:gd name="csY273" fmla="*/ 396715 h 625731"/>
              <a:gd name="csX274" fmla="*/ 1854937 w 2024186"/>
              <a:gd name="csY274" fmla="*/ 403297 h 625731"/>
              <a:gd name="csX275" fmla="*/ 1861708 w 2024186"/>
              <a:gd name="csY275" fmla="*/ 409940 h 625731"/>
              <a:gd name="csX276" fmla="*/ 1868478 w 2024186"/>
              <a:gd name="csY276" fmla="*/ 416627 h 625731"/>
              <a:gd name="csX277" fmla="*/ 1875250 w 2024186"/>
              <a:gd name="csY277" fmla="*/ 423376 h 625731"/>
              <a:gd name="csX278" fmla="*/ 1882020 w 2024186"/>
              <a:gd name="csY278" fmla="*/ 430177 h 625731"/>
              <a:gd name="csX279" fmla="*/ 1888791 w 2024186"/>
              <a:gd name="csY279" fmla="*/ 437031 h 625731"/>
              <a:gd name="csX280" fmla="*/ 1895555 w 2024186"/>
              <a:gd name="csY280" fmla="*/ 443938 h 625731"/>
              <a:gd name="csX281" fmla="*/ 1902325 w 2024186"/>
              <a:gd name="csY281" fmla="*/ 450906 h 625731"/>
              <a:gd name="csX282" fmla="*/ 1909097 w 2024186"/>
              <a:gd name="csY282" fmla="*/ 457919 h 625731"/>
              <a:gd name="csX283" fmla="*/ 1915867 w 2024186"/>
              <a:gd name="csY283" fmla="*/ 464992 h 625731"/>
              <a:gd name="csX284" fmla="*/ 1922638 w 2024186"/>
              <a:gd name="csY284" fmla="*/ 472119 h 625731"/>
              <a:gd name="csX285" fmla="*/ 1929409 w 2024186"/>
              <a:gd name="csY285" fmla="*/ 479298 h 625731"/>
              <a:gd name="csX286" fmla="*/ 1936180 w 2024186"/>
              <a:gd name="csY286" fmla="*/ 486530 h 625731"/>
              <a:gd name="csX287" fmla="*/ 1942944 w 2024186"/>
              <a:gd name="csY287" fmla="*/ 493816 h 625731"/>
              <a:gd name="csX288" fmla="*/ 1949714 w 2024186"/>
              <a:gd name="csY288" fmla="*/ 501162 h 625731"/>
              <a:gd name="csX289" fmla="*/ 1956485 w 2024186"/>
              <a:gd name="csY289" fmla="*/ 508553 h 625731"/>
              <a:gd name="csX290" fmla="*/ 1963256 w 2024186"/>
              <a:gd name="csY290" fmla="*/ 516005 h 625731"/>
              <a:gd name="csX291" fmla="*/ 1970027 w 2024186"/>
              <a:gd name="csY291" fmla="*/ 523509 h 625731"/>
              <a:gd name="csX292" fmla="*/ 1976798 w 2024186"/>
              <a:gd name="csY292" fmla="*/ 531067 h 625731"/>
              <a:gd name="csX293" fmla="*/ 1983569 w 2024186"/>
              <a:gd name="csY293" fmla="*/ 538685 h 625731"/>
              <a:gd name="csX294" fmla="*/ 1990332 w 2024186"/>
              <a:gd name="csY294" fmla="*/ 546349 h 625731"/>
              <a:gd name="csX295" fmla="*/ 1997103 w 2024186"/>
              <a:gd name="csY295" fmla="*/ 554073 h 625731"/>
              <a:gd name="csX296" fmla="*/ 2003874 w 2024186"/>
              <a:gd name="csY296" fmla="*/ 561843 h 625731"/>
              <a:gd name="csX297" fmla="*/ 2010645 w 2024186"/>
              <a:gd name="csY297" fmla="*/ 569673 h 625731"/>
              <a:gd name="csX298" fmla="*/ 2017416 w 2024186"/>
              <a:gd name="csY298" fmla="*/ 577556 h 625731"/>
              <a:gd name="csX299" fmla="*/ 2024187 w 2024186"/>
              <a:gd name="csY299" fmla="*/ 585499 h 625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25731">
                <a:moveTo>
                  <a:pt x="0" y="625731"/>
                </a:moveTo>
                <a:lnTo>
                  <a:pt x="6769" y="617523"/>
                </a:lnTo>
                <a:lnTo>
                  <a:pt x="13540" y="609375"/>
                </a:lnTo>
                <a:lnTo>
                  <a:pt x="20309" y="601273"/>
                </a:lnTo>
                <a:lnTo>
                  <a:pt x="27079" y="593231"/>
                </a:lnTo>
                <a:lnTo>
                  <a:pt x="33849" y="585242"/>
                </a:lnTo>
                <a:lnTo>
                  <a:pt x="40619" y="577306"/>
                </a:lnTo>
                <a:lnTo>
                  <a:pt x="47389" y="569423"/>
                </a:lnTo>
                <a:lnTo>
                  <a:pt x="54158" y="561593"/>
                </a:lnTo>
                <a:lnTo>
                  <a:pt x="60928" y="553816"/>
                </a:lnTo>
                <a:lnTo>
                  <a:pt x="67699" y="546099"/>
                </a:lnTo>
                <a:lnTo>
                  <a:pt x="74468" y="538436"/>
                </a:lnTo>
                <a:lnTo>
                  <a:pt x="81238" y="530825"/>
                </a:lnTo>
                <a:lnTo>
                  <a:pt x="88008" y="523267"/>
                </a:lnTo>
                <a:lnTo>
                  <a:pt x="94778" y="515763"/>
                </a:lnTo>
                <a:lnTo>
                  <a:pt x="101547" y="508318"/>
                </a:lnTo>
                <a:lnTo>
                  <a:pt x="108317" y="500920"/>
                </a:lnTo>
                <a:lnTo>
                  <a:pt x="115088" y="493581"/>
                </a:lnTo>
                <a:lnTo>
                  <a:pt x="121857" y="486296"/>
                </a:lnTo>
                <a:lnTo>
                  <a:pt x="128627" y="479063"/>
                </a:lnTo>
                <a:lnTo>
                  <a:pt x="135396" y="471884"/>
                </a:lnTo>
                <a:lnTo>
                  <a:pt x="142167" y="464758"/>
                </a:lnTo>
                <a:lnTo>
                  <a:pt x="148937" y="457692"/>
                </a:lnTo>
                <a:lnTo>
                  <a:pt x="155706" y="450679"/>
                </a:lnTo>
                <a:lnTo>
                  <a:pt x="162476" y="443719"/>
                </a:lnTo>
                <a:lnTo>
                  <a:pt x="169246" y="436811"/>
                </a:lnTo>
                <a:lnTo>
                  <a:pt x="176016" y="429957"/>
                </a:lnTo>
                <a:lnTo>
                  <a:pt x="182785" y="423156"/>
                </a:lnTo>
                <a:lnTo>
                  <a:pt x="189556" y="416415"/>
                </a:lnTo>
                <a:lnTo>
                  <a:pt x="196326" y="409720"/>
                </a:lnTo>
                <a:lnTo>
                  <a:pt x="203095" y="403085"/>
                </a:lnTo>
                <a:lnTo>
                  <a:pt x="209865" y="396504"/>
                </a:lnTo>
                <a:lnTo>
                  <a:pt x="216635" y="389975"/>
                </a:lnTo>
                <a:lnTo>
                  <a:pt x="223405" y="383507"/>
                </a:lnTo>
                <a:lnTo>
                  <a:pt x="230175" y="377084"/>
                </a:lnTo>
                <a:lnTo>
                  <a:pt x="236944" y="370721"/>
                </a:lnTo>
                <a:lnTo>
                  <a:pt x="243715" y="364412"/>
                </a:lnTo>
                <a:lnTo>
                  <a:pt x="250484" y="358155"/>
                </a:lnTo>
                <a:lnTo>
                  <a:pt x="257254" y="351952"/>
                </a:lnTo>
                <a:lnTo>
                  <a:pt x="264024" y="345801"/>
                </a:lnTo>
                <a:lnTo>
                  <a:pt x="270794" y="339704"/>
                </a:lnTo>
                <a:lnTo>
                  <a:pt x="277564" y="333667"/>
                </a:lnTo>
                <a:lnTo>
                  <a:pt x="284333" y="327682"/>
                </a:lnTo>
                <a:lnTo>
                  <a:pt x="291104" y="321751"/>
                </a:lnTo>
                <a:lnTo>
                  <a:pt x="297873" y="315873"/>
                </a:lnTo>
                <a:lnTo>
                  <a:pt x="304643" y="310048"/>
                </a:lnTo>
                <a:lnTo>
                  <a:pt x="311413" y="304283"/>
                </a:lnTo>
                <a:lnTo>
                  <a:pt x="318183" y="298564"/>
                </a:lnTo>
                <a:lnTo>
                  <a:pt x="324953" y="292905"/>
                </a:lnTo>
                <a:lnTo>
                  <a:pt x="331722" y="287299"/>
                </a:lnTo>
                <a:lnTo>
                  <a:pt x="338492" y="281746"/>
                </a:lnTo>
                <a:lnTo>
                  <a:pt x="345262" y="276246"/>
                </a:lnTo>
                <a:lnTo>
                  <a:pt x="352032" y="270799"/>
                </a:lnTo>
                <a:lnTo>
                  <a:pt x="358802" y="265413"/>
                </a:lnTo>
                <a:lnTo>
                  <a:pt x="365571" y="260079"/>
                </a:lnTo>
                <a:lnTo>
                  <a:pt x="372342" y="254799"/>
                </a:lnTo>
                <a:lnTo>
                  <a:pt x="379111" y="249571"/>
                </a:lnTo>
                <a:lnTo>
                  <a:pt x="385881" y="244396"/>
                </a:lnTo>
                <a:lnTo>
                  <a:pt x="392651" y="239275"/>
                </a:lnTo>
                <a:lnTo>
                  <a:pt x="399421" y="234213"/>
                </a:lnTo>
                <a:lnTo>
                  <a:pt x="406191" y="229198"/>
                </a:lnTo>
                <a:lnTo>
                  <a:pt x="412960" y="224242"/>
                </a:lnTo>
                <a:lnTo>
                  <a:pt x="419731" y="219340"/>
                </a:lnTo>
                <a:lnTo>
                  <a:pt x="426500" y="214491"/>
                </a:lnTo>
                <a:lnTo>
                  <a:pt x="433270" y="209702"/>
                </a:lnTo>
                <a:lnTo>
                  <a:pt x="440040" y="204958"/>
                </a:lnTo>
                <a:lnTo>
                  <a:pt x="446810" y="200276"/>
                </a:lnTo>
                <a:lnTo>
                  <a:pt x="453580" y="195646"/>
                </a:lnTo>
                <a:lnTo>
                  <a:pt x="460346" y="191069"/>
                </a:lnTo>
                <a:lnTo>
                  <a:pt x="467117" y="186545"/>
                </a:lnTo>
                <a:lnTo>
                  <a:pt x="473888" y="182074"/>
                </a:lnTo>
                <a:lnTo>
                  <a:pt x="480659" y="177655"/>
                </a:lnTo>
                <a:lnTo>
                  <a:pt x="487430" y="173298"/>
                </a:lnTo>
                <a:lnTo>
                  <a:pt x="494201" y="168993"/>
                </a:lnTo>
                <a:lnTo>
                  <a:pt x="500972" y="164741"/>
                </a:lnTo>
                <a:lnTo>
                  <a:pt x="507735" y="160543"/>
                </a:lnTo>
                <a:lnTo>
                  <a:pt x="514506" y="156397"/>
                </a:lnTo>
                <a:lnTo>
                  <a:pt x="521277" y="152312"/>
                </a:lnTo>
                <a:lnTo>
                  <a:pt x="528048" y="148272"/>
                </a:lnTo>
                <a:lnTo>
                  <a:pt x="534819" y="144293"/>
                </a:lnTo>
                <a:lnTo>
                  <a:pt x="541590" y="140366"/>
                </a:lnTo>
                <a:lnTo>
                  <a:pt x="548361" y="136493"/>
                </a:lnTo>
                <a:lnTo>
                  <a:pt x="555124" y="132672"/>
                </a:lnTo>
                <a:lnTo>
                  <a:pt x="561895" y="128912"/>
                </a:lnTo>
                <a:lnTo>
                  <a:pt x="568666" y="125198"/>
                </a:lnTo>
                <a:lnTo>
                  <a:pt x="575437" y="121544"/>
                </a:lnTo>
                <a:lnTo>
                  <a:pt x="582208" y="117943"/>
                </a:lnTo>
                <a:lnTo>
                  <a:pt x="588979" y="114395"/>
                </a:lnTo>
                <a:lnTo>
                  <a:pt x="595750" y="110899"/>
                </a:lnTo>
                <a:lnTo>
                  <a:pt x="602513" y="107457"/>
                </a:lnTo>
                <a:lnTo>
                  <a:pt x="609284" y="104076"/>
                </a:lnTo>
                <a:lnTo>
                  <a:pt x="616055" y="100747"/>
                </a:lnTo>
                <a:lnTo>
                  <a:pt x="622826" y="97464"/>
                </a:lnTo>
                <a:lnTo>
                  <a:pt x="629597" y="94241"/>
                </a:lnTo>
                <a:lnTo>
                  <a:pt x="636368" y="91078"/>
                </a:lnTo>
                <a:lnTo>
                  <a:pt x="643138" y="87961"/>
                </a:lnTo>
                <a:lnTo>
                  <a:pt x="649902" y="84898"/>
                </a:lnTo>
                <a:lnTo>
                  <a:pt x="656673" y="81894"/>
                </a:lnTo>
                <a:lnTo>
                  <a:pt x="663444" y="78944"/>
                </a:lnTo>
                <a:lnTo>
                  <a:pt x="670215" y="76046"/>
                </a:lnTo>
                <a:lnTo>
                  <a:pt x="676985" y="73202"/>
                </a:lnTo>
                <a:lnTo>
                  <a:pt x="683756" y="70410"/>
                </a:lnTo>
                <a:lnTo>
                  <a:pt x="690527" y="67679"/>
                </a:lnTo>
                <a:lnTo>
                  <a:pt x="697291" y="64993"/>
                </a:lnTo>
                <a:lnTo>
                  <a:pt x="704062" y="62368"/>
                </a:lnTo>
                <a:lnTo>
                  <a:pt x="710832" y="59796"/>
                </a:lnTo>
                <a:lnTo>
                  <a:pt x="717603" y="57277"/>
                </a:lnTo>
                <a:lnTo>
                  <a:pt x="724374" y="54810"/>
                </a:lnTo>
                <a:lnTo>
                  <a:pt x="731145" y="52405"/>
                </a:lnTo>
                <a:lnTo>
                  <a:pt x="737916" y="50044"/>
                </a:lnTo>
                <a:lnTo>
                  <a:pt x="744680" y="47744"/>
                </a:lnTo>
                <a:lnTo>
                  <a:pt x="751450" y="45498"/>
                </a:lnTo>
                <a:lnTo>
                  <a:pt x="758221" y="43304"/>
                </a:lnTo>
                <a:lnTo>
                  <a:pt x="764992" y="41163"/>
                </a:lnTo>
                <a:lnTo>
                  <a:pt x="771763" y="39082"/>
                </a:lnTo>
                <a:lnTo>
                  <a:pt x="778534" y="37047"/>
                </a:lnTo>
                <a:lnTo>
                  <a:pt x="785305" y="35073"/>
                </a:lnTo>
                <a:lnTo>
                  <a:pt x="792068" y="33151"/>
                </a:lnTo>
                <a:lnTo>
                  <a:pt x="798839" y="31282"/>
                </a:lnTo>
                <a:lnTo>
                  <a:pt x="805610" y="29467"/>
                </a:lnTo>
                <a:lnTo>
                  <a:pt x="812381" y="27712"/>
                </a:lnTo>
                <a:lnTo>
                  <a:pt x="819152" y="26002"/>
                </a:lnTo>
                <a:lnTo>
                  <a:pt x="825923" y="24353"/>
                </a:lnTo>
                <a:lnTo>
                  <a:pt x="832694" y="22756"/>
                </a:lnTo>
                <a:lnTo>
                  <a:pt x="839465" y="21213"/>
                </a:lnTo>
                <a:lnTo>
                  <a:pt x="846228" y="19723"/>
                </a:lnTo>
                <a:lnTo>
                  <a:pt x="852999" y="18285"/>
                </a:lnTo>
                <a:lnTo>
                  <a:pt x="859770" y="16908"/>
                </a:lnTo>
                <a:lnTo>
                  <a:pt x="866541" y="15577"/>
                </a:lnTo>
                <a:lnTo>
                  <a:pt x="873312" y="14306"/>
                </a:lnTo>
                <a:lnTo>
                  <a:pt x="880083" y="13088"/>
                </a:lnTo>
                <a:lnTo>
                  <a:pt x="886854" y="11923"/>
                </a:lnTo>
                <a:lnTo>
                  <a:pt x="893617" y="10818"/>
                </a:lnTo>
                <a:lnTo>
                  <a:pt x="900388" y="9759"/>
                </a:lnTo>
                <a:lnTo>
                  <a:pt x="907159" y="8761"/>
                </a:lnTo>
                <a:lnTo>
                  <a:pt x="913930" y="7815"/>
                </a:lnTo>
                <a:lnTo>
                  <a:pt x="920701" y="6922"/>
                </a:lnTo>
                <a:lnTo>
                  <a:pt x="927472" y="6083"/>
                </a:lnTo>
                <a:lnTo>
                  <a:pt x="934243" y="5296"/>
                </a:lnTo>
                <a:lnTo>
                  <a:pt x="941006" y="4562"/>
                </a:lnTo>
                <a:lnTo>
                  <a:pt x="947777" y="3889"/>
                </a:lnTo>
                <a:lnTo>
                  <a:pt x="954548" y="3268"/>
                </a:lnTo>
                <a:lnTo>
                  <a:pt x="961319" y="2701"/>
                </a:lnTo>
                <a:lnTo>
                  <a:pt x="968090" y="2186"/>
                </a:lnTo>
                <a:lnTo>
                  <a:pt x="974861" y="1725"/>
                </a:lnTo>
                <a:lnTo>
                  <a:pt x="981632" y="1316"/>
                </a:lnTo>
                <a:lnTo>
                  <a:pt x="988395" y="968"/>
                </a:lnTo>
                <a:lnTo>
                  <a:pt x="995166" y="673"/>
                </a:lnTo>
                <a:lnTo>
                  <a:pt x="1001937" y="431"/>
                </a:lnTo>
                <a:lnTo>
                  <a:pt x="1008708" y="242"/>
                </a:lnTo>
                <a:lnTo>
                  <a:pt x="1015479" y="106"/>
                </a:lnTo>
                <a:lnTo>
                  <a:pt x="1022249" y="23"/>
                </a:lnTo>
                <a:lnTo>
                  <a:pt x="1029020" y="0"/>
                </a:lnTo>
                <a:lnTo>
                  <a:pt x="1035784" y="23"/>
                </a:lnTo>
                <a:lnTo>
                  <a:pt x="1042555" y="106"/>
                </a:lnTo>
                <a:lnTo>
                  <a:pt x="1049326" y="242"/>
                </a:lnTo>
                <a:lnTo>
                  <a:pt x="1056097" y="431"/>
                </a:lnTo>
                <a:lnTo>
                  <a:pt x="1062868" y="681"/>
                </a:lnTo>
                <a:lnTo>
                  <a:pt x="1069638" y="976"/>
                </a:lnTo>
                <a:lnTo>
                  <a:pt x="1076409" y="1331"/>
                </a:lnTo>
                <a:lnTo>
                  <a:pt x="1083173" y="1740"/>
                </a:lnTo>
                <a:lnTo>
                  <a:pt x="1089944" y="2202"/>
                </a:lnTo>
                <a:lnTo>
                  <a:pt x="1096715" y="2716"/>
                </a:lnTo>
                <a:lnTo>
                  <a:pt x="1103485" y="3283"/>
                </a:lnTo>
                <a:lnTo>
                  <a:pt x="1110256" y="3911"/>
                </a:lnTo>
                <a:lnTo>
                  <a:pt x="1117027" y="4585"/>
                </a:lnTo>
                <a:lnTo>
                  <a:pt x="1123798" y="5318"/>
                </a:lnTo>
                <a:lnTo>
                  <a:pt x="1130562" y="6105"/>
                </a:lnTo>
                <a:lnTo>
                  <a:pt x="1137332" y="6945"/>
                </a:lnTo>
                <a:lnTo>
                  <a:pt x="1144103" y="7845"/>
                </a:lnTo>
                <a:lnTo>
                  <a:pt x="1150874" y="8791"/>
                </a:lnTo>
                <a:lnTo>
                  <a:pt x="1157645" y="9797"/>
                </a:lnTo>
                <a:lnTo>
                  <a:pt x="1164416" y="10849"/>
                </a:lnTo>
                <a:lnTo>
                  <a:pt x="1171187" y="11961"/>
                </a:lnTo>
                <a:lnTo>
                  <a:pt x="1177950" y="13126"/>
                </a:lnTo>
                <a:lnTo>
                  <a:pt x="1184721" y="14351"/>
                </a:lnTo>
                <a:lnTo>
                  <a:pt x="1191492" y="15622"/>
                </a:lnTo>
                <a:lnTo>
                  <a:pt x="1198263" y="16954"/>
                </a:lnTo>
                <a:lnTo>
                  <a:pt x="1205034" y="18331"/>
                </a:lnTo>
                <a:lnTo>
                  <a:pt x="1211805" y="19768"/>
                </a:lnTo>
                <a:lnTo>
                  <a:pt x="1218576" y="21258"/>
                </a:lnTo>
                <a:lnTo>
                  <a:pt x="1225339" y="22802"/>
                </a:lnTo>
                <a:lnTo>
                  <a:pt x="1232110" y="24406"/>
                </a:lnTo>
                <a:lnTo>
                  <a:pt x="1238881" y="26055"/>
                </a:lnTo>
                <a:lnTo>
                  <a:pt x="1245652" y="27765"/>
                </a:lnTo>
                <a:lnTo>
                  <a:pt x="1252423" y="29527"/>
                </a:lnTo>
                <a:lnTo>
                  <a:pt x="1259194" y="31343"/>
                </a:lnTo>
                <a:lnTo>
                  <a:pt x="1265965" y="33212"/>
                </a:lnTo>
                <a:lnTo>
                  <a:pt x="1272728" y="35141"/>
                </a:lnTo>
                <a:lnTo>
                  <a:pt x="1279499" y="37115"/>
                </a:lnTo>
                <a:lnTo>
                  <a:pt x="1286270" y="39150"/>
                </a:lnTo>
                <a:lnTo>
                  <a:pt x="1293041" y="41238"/>
                </a:lnTo>
                <a:lnTo>
                  <a:pt x="1299812" y="43379"/>
                </a:lnTo>
                <a:lnTo>
                  <a:pt x="1306583" y="45573"/>
                </a:lnTo>
                <a:lnTo>
                  <a:pt x="1313354" y="47820"/>
                </a:lnTo>
                <a:lnTo>
                  <a:pt x="1320117" y="50120"/>
                </a:lnTo>
                <a:lnTo>
                  <a:pt x="1326888" y="52480"/>
                </a:lnTo>
                <a:lnTo>
                  <a:pt x="1333659" y="54894"/>
                </a:lnTo>
                <a:lnTo>
                  <a:pt x="1340430" y="57360"/>
                </a:lnTo>
                <a:lnTo>
                  <a:pt x="1347201" y="59879"/>
                </a:lnTo>
                <a:lnTo>
                  <a:pt x="1353972" y="62451"/>
                </a:lnTo>
                <a:lnTo>
                  <a:pt x="1360743" y="65084"/>
                </a:lnTo>
                <a:lnTo>
                  <a:pt x="1367506" y="67762"/>
                </a:lnTo>
                <a:lnTo>
                  <a:pt x="1374277" y="70501"/>
                </a:lnTo>
                <a:lnTo>
                  <a:pt x="1381048" y="73292"/>
                </a:lnTo>
                <a:lnTo>
                  <a:pt x="1387819" y="76137"/>
                </a:lnTo>
                <a:lnTo>
                  <a:pt x="1394590" y="79035"/>
                </a:lnTo>
                <a:lnTo>
                  <a:pt x="1401361" y="81992"/>
                </a:lnTo>
                <a:lnTo>
                  <a:pt x="1408131" y="84996"/>
                </a:lnTo>
                <a:lnTo>
                  <a:pt x="1414895" y="88060"/>
                </a:lnTo>
                <a:lnTo>
                  <a:pt x="1421666" y="91177"/>
                </a:lnTo>
                <a:lnTo>
                  <a:pt x="1428437" y="94347"/>
                </a:lnTo>
                <a:lnTo>
                  <a:pt x="1435208" y="97569"/>
                </a:lnTo>
                <a:lnTo>
                  <a:pt x="1441978" y="100853"/>
                </a:lnTo>
                <a:lnTo>
                  <a:pt x="1448750" y="104181"/>
                </a:lnTo>
                <a:lnTo>
                  <a:pt x="1455520" y="107571"/>
                </a:lnTo>
                <a:lnTo>
                  <a:pt x="1462284" y="111013"/>
                </a:lnTo>
                <a:lnTo>
                  <a:pt x="1469055" y="114508"/>
                </a:lnTo>
                <a:lnTo>
                  <a:pt x="1475826" y="118056"/>
                </a:lnTo>
                <a:lnTo>
                  <a:pt x="1482597" y="121657"/>
                </a:lnTo>
                <a:lnTo>
                  <a:pt x="1489367" y="125319"/>
                </a:lnTo>
                <a:lnTo>
                  <a:pt x="1496138" y="129033"/>
                </a:lnTo>
                <a:lnTo>
                  <a:pt x="1502909" y="132793"/>
                </a:lnTo>
                <a:lnTo>
                  <a:pt x="1509673" y="136614"/>
                </a:lnTo>
                <a:lnTo>
                  <a:pt x="1516444" y="140495"/>
                </a:lnTo>
                <a:lnTo>
                  <a:pt x="1523215" y="144421"/>
                </a:lnTo>
                <a:lnTo>
                  <a:pt x="1529985" y="148400"/>
                </a:lnTo>
                <a:lnTo>
                  <a:pt x="1536756" y="152440"/>
                </a:lnTo>
                <a:lnTo>
                  <a:pt x="1543527" y="156533"/>
                </a:lnTo>
                <a:lnTo>
                  <a:pt x="1550298" y="160679"/>
                </a:lnTo>
                <a:lnTo>
                  <a:pt x="1557062" y="164878"/>
                </a:lnTo>
                <a:lnTo>
                  <a:pt x="1563832" y="169129"/>
                </a:lnTo>
                <a:lnTo>
                  <a:pt x="1570603" y="173442"/>
                </a:lnTo>
                <a:lnTo>
                  <a:pt x="1577374" y="177799"/>
                </a:lnTo>
                <a:lnTo>
                  <a:pt x="1584145" y="182217"/>
                </a:lnTo>
                <a:lnTo>
                  <a:pt x="1590916" y="186688"/>
                </a:lnTo>
                <a:lnTo>
                  <a:pt x="1597687" y="191212"/>
                </a:lnTo>
                <a:lnTo>
                  <a:pt x="1604450" y="195789"/>
                </a:lnTo>
                <a:lnTo>
                  <a:pt x="1611221" y="200427"/>
                </a:lnTo>
                <a:lnTo>
                  <a:pt x="1617992" y="205110"/>
                </a:lnTo>
                <a:lnTo>
                  <a:pt x="1624763" y="209853"/>
                </a:lnTo>
                <a:lnTo>
                  <a:pt x="1631534" y="214650"/>
                </a:lnTo>
                <a:lnTo>
                  <a:pt x="1638305" y="219499"/>
                </a:lnTo>
                <a:lnTo>
                  <a:pt x="1645076" y="224401"/>
                </a:lnTo>
                <a:lnTo>
                  <a:pt x="1651847" y="229364"/>
                </a:lnTo>
                <a:lnTo>
                  <a:pt x="1658610" y="234372"/>
                </a:lnTo>
                <a:lnTo>
                  <a:pt x="1665381" y="239441"/>
                </a:lnTo>
                <a:lnTo>
                  <a:pt x="1672152" y="244563"/>
                </a:lnTo>
                <a:lnTo>
                  <a:pt x="1678923" y="249737"/>
                </a:lnTo>
                <a:lnTo>
                  <a:pt x="1685694" y="254965"/>
                </a:lnTo>
                <a:lnTo>
                  <a:pt x="1692465" y="260245"/>
                </a:lnTo>
                <a:lnTo>
                  <a:pt x="1699236" y="265587"/>
                </a:lnTo>
                <a:lnTo>
                  <a:pt x="1705999" y="270981"/>
                </a:lnTo>
                <a:lnTo>
                  <a:pt x="1712770" y="276420"/>
                </a:lnTo>
                <a:lnTo>
                  <a:pt x="1719541" y="281920"/>
                </a:lnTo>
                <a:lnTo>
                  <a:pt x="1726312" y="287480"/>
                </a:lnTo>
                <a:lnTo>
                  <a:pt x="1733083" y="293086"/>
                </a:lnTo>
                <a:lnTo>
                  <a:pt x="1739854" y="298745"/>
                </a:lnTo>
                <a:lnTo>
                  <a:pt x="1746625" y="304465"/>
                </a:lnTo>
                <a:lnTo>
                  <a:pt x="1753388" y="310237"/>
                </a:lnTo>
                <a:lnTo>
                  <a:pt x="1760159" y="316062"/>
                </a:lnTo>
                <a:lnTo>
                  <a:pt x="1766930" y="321940"/>
                </a:lnTo>
                <a:lnTo>
                  <a:pt x="1773701" y="327871"/>
                </a:lnTo>
                <a:lnTo>
                  <a:pt x="1780472" y="333863"/>
                </a:lnTo>
                <a:lnTo>
                  <a:pt x="1787243" y="339900"/>
                </a:lnTo>
                <a:lnTo>
                  <a:pt x="1794013" y="345998"/>
                </a:lnTo>
                <a:lnTo>
                  <a:pt x="1800777" y="352149"/>
                </a:lnTo>
                <a:lnTo>
                  <a:pt x="1807548" y="358352"/>
                </a:lnTo>
                <a:lnTo>
                  <a:pt x="1814319" y="364608"/>
                </a:lnTo>
                <a:lnTo>
                  <a:pt x="1821090" y="370925"/>
                </a:lnTo>
                <a:lnTo>
                  <a:pt x="1827861" y="377288"/>
                </a:lnTo>
                <a:lnTo>
                  <a:pt x="1834631" y="383711"/>
                </a:lnTo>
                <a:lnTo>
                  <a:pt x="1841402" y="390187"/>
                </a:lnTo>
                <a:lnTo>
                  <a:pt x="1848166" y="396715"/>
                </a:lnTo>
                <a:lnTo>
                  <a:pt x="1854937" y="403297"/>
                </a:lnTo>
                <a:lnTo>
                  <a:pt x="1861708" y="409940"/>
                </a:lnTo>
                <a:lnTo>
                  <a:pt x="1868478" y="416627"/>
                </a:lnTo>
                <a:lnTo>
                  <a:pt x="1875250" y="423376"/>
                </a:lnTo>
                <a:lnTo>
                  <a:pt x="1882020" y="430177"/>
                </a:lnTo>
                <a:lnTo>
                  <a:pt x="1888791" y="437031"/>
                </a:lnTo>
                <a:lnTo>
                  <a:pt x="1895555" y="443938"/>
                </a:lnTo>
                <a:lnTo>
                  <a:pt x="1902325" y="450906"/>
                </a:lnTo>
                <a:lnTo>
                  <a:pt x="1909097" y="457919"/>
                </a:lnTo>
                <a:lnTo>
                  <a:pt x="1915867" y="464992"/>
                </a:lnTo>
                <a:lnTo>
                  <a:pt x="1922638" y="472119"/>
                </a:lnTo>
                <a:lnTo>
                  <a:pt x="1929409" y="479298"/>
                </a:lnTo>
                <a:lnTo>
                  <a:pt x="1936180" y="486530"/>
                </a:lnTo>
                <a:lnTo>
                  <a:pt x="1942944" y="493816"/>
                </a:lnTo>
                <a:lnTo>
                  <a:pt x="1949714" y="501162"/>
                </a:lnTo>
                <a:lnTo>
                  <a:pt x="1956485" y="508553"/>
                </a:lnTo>
                <a:lnTo>
                  <a:pt x="1963256" y="516005"/>
                </a:lnTo>
                <a:lnTo>
                  <a:pt x="1970027" y="523509"/>
                </a:lnTo>
                <a:lnTo>
                  <a:pt x="1976798" y="531067"/>
                </a:lnTo>
                <a:lnTo>
                  <a:pt x="1983569" y="538685"/>
                </a:lnTo>
                <a:lnTo>
                  <a:pt x="1990332" y="546349"/>
                </a:lnTo>
                <a:lnTo>
                  <a:pt x="1997103" y="554073"/>
                </a:lnTo>
                <a:lnTo>
                  <a:pt x="2003874" y="561843"/>
                </a:lnTo>
                <a:lnTo>
                  <a:pt x="2010645" y="569673"/>
                </a:lnTo>
                <a:lnTo>
                  <a:pt x="2017416" y="577556"/>
                </a:lnTo>
                <a:lnTo>
                  <a:pt x="2024187" y="585499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A23A5365-C778-6B9B-F36E-8124EEE0A293}"/>
              </a:ext>
            </a:extLst>
          </p:cNvPr>
          <p:cNvSpPr/>
          <p:nvPr/>
        </p:nvSpPr>
        <p:spPr>
          <a:xfrm>
            <a:off x="572153" y="3138235"/>
            <a:ext cx="2024186" cy="625732"/>
          </a:xfrm>
          <a:custGeom>
            <a:avLst/>
            <a:gdLst>
              <a:gd name="csX0" fmla="*/ 0 w 2024186"/>
              <a:gd name="csY0" fmla="*/ 0 h 625732"/>
              <a:gd name="csX1" fmla="*/ 6769 w 2024186"/>
              <a:gd name="csY1" fmla="*/ 8208 h 625732"/>
              <a:gd name="csX2" fmla="*/ 13540 w 2024186"/>
              <a:gd name="csY2" fmla="*/ 16360 h 625732"/>
              <a:gd name="csX3" fmla="*/ 20309 w 2024186"/>
              <a:gd name="csY3" fmla="*/ 24459 h 625732"/>
              <a:gd name="csX4" fmla="*/ 27079 w 2024186"/>
              <a:gd name="csY4" fmla="*/ 32503 h 625732"/>
              <a:gd name="csX5" fmla="*/ 33849 w 2024186"/>
              <a:gd name="csY5" fmla="*/ 40494 h 625732"/>
              <a:gd name="csX6" fmla="*/ 40619 w 2024186"/>
              <a:gd name="csY6" fmla="*/ 48431 h 625732"/>
              <a:gd name="csX7" fmla="*/ 47389 w 2024186"/>
              <a:gd name="csY7" fmla="*/ 56312 h 625732"/>
              <a:gd name="csX8" fmla="*/ 54158 w 2024186"/>
              <a:gd name="csY8" fmla="*/ 64141 h 625732"/>
              <a:gd name="csX9" fmla="*/ 60928 w 2024186"/>
              <a:gd name="csY9" fmla="*/ 71914 h 625732"/>
              <a:gd name="csX10" fmla="*/ 67699 w 2024186"/>
              <a:gd name="csY10" fmla="*/ 79634 h 625732"/>
              <a:gd name="csX11" fmla="*/ 74468 w 2024186"/>
              <a:gd name="csY11" fmla="*/ 87299 h 625732"/>
              <a:gd name="csX12" fmla="*/ 81238 w 2024186"/>
              <a:gd name="csY12" fmla="*/ 94910 h 625732"/>
              <a:gd name="csX13" fmla="*/ 88008 w 2024186"/>
              <a:gd name="csY13" fmla="*/ 102467 h 625732"/>
              <a:gd name="csX14" fmla="*/ 94778 w 2024186"/>
              <a:gd name="csY14" fmla="*/ 109970 h 625732"/>
              <a:gd name="csX15" fmla="*/ 101547 w 2024186"/>
              <a:gd name="csY15" fmla="*/ 117418 h 625732"/>
              <a:gd name="csX16" fmla="*/ 108317 w 2024186"/>
              <a:gd name="csY16" fmla="*/ 124813 h 625732"/>
              <a:gd name="csX17" fmla="*/ 115088 w 2024186"/>
              <a:gd name="csY17" fmla="*/ 132153 h 625732"/>
              <a:gd name="csX18" fmla="*/ 121857 w 2024186"/>
              <a:gd name="csY18" fmla="*/ 139439 h 625732"/>
              <a:gd name="csX19" fmla="*/ 128627 w 2024186"/>
              <a:gd name="csY19" fmla="*/ 146672 h 625732"/>
              <a:gd name="csX20" fmla="*/ 135396 w 2024186"/>
              <a:gd name="csY20" fmla="*/ 153849 h 625732"/>
              <a:gd name="csX21" fmla="*/ 142167 w 2024186"/>
              <a:gd name="csY21" fmla="*/ 160973 h 625732"/>
              <a:gd name="csX22" fmla="*/ 148937 w 2024186"/>
              <a:gd name="csY22" fmla="*/ 168042 h 625732"/>
              <a:gd name="csX23" fmla="*/ 155706 w 2024186"/>
              <a:gd name="csY23" fmla="*/ 175057 h 625732"/>
              <a:gd name="csX24" fmla="*/ 162476 w 2024186"/>
              <a:gd name="csY24" fmla="*/ 182018 h 625732"/>
              <a:gd name="csX25" fmla="*/ 169246 w 2024186"/>
              <a:gd name="csY25" fmla="*/ 188925 h 625732"/>
              <a:gd name="csX26" fmla="*/ 176016 w 2024186"/>
              <a:gd name="csY26" fmla="*/ 195778 h 625732"/>
              <a:gd name="csX27" fmla="*/ 182785 w 2024186"/>
              <a:gd name="csY27" fmla="*/ 202577 h 625732"/>
              <a:gd name="csX28" fmla="*/ 189556 w 2024186"/>
              <a:gd name="csY28" fmla="*/ 209321 h 625732"/>
              <a:gd name="csX29" fmla="*/ 196326 w 2024186"/>
              <a:gd name="csY29" fmla="*/ 216011 h 625732"/>
              <a:gd name="csX30" fmla="*/ 203095 w 2024186"/>
              <a:gd name="csY30" fmla="*/ 222647 h 625732"/>
              <a:gd name="csX31" fmla="*/ 209865 w 2024186"/>
              <a:gd name="csY31" fmla="*/ 229229 h 625732"/>
              <a:gd name="csX32" fmla="*/ 216635 w 2024186"/>
              <a:gd name="csY32" fmla="*/ 235757 h 625732"/>
              <a:gd name="csX33" fmla="*/ 223405 w 2024186"/>
              <a:gd name="csY33" fmla="*/ 242230 h 625732"/>
              <a:gd name="csX34" fmla="*/ 230175 w 2024186"/>
              <a:gd name="csY34" fmla="*/ 248649 h 625732"/>
              <a:gd name="csX35" fmla="*/ 236944 w 2024186"/>
              <a:gd name="csY35" fmla="*/ 255014 h 625732"/>
              <a:gd name="csX36" fmla="*/ 243715 w 2024186"/>
              <a:gd name="csY36" fmla="*/ 261325 h 625732"/>
              <a:gd name="csX37" fmla="*/ 250484 w 2024186"/>
              <a:gd name="csY37" fmla="*/ 267582 h 625732"/>
              <a:gd name="csX38" fmla="*/ 257254 w 2024186"/>
              <a:gd name="csY38" fmla="*/ 273784 h 625732"/>
              <a:gd name="csX39" fmla="*/ 264024 w 2024186"/>
              <a:gd name="csY39" fmla="*/ 279933 h 625732"/>
              <a:gd name="csX40" fmla="*/ 270794 w 2024186"/>
              <a:gd name="csY40" fmla="*/ 286027 h 625732"/>
              <a:gd name="csX41" fmla="*/ 277564 w 2024186"/>
              <a:gd name="csY41" fmla="*/ 292067 h 625732"/>
              <a:gd name="csX42" fmla="*/ 284333 w 2024186"/>
              <a:gd name="csY42" fmla="*/ 298053 h 625732"/>
              <a:gd name="csX43" fmla="*/ 291104 w 2024186"/>
              <a:gd name="csY43" fmla="*/ 303985 h 625732"/>
              <a:gd name="csX44" fmla="*/ 297873 w 2024186"/>
              <a:gd name="csY44" fmla="*/ 309862 h 625732"/>
              <a:gd name="csX45" fmla="*/ 304643 w 2024186"/>
              <a:gd name="csY45" fmla="*/ 315685 h 625732"/>
              <a:gd name="csX46" fmla="*/ 311413 w 2024186"/>
              <a:gd name="csY46" fmla="*/ 321455 h 625732"/>
              <a:gd name="csX47" fmla="*/ 318183 w 2024186"/>
              <a:gd name="csY47" fmla="*/ 327169 h 625732"/>
              <a:gd name="csX48" fmla="*/ 324953 w 2024186"/>
              <a:gd name="csY48" fmla="*/ 332831 h 625732"/>
              <a:gd name="csX49" fmla="*/ 331722 w 2024186"/>
              <a:gd name="csY49" fmla="*/ 338437 h 625732"/>
              <a:gd name="csX50" fmla="*/ 338492 w 2024186"/>
              <a:gd name="csY50" fmla="*/ 343989 h 625732"/>
              <a:gd name="csX51" fmla="*/ 345262 w 2024186"/>
              <a:gd name="csY51" fmla="*/ 349488 h 625732"/>
              <a:gd name="csX52" fmla="*/ 352032 w 2024186"/>
              <a:gd name="csY52" fmla="*/ 354932 h 625732"/>
              <a:gd name="csX53" fmla="*/ 358802 w 2024186"/>
              <a:gd name="csY53" fmla="*/ 360321 h 625732"/>
              <a:gd name="csX54" fmla="*/ 365571 w 2024186"/>
              <a:gd name="csY54" fmla="*/ 365657 h 625732"/>
              <a:gd name="csX55" fmla="*/ 372342 w 2024186"/>
              <a:gd name="csY55" fmla="*/ 370938 h 625732"/>
              <a:gd name="csX56" fmla="*/ 379111 w 2024186"/>
              <a:gd name="csY56" fmla="*/ 376166 h 625732"/>
              <a:gd name="csX57" fmla="*/ 385881 w 2024186"/>
              <a:gd name="csY57" fmla="*/ 381339 h 625732"/>
              <a:gd name="csX58" fmla="*/ 392651 w 2024186"/>
              <a:gd name="csY58" fmla="*/ 386458 h 625732"/>
              <a:gd name="csX59" fmla="*/ 399421 w 2024186"/>
              <a:gd name="csY59" fmla="*/ 391523 h 625732"/>
              <a:gd name="csX60" fmla="*/ 406191 w 2024186"/>
              <a:gd name="csY60" fmla="*/ 396533 h 625732"/>
              <a:gd name="csX61" fmla="*/ 412960 w 2024186"/>
              <a:gd name="csY61" fmla="*/ 401490 h 625732"/>
              <a:gd name="csX62" fmla="*/ 419731 w 2024186"/>
              <a:gd name="csY62" fmla="*/ 406392 h 625732"/>
              <a:gd name="csX63" fmla="*/ 426500 w 2024186"/>
              <a:gd name="csY63" fmla="*/ 411240 h 625732"/>
              <a:gd name="csX64" fmla="*/ 433270 w 2024186"/>
              <a:gd name="csY64" fmla="*/ 416034 h 625732"/>
              <a:gd name="csX65" fmla="*/ 440040 w 2024186"/>
              <a:gd name="csY65" fmla="*/ 420774 h 625732"/>
              <a:gd name="csX66" fmla="*/ 446810 w 2024186"/>
              <a:gd name="csY66" fmla="*/ 425460 h 625732"/>
              <a:gd name="csX67" fmla="*/ 453580 w 2024186"/>
              <a:gd name="csY67" fmla="*/ 430091 h 625732"/>
              <a:gd name="csX68" fmla="*/ 460346 w 2024186"/>
              <a:gd name="csY68" fmla="*/ 434668 h 625732"/>
              <a:gd name="csX69" fmla="*/ 467117 w 2024186"/>
              <a:gd name="csY69" fmla="*/ 439191 h 625732"/>
              <a:gd name="csX70" fmla="*/ 473888 w 2024186"/>
              <a:gd name="csY70" fmla="*/ 443660 h 625732"/>
              <a:gd name="csX71" fmla="*/ 480659 w 2024186"/>
              <a:gd name="csY71" fmla="*/ 448075 h 625732"/>
              <a:gd name="csX72" fmla="*/ 487430 w 2024186"/>
              <a:gd name="csY72" fmla="*/ 452435 h 625732"/>
              <a:gd name="csX73" fmla="*/ 494201 w 2024186"/>
              <a:gd name="csY73" fmla="*/ 456741 h 625732"/>
              <a:gd name="csX74" fmla="*/ 500972 w 2024186"/>
              <a:gd name="csY74" fmla="*/ 460994 h 625732"/>
              <a:gd name="csX75" fmla="*/ 507735 w 2024186"/>
              <a:gd name="csY75" fmla="*/ 465192 h 625732"/>
              <a:gd name="csX76" fmla="*/ 514506 w 2024186"/>
              <a:gd name="csY76" fmla="*/ 469335 h 625732"/>
              <a:gd name="csX77" fmla="*/ 521277 w 2024186"/>
              <a:gd name="csY77" fmla="*/ 473425 h 625732"/>
              <a:gd name="csX78" fmla="*/ 528048 w 2024186"/>
              <a:gd name="csY78" fmla="*/ 477460 h 625732"/>
              <a:gd name="csX79" fmla="*/ 534819 w 2024186"/>
              <a:gd name="csY79" fmla="*/ 481441 h 625732"/>
              <a:gd name="csX80" fmla="*/ 541590 w 2024186"/>
              <a:gd name="csY80" fmla="*/ 485368 h 625732"/>
              <a:gd name="csX81" fmla="*/ 548361 w 2024186"/>
              <a:gd name="csY81" fmla="*/ 489242 h 625732"/>
              <a:gd name="csX82" fmla="*/ 555124 w 2024186"/>
              <a:gd name="csY82" fmla="*/ 493060 h 625732"/>
              <a:gd name="csX83" fmla="*/ 561895 w 2024186"/>
              <a:gd name="csY83" fmla="*/ 496825 h 625732"/>
              <a:gd name="csX84" fmla="*/ 568666 w 2024186"/>
              <a:gd name="csY84" fmla="*/ 500535 h 625732"/>
              <a:gd name="csX85" fmla="*/ 575437 w 2024186"/>
              <a:gd name="csY85" fmla="*/ 504192 h 625732"/>
              <a:gd name="csX86" fmla="*/ 582208 w 2024186"/>
              <a:gd name="csY86" fmla="*/ 507793 h 625732"/>
              <a:gd name="csX87" fmla="*/ 588979 w 2024186"/>
              <a:gd name="csY87" fmla="*/ 511341 h 625732"/>
              <a:gd name="csX88" fmla="*/ 595750 w 2024186"/>
              <a:gd name="csY88" fmla="*/ 514834 h 625732"/>
              <a:gd name="csX89" fmla="*/ 602513 w 2024186"/>
              <a:gd name="csY89" fmla="*/ 518274 h 625732"/>
              <a:gd name="csX90" fmla="*/ 609284 w 2024186"/>
              <a:gd name="csY90" fmla="*/ 521659 h 625732"/>
              <a:gd name="csX91" fmla="*/ 616055 w 2024186"/>
              <a:gd name="csY91" fmla="*/ 524991 h 625732"/>
              <a:gd name="csX92" fmla="*/ 622826 w 2024186"/>
              <a:gd name="csY92" fmla="*/ 528267 h 625732"/>
              <a:gd name="csX93" fmla="*/ 629597 w 2024186"/>
              <a:gd name="csY93" fmla="*/ 531490 h 625732"/>
              <a:gd name="csX94" fmla="*/ 636368 w 2024186"/>
              <a:gd name="csY94" fmla="*/ 534658 h 625732"/>
              <a:gd name="csX95" fmla="*/ 643138 w 2024186"/>
              <a:gd name="csY95" fmla="*/ 537773 h 625732"/>
              <a:gd name="csX96" fmla="*/ 649902 w 2024186"/>
              <a:gd name="csY96" fmla="*/ 540833 h 625732"/>
              <a:gd name="csX97" fmla="*/ 656673 w 2024186"/>
              <a:gd name="csY97" fmla="*/ 543840 h 625732"/>
              <a:gd name="csX98" fmla="*/ 663444 w 2024186"/>
              <a:gd name="csY98" fmla="*/ 546791 h 625732"/>
              <a:gd name="csX99" fmla="*/ 670215 w 2024186"/>
              <a:gd name="csY99" fmla="*/ 549689 h 625732"/>
              <a:gd name="csX100" fmla="*/ 676985 w 2024186"/>
              <a:gd name="csY100" fmla="*/ 552532 h 625732"/>
              <a:gd name="csX101" fmla="*/ 683756 w 2024186"/>
              <a:gd name="csY101" fmla="*/ 555321 h 625732"/>
              <a:gd name="csX102" fmla="*/ 690527 w 2024186"/>
              <a:gd name="csY102" fmla="*/ 558057 h 625732"/>
              <a:gd name="csX103" fmla="*/ 697291 w 2024186"/>
              <a:gd name="csY103" fmla="*/ 560737 h 625732"/>
              <a:gd name="csX104" fmla="*/ 704062 w 2024186"/>
              <a:gd name="csY104" fmla="*/ 563364 h 625732"/>
              <a:gd name="csX105" fmla="*/ 710832 w 2024186"/>
              <a:gd name="csY105" fmla="*/ 565937 h 625732"/>
              <a:gd name="csX106" fmla="*/ 717603 w 2024186"/>
              <a:gd name="csY106" fmla="*/ 568456 h 625732"/>
              <a:gd name="csX107" fmla="*/ 724374 w 2024186"/>
              <a:gd name="csY107" fmla="*/ 570920 h 625732"/>
              <a:gd name="csX108" fmla="*/ 731145 w 2024186"/>
              <a:gd name="csY108" fmla="*/ 573330 h 625732"/>
              <a:gd name="csX109" fmla="*/ 737916 w 2024186"/>
              <a:gd name="csY109" fmla="*/ 575686 h 625732"/>
              <a:gd name="csX110" fmla="*/ 744680 w 2024186"/>
              <a:gd name="csY110" fmla="*/ 577987 h 625732"/>
              <a:gd name="csX111" fmla="*/ 751450 w 2024186"/>
              <a:gd name="csY111" fmla="*/ 580235 h 625732"/>
              <a:gd name="csX112" fmla="*/ 758221 w 2024186"/>
              <a:gd name="csY112" fmla="*/ 582429 h 625732"/>
              <a:gd name="csX113" fmla="*/ 764992 w 2024186"/>
              <a:gd name="csY113" fmla="*/ 584567 h 625732"/>
              <a:gd name="csX114" fmla="*/ 771763 w 2024186"/>
              <a:gd name="csY114" fmla="*/ 586652 h 625732"/>
              <a:gd name="csX115" fmla="*/ 778534 w 2024186"/>
              <a:gd name="csY115" fmla="*/ 588684 h 625732"/>
              <a:gd name="csX116" fmla="*/ 785305 w 2024186"/>
              <a:gd name="csY116" fmla="*/ 590660 h 625732"/>
              <a:gd name="csX117" fmla="*/ 792068 w 2024186"/>
              <a:gd name="csY117" fmla="*/ 592582 h 625732"/>
              <a:gd name="csX118" fmla="*/ 798839 w 2024186"/>
              <a:gd name="csY118" fmla="*/ 594451 h 625732"/>
              <a:gd name="csX119" fmla="*/ 805610 w 2024186"/>
              <a:gd name="csY119" fmla="*/ 596265 h 625732"/>
              <a:gd name="csX120" fmla="*/ 812381 w 2024186"/>
              <a:gd name="csY120" fmla="*/ 598024 h 625732"/>
              <a:gd name="csX121" fmla="*/ 819152 w 2024186"/>
              <a:gd name="csY121" fmla="*/ 599730 h 625732"/>
              <a:gd name="csX122" fmla="*/ 825923 w 2024186"/>
              <a:gd name="csY122" fmla="*/ 601382 h 625732"/>
              <a:gd name="csX123" fmla="*/ 832694 w 2024186"/>
              <a:gd name="csY123" fmla="*/ 602980 h 625732"/>
              <a:gd name="csX124" fmla="*/ 839465 w 2024186"/>
              <a:gd name="csY124" fmla="*/ 604522 h 625732"/>
              <a:gd name="csX125" fmla="*/ 846228 w 2024186"/>
              <a:gd name="csY125" fmla="*/ 606012 h 625732"/>
              <a:gd name="csX126" fmla="*/ 852999 w 2024186"/>
              <a:gd name="csY126" fmla="*/ 607447 h 625732"/>
              <a:gd name="csX127" fmla="*/ 859770 w 2024186"/>
              <a:gd name="csY127" fmla="*/ 608824 h 625732"/>
              <a:gd name="csX128" fmla="*/ 866541 w 2024186"/>
              <a:gd name="csY128" fmla="*/ 610155 h 625732"/>
              <a:gd name="csX129" fmla="*/ 873312 w 2024186"/>
              <a:gd name="csY129" fmla="*/ 611426 h 625732"/>
              <a:gd name="csX130" fmla="*/ 880083 w 2024186"/>
              <a:gd name="csY130" fmla="*/ 612644 h 625732"/>
              <a:gd name="csX131" fmla="*/ 886854 w 2024186"/>
              <a:gd name="csY131" fmla="*/ 613809 h 625732"/>
              <a:gd name="csX132" fmla="*/ 893617 w 2024186"/>
              <a:gd name="csY132" fmla="*/ 614921 h 625732"/>
              <a:gd name="csX133" fmla="*/ 900388 w 2024186"/>
              <a:gd name="csY133" fmla="*/ 615973 h 625732"/>
              <a:gd name="csX134" fmla="*/ 907159 w 2024186"/>
              <a:gd name="csY134" fmla="*/ 616972 h 625732"/>
              <a:gd name="csX135" fmla="*/ 913930 w 2024186"/>
              <a:gd name="csY135" fmla="*/ 617925 h 625732"/>
              <a:gd name="csX136" fmla="*/ 920701 w 2024186"/>
              <a:gd name="csY136" fmla="*/ 618818 h 625732"/>
              <a:gd name="csX137" fmla="*/ 927472 w 2024186"/>
              <a:gd name="csY137" fmla="*/ 619657 h 625732"/>
              <a:gd name="csX138" fmla="*/ 934243 w 2024186"/>
              <a:gd name="csY138" fmla="*/ 620437 h 625732"/>
              <a:gd name="csX139" fmla="*/ 941006 w 2024186"/>
              <a:gd name="csY139" fmla="*/ 621170 h 625732"/>
              <a:gd name="csX140" fmla="*/ 947777 w 2024186"/>
              <a:gd name="csY140" fmla="*/ 621844 h 625732"/>
              <a:gd name="csX141" fmla="*/ 954548 w 2024186"/>
              <a:gd name="csY141" fmla="*/ 622464 h 625732"/>
              <a:gd name="csX142" fmla="*/ 961319 w 2024186"/>
              <a:gd name="csY142" fmla="*/ 623039 h 625732"/>
              <a:gd name="csX143" fmla="*/ 968090 w 2024186"/>
              <a:gd name="csY143" fmla="*/ 623546 h 625732"/>
              <a:gd name="csX144" fmla="*/ 974861 w 2024186"/>
              <a:gd name="csY144" fmla="*/ 624007 h 625732"/>
              <a:gd name="csX145" fmla="*/ 981632 w 2024186"/>
              <a:gd name="csY145" fmla="*/ 624416 h 625732"/>
              <a:gd name="csX146" fmla="*/ 988395 w 2024186"/>
              <a:gd name="csY146" fmla="*/ 624764 h 625732"/>
              <a:gd name="csX147" fmla="*/ 995166 w 2024186"/>
              <a:gd name="csY147" fmla="*/ 625066 h 625732"/>
              <a:gd name="csX148" fmla="*/ 1001937 w 2024186"/>
              <a:gd name="csY148" fmla="*/ 625309 h 625732"/>
              <a:gd name="csX149" fmla="*/ 1008708 w 2024186"/>
              <a:gd name="csY149" fmla="*/ 625498 h 625732"/>
              <a:gd name="csX150" fmla="*/ 1015479 w 2024186"/>
              <a:gd name="csY150" fmla="*/ 625626 h 625732"/>
              <a:gd name="csX151" fmla="*/ 1022249 w 2024186"/>
              <a:gd name="csY151" fmla="*/ 625710 h 625732"/>
              <a:gd name="csX152" fmla="*/ 1029020 w 2024186"/>
              <a:gd name="csY152" fmla="*/ 625732 h 625732"/>
              <a:gd name="csX153" fmla="*/ 1035784 w 2024186"/>
              <a:gd name="csY153" fmla="*/ 625710 h 625732"/>
              <a:gd name="csX154" fmla="*/ 1042555 w 2024186"/>
              <a:gd name="csY154" fmla="*/ 625626 h 625732"/>
              <a:gd name="csX155" fmla="*/ 1049326 w 2024186"/>
              <a:gd name="csY155" fmla="*/ 625490 h 625732"/>
              <a:gd name="csX156" fmla="*/ 1056097 w 2024186"/>
              <a:gd name="csY156" fmla="*/ 625301 h 625732"/>
              <a:gd name="csX157" fmla="*/ 1062868 w 2024186"/>
              <a:gd name="csY157" fmla="*/ 625051 h 625732"/>
              <a:gd name="csX158" fmla="*/ 1069638 w 2024186"/>
              <a:gd name="csY158" fmla="*/ 624756 h 625732"/>
              <a:gd name="csX159" fmla="*/ 1076409 w 2024186"/>
              <a:gd name="csY159" fmla="*/ 624401 h 625732"/>
              <a:gd name="csX160" fmla="*/ 1083173 w 2024186"/>
              <a:gd name="csY160" fmla="*/ 623992 h 625732"/>
              <a:gd name="csX161" fmla="*/ 1089944 w 2024186"/>
              <a:gd name="csY161" fmla="*/ 623531 h 625732"/>
              <a:gd name="csX162" fmla="*/ 1096715 w 2024186"/>
              <a:gd name="csY162" fmla="*/ 623016 h 625732"/>
              <a:gd name="csX163" fmla="*/ 1103485 w 2024186"/>
              <a:gd name="csY163" fmla="*/ 622449 h 625732"/>
              <a:gd name="csX164" fmla="*/ 1110256 w 2024186"/>
              <a:gd name="csY164" fmla="*/ 621821 h 625732"/>
              <a:gd name="csX165" fmla="*/ 1117027 w 2024186"/>
              <a:gd name="csY165" fmla="*/ 621148 h 625732"/>
              <a:gd name="csX166" fmla="*/ 1123798 w 2024186"/>
              <a:gd name="csY166" fmla="*/ 620414 h 625732"/>
              <a:gd name="csX167" fmla="*/ 1130562 w 2024186"/>
              <a:gd name="csY167" fmla="*/ 619627 h 625732"/>
              <a:gd name="csX168" fmla="*/ 1137332 w 2024186"/>
              <a:gd name="csY168" fmla="*/ 618787 h 625732"/>
              <a:gd name="csX169" fmla="*/ 1144103 w 2024186"/>
              <a:gd name="csY169" fmla="*/ 617895 h 625732"/>
              <a:gd name="csX170" fmla="*/ 1150874 w 2024186"/>
              <a:gd name="csY170" fmla="*/ 616941 h 625732"/>
              <a:gd name="csX171" fmla="*/ 1157645 w 2024186"/>
              <a:gd name="csY171" fmla="*/ 615943 h 625732"/>
              <a:gd name="csX172" fmla="*/ 1164416 w 2024186"/>
              <a:gd name="csY172" fmla="*/ 614884 h 625732"/>
              <a:gd name="csX173" fmla="*/ 1171187 w 2024186"/>
              <a:gd name="csY173" fmla="*/ 613772 h 625732"/>
              <a:gd name="csX174" fmla="*/ 1177950 w 2024186"/>
              <a:gd name="csY174" fmla="*/ 612606 h 625732"/>
              <a:gd name="csX175" fmla="*/ 1184721 w 2024186"/>
              <a:gd name="csY175" fmla="*/ 611388 h 625732"/>
              <a:gd name="csX176" fmla="*/ 1191492 w 2024186"/>
              <a:gd name="csY176" fmla="*/ 610110 h 625732"/>
              <a:gd name="csX177" fmla="*/ 1198263 w 2024186"/>
              <a:gd name="csY177" fmla="*/ 608786 h 625732"/>
              <a:gd name="csX178" fmla="*/ 1205034 w 2024186"/>
              <a:gd name="csY178" fmla="*/ 607402 h 625732"/>
              <a:gd name="csX179" fmla="*/ 1211805 w 2024186"/>
              <a:gd name="csY179" fmla="*/ 605964 h 625732"/>
              <a:gd name="csX180" fmla="*/ 1218576 w 2024186"/>
              <a:gd name="csY180" fmla="*/ 604474 h 625732"/>
              <a:gd name="csX181" fmla="*/ 1225339 w 2024186"/>
              <a:gd name="csY181" fmla="*/ 602928 h 625732"/>
              <a:gd name="csX182" fmla="*/ 1232110 w 2024186"/>
              <a:gd name="csY182" fmla="*/ 601330 h 625732"/>
              <a:gd name="csX183" fmla="*/ 1238881 w 2024186"/>
              <a:gd name="csY183" fmla="*/ 599676 h 625732"/>
              <a:gd name="csX184" fmla="*/ 1245652 w 2024186"/>
              <a:gd name="csY184" fmla="*/ 597968 h 625732"/>
              <a:gd name="csX185" fmla="*/ 1252423 w 2024186"/>
              <a:gd name="csY185" fmla="*/ 596206 h 625732"/>
              <a:gd name="csX186" fmla="*/ 1259194 w 2024186"/>
              <a:gd name="csY186" fmla="*/ 594391 h 625732"/>
              <a:gd name="csX187" fmla="*/ 1265965 w 2024186"/>
              <a:gd name="csY187" fmla="*/ 592521 h 625732"/>
              <a:gd name="csX188" fmla="*/ 1272728 w 2024186"/>
              <a:gd name="csY188" fmla="*/ 590597 h 625732"/>
              <a:gd name="csX189" fmla="*/ 1279499 w 2024186"/>
              <a:gd name="csY189" fmla="*/ 588619 h 625732"/>
              <a:gd name="csX190" fmla="*/ 1286270 w 2024186"/>
              <a:gd name="csY190" fmla="*/ 586586 h 625732"/>
              <a:gd name="csX191" fmla="*/ 1293041 w 2024186"/>
              <a:gd name="csY191" fmla="*/ 584499 h 625732"/>
              <a:gd name="csX192" fmla="*/ 1299812 w 2024186"/>
              <a:gd name="csY192" fmla="*/ 582358 h 625732"/>
              <a:gd name="csX193" fmla="*/ 1306583 w 2024186"/>
              <a:gd name="csY193" fmla="*/ 580163 h 625732"/>
              <a:gd name="csX194" fmla="*/ 1313354 w 2024186"/>
              <a:gd name="csY194" fmla="*/ 577914 h 625732"/>
              <a:gd name="csX195" fmla="*/ 1320117 w 2024186"/>
              <a:gd name="csY195" fmla="*/ 575610 h 625732"/>
              <a:gd name="csX196" fmla="*/ 1326888 w 2024186"/>
              <a:gd name="csY196" fmla="*/ 573253 h 625732"/>
              <a:gd name="csX197" fmla="*/ 1333659 w 2024186"/>
              <a:gd name="csY197" fmla="*/ 570841 h 625732"/>
              <a:gd name="csX198" fmla="*/ 1340430 w 2024186"/>
              <a:gd name="csY198" fmla="*/ 568375 h 625732"/>
              <a:gd name="csX199" fmla="*/ 1347201 w 2024186"/>
              <a:gd name="csY199" fmla="*/ 565855 h 625732"/>
              <a:gd name="csX200" fmla="*/ 1353972 w 2024186"/>
              <a:gd name="csY200" fmla="*/ 563280 h 625732"/>
              <a:gd name="csX201" fmla="*/ 1360743 w 2024186"/>
              <a:gd name="csY201" fmla="*/ 560652 h 625732"/>
              <a:gd name="csX202" fmla="*/ 1367506 w 2024186"/>
              <a:gd name="csY202" fmla="*/ 557969 h 625732"/>
              <a:gd name="csX203" fmla="*/ 1374277 w 2024186"/>
              <a:gd name="csY203" fmla="*/ 555232 h 625732"/>
              <a:gd name="csX204" fmla="*/ 1381048 w 2024186"/>
              <a:gd name="csY204" fmla="*/ 552441 h 625732"/>
              <a:gd name="csX205" fmla="*/ 1387819 w 2024186"/>
              <a:gd name="csY205" fmla="*/ 549596 h 625732"/>
              <a:gd name="csX206" fmla="*/ 1394590 w 2024186"/>
              <a:gd name="csY206" fmla="*/ 546696 h 625732"/>
              <a:gd name="csX207" fmla="*/ 1401361 w 2024186"/>
              <a:gd name="csY207" fmla="*/ 543743 h 625732"/>
              <a:gd name="csX208" fmla="*/ 1408131 w 2024186"/>
              <a:gd name="csY208" fmla="*/ 540735 h 625732"/>
              <a:gd name="csX209" fmla="*/ 1414895 w 2024186"/>
              <a:gd name="csY209" fmla="*/ 537673 h 625732"/>
              <a:gd name="csX210" fmla="*/ 1421666 w 2024186"/>
              <a:gd name="csY210" fmla="*/ 534557 h 625732"/>
              <a:gd name="csX211" fmla="*/ 1428437 w 2024186"/>
              <a:gd name="csY211" fmla="*/ 531386 h 625732"/>
              <a:gd name="csX212" fmla="*/ 1435208 w 2024186"/>
              <a:gd name="csY212" fmla="*/ 528162 h 625732"/>
              <a:gd name="csX213" fmla="*/ 1441978 w 2024186"/>
              <a:gd name="csY213" fmla="*/ 524883 h 625732"/>
              <a:gd name="csX214" fmla="*/ 1448750 w 2024186"/>
              <a:gd name="csY214" fmla="*/ 521551 h 625732"/>
              <a:gd name="csX215" fmla="*/ 1455520 w 2024186"/>
              <a:gd name="csY215" fmla="*/ 518164 h 625732"/>
              <a:gd name="csX216" fmla="*/ 1462284 w 2024186"/>
              <a:gd name="csY216" fmla="*/ 514722 h 625732"/>
              <a:gd name="csX217" fmla="*/ 1469055 w 2024186"/>
              <a:gd name="csY217" fmla="*/ 511227 h 625732"/>
              <a:gd name="csX218" fmla="*/ 1475826 w 2024186"/>
              <a:gd name="csY218" fmla="*/ 507678 h 625732"/>
              <a:gd name="csX219" fmla="*/ 1482597 w 2024186"/>
              <a:gd name="csY219" fmla="*/ 504074 h 625732"/>
              <a:gd name="csX220" fmla="*/ 1489367 w 2024186"/>
              <a:gd name="csY220" fmla="*/ 500416 h 625732"/>
              <a:gd name="csX221" fmla="*/ 1496138 w 2024186"/>
              <a:gd name="csY221" fmla="*/ 496703 h 625732"/>
              <a:gd name="csX222" fmla="*/ 1502909 w 2024186"/>
              <a:gd name="csY222" fmla="*/ 492937 h 625732"/>
              <a:gd name="csX223" fmla="*/ 1509673 w 2024186"/>
              <a:gd name="csY223" fmla="*/ 489117 h 625732"/>
              <a:gd name="csX224" fmla="*/ 1516444 w 2024186"/>
              <a:gd name="csY224" fmla="*/ 485242 h 625732"/>
              <a:gd name="csX225" fmla="*/ 1523215 w 2024186"/>
              <a:gd name="csY225" fmla="*/ 481313 h 625732"/>
              <a:gd name="csX226" fmla="*/ 1529985 w 2024186"/>
              <a:gd name="csY226" fmla="*/ 477330 h 625732"/>
              <a:gd name="csX227" fmla="*/ 1536756 w 2024186"/>
              <a:gd name="csY227" fmla="*/ 473293 h 625732"/>
              <a:gd name="csX228" fmla="*/ 1543527 w 2024186"/>
              <a:gd name="csY228" fmla="*/ 469202 h 625732"/>
              <a:gd name="csX229" fmla="*/ 1550298 w 2024186"/>
              <a:gd name="csY229" fmla="*/ 465056 h 625732"/>
              <a:gd name="csX230" fmla="*/ 1557062 w 2024186"/>
              <a:gd name="csY230" fmla="*/ 460857 h 625732"/>
              <a:gd name="csX231" fmla="*/ 1563832 w 2024186"/>
              <a:gd name="csY231" fmla="*/ 456603 h 625732"/>
              <a:gd name="csX232" fmla="*/ 1570603 w 2024186"/>
              <a:gd name="csY232" fmla="*/ 452295 h 625732"/>
              <a:gd name="csX233" fmla="*/ 1577374 w 2024186"/>
              <a:gd name="csY233" fmla="*/ 447932 h 625732"/>
              <a:gd name="csX234" fmla="*/ 1584145 w 2024186"/>
              <a:gd name="csY234" fmla="*/ 443517 h 625732"/>
              <a:gd name="csX235" fmla="*/ 1590916 w 2024186"/>
              <a:gd name="csY235" fmla="*/ 439045 h 625732"/>
              <a:gd name="csX236" fmla="*/ 1597687 w 2024186"/>
              <a:gd name="csY236" fmla="*/ 434521 h 625732"/>
              <a:gd name="csX237" fmla="*/ 1604450 w 2024186"/>
              <a:gd name="csY237" fmla="*/ 429942 h 625732"/>
              <a:gd name="csX238" fmla="*/ 1611221 w 2024186"/>
              <a:gd name="csY238" fmla="*/ 425308 h 625732"/>
              <a:gd name="csX239" fmla="*/ 1617992 w 2024186"/>
              <a:gd name="csY239" fmla="*/ 420622 h 625732"/>
              <a:gd name="csX240" fmla="*/ 1624763 w 2024186"/>
              <a:gd name="csY240" fmla="*/ 415880 h 625732"/>
              <a:gd name="csX241" fmla="*/ 1631534 w 2024186"/>
              <a:gd name="csY241" fmla="*/ 411084 h 625732"/>
              <a:gd name="csX242" fmla="*/ 1638305 w 2024186"/>
              <a:gd name="csY242" fmla="*/ 406234 h 625732"/>
              <a:gd name="csX243" fmla="*/ 1645076 w 2024186"/>
              <a:gd name="csY243" fmla="*/ 401330 h 625732"/>
              <a:gd name="csX244" fmla="*/ 1651847 w 2024186"/>
              <a:gd name="csY244" fmla="*/ 396372 h 625732"/>
              <a:gd name="csX245" fmla="*/ 1658610 w 2024186"/>
              <a:gd name="csY245" fmla="*/ 391360 h 625732"/>
              <a:gd name="csX246" fmla="*/ 1665381 w 2024186"/>
              <a:gd name="csY246" fmla="*/ 386294 h 625732"/>
              <a:gd name="csX247" fmla="*/ 1672152 w 2024186"/>
              <a:gd name="csY247" fmla="*/ 381173 h 625732"/>
              <a:gd name="csX248" fmla="*/ 1678923 w 2024186"/>
              <a:gd name="csY248" fmla="*/ 375998 h 625732"/>
              <a:gd name="csX249" fmla="*/ 1685694 w 2024186"/>
              <a:gd name="csY249" fmla="*/ 370769 h 625732"/>
              <a:gd name="csX250" fmla="*/ 1692465 w 2024186"/>
              <a:gd name="csY250" fmla="*/ 365485 h 625732"/>
              <a:gd name="csX251" fmla="*/ 1699236 w 2024186"/>
              <a:gd name="csY251" fmla="*/ 360148 h 625732"/>
              <a:gd name="csX252" fmla="*/ 1705999 w 2024186"/>
              <a:gd name="csY252" fmla="*/ 354756 h 625732"/>
              <a:gd name="csX253" fmla="*/ 1712770 w 2024186"/>
              <a:gd name="csY253" fmla="*/ 349311 h 625732"/>
              <a:gd name="csX254" fmla="*/ 1719541 w 2024186"/>
              <a:gd name="csY254" fmla="*/ 343811 h 625732"/>
              <a:gd name="csX255" fmla="*/ 1726312 w 2024186"/>
              <a:gd name="csY255" fmla="*/ 338256 h 625732"/>
              <a:gd name="csX256" fmla="*/ 1733083 w 2024186"/>
              <a:gd name="csY256" fmla="*/ 332648 h 625732"/>
              <a:gd name="csX257" fmla="*/ 1739854 w 2024186"/>
              <a:gd name="csY257" fmla="*/ 326986 h 625732"/>
              <a:gd name="csX258" fmla="*/ 1746625 w 2024186"/>
              <a:gd name="csY258" fmla="*/ 321268 h 625732"/>
              <a:gd name="csX259" fmla="*/ 1753388 w 2024186"/>
              <a:gd name="csY259" fmla="*/ 315498 h 625732"/>
              <a:gd name="csX260" fmla="*/ 1760159 w 2024186"/>
              <a:gd name="csY260" fmla="*/ 309672 h 625732"/>
              <a:gd name="csX261" fmla="*/ 1766930 w 2024186"/>
              <a:gd name="csY261" fmla="*/ 303793 h 625732"/>
              <a:gd name="csX262" fmla="*/ 1773701 w 2024186"/>
              <a:gd name="csY262" fmla="*/ 297860 h 625732"/>
              <a:gd name="csX263" fmla="*/ 1780472 w 2024186"/>
              <a:gd name="csY263" fmla="*/ 291873 h 625732"/>
              <a:gd name="csX264" fmla="*/ 1787243 w 2024186"/>
              <a:gd name="csY264" fmla="*/ 285830 h 625732"/>
              <a:gd name="csX265" fmla="*/ 1794013 w 2024186"/>
              <a:gd name="csY265" fmla="*/ 279735 h 625732"/>
              <a:gd name="csX266" fmla="*/ 1800777 w 2024186"/>
              <a:gd name="csY266" fmla="*/ 273585 h 625732"/>
              <a:gd name="csX267" fmla="*/ 1807548 w 2024186"/>
              <a:gd name="csY267" fmla="*/ 267380 h 625732"/>
              <a:gd name="csX268" fmla="*/ 1814319 w 2024186"/>
              <a:gd name="csY268" fmla="*/ 261122 h 625732"/>
              <a:gd name="csX269" fmla="*/ 1821090 w 2024186"/>
              <a:gd name="csY269" fmla="*/ 254809 h 625732"/>
              <a:gd name="csX270" fmla="*/ 1827861 w 2024186"/>
              <a:gd name="csY270" fmla="*/ 248442 h 625732"/>
              <a:gd name="csX271" fmla="*/ 1834631 w 2024186"/>
              <a:gd name="csY271" fmla="*/ 242021 h 625732"/>
              <a:gd name="csX272" fmla="*/ 1841402 w 2024186"/>
              <a:gd name="csY272" fmla="*/ 235546 h 625732"/>
              <a:gd name="csX273" fmla="*/ 1848166 w 2024186"/>
              <a:gd name="csY273" fmla="*/ 229017 h 625732"/>
              <a:gd name="csX274" fmla="*/ 1854937 w 2024186"/>
              <a:gd name="csY274" fmla="*/ 222433 h 625732"/>
              <a:gd name="csX275" fmla="*/ 1861708 w 2024186"/>
              <a:gd name="csY275" fmla="*/ 215796 h 625732"/>
              <a:gd name="csX276" fmla="*/ 1868478 w 2024186"/>
              <a:gd name="csY276" fmla="*/ 209103 h 625732"/>
              <a:gd name="csX277" fmla="*/ 1875250 w 2024186"/>
              <a:gd name="csY277" fmla="*/ 202358 h 625732"/>
              <a:gd name="csX278" fmla="*/ 1882020 w 2024186"/>
              <a:gd name="csY278" fmla="*/ 195557 h 625732"/>
              <a:gd name="csX279" fmla="*/ 1888791 w 2024186"/>
              <a:gd name="csY279" fmla="*/ 188703 h 625732"/>
              <a:gd name="csX280" fmla="*/ 1895555 w 2024186"/>
              <a:gd name="csY280" fmla="*/ 181794 h 625732"/>
              <a:gd name="csX281" fmla="*/ 1902325 w 2024186"/>
              <a:gd name="csY281" fmla="*/ 174831 h 625732"/>
              <a:gd name="csX282" fmla="*/ 1909097 w 2024186"/>
              <a:gd name="csY282" fmla="*/ 167814 h 625732"/>
              <a:gd name="csX283" fmla="*/ 1915867 w 2024186"/>
              <a:gd name="csY283" fmla="*/ 160743 h 625732"/>
              <a:gd name="csX284" fmla="*/ 1922638 w 2024186"/>
              <a:gd name="csY284" fmla="*/ 153618 h 625732"/>
              <a:gd name="csX285" fmla="*/ 1929409 w 2024186"/>
              <a:gd name="csY285" fmla="*/ 146438 h 625732"/>
              <a:gd name="csX286" fmla="*/ 1936180 w 2024186"/>
              <a:gd name="csY286" fmla="*/ 139205 h 625732"/>
              <a:gd name="csX287" fmla="*/ 1942944 w 2024186"/>
              <a:gd name="csY287" fmla="*/ 131916 h 625732"/>
              <a:gd name="csX288" fmla="*/ 1949714 w 2024186"/>
              <a:gd name="csY288" fmla="*/ 124575 h 625732"/>
              <a:gd name="csX289" fmla="*/ 1956485 w 2024186"/>
              <a:gd name="csY289" fmla="*/ 117179 h 625732"/>
              <a:gd name="csX290" fmla="*/ 1963256 w 2024186"/>
              <a:gd name="csY290" fmla="*/ 109728 h 625732"/>
              <a:gd name="csX291" fmla="*/ 1970027 w 2024186"/>
              <a:gd name="csY291" fmla="*/ 102224 h 625732"/>
              <a:gd name="csX292" fmla="*/ 1976798 w 2024186"/>
              <a:gd name="csY292" fmla="*/ 94665 h 625732"/>
              <a:gd name="csX293" fmla="*/ 1983569 w 2024186"/>
              <a:gd name="csY293" fmla="*/ 87052 h 625732"/>
              <a:gd name="csX294" fmla="*/ 1990332 w 2024186"/>
              <a:gd name="csY294" fmla="*/ 79385 h 625732"/>
              <a:gd name="csX295" fmla="*/ 1997103 w 2024186"/>
              <a:gd name="csY295" fmla="*/ 71664 h 625732"/>
              <a:gd name="csX296" fmla="*/ 2003874 w 2024186"/>
              <a:gd name="csY296" fmla="*/ 63888 h 625732"/>
              <a:gd name="csX297" fmla="*/ 2010645 w 2024186"/>
              <a:gd name="csY297" fmla="*/ 56058 h 625732"/>
              <a:gd name="csX298" fmla="*/ 2017416 w 2024186"/>
              <a:gd name="csY298" fmla="*/ 48174 h 625732"/>
              <a:gd name="csX299" fmla="*/ 2024187 w 2024186"/>
              <a:gd name="csY299" fmla="*/ 40237 h 625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25732">
                <a:moveTo>
                  <a:pt x="0" y="0"/>
                </a:moveTo>
                <a:lnTo>
                  <a:pt x="6769" y="8208"/>
                </a:lnTo>
                <a:lnTo>
                  <a:pt x="13540" y="16360"/>
                </a:lnTo>
                <a:lnTo>
                  <a:pt x="20309" y="24459"/>
                </a:lnTo>
                <a:lnTo>
                  <a:pt x="27079" y="32503"/>
                </a:lnTo>
                <a:lnTo>
                  <a:pt x="33849" y="40494"/>
                </a:lnTo>
                <a:lnTo>
                  <a:pt x="40619" y="48431"/>
                </a:lnTo>
                <a:lnTo>
                  <a:pt x="47389" y="56312"/>
                </a:lnTo>
                <a:lnTo>
                  <a:pt x="54158" y="64141"/>
                </a:lnTo>
                <a:lnTo>
                  <a:pt x="60928" y="71914"/>
                </a:lnTo>
                <a:lnTo>
                  <a:pt x="67699" y="79634"/>
                </a:lnTo>
                <a:lnTo>
                  <a:pt x="74468" y="87299"/>
                </a:lnTo>
                <a:lnTo>
                  <a:pt x="81238" y="94910"/>
                </a:lnTo>
                <a:lnTo>
                  <a:pt x="88008" y="102467"/>
                </a:lnTo>
                <a:lnTo>
                  <a:pt x="94778" y="109970"/>
                </a:lnTo>
                <a:lnTo>
                  <a:pt x="101547" y="117418"/>
                </a:lnTo>
                <a:lnTo>
                  <a:pt x="108317" y="124813"/>
                </a:lnTo>
                <a:lnTo>
                  <a:pt x="115088" y="132153"/>
                </a:lnTo>
                <a:lnTo>
                  <a:pt x="121857" y="139439"/>
                </a:lnTo>
                <a:lnTo>
                  <a:pt x="128627" y="146672"/>
                </a:lnTo>
                <a:lnTo>
                  <a:pt x="135396" y="153849"/>
                </a:lnTo>
                <a:lnTo>
                  <a:pt x="142167" y="160973"/>
                </a:lnTo>
                <a:lnTo>
                  <a:pt x="148937" y="168042"/>
                </a:lnTo>
                <a:lnTo>
                  <a:pt x="155706" y="175057"/>
                </a:lnTo>
                <a:lnTo>
                  <a:pt x="162476" y="182018"/>
                </a:lnTo>
                <a:lnTo>
                  <a:pt x="169246" y="188925"/>
                </a:lnTo>
                <a:lnTo>
                  <a:pt x="176016" y="195778"/>
                </a:lnTo>
                <a:lnTo>
                  <a:pt x="182785" y="202577"/>
                </a:lnTo>
                <a:lnTo>
                  <a:pt x="189556" y="209321"/>
                </a:lnTo>
                <a:lnTo>
                  <a:pt x="196326" y="216011"/>
                </a:lnTo>
                <a:lnTo>
                  <a:pt x="203095" y="222647"/>
                </a:lnTo>
                <a:lnTo>
                  <a:pt x="209865" y="229229"/>
                </a:lnTo>
                <a:lnTo>
                  <a:pt x="216635" y="235757"/>
                </a:lnTo>
                <a:lnTo>
                  <a:pt x="223405" y="242230"/>
                </a:lnTo>
                <a:lnTo>
                  <a:pt x="230175" y="248649"/>
                </a:lnTo>
                <a:lnTo>
                  <a:pt x="236944" y="255014"/>
                </a:lnTo>
                <a:lnTo>
                  <a:pt x="243715" y="261325"/>
                </a:lnTo>
                <a:lnTo>
                  <a:pt x="250484" y="267582"/>
                </a:lnTo>
                <a:lnTo>
                  <a:pt x="257254" y="273784"/>
                </a:lnTo>
                <a:lnTo>
                  <a:pt x="264024" y="279933"/>
                </a:lnTo>
                <a:lnTo>
                  <a:pt x="270794" y="286027"/>
                </a:lnTo>
                <a:lnTo>
                  <a:pt x="277564" y="292067"/>
                </a:lnTo>
                <a:lnTo>
                  <a:pt x="284333" y="298053"/>
                </a:lnTo>
                <a:lnTo>
                  <a:pt x="291104" y="303985"/>
                </a:lnTo>
                <a:lnTo>
                  <a:pt x="297873" y="309862"/>
                </a:lnTo>
                <a:lnTo>
                  <a:pt x="304643" y="315685"/>
                </a:lnTo>
                <a:lnTo>
                  <a:pt x="311413" y="321455"/>
                </a:lnTo>
                <a:lnTo>
                  <a:pt x="318183" y="327169"/>
                </a:lnTo>
                <a:lnTo>
                  <a:pt x="324953" y="332831"/>
                </a:lnTo>
                <a:lnTo>
                  <a:pt x="331722" y="338437"/>
                </a:lnTo>
                <a:lnTo>
                  <a:pt x="338492" y="343989"/>
                </a:lnTo>
                <a:lnTo>
                  <a:pt x="345262" y="349488"/>
                </a:lnTo>
                <a:lnTo>
                  <a:pt x="352032" y="354932"/>
                </a:lnTo>
                <a:lnTo>
                  <a:pt x="358802" y="360321"/>
                </a:lnTo>
                <a:lnTo>
                  <a:pt x="365571" y="365657"/>
                </a:lnTo>
                <a:lnTo>
                  <a:pt x="372342" y="370938"/>
                </a:lnTo>
                <a:lnTo>
                  <a:pt x="379111" y="376166"/>
                </a:lnTo>
                <a:lnTo>
                  <a:pt x="385881" y="381339"/>
                </a:lnTo>
                <a:lnTo>
                  <a:pt x="392651" y="386458"/>
                </a:lnTo>
                <a:lnTo>
                  <a:pt x="399421" y="391523"/>
                </a:lnTo>
                <a:lnTo>
                  <a:pt x="406191" y="396533"/>
                </a:lnTo>
                <a:lnTo>
                  <a:pt x="412960" y="401490"/>
                </a:lnTo>
                <a:lnTo>
                  <a:pt x="419731" y="406392"/>
                </a:lnTo>
                <a:lnTo>
                  <a:pt x="426500" y="411240"/>
                </a:lnTo>
                <a:lnTo>
                  <a:pt x="433270" y="416034"/>
                </a:lnTo>
                <a:lnTo>
                  <a:pt x="440040" y="420774"/>
                </a:lnTo>
                <a:lnTo>
                  <a:pt x="446810" y="425460"/>
                </a:lnTo>
                <a:lnTo>
                  <a:pt x="453580" y="430091"/>
                </a:lnTo>
                <a:lnTo>
                  <a:pt x="460346" y="434668"/>
                </a:lnTo>
                <a:lnTo>
                  <a:pt x="467117" y="439191"/>
                </a:lnTo>
                <a:lnTo>
                  <a:pt x="473888" y="443660"/>
                </a:lnTo>
                <a:lnTo>
                  <a:pt x="480659" y="448075"/>
                </a:lnTo>
                <a:lnTo>
                  <a:pt x="487430" y="452435"/>
                </a:lnTo>
                <a:lnTo>
                  <a:pt x="494201" y="456741"/>
                </a:lnTo>
                <a:lnTo>
                  <a:pt x="500972" y="460994"/>
                </a:lnTo>
                <a:lnTo>
                  <a:pt x="507735" y="465192"/>
                </a:lnTo>
                <a:lnTo>
                  <a:pt x="514506" y="469335"/>
                </a:lnTo>
                <a:lnTo>
                  <a:pt x="521277" y="473425"/>
                </a:lnTo>
                <a:lnTo>
                  <a:pt x="528048" y="477460"/>
                </a:lnTo>
                <a:lnTo>
                  <a:pt x="534819" y="481441"/>
                </a:lnTo>
                <a:lnTo>
                  <a:pt x="541590" y="485368"/>
                </a:lnTo>
                <a:lnTo>
                  <a:pt x="548361" y="489242"/>
                </a:lnTo>
                <a:lnTo>
                  <a:pt x="555124" y="493060"/>
                </a:lnTo>
                <a:lnTo>
                  <a:pt x="561895" y="496825"/>
                </a:lnTo>
                <a:lnTo>
                  <a:pt x="568666" y="500535"/>
                </a:lnTo>
                <a:lnTo>
                  <a:pt x="575437" y="504192"/>
                </a:lnTo>
                <a:lnTo>
                  <a:pt x="582208" y="507793"/>
                </a:lnTo>
                <a:lnTo>
                  <a:pt x="588979" y="511341"/>
                </a:lnTo>
                <a:lnTo>
                  <a:pt x="595750" y="514834"/>
                </a:lnTo>
                <a:lnTo>
                  <a:pt x="602513" y="518274"/>
                </a:lnTo>
                <a:lnTo>
                  <a:pt x="609284" y="521659"/>
                </a:lnTo>
                <a:lnTo>
                  <a:pt x="616055" y="524991"/>
                </a:lnTo>
                <a:lnTo>
                  <a:pt x="622826" y="528267"/>
                </a:lnTo>
                <a:lnTo>
                  <a:pt x="629597" y="531490"/>
                </a:lnTo>
                <a:lnTo>
                  <a:pt x="636368" y="534658"/>
                </a:lnTo>
                <a:lnTo>
                  <a:pt x="643138" y="537773"/>
                </a:lnTo>
                <a:lnTo>
                  <a:pt x="649902" y="540833"/>
                </a:lnTo>
                <a:lnTo>
                  <a:pt x="656673" y="543840"/>
                </a:lnTo>
                <a:lnTo>
                  <a:pt x="663444" y="546791"/>
                </a:lnTo>
                <a:lnTo>
                  <a:pt x="670215" y="549689"/>
                </a:lnTo>
                <a:lnTo>
                  <a:pt x="676985" y="552532"/>
                </a:lnTo>
                <a:lnTo>
                  <a:pt x="683756" y="555321"/>
                </a:lnTo>
                <a:lnTo>
                  <a:pt x="690527" y="558057"/>
                </a:lnTo>
                <a:lnTo>
                  <a:pt x="697291" y="560737"/>
                </a:lnTo>
                <a:lnTo>
                  <a:pt x="704062" y="563364"/>
                </a:lnTo>
                <a:lnTo>
                  <a:pt x="710832" y="565937"/>
                </a:lnTo>
                <a:lnTo>
                  <a:pt x="717603" y="568456"/>
                </a:lnTo>
                <a:lnTo>
                  <a:pt x="724374" y="570920"/>
                </a:lnTo>
                <a:lnTo>
                  <a:pt x="731145" y="573330"/>
                </a:lnTo>
                <a:lnTo>
                  <a:pt x="737916" y="575686"/>
                </a:lnTo>
                <a:lnTo>
                  <a:pt x="744680" y="577987"/>
                </a:lnTo>
                <a:lnTo>
                  <a:pt x="751450" y="580235"/>
                </a:lnTo>
                <a:lnTo>
                  <a:pt x="758221" y="582429"/>
                </a:lnTo>
                <a:lnTo>
                  <a:pt x="764992" y="584567"/>
                </a:lnTo>
                <a:lnTo>
                  <a:pt x="771763" y="586652"/>
                </a:lnTo>
                <a:lnTo>
                  <a:pt x="778534" y="588684"/>
                </a:lnTo>
                <a:lnTo>
                  <a:pt x="785305" y="590660"/>
                </a:lnTo>
                <a:lnTo>
                  <a:pt x="792068" y="592582"/>
                </a:lnTo>
                <a:lnTo>
                  <a:pt x="798839" y="594451"/>
                </a:lnTo>
                <a:lnTo>
                  <a:pt x="805610" y="596265"/>
                </a:lnTo>
                <a:lnTo>
                  <a:pt x="812381" y="598024"/>
                </a:lnTo>
                <a:lnTo>
                  <a:pt x="819152" y="599730"/>
                </a:lnTo>
                <a:lnTo>
                  <a:pt x="825923" y="601382"/>
                </a:lnTo>
                <a:lnTo>
                  <a:pt x="832694" y="602980"/>
                </a:lnTo>
                <a:lnTo>
                  <a:pt x="839465" y="604522"/>
                </a:lnTo>
                <a:lnTo>
                  <a:pt x="846228" y="606012"/>
                </a:lnTo>
                <a:lnTo>
                  <a:pt x="852999" y="607447"/>
                </a:lnTo>
                <a:lnTo>
                  <a:pt x="859770" y="608824"/>
                </a:lnTo>
                <a:lnTo>
                  <a:pt x="866541" y="610155"/>
                </a:lnTo>
                <a:lnTo>
                  <a:pt x="873312" y="611426"/>
                </a:lnTo>
                <a:lnTo>
                  <a:pt x="880083" y="612644"/>
                </a:lnTo>
                <a:lnTo>
                  <a:pt x="886854" y="613809"/>
                </a:lnTo>
                <a:lnTo>
                  <a:pt x="893617" y="614921"/>
                </a:lnTo>
                <a:lnTo>
                  <a:pt x="900388" y="615973"/>
                </a:lnTo>
                <a:lnTo>
                  <a:pt x="907159" y="616972"/>
                </a:lnTo>
                <a:lnTo>
                  <a:pt x="913930" y="617925"/>
                </a:lnTo>
                <a:lnTo>
                  <a:pt x="920701" y="618818"/>
                </a:lnTo>
                <a:lnTo>
                  <a:pt x="927472" y="619657"/>
                </a:lnTo>
                <a:lnTo>
                  <a:pt x="934243" y="620437"/>
                </a:lnTo>
                <a:lnTo>
                  <a:pt x="941006" y="621170"/>
                </a:lnTo>
                <a:lnTo>
                  <a:pt x="947777" y="621844"/>
                </a:lnTo>
                <a:lnTo>
                  <a:pt x="954548" y="622464"/>
                </a:lnTo>
                <a:lnTo>
                  <a:pt x="961319" y="623039"/>
                </a:lnTo>
                <a:lnTo>
                  <a:pt x="968090" y="623546"/>
                </a:lnTo>
                <a:lnTo>
                  <a:pt x="974861" y="624007"/>
                </a:lnTo>
                <a:lnTo>
                  <a:pt x="981632" y="624416"/>
                </a:lnTo>
                <a:lnTo>
                  <a:pt x="988395" y="624764"/>
                </a:lnTo>
                <a:lnTo>
                  <a:pt x="995166" y="625066"/>
                </a:lnTo>
                <a:lnTo>
                  <a:pt x="1001937" y="625309"/>
                </a:lnTo>
                <a:lnTo>
                  <a:pt x="1008708" y="625498"/>
                </a:lnTo>
                <a:lnTo>
                  <a:pt x="1015479" y="625626"/>
                </a:lnTo>
                <a:lnTo>
                  <a:pt x="1022249" y="625710"/>
                </a:lnTo>
                <a:lnTo>
                  <a:pt x="1029020" y="625732"/>
                </a:lnTo>
                <a:lnTo>
                  <a:pt x="1035784" y="625710"/>
                </a:lnTo>
                <a:lnTo>
                  <a:pt x="1042555" y="625626"/>
                </a:lnTo>
                <a:lnTo>
                  <a:pt x="1049326" y="625490"/>
                </a:lnTo>
                <a:lnTo>
                  <a:pt x="1056097" y="625301"/>
                </a:lnTo>
                <a:lnTo>
                  <a:pt x="1062868" y="625051"/>
                </a:lnTo>
                <a:lnTo>
                  <a:pt x="1069638" y="624756"/>
                </a:lnTo>
                <a:lnTo>
                  <a:pt x="1076409" y="624401"/>
                </a:lnTo>
                <a:lnTo>
                  <a:pt x="1083173" y="623992"/>
                </a:lnTo>
                <a:lnTo>
                  <a:pt x="1089944" y="623531"/>
                </a:lnTo>
                <a:lnTo>
                  <a:pt x="1096715" y="623016"/>
                </a:lnTo>
                <a:lnTo>
                  <a:pt x="1103485" y="622449"/>
                </a:lnTo>
                <a:lnTo>
                  <a:pt x="1110256" y="621821"/>
                </a:lnTo>
                <a:lnTo>
                  <a:pt x="1117027" y="621148"/>
                </a:lnTo>
                <a:lnTo>
                  <a:pt x="1123798" y="620414"/>
                </a:lnTo>
                <a:lnTo>
                  <a:pt x="1130562" y="619627"/>
                </a:lnTo>
                <a:lnTo>
                  <a:pt x="1137332" y="618787"/>
                </a:lnTo>
                <a:lnTo>
                  <a:pt x="1144103" y="617895"/>
                </a:lnTo>
                <a:lnTo>
                  <a:pt x="1150874" y="616941"/>
                </a:lnTo>
                <a:lnTo>
                  <a:pt x="1157645" y="615943"/>
                </a:lnTo>
                <a:lnTo>
                  <a:pt x="1164416" y="614884"/>
                </a:lnTo>
                <a:lnTo>
                  <a:pt x="1171187" y="613772"/>
                </a:lnTo>
                <a:lnTo>
                  <a:pt x="1177950" y="612606"/>
                </a:lnTo>
                <a:lnTo>
                  <a:pt x="1184721" y="611388"/>
                </a:lnTo>
                <a:lnTo>
                  <a:pt x="1191492" y="610110"/>
                </a:lnTo>
                <a:lnTo>
                  <a:pt x="1198263" y="608786"/>
                </a:lnTo>
                <a:lnTo>
                  <a:pt x="1205034" y="607402"/>
                </a:lnTo>
                <a:lnTo>
                  <a:pt x="1211805" y="605964"/>
                </a:lnTo>
                <a:lnTo>
                  <a:pt x="1218576" y="604474"/>
                </a:lnTo>
                <a:lnTo>
                  <a:pt x="1225339" y="602928"/>
                </a:lnTo>
                <a:lnTo>
                  <a:pt x="1232110" y="601330"/>
                </a:lnTo>
                <a:lnTo>
                  <a:pt x="1238881" y="599676"/>
                </a:lnTo>
                <a:lnTo>
                  <a:pt x="1245652" y="597968"/>
                </a:lnTo>
                <a:lnTo>
                  <a:pt x="1252423" y="596206"/>
                </a:lnTo>
                <a:lnTo>
                  <a:pt x="1259194" y="594391"/>
                </a:lnTo>
                <a:lnTo>
                  <a:pt x="1265965" y="592521"/>
                </a:lnTo>
                <a:lnTo>
                  <a:pt x="1272728" y="590597"/>
                </a:lnTo>
                <a:lnTo>
                  <a:pt x="1279499" y="588619"/>
                </a:lnTo>
                <a:lnTo>
                  <a:pt x="1286270" y="586586"/>
                </a:lnTo>
                <a:lnTo>
                  <a:pt x="1293041" y="584499"/>
                </a:lnTo>
                <a:lnTo>
                  <a:pt x="1299812" y="582358"/>
                </a:lnTo>
                <a:lnTo>
                  <a:pt x="1306583" y="580163"/>
                </a:lnTo>
                <a:lnTo>
                  <a:pt x="1313354" y="577914"/>
                </a:lnTo>
                <a:lnTo>
                  <a:pt x="1320117" y="575610"/>
                </a:lnTo>
                <a:lnTo>
                  <a:pt x="1326888" y="573253"/>
                </a:lnTo>
                <a:lnTo>
                  <a:pt x="1333659" y="570841"/>
                </a:lnTo>
                <a:lnTo>
                  <a:pt x="1340430" y="568375"/>
                </a:lnTo>
                <a:lnTo>
                  <a:pt x="1347201" y="565855"/>
                </a:lnTo>
                <a:lnTo>
                  <a:pt x="1353972" y="563280"/>
                </a:lnTo>
                <a:lnTo>
                  <a:pt x="1360743" y="560652"/>
                </a:lnTo>
                <a:lnTo>
                  <a:pt x="1367506" y="557969"/>
                </a:lnTo>
                <a:lnTo>
                  <a:pt x="1374277" y="555232"/>
                </a:lnTo>
                <a:lnTo>
                  <a:pt x="1381048" y="552441"/>
                </a:lnTo>
                <a:lnTo>
                  <a:pt x="1387819" y="549596"/>
                </a:lnTo>
                <a:lnTo>
                  <a:pt x="1394590" y="546696"/>
                </a:lnTo>
                <a:lnTo>
                  <a:pt x="1401361" y="543743"/>
                </a:lnTo>
                <a:lnTo>
                  <a:pt x="1408131" y="540735"/>
                </a:lnTo>
                <a:lnTo>
                  <a:pt x="1414895" y="537673"/>
                </a:lnTo>
                <a:lnTo>
                  <a:pt x="1421666" y="534557"/>
                </a:lnTo>
                <a:lnTo>
                  <a:pt x="1428437" y="531386"/>
                </a:lnTo>
                <a:lnTo>
                  <a:pt x="1435208" y="528162"/>
                </a:lnTo>
                <a:lnTo>
                  <a:pt x="1441978" y="524883"/>
                </a:lnTo>
                <a:lnTo>
                  <a:pt x="1448750" y="521551"/>
                </a:lnTo>
                <a:lnTo>
                  <a:pt x="1455520" y="518164"/>
                </a:lnTo>
                <a:lnTo>
                  <a:pt x="1462284" y="514722"/>
                </a:lnTo>
                <a:lnTo>
                  <a:pt x="1469055" y="511227"/>
                </a:lnTo>
                <a:lnTo>
                  <a:pt x="1475826" y="507678"/>
                </a:lnTo>
                <a:lnTo>
                  <a:pt x="1482597" y="504074"/>
                </a:lnTo>
                <a:lnTo>
                  <a:pt x="1489367" y="500416"/>
                </a:lnTo>
                <a:lnTo>
                  <a:pt x="1496138" y="496703"/>
                </a:lnTo>
                <a:lnTo>
                  <a:pt x="1502909" y="492937"/>
                </a:lnTo>
                <a:lnTo>
                  <a:pt x="1509673" y="489117"/>
                </a:lnTo>
                <a:lnTo>
                  <a:pt x="1516444" y="485242"/>
                </a:lnTo>
                <a:lnTo>
                  <a:pt x="1523215" y="481313"/>
                </a:lnTo>
                <a:lnTo>
                  <a:pt x="1529985" y="477330"/>
                </a:lnTo>
                <a:lnTo>
                  <a:pt x="1536756" y="473293"/>
                </a:lnTo>
                <a:lnTo>
                  <a:pt x="1543527" y="469202"/>
                </a:lnTo>
                <a:lnTo>
                  <a:pt x="1550298" y="465056"/>
                </a:lnTo>
                <a:lnTo>
                  <a:pt x="1557062" y="460857"/>
                </a:lnTo>
                <a:lnTo>
                  <a:pt x="1563832" y="456603"/>
                </a:lnTo>
                <a:lnTo>
                  <a:pt x="1570603" y="452295"/>
                </a:lnTo>
                <a:lnTo>
                  <a:pt x="1577374" y="447932"/>
                </a:lnTo>
                <a:lnTo>
                  <a:pt x="1584145" y="443517"/>
                </a:lnTo>
                <a:lnTo>
                  <a:pt x="1590916" y="439045"/>
                </a:lnTo>
                <a:lnTo>
                  <a:pt x="1597687" y="434521"/>
                </a:lnTo>
                <a:lnTo>
                  <a:pt x="1604450" y="429942"/>
                </a:lnTo>
                <a:lnTo>
                  <a:pt x="1611221" y="425308"/>
                </a:lnTo>
                <a:lnTo>
                  <a:pt x="1617992" y="420622"/>
                </a:lnTo>
                <a:lnTo>
                  <a:pt x="1624763" y="415880"/>
                </a:lnTo>
                <a:lnTo>
                  <a:pt x="1631534" y="411084"/>
                </a:lnTo>
                <a:lnTo>
                  <a:pt x="1638305" y="406234"/>
                </a:lnTo>
                <a:lnTo>
                  <a:pt x="1645076" y="401330"/>
                </a:lnTo>
                <a:lnTo>
                  <a:pt x="1651847" y="396372"/>
                </a:lnTo>
                <a:lnTo>
                  <a:pt x="1658610" y="391360"/>
                </a:lnTo>
                <a:lnTo>
                  <a:pt x="1665381" y="386294"/>
                </a:lnTo>
                <a:lnTo>
                  <a:pt x="1672152" y="381173"/>
                </a:lnTo>
                <a:lnTo>
                  <a:pt x="1678923" y="375998"/>
                </a:lnTo>
                <a:lnTo>
                  <a:pt x="1685694" y="370769"/>
                </a:lnTo>
                <a:lnTo>
                  <a:pt x="1692465" y="365485"/>
                </a:lnTo>
                <a:lnTo>
                  <a:pt x="1699236" y="360148"/>
                </a:lnTo>
                <a:lnTo>
                  <a:pt x="1705999" y="354756"/>
                </a:lnTo>
                <a:lnTo>
                  <a:pt x="1712770" y="349311"/>
                </a:lnTo>
                <a:lnTo>
                  <a:pt x="1719541" y="343811"/>
                </a:lnTo>
                <a:lnTo>
                  <a:pt x="1726312" y="338256"/>
                </a:lnTo>
                <a:lnTo>
                  <a:pt x="1733083" y="332648"/>
                </a:lnTo>
                <a:lnTo>
                  <a:pt x="1739854" y="326986"/>
                </a:lnTo>
                <a:lnTo>
                  <a:pt x="1746625" y="321268"/>
                </a:lnTo>
                <a:lnTo>
                  <a:pt x="1753388" y="315498"/>
                </a:lnTo>
                <a:lnTo>
                  <a:pt x="1760159" y="309672"/>
                </a:lnTo>
                <a:lnTo>
                  <a:pt x="1766930" y="303793"/>
                </a:lnTo>
                <a:lnTo>
                  <a:pt x="1773701" y="297860"/>
                </a:lnTo>
                <a:lnTo>
                  <a:pt x="1780472" y="291873"/>
                </a:lnTo>
                <a:lnTo>
                  <a:pt x="1787243" y="285830"/>
                </a:lnTo>
                <a:lnTo>
                  <a:pt x="1794013" y="279735"/>
                </a:lnTo>
                <a:lnTo>
                  <a:pt x="1800777" y="273585"/>
                </a:lnTo>
                <a:lnTo>
                  <a:pt x="1807548" y="267380"/>
                </a:lnTo>
                <a:lnTo>
                  <a:pt x="1814319" y="261122"/>
                </a:lnTo>
                <a:lnTo>
                  <a:pt x="1821090" y="254809"/>
                </a:lnTo>
                <a:lnTo>
                  <a:pt x="1827861" y="248442"/>
                </a:lnTo>
                <a:lnTo>
                  <a:pt x="1834631" y="242021"/>
                </a:lnTo>
                <a:lnTo>
                  <a:pt x="1841402" y="235546"/>
                </a:lnTo>
                <a:lnTo>
                  <a:pt x="1848166" y="229017"/>
                </a:lnTo>
                <a:lnTo>
                  <a:pt x="1854937" y="222433"/>
                </a:lnTo>
                <a:lnTo>
                  <a:pt x="1861708" y="215796"/>
                </a:lnTo>
                <a:lnTo>
                  <a:pt x="1868478" y="209103"/>
                </a:lnTo>
                <a:lnTo>
                  <a:pt x="1875250" y="202358"/>
                </a:lnTo>
                <a:lnTo>
                  <a:pt x="1882020" y="195557"/>
                </a:lnTo>
                <a:lnTo>
                  <a:pt x="1888791" y="188703"/>
                </a:lnTo>
                <a:lnTo>
                  <a:pt x="1895555" y="181794"/>
                </a:lnTo>
                <a:lnTo>
                  <a:pt x="1902325" y="174831"/>
                </a:lnTo>
                <a:lnTo>
                  <a:pt x="1909097" y="167814"/>
                </a:lnTo>
                <a:lnTo>
                  <a:pt x="1915867" y="160743"/>
                </a:lnTo>
                <a:lnTo>
                  <a:pt x="1922638" y="153618"/>
                </a:lnTo>
                <a:lnTo>
                  <a:pt x="1929409" y="146438"/>
                </a:lnTo>
                <a:lnTo>
                  <a:pt x="1936180" y="139205"/>
                </a:lnTo>
                <a:lnTo>
                  <a:pt x="1942944" y="131916"/>
                </a:lnTo>
                <a:lnTo>
                  <a:pt x="1949714" y="124575"/>
                </a:lnTo>
                <a:lnTo>
                  <a:pt x="1956485" y="117179"/>
                </a:lnTo>
                <a:lnTo>
                  <a:pt x="1963256" y="109728"/>
                </a:lnTo>
                <a:lnTo>
                  <a:pt x="1970027" y="102224"/>
                </a:lnTo>
                <a:lnTo>
                  <a:pt x="1976798" y="94665"/>
                </a:lnTo>
                <a:lnTo>
                  <a:pt x="1983569" y="87052"/>
                </a:lnTo>
                <a:lnTo>
                  <a:pt x="1990332" y="79385"/>
                </a:lnTo>
                <a:lnTo>
                  <a:pt x="1997103" y="71664"/>
                </a:lnTo>
                <a:lnTo>
                  <a:pt x="2003874" y="63888"/>
                </a:lnTo>
                <a:lnTo>
                  <a:pt x="2010645" y="56058"/>
                </a:lnTo>
                <a:lnTo>
                  <a:pt x="2017416" y="48174"/>
                </a:lnTo>
                <a:lnTo>
                  <a:pt x="2024187" y="40237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2464D48E-3B3F-2755-957B-8116A87C17B3}"/>
              </a:ext>
            </a:extLst>
          </p:cNvPr>
          <p:cNvSpPr/>
          <p:nvPr/>
        </p:nvSpPr>
        <p:spPr>
          <a:xfrm>
            <a:off x="572153" y="3961428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BEDB080D-E47A-5AB9-40E9-0A937B85CC60}"/>
              </a:ext>
            </a:extLst>
          </p:cNvPr>
          <p:cNvGrpSpPr/>
          <p:nvPr/>
        </p:nvGrpSpPr>
        <p:grpSpPr>
          <a:xfrm>
            <a:off x="2768190" y="3094767"/>
            <a:ext cx="2286211" cy="1685904"/>
            <a:chOff x="2768190" y="3221519"/>
            <a:chExt cx="2286211" cy="1685904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BE65B3DB-8651-5A50-C764-168BFC876EF4}"/>
                </a:ext>
              </a:extLst>
            </p:cNvPr>
            <p:cNvSpPr/>
            <p:nvPr/>
          </p:nvSpPr>
          <p:spPr>
            <a:xfrm>
              <a:off x="2969488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4A37AC9-65D8-3B35-7AB5-CBC43FE78E53}"/>
                </a:ext>
              </a:extLst>
            </p:cNvPr>
            <p:cNvSpPr/>
            <p:nvPr/>
          </p:nvSpPr>
          <p:spPr>
            <a:xfrm>
              <a:off x="3306851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0AB0FC96-93A7-0F01-43E3-9C3E688A80F4}"/>
                </a:ext>
              </a:extLst>
            </p:cNvPr>
            <p:cNvSpPr/>
            <p:nvPr/>
          </p:nvSpPr>
          <p:spPr>
            <a:xfrm>
              <a:off x="364421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EAA978A1-E856-C759-8541-8F5CF8798F2F}"/>
                </a:ext>
              </a:extLst>
            </p:cNvPr>
            <p:cNvSpPr/>
            <p:nvPr/>
          </p:nvSpPr>
          <p:spPr>
            <a:xfrm>
              <a:off x="398157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B3D2FBB-92B0-6212-56A1-D887125379D1}"/>
                </a:ext>
              </a:extLst>
            </p:cNvPr>
            <p:cNvSpPr/>
            <p:nvPr/>
          </p:nvSpPr>
          <p:spPr>
            <a:xfrm>
              <a:off x="431894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B8F4505-D88A-F7BE-2CD1-F933F354AA3E}"/>
                </a:ext>
              </a:extLst>
            </p:cNvPr>
            <p:cNvSpPr/>
            <p:nvPr/>
          </p:nvSpPr>
          <p:spPr>
            <a:xfrm>
              <a:off x="465630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75C1680-88A3-7787-EA6C-3F1C77F59202}"/>
                </a:ext>
              </a:extLst>
            </p:cNvPr>
            <p:cNvSpPr/>
            <p:nvPr/>
          </p:nvSpPr>
          <p:spPr>
            <a:xfrm>
              <a:off x="4993675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EE9498E7-ECDD-CE8D-0493-53BBF9731A7C}"/>
                </a:ext>
              </a:extLst>
            </p:cNvPr>
            <p:cNvSpPr/>
            <p:nvPr/>
          </p:nvSpPr>
          <p:spPr>
            <a:xfrm>
              <a:off x="2908762" y="449665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E0BC4BC-272C-7354-B74E-8FA2C45D8BA3}"/>
                </a:ext>
              </a:extLst>
            </p:cNvPr>
            <p:cNvSpPr/>
            <p:nvPr/>
          </p:nvSpPr>
          <p:spPr>
            <a:xfrm>
              <a:off x="2908762" y="4194231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BC3D5262-5E2F-E83D-C0FA-60266C832742}"/>
                </a:ext>
              </a:extLst>
            </p:cNvPr>
            <p:cNvSpPr/>
            <p:nvPr/>
          </p:nvSpPr>
          <p:spPr>
            <a:xfrm>
              <a:off x="2908762" y="389180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80E02D37-83C2-9BE5-AC16-5C357AD537D2}"/>
                </a:ext>
              </a:extLst>
            </p:cNvPr>
            <p:cNvSpPr/>
            <p:nvPr/>
          </p:nvSpPr>
          <p:spPr>
            <a:xfrm>
              <a:off x="2908762" y="3589388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15D8F88-5566-A117-A408-9FCF5789D2BB}"/>
                </a:ext>
              </a:extLst>
            </p:cNvPr>
            <p:cNvSpPr/>
            <p:nvPr/>
          </p:nvSpPr>
          <p:spPr>
            <a:xfrm>
              <a:off x="2908762" y="328696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8025234-9E0E-2FFA-A83E-18F9D5F536F9}"/>
                </a:ext>
              </a:extLst>
            </p:cNvPr>
            <p:cNvSpPr/>
            <p:nvPr/>
          </p:nvSpPr>
          <p:spPr>
            <a:xfrm>
              <a:off x="2908762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104297B0-958E-2B7D-ED03-6964CAADD07E}"/>
                </a:ext>
              </a:extLst>
            </p:cNvPr>
            <p:cNvSpPr/>
            <p:nvPr/>
          </p:nvSpPr>
          <p:spPr>
            <a:xfrm>
              <a:off x="2969488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F2306440-B73E-447F-9179-D1EE2ED46EE3}"/>
                </a:ext>
              </a:extLst>
            </p:cNvPr>
            <p:cNvSpPr/>
            <p:nvPr/>
          </p:nvSpPr>
          <p:spPr>
            <a:xfrm>
              <a:off x="3306851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DC9A28A-9CAD-E880-1EDB-25FDA6C20B2E}"/>
                </a:ext>
              </a:extLst>
            </p:cNvPr>
            <p:cNvSpPr/>
            <p:nvPr/>
          </p:nvSpPr>
          <p:spPr>
            <a:xfrm>
              <a:off x="364421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932C3A5-EA9D-2312-396E-D86FFB6B3ABB}"/>
                </a:ext>
              </a:extLst>
            </p:cNvPr>
            <p:cNvSpPr/>
            <p:nvPr/>
          </p:nvSpPr>
          <p:spPr>
            <a:xfrm>
              <a:off x="3981577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F2859C0F-63A8-2383-ADBD-0CE340D76A22}"/>
                </a:ext>
              </a:extLst>
            </p:cNvPr>
            <p:cNvSpPr/>
            <p:nvPr/>
          </p:nvSpPr>
          <p:spPr>
            <a:xfrm>
              <a:off x="431894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1E491B6-5B64-284D-3537-73F5D3B680C0}"/>
                </a:ext>
              </a:extLst>
            </p:cNvPr>
            <p:cNvSpPr/>
            <p:nvPr/>
          </p:nvSpPr>
          <p:spPr>
            <a:xfrm>
              <a:off x="465630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05D1E896-36F9-8DBF-84DF-6BE041069E9E}"/>
                </a:ext>
              </a:extLst>
            </p:cNvPr>
            <p:cNvSpPr/>
            <p:nvPr/>
          </p:nvSpPr>
          <p:spPr>
            <a:xfrm>
              <a:off x="4993675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FC7A3860-26FB-C62D-08B0-23ACB9A9C274}"/>
                </a:ext>
              </a:extLst>
            </p:cNvPr>
            <p:cNvSpPr/>
            <p:nvPr/>
          </p:nvSpPr>
          <p:spPr>
            <a:xfrm>
              <a:off x="2935378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AB8429C2-B7A0-1B50-C008-33D3138903DF}"/>
                </a:ext>
              </a:extLst>
            </p:cNvPr>
            <p:cNvSpPr/>
            <p:nvPr/>
          </p:nvSpPr>
          <p:spPr>
            <a:xfrm>
              <a:off x="2978695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03864D6C-C7F4-34A2-A90E-D0F2B7ECCA71}"/>
                </a:ext>
              </a:extLst>
            </p:cNvPr>
            <p:cNvSpPr/>
            <p:nvPr/>
          </p:nvSpPr>
          <p:spPr>
            <a:xfrm>
              <a:off x="3272532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C1AD9F8-72BA-C39C-CFAF-9440145C5DB7}"/>
                </a:ext>
              </a:extLst>
            </p:cNvPr>
            <p:cNvSpPr/>
            <p:nvPr/>
          </p:nvSpPr>
          <p:spPr>
            <a:xfrm>
              <a:off x="3317819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41F3BEEA-644E-64C1-CA67-5A3A7C4B3BB0}"/>
                </a:ext>
              </a:extLst>
            </p:cNvPr>
            <p:cNvSpPr/>
            <p:nvPr/>
          </p:nvSpPr>
          <p:spPr>
            <a:xfrm>
              <a:off x="3630662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61124435-7E4A-54CC-4D9F-DEDD186C4B9A}"/>
                </a:ext>
              </a:extLst>
            </p:cNvPr>
            <p:cNvSpPr/>
            <p:nvPr/>
          </p:nvSpPr>
          <p:spPr>
            <a:xfrm>
              <a:off x="3969904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ECCEBD6C-6C51-F00B-8EF8-B1DA2B109821}"/>
                </a:ext>
              </a:extLst>
            </p:cNvPr>
            <p:cNvSpPr/>
            <p:nvPr/>
          </p:nvSpPr>
          <p:spPr>
            <a:xfrm>
              <a:off x="4306490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8D88FF5E-6E75-1031-5802-BEB9DBBC9426}"/>
                </a:ext>
              </a:extLst>
            </p:cNvPr>
            <p:cNvSpPr/>
            <p:nvPr/>
          </p:nvSpPr>
          <p:spPr>
            <a:xfrm>
              <a:off x="4643395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83D8746D-9735-B330-AF3A-9C5F6AE39732}"/>
                </a:ext>
              </a:extLst>
            </p:cNvPr>
            <p:cNvSpPr/>
            <p:nvPr/>
          </p:nvSpPr>
          <p:spPr>
            <a:xfrm>
              <a:off x="4979384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9521E278-344F-0F95-C563-4216AA3A95CD}"/>
                </a:ext>
              </a:extLst>
            </p:cNvPr>
            <p:cNvSpPr/>
            <p:nvPr/>
          </p:nvSpPr>
          <p:spPr>
            <a:xfrm>
              <a:off x="3977953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E26BC08B-9FC3-F3A8-9D5F-133E36E76794}"/>
                </a:ext>
              </a:extLst>
            </p:cNvPr>
            <p:cNvSpPr/>
            <p:nvPr/>
          </p:nvSpPr>
          <p:spPr>
            <a:xfrm>
              <a:off x="3964533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1A2CB9D-09D3-AB3A-17DC-CDCAD471E56C}"/>
                </a:ext>
              </a:extLst>
            </p:cNvPr>
            <p:cNvSpPr/>
            <p:nvPr/>
          </p:nvSpPr>
          <p:spPr>
            <a:xfrm>
              <a:off x="290876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7CAE9F16-6B1F-AAEF-464A-A3EA493BA677}"/>
                </a:ext>
              </a:extLst>
            </p:cNvPr>
            <p:cNvSpPr/>
            <p:nvPr/>
          </p:nvSpPr>
          <p:spPr>
            <a:xfrm>
              <a:off x="2908762" y="4496652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49637CFF-3715-B2B5-481C-EC874761E52E}"/>
                </a:ext>
              </a:extLst>
            </p:cNvPr>
            <p:cNvSpPr/>
            <p:nvPr/>
          </p:nvSpPr>
          <p:spPr>
            <a:xfrm>
              <a:off x="2908762" y="4194231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C414742E-A107-48FA-F4DA-65219013D1EB}"/>
                </a:ext>
              </a:extLst>
            </p:cNvPr>
            <p:cNvSpPr/>
            <p:nvPr/>
          </p:nvSpPr>
          <p:spPr>
            <a:xfrm>
              <a:off x="2908762" y="389180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A74E4C56-1838-C5C1-8F31-635B208673C0}"/>
                </a:ext>
              </a:extLst>
            </p:cNvPr>
            <p:cNvSpPr/>
            <p:nvPr/>
          </p:nvSpPr>
          <p:spPr>
            <a:xfrm>
              <a:off x="2908762" y="3589388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47599009-80E1-D33C-DCBC-18FD359FD52E}"/>
                </a:ext>
              </a:extLst>
            </p:cNvPr>
            <p:cNvSpPr/>
            <p:nvPr/>
          </p:nvSpPr>
          <p:spPr>
            <a:xfrm>
              <a:off x="2908762" y="328696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A41B6847-F739-7AD9-D36A-5B2317F61C38}"/>
                </a:ext>
              </a:extLst>
            </p:cNvPr>
            <p:cNvSpPr/>
            <p:nvPr/>
          </p:nvSpPr>
          <p:spPr>
            <a:xfrm>
              <a:off x="2768190" y="4497159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4DB3F3FA-76BA-B3C8-32A2-F06661385620}"/>
                </a:ext>
              </a:extLst>
            </p:cNvPr>
            <p:cNvSpPr/>
            <p:nvPr/>
          </p:nvSpPr>
          <p:spPr>
            <a:xfrm>
              <a:off x="2811717" y="4477043"/>
              <a:ext cx="25374" cy="39974"/>
            </a:xfrm>
            <a:custGeom>
              <a:avLst/>
              <a:gdLst>
                <a:gd name="csX0" fmla="*/ 1655 w 25374"/>
                <a:gd name="csY0" fmla="*/ 0 h 39974"/>
                <a:gd name="csX1" fmla="*/ 22486 w 25374"/>
                <a:gd name="csY1" fmla="*/ 0 h 39974"/>
                <a:gd name="csX2" fmla="*/ 22486 w 25374"/>
                <a:gd name="csY2" fmla="*/ 4464 h 39974"/>
                <a:gd name="csX3" fmla="*/ 6514 w 25374"/>
                <a:gd name="csY3" fmla="*/ 4464 h 39974"/>
                <a:gd name="csX4" fmla="*/ 6514 w 25374"/>
                <a:gd name="csY4" fmla="*/ 14079 h 39974"/>
                <a:gd name="csX5" fmla="*/ 8826 w 25374"/>
                <a:gd name="csY5" fmla="*/ 13497 h 39974"/>
                <a:gd name="csX6" fmla="*/ 11138 w 25374"/>
                <a:gd name="csY6" fmla="*/ 13292 h 39974"/>
                <a:gd name="csX7" fmla="*/ 21540 w 25374"/>
                <a:gd name="csY7" fmla="*/ 16886 h 39974"/>
                <a:gd name="csX8" fmla="*/ 25375 w 25374"/>
                <a:gd name="csY8" fmla="*/ 26630 h 39974"/>
                <a:gd name="csX9" fmla="*/ 21435 w 25374"/>
                <a:gd name="csY9" fmla="*/ 36480 h 39974"/>
                <a:gd name="csX10" fmla="*/ 10323 w 25374"/>
                <a:gd name="csY10" fmla="*/ 39975 h 39974"/>
                <a:gd name="csX11" fmla="*/ 5280 w 25374"/>
                <a:gd name="csY11" fmla="*/ 39559 h 39974"/>
                <a:gd name="csX12" fmla="*/ 0 w 25374"/>
                <a:gd name="csY12" fmla="*/ 38295 h 39974"/>
                <a:gd name="csX13" fmla="*/ 0 w 25374"/>
                <a:gd name="csY13" fmla="*/ 32962 h 39974"/>
                <a:gd name="csX14" fmla="*/ 4886 w 25374"/>
                <a:gd name="csY14" fmla="*/ 34883 h 39974"/>
                <a:gd name="csX15" fmla="*/ 10218 w 25374"/>
                <a:gd name="csY15" fmla="*/ 35511 h 39974"/>
                <a:gd name="csX16" fmla="*/ 17415 w 25374"/>
                <a:gd name="csY16" fmla="*/ 33121 h 39974"/>
                <a:gd name="csX17" fmla="*/ 20068 w 25374"/>
                <a:gd name="csY17" fmla="*/ 26630 h 39974"/>
                <a:gd name="csX18" fmla="*/ 17415 w 25374"/>
                <a:gd name="csY18" fmla="*/ 20146 h 39974"/>
                <a:gd name="csX19" fmla="*/ 10218 w 25374"/>
                <a:gd name="csY19" fmla="*/ 17756 h 39974"/>
                <a:gd name="csX20" fmla="*/ 5962 w 25374"/>
                <a:gd name="csY20" fmla="*/ 18225 h 39974"/>
                <a:gd name="csX21" fmla="*/ 1655 w 25374"/>
                <a:gd name="csY21" fmla="*/ 19700 h 39974"/>
                <a:gd name="csX22" fmla="*/ 1655 w 25374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5" y="13623"/>
                    <a:pt x="8826" y="13497"/>
                  </a:cubicBezTo>
                  <a:cubicBezTo>
                    <a:pt x="9596" y="13360"/>
                    <a:pt x="10367" y="13292"/>
                    <a:pt x="11138" y="13292"/>
                  </a:cubicBezTo>
                  <a:cubicBezTo>
                    <a:pt x="15515" y="13292"/>
                    <a:pt x="18983" y="14490"/>
                    <a:pt x="21540" y="16886"/>
                  </a:cubicBezTo>
                  <a:cubicBezTo>
                    <a:pt x="24096" y="19286"/>
                    <a:pt x="25375" y="22534"/>
                    <a:pt x="25375" y="26630"/>
                  </a:cubicBezTo>
                  <a:cubicBezTo>
                    <a:pt x="25375" y="30851"/>
                    <a:pt x="24061" y="34135"/>
                    <a:pt x="21435" y="36480"/>
                  </a:cubicBezTo>
                  <a:cubicBezTo>
                    <a:pt x="18808" y="38810"/>
                    <a:pt x="15104" y="39975"/>
                    <a:pt x="10323" y="39975"/>
                  </a:cubicBezTo>
                  <a:cubicBezTo>
                    <a:pt x="8677" y="39975"/>
                    <a:pt x="6996" y="39836"/>
                    <a:pt x="5280" y="39559"/>
                  </a:cubicBezTo>
                  <a:cubicBezTo>
                    <a:pt x="3581" y="39276"/>
                    <a:pt x="1821" y="38855"/>
                    <a:pt x="0" y="38295"/>
                  </a:cubicBezTo>
                  <a:lnTo>
                    <a:pt x="0" y="32962"/>
                  </a:lnTo>
                  <a:cubicBezTo>
                    <a:pt x="1576" y="33819"/>
                    <a:pt x="3205" y="34460"/>
                    <a:pt x="4886" y="34883"/>
                  </a:cubicBezTo>
                  <a:cubicBezTo>
                    <a:pt x="6567" y="35302"/>
                    <a:pt x="8344" y="35511"/>
                    <a:pt x="10218" y="35511"/>
                  </a:cubicBezTo>
                  <a:cubicBezTo>
                    <a:pt x="13247" y="35511"/>
                    <a:pt x="15646" y="34715"/>
                    <a:pt x="17415" y="33121"/>
                  </a:cubicBezTo>
                  <a:cubicBezTo>
                    <a:pt x="19184" y="31527"/>
                    <a:pt x="20068" y="29363"/>
                    <a:pt x="20068" y="26630"/>
                  </a:cubicBezTo>
                  <a:cubicBezTo>
                    <a:pt x="20068" y="23901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2"/>
                    <a:pt x="5962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641A2C7E-4445-4541-FE64-9A7A4B3D1342}"/>
                </a:ext>
              </a:extLst>
            </p:cNvPr>
            <p:cNvSpPr/>
            <p:nvPr/>
          </p:nvSpPr>
          <p:spPr>
            <a:xfrm>
              <a:off x="2845340" y="4476332"/>
              <a:ext cx="27108" cy="40686"/>
            </a:xfrm>
            <a:custGeom>
              <a:avLst/>
              <a:gdLst>
                <a:gd name="csX0" fmla="*/ 13554 w 27108"/>
                <a:gd name="csY0" fmla="*/ 4199 h 40686"/>
                <a:gd name="csX1" fmla="*/ 7381 w 27108"/>
                <a:gd name="csY1" fmla="*/ 8246 h 40686"/>
                <a:gd name="csX2" fmla="*/ 5332 w 27108"/>
                <a:gd name="csY2" fmla="*/ 20358 h 40686"/>
                <a:gd name="csX3" fmla="*/ 7381 w 27108"/>
                <a:gd name="csY3" fmla="*/ 32463 h 40686"/>
                <a:gd name="csX4" fmla="*/ 13554 w 27108"/>
                <a:gd name="csY4" fmla="*/ 36487 h 40686"/>
                <a:gd name="csX5" fmla="*/ 19727 w 27108"/>
                <a:gd name="csY5" fmla="*/ 32463 h 40686"/>
                <a:gd name="csX6" fmla="*/ 21802 w 27108"/>
                <a:gd name="csY6" fmla="*/ 20358 h 40686"/>
                <a:gd name="csX7" fmla="*/ 19727 w 27108"/>
                <a:gd name="csY7" fmla="*/ 8246 h 40686"/>
                <a:gd name="csX8" fmla="*/ 13554 w 27108"/>
                <a:gd name="csY8" fmla="*/ 4199 h 40686"/>
                <a:gd name="csX9" fmla="*/ 13554 w 27108"/>
                <a:gd name="csY9" fmla="*/ 0 h 40686"/>
                <a:gd name="csX10" fmla="*/ 23615 w 27108"/>
                <a:gd name="csY10" fmla="*/ 5228 h 40686"/>
                <a:gd name="csX11" fmla="*/ 27109 w 27108"/>
                <a:gd name="csY11" fmla="*/ 20358 h 40686"/>
                <a:gd name="csX12" fmla="*/ 23615 w 27108"/>
                <a:gd name="csY12" fmla="*/ 35489 h 40686"/>
                <a:gd name="csX13" fmla="*/ 13554 w 27108"/>
                <a:gd name="csY13" fmla="*/ 40686 h 40686"/>
                <a:gd name="csX14" fmla="*/ 3467 w 27108"/>
                <a:gd name="csY14" fmla="*/ 35489 h 40686"/>
                <a:gd name="csX15" fmla="*/ 0 w 27108"/>
                <a:gd name="csY15" fmla="*/ 20358 h 40686"/>
                <a:gd name="csX16" fmla="*/ 3467 w 27108"/>
                <a:gd name="csY16" fmla="*/ 5228 h 40686"/>
                <a:gd name="csX17" fmla="*/ 13554 w 27108"/>
                <a:gd name="csY17" fmla="*/ 0 h 406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6">
                  <a:moveTo>
                    <a:pt x="13554" y="4199"/>
                  </a:moveTo>
                  <a:cubicBezTo>
                    <a:pt x="10822" y="4199"/>
                    <a:pt x="8765" y="5548"/>
                    <a:pt x="7381" y="8246"/>
                  </a:cubicBezTo>
                  <a:cubicBezTo>
                    <a:pt x="6015" y="10924"/>
                    <a:pt x="5332" y="14962"/>
                    <a:pt x="5332" y="20358"/>
                  </a:cubicBezTo>
                  <a:cubicBezTo>
                    <a:pt x="5332" y="25734"/>
                    <a:pt x="6015" y="29769"/>
                    <a:pt x="7381" y="32463"/>
                  </a:cubicBezTo>
                  <a:cubicBezTo>
                    <a:pt x="8765" y="35146"/>
                    <a:pt x="10822" y="36487"/>
                    <a:pt x="13554" y="36487"/>
                  </a:cubicBezTo>
                  <a:cubicBezTo>
                    <a:pt x="16304" y="36487"/>
                    <a:pt x="18361" y="35146"/>
                    <a:pt x="19727" y="32463"/>
                  </a:cubicBezTo>
                  <a:cubicBezTo>
                    <a:pt x="21111" y="29769"/>
                    <a:pt x="21802" y="25734"/>
                    <a:pt x="21802" y="20358"/>
                  </a:cubicBezTo>
                  <a:cubicBezTo>
                    <a:pt x="21802" y="14962"/>
                    <a:pt x="21111" y="10924"/>
                    <a:pt x="19727" y="8246"/>
                  </a:cubicBezTo>
                  <a:cubicBezTo>
                    <a:pt x="18361" y="5548"/>
                    <a:pt x="16304" y="4199"/>
                    <a:pt x="13554" y="4199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2"/>
                    <a:pt x="27109" y="13736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4"/>
                    <a:pt x="17950" y="40686"/>
                    <a:pt x="13554" y="40686"/>
                  </a:cubicBezTo>
                  <a:cubicBezTo>
                    <a:pt x="9159" y="40686"/>
                    <a:pt x="5796" y="38954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6"/>
                    <a:pt x="1156" y="8692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79E4504C-590F-CDC9-9074-F3133FB13C3F}"/>
                </a:ext>
              </a:extLst>
            </p:cNvPr>
            <p:cNvSpPr/>
            <p:nvPr/>
          </p:nvSpPr>
          <p:spPr>
            <a:xfrm>
              <a:off x="2769320" y="4194737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745BDF8A-1E39-B0FB-3203-FA50B46536DF}"/>
                </a:ext>
              </a:extLst>
            </p:cNvPr>
            <p:cNvSpPr/>
            <p:nvPr/>
          </p:nvSpPr>
          <p:spPr>
            <a:xfrm>
              <a:off x="2812636" y="4173910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2 h 39929"/>
                <a:gd name="csX7" fmla="*/ 18335 w 24901"/>
                <a:gd name="csY7" fmla="*/ 15448 h 39929"/>
                <a:gd name="csX8" fmla="*/ 19360 w 24901"/>
                <a:gd name="csY8" fmla="*/ 11529 h 39929"/>
                <a:gd name="csX9" fmla="*/ 17153 w 24901"/>
                <a:gd name="csY9" fmla="*/ 6438 h 39929"/>
                <a:gd name="csX10" fmla="*/ 11453 w 24901"/>
                <a:gd name="csY10" fmla="*/ 4464 h 39929"/>
                <a:gd name="csX11" fmla="*/ 6173 w 24901"/>
                <a:gd name="csY11" fmla="*/ 5333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0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78"/>
                    <a:pt x="4755" y="30584"/>
                    <a:pt x="8222" y="27084"/>
                  </a:cubicBezTo>
                  <a:cubicBezTo>
                    <a:pt x="11707" y="23563"/>
                    <a:pt x="13896" y="21296"/>
                    <a:pt x="14789" y="20282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1"/>
                    <a:pt x="19360" y="11529"/>
                  </a:cubicBezTo>
                  <a:cubicBezTo>
                    <a:pt x="19360" y="9447"/>
                    <a:pt x="18624" y="7749"/>
                    <a:pt x="17153" y="6438"/>
                  </a:cubicBezTo>
                  <a:cubicBezTo>
                    <a:pt x="15699" y="5122"/>
                    <a:pt x="13799" y="4464"/>
                    <a:pt x="11453" y="4464"/>
                  </a:cubicBezTo>
                  <a:cubicBezTo>
                    <a:pt x="9789" y="4464"/>
                    <a:pt x="8029" y="4754"/>
                    <a:pt x="6173" y="5333"/>
                  </a:cubicBezTo>
                  <a:cubicBezTo>
                    <a:pt x="4334" y="5908"/>
                    <a:pt x="2364" y="6784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4" y="5081"/>
                    <a:pt x="24692" y="7795"/>
                    <a:pt x="24692" y="11189"/>
                  </a:cubicBezTo>
                  <a:cubicBezTo>
                    <a:pt x="24692" y="12803"/>
                    <a:pt x="24386" y="14336"/>
                    <a:pt x="23772" y="15789"/>
                  </a:cubicBezTo>
                  <a:cubicBezTo>
                    <a:pt x="23177" y="17226"/>
                    <a:pt x="22083" y="18923"/>
                    <a:pt x="20489" y="20880"/>
                  </a:cubicBezTo>
                  <a:cubicBezTo>
                    <a:pt x="20051" y="21390"/>
                    <a:pt x="18659" y="22862"/>
                    <a:pt x="16312" y="25298"/>
                  </a:cubicBezTo>
                  <a:cubicBezTo>
                    <a:pt x="13966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8D71332D-FFCA-C03B-84FC-EC55E440B1FD}"/>
                </a:ext>
              </a:extLst>
            </p:cNvPr>
            <p:cNvSpPr/>
            <p:nvPr/>
          </p:nvSpPr>
          <p:spPr>
            <a:xfrm>
              <a:off x="2847073" y="4174621"/>
              <a:ext cx="25375" cy="39974"/>
            </a:xfrm>
            <a:custGeom>
              <a:avLst/>
              <a:gdLst>
                <a:gd name="csX0" fmla="*/ 1655 w 25375"/>
                <a:gd name="csY0" fmla="*/ 0 h 39974"/>
                <a:gd name="csX1" fmla="*/ 22486 w 25375"/>
                <a:gd name="csY1" fmla="*/ 0 h 39974"/>
                <a:gd name="csX2" fmla="*/ 22486 w 25375"/>
                <a:gd name="csY2" fmla="*/ 4464 h 39974"/>
                <a:gd name="csX3" fmla="*/ 6514 w 25375"/>
                <a:gd name="csY3" fmla="*/ 4464 h 39974"/>
                <a:gd name="csX4" fmla="*/ 6514 w 25375"/>
                <a:gd name="csY4" fmla="*/ 14079 h 39974"/>
                <a:gd name="csX5" fmla="*/ 8826 w 25375"/>
                <a:gd name="csY5" fmla="*/ 13497 h 39974"/>
                <a:gd name="csX6" fmla="*/ 11138 w 25375"/>
                <a:gd name="csY6" fmla="*/ 13292 h 39974"/>
                <a:gd name="csX7" fmla="*/ 21541 w 25375"/>
                <a:gd name="csY7" fmla="*/ 16886 h 39974"/>
                <a:gd name="csX8" fmla="*/ 25375 w 25375"/>
                <a:gd name="csY8" fmla="*/ 26637 h 39974"/>
                <a:gd name="csX9" fmla="*/ 21435 w 25375"/>
                <a:gd name="csY9" fmla="*/ 36487 h 39974"/>
                <a:gd name="csX10" fmla="*/ 10324 w 25375"/>
                <a:gd name="csY10" fmla="*/ 39975 h 39974"/>
                <a:gd name="csX11" fmla="*/ 5281 w 25375"/>
                <a:gd name="csY11" fmla="*/ 39559 h 39974"/>
                <a:gd name="csX12" fmla="*/ 0 w 25375"/>
                <a:gd name="csY12" fmla="*/ 38295 h 39974"/>
                <a:gd name="csX13" fmla="*/ 0 w 25375"/>
                <a:gd name="csY13" fmla="*/ 32962 h 39974"/>
                <a:gd name="csX14" fmla="*/ 4886 w 25375"/>
                <a:gd name="csY14" fmla="*/ 34883 h 39974"/>
                <a:gd name="csX15" fmla="*/ 10218 w 25375"/>
                <a:gd name="csY15" fmla="*/ 35511 h 39974"/>
                <a:gd name="csX16" fmla="*/ 17416 w 25375"/>
                <a:gd name="csY16" fmla="*/ 33121 h 39974"/>
                <a:gd name="csX17" fmla="*/ 20069 w 25375"/>
                <a:gd name="csY17" fmla="*/ 26637 h 39974"/>
                <a:gd name="csX18" fmla="*/ 17416 w 25375"/>
                <a:gd name="csY18" fmla="*/ 20146 h 39974"/>
                <a:gd name="csX19" fmla="*/ 10218 w 25375"/>
                <a:gd name="csY19" fmla="*/ 17756 h 39974"/>
                <a:gd name="csX20" fmla="*/ 5963 w 25375"/>
                <a:gd name="csY20" fmla="*/ 18225 h 39974"/>
                <a:gd name="csX21" fmla="*/ 1655 w 25375"/>
                <a:gd name="csY21" fmla="*/ 19700 h 39974"/>
                <a:gd name="csX22" fmla="*/ 1655 w 25375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6" y="13623"/>
                    <a:pt x="8826" y="13497"/>
                  </a:cubicBezTo>
                  <a:cubicBezTo>
                    <a:pt x="9597" y="13360"/>
                    <a:pt x="10368" y="13292"/>
                    <a:pt x="11138" y="13292"/>
                  </a:cubicBezTo>
                  <a:cubicBezTo>
                    <a:pt x="15516" y="13292"/>
                    <a:pt x="18984" y="14490"/>
                    <a:pt x="21541" y="16886"/>
                  </a:cubicBezTo>
                  <a:cubicBezTo>
                    <a:pt x="24097" y="19286"/>
                    <a:pt x="25375" y="22537"/>
                    <a:pt x="25375" y="26637"/>
                  </a:cubicBezTo>
                  <a:cubicBezTo>
                    <a:pt x="25375" y="30854"/>
                    <a:pt x="24062" y="34137"/>
                    <a:pt x="21435" y="36487"/>
                  </a:cubicBezTo>
                  <a:cubicBezTo>
                    <a:pt x="18808" y="38812"/>
                    <a:pt x="15104" y="39975"/>
                    <a:pt x="10324" y="39975"/>
                  </a:cubicBezTo>
                  <a:cubicBezTo>
                    <a:pt x="8677" y="39975"/>
                    <a:pt x="6996" y="39836"/>
                    <a:pt x="5281" y="39559"/>
                  </a:cubicBezTo>
                  <a:cubicBezTo>
                    <a:pt x="3582" y="39276"/>
                    <a:pt x="1822" y="38855"/>
                    <a:pt x="0" y="38295"/>
                  </a:cubicBezTo>
                  <a:lnTo>
                    <a:pt x="0" y="32962"/>
                  </a:lnTo>
                  <a:cubicBezTo>
                    <a:pt x="1576" y="33824"/>
                    <a:pt x="3205" y="34465"/>
                    <a:pt x="4886" y="34883"/>
                  </a:cubicBezTo>
                  <a:cubicBezTo>
                    <a:pt x="6567" y="35302"/>
                    <a:pt x="8345" y="35511"/>
                    <a:pt x="10218" y="35511"/>
                  </a:cubicBezTo>
                  <a:cubicBezTo>
                    <a:pt x="13248" y="35511"/>
                    <a:pt x="15647" y="34715"/>
                    <a:pt x="17416" y="33121"/>
                  </a:cubicBezTo>
                  <a:cubicBezTo>
                    <a:pt x="19185" y="31527"/>
                    <a:pt x="20069" y="29366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3"/>
                    <a:pt x="13248" y="17756"/>
                    <a:pt x="10218" y="17756"/>
                  </a:cubicBezTo>
                  <a:cubicBezTo>
                    <a:pt x="8800" y="17756"/>
                    <a:pt x="7382" y="17912"/>
                    <a:pt x="5963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6F7CF744-2D90-EAB0-2D8D-B884B1108D8E}"/>
                </a:ext>
              </a:extLst>
            </p:cNvPr>
            <p:cNvSpPr/>
            <p:nvPr/>
          </p:nvSpPr>
          <p:spPr>
            <a:xfrm>
              <a:off x="2845340" y="3871491"/>
              <a:ext cx="27108" cy="40691"/>
            </a:xfrm>
            <a:custGeom>
              <a:avLst/>
              <a:gdLst>
                <a:gd name="csX0" fmla="*/ 13554 w 27108"/>
                <a:gd name="csY0" fmla="*/ 4204 h 40691"/>
                <a:gd name="csX1" fmla="*/ 7381 w 27108"/>
                <a:gd name="csY1" fmla="*/ 8251 h 40691"/>
                <a:gd name="csX2" fmla="*/ 5332 w 27108"/>
                <a:gd name="csY2" fmla="*/ 20356 h 40691"/>
                <a:gd name="csX3" fmla="*/ 7381 w 27108"/>
                <a:gd name="csY3" fmla="*/ 32468 h 40691"/>
                <a:gd name="csX4" fmla="*/ 13554 w 27108"/>
                <a:gd name="csY4" fmla="*/ 36485 h 40691"/>
                <a:gd name="csX5" fmla="*/ 19727 w 27108"/>
                <a:gd name="csY5" fmla="*/ 32468 h 40691"/>
                <a:gd name="csX6" fmla="*/ 21802 w 27108"/>
                <a:gd name="csY6" fmla="*/ 20356 h 40691"/>
                <a:gd name="csX7" fmla="*/ 19727 w 27108"/>
                <a:gd name="csY7" fmla="*/ 8251 h 40691"/>
                <a:gd name="csX8" fmla="*/ 13554 w 27108"/>
                <a:gd name="csY8" fmla="*/ 4204 h 40691"/>
                <a:gd name="csX9" fmla="*/ 13554 w 27108"/>
                <a:gd name="csY9" fmla="*/ 0 h 40691"/>
                <a:gd name="csX10" fmla="*/ 23615 w 27108"/>
                <a:gd name="csY10" fmla="*/ 5225 h 40691"/>
                <a:gd name="csX11" fmla="*/ 27109 w 27108"/>
                <a:gd name="csY11" fmla="*/ 20356 h 40691"/>
                <a:gd name="csX12" fmla="*/ 23615 w 27108"/>
                <a:gd name="csY12" fmla="*/ 35486 h 40691"/>
                <a:gd name="csX13" fmla="*/ 13554 w 27108"/>
                <a:gd name="csY13" fmla="*/ 40691 h 40691"/>
                <a:gd name="csX14" fmla="*/ 3467 w 27108"/>
                <a:gd name="csY14" fmla="*/ 35486 h 40691"/>
                <a:gd name="csX15" fmla="*/ 0 w 27108"/>
                <a:gd name="csY15" fmla="*/ 20356 h 40691"/>
                <a:gd name="csX16" fmla="*/ 3467 w 27108"/>
                <a:gd name="csY16" fmla="*/ 5225 h 40691"/>
                <a:gd name="csX17" fmla="*/ 13554 w 27108"/>
                <a:gd name="csY17" fmla="*/ 0 h 4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1">
                  <a:moveTo>
                    <a:pt x="13554" y="4204"/>
                  </a:moveTo>
                  <a:cubicBezTo>
                    <a:pt x="10822" y="4204"/>
                    <a:pt x="8765" y="5553"/>
                    <a:pt x="7381" y="8251"/>
                  </a:cubicBezTo>
                  <a:cubicBezTo>
                    <a:pt x="6015" y="10930"/>
                    <a:pt x="5332" y="14964"/>
                    <a:pt x="5332" y="20356"/>
                  </a:cubicBezTo>
                  <a:cubicBezTo>
                    <a:pt x="5332" y="25732"/>
                    <a:pt x="6015" y="29770"/>
                    <a:pt x="7381" y="32468"/>
                  </a:cubicBezTo>
                  <a:cubicBezTo>
                    <a:pt x="8765" y="35146"/>
                    <a:pt x="10822" y="36485"/>
                    <a:pt x="13554" y="36485"/>
                  </a:cubicBezTo>
                  <a:cubicBezTo>
                    <a:pt x="16304" y="36485"/>
                    <a:pt x="18361" y="35146"/>
                    <a:pt x="19727" y="32468"/>
                  </a:cubicBezTo>
                  <a:cubicBezTo>
                    <a:pt x="21111" y="29770"/>
                    <a:pt x="21802" y="25732"/>
                    <a:pt x="21802" y="20356"/>
                  </a:cubicBezTo>
                  <a:cubicBezTo>
                    <a:pt x="21802" y="14964"/>
                    <a:pt x="21111" y="10930"/>
                    <a:pt x="19727" y="8251"/>
                  </a:cubicBezTo>
                  <a:cubicBezTo>
                    <a:pt x="18361" y="5553"/>
                    <a:pt x="16304" y="4204"/>
                    <a:pt x="13554" y="4204"/>
                  </a:cubicBezTo>
                  <a:moveTo>
                    <a:pt x="13554" y="0"/>
                  </a:moveTo>
                  <a:cubicBezTo>
                    <a:pt x="17950" y="0"/>
                    <a:pt x="21304" y="1742"/>
                    <a:pt x="23615" y="5225"/>
                  </a:cubicBezTo>
                  <a:cubicBezTo>
                    <a:pt x="25944" y="8695"/>
                    <a:pt x="27109" y="13739"/>
                    <a:pt x="27109" y="20356"/>
                  </a:cubicBezTo>
                  <a:cubicBezTo>
                    <a:pt x="27109" y="26958"/>
                    <a:pt x="25944" y="32001"/>
                    <a:pt x="23615" y="35486"/>
                  </a:cubicBezTo>
                  <a:cubicBezTo>
                    <a:pt x="21304" y="38956"/>
                    <a:pt x="17950" y="40691"/>
                    <a:pt x="13554" y="40691"/>
                  </a:cubicBezTo>
                  <a:cubicBezTo>
                    <a:pt x="9159" y="40691"/>
                    <a:pt x="5796" y="38956"/>
                    <a:pt x="3467" y="35486"/>
                  </a:cubicBezTo>
                  <a:cubicBezTo>
                    <a:pt x="1156" y="32001"/>
                    <a:pt x="0" y="26958"/>
                    <a:pt x="0" y="20356"/>
                  </a:cubicBezTo>
                  <a:cubicBezTo>
                    <a:pt x="0" y="13739"/>
                    <a:pt x="1156" y="8695"/>
                    <a:pt x="3467" y="5225"/>
                  </a:cubicBezTo>
                  <a:cubicBezTo>
                    <a:pt x="5796" y="1742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57D12D97-713E-1833-887B-FFA7F2B0368C}"/>
                </a:ext>
              </a:extLst>
            </p:cNvPr>
            <p:cNvSpPr/>
            <p:nvPr/>
          </p:nvSpPr>
          <p:spPr>
            <a:xfrm>
              <a:off x="2812636" y="3569070"/>
              <a:ext cx="24901" cy="39927"/>
            </a:xfrm>
            <a:custGeom>
              <a:avLst/>
              <a:gdLst>
                <a:gd name="csX0" fmla="*/ 6383 w 24901"/>
                <a:gd name="csY0" fmla="*/ 35462 h 39927"/>
                <a:gd name="csX1" fmla="*/ 24902 w 24901"/>
                <a:gd name="csY1" fmla="*/ 35462 h 39927"/>
                <a:gd name="csX2" fmla="*/ 24902 w 24901"/>
                <a:gd name="csY2" fmla="*/ 39927 h 39927"/>
                <a:gd name="csX3" fmla="*/ 0 w 24901"/>
                <a:gd name="csY3" fmla="*/ 39927 h 39927"/>
                <a:gd name="csX4" fmla="*/ 0 w 24901"/>
                <a:gd name="csY4" fmla="*/ 35462 h 39927"/>
                <a:gd name="csX5" fmla="*/ 8222 w 24901"/>
                <a:gd name="csY5" fmla="*/ 27082 h 39927"/>
                <a:gd name="csX6" fmla="*/ 14789 w 24901"/>
                <a:gd name="csY6" fmla="*/ 20279 h 39927"/>
                <a:gd name="csX7" fmla="*/ 18335 w 24901"/>
                <a:gd name="csY7" fmla="*/ 15445 h 39927"/>
                <a:gd name="csX8" fmla="*/ 19360 w 24901"/>
                <a:gd name="csY8" fmla="*/ 11532 h 39927"/>
                <a:gd name="csX9" fmla="*/ 17153 w 24901"/>
                <a:gd name="csY9" fmla="*/ 6436 h 39927"/>
                <a:gd name="csX10" fmla="*/ 11453 w 24901"/>
                <a:gd name="csY10" fmla="*/ 4466 h 39927"/>
                <a:gd name="csX11" fmla="*/ 6173 w 24901"/>
                <a:gd name="csY11" fmla="*/ 5332 h 39927"/>
                <a:gd name="csX12" fmla="*/ 263 w 24901"/>
                <a:gd name="csY12" fmla="*/ 7959 h 39927"/>
                <a:gd name="csX13" fmla="*/ 263 w 24901"/>
                <a:gd name="csY13" fmla="*/ 2600 h 39927"/>
                <a:gd name="csX14" fmla="*/ 6252 w 24901"/>
                <a:gd name="csY14" fmla="*/ 657 h 39927"/>
                <a:gd name="csX15" fmla="*/ 11348 w 24901"/>
                <a:gd name="csY15" fmla="*/ 0 h 39927"/>
                <a:gd name="csX16" fmla="*/ 21067 w 24901"/>
                <a:gd name="csY16" fmla="*/ 3047 h 39927"/>
                <a:gd name="csX17" fmla="*/ 24692 w 24901"/>
                <a:gd name="csY17" fmla="*/ 11190 h 39927"/>
                <a:gd name="csX18" fmla="*/ 23772 w 24901"/>
                <a:gd name="csY18" fmla="*/ 15787 h 39927"/>
                <a:gd name="csX19" fmla="*/ 20489 w 24901"/>
                <a:gd name="csY19" fmla="*/ 20883 h 39927"/>
                <a:gd name="csX20" fmla="*/ 16312 w 24901"/>
                <a:gd name="csY20" fmla="*/ 25296 h 39927"/>
                <a:gd name="csX21" fmla="*/ 6383 w 24901"/>
                <a:gd name="csY21" fmla="*/ 35462 h 39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7">
                  <a:moveTo>
                    <a:pt x="6383" y="35462"/>
                  </a:moveTo>
                  <a:lnTo>
                    <a:pt x="24902" y="35462"/>
                  </a:lnTo>
                  <a:lnTo>
                    <a:pt x="24902" y="39927"/>
                  </a:lnTo>
                  <a:lnTo>
                    <a:pt x="0" y="39927"/>
                  </a:lnTo>
                  <a:lnTo>
                    <a:pt x="0" y="35462"/>
                  </a:lnTo>
                  <a:cubicBezTo>
                    <a:pt x="2014" y="33378"/>
                    <a:pt x="4755" y="30585"/>
                    <a:pt x="8222" y="27082"/>
                  </a:cubicBezTo>
                  <a:cubicBezTo>
                    <a:pt x="11707" y="23562"/>
                    <a:pt x="13896" y="21294"/>
                    <a:pt x="14789" y="20279"/>
                  </a:cubicBezTo>
                  <a:cubicBezTo>
                    <a:pt x="16487" y="18370"/>
                    <a:pt x="17669" y="16759"/>
                    <a:pt x="18335" y="15445"/>
                  </a:cubicBezTo>
                  <a:cubicBezTo>
                    <a:pt x="19018" y="14114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6"/>
                    <a:pt x="11453" y="4466"/>
                  </a:cubicBezTo>
                  <a:cubicBezTo>
                    <a:pt x="9789" y="4466"/>
                    <a:pt x="8029" y="4754"/>
                    <a:pt x="6173" y="5332"/>
                  </a:cubicBezTo>
                  <a:cubicBezTo>
                    <a:pt x="4334" y="5910"/>
                    <a:pt x="2364" y="6786"/>
                    <a:pt x="263" y="7959"/>
                  </a:cubicBezTo>
                  <a:lnTo>
                    <a:pt x="263" y="2600"/>
                  </a:lnTo>
                  <a:cubicBezTo>
                    <a:pt x="2399" y="1742"/>
                    <a:pt x="4395" y="1094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8"/>
                    <a:pt x="24692" y="7792"/>
                    <a:pt x="24692" y="11190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3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6"/>
                  </a:cubicBezTo>
                  <a:cubicBezTo>
                    <a:pt x="13966" y="27713"/>
                    <a:pt x="10656" y="31102"/>
                    <a:pt x="6383" y="35462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63D8EE0-A08A-D759-054F-01F0227B7D05}"/>
                </a:ext>
              </a:extLst>
            </p:cNvPr>
            <p:cNvSpPr/>
            <p:nvPr/>
          </p:nvSpPr>
          <p:spPr>
            <a:xfrm>
              <a:off x="2847073" y="3569779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2 h 39980"/>
                <a:gd name="csX7" fmla="*/ 21541 w 25375"/>
                <a:gd name="csY7" fmla="*/ 16891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5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2"/>
                    <a:pt x="11138" y="13292"/>
                  </a:cubicBezTo>
                  <a:cubicBezTo>
                    <a:pt x="15516" y="13292"/>
                    <a:pt x="18984" y="14492"/>
                    <a:pt x="21541" y="16891"/>
                  </a:cubicBezTo>
                  <a:cubicBezTo>
                    <a:pt x="24097" y="19290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5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5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2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6F86463D-FC60-4C71-6355-CE653785FD93}"/>
                </a:ext>
              </a:extLst>
            </p:cNvPr>
            <p:cNvSpPr/>
            <p:nvPr/>
          </p:nvSpPr>
          <p:spPr>
            <a:xfrm>
              <a:off x="2811717" y="3267360"/>
              <a:ext cx="25374" cy="39979"/>
            </a:xfrm>
            <a:custGeom>
              <a:avLst/>
              <a:gdLst>
                <a:gd name="csX0" fmla="*/ 1655 w 25374"/>
                <a:gd name="csY0" fmla="*/ 0 h 39979"/>
                <a:gd name="csX1" fmla="*/ 22486 w 25374"/>
                <a:gd name="csY1" fmla="*/ 0 h 39979"/>
                <a:gd name="csX2" fmla="*/ 22486 w 25374"/>
                <a:gd name="csY2" fmla="*/ 4465 h 39979"/>
                <a:gd name="csX3" fmla="*/ 6514 w 25374"/>
                <a:gd name="csY3" fmla="*/ 4465 h 39979"/>
                <a:gd name="csX4" fmla="*/ 6514 w 25374"/>
                <a:gd name="csY4" fmla="*/ 14080 h 39979"/>
                <a:gd name="csX5" fmla="*/ 8826 w 25374"/>
                <a:gd name="csY5" fmla="*/ 13502 h 39979"/>
                <a:gd name="csX6" fmla="*/ 11138 w 25374"/>
                <a:gd name="csY6" fmla="*/ 13291 h 39979"/>
                <a:gd name="csX7" fmla="*/ 21540 w 25374"/>
                <a:gd name="csY7" fmla="*/ 16890 h 39979"/>
                <a:gd name="csX8" fmla="*/ 25375 w 25374"/>
                <a:gd name="csY8" fmla="*/ 26636 h 39979"/>
                <a:gd name="csX9" fmla="*/ 21435 w 25374"/>
                <a:gd name="csY9" fmla="*/ 36486 h 39979"/>
                <a:gd name="csX10" fmla="*/ 10323 w 25374"/>
                <a:gd name="csY10" fmla="*/ 39979 h 39979"/>
                <a:gd name="csX11" fmla="*/ 5280 w 25374"/>
                <a:gd name="csY11" fmla="*/ 39560 h 39979"/>
                <a:gd name="csX12" fmla="*/ 0 w 25374"/>
                <a:gd name="csY12" fmla="*/ 38298 h 39979"/>
                <a:gd name="csX13" fmla="*/ 0 w 25374"/>
                <a:gd name="csY13" fmla="*/ 32966 h 39979"/>
                <a:gd name="csX14" fmla="*/ 4886 w 25374"/>
                <a:gd name="csY14" fmla="*/ 34883 h 39979"/>
                <a:gd name="csX15" fmla="*/ 10218 w 25374"/>
                <a:gd name="csY15" fmla="*/ 35514 h 39979"/>
                <a:gd name="csX16" fmla="*/ 17415 w 25374"/>
                <a:gd name="csY16" fmla="*/ 33124 h 39979"/>
                <a:gd name="csX17" fmla="*/ 20068 w 25374"/>
                <a:gd name="csY17" fmla="*/ 26636 h 39979"/>
                <a:gd name="csX18" fmla="*/ 17415 w 25374"/>
                <a:gd name="csY18" fmla="*/ 20147 h 39979"/>
                <a:gd name="csX19" fmla="*/ 10218 w 25374"/>
                <a:gd name="csY19" fmla="*/ 17757 h 39979"/>
                <a:gd name="csX20" fmla="*/ 5962 w 25374"/>
                <a:gd name="csY20" fmla="*/ 18230 h 39979"/>
                <a:gd name="csX21" fmla="*/ 1655 w 25374"/>
                <a:gd name="csY21" fmla="*/ 19701 h 39979"/>
                <a:gd name="csX22" fmla="*/ 1655 w 25374"/>
                <a:gd name="csY22" fmla="*/ 0 h 39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79">
                  <a:moveTo>
                    <a:pt x="1655" y="0"/>
                  </a:moveTo>
                  <a:lnTo>
                    <a:pt x="22486" y="0"/>
                  </a:lnTo>
                  <a:lnTo>
                    <a:pt x="22486" y="4465"/>
                  </a:lnTo>
                  <a:lnTo>
                    <a:pt x="6514" y="4465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6"/>
                  </a:cubicBezTo>
                  <a:cubicBezTo>
                    <a:pt x="18808" y="38815"/>
                    <a:pt x="15104" y="39979"/>
                    <a:pt x="10323" y="39979"/>
                  </a:cubicBezTo>
                  <a:cubicBezTo>
                    <a:pt x="8677" y="39979"/>
                    <a:pt x="6996" y="39839"/>
                    <a:pt x="5280" y="39560"/>
                  </a:cubicBezTo>
                  <a:cubicBezTo>
                    <a:pt x="3581" y="39279"/>
                    <a:pt x="1821" y="38859"/>
                    <a:pt x="0" y="38298"/>
                  </a:cubicBezTo>
                  <a:lnTo>
                    <a:pt x="0" y="32966"/>
                  </a:lnTo>
                  <a:cubicBezTo>
                    <a:pt x="1576" y="33824"/>
                    <a:pt x="3205" y="34463"/>
                    <a:pt x="4886" y="34883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0"/>
                    <a:pt x="20068" y="29367"/>
                    <a:pt x="20068" y="26636"/>
                  </a:cubicBezTo>
                  <a:cubicBezTo>
                    <a:pt x="20068" y="23904"/>
                    <a:pt x="19184" y="21741"/>
                    <a:pt x="17415" y="20147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5B6317F4-4E43-82DF-B3BB-095583B71006}"/>
                </a:ext>
              </a:extLst>
            </p:cNvPr>
            <p:cNvSpPr/>
            <p:nvPr/>
          </p:nvSpPr>
          <p:spPr>
            <a:xfrm>
              <a:off x="2845340" y="3266650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7 h 40689"/>
                <a:gd name="csX4" fmla="*/ 13554 w 27108"/>
                <a:gd name="csY4" fmla="*/ 36487 h 40689"/>
                <a:gd name="csX5" fmla="*/ 19727 w 27108"/>
                <a:gd name="csY5" fmla="*/ 32467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8 h 40689"/>
                <a:gd name="csX13" fmla="*/ 13554 w 27108"/>
                <a:gd name="csY13" fmla="*/ 40689 h 40689"/>
                <a:gd name="csX14" fmla="*/ 3467 w 27108"/>
                <a:gd name="csY14" fmla="*/ 35488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4"/>
                    <a:pt x="5332" y="20358"/>
                  </a:cubicBezTo>
                  <a:cubicBezTo>
                    <a:pt x="5332" y="25734"/>
                    <a:pt x="6015" y="29770"/>
                    <a:pt x="7381" y="32467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7"/>
                  </a:cubicBezTo>
                  <a:cubicBezTo>
                    <a:pt x="21111" y="29770"/>
                    <a:pt x="21802" y="25734"/>
                    <a:pt x="21802" y="20358"/>
                  </a:cubicBezTo>
                  <a:cubicBezTo>
                    <a:pt x="21802" y="14964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3"/>
                    <a:pt x="23615" y="35488"/>
                  </a:cubicBezTo>
                  <a:cubicBezTo>
                    <a:pt x="21304" y="38955"/>
                    <a:pt x="17950" y="40689"/>
                    <a:pt x="13554" y="40689"/>
                  </a:cubicBezTo>
                  <a:cubicBezTo>
                    <a:pt x="9159" y="40689"/>
                    <a:pt x="5796" y="38955"/>
                    <a:pt x="3467" y="35488"/>
                  </a:cubicBezTo>
                  <a:cubicBezTo>
                    <a:pt x="1156" y="32003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9" name="Freeform 198">
            <a:extLst>
              <a:ext uri="{FF2B5EF4-FFF2-40B4-BE49-F238E27FC236}">
                <a16:creationId xmlns:a16="http://schemas.microsoft.com/office/drawing/2014/main" id="{50207911-B25F-B3DA-1A4D-534180702067}"/>
              </a:ext>
            </a:extLst>
          </p:cNvPr>
          <p:cNvSpPr/>
          <p:nvPr/>
        </p:nvSpPr>
        <p:spPr>
          <a:xfrm>
            <a:off x="2969488" y="3968305"/>
            <a:ext cx="2024186" cy="618854"/>
          </a:xfrm>
          <a:custGeom>
            <a:avLst/>
            <a:gdLst>
              <a:gd name="csX0" fmla="*/ 0 w 2024186"/>
              <a:gd name="csY0" fmla="*/ 618855 h 618854"/>
              <a:gd name="csX1" fmla="*/ 6769 w 2024186"/>
              <a:gd name="csY1" fmla="*/ 610737 h 618854"/>
              <a:gd name="csX2" fmla="*/ 13540 w 2024186"/>
              <a:gd name="csY2" fmla="*/ 602680 h 618854"/>
              <a:gd name="csX3" fmla="*/ 20309 w 2024186"/>
              <a:gd name="csY3" fmla="*/ 594668 h 618854"/>
              <a:gd name="csX4" fmla="*/ 27079 w 2024186"/>
              <a:gd name="csY4" fmla="*/ 586710 h 618854"/>
              <a:gd name="csX5" fmla="*/ 33849 w 2024186"/>
              <a:gd name="csY5" fmla="*/ 578812 h 618854"/>
              <a:gd name="csX6" fmla="*/ 40619 w 2024186"/>
              <a:gd name="csY6" fmla="*/ 570959 h 618854"/>
              <a:gd name="csX7" fmla="*/ 47389 w 2024186"/>
              <a:gd name="csY7" fmla="*/ 563167 h 618854"/>
              <a:gd name="csX8" fmla="*/ 54158 w 2024186"/>
              <a:gd name="csY8" fmla="*/ 555420 h 618854"/>
              <a:gd name="csX9" fmla="*/ 60928 w 2024186"/>
              <a:gd name="csY9" fmla="*/ 547734 h 618854"/>
              <a:gd name="csX10" fmla="*/ 67699 w 2024186"/>
              <a:gd name="csY10" fmla="*/ 540100 h 618854"/>
              <a:gd name="csX11" fmla="*/ 74468 w 2024186"/>
              <a:gd name="csY11" fmla="*/ 532520 h 618854"/>
              <a:gd name="csX12" fmla="*/ 81238 w 2024186"/>
              <a:gd name="csY12" fmla="*/ 524992 h 618854"/>
              <a:gd name="csX13" fmla="*/ 88008 w 2024186"/>
              <a:gd name="csY13" fmla="*/ 517518 h 618854"/>
              <a:gd name="csX14" fmla="*/ 94778 w 2024186"/>
              <a:gd name="csY14" fmla="*/ 510096 h 618854"/>
              <a:gd name="csX15" fmla="*/ 101547 w 2024186"/>
              <a:gd name="csY15" fmla="*/ 502728 h 618854"/>
              <a:gd name="csX16" fmla="*/ 108317 w 2024186"/>
              <a:gd name="csY16" fmla="*/ 495420 h 618854"/>
              <a:gd name="csX17" fmla="*/ 115088 w 2024186"/>
              <a:gd name="csY17" fmla="*/ 488157 h 618854"/>
              <a:gd name="csX18" fmla="*/ 121857 w 2024186"/>
              <a:gd name="csY18" fmla="*/ 480947 h 618854"/>
              <a:gd name="csX19" fmla="*/ 128627 w 2024186"/>
              <a:gd name="csY19" fmla="*/ 473798 h 618854"/>
              <a:gd name="csX20" fmla="*/ 135396 w 2024186"/>
              <a:gd name="csY20" fmla="*/ 466702 h 618854"/>
              <a:gd name="csX21" fmla="*/ 142167 w 2024186"/>
              <a:gd name="csY21" fmla="*/ 459651 h 618854"/>
              <a:gd name="csX22" fmla="*/ 148937 w 2024186"/>
              <a:gd name="csY22" fmla="*/ 452661 h 618854"/>
              <a:gd name="csX23" fmla="*/ 155706 w 2024186"/>
              <a:gd name="csY23" fmla="*/ 445723 h 618854"/>
              <a:gd name="csX24" fmla="*/ 162476 w 2024186"/>
              <a:gd name="csY24" fmla="*/ 438839 h 618854"/>
              <a:gd name="csX25" fmla="*/ 169246 w 2024186"/>
              <a:gd name="csY25" fmla="*/ 432007 h 618854"/>
              <a:gd name="csX26" fmla="*/ 176016 w 2024186"/>
              <a:gd name="csY26" fmla="*/ 425229 h 618854"/>
              <a:gd name="csX27" fmla="*/ 182785 w 2024186"/>
              <a:gd name="csY27" fmla="*/ 418511 h 618854"/>
              <a:gd name="csX28" fmla="*/ 189556 w 2024186"/>
              <a:gd name="csY28" fmla="*/ 411838 h 618854"/>
              <a:gd name="csX29" fmla="*/ 196326 w 2024186"/>
              <a:gd name="csY29" fmla="*/ 405219 h 618854"/>
              <a:gd name="csX30" fmla="*/ 203095 w 2024186"/>
              <a:gd name="csY30" fmla="*/ 398660 h 618854"/>
              <a:gd name="csX31" fmla="*/ 209865 w 2024186"/>
              <a:gd name="csY31" fmla="*/ 392146 h 618854"/>
              <a:gd name="csX32" fmla="*/ 216635 w 2024186"/>
              <a:gd name="csY32" fmla="*/ 385693 h 618854"/>
              <a:gd name="csX33" fmla="*/ 223405 w 2024186"/>
              <a:gd name="csY33" fmla="*/ 379293 h 618854"/>
              <a:gd name="csX34" fmla="*/ 230175 w 2024186"/>
              <a:gd name="csY34" fmla="*/ 372945 h 618854"/>
              <a:gd name="csX35" fmla="*/ 236944 w 2024186"/>
              <a:gd name="csY35" fmla="*/ 366644 h 618854"/>
              <a:gd name="csX36" fmla="*/ 243715 w 2024186"/>
              <a:gd name="csY36" fmla="*/ 360402 h 618854"/>
              <a:gd name="csX37" fmla="*/ 250484 w 2024186"/>
              <a:gd name="csY37" fmla="*/ 354221 h 618854"/>
              <a:gd name="csX38" fmla="*/ 257254 w 2024186"/>
              <a:gd name="csY38" fmla="*/ 348086 h 618854"/>
              <a:gd name="csX39" fmla="*/ 264024 w 2024186"/>
              <a:gd name="csY39" fmla="*/ 342003 h 618854"/>
              <a:gd name="csX40" fmla="*/ 270794 w 2024186"/>
              <a:gd name="csY40" fmla="*/ 335974 h 618854"/>
              <a:gd name="csX41" fmla="*/ 277564 w 2024186"/>
              <a:gd name="csY41" fmla="*/ 330005 h 618854"/>
              <a:gd name="csX42" fmla="*/ 284333 w 2024186"/>
              <a:gd name="csY42" fmla="*/ 324081 h 618854"/>
              <a:gd name="csX43" fmla="*/ 291104 w 2024186"/>
              <a:gd name="csY43" fmla="*/ 318218 h 618854"/>
              <a:gd name="csX44" fmla="*/ 297873 w 2024186"/>
              <a:gd name="csY44" fmla="*/ 312400 h 618854"/>
              <a:gd name="csX45" fmla="*/ 304643 w 2024186"/>
              <a:gd name="csY45" fmla="*/ 306643 h 618854"/>
              <a:gd name="csX46" fmla="*/ 311413 w 2024186"/>
              <a:gd name="csY46" fmla="*/ 300939 h 618854"/>
              <a:gd name="csX47" fmla="*/ 318183 w 2024186"/>
              <a:gd name="csY47" fmla="*/ 295288 h 618854"/>
              <a:gd name="csX48" fmla="*/ 324953 w 2024186"/>
              <a:gd name="csY48" fmla="*/ 289689 h 618854"/>
              <a:gd name="csX49" fmla="*/ 331722 w 2024186"/>
              <a:gd name="csY49" fmla="*/ 284144 h 618854"/>
              <a:gd name="csX50" fmla="*/ 338492 w 2024186"/>
              <a:gd name="csY50" fmla="*/ 278652 h 618854"/>
              <a:gd name="csX51" fmla="*/ 345262 w 2024186"/>
              <a:gd name="csY51" fmla="*/ 273212 h 618854"/>
              <a:gd name="csX52" fmla="*/ 352032 w 2024186"/>
              <a:gd name="csY52" fmla="*/ 267826 h 618854"/>
              <a:gd name="csX53" fmla="*/ 358802 w 2024186"/>
              <a:gd name="csY53" fmla="*/ 262500 h 618854"/>
              <a:gd name="csX54" fmla="*/ 365571 w 2024186"/>
              <a:gd name="csY54" fmla="*/ 257219 h 618854"/>
              <a:gd name="csX55" fmla="*/ 372342 w 2024186"/>
              <a:gd name="csY55" fmla="*/ 251999 h 618854"/>
              <a:gd name="csX56" fmla="*/ 379111 w 2024186"/>
              <a:gd name="csY56" fmla="*/ 246825 h 618854"/>
              <a:gd name="csX57" fmla="*/ 385881 w 2024186"/>
              <a:gd name="csY57" fmla="*/ 241711 h 618854"/>
              <a:gd name="csX58" fmla="*/ 392651 w 2024186"/>
              <a:gd name="csY58" fmla="*/ 236649 h 618854"/>
              <a:gd name="csX59" fmla="*/ 399421 w 2024186"/>
              <a:gd name="csY59" fmla="*/ 231641 h 618854"/>
              <a:gd name="csX60" fmla="*/ 406191 w 2024186"/>
              <a:gd name="csY60" fmla="*/ 226686 h 618854"/>
              <a:gd name="csX61" fmla="*/ 412960 w 2024186"/>
              <a:gd name="csY61" fmla="*/ 221784 h 618854"/>
              <a:gd name="csX62" fmla="*/ 419731 w 2024186"/>
              <a:gd name="csY62" fmla="*/ 216934 h 618854"/>
              <a:gd name="csX63" fmla="*/ 426500 w 2024186"/>
              <a:gd name="csY63" fmla="*/ 212138 h 618854"/>
              <a:gd name="csX64" fmla="*/ 433270 w 2024186"/>
              <a:gd name="csY64" fmla="*/ 207394 h 618854"/>
              <a:gd name="csX65" fmla="*/ 440040 w 2024186"/>
              <a:gd name="csY65" fmla="*/ 202712 h 618854"/>
              <a:gd name="csX66" fmla="*/ 446810 w 2024186"/>
              <a:gd name="csY66" fmla="*/ 198074 h 618854"/>
              <a:gd name="csX67" fmla="*/ 453580 w 2024186"/>
              <a:gd name="csY67" fmla="*/ 193497 h 618854"/>
              <a:gd name="csX68" fmla="*/ 460346 w 2024186"/>
              <a:gd name="csY68" fmla="*/ 188965 h 618854"/>
              <a:gd name="csX69" fmla="*/ 467117 w 2024186"/>
              <a:gd name="csY69" fmla="*/ 184494 h 618854"/>
              <a:gd name="csX70" fmla="*/ 473888 w 2024186"/>
              <a:gd name="csY70" fmla="*/ 180076 h 618854"/>
              <a:gd name="csX71" fmla="*/ 480659 w 2024186"/>
              <a:gd name="csY71" fmla="*/ 175711 h 618854"/>
              <a:gd name="csX72" fmla="*/ 487430 w 2024186"/>
              <a:gd name="csY72" fmla="*/ 171399 h 618854"/>
              <a:gd name="csX73" fmla="*/ 494201 w 2024186"/>
              <a:gd name="csY73" fmla="*/ 167140 h 618854"/>
              <a:gd name="csX74" fmla="*/ 500972 w 2024186"/>
              <a:gd name="csY74" fmla="*/ 162933 h 618854"/>
              <a:gd name="csX75" fmla="*/ 507735 w 2024186"/>
              <a:gd name="csY75" fmla="*/ 158780 h 618854"/>
              <a:gd name="csX76" fmla="*/ 514506 w 2024186"/>
              <a:gd name="csY76" fmla="*/ 154680 h 618854"/>
              <a:gd name="csX77" fmla="*/ 521277 w 2024186"/>
              <a:gd name="csY77" fmla="*/ 150640 h 618854"/>
              <a:gd name="csX78" fmla="*/ 528048 w 2024186"/>
              <a:gd name="csY78" fmla="*/ 146645 h 618854"/>
              <a:gd name="csX79" fmla="*/ 534819 w 2024186"/>
              <a:gd name="csY79" fmla="*/ 142711 h 618854"/>
              <a:gd name="csX80" fmla="*/ 541590 w 2024186"/>
              <a:gd name="csY80" fmla="*/ 138823 h 618854"/>
              <a:gd name="csX81" fmla="*/ 548361 w 2024186"/>
              <a:gd name="csY81" fmla="*/ 134995 h 618854"/>
              <a:gd name="csX82" fmla="*/ 555124 w 2024186"/>
              <a:gd name="csY82" fmla="*/ 131220 h 618854"/>
              <a:gd name="csX83" fmla="*/ 561895 w 2024186"/>
              <a:gd name="csY83" fmla="*/ 127498 h 618854"/>
              <a:gd name="csX84" fmla="*/ 568666 w 2024186"/>
              <a:gd name="csY84" fmla="*/ 123828 h 618854"/>
              <a:gd name="csX85" fmla="*/ 575437 w 2024186"/>
              <a:gd name="csY85" fmla="*/ 120212 h 618854"/>
              <a:gd name="csX86" fmla="*/ 582208 w 2024186"/>
              <a:gd name="csY86" fmla="*/ 116649 h 618854"/>
              <a:gd name="csX87" fmla="*/ 588979 w 2024186"/>
              <a:gd name="csY87" fmla="*/ 113139 h 618854"/>
              <a:gd name="csX88" fmla="*/ 595750 w 2024186"/>
              <a:gd name="csY88" fmla="*/ 109681 h 618854"/>
              <a:gd name="csX89" fmla="*/ 602513 w 2024186"/>
              <a:gd name="csY89" fmla="*/ 106285 h 618854"/>
              <a:gd name="csX90" fmla="*/ 609284 w 2024186"/>
              <a:gd name="csY90" fmla="*/ 102933 h 618854"/>
              <a:gd name="csX91" fmla="*/ 616055 w 2024186"/>
              <a:gd name="csY91" fmla="*/ 99642 h 618854"/>
              <a:gd name="csX92" fmla="*/ 622826 w 2024186"/>
              <a:gd name="csY92" fmla="*/ 96397 h 618854"/>
              <a:gd name="csX93" fmla="*/ 629597 w 2024186"/>
              <a:gd name="csY93" fmla="*/ 93212 h 618854"/>
              <a:gd name="csX94" fmla="*/ 636368 w 2024186"/>
              <a:gd name="csY94" fmla="*/ 90080 h 618854"/>
              <a:gd name="csX95" fmla="*/ 643138 w 2024186"/>
              <a:gd name="csY95" fmla="*/ 87001 h 618854"/>
              <a:gd name="csX96" fmla="*/ 649902 w 2024186"/>
              <a:gd name="csY96" fmla="*/ 83975 h 618854"/>
              <a:gd name="csX97" fmla="*/ 656673 w 2024186"/>
              <a:gd name="csY97" fmla="*/ 81001 h 618854"/>
              <a:gd name="csX98" fmla="*/ 663444 w 2024186"/>
              <a:gd name="csY98" fmla="*/ 78081 h 618854"/>
              <a:gd name="csX99" fmla="*/ 670215 w 2024186"/>
              <a:gd name="csY99" fmla="*/ 75214 h 618854"/>
              <a:gd name="csX100" fmla="*/ 676985 w 2024186"/>
              <a:gd name="csY100" fmla="*/ 72400 h 618854"/>
              <a:gd name="csX101" fmla="*/ 683756 w 2024186"/>
              <a:gd name="csY101" fmla="*/ 69646 h 618854"/>
              <a:gd name="csX102" fmla="*/ 690527 w 2024186"/>
              <a:gd name="csY102" fmla="*/ 66938 h 618854"/>
              <a:gd name="csX103" fmla="*/ 697291 w 2024186"/>
              <a:gd name="csY103" fmla="*/ 64290 h 618854"/>
              <a:gd name="csX104" fmla="*/ 704062 w 2024186"/>
              <a:gd name="csY104" fmla="*/ 61687 h 618854"/>
              <a:gd name="csX105" fmla="*/ 710832 w 2024186"/>
              <a:gd name="csY105" fmla="*/ 59145 h 618854"/>
              <a:gd name="csX106" fmla="*/ 717603 w 2024186"/>
              <a:gd name="csY106" fmla="*/ 56656 h 618854"/>
              <a:gd name="csX107" fmla="*/ 724374 w 2024186"/>
              <a:gd name="csY107" fmla="*/ 54213 h 618854"/>
              <a:gd name="csX108" fmla="*/ 731145 w 2024186"/>
              <a:gd name="csY108" fmla="*/ 51830 h 618854"/>
              <a:gd name="csX109" fmla="*/ 737916 w 2024186"/>
              <a:gd name="csY109" fmla="*/ 49500 h 618854"/>
              <a:gd name="csX110" fmla="*/ 744680 w 2024186"/>
              <a:gd name="csY110" fmla="*/ 47222 h 618854"/>
              <a:gd name="csX111" fmla="*/ 751450 w 2024186"/>
              <a:gd name="csY111" fmla="*/ 45006 h 618854"/>
              <a:gd name="csX112" fmla="*/ 758221 w 2024186"/>
              <a:gd name="csY112" fmla="*/ 42835 h 618854"/>
              <a:gd name="csX113" fmla="*/ 764992 w 2024186"/>
              <a:gd name="csY113" fmla="*/ 40716 h 618854"/>
              <a:gd name="csX114" fmla="*/ 771763 w 2024186"/>
              <a:gd name="csY114" fmla="*/ 38659 h 618854"/>
              <a:gd name="csX115" fmla="*/ 778534 w 2024186"/>
              <a:gd name="csY115" fmla="*/ 36646 h 618854"/>
              <a:gd name="csX116" fmla="*/ 785305 w 2024186"/>
              <a:gd name="csY116" fmla="*/ 34694 h 618854"/>
              <a:gd name="csX117" fmla="*/ 792068 w 2024186"/>
              <a:gd name="csY117" fmla="*/ 32788 h 618854"/>
              <a:gd name="csX118" fmla="*/ 798839 w 2024186"/>
              <a:gd name="csY118" fmla="*/ 30942 h 618854"/>
              <a:gd name="csX119" fmla="*/ 805610 w 2024186"/>
              <a:gd name="csY119" fmla="*/ 29149 h 618854"/>
              <a:gd name="csX120" fmla="*/ 812381 w 2024186"/>
              <a:gd name="csY120" fmla="*/ 27409 h 618854"/>
              <a:gd name="csX121" fmla="*/ 819152 w 2024186"/>
              <a:gd name="csY121" fmla="*/ 25722 h 618854"/>
              <a:gd name="csX122" fmla="*/ 825923 w 2024186"/>
              <a:gd name="csY122" fmla="*/ 24088 h 618854"/>
              <a:gd name="csX123" fmla="*/ 832694 w 2024186"/>
              <a:gd name="csY123" fmla="*/ 22507 h 618854"/>
              <a:gd name="csX124" fmla="*/ 839465 w 2024186"/>
              <a:gd name="csY124" fmla="*/ 20986 h 618854"/>
              <a:gd name="csX125" fmla="*/ 846228 w 2024186"/>
              <a:gd name="csY125" fmla="*/ 19511 h 618854"/>
              <a:gd name="csX126" fmla="*/ 852999 w 2024186"/>
              <a:gd name="csY126" fmla="*/ 18089 h 618854"/>
              <a:gd name="csX127" fmla="*/ 859770 w 2024186"/>
              <a:gd name="csY127" fmla="*/ 16727 h 618854"/>
              <a:gd name="csX128" fmla="*/ 866541 w 2024186"/>
              <a:gd name="csY128" fmla="*/ 15410 h 618854"/>
              <a:gd name="csX129" fmla="*/ 873312 w 2024186"/>
              <a:gd name="csY129" fmla="*/ 14155 h 618854"/>
              <a:gd name="csX130" fmla="*/ 880083 w 2024186"/>
              <a:gd name="csY130" fmla="*/ 12952 h 618854"/>
              <a:gd name="csX131" fmla="*/ 886854 w 2024186"/>
              <a:gd name="csY131" fmla="*/ 11802 h 618854"/>
              <a:gd name="csX132" fmla="*/ 893617 w 2024186"/>
              <a:gd name="csY132" fmla="*/ 10705 h 618854"/>
              <a:gd name="csX133" fmla="*/ 900388 w 2024186"/>
              <a:gd name="csY133" fmla="*/ 9661 h 618854"/>
              <a:gd name="csX134" fmla="*/ 907159 w 2024186"/>
              <a:gd name="csY134" fmla="*/ 8670 h 618854"/>
              <a:gd name="csX135" fmla="*/ 913930 w 2024186"/>
              <a:gd name="csY135" fmla="*/ 7732 h 618854"/>
              <a:gd name="csX136" fmla="*/ 920701 w 2024186"/>
              <a:gd name="csY136" fmla="*/ 6847 h 618854"/>
              <a:gd name="csX137" fmla="*/ 927472 w 2024186"/>
              <a:gd name="csY137" fmla="*/ 6014 h 618854"/>
              <a:gd name="csX138" fmla="*/ 934243 w 2024186"/>
              <a:gd name="csY138" fmla="*/ 5243 h 618854"/>
              <a:gd name="csX139" fmla="*/ 941006 w 2024186"/>
              <a:gd name="csY139" fmla="*/ 4516 h 618854"/>
              <a:gd name="csX140" fmla="*/ 947777 w 2024186"/>
              <a:gd name="csY140" fmla="*/ 3851 h 618854"/>
              <a:gd name="csX141" fmla="*/ 954548 w 2024186"/>
              <a:gd name="csY141" fmla="*/ 3238 h 618854"/>
              <a:gd name="csX142" fmla="*/ 961319 w 2024186"/>
              <a:gd name="csY142" fmla="*/ 2670 h 618854"/>
              <a:gd name="csX143" fmla="*/ 968090 w 2024186"/>
              <a:gd name="csY143" fmla="*/ 2164 h 618854"/>
              <a:gd name="csX144" fmla="*/ 974861 w 2024186"/>
              <a:gd name="csY144" fmla="*/ 1710 h 618854"/>
              <a:gd name="csX145" fmla="*/ 981632 w 2024186"/>
              <a:gd name="csY145" fmla="*/ 1309 h 618854"/>
              <a:gd name="csX146" fmla="*/ 988395 w 2024186"/>
              <a:gd name="csY146" fmla="*/ 961 h 618854"/>
              <a:gd name="csX147" fmla="*/ 995166 w 2024186"/>
              <a:gd name="csY147" fmla="*/ 666 h 618854"/>
              <a:gd name="csX148" fmla="*/ 1001937 w 2024186"/>
              <a:gd name="csY148" fmla="*/ 431 h 618854"/>
              <a:gd name="csX149" fmla="*/ 1008708 w 2024186"/>
              <a:gd name="csY149" fmla="*/ 242 h 618854"/>
              <a:gd name="csX150" fmla="*/ 1015479 w 2024186"/>
              <a:gd name="csY150" fmla="*/ 106 h 618854"/>
              <a:gd name="csX151" fmla="*/ 1022249 w 2024186"/>
              <a:gd name="csY151" fmla="*/ 30 h 618854"/>
              <a:gd name="csX152" fmla="*/ 1029020 w 2024186"/>
              <a:gd name="csY152" fmla="*/ 0 h 618854"/>
              <a:gd name="csX153" fmla="*/ 1035784 w 2024186"/>
              <a:gd name="csY153" fmla="*/ 30 h 618854"/>
              <a:gd name="csX154" fmla="*/ 1042555 w 2024186"/>
              <a:gd name="csY154" fmla="*/ 113 h 618854"/>
              <a:gd name="csX155" fmla="*/ 1049326 w 2024186"/>
              <a:gd name="csY155" fmla="*/ 250 h 618854"/>
              <a:gd name="csX156" fmla="*/ 1056097 w 2024186"/>
              <a:gd name="csY156" fmla="*/ 431 h 618854"/>
              <a:gd name="csX157" fmla="*/ 1062868 w 2024186"/>
              <a:gd name="csY157" fmla="*/ 673 h 618854"/>
              <a:gd name="csX158" fmla="*/ 1069638 w 2024186"/>
              <a:gd name="csY158" fmla="*/ 976 h 618854"/>
              <a:gd name="csX159" fmla="*/ 1076409 w 2024186"/>
              <a:gd name="csY159" fmla="*/ 1324 h 618854"/>
              <a:gd name="csX160" fmla="*/ 1083173 w 2024186"/>
              <a:gd name="csY160" fmla="*/ 1725 h 618854"/>
              <a:gd name="csX161" fmla="*/ 1089944 w 2024186"/>
              <a:gd name="csY161" fmla="*/ 2179 h 618854"/>
              <a:gd name="csX162" fmla="*/ 1096715 w 2024186"/>
              <a:gd name="csY162" fmla="*/ 2693 h 618854"/>
              <a:gd name="csX163" fmla="*/ 1103485 w 2024186"/>
              <a:gd name="csY163" fmla="*/ 3253 h 618854"/>
              <a:gd name="csX164" fmla="*/ 1110256 w 2024186"/>
              <a:gd name="csY164" fmla="*/ 3873 h 618854"/>
              <a:gd name="csX165" fmla="*/ 1117027 w 2024186"/>
              <a:gd name="csY165" fmla="*/ 4539 h 618854"/>
              <a:gd name="csX166" fmla="*/ 1123798 w 2024186"/>
              <a:gd name="csY166" fmla="*/ 5265 h 618854"/>
              <a:gd name="csX167" fmla="*/ 1130562 w 2024186"/>
              <a:gd name="csY167" fmla="*/ 6045 h 618854"/>
              <a:gd name="csX168" fmla="*/ 1137332 w 2024186"/>
              <a:gd name="csY168" fmla="*/ 6877 h 618854"/>
              <a:gd name="csX169" fmla="*/ 1144103 w 2024186"/>
              <a:gd name="csY169" fmla="*/ 7762 h 618854"/>
              <a:gd name="csX170" fmla="*/ 1150874 w 2024186"/>
              <a:gd name="csY170" fmla="*/ 8700 h 618854"/>
              <a:gd name="csX171" fmla="*/ 1157645 w 2024186"/>
              <a:gd name="csY171" fmla="*/ 9691 h 618854"/>
              <a:gd name="csX172" fmla="*/ 1164416 w 2024186"/>
              <a:gd name="csY172" fmla="*/ 10735 h 618854"/>
              <a:gd name="csX173" fmla="*/ 1171187 w 2024186"/>
              <a:gd name="csY173" fmla="*/ 11832 h 618854"/>
              <a:gd name="csX174" fmla="*/ 1177950 w 2024186"/>
              <a:gd name="csY174" fmla="*/ 12990 h 618854"/>
              <a:gd name="csX175" fmla="*/ 1184721 w 2024186"/>
              <a:gd name="csY175" fmla="*/ 14192 h 618854"/>
              <a:gd name="csX176" fmla="*/ 1191492 w 2024186"/>
              <a:gd name="csY176" fmla="*/ 15456 h 618854"/>
              <a:gd name="csX177" fmla="*/ 1198263 w 2024186"/>
              <a:gd name="csY177" fmla="*/ 16772 h 618854"/>
              <a:gd name="csX178" fmla="*/ 1205034 w 2024186"/>
              <a:gd name="csY178" fmla="*/ 18134 h 618854"/>
              <a:gd name="csX179" fmla="*/ 1211805 w 2024186"/>
              <a:gd name="csY179" fmla="*/ 19556 h 618854"/>
              <a:gd name="csX180" fmla="*/ 1218576 w 2024186"/>
              <a:gd name="csY180" fmla="*/ 21031 h 618854"/>
              <a:gd name="csX181" fmla="*/ 1225339 w 2024186"/>
              <a:gd name="csY181" fmla="*/ 22560 h 618854"/>
              <a:gd name="csX182" fmla="*/ 1232110 w 2024186"/>
              <a:gd name="csY182" fmla="*/ 24141 h 618854"/>
              <a:gd name="csX183" fmla="*/ 1238881 w 2024186"/>
              <a:gd name="csY183" fmla="*/ 25775 h 618854"/>
              <a:gd name="csX184" fmla="*/ 1245652 w 2024186"/>
              <a:gd name="csY184" fmla="*/ 27462 h 618854"/>
              <a:gd name="csX185" fmla="*/ 1252423 w 2024186"/>
              <a:gd name="csY185" fmla="*/ 29210 h 618854"/>
              <a:gd name="csX186" fmla="*/ 1259194 w 2024186"/>
              <a:gd name="csY186" fmla="*/ 31002 h 618854"/>
              <a:gd name="csX187" fmla="*/ 1265965 w 2024186"/>
              <a:gd name="csY187" fmla="*/ 32856 h 618854"/>
              <a:gd name="csX188" fmla="*/ 1272728 w 2024186"/>
              <a:gd name="csY188" fmla="*/ 34755 h 618854"/>
              <a:gd name="csX189" fmla="*/ 1279499 w 2024186"/>
              <a:gd name="csY189" fmla="*/ 36714 h 618854"/>
              <a:gd name="csX190" fmla="*/ 1286270 w 2024186"/>
              <a:gd name="csY190" fmla="*/ 38719 h 618854"/>
              <a:gd name="csX191" fmla="*/ 1293041 w 2024186"/>
              <a:gd name="csY191" fmla="*/ 40784 h 618854"/>
              <a:gd name="csX192" fmla="*/ 1299812 w 2024186"/>
              <a:gd name="csY192" fmla="*/ 42903 h 618854"/>
              <a:gd name="csX193" fmla="*/ 1306583 w 2024186"/>
              <a:gd name="csY193" fmla="*/ 45074 h 618854"/>
              <a:gd name="csX194" fmla="*/ 1313354 w 2024186"/>
              <a:gd name="csY194" fmla="*/ 47298 h 618854"/>
              <a:gd name="csX195" fmla="*/ 1320117 w 2024186"/>
              <a:gd name="csY195" fmla="*/ 49575 h 618854"/>
              <a:gd name="csX196" fmla="*/ 1326888 w 2024186"/>
              <a:gd name="csY196" fmla="*/ 51905 h 618854"/>
              <a:gd name="csX197" fmla="*/ 1333659 w 2024186"/>
              <a:gd name="csY197" fmla="*/ 54296 h 618854"/>
              <a:gd name="csX198" fmla="*/ 1340430 w 2024186"/>
              <a:gd name="csY198" fmla="*/ 56732 h 618854"/>
              <a:gd name="csX199" fmla="*/ 1347201 w 2024186"/>
              <a:gd name="csY199" fmla="*/ 59228 h 618854"/>
              <a:gd name="csX200" fmla="*/ 1353972 w 2024186"/>
              <a:gd name="csY200" fmla="*/ 61770 h 618854"/>
              <a:gd name="csX201" fmla="*/ 1360743 w 2024186"/>
              <a:gd name="csY201" fmla="*/ 64373 h 618854"/>
              <a:gd name="csX202" fmla="*/ 1367506 w 2024186"/>
              <a:gd name="csY202" fmla="*/ 67021 h 618854"/>
              <a:gd name="csX203" fmla="*/ 1374277 w 2024186"/>
              <a:gd name="csY203" fmla="*/ 69729 h 618854"/>
              <a:gd name="csX204" fmla="*/ 1381048 w 2024186"/>
              <a:gd name="csY204" fmla="*/ 72490 h 618854"/>
              <a:gd name="csX205" fmla="*/ 1387819 w 2024186"/>
              <a:gd name="csY205" fmla="*/ 75305 h 618854"/>
              <a:gd name="csX206" fmla="*/ 1394590 w 2024186"/>
              <a:gd name="csY206" fmla="*/ 78172 h 618854"/>
              <a:gd name="csX207" fmla="*/ 1401361 w 2024186"/>
              <a:gd name="csY207" fmla="*/ 81092 h 618854"/>
              <a:gd name="csX208" fmla="*/ 1408131 w 2024186"/>
              <a:gd name="csY208" fmla="*/ 84065 h 618854"/>
              <a:gd name="csX209" fmla="*/ 1414895 w 2024186"/>
              <a:gd name="csY209" fmla="*/ 87099 h 618854"/>
              <a:gd name="csX210" fmla="*/ 1421666 w 2024186"/>
              <a:gd name="csY210" fmla="*/ 90178 h 618854"/>
              <a:gd name="csX211" fmla="*/ 1428437 w 2024186"/>
              <a:gd name="csY211" fmla="*/ 93318 h 618854"/>
              <a:gd name="csX212" fmla="*/ 1435208 w 2024186"/>
              <a:gd name="csY212" fmla="*/ 96503 h 618854"/>
              <a:gd name="csX213" fmla="*/ 1441978 w 2024186"/>
              <a:gd name="csY213" fmla="*/ 99748 h 618854"/>
              <a:gd name="csX214" fmla="*/ 1448750 w 2024186"/>
              <a:gd name="csY214" fmla="*/ 103039 h 618854"/>
              <a:gd name="csX215" fmla="*/ 1455520 w 2024186"/>
              <a:gd name="csY215" fmla="*/ 106390 h 618854"/>
              <a:gd name="csX216" fmla="*/ 1462284 w 2024186"/>
              <a:gd name="csY216" fmla="*/ 109795 h 618854"/>
              <a:gd name="csX217" fmla="*/ 1469055 w 2024186"/>
              <a:gd name="csY217" fmla="*/ 113252 h 618854"/>
              <a:gd name="csX218" fmla="*/ 1475826 w 2024186"/>
              <a:gd name="csY218" fmla="*/ 116762 h 618854"/>
              <a:gd name="csX219" fmla="*/ 1482597 w 2024186"/>
              <a:gd name="csY219" fmla="*/ 120326 h 618854"/>
              <a:gd name="csX220" fmla="*/ 1489367 w 2024186"/>
              <a:gd name="csY220" fmla="*/ 123942 h 618854"/>
              <a:gd name="csX221" fmla="*/ 1496138 w 2024186"/>
              <a:gd name="csY221" fmla="*/ 127619 h 618854"/>
              <a:gd name="csX222" fmla="*/ 1502909 w 2024186"/>
              <a:gd name="csY222" fmla="*/ 131341 h 618854"/>
              <a:gd name="csX223" fmla="*/ 1509673 w 2024186"/>
              <a:gd name="csY223" fmla="*/ 135116 h 618854"/>
              <a:gd name="csX224" fmla="*/ 1516444 w 2024186"/>
              <a:gd name="csY224" fmla="*/ 138951 h 618854"/>
              <a:gd name="csX225" fmla="*/ 1523215 w 2024186"/>
              <a:gd name="csY225" fmla="*/ 142840 h 618854"/>
              <a:gd name="csX226" fmla="*/ 1529985 w 2024186"/>
              <a:gd name="csY226" fmla="*/ 146774 h 618854"/>
              <a:gd name="csX227" fmla="*/ 1536756 w 2024186"/>
              <a:gd name="csY227" fmla="*/ 150768 h 618854"/>
              <a:gd name="csX228" fmla="*/ 1543527 w 2024186"/>
              <a:gd name="csY228" fmla="*/ 154816 h 618854"/>
              <a:gd name="csX229" fmla="*/ 1550298 w 2024186"/>
              <a:gd name="csY229" fmla="*/ 158916 h 618854"/>
              <a:gd name="csX230" fmla="*/ 1557062 w 2024186"/>
              <a:gd name="csY230" fmla="*/ 163069 h 618854"/>
              <a:gd name="csX231" fmla="*/ 1563832 w 2024186"/>
              <a:gd name="csY231" fmla="*/ 167276 h 618854"/>
              <a:gd name="csX232" fmla="*/ 1570603 w 2024186"/>
              <a:gd name="csY232" fmla="*/ 171535 h 618854"/>
              <a:gd name="csX233" fmla="*/ 1577374 w 2024186"/>
              <a:gd name="csY233" fmla="*/ 175847 h 618854"/>
              <a:gd name="csX234" fmla="*/ 1584145 w 2024186"/>
              <a:gd name="csY234" fmla="*/ 180220 h 618854"/>
              <a:gd name="csX235" fmla="*/ 1590916 w 2024186"/>
              <a:gd name="csY235" fmla="*/ 184638 h 618854"/>
              <a:gd name="csX236" fmla="*/ 1597687 w 2024186"/>
              <a:gd name="csY236" fmla="*/ 189117 h 618854"/>
              <a:gd name="csX237" fmla="*/ 1604450 w 2024186"/>
              <a:gd name="csY237" fmla="*/ 193641 h 618854"/>
              <a:gd name="csX238" fmla="*/ 1611221 w 2024186"/>
              <a:gd name="csY238" fmla="*/ 198225 h 618854"/>
              <a:gd name="csX239" fmla="*/ 1617992 w 2024186"/>
              <a:gd name="csY239" fmla="*/ 202863 h 618854"/>
              <a:gd name="csX240" fmla="*/ 1624763 w 2024186"/>
              <a:gd name="csY240" fmla="*/ 207553 h 618854"/>
              <a:gd name="csX241" fmla="*/ 1631534 w 2024186"/>
              <a:gd name="csY241" fmla="*/ 212297 h 618854"/>
              <a:gd name="csX242" fmla="*/ 1638305 w 2024186"/>
              <a:gd name="csY242" fmla="*/ 217093 h 618854"/>
              <a:gd name="csX243" fmla="*/ 1645076 w 2024186"/>
              <a:gd name="csY243" fmla="*/ 221942 h 618854"/>
              <a:gd name="csX244" fmla="*/ 1651847 w 2024186"/>
              <a:gd name="csY244" fmla="*/ 226845 h 618854"/>
              <a:gd name="csX245" fmla="*/ 1658610 w 2024186"/>
              <a:gd name="csY245" fmla="*/ 231800 h 618854"/>
              <a:gd name="csX246" fmla="*/ 1665381 w 2024186"/>
              <a:gd name="csY246" fmla="*/ 236808 h 618854"/>
              <a:gd name="csX247" fmla="*/ 1672152 w 2024186"/>
              <a:gd name="csY247" fmla="*/ 241877 h 618854"/>
              <a:gd name="csX248" fmla="*/ 1678923 w 2024186"/>
              <a:gd name="csY248" fmla="*/ 246991 h 618854"/>
              <a:gd name="csX249" fmla="*/ 1685694 w 2024186"/>
              <a:gd name="csY249" fmla="*/ 252166 h 618854"/>
              <a:gd name="csX250" fmla="*/ 1692465 w 2024186"/>
              <a:gd name="csY250" fmla="*/ 257393 h 618854"/>
              <a:gd name="csX251" fmla="*/ 1699236 w 2024186"/>
              <a:gd name="csY251" fmla="*/ 262666 h 618854"/>
              <a:gd name="csX252" fmla="*/ 1705999 w 2024186"/>
              <a:gd name="csY252" fmla="*/ 268000 h 618854"/>
              <a:gd name="csX253" fmla="*/ 1712770 w 2024186"/>
              <a:gd name="csY253" fmla="*/ 273386 h 618854"/>
              <a:gd name="csX254" fmla="*/ 1719541 w 2024186"/>
              <a:gd name="csY254" fmla="*/ 278826 h 618854"/>
              <a:gd name="csX255" fmla="*/ 1726312 w 2024186"/>
              <a:gd name="csY255" fmla="*/ 284318 h 618854"/>
              <a:gd name="csX256" fmla="*/ 1733083 w 2024186"/>
              <a:gd name="csY256" fmla="*/ 289871 h 618854"/>
              <a:gd name="csX257" fmla="*/ 1739854 w 2024186"/>
              <a:gd name="csY257" fmla="*/ 295469 h 618854"/>
              <a:gd name="csX258" fmla="*/ 1746625 w 2024186"/>
              <a:gd name="csY258" fmla="*/ 301121 h 618854"/>
              <a:gd name="csX259" fmla="*/ 1753388 w 2024186"/>
              <a:gd name="csY259" fmla="*/ 306832 h 618854"/>
              <a:gd name="csX260" fmla="*/ 1760159 w 2024186"/>
              <a:gd name="csY260" fmla="*/ 312590 h 618854"/>
              <a:gd name="csX261" fmla="*/ 1766930 w 2024186"/>
              <a:gd name="csY261" fmla="*/ 318407 h 618854"/>
              <a:gd name="csX262" fmla="*/ 1773701 w 2024186"/>
              <a:gd name="csY262" fmla="*/ 324270 h 618854"/>
              <a:gd name="csX263" fmla="*/ 1780472 w 2024186"/>
              <a:gd name="csY263" fmla="*/ 330194 h 618854"/>
              <a:gd name="csX264" fmla="*/ 1787243 w 2024186"/>
              <a:gd name="csY264" fmla="*/ 336171 h 618854"/>
              <a:gd name="csX265" fmla="*/ 1794013 w 2024186"/>
              <a:gd name="csY265" fmla="*/ 342200 h 618854"/>
              <a:gd name="csX266" fmla="*/ 1800777 w 2024186"/>
              <a:gd name="csY266" fmla="*/ 348283 h 618854"/>
              <a:gd name="csX267" fmla="*/ 1807548 w 2024186"/>
              <a:gd name="csY267" fmla="*/ 354418 h 618854"/>
              <a:gd name="csX268" fmla="*/ 1814319 w 2024186"/>
              <a:gd name="csY268" fmla="*/ 360606 h 618854"/>
              <a:gd name="csX269" fmla="*/ 1821090 w 2024186"/>
              <a:gd name="csY269" fmla="*/ 366848 h 618854"/>
              <a:gd name="csX270" fmla="*/ 1827861 w 2024186"/>
              <a:gd name="csY270" fmla="*/ 373150 h 618854"/>
              <a:gd name="csX271" fmla="*/ 1834631 w 2024186"/>
              <a:gd name="csY271" fmla="*/ 379497 h 618854"/>
              <a:gd name="csX272" fmla="*/ 1841402 w 2024186"/>
              <a:gd name="csY272" fmla="*/ 385905 h 618854"/>
              <a:gd name="csX273" fmla="*/ 1848166 w 2024186"/>
              <a:gd name="csY273" fmla="*/ 392358 h 618854"/>
              <a:gd name="csX274" fmla="*/ 1854937 w 2024186"/>
              <a:gd name="csY274" fmla="*/ 398872 h 618854"/>
              <a:gd name="csX275" fmla="*/ 1861708 w 2024186"/>
              <a:gd name="csY275" fmla="*/ 405438 h 618854"/>
              <a:gd name="csX276" fmla="*/ 1868478 w 2024186"/>
              <a:gd name="csY276" fmla="*/ 412050 h 618854"/>
              <a:gd name="csX277" fmla="*/ 1875250 w 2024186"/>
              <a:gd name="csY277" fmla="*/ 418723 h 618854"/>
              <a:gd name="csX278" fmla="*/ 1882020 w 2024186"/>
              <a:gd name="csY278" fmla="*/ 425448 h 618854"/>
              <a:gd name="csX279" fmla="*/ 1888791 w 2024186"/>
              <a:gd name="csY279" fmla="*/ 432227 h 618854"/>
              <a:gd name="csX280" fmla="*/ 1895555 w 2024186"/>
              <a:gd name="csY280" fmla="*/ 439058 h 618854"/>
              <a:gd name="csX281" fmla="*/ 1902325 w 2024186"/>
              <a:gd name="csY281" fmla="*/ 445950 h 618854"/>
              <a:gd name="csX282" fmla="*/ 1909097 w 2024186"/>
              <a:gd name="csY282" fmla="*/ 452888 h 618854"/>
              <a:gd name="csX283" fmla="*/ 1915867 w 2024186"/>
              <a:gd name="csY283" fmla="*/ 459878 h 618854"/>
              <a:gd name="csX284" fmla="*/ 1922638 w 2024186"/>
              <a:gd name="csY284" fmla="*/ 466929 h 618854"/>
              <a:gd name="csX285" fmla="*/ 1929409 w 2024186"/>
              <a:gd name="csY285" fmla="*/ 474033 h 618854"/>
              <a:gd name="csX286" fmla="*/ 1936180 w 2024186"/>
              <a:gd name="csY286" fmla="*/ 481182 h 618854"/>
              <a:gd name="csX287" fmla="*/ 1942944 w 2024186"/>
              <a:gd name="csY287" fmla="*/ 488391 h 618854"/>
              <a:gd name="csX288" fmla="*/ 1949714 w 2024186"/>
              <a:gd name="csY288" fmla="*/ 495654 h 618854"/>
              <a:gd name="csX289" fmla="*/ 1956485 w 2024186"/>
              <a:gd name="csY289" fmla="*/ 502970 h 618854"/>
              <a:gd name="csX290" fmla="*/ 1963256 w 2024186"/>
              <a:gd name="csY290" fmla="*/ 510338 h 618854"/>
              <a:gd name="csX291" fmla="*/ 1970027 w 2024186"/>
              <a:gd name="csY291" fmla="*/ 517760 h 618854"/>
              <a:gd name="csX292" fmla="*/ 1976798 w 2024186"/>
              <a:gd name="csY292" fmla="*/ 525234 h 618854"/>
              <a:gd name="csX293" fmla="*/ 1983569 w 2024186"/>
              <a:gd name="csY293" fmla="*/ 532762 h 618854"/>
              <a:gd name="csX294" fmla="*/ 1990332 w 2024186"/>
              <a:gd name="csY294" fmla="*/ 540342 h 618854"/>
              <a:gd name="csX295" fmla="*/ 1997103 w 2024186"/>
              <a:gd name="csY295" fmla="*/ 547983 h 618854"/>
              <a:gd name="csX296" fmla="*/ 2003874 w 2024186"/>
              <a:gd name="csY296" fmla="*/ 555669 h 618854"/>
              <a:gd name="csX297" fmla="*/ 2010645 w 2024186"/>
              <a:gd name="csY297" fmla="*/ 563416 h 618854"/>
              <a:gd name="csX298" fmla="*/ 2017416 w 2024186"/>
              <a:gd name="csY298" fmla="*/ 571208 h 618854"/>
              <a:gd name="csX299" fmla="*/ 2024187 w 2024186"/>
              <a:gd name="csY299" fmla="*/ 579061 h 618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18854">
                <a:moveTo>
                  <a:pt x="0" y="618855"/>
                </a:moveTo>
                <a:lnTo>
                  <a:pt x="6769" y="610737"/>
                </a:lnTo>
                <a:lnTo>
                  <a:pt x="13540" y="602680"/>
                </a:lnTo>
                <a:lnTo>
                  <a:pt x="20309" y="594668"/>
                </a:lnTo>
                <a:lnTo>
                  <a:pt x="27079" y="586710"/>
                </a:lnTo>
                <a:lnTo>
                  <a:pt x="33849" y="578812"/>
                </a:lnTo>
                <a:lnTo>
                  <a:pt x="40619" y="570959"/>
                </a:lnTo>
                <a:lnTo>
                  <a:pt x="47389" y="563167"/>
                </a:lnTo>
                <a:lnTo>
                  <a:pt x="54158" y="555420"/>
                </a:lnTo>
                <a:lnTo>
                  <a:pt x="60928" y="547734"/>
                </a:lnTo>
                <a:lnTo>
                  <a:pt x="67699" y="540100"/>
                </a:lnTo>
                <a:lnTo>
                  <a:pt x="74468" y="532520"/>
                </a:lnTo>
                <a:lnTo>
                  <a:pt x="81238" y="524992"/>
                </a:lnTo>
                <a:lnTo>
                  <a:pt x="88008" y="517518"/>
                </a:lnTo>
                <a:lnTo>
                  <a:pt x="94778" y="510096"/>
                </a:lnTo>
                <a:lnTo>
                  <a:pt x="101547" y="502728"/>
                </a:lnTo>
                <a:lnTo>
                  <a:pt x="108317" y="495420"/>
                </a:lnTo>
                <a:lnTo>
                  <a:pt x="115088" y="488157"/>
                </a:lnTo>
                <a:lnTo>
                  <a:pt x="121857" y="480947"/>
                </a:lnTo>
                <a:lnTo>
                  <a:pt x="128627" y="473798"/>
                </a:lnTo>
                <a:lnTo>
                  <a:pt x="135396" y="466702"/>
                </a:lnTo>
                <a:lnTo>
                  <a:pt x="142167" y="459651"/>
                </a:lnTo>
                <a:lnTo>
                  <a:pt x="148937" y="452661"/>
                </a:lnTo>
                <a:lnTo>
                  <a:pt x="155706" y="445723"/>
                </a:lnTo>
                <a:lnTo>
                  <a:pt x="162476" y="438839"/>
                </a:lnTo>
                <a:lnTo>
                  <a:pt x="169246" y="432007"/>
                </a:lnTo>
                <a:lnTo>
                  <a:pt x="176016" y="425229"/>
                </a:lnTo>
                <a:lnTo>
                  <a:pt x="182785" y="418511"/>
                </a:lnTo>
                <a:lnTo>
                  <a:pt x="189556" y="411838"/>
                </a:lnTo>
                <a:lnTo>
                  <a:pt x="196326" y="405219"/>
                </a:lnTo>
                <a:lnTo>
                  <a:pt x="203095" y="398660"/>
                </a:lnTo>
                <a:lnTo>
                  <a:pt x="209865" y="392146"/>
                </a:lnTo>
                <a:lnTo>
                  <a:pt x="216635" y="385693"/>
                </a:lnTo>
                <a:lnTo>
                  <a:pt x="223405" y="379293"/>
                </a:lnTo>
                <a:lnTo>
                  <a:pt x="230175" y="372945"/>
                </a:lnTo>
                <a:lnTo>
                  <a:pt x="236944" y="366644"/>
                </a:lnTo>
                <a:lnTo>
                  <a:pt x="243715" y="360402"/>
                </a:lnTo>
                <a:lnTo>
                  <a:pt x="250484" y="354221"/>
                </a:lnTo>
                <a:lnTo>
                  <a:pt x="257254" y="348086"/>
                </a:lnTo>
                <a:lnTo>
                  <a:pt x="264024" y="342003"/>
                </a:lnTo>
                <a:lnTo>
                  <a:pt x="270794" y="335974"/>
                </a:lnTo>
                <a:lnTo>
                  <a:pt x="277564" y="330005"/>
                </a:lnTo>
                <a:lnTo>
                  <a:pt x="284333" y="324081"/>
                </a:lnTo>
                <a:lnTo>
                  <a:pt x="291104" y="318218"/>
                </a:lnTo>
                <a:lnTo>
                  <a:pt x="297873" y="312400"/>
                </a:lnTo>
                <a:lnTo>
                  <a:pt x="304643" y="306643"/>
                </a:lnTo>
                <a:lnTo>
                  <a:pt x="311413" y="300939"/>
                </a:lnTo>
                <a:lnTo>
                  <a:pt x="318183" y="295288"/>
                </a:lnTo>
                <a:lnTo>
                  <a:pt x="324953" y="289689"/>
                </a:lnTo>
                <a:lnTo>
                  <a:pt x="331722" y="284144"/>
                </a:lnTo>
                <a:lnTo>
                  <a:pt x="338492" y="278652"/>
                </a:lnTo>
                <a:lnTo>
                  <a:pt x="345262" y="273212"/>
                </a:lnTo>
                <a:lnTo>
                  <a:pt x="352032" y="267826"/>
                </a:lnTo>
                <a:lnTo>
                  <a:pt x="358802" y="262500"/>
                </a:lnTo>
                <a:lnTo>
                  <a:pt x="365571" y="257219"/>
                </a:lnTo>
                <a:lnTo>
                  <a:pt x="372342" y="251999"/>
                </a:lnTo>
                <a:lnTo>
                  <a:pt x="379111" y="246825"/>
                </a:lnTo>
                <a:lnTo>
                  <a:pt x="385881" y="241711"/>
                </a:lnTo>
                <a:lnTo>
                  <a:pt x="392651" y="236649"/>
                </a:lnTo>
                <a:lnTo>
                  <a:pt x="399421" y="231641"/>
                </a:lnTo>
                <a:lnTo>
                  <a:pt x="406191" y="226686"/>
                </a:lnTo>
                <a:lnTo>
                  <a:pt x="412960" y="221784"/>
                </a:lnTo>
                <a:lnTo>
                  <a:pt x="419731" y="216934"/>
                </a:lnTo>
                <a:lnTo>
                  <a:pt x="426500" y="212138"/>
                </a:lnTo>
                <a:lnTo>
                  <a:pt x="433270" y="207394"/>
                </a:lnTo>
                <a:lnTo>
                  <a:pt x="440040" y="202712"/>
                </a:lnTo>
                <a:lnTo>
                  <a:pt x="446810" y="198074"/>
                </a:lnTo>
                <a:lnTo>
                  <a:pt x="453580" y="193497"/>
                </a:lnTo>
                <a:lnTo>
                  <a:pt x="460346" y="188965"/>
                </a:lnTo>
                <a:lnTo>
                  <a:pt x="467117" y="184494"/>
                </a:lnTo>
                <a:lnTo>
                  <a:pt x="473888" y="180076"/>
                </a:lnTo>
                <a:lnTo>
                  <a:pt x="480659" y="175711"/>
                </a:lnTo>
                <a:lnTo>
                  <a:pt x="487430" y="171399"/>
                </a:lnTo>
                <a:lnTo>
                  <a:pt x="494201" y="167140"/>
                </a:lnTo>
                <a:lnTo>
                  <a:pt x="500972" y="162933"/>
                </a:lnTo>
                <a:lnTo>
                  <a:pt x="507735" y="158780"/>
                </a:lnTo>
                <a:lnTo>
                  <a:pt x="514506" y="154680"/>
                </a:lnTo>
                <a:lnTo>
                  <a:pt x="521277" y="150640"/>
                </a:lnTo>
                <a:lnTo>
                  <a:pt x="528048" y="146645"/>
                </a:lnTo>
                <a:lnTo>
                  <a:pt x="534819" y="142711"/>
                </a:lnTo>
                <a:lnTo>
                  <a:pt x="541590" y="138823"/>
                </a:lnTo>
                <a:lnTo>
                  <a:pt x="548361" y="134995"/>
                </a:lnTo>
                <a:lnTo>
                  <a:pt x="555124" y="131220"/>
                </a:lnTo>
                <a:lnTo>
                  <a:pt x="561895" y="127498"/>
                </a:lnTo>
                <a:lnTo>
                  <a:pt x="568666" y="123828"/>
                </a:lnTo>
                <a:lnTo>
                  <a:pt x="575437" y="120212"/>
                </a:lnTo>
                <a:lnTo>
                  <a:pt x="582208" y="116649"/>
                </a:lnTo>
                <a:lnTo>
                  <a:pt x="588979" y="113139"/>
                </a:lnTo>
                <a:lnTo>
                  <a:pt x="595750" y="109681"/>
                </a:lnTo>
                <a:lnTo>
                  <a:pt x="602513" y="106285"/>
                </a:lnTo>
                <a:lnTo>
                  <a:pt x="609284" y="102933"/>
                </a:lnTo>
                <a:lnTo>
                  <a:pt x="616055" y="99642"/>
                </a:lnTo>
                <a:lnTo>
                  <a:pt x="622826" y="96397"/>
                </a:lnTo>
                <a:lnTo>
                  <a:pt x="629597" y="93212"/>
                </a:lnTo>
                <a:lnTo>
                  <a:pt x="636368" y="90080"/>
                </a:lnTo>
                <a:lnTo>
                  <a:pt x="643138" y="87001"/>
                </a:lnTo>
                <a:lnTo>
                  <a:pt x="649902" y="83975"/>
                </a:lnTo>
                <a:lnTo>
                  <a:pt x="656673" y="81001"/>
                </a:lnTo>
                <a:lnTo>
                  <a:pt x="663444" y="78081"/>
                </a:lnTo>
                <a:lnTo>
                  <a:pt x="670215" y="75214"/>
                </a:lnTo>
                <a:lnTo>
                  <a:pt x="676985" y="72400"/>
                </a:lnTo>
                <a:lnTo>
                  <a:pt x="683756" y="69646"/>
                </a:lnTo>
                <a:lnTo>
                  <a:pt x="690527" y="66938"/>
                </a:lnTo>
                <a:lnTo>
                  <a:pt x="697291" y="64290"/>
                </a:lnTo>
                <a:lnTo>
                  <a:pt x="704062" y="61687"/>
                </a:lnTo>
                <a:lnTo>
                  <a:pt x="710832" y="59145"/>
                </a:lnTo>
                <a:lnTo>
                  <a:pt x="717603" y="56656"/>
                </a:lnTo>
                <a:lnTo>
                  <a:pt x="724374" y="54213"/>
                </a:lnTo>
                <a:lnTo>
                  <a:pt x="731145" y="51830"/>
                </a:lnTo>
                <a:lnTo>
                  <a:pt x="737916" y="49500"/>
                </a:lnTo>
                <a:lnTo>
                  <a:pt x="744680" y="47222"/>
                </a:lnTo>
                <a:lnTo>
                  <a:pt x="751450" y="45006"/>
                </a:lnTo>
                <a:lnTo>
                  <a:pt x="758221" y="42835"/>
                </a:lnTo>
                <a:lnTo>
                  <a:pt x="764992" y="40716"/>
                </a:lnTo>
                <a:lnTo>
                  <a:pt x="771763" y="38659"/>
                </a:lnTo>
                <a:lnTo>
                  <a:pt x="778534" y="36646"/>
                </a:lnTo>
                <a:lnTo>
                  <a:pt x="785305" y="34694"/>
                </a:lnTo>
                <a:lnTo>
                  <a:pt x="792068" y="32788"/>
                </a:lnTo>
                <a:lnTo>
                  <a:pt x="798839" y="30942"/>
                </a:lnTo>
                <a:lnTo>
                  <a:pt x="805610" y="29149"/>
                </a:lnTo>
                <a:lnTo>
                  <a:pt x="812381" y="27409"/>
                </a:lnTo>
                <a:lnTo>
                  <a:pt x="819152" y="25722"/>
                </a:lnTo>
                <a:lnTo>
                  <a:pt x="825923" y="24088"/>
                </a:lnTo>
                <a:lnTo>
                  <a:pt x="832694" y="22507"/>
                </a:lnTo>
                <a:lnTo>
                  <a:pt x="839465" y="20986"/>
                </a:lnTo>
                <a:lnTo>
                  <a:pt x="846228" y="19511"/>
                </a:lnTo>
                <a:lnTo>
                  <a:pt x="852999" y="18089"/>
                </a:lnTo>
                <a:lnTo>
                  <a:pt x="859770" y="16727"/>
                </a:lnTo>
                <a:lnTo>
                  <a:pt x="866541" y="15410"/>
                </a:lnTo>
                <a:lnTo>
                  <a:pt x="873312" y="14155"/>
                </a:lnTo>
                <a:lnTo>
                  <a:pt x="880083" y="12952"/>
                </a:lnTo>
                <a:lnTo>
                  <a:pt x="886854" y="11802"/>
                </a:lnTo>
                <a:lnTo>
                  <a:pt x="893617" y="10705"/>
                </a:lnTo>
                <a:lnTo>
                  <a:pt x="900388" y="9661"/>
                </a:lnTo>
                <a:lnTo>
                  <a:pt x="907159" y="8670"/>
                </a:lnTo>
                <a:lnTo>
                  <a:pt x="913930" y="7732"/>
                </a:lnTo>
                <a:lnTo>
                  <a:pt x="920701" y="6847"/>
                </a:lnTo>
                <a:lnTo>
                  <a:pt x="927472" y="6014"/>
                </a:lnTo>
                <a:lnTo>
                  <a:pt x="934243" y="5243"/>
                </a:lnTo>
                <a:lnTo>
                  <a:pt x="941006" y="4516"/>
                </a:lnTo>
                <a:lnTo>
                  <a:pt x="947777" y="3851"/>
                </a:lnTo>
                <a:lnTo>
                  <a:pt x="954548" y="3238"/>
                </a:lnTo>
                <a:lnTo>
                  <a:pt x="961319" y="2670"/>
                </a:lnTo>
                <a:lnTo>
                  <a:pt x="968090" y="2164"/>
                </a:lnTo>
                <a:lnTo>
                  <a:pt x="974861" y="1710"/>
                </a:lnTo>
                <a:lnTo>
                  <a:pt x="981632" y="1309"/>
                </a:lnTo>
                <a:lnTo>
                  <a:pt x="988395" y="961"/>
                </a:lnTo>
                <a:lnTo>
                  <a:pt x="995166" y="666"/>
                </a:lnTo>
                <a:lnTo>
                  <a:pt x="1001937" y="431"/>
                </a:lnTo>
                <a:lnTo>
                  <a:pt x="1008708" y="242"/>
                </a:lnTo>
                <a:lnTo>
                  <a:pt x="1015479" y="106"/>
                </a:lnTo>
                <a:lnTo>
                  <a:pt x="1022249" y="30"/>
                </a:lnTo>
                <a:lnTo>
                  <a:pt x="1029020" y="0"/>
                </a:lnTo>
                <a:lnTo>
                  <a:pt x="1035784" y="30"/>
                </a:lnTo>
                <a:lnTo>
                  <a:pt x="1042555" y="113"/>
                </a:lnTo>
                <a:lnTo>
                  <a:pt x="1049326" y="250"/>
                </a:lnTo>
                <a:lnTo>
                  <a:pt x="1056097" y="431"/>
                </a:lnTo>
                <a:lnTo>
                  <a:pt x="1062868" y="673"/>
                </a:lnTo>
                <a:lnTo>
                  <a:pt x="1069638" y="976"/>
                </a:lnTo>
                <a:lnTo>
                  <a:pt x="1076409" y="1324"/>
                </a:lnTo>
                <a:lnTo>
                  <a:pt x="1083173" y="1725"/>
                </a:lnTo>
                <a:lnTo>
                  <a:pt x="1089944" y="2179"/>
                </a:lnTo>
                <a:lnTo>
                  <a:pt x="1096715" y="2693"/>
                </a:lnTo>
                <a:lnTo>
                  <a:pt x="1103485" y="3253"/>
                </a:lnTo>
                <a:lnTo>
                  <a:pt x="1110256" y="3873"/>
                </a:lnTo>
                <a:lnTo>
                  <a:pt x="1117027" y="4539"/>
                </a:lnTo>
                <a:lnTo>
                  <a:pt x="1123798" y="5265"/>
                </a:lnTo>
                <a:lnTo>
                  <a:pt x="1130562" y="6045"/>
                </a:lnTo>
                <a:lnTo>
                  <a:pt x="1137332" y="6877"/>
                </a:lnTo>
                <a:lnTo>
                  <a:pt x="1144103" y="7762"/>
                </a:lnTo>
                <a:lnTo>
                  <a:pt x="1150874" y="8700"/>
                </a:lnTo>
                <a:lnTo>
                  <a:pt x="1157645" y="9691"/>
                </a:lnTo>
                <a:lnTo>
                  <a:pt x="1164416" y="10735"/>
                </a:lnTo>
                <a:lnTo>
                  <a:pt x="1171187" y="11832"/>
                </a:lnTo>
                <a:lnTo>
                  <a:pt x="1177950" y="12990"/>
                </a:lnTo>
                <a:lnTo>
                  <a:pt x="1184721" y="14192"/>
                </a:lnTo>
                <a:lnTo>
                  <a:pt x="1191492" y="15456"/>
                </a:lnTo>
                <a:lnTo>
                  <a:pt x="1198263" y="16772"/>
                </a:lnTo>
                <a:lnTo>
                  <a:pt x="1205034" y="18134"/>
                </a:lnTo>
                <a:lnTo>
                  <a:pt x="1211805" y="19556"/>
                </a:lnTo>
                <a:lnTo>
                  <a:pt x="1218576" y="21031"/>
                </a:lnTo>
                <a:lnTo>
                  <a:pt x="1225339" y="22560"/>
                </a:lnTo>
                <a:lnTo>
                  <a:pt x="1232110" y="24141"/>
                </a:lnTo>
                <a:lnTo>
                  <a:pt x="1238881" y="25775"/>
                </a:lnTo>
                <a:lnTo>
                  <a:pt x="1245652" y="27462"/>
                </a:lnTo>
                <a:lnTo>
                  <a:pt x="1252423" y="29210"/>
                </a:lnTo>
                <a:lnTo>
                  <a:pt x="1259194" y="31002"/>
                </a:lnTo>
                <a:lnTo>
                  <a:pt x="1265965" y="32856"/>
                </a:lnTo>
                <a:lnTo>
                  <a:pt x="1272728" y="34755"/>
                </a:lnTo>
                <a:lnTo>
                  <a:pt x="1279499" y="36714"/>
                </a:lnTo>
                <a:lnTo>
                  <a:pt x="1286270" y="38719"/>
                </a:lnTo>
                <a:lnTo>
                  <a:pt x="1293041" y="40784"/>
                </a:lnTo>
                <a:lnTo>
                  <a:pt x="1299812" y="42903"/>
                </a:lnTo>
                <a:lnTo>
                  <a:pt x="1306583" y="45074"/>
                </a:lnTo>
                <a:lnTo>
                  <a:pt x="1313354" y="47298"/>
                </a:lnTo>
                <a:lnTo>
                  <a:pt x="1320117" y="49575"/>
                </a:lnTo>
                <a:lnTo>
                  <a:pt x="1326888" y="51905"/>
                </a:lnTo>
                <a:lnTo>
                  <a:pt x="1333659" y="54296"/>
                </a:lnTo>
                <a:lnTo>
                  <a:pt x="1340430" y="56732"/>
                </a:lnTo>
                <a:lnTo>
                  <a:pt x="1347201" y="59228"/>
                </a:lnTo>
                <a:lnTo>
                  <a:pt x="1353972" y="61770"/>
                </a:lnTo>
                <a:lnTo>
                  <a:pt x="1360743" y="64373"/>
                </a:lnTo>
                <a:lnTo>
                  <a:pt x="1367506" y="67021"/>
                </a:lnTo>
                <a:lnTo>
                  <a:pt x="1374277" y="69729"/>
                </a:lnTo>
                <a:lnTo>
                  <a:pt x="1381048" y="72490"/>
                </a:lnTo>
                <a:lnTo>
                  <a:pt x="1387819" y="75305"/>
                </a:lnTo>
                <a:lnTo>
                  <a:pt x="1394590" y="78172"/>
                </a:lnTo>
                <a:lnTo>
                  <a:pt x="1401361" y="81092"/>
                </a:lnTo>
                <a:lnTo>
                  <a:pt x="1408131" y="84065"/>
                </a:lnTo>
                <a:lnTo>
                  <a:pt x="1414895" y="87099"/>
                </a:lnTo>
                <a:lnTo>
                  <a:pt x="1421666" y="90178"/>
                </a:lnTo>
                <a:lnTo>
                  <a:pt x="1428437" y="93318"/>
                </a:lnTo>
                <a:lnTo>
                  <a:pt x="1435208" y="96503"/>
                </a:lnTo>
                <a:lnTo>
                  <a:pt x="1441978" y="99748"/>
                </a:lnTo>
                <a:lnTo>
                  <a:pt x="1448750" y="103039"/>
                </a:lnTo>
                <a:lnTo>
                  <a:pt x="1455520" y="106390"/>
                </a:lnTo>
                <a:lnTo>
                  <a:pt x="1462284" y="109795"/>
                </a:lnTo>
                <a:lnTo>
                  <a:pt x="1469055" y="113252"/>
                </a:lnTo>
                <a:lnTo>
                  <a:pt x="1475826" y="116762"/>
                </a:lnTo>
                <a:lnTo>
                  <a:pt x="1482597" y="120326"/>
                </a:lnTo>
                <a:lnTo>
                  <a:pt x="1489367" y="123942"/>
                </a:lnTo>
                <a:lnTo>
                  <a:pt x="1496138" y="127619"/>
                </a:lnTo>
                <a:lnTo>
                  <a:pt x="1502909" y="131341"/>
                </a:lnTo>
                <a:lnTo>
                  <a:pt x="1509673" y="135116"/>
                </a:lnTo>
                <a:lnTo>
                  <a:pt x="1516444" y="138951"/>
                </a:lnTo>
                <a:lnTo>
                  <a:pt x="1523215" y="142840"/>
                </a:lnTo>
                <a:lnTo>
                  <a:pt x="1529985" y="146774"/>
                </a:lnTo>
                <a:lnTo>
                  <a:pt x="1536756" y="150768"/>
                </a:lnTo>
                <a:lnTo>
                  <a:pt x="1543527" y="154816"/>
                </a:lnTo>
                <a:lnTo>
                  <a:pt x="1550298" y="158916"/>
                </a:lnTo>
                <a:lnTo>
                  <a:pt x="1557062" y="163069"/>
                </a:lnTo>
                <a:lnTo>
                  <a:pt x="1563832" y="167276"/>
                </a:lnTo>
                <a:lnTo>
                  <a:pt x="1570603" y="171535"/>
                </a:lnTo>
                <a:lnTo>
                  <a:pt x="1577374" y="175847"/>
                </a:lnTo>
                <a:lnTo>
                  <a:pt x="1584145" y="180220"/>
                </a:lnTo>
                <a:lnTo>
                  <a:pt x="1590916" y="184638"/>
                </a:lnTo>
                <a:lnTo>
                  <a:pt x="1597687" y="189117"/>
                </a:lnTo>
                <a:lnTo>
                  <a:pt x="1604450" y="193641"/>
                </a:lnTo>
                <a:lnTo>
                  <a:pt x="1611221" y="198225"/>
                </a:lnTo>
                <a:lnTo>
                  <a:pt x="1617992" y="202863"/>
                </a:lnTo>
                <a:lnTo>
                  <a:pt x="1624763" y="207553"/>
                </a:lnTo>
                <a:lnTo>
                  <a:pt x="1631534" y="212297"/>
                </a:lnTo>
                <a:lnTo>
                  <a:pt x="1638305" y="217093"/>
                </a:lnTo>
                <a:lnTo>
                  <a:pt x="1645076" y="221942"/>
                </a:lnTo>
                <a:lnTo>
                  <a:pt x="1651847" y="226845"/>
                </a:lnTo>
                <a:lnTo>
                  <a:pt x="1658610" y="231800"/>
                </a:lnTo>
                <a:lnTo>
                  <a:pt x="1665381" y="236808"/>
                </a:lnTo>
                <a:lnTo>
                  <a:pt x="1672152" y="241877"/>
                </a:lnTo>
                <a:lnTo>
                  <a:pt x="1678923" y="246991"/>
                </a:lnTo>
                <a:lnTo>
                  <a:pt x="1685694" y="252166"/>
                </a:lnTo>
                <a:lnTo>
                  <a:pt x="1692465" y="257393"/>
                </a:lnTo>
                <a:lnTo>
                  <a:pt x="1699236" y="262666"/>
                </a:lnTo>
                <a:lnTo>
                  <a:pt x="1705999" y="268000"/>
                </a:lnTo>
                <a:lnTo>
                  <a:pt x="1712770" y="273386"/>
                </a:lnTo>
                <a:lnTo>
                  <a:pt x="1719541" y="278826"/>
                </a:lnTo>
                <a:lnTo>
                  <a:pt x="1726312" y="284318"/>
                </a:lnTo>
                <a:lnTo>
                  <a:pt x="1733083" y="289871"/>
                </a:lnTo>
                <a:lnTo>
                  <a:pt x="1739854" y="295469"/>
                </a:lnTo>
                <a:lnTo>
                  <a:pt x="1746625" y="301121"/>
                </a:lnTo>
                <a:lnTo>
                  <a:pt x="1753388" y="306832"/>
                </a:lnTo>
                <a:lnTo>
                  <a:pt x="1760159" y="312590"/>
                </a:lnTo>
                <a:lnTo>
                  <a:pt x="1766930" y="318407"/>
                </a:lnTo>
                <a:lnTo>
                  <a:pt x="1773701" y="324270"/>
                </a:lnTo>
                <a:lnTo>
                  <a:pt x="1780472" y="330194"/>
                </a:lnTo>
                <a:lnTo>
                  <a:pt x="1787243" y="336171"/>
                </a:lnTo>
                <a:lnTo>
                  <a:pt x="1794013" y="342200"/>
                </a:lnTo>
                <a:lnTo>
                  <a:pt x="1800777" y="348283"/>
                </a:lnTo>
                <a:lnTo>
                  <a:pt x="1807548" y="354418"/>
                </a:lnTo>
                <a:lnTo>
                  <a:pt x="1814319" y="360606"/>
                </a:lnTo>
                <a:lnTo>
                  <a:pt x="1821090" y="366848"/>
                </a:lnTo>
                <a:lnTo>
                  <a:pt x="1827861" y="373150"/>
                </a:lnTo>
                <a:lnTo>
                  <a:pt x="1834631" y="379497"/>
                </a:lnTo>
                <a:lnTo>
                  <a:pt x="1841402" y="385905"/>
                </a:lnTo>
                <a:lnTo>
                  <a:pt x="1848166" y="392358"/>
                </a:lnTo>
                <a:lnTo>
                  <a:pt x="1854937" y="398872"/>
                </a:lnTo>
                <a:lnTo>
                  <a:pt x="1861708" y="405438"/>
                </a:lnTo>
                <a:lnTo>
                  <a:pt x="1868478" y="412050"/>
                </a:lnTo>
                <a:lnTo>
                  <a:pt x="1875250" y="418723"/>
                </a:lnTo>
                <a:lnTo>
                  <a:pt x="1882020" y="425448"/>
                </a:lnTo>
                <a:lnTo>
                  <a:pt x="1888791" y="432227"/>
                </a:lnTo>
                <a:lnTo>
                  <a:pt x="1895555" y="439058"/>
                </a:lnTo>
                <a:lnTo>
                  <a:pt x="1902325" y="445950"/>
                </a:lnTo>
                <a:lnTo>
                  <a:pt x="1909097" y="452888"/>
                </a:lnTo>
                <a:lnTo>
                  <a:pt x="1915867" y="459878"/>
                </a:lnTo>
                <a:lnTo>
                  <a:pt x="1922638" y="466929"/>
                </a:lnTo>
                <a:lnTo>
                  <a:pt x="1929409" y="474033"/>
                </a:lnTo>
                <a:lnTo>
                  <a:pt x="1936180" y="481182"/>
                </a:lnTo>
                <a:lnTo>
                  <a:pt x="1942944" y="488391"/>
                </a:lnTo>
                <a:lnTo>
                  <a:pt x="1949714" y="495654"/>
                </a:lnTo>
                <a:lnTo>
                  <a:pt x="1956485" y="502970"/>
                </a:lnTo>
                <a:lnTo>
                  <a:pt x="1963256" y="510338"/>
                </a:lnTo>
                <a:lnTo>
                  <a:pt x="1970027" y="517760"/>
                </a:lnTo>
                <a:lnTo>
                  <a:pt x="1976798" y="525234"/>
                </a:lnTo>
                <a:lnTo>
                  <a:pt x="1983569" y="532762"/>
                </a:lnTo>
                <a:lnTo>
                  <a:pt x="1990332" y="540342"/>
                </a:lnTo>
                <a:lnTo>
                  <a:pt x="1997103" y="547983"/>
                </a:lnTo>
                <a:lnTo>
                  <a:pt x="2003874" y="555669"/>
                </a:lnTo>
                <a:lnTo>
                  <a:pt x="2010645" y="563416"/>
                </a:lnTo>
                <a:lnTo>
                  <a:pt x="2017416" y="571208"/>
                </a:lnTo>
                <a:lnTo>
                  <a:pt x="2024187" y="579061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83F8EE5B-3FE1-D20C-2E29-B635D60072AC}"/>
              </a:ext>
            </a:extLst>
          </p:cNvPr>
          <p:cNvSpPr/>
          <p:nvPr/>
        </p:nvSpPr>
        <p:spPr>
          <a:xfrm>
            <a:off x="2969488" y="3138235"/>
            <a:ext cx="2024186" cy="618855"/>
          </a:xfrm>
          <a:custGeom>
            <a:avLst/>
            <a:gdLst>
              <a:gd name="csX0" fmla="*/ 0 w 2024186"/>
              <a:gd name="csY0" fmla="*/ 0 h 618855"/>
              <a:gd name="csX1" fmla="*/ 6769 w 2024186"/>
              <a:gd name="csY1" fmla="*/ 8117 h 618855"/>
              <a:gd name="csX2" fmla="*/ 13540 w 2024186"/>
              <a:gd name="csY2" fmla="*/ 16181 h 618855"/>
              <a:gd name="csX3" fmla="*/ 20309 w 2024186"/>
              <a:gd name="csY3" fmla="*/ 24190 h 618855"/>
              <a:gd name="csX4" fmla="*/ 27079 w 2024186"/>
              <a:gd name="csY4" fmla="*/ 32146 h 618855"/>
              <a:gd name="csX5" fmla="*/ 33849 w 2024186"/>
              <a:gd name="csY5" fmla="*/ 40049 h 618855"/>
              <a:gd name="csX6" fmla="*/ 40619 w 2024186"/>
              <a:gd name="csY6" fmla="*/ 47898 h 618855"/>
              <a:gd name="csX7" fmla="*/ 47389 w 2024186"/>
              <a:gd name="csY7" fmla="*/ 55693 h 618855"/>
              <a:gd name="csX8" fmla="*/ 54158 w 2024186"/>
              <a:gd name="csY8" fmla="*/ 63435 h 618855"/>
              <a:gd name="csX9" fmla="*/ 60928 w 2024186"/>
              <a:gd name="csY9" fmla="*/ 71123 h 618855"/>
              <a:gd name="csX10" fmla="*/ 67699 w 2024186"/>
              <a:gd name="csY10" fmla="*/ 78758 h 618855"/>
              <a:gd name="csX11" fmla="*/ 74468 w 2024186"/>
              <a:gd name="csY11" fmla="*/ 86339 h 618855"/>
              <a:gd name="csX12" fmla="*/ 81238 w 2024186"/>
              <a:gd name="csY12" fmla="*/ 93866 h 618855"/>
              <a:gd name="csX13" fmla="*/ 88008 w 2024186"/>
              <a:gd name="csY13" fmla="*/ 101341 h 618855"/>
              <a:gd name="csX14" fmla="*/ 94778 w 2024186"/>
              <a:gd name="csY14" fmla="*/ 108761 h 618855"/>
              <a:gd name="csX15" fmla="*/ 101547 w 2024186"/>
              <a:gd name="csY15" fmla="*/ 116127 h 618855"/>
              <a:gd name="csX16" fmla="*/ 108317 w 2024186"/>
              <a:gd name="csY16" fmla="*/ 123440 h 618855"/>
              <a:gd name="csX17" fmla="*/ 115088 w 2024186"/>
              <a:gd name="csY17" fmla="*/ 130700 h 618855"/>
              <a:gd name="csX18" fmla="*/ 121857 w 2024186"/>
              <a:gd name="csY18" fmla="*/ 137906 h 618855"/>
              <a:gd name="csX19" fmla="*/ 128627 w 2024186"/>
              <a:gd name="csY19" fmla="*/ 145058 h 618855"/>
              <a:gd name="csX20" fmla="*/ 135396 w 2024186"/>
              <a:gd name="csY20" fmla="*/ 152157 h 618855"/>
              <a:gd name="csX21" fmla="*/ 142167 w 2024186"/>
              <a:gd name="csY21" fmla="*/ 159203 h 618855"/>
              <a:gd name="csX22" fmla="*/ 148937 w 2024186"/>
              <a:gd name="csY22" fmla="*/ 166194 h 618855"/>
              <a:gd name="csX23" fmla="*/ 155706 w 2024186"/>
              <a:gd name="csY23" fmla="*/ 173132 h 618855"/>
              <a:gd name="csX24" fmla="*/ 162476 w 2024186"/>
              <a:gd name="csY24" fmla="*/ 180016 h 618855"/>
              <a:gd name="csX25" fmla="*/ 169246 w 2024186"/>
              <a:gd name="csY25" fmla="*/ 186848 h 618855"/>
              <a:gd name="csX26" fmla="*/ 176016 w 2024186"/>
              <a:gd name="csY26" fmla="*/ 193625 h 618855"/>
              <a:gd name="csX27" fmla="*/ 182785 w 2024186"/>
              <a:gd name="csY27" fmla="*/ 200349 h 618855"/>
              <a:gd name="csX28" fmla="*/ 189556 w 2024186"/>
              <a:gd name="csY28" fmla="*/ 207019 h 618855"/>
              <a:gd name="csX29" fmla="*/ 196326 w 2024186"/>
              <a:gd name="csY29" fmla="*/ 213636 h 618855"/>
              <a:gd name="csX30" fmla="*/ 203095 w 2024186"/>
              <a:gd name="csY30" fmla="*/ 220199 h 618855"/>
              <a:gd name="csX31" fmla="*/ 209865 w 2024186"/>
              <a:gd name="csY31" fmla="*/ 226708 h 618855"/>
              <a:gd name="csX32" fmla="*/ 216635 w 2024186"/>
              <a:gd name="csY32" fmla="*/ 233164 h 618855"/>
              <a:gd name="csX33" fmla="*/ 223405 w 2024186"/>
              <a:gd name="csY33" fmla="*/ 239566 h 618855"/>
              <a:gd name="csX34" fmla="*/ 230175 w 2024186"/>
              <a:gd name="csY34" fmla="*/ 245915 h 618855"/>
              <a:gd name="csX35" fmla="*/ 236944 w 2024186"/>
              <a:gd name="csY35" fmla="*/ 252210 h 618855"/>
              <a:gd name="csX36" fmla="*/ 243715 w 2024186"/>
              <a:gd name="csY36" fmla="*/ 258451 h 618855"/>
              <a:gd name="csX37" fmla="*/ 250484 w 2024186"/>
              <a:gd name="csY37" fmla="*/ 264639 h 618855"/>
              <a:gd name="csX38" fmla="*/ 257254 w 2024186"/>
              <a:gd name="csY38" fmla="*/ 270773 h 618855"/>
              <a:gd name="csX39" fmla="*/ 264024 w 2024186"/>
              <a:gd name="csY39" fmla="*/ 276854 h 618855"/>
              <a:gd name="csX40" fmla="*/ 270794 w 2024186"/>
              <a:gd name="csY40" fmla="*/ 282882 h 618855"/>
              <a:gd name="csX41" fmla="*/ 277564 w 2024186"/>
              <a:gd name="csY41" fmla="*/ 288855 h 618855"/>
              <a:gd name="csX42" fmla="*/ 284333 w 2024186"/>
              <a:gd name="csY42" fmla="*/ 294775 h 618855"/>
              <a:gd name="csX43" fmla="*/ 291104 w 2024186"/>
              <a:gd name="csY43" fmla="*/ 300642 h 618855"/>
              <a:gd name="csX44" fmla="*/ 297873 w 2024186"/>
              <a:gd name="csY44" fmla="*/ 306454 h 618855"/>
              <a:gd name="csX45" fmla="*/ 304643 w 2024186"/>
              <a:gd name="csY45" fmla="*/ 312214 h 618855"/>
              <a:gd name="csX46" fmla="*/ 311413 w 2024186"/>
              <a:gd name="csY46" fmla="*/ 317919 h 618855"/>
              <a:gd name="csX47" fmla="*/ 318183 w 2024186"/>
              <a:gd name="csY47" fmla="*/ 323571 h 618855"/>
              <a:gd name="csX48" fmla="*/ 324953 w 2024186"/>
              <a:gd name="csY48" fmla="*/ 329170 h 618855"/>
              <a:gd name="csX49" fmla="*/ 331722 w 2024186"/>
              <a:gd name="csY49" fmla="*/ 334715 h 618855"/>
              <a:gd name="csX50" fmla="*/ 338492 w 2024186"/>
              <a:gd name="csY50" fmla="*/ 340206 h 618855"/>
              <a:gd name="csX51" fmla="*/ 345262 w 2024186"/>
              <a:gd name="csY51" fmla="*/ 345644 h 618855"/>
              <a:gd name="csX52" fmla="*/ 352032 w 2024186"/>
              <a:gd name="csY52" fmla="*/ 351028 h 618855"/>
              <a:gd name="csX53" fmla="*/ 358802 w 2024186"/>
              <a:gd name="csY53" fmla="*/ 356359 h 618855"/>
              <a:gd name="csX54" fmla="*/ 365571 w 2024186"/>
              <a:gd name="csY54" fmla="*/ 361636 h 618855"/>
              <a:gd name="csX55" fmla="*/ 372342 w 2024186"/>
              <a:gd name="csY55" fmla="*/ 366859 h 618855"/>
              <a:gd name="csX56" fmla="*/ 379111 w 2024186"/>
              <a:gd name="csY56" fmla="*/ 372029 h 618855"/>
              <a:gd name="csX57" fmla="*/ 385881 w 2024186"/>
              <a:gd name="csY57" fmla="*/ 377146 h 618855"/>
              <a:gd name="csX58" fmla="*/ 392651 w 2024186"/>
              <a:gd name="csY58" fmla="*/ 382208 h 618855"/>
              <a:gd name="csX59" fmla="*/ 399421 w 2024186"/>
              <a:gd name="csY59" fmla="*/ 387217 h 618855"/>
              <a:gd name="csX60" fmla="*/ 406191 w 2024186"/>
              <a:gd name="csY60" fmla="*/ 392173 h 618855"/>
              <a:gd name="csX61" fmla="*/ 412960 w 2024186"/>
              <a:gd name="csY61" fmla="*/ 397075 h 618855"/>
              <a:gd name="csX62" fmla="*/ 419731 w 2024186"/>
              <a:gd name="csY62" fmla="*/ 401923 h 618855"/>
              <a:gd name="csX63" fmla="*/ 426500 w 2024186"/>
              <a:gd name="csY63" fmla="*/ 406718 h 618855"/>
              <a:gd name="csX64" fmla="*/ 433270 w 2024186"/>
              <a:gd name="csY64" fmla="*/ 411459 h 618855"/>
              <a:gd name="csX65" fmla="*/ 440040 w 2024186"/>
              <a:gd name="csY65" fmla="*/ 416146 h 618855"/>
              <a:gd name="csX66" fmla="*/ 446810 w 2024186"/>
              <a:gd name="csY66" fmla="*/ 420781 h 618855"/>
              <a:gd name="csX67" fmla="*/ 453580 w 2024186"/>
              <a:gd name="csY67" fmla="*/ 425361 h 618855"/>
              <a:gd name="csX68" fmla="*/ 460346 w 2024186"/>
              <a:gd name="csY68" fmla="*/ 429888 h 618855"/>
              <a:gd name="csX69" fmla="*/ 467117 w 2024186"/>
              <a:gd name="csY69" fmla="*/ 434361 h 618855"/>
              <a:gd name="csX70" fmla="*/ 473888 w 2024186"/>
              <a:gd name="csY70" fmla="*/ 438781 h 618855"/>
              <a:gd name="csX71" fmla="*/ 480659 w 2024186"/>
              <a:gd name="csY71" fmla="*/ 443147 h 618855"/>
              <a:gd name="csX72" fmla="*/ 487430 w 2024186"/>
              <a:gd name="csY72" fmla="*/ 447460 h 618855"/>
              <a:gd name="csX73" fmla="*/ 494201 w 2024186"/>
              <a:gd name="csY73" fmla="*/ 451718 h 618855"/>
              <a:gd name="csX74" fmla="*/ 500972 w 2024186"/>
              <a:gd name="csY74" fmla="*/ 455924 h 618855"/>
              <a:gd name="csX75" fmla="*/ 507735 w 2024186"/>
              <a:gd name="csY75" fmla="*/ 460075 h 618855"/>
              <a:gd name="csX76" fmla="*/ 514506 w 2024186"/>
              <a:gd name="csY76" fmla="*/ 464174 h 618855"/>
              <a:gd name="csX77" fmla="*/ 521277 w 2024186"/>
              <a:gd name="csY77" fmla="*/ 468219 h 618855"/>
              <a:gd name="csX78" fmla="*/ 528048 w 2024186"/>
              <a:gd name="csY78" fmla="*/ 472209 h 618855"/>
              <a:gd name="csX79" fmla="*/ 534819 w 2024186"/>
              <a:gd name="csY79" fmla="*/ 476147 h 618855"/>
              <a:gd name="csX80" fmla="*/ 541590 w 2024186"/>
              <a:gd name="csY80" fmla="*/ 480030 h 618855"/>
              <a:gd name="csX81" fmla="*/ 548361 w 2024186"/>
              <a:gd name="csY81" fmla="*/ 483861 h 618855"/>
              <a:gd name="csX82" fmla="*/ 555124 w 2024186"/>
              <a:gd name="csY82" fmla="*/ 487638 h 618855"/>
              <a:gd name="csX83" fmla="*/ 561895 w 2024186"/>
              <a:gd name="csY83" fmla="*/ 491361 h 618855"/>
              <a:gd name="csX84" fmla="*/ 568666 w 2024186"/>
              <a:gd name="csY84" fmla="*/ 495030 h 618855"/>
              <a:gd name="csX85" fmla="*/ 575437 w 2024186"/>
              <a:gd name="csY85" fmla="*/ 498646 h 618855"/>
              <a:gd name="csX86" fmla="*/ 582208 w 2024186"/>
              <a:gd name="csY86" fmla="*/ 502209 h 618855"/>
              <a:gd name="csX87" fmla="*/ 588979 w 2024186"/>
              <a:gd name="csY87" fmla="*/ 505717 h 618855"/>
              <a:gd name="csX88" fmla="*/ 595750 w 2024186"/>
              <a:gd name="csY88" fmla="*/ 509173 h 618855"/>
              <a:gd name="csX89" fmla="*/ 602513 w 2024186"/>
              <a:gd name="csY89" fmla="*/ 512575 h 618855"/>
              <a:gd name="csX90" fmla="*/ 609284 w 2024186"/>
              <a:gd name="csY90" fmla="*/ 515922 h 618855"/>
              <a:gd name="csX91" fmla="*/ 616055 w 2024186"/>
              <a:gd name="csY91" fmla="*/ 519217 h 618855"/>
              <a:gd name="csX92" fmla="*/ 622826 w 2024186"/>
              <a:gd name="csY92" fmla="*/ 522458 h 618855"/>
              <a:gd name="csX93" fmla="*/ 629597 w 2024186"/>
              <a:gd name="csY93" fmla="*/ 525645 h 618855"/>
              <a:gd name="csX94" fmla="*/ 636368 w 2024186"/>
              <a:gd name="csY94" fmla="*/ 528779 h 618855"/>
              <a:gd name="csX95" fmla="*/ 643138 w 2024186"/>
              <a:gd name="csY95" fmla="*/ 531859 h 618855"/>
              <a:gd name="csX96" fmla="*/ 649902 w 2024186"/>
              <a:gd name="csY96" fmla="*/ 534885 h 618855"/>
              <a:gd name="csX97" fmla="*/ 656673 w 2024186"/>
              <a:gd name="csY97" fmla="*/ 537859 h 618855"/>
              <a:gd name="csX98" fmla="*/ 663444 w 2024186"/>
              <a:gd name="csY98" fmla="*/ 540778 h 618855"/>
              <a:gd name="csX99" fmla="*/ 670215 w 2024186"/>
              <a:gd name="csY99" fmla="*/ 543644 h 618855"/>
              <a:gd name="csX100" fmla="*/ 676985 w 2024186"/>
              <a:gd name="csY100" fmla="*/ 546456 h 618855"/>
              <a:gd name="csX101" fmla="*/ 683756 w 2024186"/>
              <a:gd name="csY101" fmla="*/ 549214 h 618855"/>
              <a:gd name="csX102" fmla="*/ 690527 w 2024186"/>
              <a:gd name="csY102" fmla="*/ 551919 h 618855"/>
              <a:gd name="csX103" fmla="*/ 697291 w 2024186"/>
              <a:gd name="csY103" fmla="*/ 554571 h 618855"/>
              <a:gd name="csX104" fmla="*/ 704062 w 2024186"/>
              <a:gd name="csY104" fmla="*/ 557169 h 618855"/>
              <a:gd name="csX105" fmla="*/ 710832 w 2024186"/>
              <a:gd name="csY105" fmla="*/ 559713 h 618855"/>
              <a:gd name="csX106" fmla="*/ 717603 w 2024186"/>
              <a:gd name="csY106" fmla="*/ 562204 h 618855"/>
              <a:gd name="csX107" fmla="*/ 724374 w 2024186"/>
              <a:gd name="csY107" fmla="*/ 564641 h 618855"/>
              <a:gd name="csX108" fmla="*/ 731145 w 2024186"/>
              <a:gd name="csY108" fmla="*/ 567024 h 618855"/>
              <a:gd name="csX109" fmla="*/ 737916 w 2024186"/>
              <a:gd name="csY109" fmla="*/ 569354 h 618855"/>
              <a:gd name="csX110" fmla="*/ 744680 w 2024186"/>
              <a:gd name="csY110" fmla="*/ 571631 h 618855"/>
              <a:gd name="csX111" fmla="*/ 751450 w 2024186"/>
              <a:gd name="csY111" fmla="*/ 573853 h 618855"/>
              <a:gd name="csX112" fmla="*/ 758221 w 2024186"/>
              <a:gd name="csY112" fmla="*/ 576023 h 618855"/>
              <a:gd name="csX113" fmla="*/ 764992 w 2024186"/>
              <a:gd name="csY113" fmla="*/ 578138 h 618855"/>
              <a:gd name="csX114" fmla="*/ 771763 w 2024186"/>
              <a:gd name="csY114" fmla="*/ 580201 h 618855"/>
              <a:gd name="csX115" fmla="*/ 778534 w 2024186"/>
              <a:gd name="csY115" fmla="*/ 582209 h 618855"/>
              <a:gd name="csX116" fmla="*/ 785305 w 2024186"/>
              <a:gd name="csY116" fmla="*/ 584164 h 618855"/>
              <a:gd name="csX117" fmla="*/ 792068 w 2024186"/>
              <a:gd name="csY117" fmla="*/ 586065 h 618855"/>
              <a:gd name="csX118" fmla="*/ 798839 w 2024186"/>
              <a:gd name="csY118" fmla="*/ 587913 h 618855"/>
              <a:gd name="csX119" fmla="*/ 805610 w 2024186"/>
              <a:gd name="csY119" fmla="*/ 589707 h 618855"/>
              <a:gd name="csX120" fmla="*/ 812381 w 2024186"/>
              <a:gd name="csY120" fmla="*/ 591448 h 618855"/>
              <a:gd name="csX121" fmla="*/ 819152 w 2024186"/>
              <a:gd name="csY121" fmla="*/ 593135 h 618855"/>
              <a:gd name="csX122" fmla="*/ 825923 w 2024186"/>
              <a:gd name="csY122" fmla="*/ 594768 h 618855"/>
              <a:gd name="csX123" fmla="*/ 832694 w 2024186"/>
              <a:gd name="csY123" fmla="*/ 596348 h 618855"/>
              <a:gd name="csX124" fmla="*/ 839465 w 2024186"/>
              <a:gd name="csY124" fmla="*/ 597874 h 618855"/>
              <a:gd name="csX125" fmla="*/ 846228 w 2024186"/>
              <a:gd name="csY125" fmla="*/ 599347 h 618855"/>
              <a:gd name="csX126" fmla="*/ 852999 w 2024186"/>
              <a:gd name="csY126" fmla="*/ 600766 h 618855"/>
              <a:gd name="csX127" fmla="*/ 859770 w 2024186"/>
              <a:gd name="csY127" fmla="*/ 602132 h 618855"/>
              <a:gd name="csX128" fmla="*/ 866541 w 2024186"/>
              <a:gd name="csY128" fmla="*/ 603443 h 618855"/>
              <a:gd name="csX129" fmla="*/ 873312 w 2024186"/>
              <a:gd name="csY129" fmla="*/ 604702 h 618855"/>
              <a:gd name="csX130" fmla="*/ 880083 w 2024186"/>
              <a:gd name="csY130" fmla="*/ 605907 h 618855"/>
              <a:gd name="csX131" fmla="*/ 886854 w 2024186"/>
              <a:gd name="csY131" fmla="*/ 607061 h 618855"/>
              <a:gd name="csX132" fmla="*/ 893617 w 2024186"/>
              <a:gd name="csY132" fmla="*/ 608158 h 618855"/>
              <a:gd name="csX133" fmla="*/ 900388 w 2024186"/>
              <a:gd name="csY133" fmla="*/ 609202 h 618855"/>
              <a:gd name="csX134" fmla="*/ 907159 w 2024186"/>
              <a:gd name="csY134" fmla="*/ 610193 h 618855"/>
              <a:gd name="csX135" fmla="*/ 913930 w 2024186"/>
              <a:gd name="csY135" fmla="*/ 611124 h 618855"/>
              <a:gd name="csX136" fmla="*/ 920701 w 2024186"/>
              <a:gd name="csY136" fmla="*/ 612009 h 618855"/>
              <a:gd name="csX137" fmla="*/ 927472 w 2024186"/>
              <a:gd name="csY137" fmla="*/ 612841 h 618855"/>
              <a:gd name="csX138" fmla="*/ 934243 w 2024186"/>
              <a:gd name="csY138" fmla="*/ 613613 h 618855"/>
              <a:gd name="csX139" fmla="*/ 941006 w 2024186"/>
              <a:gd name="csY139" fmla="*/ 614339 h 618855"/>
              <a:gd name="csX140" fmla="*/ 947777 w 2024186"/>
              <a:gd name="csY140" fmla="*/ 615005 h 618855"/>
              <a:gd name="csX141" fmla="*/ 954548 w 2024186"/>
              <a:gd name="csY141" fmla="*/ 615625 h 618855"/>
              <a:gd name="csX142" fmla="*/ 961319 w 2024186"/>
              <a:gd name="csY142" fmla="*/ 616185 h 618855"/>
              <a:gd name="csX143" fmla="*/ 968090 w 2024186"/>
              <a:gd name="csY143" fmla="*/ 616692 h 618855"/>
              <a:gd name="csX144" fmla="*/ 974861 w 2024186"/>
              <a:gd name="csY144" fmla="*/ 617146 h 618855"/>
              <a:gd name="csX145" fmla="*/ 981632 w 2024186"/>
              <a:gd name="csY145" fmla="*/ 617547 h 618855"/>
              <a:gd name="csX146" fmla="*/ 988395 w 2024186"/>
              <a:gd name="csY146" fmla="*/ 617895 h 618855"/>
              <a:gd name="csX147" fmla="*/ 995166 w 2024186"/>
              <a:gd name="csY147" fmla="*/ 618190 h 618855"/>
              <a:gd name="csX148" fmla="*/ 1001937 w 2024186"/>
              <a:gd name="csY148" fmla="*/ 618432 h 618855"/>
              <a:gd name="csX149" fmla="*/ 1008708 w 2024186"/>
              <a:gd name="csY149" fmla="*/ 618613 h 618855"/>
              <a:gd name="csX150" fmla="*/ 1015479 w 2024186"/>
              <a:gd name="csY150" fmla="*/ 618750 h 618855"/>
              <a:gd name="csX151" fmla="*/ 1022249 w 2024186"/>
              <a:gd name="csY151" fmla="*/ 618825 h 618855"/>
              <a:gd name="csX152" fmla="*/ 1029020 w 2024186"/>
              <a:gd name="csY152" fmla="*/ 618855 h 618855"/>
              <a:gd name="csX153" fmla="*/ 1035784 w 2024186"/>
              <a:gd name="csY153" fmla="*/ 618825 h 618855"/>
              <a:gd name="csX154" fmla="*/ 1042555 w 2024186"/>
              <a:gd name="csY154" fmla="*/ 618742 h 618855"/>
              <a:gd name="csX155" fmla="*/ 1049326 w 2024186"/>
              <a:gd name="csY155" fmla="*/ 618613 h 618855"/>
              <a:gd name="csX156" fmla="*/ 1056097 w 2024186"/>
              <a:gd name="csY156" fmla="*/ 618424 h 618855"/>
              <a:gd name="csX157" fmla="*/ 1062868 w 2024186"/>
              <a:gd name="csY157" fmla="*/ 618182 h 618855"/>
              <a:gd name="csX158" fmla="*/ 1069638 w 2024186"/>
              <a:gd name="csY158" fmla="*/ 617887 h 618855"/>
              <a:gd name="csX159" fmla="*/ 1076409 w 2024186"/>
              <a:gd name="csY159" fmla="*/ 617539 h 618855"/>
              <a:gd name="csX160" fmla="*/ 1083173 w 2024186"/>
              <a:gd name="csY160" fmla="*/ 617131 h 618855"/>
              <a:gd name="csX161" fmla="*/ 1089944 w 2024186"/>
              <a:gd name="csY161" fmla="*/ 616677 h 618855"/>
              <a:gd name="csX162" fmla="*/ 1096715 w 2024186"/>
              <a:gd name="csY162" fmla="*/ 616170 h 618855"/>
              <a:gd name="csX163" fmla="*/ 1103485 w 2024186"/>
              <a:gd name="csY163" fmla="*/ 615602 h 618855"/>
              <a:gd name="csX164" fmla="*/ 1110256 w 2024186"/>
              <a:gd name="csY164" fmla="*/ 614990 h 618855"/>
              <a:gd name="csX165" fmla="*/ 1117027 w 2024186"/>
              <a:gd name="csY165" fmla="*/ 614316 h 618855"/>
              <a:gd name="csX166" fmla="*/ 1123798 w 2024186"/>
              <a:gd name="csY166" fmla="*/ 613590 h 618855"/>
              <a:gd name="csX167" fmla="*/ 1130562 w 2024186"/>
              <a:gd name="csY167" fmla="*/ 612811 h 618855"/>
              <a:gd name="csX168" fmla="*/ 1137332 w 2024186"/>
              <a:gd name="csY168" fmla="*/ 611979 h 618855"/>
              <a:gd name="csX169" fmla="*/ 1144103 w 2024186"/>
              <a:gd name="csY169" fmla="*/ 611093 h 618855"/>
              <a:gd name="csX170" fmla="*/ 1150874 w 2024186"/>
              <a:gd name="csY170" fmla="*/ 610155 h 618855"/>
              <a:gd name="csX171" fmla="*/ 1157645 w 2024186"/>
              <a:gd name="csY171" fmla="*/ 609164 h 618855"/>
              <a:gd name="csX172" fmla="*/ 1164416 w 2024186"/>
              <a:gd name="csY172" fmla="*/ 608120 h 618855"/>
              <a:gd name="csX173" fmla="*/ 1171187 w 2024186"/>
              <a:gd name="csY173" fmla="*/ 607023 h 618855"/>
              <a:gd name="csX174" fmla="*/ 1177950 w 2024186"/>
              <a:gd name="csY174" fmla="*/ 605868 h 618855"/>
              <a:gd name="csX175" fmla="*/ 1184721 w 2024186"/>
              <a:gd name="csY175" fmla="*/ 604661 h 618855"/>
              <a:gd name="csX176" fmla="*/ 1191492 w 2024186"/>
              <a:gd name="csY176" fmla="*/ 603402 h 618855"/>
              <a:gd name="csX177" fmla="*/ 1198263 w 2024186"/>
              <a:gd name="csY177" fmla="*/ 602088 h 618855"/>
              <a:gd name="csX178" fmla="*/ 1205034 w 2024186"/>
              <a:gd name="csY178" fmla="*/ 600721 h 618855"/>
              <a:gd name="csX179" fmla="*/ 1211805 w 2024186"/>
              <a:gd name="csY179" fmla="*/ 599300 h 618855"/>
              <a:gd name="csX180" fmla="*/ 1218576 w 2024186"/>
              <a:gd name="csY180" fmla="*/ 597825 h 618855"/>
              <a:gd name="csX181" fmla="*/ 1225339 w 2024186"/>
              <a:gd name="csY181" fmla="*/ 596298 h 618855"/>
              <a:gd name="csX182" fmla="*/ 1232110 w 2024186"/>
              <a:gd name="csY182" fmla="*/ 594716 h 618855"/>
              <a:gd name="csX183" fmla="*/ 1238881 w 2024186"/>
              <a:gd name="csY183" fmla="*/ 593081 h 618855"/>
              <a:gd name="csX184" fmla="*/ 1245652 w 2024186"/>
              <a:gd name="csY184" fmla="*/ 591392 h 618855"/>
              <a:gd name="csX185" fmla="*/ 1252423 w 2024186"/>
              <a:gd name="csY185" fmla="*/ 589650 h 618855"/>
              <a:gd name="csX186" fmla="*/ 1259194 w 2024186"/>
              <a:gd name="csY186" fmla="*/ 587854 h 618855"/>
              <a:gd name="csX187" fmla="*/ 1265965 w 2024186"/>
              <a:gd name="csY187" fmla="*/ 586005 h 618855"/>
              <a:gd name="csX188" fmla="*/ 1272728 w 2024186"/>
              <a:gd name="csY188" fmla="*/ 584101 h 618855"/>
              <a:gd name="csX189" fmla="*/ 1279499 w 2024186"/>
              <a:gd name="csY189" fmla="*/ 582145 h 618855"/>
              <a:gd name="csX190" fmla="*/ 1286270 w 2024186"/>
              <a:gd name="csY190" fmla="*/ 580135 h 618855"/>
              <a:gd name="csX191" fmla="*/ 1293041 w 2024186"/>
              <a:gd name="csY191" fmla="*/ 578071 h 618855"/>
              <a:gd name="csX192" fmla="*/ 1299812 w 2024186"/>
              <a:gd name="csY192" fmla="*/ 575953 h 618855"/>
              <a:gd name="csX193" fmla="*/ 1306583 w 2024186"/>
              <a:gd name="csY193" fmla="*/ 573782 h 618855"/>
              <a:gd name="csX194" fmla="*/ 1313354 w 2024186"/>
              <a:gd name="csY194" fmla="*/ 571558 h 618855"/>
              <a:gd name="csX195" fmla="*/ 1320117 w 2024186"/>
              <a:gd name="csY195" fmla="*/ 569280 h 618855"/>
              <a:gd name="csX196" fmla="*/ 1326888 w 2024186"/>
              <a:gd name="csY196" fmla="*/ 566949 h 618855"/>
              <a:gd name="csX197" fmla="*/ 1333659 w 2024186"/>
              <a:gd name="csY197" fmla="*/ 564563 h 618855"/>
              <a:gd name="csX198" fmla="*/ 1340430 w 2024186"/>
              <a:gd name="csY198" fmla="*/ 562124 h 618855"/>
              <a:gd name="csX199" fmla="*/ 1347201 w 2024186"/>
              <a:gd name="csY199" fmla="*/ 559631 h 618855"/>
              <a:gd name="csX200" fmla="*/ 1353972 w 2024186"/>
              <a:gd name="csY200" fmla="*/ 557086 h 618855"/>
              <a:gd name="csX201" fmla="*/ 1360743 w 2024186"/>
              <a:gd name="csY201" fmla="*/ 554486 h 618855"/>
              <a:gd name="csX202" fmla="*/ 1367506 w 2024186"/>
              <a:gd name="csY202" fmla="*/ 551832 h 618855"/>
              <a:gd name="csX203" fmla="*/ 1374277 w 2024186"/>
              <a:gd name="csY203" fmla="*/ 549126 h 618855"/>
              <a:gd name="csX204" fmla="*/ 1381048 w 2024186"/>
              <a:gd name="csY204" fmla="*/ 546366 h 618855"/>
              <a:gd name="csX205" fmla="*/ 1387819 w 2024186"/>
              <a:gd name="csY205" fmla="*/ 543551 h 618855"/>
              <a:gd name="csX206" fmla="*/ 1394590 w 2024186"/>
              <a:gd name="csY206" fmla="*/ 540684 h 618855"/>
              <a:gd name="csX207" fmla="*/ 1401361 w 2024186"/>
              <a:gd name="csY207" fmla="*/ 537763 h 618855"/>
              <a:gd name="csX208" fmla="*/ 1408131 w 2024186"/>
              <a:gd name="csY208" fmla="*/ 534789 h 618855"/>
              <a:gd name="csX209" fmla="*/ 1414895 w 2024186"/>
              <a:gd name="csY209" fmla="*/ 531760 h 618855"/>
              <a:gd name="csX210" fmla="*/ 1421666 w 2024186"/>
              <a:gd name="csY210" fmla="*/ 528678 h 618855"/>
              <a:gd name="csX211" fmla="*/ 1428437 w 2024186"/>
              <a:gd name="csY211" fmla="*/ 525543 h 618855"/>
              <a:gd name="csX212" fmla="*/ 1435208 w 2024186"/>
              <a:gd name="csY212" fmla="*/ 522354 h 618855"/>
              <a:gd name="csX213" fmla="*/ 1441978 w 2024186"/>
              <a:gd name="csY213" fmla="*/ 519111 h 618855"/>
              <a:gd name="csX214" fmla="*/ 1448750 w 2024186"/>
              <a:gd name="csY214" fmla="*/ 515815 h 618855"/>
              <a:gd name="csX215" fmla="*/ 1455520 w 2024186"/>
              <a:gd name="csY215" fmla="*/ 512465 h 618855"/>
              <a:gd name="csX216" fmla="*/ 1462284 w 2024186"/>
              <a:gd name="csY216" fmla="*/ 509061 h 618855"/>
              <a:gd name="csX217" fmla="*/ 1469055 w 2024186"/>
              <a:gd name="csY217" fmla="*/ 505605 h 618855"/>
              <a:gd name="csX218" fmla="*/ 1475826 w 2024186"/>
              <a:gd name="csY218" fmla="*/ 502094 h 618855"/>
              <a:gd name="csX219" fmla="*/ 1482597 w 2024186"/>
              <a:gd name="csY219" fmla="*/ 498530 h 618855"/>
              <a:gd name="csX220" fmla="*/ 1489367 w 2024186"/>
              <a:gd name="csY220" fmla="*/ 494913 h 618855"/>
              <a:gd name="csX221" fmla="*/ 1496138 w 2024186"/>
              <a:gd name="csY221" fmla="*/ 491241 h 618855"/>
              <a:gd name="csX222" fmla="*/ 1502909 w 2024186"/>
              <a:gd name="csY222" fmla="*/ 487516 h 618855"/>
              <a:gd name="csX223" fmla="*/ 1509673 w 2024186"/>
              <a:gd name="csY223" fmla="*/ 483738 h 618855"/>
              <a:gd name="csX224" fmla="*/ 1516444 w 2024186"/>
              <a:gd name="csY224" fmla="*/ 479906 h 618855"/>
              <a:gd name="csX225" fmla="*/ 1523215 w 2024186"/>
              <a:gd name="csY225" fmla="*/ 476020 h 618855"/>
              <a:gd name="csX226" fmla="*/ 1529985 w 2024186"/>
              <a:gd name="csY226" fmla="*/ 472081 h 618855"/>
              <a:gd name="csX227" fmla="*/ 1536756 w 2024186"/>
              <a:gd name="csY227" fmla="*/ 468089 h 618855"/>
              <a:gd name="csX228" fmla="*/ 1543527 w 2024186"/>
              <a:gd name="csY228" fmla="*/ 464042 h 618855"/>
              <a:gd name="csX229" fmla="*/ 1550298 w 2024186"/>
              <a:gd name="csY229" fmla="*/ 459942 h 618855"/>
              <a:gd name="csX230" fmla="*/ 1557062 w 2024186"/>
              <a:gd name="csY230" fmla="*/ 455788 h 618855"/>
              <a:gd name="csX231" fmla="*/ 1563832 w 2024186"/>
              <a:gd name="csY231" fmla="*/ 451581 h 618855"/>
              <a:gd name="csX232" fmla="*/ 1570603 w 2024186"/>
              <a:gd name="csY232" fmla="*/ 447320 h 618855"/>
              <a:gd name="csX233" fmla="*/ 1577374 w 2024186"/>
              <a:gd name="csY233" fmla="*/ 443007 h 618855"/>
              <a:gd name="csX234" fmla="*/ 1584145 w 2024186"/>
              <a:gd name="csY234" fmla="*/ 438638 h 618855"/>
              <a:gd name="csX235" fmla="*/ 1590916 w 2024186"/>
              <a:gd name="csY235" fmla="*/ 434217 h 618855"/>
              <a:gd name="csX236" fmla="*/ 1597687 w 2024186"/>
              <a:gd name="csY236" fmla="*/ 429742 h 618855"/>
              <a:gd name="csX237" fmla="*/ 1604450 w 2024186"/>
              <a:gd name="csY237" fmla="*/ 425214 h 618855"/>
              <a:gd name="csX238" fmla="*/ 1611221 w 2024186"/>
              <a:gd name="csY238" fmla="*/ 420632 h 618855"/>
              <a:gd name="csX239" fmla="*/ 1617992 w 2024186"/>
              <a:gd name="csY239" fmla="*/ 415996 h 618855"/>
              <a:gd name="csX240" fmla="*/ 1624763 w 2024186"/>
              <a:gd name="csY240" fmla="*/ 411307 h 618855"/>
              <a:gd name="csX241" fmla="*/ 1631534 w 2024186"/>
              <a:gd name="csY241" fmla="*/ 406563 h 618855"/>
              <a:gd name="csX242" fmla="*/ 1638305 w 2024186"/>
              <a:gd name="csY242" fmla="*/ 401767 h 618855"/>
              <a:gd name="csX243" fmla="*/ 1645076 w 2024186"/>
              <a:gd name="csY243" fmla="*/ 396917 h 618855"/>
              <a:gd name="csX244" fmla="*/ 1651847 w 2024186"/>
              <a:gd name="csY244" fmla="*/ 392013 h 618855"/>
              <a:gd name="csX245" fmla="*/ 1658610 w 2024186"/>
              <a:gd name="csY245" fmla="*/ 387056 h 618855"/>
              <a:gd name="csX246" fmla="*/ 1665381 w 2024186"/>
              <a:gd name="csY246" fmla="*/ 382045 h 618855"/>
              <a:gd name="csX247" fmla="*/ 1672152 w 2024186"/>
              <a:gd name="csY247" fmla="*/ 376981 h 618855"/>
              <a:gd name="csX248" fmla="*/ 1678923 w 2024186"/>
              <a:gd name="csY248" fmla="*/ 371863 h 618855"/>
              <a:gd name="csX249" fmla="*/ 1685694 w 2024186"/>
              <a:gd name="csY249" fmla="*/ 366691 h 618855"/>
              <a:gd name="csX250" fmla="*/ 1692465 w 2024186"/>
              <a:gd name="csY250" fmla="*/ 361466 h 618855"/>
              <a:gd name="csX251" fmla="*/ 1699236 w 2024186"/>
              <a:gd name="csY251" fmla="*/ 356187 h 618855"/>
              <a:gd name="csX252" fmla="*/ 1705999 w 2024186"/>
              <a:gd name="csY252" fmla="*/ 350855 h 618855"/>
              <a:gd name="csX253" fmla="*/ 1712770 w 2024186"/>
              <a:gd name="csY253" fmla="*/ 345469 h 618855"/>
              <a:gd name="csX254" fmla="*/ 1719541 w 2024186"/>
              <a:gd name="csY254" fmla="*/ 340030 h 618855"/>
              <a:gd name="csX255" fmla="*/ 1726312 w 2024186"/>
              <a:gd name="csY255" fmla="*/ 334536 h 618855"/>
              <a:gd name="csX256" fmla="*/ 1733083 w 2024186"/>
              <a:gd name="csY256" fmla="*/ 328990 h 618855"/>
              <a:gd name="csX257" fmla="*/ 1739854 w 2024186"/>
              <a:gd name="csY257" fmla="*/ 323389 h 618855"/>
              <a:gd name="csX258" fmla="*/ 1746625 w 2024186"/>
              <a:gd name="csY258" fmla="*/ 317736 h 618855"/>
              <a:gd name="csX259" fmla="*/ 1753388 w 2024186"/>
              <a:gd name="csY259" fmla="*/ 312028 h 618855"/>
              <a:gd name="csX260" fmla="*/ 1760159 w 2024186"/>
              <a:gd name="csY260" fmla="*/ 306267 h 618855"/>
              <a:gd name="csX261" fmla="*/ 1766930 w 2024186"/>
              <a:gd name="csY261" fmla="*/ 300453 h 618855"/>
              <a:gd name="csX262" fmla="*/ 1773701 w 2024186"/>
              <a:gd name="csY262" fmla="*/ 294584 h 618855"/>
              <a:gd name="csX263" fmla="*/ 1780472 w 2024186"/>
              <a:gd name="csY263" fmla="*/ 288663 h 618855"/>
              <a:gd name="csX264" fmla="*/ 1787243 w 2024186"/>
              <a:gd name="csY264" fmla="*/ 282687 h 618855"/>
              <a:gd name="csX265" fmla="*/ 1794013 w 2024186"/>
              <a:gd name="csY265" fmla="*/ 276658 h 618855"/>
              <a:gd name="csX266" fmla="*/ 1800777 w 2024186"/>
              <a:gd name="csY266" fmla="*/ 270576 h 618855"/>
              <a:gd name="csX267" fmla="*/ 1807548 w 2024186"/>
              <a:gd name="csY267" fmla="*/ 264440 h 618855"/>
              <a:gd name="csX268" fmla="*/ 1814319 w 2024186"/>
              <a:gd name="csY268" fmla="*/ 258251 h 618855"/>
              <a:gd name="csX269" fmla="*/ 1821090 w 2024186"/>
              <a:gd name="csY269" fmla="*/ 252007 h 618855"/>
              <a:gd name="csX270" fmla="*/ 1827861 w 2024186"/>
              <a:gd name="csY270" fmla="*/ 245710 h 618855"/>
              <a:gd name="csX271" fmla="*/ 1834631 w 2024186"/>
              <a:gd name="csY271" fmla="*/ 239360 h 618855"/>
              <a:gd name="csX272" fmla="*/ 1841402 w 2024186"/>
              <a:gd name="csY272" fmla="*/ 232956 h 618855"/>
              <a:gd name="csX273" fmla="*/ 1848166 w 2024186"/>
              <a:gd name="csY273" fmla="*/ 226498 h 618855"/>
              <a:gd name="csX274" fmla="*/ 1854937 w 2024186"/>
              <a:gd name="csY274" fmla="*/ 219987 h 618855"/>
              <a:gd name="csX275" fmla="*/ 1861708 w 2024186"/>
              <a:gd name="csY275" fmla="*/ 213422 h 618855"/>
              <a:gd name="csX276" fmla="*/ 1868478 w 2024186"/>
              <a:gd name="csY276" fmla="*/ 206804 h 618855"/>
              <a:gd name="csX277" fmla="*/ 1875250 w 2024186"/>
              <a:gd name="csY277" fmla="*/ 200132 h 618855"/>
              <a:gd name="csX278" fmla="*/ 1882020 w 2024186"/>
              <a:gd name="csY278" fmla="*/ 193406 h 618855"/>
              <a:gd name="csX279" fmla="*/ 1888791 w 2024186"/>
              <a:gd name="csY279" fmla="*/ 186628 h 618855"/>
              <a:gd name="csX280" fmla="*/ 1895555 w 2024186"/>
              <a:gd name="csY280" fmla="*/ 179795 h 618855"/>
              <a:gd name="csX281" fmla="*/ 1902325 w 2024186"/>
              <a:gd name="csY281" fmla="*/ 172909 h 618855"/>
              <a:gd name="csX282" fmla="*/ 1909097 w 2024186"/>
              <a:gd name="csY282" fmla="*/ 165969 h 618855"/>
              <a:gd name="csX283" fmla="*/ 1915867 w 2024186"/>
              <a:gd name="csY283" fmla="*/ 158975 h 618855"/>
              <a:gd name="csX284" fmla="*/ 1922638 w 2024186"/>
              <a:gd name="csY284" fmla="*/ 151928 h 618855"/>
              <a:gd name="csX285" fmla="*/ 1929409 w 2024186"/>
              <a:gd name="csY285" fmla="*/ 144828 h 618855"/>
              <a:gd name="csX286" fmla="*/ 1936180 w 2024186"/>
              <a:gd name="csY286" fmla="*/ 137674 h 618855"/>
              <a:gd name="csX287" fmla="*/ 1942944 w 2024186"/>
              <a:gd name="csY287" fmla="*/ 130466 h 618855"/>
              <a:gd name="csX288" fmla="*/ 1949714 w 2024186"/>
              <a:gd name="csY288" fmla="*/ 123205 h 618855"/>
              <a:gd name="csX289" fmla="*/ 1956485 w 2024186"/>
              <a:gd name="csY289" fmla="*/ 115890 h 618855"/>
              <a:gd name="csX290" fmla="*/ 1963256 w 2024186"/>
              <a:gd name="csY290" fmla="*/ 108522 h 618855"/>
              <a:gd name="csX291" fmla="*/ 1970027 w 2024186"/>
              <a:gd name="csY291" fmla="*/ 101099 h 618855"/>
              <a:gd name="csX292" fmla="*/ 1976798 w 2024186"/>
              <a:gd name="csY292" fmla="*/ 93623 h 618855"/>
              <a:gd name="csX293" fmla="*/ 1983569 w 2024186"/>
              <a:gd name="csY293" fmla="*/ 86094 h 618855"/>
              <a:gd name="csX294" fmla="*/ 1990332 w 2024186"/>
              <a:gd name="csY294" fmla="*/ 78512 h 618855"/>
              <a:gd name="csX295" fmla="*/ 1997103 w 2024186"/>
              <a:gd name="csY295" fmla="*/ 70875 h 618855"/>
              <a:gd name="csX296" fmla="*/ 2003874 w 2024186"/>
              <a:gd name="csY296" fmla="*/ 63185 h 618855"/>
              <a:gd name="csX297" fmla="*/ 2010645 w 2024186"/>
              <a:gd name="csY297" fmla="*/ 55442 h 618855"/>
              <a:gd name="csX298" fmla="*/ 2017416 w 2024186"/>
              <a:gd name="csY298" fmla="*/ 47645 h 618855"/>
              <a:gd name="csX299" fmla="*/ 2024187 w 2024186"/>
              <a:gd name="csY299" fmla="*/ 39794 h 6188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18855">
                <a:moveTo>
                  <a:pt x="0" y="0"/>
                </a:moveTo>
                <a:lnTo>
                  <a:pt x="6769" y="8117"/>
                </a:lnTo>
                <a:lnTo>
                  <a:pt x="13540" y="16181"/>
                </a:lnTo>
                <a:lnTo>
                  <a:pt x="20309" y="24190"/>
                </a:lnTo>
                <a:lnTo>
                  <a:pt x="27079" y="32146"/>
                </a:lnTo>
                <a:lnTo>
                  <a:pt x="33849" y="40049"/>
                </a:lnTo>
                <a:lnTo>
                  <a:pt x="40619" y="47898"/>
                </a:lnTo>
                <a:lnTo>
                  <a:pt x="47389" y="55693"/>
                </a:lnTo>
                <a:lnTo>
                  <a:pt x="54158" y="63435"/>
                </a:lnTo>
                <a:lnTo>
                  <a:pt x="60928" y="71123"/>
                </a:lnTo>
                <a:lnTo>
                  <a:pt x="67699" y="78758"/>
                </a:lnTo>
                <a:lnTo>
                  <a:pt x="74468" y="86339"/>
                </a:lnTo>
                <a:lnTo>
                  <a:pt x="81238" y="93866"/>
                </a:lnTo>
                <a:lnTo>
                  <a:pt x="88008" y="101341"/>
                </a:lnTo>
                <a:lnTo>
                  <a:pt x="94778" y="108761"/>
                </a:lnTo>
                <a:lnTo>
                  <a:pt x="101547" y="116127"/>
                </a:lnTo>
                <a:lnTo>
                  <a:pt x="108317" y="123440"/>
                </a:lnTo>
                <a:lnTo>
                  <a:pt x="115088" y="130700"/>
                </a:lnTo>
                <a:lnTo>
                  <a:pt x="121857" y="137906"/>
                </a:lnTo>
                <a:lnTo>
                  <a:pt x="128627" y="145058"/>
                </a:lnTo>
                <a:lnTo>
                  <a:pt x="135396" y="152157"/>
                </a:lnTo>
                <a:lnTo>
                  <a:pt x="142167" y="159203"/>
                </a:lnTo>
                <a:lnTo>
                  <a:pt x="148937" y="166194"/>
                </a:lnTo>
                <a:lnTo>
                  <a:pt x="155706" y="173132"/>
                </a:lnTo>
                <a:lnTo>
                  <a:pt x="162476" y="180016"/>
                </a:lnTo>
                <a:lnTo>
                  <a:pt x="169246" y="186848"/>
                </a:lnTo>
                <a:lnTo>
                  <a:pt x="176016" y="193625"/>
                </a:lnTo>
                <a:lnTo>
                  <a:pt x="182785" y="200349"/>
                </a:lnTo>
                <a:lnTo>
                  <a:pt x="189556" y="207019"/>
                </a:lnTo>
                <a:lnTo>
                  <a:pt x="196326" y="213636"/>
                </a:lnTo>
                <a:lnTo>
                  <a:pt x="203095" y="220199"/>
                </a:lnTo>
                <a:lnTo>
                  <a:pt x="209865" y="226708"/>
                </a:lnTo>
                <a:lnTo>
                  <a:pt x="216635" y="233164"/>
                </a:lnTo>
                <a:lnTo>
                  <a:pt x="223405" y="239566"/>
                </a:lnTo>
                <a:lnTo>
                  <a:pt x="230175" y="245915"/>
                </a:lnTo>
                <a:lnTo>
                  <a:pt x="236944" y="252210"/>
                </a:lnTo>
                <a:lnTo>
                  <a:pt x="243715" y="258451"/>
                </a:lnTo>
                <a:lnTo>
                  <a:pt x="250484" y="264639"/>
                </a:lnTo>
                <a:lnTo>
                  <a:pt x="257254" y="270773"/>
                </a:lnTo>
                <a:lnTo>
                  <a:pt x="264024" y="276854"/>
                </a:lnTo>
                <a:lnTo>
                  <a:pt x="270794" y="282882"/>
                </a:lnTo>
                <a:lnTo>
                  <a:pt x="277564" y="288855"/>
                </a:lnTo>
                <a:lnTo>
                  <a:pt x="284333" y="294775"/>
                </a:lnTo>
                <a:lnTo>
                  <a:pt x="291104" y="300642"/>
                </a:lnTo>
                <a:lnTo>
                  <a:pt x="297873" y="306454"/>
                </a:lnTo>
                <a:lnTo>
                  <a:pt x="304643" y="312214"/>
                </a:lnTo>
                <a:lnTo>
                  <a:pt x="311413" y="317919"/>
                </a:lnTo>
                <a:lnTo>
                  <a:pt x="318183" y="323571"/>
                </a:lnTo>
                <a:lnTo>
                  <a:pt x="324953" y="329170"/>
                </a:lnTo>
                <a:lnTo>
                  <a:pt x="331722" y="334715"/>
                </a:lnTo>
                <a:lnTo>
                  <a:pt x="338492" y="340206"/>
                </a:lnTo>
                <a:lnTo>
                  <a:pt x="345262" y="345644"/>
                </a:lnTo>
                <a:lnTo>
                  <a:pt x="352032" y="351028"/>
                </a:lnTo>
                <a:lnTo>
                  <a:pt x="358802" y="356359"/>
                </a:lnTo>
                <a:lnTo>
                  <a:pt x="365571" y="361636"/>
                </a:lnTo>
                <a:lnTo>
                  <a:pt x="372342" y="366859"/>
                </a:lnTo>
                <a:lnTo>
                  <a:pt x="379111" y="372029"/>
                </a:lnTo>
                <a:lnTo>
                  <a:pt x="385881" y="377146"/>
                </a:lnTo>
                <a:lnTo>
                  <a:pt x="392651" y="382208"/>
                </a:lnTo>
                <a:lnTo>
                  <a:pt x="399421" y="387217"/>
                </a:lnTo>
                <a:lnTo>
                  <a:pt x="406191" y="392173"/>
                </a:lnTo>
                <a:lnTo>
                  <a:pt x="412960" y="397075"/>
                </a:lnTo>
                <a:lnTo>
                  <a:pt x="419731" y="401923"/>
                </a:lnTo>
                <a:lnTo>
                  <a:pt x="426500" y="406718"/>
                </a:lnTo>
                <a:lnTo>
                  <a:pt x="433270" y="411459"/>
                </a:lnTo>
                <a:lnTo>
                  <a:pt x="440040" y="416146"/>
                </a:lnTo>
                <a:lnTo>
                  <a:pt x="446810" y="420781"/>
                </a:lnTo>
                <a:lnTo>
                  <a:pt x="453580" y="425361"/>
                </a:lnTo>
                <a:lnTo>
                  <a:pt x="460346" y="429888"/>
                </a:lnTo>
                <a:lnTo>
                  <a:pt x="467117" y="434361"/>
                </a:lnTo>
                <a:lnTo>
                  <a:pt x="473888" y="438781"/>
                </a:lnTo>
                <a:lnTo>
                  <a:pt x="480659" y="443147"/>
                </a:lnTo>
                <a:lnTo>
                  <a:pt x="487430" y="447460"/>
                </a:lnTo>
                <a:lnTo>
                  <a:pt x="494201" y="451718"/>
                </a:lnTo>
                <a:lnTo>
                  <a:pt x="500972" y="455924"/>
                </a:lnTo>
                <a:lnTo>
                  <a:pt x="507735" y="460075"/>
                </a:lnTo>
                <a:lnTo>
                  <a:pt x="514506" y="464174"/>
                </a:lnTo>
                <a:lnTo>
                  <a:pt x="521277" y="468219"/>
                </a:lnTo>
                <a:lnTo>
                  <a:pt x="528048" y="472209"/>
                </a:lnTo>
                <a:lnTo>
                  <a:pt x="534819" y="476147"/>
                </a:lnTo>
                <a:lnTo>
                  <a:pt x="541590" y="480030"/>
                </a:lnTo>
                <a:lnTo>
                  <a:pt x="548361" y="483861"/>
                </a:lnTo>
                <a:lnTo>
                  <a:pt x="555124" y="487638"/>
                </a:lnTo>
                <a:lnTo>
                  <a:pt x="561895" y="491361"/>
                </a:lnTo>
                <a:lnTo>
                  <a:pt x="568666" y="495030"/>
                </a:lnTo>
                <a:lnTo>
                  <a:pt x="575437" y="498646"/>
                </a:lnTo>
                <a:lnTo>
                  <a:pt x="582208" y="502209"/>
                </a:lnTo>
                <a:lnTo>
                  <a:pt x="588979" y="505717"/>
                </a:lnTo>
                <a:lnTo>
                  <a:pt x="595750" y="509173"/>
                </a:lnTo>
                <a:lnTo>
                  <a:pt x="602513" y="512575"/>
                </a:lnTo>
                <a:lnTo>
                  <a:pt x="609284" y="515922"/>
                </a:lnTo>
                <a:lnTo>
                  <a:pt x="616055" y="519217"/>
                </a:lnTo>
                <a:lnTo>
                  <a:pt x="622826" y="522458"/>
                </a:lnTo>
                <a:lnTo>
                  <a:pt x="629597" y="525645"/>
                </a:lnTo>
                <a:lnTo>
                  <a:pt x="636368" y="528779"/>
                </a:lnTo>
                <a:lnTo>
                  <a:pt x="643138" y="531859"/>
                </a:lnTo>
                <a:lnTo>
                  <a:pt x="649902" y="534885"/>
                </a:lnTo>
                <a:lnTo>
                  <a:pt x="656673" y="537859"/>
                </a:lnTo>
                <a:lnTo>
                  <a:pt x="663444" y="540778"/>
                </a:lnTo>
                <a:lnTo>
                  <a:pt x="670215" y="543644"/>
                </a:lnTo>
                <a:lnTo>
                  <a:pt x="676985" y="546456"/>
                </a:lnTo>
                <a:lnTo>
                  <a:pt x="683756" y="549214"/>
                </a:lnTo>
                <a:lnTo>
                  <a:pt x="690527" y="551919"/>
                </a:lnTo>
                <a:lnTo>
                  <a:pt x="697291" y="554571"/>
                </a:lnTo>
                <a:lnTo>
                  <a:pt x="704062" y="557169"/>
                </a:lnTo>
                <a:lnTo>
                  <a:pt x="710832" y="559713"/>
                </a:lnTo>
                <a:lnTo>
                  <a:pt x="717603" y="562204"/>
                </a:lnTo>
                <a:lnTo>
                  <a:pt x="724374" y="564641"/>
                </a:lnTo>
                <a:lnTo>
                  <a:pt x="731145" y="567024"/>
                </a:lnTo>
                <a:lnTo>
                  <a:pt x="737916" y="569354"/>
                </a:lnTo>
                <a:lnTo>
                  <a:pt x="744680" y="571631"/>
                </a:lnTo>
                <a:lnTo>
                  <a:pt x="751450" y="573853"/>
                </a:lnTo>
                <a:lnTo>
                  <a:pt x="758221" y="576023"/>
                </a:lnTo>
                <a:lnTo>
                  <a:pt x="764992" y="578138"/>
                </a:lnTo>
                <a:lnTo>
                  <a:pt x="771763" y="580201"/>
                </a:lnTo>
                <a:lnTo>
                  <a:pt x="778534" y="582209"/>
                </a:lnTo>
                <a:lnTo>
                  <a:pt x="785305" y="584164"/>
                </a:lnTo>
                <a:lnTo>
                  <a:pt x="792068" y="586065"/>
                </a:lnTo>
                <a:lnTo>
                  <a:pt x="798839" y="587913"/>
                </a:lnTo>
                <a:lnTo>
                  <a:pt x="805610" y="589707"/>
                </a:lnTo>
                <a:lnTo>
                  <a:pt x="812381" y="591448"/>
                </a:lnTo>
                <a:lnTo>
                  <a:pt x="819152" y="593135"/>
                </a:lnTo>
                <a:lnTo>
                  <a:pt x="825923" y="594768"/>
                </a:lnTo>
                <a:lnTo>
                  <a:pt x="832694" y="596348"/>
                </a:lnTo>
                <a:lnTo>
                  <a:pt x="839465" y="597874"/>
                </a:lnTo>
                <a:lnTo>
                  <a:pt x="846228" y="599347"/>
                </a:lnTo>
                <a:lnTo>
                  <a:pt x="852999" y="600766"/>
                </a:lnTo>
                <a:lnTo>
                  <a:pt x="859770" y="602132"/>
                </a:lnTo>
                <a:lnTo>
                  <a:pt x="866541" y="603443"/>
                </a:lnTo>
                <a:lnTo>
                  <a:pt x="873312" y="604702"/>
                </a:lnTo>
                <a:lnTo>
                  <a:pt x="880083" y="605907"/>
                </a:lnTo>
                <a:lnTo>
                  <a:pt x="886854" y="607061"/>
                </a:lnTo>
                <a:lnTo>
                  <a:pt x="893617" y="608158"/>
                </a:lnTo>
                <a:lnTo>
                  <a:pt x="900388" y="609202"/>
                </a:lnTo>
                <a:lnTo>
                  <a:pt x="907159" y="610193"/>
                </a:lnTo>
                <a:lnTo>
                  <a:pt x="913930" y="611124"/>
                </a:lnTo>
                <a:lnTo>
                  <a:pt x="920701" y="612009"/>
                </a:lnTo>
                <a:lnTo>
                  <a:pt x="927472" y="612841"/>
                </a:lnTo>
                <a:lnTo>
                  <a:pt x="934243" y="613613"/>
                </a:lnTo>
                <a:lnTo>
                  <a:pt x="941006" y="614339"/>
                </a:lnTo>
                <a:lnTo>
                  <a:pt x="947777" y="615005"/>
                </a:lnTo>
                <a:lnTo>
                  <a:pt x="954548" y="615625"/>
                </a:lnTo>
                <a:lnTo>
                  <a:pt x="961319" y="616185"/>
                </a:lnTo>
                <a:lnTo>
                  <a:pt x="968090" y="616692"/>
                </a:lnTo>
                <a:lnTo>
                  <a:pt x="974861" y="617146"/>
                </a:lnTo>
                <a:lnTo>
                  <a:pt x="981632" y="617547"/>
                </a:lnTo>
                <a:lnTo>
                  <a:pt x="988395" y="617895"/>
                </a:lnTo>
                <a:lnTo>
                  <a:pt x="995166" y="618190"/>
                </a:lnTo>
                <a:lnTo>
                  <a:pt x="1001937" y="618432"/>
                </a:lnTo>
                <a:lnTo>
                  <a:pt x="1008708" y="618613"/>
                </a:lnTo>
                <a:lnTo>
                  <a:pt x="1015479" y="618750"/>
                </a:lnTo>
                <a:lnTo>
                  <a:pt x="1022249" y="618825"/>
                </a:lnTo>
                <a:lnTo>
                  <a:pt x="1029020" y="618855"/>
                </a:lnTo>
                <a:lnTo>
                  <a:pt x="1035784" y="618825"/>
                </a:lnTo>
                <a:lnTo>
                  <a:pt x="1042555" y="618742"/>
                </a:lnTo>
                <a:lnTo>
                  <a:pt x="1049326" y="618613"/>
                </a:lnTo>
                <a:lnTo>
                  <a:pt x="1056097" y="618424"/>
                </a:lnTo>
                <a:lnTo>
                  <a:pt x="1062868" y="618182"/>
                </a:lnTo>
                <a:lnTo>
                  <a:pt x="1069638" y="617887"/>
                </a:lnTo>
                <a:lnTo>
                  <a:pt x="1076409" y="617539"/>
                </a:lnTo>
                <a:lnTo>
                  <a:pt x="1083173" y="617131"/>
                </a:lnTo>
                <a:lnTo>
                  <a:pt x="1089944" y="616677"/>
                </a:lnTo>
                <a:lnTo>
                  <a:pt x="1096715" y="616170"/>
                </a:lnTo>
                <a:lnTo>
                  <a:pt x="1103485" y="615602"/>
                </a:lnTo>
                <a:lnTo>
                  <a:pt x="1110256" y="614990"/>
                </a:lnTo>
                <a:lnTo>
                  <a:pt x="1117027" y="614316"/>
                </a:lnTo>
                <a:lnTo>
                  <a:pt x="1123798" y="613590"/>
                </a:lnTo>
                <a:lnTo>
                  <a:pt x="1130562" y="612811"/>
                </a:lnTo>
                <a:lnTo>
                  <a:pt x="1137332" y="611979"/>
                </a:lnTo>
                <a:lnTo>
                  <a:pt x="1144103" y="611093"/>
                </a:lnTo>
                <a:lnTo>
                  <a:pt x="1150874" y="610155"/>
                </a:lnTo>
                <a:lnTo>
                  <a:pt x="1157645" y="609164"/>
                </a:lnTo>
                <a:lnTo>
                  <a:pt x="1164416" y="608120"/>
                </a:lnTo>
                <a:lnTo>
                  <a:pt x="1171187" y="607023"/>
                </a:lnTo>
                <a:lnTo>
                  <a:pt x="1177950" y="605868"/>
                </a:lnTo>
                <a:lnTo>
                  <a:pt x="1184721" y="604661"/>
                </a:lnTo>
                <a:lnTo>
                  <a:pt x="1191492" y="603402"/>
                </a:lnTo>
                <a:lnTo>
                  <a:pt x="1198263" y="602088"/>
                </a:lnTo>
                <a:lnTo>
                  <a:pt x="1205034" y="600721"/>
                </a:lnTo>
                <a:lnTo>
                  <a:pt x="1211805" y="599300"/>
                </a:lnTo>
                <a:lnTo>
                  <a:pt x="1218576" y="597825"/>
                </a:lnTo>
                <a:lnTo>
                  <a:pt x="1225339" y="596298"/>
                </a:lnTo>
                <a:lnTo>
                  <a:pt x="1232110" y="594716"/>
                </a:lnTo>
                <a:lnTo>
                  <a:pt x="1238881" y="593081"/>
                </a:lnTo>
                <a:lnTo>
                  <a:pt x="1245652" y="591392"/>
                </a:lnTo>
                <a:lnTo>
                  <a:pt x="1252423" y="589650"/>
                </a:lnTo>
                <a:lnTo>
                  <a:pt x="1259194" y="587854"/>
                </a:lnTo>
                <a:lnTo>
                  <a:pt x="1265965" y="586005"/>
                </a:lnTo>
                <a:lnTo>
                  <a:pt x="1272728" y="584101"/>
                </a:lnTo>
                <a:lnTo>
                  <a:pt x="1279499" y="582145"/>
                </a:lnTo>
                <a:lnTo>
                  <a:pt x="1286270" y="580135"/>
                </a:lnTo>
                <a:lnTo>
                  <a:pt x="1293041" y="578071"/>
                </a:lnTo>
                <a:lnTo>
                  <a:pt x="1299812" y="575953"/>
                </a:lnTo>
                <a:lnTo>
                  <a:pt x="1306583" y="573782"/>
                </a:lnTo>
                <a:lnTo>
                  <a:pt x="1313354" y="571558"/>
                </a:lnTo>
                <a:lnTo>
                  <a:pt x="1320117" y="569280"/>
                </a:lnTo>
                <a:lnTo>
                  <a:pt x="1326888" y="566949"/>
                </a:lnTo>
                <a:lnTo>
                  <a:pt x="1333659" y="564563"/>
                </a:lnTo>
                <a:lnTo>
                  <a:pt x="1340430" y="562124"/>
                </a:lnTo>
                <a:lnTo>
                  <a:pt x="1347201" y="559631"/>
                </a:lnTo>
                <a:lnTo>
                  <a:pt x="1353972" y="557086"/>
                </a:lnTo>
                <a:lnTo>
                  <a:pt x="1360743" y="554486"/>
                </a:lnTo>
                <a:lnTo>
                  <a:pt x="1367506" y="551832"/>
                </a:lnTo>
                <a:lnTo>
                  <a:pt x="1374277" y="549126"/>
                </a:lnTo>
                <a:lnTo>
                  <a:pt x="1381048" y="546366"/>
                </a:lnTo>
                <a:lnTo>
                  <a:pt x="1387819" y="543551"/>
                </a:lnTo>
                <a:lnTo>
                  <a:pt x="1394590" y="540684"/>
                </a:lnTo>
                <a:lnTo>
                  <a:pt x="1401361" y="537763"/>
                </a:lnTo>
                <a:lnTo>
                  <a:pt x="1408131" y="534789"/>
                </a:lnTo>
                <a:lnTo>
                  <a:pt x="1414895" y="531760"/>
                </a:lnTo>
                <a:lnTo>
                  <a:pt x="1421666" y="528678"/>
                </a:lnTo>
                <a:lnTo>
                  <a:pt x="1428437" y="525543"/>
                </a:lnTo>
                <a:lnTo>
                  <a:pt x="1435208" y="522354"/>
                </a:lnTo>
                <a:lnTo>
                  <a:pt x="1441978" y="519111"/>
                </a:lnTo>
                <a:lnTo>
                  <a:pt x="1448750" y="515815"/>
                </a:lnTo>
                <a:lnTo>
                  <a:pt x="1455520" y="512465"/>
                </a:lnTo>
                <a:lnTo>
                  <a:pt x="1462284" y="509061"/>
                </a:lnTo>
                <a:lnTo>
                  <a:pt x="1469055" y="505605"/>
                </a:lnTo>
                <a:lnTo>
                  <a:pt x="1475826" y="502094"/>
                </a:lnTo>
                <a:lnTo>
                  <a:pt x="1482597" y="498530"/>
                </a:lnTo>
                <a:lnTo>
                  <a:pt x="1489367" y="494913"/>
                </a:lnTo>
                <a:lnTo>
                  <a:pt x="1496138" y="491241"/>
                </a:lnTo>
                <a:lnTo>
                  <a:pt x="1502909" y="487516"/>
                </a:lnTo>
                <a:lnTo>
                  <a:pt x="1509673" y="483738"/>
                </a:lnTo>
                <a:lnTo>
                  <a:pt x="1516444" y="479906"/>
                </a:lnTo>
                <a:lnTo>
                  <a:pt x="1523215" y="476020"/>
                </a:lnTo>
                <a:lnTo>
                  <a:pt x="1529985" y="472081"/>
                </a:lnTo>
                <a:lnTo>
                  <a:pt x="1536756" y="468089"/>
                </a:lnTo>
                <a:lnTo>
                  <a:pt x="1543527" y="464042"/>
                </a:lnTo>
                <a:lnTo>
                  <a:pt x="1550298" y="459942"/>
                </a:lnTo>
                <a:lnTo>
                  <a:pt x="1557062" y="455788"/>
                </a:lnTo>
                <a:lnTo>
                  <a:pt x="1563832" y="451581"/>
                </a:lnTo>
                <a:lnTo>
                  <a:pt x="1570603" y="447320"/>
                </a:lnTo>
                <a:lnTo>
                  <a:pt x="1577374" y="443007"/>
                </a:lnTo>
                <a:lnTo>
                  <a:pt x="1584145" y="438638"/>
                </a:lnTo>
                <a:lnTo>
                  <a:pt x="1590916" y="434217"/>
                </a:lnTo>
                <a:lnTo>
                  <a:pt x="1597687" y="429742"/>
                </a:lnTo>
                <a:lnTo>
                  <a:pt x="1604450" y="425214"/>
                </a:lnTo>
                <a:lnTo>
                  <a:pt x="1611221" y="420632"/>
                </a:lnTo>
                <a:lnTo>
                  <a:pt x="1617992" y="415996"/>
                </a:lnTo>
                <a:lnTo>
                  <a:pt x="1624763" y="411307"/>
                </a:lnTo>
                <a:lnTo>
                  <a:pt x="1631534" y="406563"/>
                </a:lnTo>
                <a:lnTo>
                  <a:pt x="1638305" y="401767"/>
                </a:lnTo>
                <a:lnTo>
                  <a:pt x="1645076" y="396917"/>
                </a:lnTo>
                <a:lnTo>
                  <a:pt x="1651847" y="392013"/>
                </a:lnTo>
                <a:lnTo>
                  <a:pt x="1658610" y="387056"/>
                </a:lnTo>
                <a:lnTo>
                  <a:pt x="1665381" y="382045"/>
                </a:lnTo>
                <a:lnTo>
                  <a:pt x="1672152" y="376981"/>
                </a:lnTo>
                <a:lnTo>
                  <a:pt x="1678923" y="371863"/>
                </a:lnTo>
                <a:lnTo>
                  <a:pt x="1685694" y="366691"/>
                </a:lnTo>
                <a:lnTo>
                  <a:pt x="1692465" y="361466"/>
                </a:lnTo>
                <a:lnTo>
                  <a:pt x="1699236" y="356187"/>
                </a:lnTo>
                <a:lnTo>
                  <a:pt x="1705999" y="350855"/>
                </a:lnTo>
                <a:lnTo>
                  <a:pt x="1712770" y="345469"/>
                </a:lnTo>
                <a:lnTo>
                  <a:pt x="1719541" y="340030"/>
                </a:lnTo>
                <a:lnTo>
                  <a:pt x="1726312" y="334536"/>
                </a:lnTo>
                <a:lnTo>
                  <a:pt x="1733083" y="328990"/>
                </a:lnTo>
                <a:lnTo>
                  <a:pt x="1739854" y="323389"/>
                </a:lnTo>
                <a:lnTo>
                  <a:pt x="1746625" y="317736"/>
                </a:lnTo>
                <a:lnTo>
                  <a:pt x="1753388" y="312028"/>
                </a:lnTo>
                <a:lnTo>
                  <a:pt x="1760159" y="306267"/>
                </a:lnTo>
                <a:lnTo>
                  <a:pt x="1766930" y="300453"/>
                </a:lnTo>
                <a:lnTo>
                  <a:pt x="1773701" y="294584"/>
                </a:lnTo>
                <a:lnTo>
                  <a:pt x="1780472" y="288663"/>
                </a:lnTo>
                <a:lnTo>
                  <a:pt x="1787243" y="282687"/>
                </a:lnTo>
                <a:lnTo>
                  <a:pt x="1794013" y="276658"/>
                </a:lnTo>
                <a:lnTo>
                  <a:pt x="1800777" y="270576"/>
                </a:lnTo>
                <a:lnTo>
                  <a:pt x="1807548" y="264440"/>
                </a:lnTo>
                <a:lnTo>
                  <a:pt x="1814319" y="258251"/>
                </a:lnTo>
                <a:lnTo>
                  <a:pt x="1821090" y="252007"/>
                </a:lnTo>
                <a:lnTo>
                  <a:pt x="1827861" y="245710"/>
                </a:lnTo>
                <a:lnTo>
                  <a:pt x="1834631" y="239360"/>
                </a:lnTo>
                <a:lnTo>
                  <a:pt x="1841402" y="232956"/>
                </a:lnTo>
                <a:lnTo>
                  <a:pt x="1848166" y="226498"/>
                </a:lnTo>
                <a:lnTo>
                  <a:pt x="1854937" y="219987"/>
                </a:lnTo>
                <a:lnTo>
                  <a:pt x="1861708" y="213422"/>
                </a:lnTo>
                <a:lnTo>
                  <a:pt x="1868478" y="206804"/>
                </a:lnTo>
                <a:lnTo>
                  <a:pt x="1875250" y="200132"/>
                </a:lnTo>
                <a:lnTo>
                  <a:pt x="1882020" y="193406"/>
                </a:lnTo>
                <a:lnTo>
                  <a:pt x="1888791" y="186628"/>
                </a:lnTo>
                <a:lnTo>
                  <a:pt x="1895555" y="179795"/>
                </a:lnTo>
                <a:lnTo>
                  <a:pt x="1902325" y="172909"/>
                </a:lnTo>
                <a:lnTo>
                  <a:pt x="1909097" y="165969"/>
                </a:lnTo>
                <a:lnTo>
                  <a:pt x="1915867" y="158975"/>
                </a:lnTo>
                <a:lnTo>
                  <a:pt x="1922638" y="151928"/>
                </a:lnTo>
                <a:lnTo>
                  <a:pt x="1929409" y="144828"/>
                </a:lnTo>
                <a:lnTo>
                  <a:pt x="1936180" y="137674"/>
                </a:lnTo>
                <a:lnTo>
                  <a:pt x="1942944" y="130466"/>
                </a:lnTo>
                <a:lnTo>
                  <a:pt x="1949714" y="123205"/>
                </a:lnTo>
                <a:lnTo>
                  <a:pt x="1956485" y="115890"/>
                </a:lnTo>
                <a:lnTo>
                  <a:pt x="1963256" y="108522"/>
                </a:lnTo>
                <a:lnTo>
                  <a:pt x="1970027" y="101099"/>
                </a:lnTo>
                <a:lnTo>
                  <a:pt x="1976798" y="93623"/>
                </a:lnTo>
                <a:lnTo>
                  <a:pt x="1983569" y="86094"/>
                </a:lnTo>
                <a:lnTo>
                  <a:pt x="1990332" y="78512"/>
                </a:lnTo>
                <a:lnTo>
                  <a:pt x="1997103" y="70875"/>
                </a:lnTo>
                <a:lnTo>
                  <a:pt x="2003874" y="63185"/>
                </a:lnTo>
                <a:lnTo>
                  <a:pt x="2010645" y="55442"/>
                </a:lnTo>
                <a:lnTo>
                  <a:pt x="2017416" y="47645"/>
                </a:lnTo>
                <a:lnTo>
                  <a:pt x="2024187" y="39794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544A9926-6B32-B727-7061-98747714D8EC}"/>
              </a:ext>
            </a:extLst>
          </p:cNvPr>
          <p:cNvSpPr/>
          <p:nvPr/>
        </p:nvSpPr>
        <p:spPr>
          <a:xfrm>
            <a:off x="2969488" y="3960339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A6A63FF0-BE4E-FB39-2312-0C32F0581F87}"/>
              </a:ext>
            </a:extLst>
          </p:cNvPr>
          <p:cNvGrpSpPr/>
          <p:nvPr/>
        </p:nvGrpSpPr>
        <p:grpSpPr>
          <a:xfrm>
            <a:off x="5165524" y="3094767"/>
            <a:ext cx="2286211" cy="1685904"/>
            <a:chOff x="5165524" y="3221519"/>
            <a:chExt cx="2286211" cy="1685904"/>
          </a:xfrm>
        </p:grpSpPr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1D3110D9-B34A-BE75-D415-6ABE1B7DDE24}"/>
                </a:ext>
              </a:extLst>
            </p:cNvPr>
            <p:cNvSpPr/>
            <p:nvPr/>
          </p:nvSpPr>
          <p:spPr>
            <a:xfrm>
              <a:off x="536682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1C8BF0BF-A893-1865-BCE6-076C8DBBBA73}"/>
                </a:ext>
              </a:extLst>
            </p:cNvPr>
            <p:cNvSpPr/>
            <p:nvPr/>
          </p:nvSpPr>
          <p:spPr>
            <a:xfrm>
              <a:off x="5704185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8385458-BD57-2A6A-EF1E-D794E0F83B7F}"/>
                </a:ext>
              </a:extLst>
            </p:cNvPr>
            <p:cNvSpPr/>
            <p:nvPr/>
          </p:nvSpPr>
          <p:spPr>
            <a:xfrm>
              <a:off x="604155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533693E8-52D6-9BBD-7290-F1829791959B}"/>
                </a:ext>
              </a:extLst>
            </p:cNvPr>
            <p:cNvSpPr/>
            <p:nvPr/>
          </p:nvSpPr>
          <p:spPr>
            <a:xfrm>
              <a:off x="6378911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D4CB0D3E-84D8-0638-8704-50644B54A2AD}"/>
                </a:ext>
              </a:extLst>
            </p:cNvPr>
            <p:cNvSpPr/>
            <p:nvPr/>
          </p:nvSpPr>
          <p:spPr>
            <a:xfrm>
              <a:off x="671627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D3E4D3D8-2AEF-46F9-8A57-7BA2FF405BF4}"/>
                </a:ext>
              </a:extLst>
            </p:cNvPr>
            <p:cNvSpPr/>
            <p:nvPr/>
          </p:nvSpPr>
          <p:spPr>
            <a:xfrm>
              <a:off x="705364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B69E0287-1FCE-A76C-876F-68BEE656A93D}"/>
                </a:ext>
              </a:extLst>
            </p:cNvPr>
            <p:cNvSpPr/>
            <p:nvPr/>
          </p:nvSpPr>
          <p:spPr>
            <a:xfrm>
              <a:off x="739100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01D907A4-1EC0-7D0D-1B64-2255A71FF71A}"/>
                </a:ext>
              </a:extLst>
            </p:cNvPr>
            <p:cNvSpPr/>
            <p:nvPr/>
          </p:nvSpPr>
          <p:spPr>
            <a:xfrm>
              <a:off x="5306096" y="447136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F26765E-A962-D34A-A4B2-887CFFBD8887}"/>
                </a:ext>
              </a:extLst>
            </p:cNvPr>
            <p:cNvSpPr/>
            <p:nvPr/>
          </p:nvSpPr>
          <p:spPr>
            <a:xfrm>
              <a:off x="5306096" y="4184017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4BCAA23E-4740-B141-B194-FDAE15EDB4DA}"/>
                </a:ext>
              </a:extLst>
            </p:cNvPr>
            <p:cNvSpPr/>
            <p:nvPr/>
          </p:nvSpPr>
          <p:spPr>
            <a:xfrm>
              <a:off x="5306096" y="3896673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3BDC5003-F6DA-24E9-0BE7-D6C47FF05190}"/>
                </a:ext>
              </a:extLst>
            </p:cNvPr>
            <p:cNvSpPr/>
            <p:nvPr/>
          </p:nvSpPr>
          <p:spPr>
            <a:xfrm>
              <a:off x="5306096" y="3609333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8019687C-AA10-B5C3-D363-C15807C09E83}"/>
                </a:ext>
              </a:extLst>
            </p:cNvPr>
            <p:cNvSpPr/>
            <p:nvPr/>
          </p:nvSpPr>
          <p:spPr>
            <a:xfrm>
              <a:off x="5306096" y="3321991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F5FFFB19-3FEE-AB85-E064-7856B481E664}"/>
                </a:ext>
              </a:extLst>
            </p:cNvPr>
            <p:cNvSpPr/>
            <p:nvPr/>
          </p:nvSpPr>
          <p:spPr>
            <a:xfrm>
              <a:off x="5306096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0658978E-7EBD-6A5F-BF07-7E06E152B530}"/>
                </a:ext>
              </a:extLst>
            </p:cNvPr>
            <p:cNvSpPr/>
            <p:nvPr/>
          </p:nvSpPr>
          <p:spPr>
            <a:xfrm>
              <a:off x="5366822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6812AFCB-E0CD-AA82-F684-6A67E1D48A90}"/>
                </a:ext>
              </a:extLst>
            </p:cNvPr>
            <p:cNvSpPr/>
            <p:nvPr/>
          </p:nvSpPr>
          <p:spPr>
            <a:xfrm>
              <a:off x="5704185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C0293091-82E2-F34F-6FC2-211FB77F4DBD}"/>
                </a:ext>
              </a:extLst>
            </p:cNvPr>
            <p:cNvSpPr/>
            <p:nvPr/>
          </p:nvSpPr>
          <p:spPr>
            <a:xfrm>
              <a:off x="604155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FED52B93-EED4-FFAC-1631-44512CB8AF50}"/>
                </a:ext>
              </a:extLst>
            </p:cNvPr>
            <p:cNvSpPr/>
            <p:nvPr/>
          </p:nvSpPr>
          <p:spPr>
            <a:xfrm>
              <a:off x="6378911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2EA43897-3451-B64A-889A-8EB817453454}"/>
                </a:ext>
              </a:extLst>
            </p:cNvPr>
            <p:cNvSpPr/>
            <p:nvPr/>
          </p:nvSpPr>
          <p:spPr>
            <a:xfrm>
              <a:off x="6716277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FE87758A-5B11-B897-AAD8-A85B99BEB020}"/>
                </a:ext>
              </a:extLst>
            </p:cNvPr>
            <p:cNvSpPr/>
            <p:nvPr/>
          </p:nvSpPr>
          <p:spPr>
            <a:xfrm>
              <a:off x="705364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0F0A1727-827C-9281-0206-CB3D55E27725}"/>
                </a:ext>
              </a:extLst>
            </p:cNvPr>
            <p:cNvSpPr/>
            <p:nvPr/>
          </p:nvSpPr>
          <p:spPr>
            <a:xfrm>
              <a:off x="739100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884AE4EE-EFA0-2774-1225-ED61D115AE14}"/>
                </a:ext>
              </a:extLst>
            </p:cNvPr>
            <p:cNvSpPr/>
            <p:nvPr/>
          </p:nvSpPr>
          <p:spPr>
            <a:xfrm>
              <a:off x="5332712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256AD42-A28E-74AE-7559-12312FE200A8}"/>
                </a:ext>
              </a:extLst>
            </p:cNvPr>
            <p:cNvSpPr/>
            <p:nvPr/>
          </p:nvSpPr>
          <p:spPr>
            <a:xfrm>
              <a:off x="5376029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70093831-0CAF-E25B-AE49-FEC548D44D9F}"/>
                </a:ext>
              </a:extLst>
            </p:cNvPr>
            <p:cNvSpPr/>
            <p:nvPr/>
          </p:nvSpPr>
          <p:spPr>
            <a:xfrm>
              <a:off x="5669866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63145C53-8E72-5DAB-D5C0-F5294D38E264}"/>
                </a:ext>
              </a:extLst>
            </p:cNvPr>
            <p:cNvSpPr/>
            <p:nvPr/>
          </p:nvSpPr>
          <p:spPr>
            <a:xfrm>
              <a:off x="5715153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B32482AA-CD02-C677-76E9-EB9D89AA32DA}"/>
                </a:ext>
              </a:extLst>
            </p:cNvPr>
            <p:cNvSpPr/>
            <p:nvPr/>
          </p:nvSpPr>
          <p:spPr>
            <a:xfrm>
              <a:off x="6027996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A65DDA33-F847-F76F-D5E3-17C3D85A733A}"/>
                </a:ext>
              </a:extLst>
            </p:cNvPr>
            <p:cNvSpPr/>
            <p:nvPr/>
          </p:nvSpPr>
          <p:spPr>
            <a:xfrm>
              <a:off x="6367238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08CB84C3-DDE7-3D87-F07B-3124F5A763F8}"/>
                </a:ext>
              </a:extLst>
            </p:cNvPr>
            <p:cNvSpPr/>
            <p:nvPr/>
          </p:nvSpPr>
          <p:spPr>
            <a:xfrm>
              <a:off x="6703824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E6FF1A62-3B52-84AE-EC82-540309F5DE1D}"/>
                </a:ext>
              </a:extLst>
            </p:cNvPr>
            <p:cNvSpPr/>
            <p:nvPr/>
          </p:nvSpPr>
          <p:spPr>
            <a:xfrm>
              <a:off x="7040729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15F5CEBF-1014-921C-85AF-785663BAAA87}"/>
                </a:ext>
              </a:extLst>
            </p:cNvPr>
            <p:cNvSpPr/>
            <p:nvPr/>
          </p:nvSpPr>
          <p:spPr>
            <a:xfrm>
              <a:off x="7376718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08780879-6FF4-4148-5288-F1C5CC560F1A}"/>
                </a:ext>
              </a:extLst>
            </p:cNvPr>
            <p:cNvSpPr/>
            <p:nvPr/>
          </p:nvSpPr>
          <p:spPr>
            <a:xfrm>
              <a:off x="6375287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17FFBC35-F93A-2DC0-47E9-12C025076EFF}"/>
                </a:ext>
              </a:extLst>
            </p:cNvPr>
            <p:cNvSpPr/>
            <p:nvPr/>
          </p:nvSpPr>
          <p:spPr>
            <a:xfrm>
              <a:off x="6361867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D87FB-861F-BB57-E5D0-BFF819CE80D4}"/>
                </a:ext>
              </a:extLst>
            </p:cNvPr>
            <p:cNvSpPr/>
            <p:nvPr/>
          </p:nvSpPr>
          <p:spPr>
            <a:xfrm>
              <a:off x="5306096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289BB823-12F8-A140-2DDC-A8B9FE0CA958}"/>
                </a:ext>
              </a:extLst>
            </p:cNvPr>
            <p:cNvSpPr/>
            <p:nvPr/>
          </p:nvSpPr>
          <p:spPr>
            <a:xfrm>
              <a:off x="5306096" y="4471362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8C0F888C-2D38-7DF8-654F-D31E358731FE}"/>
                </a:ext>
              </a:extLst>
            </p:cNvPr>
            <p:cNvSpPr/>
            <p:nvPr/>
          </p:nvSpPr>
          <p:spPr>
            <a:xfrm>
              <a:off x="5306096" y="4184017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F77278B2-1399-649E-03DD-14A694953087}"/>
                </a:ext>
              </a:extLst>
            </p:cNvPr>
            <p:cNvSpPr/>
            <p:nvPr/>
          </p:nvSpPr>
          <p:spPr>
            <a:xfrm>
              <a:off x="5306096" y="3896673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849E4174-49A3-3105-1019-09DC444CDAC9}"/>
                </a:ext>
              </a:extLst>
            </p:cNvPr>
            <p:cNvSpPr/>
            <p:nvPr/>
          </p:nvSpPr>
          <p:spPr>
            <a:xfrm>
              <a:off x="5306096" y="3609333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339C0AF9-2A11-EF88-767F-4CF8A5779543}"/>
                </a:ext>
              </a:extLst>
            </p:cNvPr>
            <p:cNvSpPr/>
            <p:nvPr/>
          </p:nvSpPr>
          <p:spPr>
            <a:xfrm>
              <a:off x="5306096" y="3321991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9D9F2C1B-2432-9D3D-F787-BE32E2E4C06D}"/>
                </a:ext>
              </a:extLst>
            </p:cNvPr>
            <p:cNvSpPr/>
            <p:nvPr/>
          </p:nvSpPr>
          <p:spPr>
            <a:xfrm>
              <a:off x="5165524" y="4471876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38847064-7192-B9FE-73A7-C43C0B204EFA}"/>
                </a:ext>
              </a:extLst>
            </p:cNvPr>
            <p:cNvSpPr/>
            <p:nvPr/>
          </p:nvSpPr>
          <p:spPr>
            <a:xfrm>
              <a:off x="5209051" y="4451753"/>
              <a:ext cx="25374" cy="39982"/>
            </a:xfrm>
            <a:custGeom>
              <a:avLst/>
              <a:gdLst>
                <a:gd name="csX0" fmla="*/ 1655 w 25374"/>
                <a:gd name="csY0" fmla="*/ 0 h 39982"/>
                <a:gd name="csX1" fmla="*/ 22486 w 25374"/>
                <a:gd name="csY1" fmla="*/ 0 h 39982"/>
                <a:gd name="csX2" fmla="*/ 22486 w 25374"/>
                <a:gd name="csY2" fmla="*/ 4464 h 39982"/>
                <a:gd name="csX3" fmla="*/ 6514 w 25374"/>
                <a:gd name="csY3" fmla="*/ 4464 h 39982"/>
                <a:gd name="csX4" fmla="*/ 6514 w 25374"/>
                <a:gd name="csY4" fmla="*/ 14079 h 39982"/>
                <a:gd name="csX5" fmla="*/ 8826 w 25374"/>
                <a:gd name="csY5" fmla="*/ 13504 h 39982"/>
                <a:gd name="csX6" fmla="*/ 11138 w 25374"/>
                <a:gd name="csY6" fmla="*/ 13292 h 39982"/>
                <a:gd name="csX7" fmla="*/ 21540 w 25374"/>
                <a:gd name="csY7" fmla="*/ 16893 h 39982"/>
                <a:gd name="csX8" fmla="*/ 25375 w 25374"/>
                <a:gd name="csY8" fmla="*/ 26637 h 39982"/>
                <a:gd name="csX9" fmla="*/ 21435 w 25374"/>
                <a:gd name="csY9" fmla="*/ 36487 h 39982"/>
                <a:gd name="csX10" fmla="*/ 10323 w 25374"/>
                <a:gd name="csY10" fmla="*/ 39982 h 39982"/>
                <a:gd name="csX11" fmla="*/ 5280 w 25374"/>
                <a:gd name="csY11" fmla="*/ 39559 h 39982"/>
                <a:gd name="csX12" fmla="*/ 0 w 25374"/>
                <a:gd name="csY12" fmla="*/ 38303 h 39982"/>
                <a:gd name="csX13" fmla="*/ 0 w 25374"/>
                <a:gd name="csY13" fmla="*/ 32969 h 39982"/>
                <a:gd name="csX14" fmla="*/ 4886 w 25374"/>
                <a:gd name="csY14" fmla="*/ 34883 h 39982"/>
                <a:gd name="csX15" fmla="*/ 10218 w 25374"/>
                <a:gd name="csY15" fmla="*/ 35519 h 39982"/>
                <a:gd name="csX16" fmla="*/ 17415 w 25374"/>
                <a:gd name="csY16" fmla="*/ 33128 h 39982"/>
                <a:gd name="csX17" fmla="*/ 20068 w 25374"/>
                <a:gd name="csY17" fmla="*/ 26637 h 39982"/>
                <a:gd name="csX18" fmla="*/ 17415 w 25374"/>
                <a:gd name="csY18" fmla="*/ 20146 h 39982"/>
                <a:gd name="csX19" fmla="*/ 10218 w 25374"/>
                <a:gd name="csY19" fmla="*/ 17756 h 39982"/>
                <a:gd name="csX20" fmla="*/ 5962 w 25374"/>
                <a:gd name="csY20" fmla="*/ 18232 h 39982"/>
                <a:gd name="csX21" fmla="*/ 1655 w 25374"/>
                <a:gd name="csY21" fmla="*/ 19700 h 39982"/>
                <a:gd name="csX22" fmla="*/ 1655 w 25374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5" y="13625"/>
                    <a:pt x="8826" y="13504"/>
                  </a:cubicBezTo>
                  <a:cubicBezTo>
                    <a:pt x="9596" y="13363"/>
                    <a:pt x="10367" y="13292"/>
                    <a:pt x="11138" y="13292"/>
                  </a:cubicBezTo>
                  <a:cubicBezTo>
                    <a:pt x="15515" y="13292"/>
                    <a:pt x="18983" y="14493"/>
                    <a:pt x="21540" y="16893"/>
                  </a:cubicBezTo>
                  <a:cubicBezTo>
                    <a:pt x="24096" y="19289"/>
                    <a:pt x="25375" y="22537"/>
                    <a:pt x="25375" y="26637"/>
                  </a:cubicBezTo>
                  <a:cubicBezTo>
                    <a:pt x="25375" y="30859"/>
                    <a:pt x="24061" y="34142"/>
                    <a:pt x="21435" y="36487"/>
                  </a:cubicBezTo>
                  <a:cubicBezTo>
                    <a:pt x="18808" y="38817"/>
                    <a:pt x="15104" y="39982"/>
                    <a:pt x="10323" y="39982"/>
                  </a:cubicBezTo>
                  <a:cubicBezTo>
                    <a:pt x="8677" y="39982"/>
                    <a:pt x="6996" y="39841"/>
                    <a:pt x="5280" y="39559"/>
                  </a:cubicBezTo>
                  <a:cubicBezTo>
                    <a:pt x="3581" y="39281"/>
                    <a:pt x="1821" y="38863"/>
                    <a:pt x="0" y="38303"/>
                  </a:cubicBezTo>
                  <a:lnTo>
                    <a:pt x="0" y="32969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7"/>
                    <a:pt x="8344" y="35519"/>
                    <a:pt x="10218" y="35519"/>
                  </a:cubicBezTo>
                  <a:cubicBezTo>
                    <a:pt x="13247" y="35519"/>
                    <a:pt x="15646" y="34722"/>
                    <a:pt x="17415" y="33128"/>
                  </a:cubicBezTo>
                  <a:cubicBezTo>
                    <a:pt x="19184" y="31535"/>
                    <a:pt x="20068" y="29371"/>
                    <a:pt x="20068" y="26637"/>
                  </a:cubicBezTo>
                  <a:cubicBezTo>
                    <a:pt x="20068" y="23904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5"/>
                    <a:pt x="5962" y="18232"/>
                  </a:cubicBezTo>
                  <a:cubicBezTo>
                    <a:pt x="4562" y="18545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D6E24C43-384E-93E5-0EC2-23B05C46FA62}"/>
                </a:ext>
              </a:extLst>
            </p:cNvPr>
            <p:cNvSpPr/>
            <p:nvPr/>
          </p:nvSpPr>
          <p:spPr>
            <a:xfrm>
              <a:off x="5242674" y="4451041"/>
              <a:ext cx="27108" cy="40693"/>
            </a:xfrm>
            <a:custGeom>
              <a:avLst/>
              <a:gdLst>
                <a:gd name="csX0" fmla="*/ 13554 w 27108"/>
                <a:gd name="csY0" fmla="*/ 4206 h 40693"/>
                <a:gd name="csX1" fmla="*/ 7381 w 27108"/>
                <a:gd name="csY1" fmla="*/ 8254 h 40693"/>
                <a:gd name="csX2" fmla="*/ 5332 w 27108"/>
                <a:gd name="csY2" fmla="*/ 20358 h 40693"/>
                <a:gd name="csX3" fmla="*/ 7381 w 27108"/>
                <a:gd name="csY3" fmla="*/ 32470 h 40693"/>
                <a:gd name="csX4" fmla="*/ 13554 w 27108"/>
                <a:gd name="csY4" fmla="*/ 36487 h 40693"/>
                <a:gd name="csX5" fmla="*/ 19727 w 27108"/>
                <a:gd name="csY5" fmla="*/ 32470 h 40693"/>
                <a:gd name="csX6" fmla="*/ 21802 w 27108"/>
                <a:gd name="csY6" fmla="*/ 20358 h 40693"/>
                <a:gd name="csX7" fmla="*/ 19727 w 27108"/>
                <a:gd name="csY7" fmla="*/ 8254 h 40693"/>
                <a:gd name="csX8" fmla="*/ 13554 w 27108"/>
                <a:gd name="csY8" fmla="*/ 4206 h 40693"/>
                <a:gd name="csX9" fmla="*/ 13554 w 27108"/>
                <a:gd name="csY9" fmla="*/ 0 h 40693"/>
                <a:gd name="csX10" fmla="*/ 23615 w 27108"/>
                <a:gd name="csY10" fmla="*/ 5228 h 40693"/>
                <a:gd name="csX11" fmla="*/ 27109 w 27108"/>
                <a:gd name="csY11" fmla="*/ 20358 h 40693"/>
                <a:gd name="csX12" fmla="*/ 23615 w 27108"/>
                <a:gd name="csY12" fmla="*/ 35489 h 40693"/>
                <a:gd name="csX13" fmla="*/ 13554 w 27108"/>
                <a:gd name="csY13" fmla="*/ 40694 h 40693"/>
                <a:gd name="csX14" fmla="*/ 3467 w 27108"/>
                <a:gd name="csY14" fmla="*/ 35489 h 40693"/>
                <a:gd name="csX15" fmla="*/ 0 w 27108"/>
                <a:gd name="csY15" fmla="*/ 20358 h 40693"/>
                <a:gd name="csX16" fmla="*/ 3467 w 27108"/>
                <a:gd name="csY16" fmla="*/ 5228 h 40693"/>
                <a:gd name="csX17" fmla="*/ 13554 w 27108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3">
                  <a:moveTo>
                    <a:pt x="13554" y="4206"/>
                  </a:moveTo>
                  <a:cubicBezTo>
                    <a:pt x="10822" y="4206"/>
                    <a:pt x="8765" y="5555"/>
                    <a:pt x="7381" y="8254"/>
                  </a:cubicBezTo>
                  <a:cubicBezTo>
                    <a:pt x="6015" y="10932"/>
                    <a:pt x="5332" y="14967"/>
                    <a:pt x="5332" y="20358"/>
                  </a:cubicBezTo>
                  <a:cubicBezTo>
                    <a:pt x="5332" y="25735"/>
                    <a:pt x="6015" y="29772"/>
                    <a:pt x="7381" y="32470"/>
                  </a:cubicBezTo>
                  <a:cubicBezTo>
                    <a:pt x="8765" y="35148"/>
                    <a:pt x="10822" y="36487"/>
                    <a:pt x="13554" y="36487"/>
                  </a:cubicBezTo>
                  <a:cubicBezTo>
                    <a:pt x="16304" y="36487"/>
                    <a:pt x="18361" y="35148"/>
                    <a:pt x="19727" y="32470"/>
                  </a:cubicBezTo>
                  <a:cubicBezTo>
                    <a:pt x="21111" y="29772"/>
                    <a:pt x="21802" y="25735"/>
                    <a:pt x="21802" y="20358"/>
                  </a:cubicBezTo>
                  <a:cubicBezTo>
                    <a:pt x="21802" y="14967"/>
                    <a:pt x="21111" y="10932"/>
                    <a:pt x="19727" y="8254"/>
                  </a:cubicBezTo>
                  <a:cubicBezTo>
                    <a:pt x="18361" y="5555"/>
                    <a:pt x="16304" y="4206"/>
                    <a:pt x="13554" y="4206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8"/>
                    <a:pt x="27109" y="13741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9"/>
                    <a:pt x="17950" y="40694"/>
                    <a:pt x="13554" y="40694"/>
                  </a:cubicBezTo>
                  <a:cubicBezTo>
                    <a:pt x="9159" y="40694"/>
                    <a:pt x="5796" y="38959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41"/>
                    <a:pt x="1156" y="8698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8D537B80-C723-41A4-9A55-4FF093721D91}"/>
                </a:ext>
              </a:extLst>
            </p:cNvPr>
            <p:cNvSpPr/>
            <p:nvPr/>
          </p:nvSpPr>
          <p:spPr>
            <a:xfrm>
              <a:off x="5166654" y="4184532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59795974-30E0-B097-703C-CCAF33885942}"/>
                </a:ext>
              </a:extLst>
            </p:cNvPr>
            <p:cNvSpPr/>
            <p:nvPr/>
          </p:nvSpPr>
          <p:spPr>
            <a:xfrm>
              <a:off x="5209970" y="4163705"/>
              <a:ext cx="24901" cy="39921"/>
            </a:xfrm>
            <a:custGeom>
              <a:avLst/>
              <a:gdLst>
                <a:gd name="csX0" fmla="*/ 6383 w 24901"/>
                <a:gd name="csY0" fmla="*/ 35458 h 39921"/>
                <a:gd name="csX1" fmla="*/ 24902 w 24901"/>
                <a:gd name="csY1" fmla="*/ 35458 h 39921"/>
                <a:gd name="csX2" fmla="*/ 24902 w 24901"/>
                <a:gd name="csY2" fmla="*/ 39922 h 39921"/>
                <a:gd name="csX3" fmla="*/ 0 w 24901"/>
                <a:gd name="csY3" fmla="*/ 39922 h 39921"/>
                <a:gd name="csX4" fmla="*/ 0 w 24901"/>
                <a:gd name="csY4" fmla="*/ 35458 h 39921"/>
                <a:gd name="csX5" fmla="*/ 8222 w 24901"/>
                <a:gd name="csY5" fmla="*/ 27076 h 39921"/>
                <a:gd name="csX6" fmla="*/ 14789 w 24901"/>
                <a:gd name="csY6" fmla="*/ 20275 h 39921"/>
                <a:gd name="csX7" fmla="*/ 18335 w 24901"/>
                <a:gd name="csY7" fmla="*/ 15441 h 39921"/>
                <a:gd name="csX8" fmla="*/ 19360 w 24901"/>
                <a:gd name="csY8" fmla="*/ 11529 h 39921"/>
                <a:gd name="csX9" fmla="*/ 17153 w 24901"/>
                <a:gd name="csY9" fmla="*/ 6430 h 39921"/>
                <a:gd name="csX10" fmla="*/ 11453 w 24901"/>
                <a:gd name="csY10" fmla="*/ 4464 h 39921"/>
                <a:gd name="csX11" fmla="*/ 6173 w 24901"/>
                <a:gd name="csY11" fmla="*/ 5326 h 39921"/>
                <a:gd name="csX12" fmla="*/ 263 w 24901"/>
                <a:gd name="csY12" fmla="*/ 7959 h 39921"/>
                <a:gd name="csX13" fmla="*/ 263 w 24901"/>
                <a:gd name="csY13" fmla="*/ 2595 h 39921"/>
                <a:gd name="csX14" fmla="*/ 6252 w 24901"/>
                <a:gd name="csY14" fmla="*/ 651 h 39921"/>
                <a:gd name="csX15" fmla="*/ 11348 w 24901"/>
                <a:gd name="csY15" fmla="*/ 0 h 39921"/>
                <a:gd name="csX16" fmla="*/ 21067 w 24901"/>
                <a:gd name="csY16" fmla="*/ 3041 h 39921"/>
                <a:gd name="csX17" fmla="*/ 24692 w 24901"/>
                <a:gd name="csY17" fmla="*/ 11189 h 39921"/>
                <a:gd name="csX18" fmla="*/ 23772 w 24901"/>
                <a:gd name="csY18" fmla="*/ 15781 h 39921"/>
                <a:gd name="csX19" fmla="*/ 20489 w 24901"/>
                <a:gd name="csY19" fmla="*/ 20880 h 39921"/>
                <a:gd name="csX20" fmla="*/ 16312 w 24901"/>
                <a:gd name="csY20" fmla="*/ 25291 h 39921"/>
                <a:gd name="csX21" fmla="*/ 6383 w 24901"/>
                <a:gd name="csY21" fmla="*/ 35458 h 39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1">
                  <a:moveTo>
                    <a:pt x="6383" y="35458"/>
                  </a:moveTo>
                  <a:lnTo>
                    <a:pt x="24902" y="35458"/>
                  </a:lnTo>
                  <a:lnTo>
                    <a:pt x="24902" y="39922"/>
                  </a:lnTo>
                  <a:lnTo>
                    <a:pt x="0" y="39922"/>
                  </a:lnTo>
                  <a:lnTo>
                    <a:pt x="0" y="35458"/>
                  </a:lnTo>
                  <a:cubicBezTo>
                    <a:pt x="2014" y="33375"/>
                    <a:pt x="4755" y="30581"/>
                    <a:pt x="8222" y="27076"/>
                  </a:cubicBezTo>
                  <a:cubicBezTo>
                    <a:pt x="11707" y="23556"/>
                    <a:pt x="13896" y="21289"/>
                    <a:pt x="14789" y="20275"/>
                  </a:cubicBezTo>
                  <a:cubicBezTo>
                    <a:pt x="16487" y="18368"/>
                    <a:pt x="17669" y="16757"/>
                    <a:pt x="18335" y="15441"/>
                  </a:cubicBezTo>
                  <a:cubicBezTo>
                    <a:pt x="19018" y="14109"/>
                    <a:pt x="19360" y="12805"/>
                    <a:pt x="19360" y="11529"/>
                  </a:cubicBezTo>
                  <a:cubicBezTo>
                    <a:pt x="19360" y="9447"/>
                    <a:pt x="18624" y="7747"/>
                    <a:pt x="17153" y="6430"/>
                  </a:cubicBezTo>
                  <a:cubicBezTo>
                    <a:pt x="15699" y="5119"/>
                    <a:pt x="13799" y="4464"/>
                    <a:pt x="11453" y="4464"/>
                  </a:cubicBezTo>
                  <a:cubicBezTo>
                    <a:pt x="9789" y="4464"/>
                    <a:pt x="8029" y="4751"/>
                    <a:pt x="6173" y="5326"/>
                  </a:cubicBezTo>
                  <a:cubicBezTo>
                    <a:pt x="4334" y="5906"/>
                    <a:pt x="2364" y="6784"/>
                    <a:pt x="263" y="7959"/>
                  </a:cubicBezTo>
                  <a:lnTo>
                    <a:pt x="263" y="2595"/>
                  </a:lnTo>
                  <a:cubicBezTo>
                    <a:pt x="2399" y="1737"/>
                    <a:pt x="4395" y="1089"/>
                    <a:pt x="6252" y="651"/>
                  </a:cubicBezTo>
                  <a:cubicBezTo>
                    <a:pt x="8108" y="217"/>
                    <a:pt x="9807" y="0"/>
                    <a:pt x="11348" y="0"/>
                  </a:cubicBezTo>
                  <a:cubicBezTo>
                    <a:pt x="15410" y="0"/>
                    <a:pt x="18650" y="1014"/>
                    <a:pt x="21067" y="3041"/>
                  </a:cubicBezTo>
                  <a:cubicBezTo>
                    <a:pt x="23484" y="5074"/>
                    <a:pt x="24692" y="7790"/>
                    <a:pt x="24692" y="11189"/>
                  </a:cubicBezTo>
                  <a:cubicBezTo>
                    <a:pt x="24692" y="12798"/>
                    <a:pt x="24386" y="14329"/>
                    <a:pt x="23772" y="15781"/>
                  </a:cubicBezTo>
                  <a:cubicBezTo>
                    <a:pt x="23177" y="17219"/>
                    <a:pt x="22083" y="18918"/>
                    <a:pt x="20489" y="20880"/>
                  </a:cubicBezTo>
                  <a:cubicBezTo>
                    <a:pt x="20051" y="21390"/>
                    <a:pt x="18659" y="22860"/>
                    <a:pt x="16312" y="25291"/>
                  </a:cubicBezTo>
                  <a:cubicBezTo>
                    <a:pt x="13966" y="27707"/>
                    <a:pt x="10656" y="31096"/>
                    <a:pt x="6383" y="35458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EF483AD-0B14-1051-1775-6F99D90500E3}"/>
                </a:ext>
              </a:extLst>
            </p:cNvPr>
            <p:cNvSpPr/>
            <p:nvPr/>
          </p:nvSpPr>
          <p:spPr>
            <a:xfrm>
              <a:off x="5244407" y="4164408"/>
              <a:ext cx="25375" cy="39982"/>
            </a:xfrm>
            <a:custGeom>
              <a:avLst/>
              <a:gdLst>
                <a:gd name="csX0" fmla="*/ 1655 w 25375"/>
                <a:gd name="csY0" fmla="*/ 0 h 39982"/>
                <a:gd name="csX1" fmla="*/ 22486 w 25375"/>
                <a:gd name="csY1" fmla="*/ 0 h 39982"/>
                <a:gd name="csX2" fmla="*/ 22486 w 25375"/>
                <a:gd name="csY2" fmla="*/ 4471 h 39982"/>
                <a:gd name="csX3" fmla="*/ 6514 w 25375"/>
                <a:gd name="csY3" fmla="*/ 4471 h 39982"/>
                <a:gd name="csX4" fmla="*/ 6514 w 25375"/>
                <a:gd name="csY4" fmla="*/ 14079 h 39982"/>
                <a:gd name="csX5" fmla="*/ 8826 w 25375"/>
                <a:gd name="csY5" fmla="*/ 13504 h 39982"/>
                <a:gd name="csX6" fmla="*/ 11138 w 25375"/>
                <a:gd name="csY6" fmla="*/ 13292 h 39982"/>
                <a:gd name="csX7" fmla="*/ 21541 w 25375"/>
                <a:gd name="csY7" fmla="*/ 16893 h 39982"/>
                <a:gd name="csX8" fmla="*/ 25375 w 25375"/>
                <a:gd name="csY8" fmla="*/ 26637 h 39982"/>
                <a:gd name="csX9" fmla="*/ 21435 w 25375"/>
                <a:gd name="csY9" fmla="*/ 36487 h 39982"/>
                <a:gd name="csX10" fmla="*/ 10324 w 25375"/>
                <a:gd name="csY10" fmla="*/ 39982 h 39982"/>
                <a:gd name="csX11" fmla="*/ 5281 w 25375"/>
                <a:gd name="csY11" fmla="*/ 39559 h 39982"/>
                <a:gd name="csX12" fmla="*/ 0 w 25375"/>
                <a:gd name="csY12" fmla="*/ 38303 h 39982"/>
                <a:gd name="csX13" fmla="*/ 0 w 25375"/>
                <a:gd name="csY13" fmla="*/ 32970 h 39982"/>
                <a:gd name="csX14" fmla="*/ 4886 w 25375"/>
                <a:gd name="csY14" fmla="*/ 34883 h 39982"/>
                <a:gd name="csX15" fmla="*/ 10218 w 25375"/>
                <a:gd name="csY15" fmla="*/ 35519 h 39982"/>
                <a:gd name="csX16" fmla="*/ 17416 w 25375"/>
                <a:gd name="csY16" fmla="*/ 33128 h 39982"/>
                <a:gd name="csX17" fmla="*/ 20069 w 25375"/>
                <a:gd name="csY17" fmla="*/ 26637 h 39982"/>
                <a:gd name="csX18" fmla="*/ 17416 w 25375"/>
                <a:gd name="csY18" fmla="*/ 20146 h 39982"/>
                <a:gd name="csX19" fmla="*/ 10218 w 25375"/>
                <a:gd name="csY19" fmla="*/ 17763 h 39982"/>
                <a:gd name="csX20" fmla="*/ 5963 w 25375"/>
                <a:gd name="csY20" fmla="*/ 18232 h 39982"/>
                <a:gd name="csX21" fmla="*/ 1655 w 25375"/>
                <a:gd name="csY21" fmla="*/ 19700 h 39982"/>
                <a:gd name="csX22" fmla="*/ 1655 w 25375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71"/>
                  </a:lnTo>
                  <a:lnTo>
                    <a:pt x="6514" y="4471"/>
                  </a:lnTo>
                  <a:lnTo>
                    <a:pt x="6514" y="14079"/>
                  </a:lnTo>
                  <a:cubicBezTo>
                    <a:pt x="7285" y="13817"/>
                    <a:pt x="8056" y="13625"/>
                    <a:pt x="8826" y="13504"/>
                  </a:cubicBezTo>
                  <a:cubicBezTo>
                    <a:pt x="9597" y="13363"/>
                    <a:pt x="10368" y="13292"/>
                    <a:pt x="11138" y="13292"/>
                  </a:cubicBezTo>
                  <a:cubicBezTo>
                    <a:pt x="15516" y="13292"/>
                    <a:pt x="18984" y="14493"/>
                    <a:pt x="21541" y="16893"/>
                  </a:cubicBezTo>
                  <a:cubicBezTo>
                    <a:pt x="24097" y="19294"/>
                    <a:pt x="25375" y="22542"/>
                    <a:pt x="25375" y="26637"/>
                  </a:cubicBezTo>
                  <a:cubicBezTo>
                    <a:pt x="25375" y="30859"/>
                    <a:pt x="24062" y="34142"/>
                    <a:pt x="21435" y="36487"/>
                  </a:cubicBezTo>
                  <a:cubicBezTo>
                    <a:pt x="18808" y="38817"/>
                    <a:pt x="15104" y="39982"/>
                    <a:pt x="10324" y="39982"/>
                  </a:cubicBezTo>
                  <a:cubicBezTo>
                    <a:pt x="8677" y="39982"/>
                    <a:pt x="6996" y="39841"/>
                    <a:pt x="5281" y="39559"/>
                  </a:cubicBezTo>
                  <a:cubicBezTo>
                    <a:pt x="3582" y="39281"/>
                    <a:pt x="1822" y="38863"/>
                    <a:pt x="0" y="38303"/>
                  </a:cubicBezTo>
                  <a:lnTo>
                    <a:pt x="0" y="32970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7"/>
                    <a:pt x="8345" y="35519"/>
                    <a:pt x="10218" y="35519"/>
                  </a:cubicBezTo>
                  <a:cubicBezTo>
                    <a:pt x="13248" y="35519"/>
                    <a:pt x="15647" y="34722"/>
                    <a:pt x="17416" y="33128"/>
                  </a:cubicBezTo>
                  <a:cubicBezTo>
                    <a:pt x="19185" y="31535"/>
                    <a:pt x="20069" y="29371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8"/>
                    <a:pt x="13248" y="17763"/>
                    <a:pt x="10218" y="17763"/>
                  </a:cubicBezTo>
                  <a:cubicBezTo>
                    <a:pt x="8800" y="17763"/>
                    <a:pt x="7382" y="17920"/>
                    <a:pt x="5963" y="18232"/>
                  </a:cubicBezTo>
                  <a:cubicBezTo>
                    <a:pt x="4562" y="18550"/>
                    <a:pt x="3126" y="19039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63D07C6B-1011-BB9A-75EE-52A9768DF736}"/>
                </a:ext>
              </a:extLst>
            </p:cNvPr>
            <p:cNvSpPr/>
            <p:nvPr/>
          </p:nvSpPr>
          <p:spPr>
            <a:xfrm>
              <a:off x="5242674" y="3876360"/>
              <a:ext cx="27108" cy="40686"/>
            </a:xfrm>
            <a:custGeom>
              <a:avLst/>
              <a:gdLst>
                <a:gd name="csX0" fmla="*/ 13554 w 27108"/>
                <a:gd name="csY0" fmla="*/ 4199 h 40686"/>
                <a:gd name="csX1" fmla="*/ 7381 w 27108"/>
                <a:gd name="csY1" fmla="*/ 8246 h 40686"/>
                <a:gd name="csX2" fmla="*/ 5332 w 27108"/>
                <a:gd name="csY2" fmla="*/ 20358 h 40686"/>
                <a:gd name="csX3" fmla="*/ 7381 w 27108"/>
                <a:gd name="csY3" fmla="*/ 32463 h 40686"/>
                <a:gd name="csX4" fmla="*/ 13554 w 27108"/>
                <a:gd name="csY4" fmla="*/ 36487 h 40686"/>
                <a:gd name="csX5" fmla="*/ 19727 w 27108"/>
                <a:gd name="csY5" fmla="*/ 32463 h 40686"/>
                <a:gd name="csX6" fmla="*/ 21802 w 27108"/>
                <a:gd name="csY6" fmla="*/ 20358 h 40686"/>
                <a:gd name="csX7" fmla="*/ 19727 w 27108"/>
                <a:gd name="csY7" fmla="*/ 8246 h 40686"/>
                <a:gd name="csX8" fmla="*/ 13554 w 27108"/>
                <a:gd name="csY8" fmla="*/ 4199 h 40686"/>
                <a:gd name="csX9" fmla="*/ 13554 w 27108"/>
                <a:gd name="csY9" fmla="*/ 0 h 40686"/>
                <a:gd name="csX10" fmla="*/ 23615 w 27108"/>
                <a:gd name="csY10" fmla="*/ 5228 h 40686"/>
                <a:gd name="csX11" fmla="*/ 27109 w 27108"/>
                <a:gd name="csY11" fmla="*/ 20358 h 40686"/>
                <a:gd name="csX12" fmla="*/ 23615 w 27108"/>
                <a:gd name="csY12" fmla="*/ 35489 h 40686"/>
                <a:gd name="csX13" fmla="*/ 13554 w 27108"/>
                <a:gd name="csY13" fmla="*/ 40686 h 40686"/>
                <a:gd name="csX14" fmla="*/ 3467 w 27108"/>
                <a:gd name="csY14" fmla="*/ 35489 h 40686"/>
                <a:gd name="csX15" fmla="*/ 0 w 27108"/>
                <a:gd name="csY15" fmla="*/ 20358 h 40686"/>
                <a:gd name="csX16" fmla="*/ 3467 w 27108"/>
                <a:gd name="csY16" fmla="*/ 5228 h 40686"/>
                <a:gd name="csX17" fmla="*/ 13554 w 27108"/>
                <a:gd name="csY17" fmla="*/ 0 h 406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6">
                  <a:moveTo>
                    <a:pt x="13554" y="4199"/>
                  </a:moveTo>
                  <a:cubicBezTo>
                    <a:pt x="10822" y="4199"/>
                    <a:pt x="8765" y="5548"/>
                    <a:pt x="7381" y="8246"/>
                  </a:cubicBezTo>
                  <a:cubicBezTo>
                    <a:pt x="6015" y="10924"/>
                    <a:pt x="5332" y="14962"/>
                    <a:pt x="5332" y="20358"/>
                  </a:cubicBezTo>
                  <a:cubicBezTo>
                    <a:pt x="5332" y="25735"/>
                    <a:pt x="6015" y="29769"/>
                    <a:pt x="7381" y="32463"/>
                  </a:cubicBezTo>
                  <a:cubicBezTo>
                    <a:pt x="8765" y="35146"/>
                    <a:pt x="10822" y="36487"/>
                    <a:pt x="13554" y="36487"/>
                  </a:cubicBezTo>
                  <a:cubicBezTo>
                    <a:pt x="16304" y="36487"/>
                    <a:pt x="18361" y="35146"/>
                    <a:pt x="19727" y="32463"/>
                  </a:cubicBezTo>
                  <a:cubicBezTo>
                    <a:pt x="21111" y="29769"/>
                    <a:pt x="21802" y="25735"/>
                    <a:pt x="21802" y="20358"/>
                  </a:cubicBezTo>
                  <a:cubicBezTo>
                    <a:pt x="21802" y="14962"/>
                    <a:pt x="21111" y="10924"/>
                    <a:pt x="19727" y="8246"/>
                  </a:cubicBezTo>
                  <a:cubicBezTo>
                    <a:pt x="18361" y="5548"/>
                    <a:pt x="16304" y="4199"/>
                    <a:pt x="13554" y="4199"/>
                  </a:cubicBezTo>
                  <a:moveTo>
                    <a:pt x="13554" y="0"/>
                  </a:moveTo>
                  <a:cubicBezTo>
                    <a:pt x="17950" y="0"/>
                    <a:pt x="21304" y="1742"/>
                    <a:pt x="23615" y="5228"/>
                  </a:cubicBezTo>
                  <a:cubicBezTo>
                    <a:pt x="25944" y="8692"/>
                    <a:pt x="27109" y="13736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4"/>
                    <a:pt x="17950" y="40686"/>
                    <a:pt x="13554" y="40686"/>
                  </a:cubicBezTo>
                  <a:cubicBezTo>
                    <a:pt x="9159" y="40686"/>
                    <a:pt x="5796" y="38954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6"/>
                    <a:pt x="1156" y="8692"/>
                    <a:pt x="3467" y="5228"/>
                  </a:cubicBezTo>
                  <a:cubicBezTo>
                    <a:pt x="5796" y="1742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4E5B401F-681A-01A3-074D-6C16B84A6407}"/>
                </a:ext>
              </a:extLst>
            </p:cNvPr>
            <p:cNvSpPr/>
            <p:nvPr/>
          </p:nvSpPr>
          <p:spPr>
            <a:xfrm>
              <a:off x="5209970" y="3589015"/>
              <a:ext cx="24901" cy="39927"/>
            </a:xfrm>
            <a:custGeom>
              <a:avLst/>
              <a:gdLst>
                <a:gd name="csX0" fmla="*/ 6383 w 24901"/>
                <a:gd name="csY0" fmla="*/ 35461 h 39927"/>
                <a:gd name="csX1" fmla="*/ 24902 w 24901"/>
                <a:gd name="csY1" fmla="*/ 35461 h 39927"/>
                <a:gd name="csX2" fmla="*/ 24902 w 24901"/>
                <a:gd name="csY2" fmla="*/ 39927 h 39927"/>
                <a:gd name="csX3" fmla="*/ 0 w 24901"/>
                <a:gd name="csY3" fmla="*/ 39927 h 39927"/>
                <a:gd name="csX4" fmla="*/ 0 w 24901"/>
                <a:gd name="csY4" fmla="*/ 35461 h 39927"/>
                <a:gd name="csX5" fmla="*/ 8222 w 24901"/>
                <a:gd name="csY5" fmla="*/ 27082 h 39927"/>
                <a:gd name="csX6" fmla="*/ 14789 w 24901"/>
                <a:gd name="csY6" fmla="*/ 20279 h 39927"/>
                <a:gd name="csX7" fmla="*/ 18335 w 24901"/>
                <a:gd name="csY7" fmla="*/ 15445 h 39927"/>
                <a:gd name="csX8" fmla="*/ 19360 w 24901"/>
                <a:gd name="csY8" fmla="*/ 11532 h 39927"/>
                <a:gd name="csX9" fmla="*/ 17153 w 24901"/>
                <a:gd name="csY9" fmla="*/ 6436 h 39927"/>
                <a:gd name="csX10" fmla="*/ 11453 w 24901"/>
                <a:gd name="csY10" fmla="*/ 4465 h 39927"/>
                <a:gd name="csX11" fmla="*/ 6173 w 24901"/>
                <a:gd name="csY11" fmla="*/ 5332 h 39927"/>
                <a:gd name="csX12" fmla="*/ 263 w 24901"/>
                <a:gd name="csY12" fmla="*/ 7959 h 39927"/>
                <a:gd name="csX13" fmla="*/ 263 w 24901"/>
                <a:gd name="csY13" fmla="*/ 2600 h 39927"/>
                <a:gd name="csX14" fmla="*/ 6252 w 24901"/>
                <a:gd name="csY14" fmla="*/ 657 h 39927"/>
                <a:gd name="csX15" fmla="*/ 11348 w 24901"/>
                <a:gd name="csY15" fmla="*/ 0 h 39927"/>
                <a:gd name="csX16" fmla="*/ 21067 w 24901"/>
                <a:gd name="csY16" fmla="*/ 3047 h 39927"/>
                <a:gd name="csX17" fmla="*/ 24692 w 24901"/>
                <a:gd name="csY17" fmla="*/ 11190 h 39927"/>
                <a:gd name="csX18" fmla="*/ 23772 w 24901"/>
                <a:gd name="csY18" fmla="*/ 15787 h 39927"/>
                <a:gd name="csX19" fmla="*/ 20489 w 24901"/>
                <a:gd name="csY19" fmla="*/ 20883 h 39927"/>
                <a:gd name="csX20" fmla="*/ 16312 w 24901"/>
                <a:gd name="csY20" fmla="*/ 25296 h 39927"/>
                <a:gd name="csX21" fmla="*/ 6383 w 24901"/>
                <a:gd name="csY21" fmla="*/ 35461 h 39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7">
                  <a:moveTo>
                    <a:pt x="6383" y="35461"/>
                  </a:moveTo>
                  <a:lnTo>
                    <a:pt x="24902" y="35461"/>
                  </a:lnTo>
                  <a:lnTo>
                    <a:pt x="24902" y="39927"/>
                  </a:lnTo>
                  <a:lnTo>
                    <a:pt x="0" y="39927"/>
                  </a:lnTo>
                  <a:lnTo>
                    <a:pt x="0" y="35461"/>
                  </a:lnTo>
                  <a:cubicBezTo>
                    <a:pt x="2014" y="33378"/>
                    <a:pt x="4755" y="30585"/>
                    <a:pt x="8222" y="27082"/>
                  </a:cubicBezTo>
                  <a:cubicBezTo>
                    <a:pt x="11707" y="23562"/>
                    <a:pt x="13896" y="21295"/>
                    <a:pt x="14789" y="20279"/>
                  </a:cubicBezTo>
                  <a:cubicBezTo>
                    <a:pt x="16487" y="18370"/>
                    <a:pt x="17669" y="16759"/>
                    <a:pt x="18335" y="15445"/>
                  </a:cubicBezTo>
                  <a:cubicBezTo>
                    <a:pt x="19018" y="14114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5"/>
                    <a:pt x="11453" y="4465"/>
                  </a:cubicBezTo>
                  <a:cubicBezTo>
                    <a:pt x="9789" y="4465"/>
                    <a:pt x="8029" y="4754"/>
                    <a:pt x="6173" y="5332"/>
                  </a:cubicBezTo>
                  <a:cubicBezTo>
                    <a:pt x="4334" y="5910"/>
                    <a:pt x="2364" y="6786"/>
                    <a:pt x="263" y="7959"/>
                  </a:cubicBezTo>
                  <a:lnTo>
                    <a:pt x="263" y="2600"/>
                  </a:lnTo>
                  <a:cubicBezTo>
                    <a:pt x="2399" y="1742"/>
                    <a:pt x="4395" y="1094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8"/>
                    <a:pt x="24692" y="7793"/>
                    <a:pt x="24692" y="11190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3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6"/>
                  </a:cubicBezTo>
                  <a:cubicBezTo>
                    <a:pt x="13966" y="27713"/>
                    <a:pt x="10656" y="31101"/>
                    <a:pt x="6383" y="35461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D91A67FF-F6F2-6A7A-7DBB-CF53A329B2E6}"/>
                </a:ext>
              </a:extLst>
            </p:cNvPr>
            <p:cNvSpPr/>
            <p:nvPr/>
          </p:nvSpPr>
          <p:spPr>
            <a:xfrm>
              <a:off x="5244407" y="3589724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2 h 39980"/>
                <a:gd name="csX7" fmla="*/ 21541 w 25375"/>
                <a:gd name="csY7" fmla="*/ 16891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5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2"/>
                    <a:pt x="11138" y="13292"/>
                  </a:cubicBezTo>
                  <a:cubicBezTo>
                    <a:pt x="15516" y="13292"/>
                    <a:pt x="18984" y="14492"/>
                    <a:pt x="21541" y="16891"/>
                  </a:cubicBezTo>
                  <a:cubicBezTo>
                    <a:pt x="24097" y="19290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5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5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2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B61E5180-49CE-827C-3809-746899998C9C}"/>
                </a:ext>
              </a:extLst>
            </p:cNvPr>
            <p:cNvSpPr/>
            <p:nvPr/>
          </p:nvSpPr>
          <p:spPr>
            <a:xfrm>
              <a:off x="5209051" y="3302381"/>
              <a:ext cx="25374" cy="39980"/>
            </a:xfrm>
            <a:custGeom>
              <a:avLst/>
              <a:gdLst>
                <a:gd name="csX0" fmla="*/ 1655 w 25374"/>
                <a:gd name="csY0" fmla="*/ 0 h 39980"/>
                <a:gd name="csX1" fmla="*/ 22486 w 25374"/>
                <a:gd name="csY1" fmla="*/ 0 h 39980"/>
                <a:gd name="csX2" fmla="*/ 22486 w 25374"/>
                <a:gd name="csY2" fmla="*/ 4466 h 39980"/>
                <a:gd name="csX3" fmla="*/ 6514 w 25374"/>
                <a:gd name="csY3" fmla="*/ 4466 h 39980"/>
                <a:gd name="csX4" fmla="*/ 6514 w 25374"/>
                <a:gd name="csY4" fmla="*/ 14080 h 39980"/>
                <a:gd name="csX5" fmla="*/ 8826 w 25374"/>
                <a:gd name="csY5" fmla="*/ 13502 h 39980"/>
                <a:gd name="csX6" fmla="*/ 11138 w 25374"/>
                <a:gd name="csY6" fmla="*/ 13291 h 39980"/>
                <a:gd name="csX7" fmla="*/ 21540 w 25374"/>
                <a:gd name="csY7" fmla="*/ 16890 h 39980"/>
                <a:gd name="csX8" fmla="*/ 25375 w 25374"/>
                <a:gd name="csY8" fmla="*/ 26636 h 39980"/>
                <a:gd name="csX9" fmla="*/ 21435 w 25374"/>
                <a:gd name="csY9" fmla="*/ 36487 h 39980"/>
                <a:gd name="csX10" fmla="*/ 10323 w 25374"/>
                <a:gd name="csY10" fmla="*/ 39980 h 39980"/>
                <a:gd name="csX11" fmla="*/ 5280 w 25374"/>
                <a:gd name="csY11" fmla="*/ 39560 h 39980"/>
                <a:gd name="csX12" fmla="*/ 0 w 25374"/>
                <a:gd name="csY12" fmla="*/ 38299 h 39980"/>
                <a:gd name="csX13" fmla="*/ 0 w 25374"/>
                <a:gd name="csY13" fmla="*/ 32966 h 39980"/>
                <a:gd name="csX14" fmla="*/ 4886 w 25374"/>
                <a:gd name="csY14" fmla="*/ 34884 h 39980"/>
                <a:gd name="csX15" fmla="*/ 10218 w 25374"/>
                <a:gd name="csY15" fmla="*/ 35514 h 39980"/>
                <a:gd name="csX16" fmla="*/ 17415 w 25374"/>
                <a:gd name="csY16" fmla="*/ 33124 h 39980"/>
                <a:gd name="csX17" fmla="*/ 20068 w 25374"/>
                <a:gd name="csY17" fmla="*/ 26636 h 39980"/>
                <a:gd name="csX18" fmla="*/ 17415 w 25374"/>
                <a:gd name="csY18" fmla="*/ 20148 h 39980"/>
                <a:gd name="csX19" fmla="*/ 10218 w 25374"/>
                <a:gd name="csY19" fmla="*/ 17757 h 39980"/>
                <a:gd name="csX20" fmla="*/ 5962 w 25374"/>
                <a:gd name="csY20" fmla="*/ 18230 h 39980"/>
                <a:gd name="csX21" fmla="*/ 1655 w 25374"/>
                <a:gd name="csY21" fmla="*/ 19701 h 39980"/>
                <a:gd name="csX22" fmla="*/ 1655 w 25374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7"/>
                  </a:cubicBezTo>
                  <a:cubicBezTo>
                    <a:pt x="18808" y="38816"/>
                    <a:pt x="15104" y="39980"/>
                    <a:pt x="10323" y="39980"/>
                  </a:cubicBezTo>
                  <a:cubicBezTo>
                    <a:pt x="8677" y="39980"/>
                    <a:pt x="6996" y="39840"/>
                    <a:pt x="5280" y="39560"/>
                  </a:cubicBezTo>
                  <a:cubicBezTo>
                    <a:pt x="3581" y="39280"/>
                    <a:pt x="1821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1"/>
                    <a:pt x="20068" y="29368"/>
                    <a:pt x="20068" y="26636"/>
                  </a:cubicBezTo>
                  <a:cubicBezTo>
                    <a:pt x="20068" y="23904"/>
                    <a:pt x="19184" y="21741"/>
                    <a:pt x="17415" y="20148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AFEA48A5-B7E7-5624-C55B-CF2A5501A826}"/>
                </a:ext>
              </a:extLst>
            </p:cNvPr>
            <p:cNvSpPr/>
            <p:nvPr/>
          </p:nvSpPr>
          <p:spPr>
            <a:xfrm>
              <a:off x="5242674" y="3301672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8 h 40689"/>
                <a:gd name="csX4" fmla="*/ 13554 w 27108"/>
                <a:gd name="csY4" fmla="*/ 36487 h 40689"/>
                <a:gd name="csX5" fmla="*/ 19727 w 27108"/>
                <a:gd name="csY5" fmla="*/ 32468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9 h 40689"/>
                <a:gd name="csX13" fmla="*/ 13554 w 27108"/>
                <a:gd name="csY13" fmla="*/ 40690 h 40689"/>
                <a:gd name="csX14" fmla="*/ 3467 w 27108"/>
                <a:gd name="csY14" fmla="*/ 35489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5"/>
                    <a:pt x="5332" y="20358"/>
                  </a:cubicBezTo>
                  <a:cubicBezTo>
                    <a:pt x="5332" y="25735"/>
                    <a:pt x="6015" y="29771"/>
                    <a:pt x="7381" y="32468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8"/>
                  </a:cubicBezTo>
                  <a:cubicBezTo>
                    <a:pt x="21111" y="29771"/>
                    <a:pt x="21802" y="25735"/>
                    <a:pt x="21802" y="20358"/>
                  </a:cubicBezTo>
                  <a:cubicBezTo>
                    <a:pt x="21802" y="14965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6"/>
                    <a:pt x="17950" y="40690"/>
                    <a:pt x="13554" y="40690"/>
                  </a:cubicBezTo>
                  <a:cubicBezTo>
                    <a:pt x="9159" y="40690"/>
                    <a:pt x="5796" y="38956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5" name="Freeform 284">
            <a:extLst>
              <a:ext uri="{FF2B5EF4-FFF2-40B4-BE49-F238E27FC236}">
                <a16:creationId xmlns:a16="http://schemas.microsoft.com/office/drawing/2014/main" id="{1C68B597-6E41-315C-EA4A-F1A5720292BB}"/>
              </a:ext>
            </a:extLst>
          </p:cNvPr>
          <p:cNvSpPr/>
          <p:nvPr/>
        </p:nvSpPr>
        <p:spPr>
          <a:xfrm>
            <a:off x="5366822" y="3999164"/>
            <a:ext cx="2024186" cy="587995"/>
          </a:xfrm>
          <a:custGeom>
            <a:avLst/>
            <a:gdLst>
              <a:gd name="csX0" fmla="*/ 0 w 2024186"/>
              <a:gd name="csY0" fmla="*/ 587996 h 587995"/>
              <a:gd name="csX1" fmla="*/ 6769 w 2024186"/>
              <a:gd name="csY1" fmla="*/ 580287 h 587995"/>
              <a:gd name="csX2" fmla="*/ 13540 w 2024186"/>
              <a:gd name="csY2" fmla="*/ 572623 h 587995"/>
              <a:gd name="csX3" fmla="*/ 20309 w 2024186"/>
              <a:gd name="csY3" fmla="*/ 565013 h 587995"/>
              <a:gd name="csX4" fmla="*/ 27079 w 2024186"/>
              <a:gd name="csY4" fmla="*/ 557455 h 587995"/>
              <a:gd name="csX5" fmla="*/ 33849 w 2024186"/>
              <a:gd name="csY5" fmla="*/ 549943 h 587995"/>
              <a:gd name="csX6" fmla="*/ 40619 w 2024186"/>
              <a:gd name="csY6" fmla="*/ 542491 h 587995"/>
              <a:gd name="csX7" fmla="*/ 47389 w 2024186"/>
              <a:gd name="csY7" fmla="*/ 535084 h 587995"/>
              <a:gd name="csX8" fmla="*/ 54158 w 2024186"/>
              <a:gd name="csY8" fmla="*/ 527723 h 587995"/>
              <a:gd name="csX9" fmla="*/ 60928 w 2024186"/>
              <a:gd name="csY9" fmla="*/ 520423 h 587995"/>
              <a:gd name="csX10" fmla="*/ 67699 w 2024186"/>
              <a:gd name="csY10" fmla="*/ 513168 h 587995"/>
              <a:gd name="csX11" fmla="*/ 74468 w 2024186"/>
              <a:gd name="csY11" fmla="*/ 505966 h 587995"/>
              <a:gd name="csX12" fmla="*/ 81238 w 2024186"/>
              <a:gd name="csY12" fmla="*/ 498809 h 587995"/>
              <a:gd name="csX13" fmla="*/ 88008 w 2024186"/>
              <a:gd name="csY13" fmla="*/ 491713 h 587995"/>
              <a:gd name="csX14" fmla="*/ 94778 w 2024186"/>
              <a:gd name="csY14" fmla="*/ 484662 h 587995"/>
              <a:gd name="csX15" fmla="*/ 101547 w 2024186"/>
              <a:gd name="csY15" fmla="*/ 477664 h 587995"/>
              <a:gd name="csX16" fmla="*/ 108317 w 2024186"/>
              <a:gd name="csY16" fmla="*/ 470711 h 587995"/>
              <a:gd name="csX17" fmla="*/ 115088 w 2024186"/>
              <a:gd name="csY17" fmla="*/ 463812 h 587995"/>
              <a:gd name="csX18" fmla="*/ 121857 w 2024186"/>
              <a:gd name="csY18" fmla="*/ 456965 h 587995"/>
              <a:gd name="csX19" fmla="*/ 128627 w 2024186"/>
              <a:gd name="csY19" fmla="*/ 450172 h 587995"/>
              <a:gd name="csX20" fmla="*/ 135396 w 2024186"/>
              <a:gd name="csY20" fmla="*/ 443423 h 587995"/>
              <a:gd name="csX21" fmla="*/ 142167 w 2024186"/>
              <a:gd name="csY21" fmla="*/ 436736 h 587995"/>
              <a:gd name="csX22" fmla="*/ 148937 w 2024186"/>
              <a:gd name="csY22" fmla="*/ 430086 h 587995"/>
              <a:gd name="csX23" fmla="*/ 155706 w 2024186"/>
              <a:gd name="csY23" fmla="*/ 423497 h 587995"/>
              <a:gd name="csX24" fmla="*/ 162476 w 2024186"/>
              <a:gd name="csY24" fmla="*/ 416953 h 587995"/>
              <a:gd name="csX25" fmla="*/ 169246 w 2024186"/>
              <a:gd name="csY25" fmla="*/ 410469 h 587995"/>
              <a:gd name="csX26" fmla="*/ 176016 w 2024186"/>
              <a:gd name="csY26" fmla="*/ 404024 h 587995"/>
              <a:gd name="csX27" fmla="*/ 182785 w 2024186"/>
              <a:gd name="csY27" fmla="*/ 397638 h 587995"/>
              <a:gd name="csX28" fmla="*/ 189556 w 2024186"/>
              <a:gd name="csY28" fmla="*/ 391299 h 587995"/>
              <a:gd name="csX29" fmla="*/ 196326 w 2024186"/>
              <a:gd name="csY29" fmla="*/ 385012 h 587995"/>
              <a:gd name="csX30" fmla="*/ 203095 w 2024186"/>
              <a:gd name="csY30" fmla="*/ 378778 h 587995"/>
              <a:gd name="csX31" fmla="*/ 209865 w 2024186"/>
              <a:gd name="csY31" fmla="*/ 372590 h 587995"/>
              <a:gd name="csX32" fmla="*/ 216635 w 2024186"/>
              <a:gd name="csY32" fmla="*/ 366462 h 587995"/>
              <a:gd name="csX33" fmla="*/ 223405 w 2024186"/>
              <a:gd name="csY33" fmla="*/ 360379 h 587995"/>
              <a:gd name="csX34" fmla="*/ 230175 w 2024186"/>
              <a:gd name="csY34" fmla="*/ 354342 h 587995"/>
              <a:gd name="csX35" fmla="*/ 236944 w 2024186"/>
              <a:gd name="csY35" fmla="*/ 348366 h 587995"/>
              <a:gd name="csX36" fmla="*/ 243715 w 2024186"/>
              <a:gd name="csY36" fmla="*/ 342435 h 587995"/>
              <a:gd name="csX37" fmla="*/ 250484 w 2024186"/>
              <a:gd name="csY37" fmla="*/ 336549 h 587995"/>
              <a:gd name="csX38" fmla="*/ 257254 w 2024186"/>
              <a:gd name="csY38" fmla="*/ 330724 h 587995"/>
              <a:gd name="csX39" fmla="*/ 264024 w 2024186"/>
              <a:gd name="csY39" fmla="*/ 324944 h 587995"/>
              <a:gd name="csX40" fmla="*/ 270794 w 2024186"/>
              <a:gd name="csY40" fmla="*/ 319217 h 587995"/>
              <a:gd name="csX41" fmla="*/ 277564 w 2024186"/>
              <a:gd name="csY41" fmla="*/ 313543 h 587995"/>
              <a:gd name="csX42" fmla="*/ 284333 w 2024186"/>
              <a:gd name="csY42" fmla="*/ 307922 h 587995"/>
              <a:gd name="csX43" fmla="*/ 291104 w 2024186"/>
              <a:gd name="csY43" fmla="*/ 302346 h 587995"/>
              <a:gd name="csX44" fmla="*/ 297873 w 2024186"/>
              <a:gd name="csY44" fmla="*/ 296824 h 587995"/>
              <a:gd name="csX45" fmla="*/ 304643 w 2024186"/>
              <a:gd name="csY45" fmla="*/ 291346 h 587995"/>
              <a:gd name="csX46" fmla="*/ 311413 w 2024186"/>
              <a:gd name="csY46" fmla="*/ 285930 h 587995"/>
              <a:gd name="csX47" fmla="*/ 318183 w 2024186"/>
              <a:gd name="csY47" fmla="*/ 280558 h 587995"/>
              <a:gd name="csX48" fmla="*/ 324953 w 2024186"/>
              <a:gd name="csY48" fmla="*/ 275240 h 587995"/>
              <a:gd name="csX49" fmla="*/ 331722 w 2024186"/>
              <a:gd name="csY49" fmla="*/ 269967 h 587995"/>
              <a:gd name="csX50" fmla="*/ 338492 w 2024186"/>
              <a:gd name="csY50" fmla="*/ 264754 h 587995"/>
              <a:gd name="csX51" fmla="*/ 345262 w 2024186"/>
              <a:gd name="csY51" fmla="*/ 259587 h 587995"/>
              <a:gd name="csX52" fmla="*/ 352032 w 2024186"/>
              <a:gd name="csY52" fmla="*/ 254473 h 587995"/>
              <a:gd name="csX53" fmla="*/ 358802 w 2024186"/>
              <a:gd name="csY53" fmla="*/ 249404 h 587995"/>
              <a:gd name="csX54" fmla="*/ 365571 w 2024186"/>
              <a:gd name="csY54" fmla="*/ 244389 h 587995"/>
              <a:gd name="csX55" fmla="*/ 372342 w 2024186"/>
              <a:gd name="csY55" fmla="*/ 239426 h 587995"/>
              <a:gd name="csX56" fmla="*/ 379111 w 2024186"/>
              <a:gd name="csY56" fmla="*/ 234516 h 587995"/>
              <a:gd name="csX57" fmla="*/ 385881 w 2024186"/>
              <a:gd name="csY57" fmla="*/ 229659 h 587995"/>
              <a:gd name="csX58" fmla="*/ 392651 w 2024186"/>
              <a:gd name="csY58" fmla="*/ 224848 h 587995"/>
              <a:gd name="csX59" fmla="*/ 399421 w 2024186"/>
              <a:gd name="csY59" fmla="*/ 220089 h 587995"/>
              <a:gd name="csX60" fmla="*/ 406191 w 2024186"/>
              <a:gd name="csY60" fmla="*/ 215376 h 587995"/>
              <a:gd name="csX61" fmla="*/ 412960 w 2024186"/>
              <a:gd name="csY61" fmla="*/ 210723 h 587995"/>
              <a:gd name="csX62" fmla="*/ 419731 w 2024186"/>
              <a:gd name="csY62" fmla="*/ 206116 h 587995"/>
              <a:gd name="csX63" fmla="*/ 426500 w 2024186"/>
              <a:gd name="csY63" fmla="*/ 201554 h 587995"/>
              <a:gd name="csX64" fmla="*/ 433270 w 2024186"/>
              <a:gd name="csY64" fmla="*/ 197053 h 587995"/>
              <a:gd name="csX65" fmla="*/ 440040 w 2024186"/>
              <a:gd name="csY65" fmla="*/ 192597 h 587995"/>
              <a:gd name="csX66" fmla="*/ 446810 w 2024186"/>
              <a:gd name="csY66" fmla="*/ 188194 h 587995"/>
              <a:gd name="csX67" fmla="*/ 453580 w 2024186"/>
              <a:gd name="csY67" fmla="*/ 183844 h 587995"/>
              <a:gd name="csX68" fmla="*/ 460346 w 2024186"/>
              <a:gd name="csY68" fmla="*/ 179539 h 587995"/>
              <a:gd name="csX69" fmla="*/ 467117 w 2024186"/>
              <a:gd name="csY69" fmla="*/ 175295 h 587995"/>
              <a:gd name="csX70" fmla="*/ 473888 w 2024186"/>
              <a:gd name="csY70" fmla="*/ 171096 h 587995"/>
              <a:gd name="csX71" fmla="*/ 480659 w 2024186"/>
              <a:gd name="csY71" fmla="*/ 166943 h 587995"/>
              <a:gd name="csX72" fmla="*/ 487430 w 2024186"/>
              <a:gd name="csY72" fmla="*/ 162850 h 587995"/>
              <a:gd name="csX73" fmla="*/ 494201 w 2024186"/>
              <a:gd name="csY73" fmla="*/ 158803 h 587995"/>
              <a:gd name="csX74" fmla="*/ 500972 w 2024186"/>
              <a:gd name="csY74" fmla="*/ 154808 h 587995"/>
              <a:gd name="csX75" fmla="*/ 507735 w 2024186"/>
              <a:gd name="csY75" fmla="*/ 150859 h 587995"/>
              <a:gd name="csX76" fmla="*/ 514506 w 2024186"/>
              <a:gd name="csY76" fmla="*/ 146963 h 587995"/>
              <a:gd name="csX77" fmla="*/ 521277 w 2024186"/>
              <a:gd name="csY77" fmla="*/ 143120 h 587995"/>
              <a:gd name="csX78" fmla="*/ 528048 w 2024186"/>
              <a:gd name="csY78" fmla="*/ 139330 h 587995"/>
              <a:gd name="csX79" fmla="*/ 534819 w 2024186"/>
              <a:gd name="csY79" fmla="*/ 135592 h 587995"/>
              <a:gd name="csX80" fmla="*/ 541590 w 2024186"/>
              <a:gd name="csY80" fmla="*/ 131901 h 587995"/>
              <a:gd name="csX81" fmla="*/ 548361 w 2024186"/>
              <a:gd name="csY81" fmla="*/ 128262 h 587995"/>
              <a:gd name="csX82" fmla="*/ 555124 w 2024186"/>
              <a:gd name="csY82" fmla="*/ 124668 h 587995"/>
              <a:gd name="csX83" fmla="*/ 561895 w 2024186"/>
              <a:gd name="csY83" fmla="*/ 121135 h 587995"/>
              <a:gd name="csX84" fmla="*/ 568666 w 2024186"/>
              <a:gd name="csY84" fmla="*/ 117648 h 587995"/>
              <a:gd name="csX85" fmla="*/ 575437 w 2024186"/>
              <a:gd name="csY85" fmla="*/ 114213 h 587995"/>
              <a:gd name="csX86" fmla="*/ 582208 w 2024186"/>
              <a:gd name="csY86" fmla="*/ 110824 h 587995"/>
              <a:gd name="csX87" fmla="*/ 588979 w 2024186"/>
              <a:gd name="csY87" fmla="*/ 107495 h 587995"/>
              <a:gd name="csX88" fmla="*/ 595750 w 2024186"/>
              <a:gd name="csY88" fmla="*/ 104212 h 587995"/>
              <a:gd name="csX89" fmla="*/ 602513 w 2024186"/>
              <a:gd name="csY89" fmla="*/ 100981 h 587995"/>
              <a:gd name="csX90" fmla="*/ 609284 w 2024186"/>
              <a:gd name="csY90" fmla="*/ 97796 h 587995"/>
              <a:gd name="csX91" fmla="*/ 616055 w 2024186"/>
              <a:gd name="csY91" fmla="*/ 94664 h 587995"/>
              <a:gd name="csX92" fmla="*/ 622826 w 2024186"/>
              <a:gd name="csY92" fmla="*/ 91585 h 587995"/>
              <a:gd name="csX93" fmla="*/ 629597 w 2024186"/>
              <a:gd name="csY93" fmla="*/ 88559 h 587995"/>
              <a:gd name="csX94" fmla="*/ 636368 w 2024186"/>
              <a:gd name="csY94" fmla="*/ 85578 h 587995"/>
              <a:gd name="csX95" fmla="*/ 643138 w 2024186"/>
              <a:gd name="csY95" fmla="*/ 82658 h 587995"/>
              <a:gd name="csX96" fmla="*/ 649902 w 2024186"/>
              <a:gd name="csY96" fmla="*/ 79776 h 587995"/>
              <a:gd name="csX97" fmla="*/ 656673 w 2024186"/>
              <a:gd name="csY97" fmla="*/ 76954 h 587995"/>
              <a:gd name="csX98" fmla="*/ 663444 w 2024186"/>
              <a:gd name="csY98" fmla="*/ 74178 h 587995"/>
              <a:gd name="csX99" fmla="*/ 670215 w 2024186"/>
              <a:gd name="csY99" fmla="*/ 71462 h 587995"/>
              <a:gd name="csX100" fmla="*/ 676985 w 2024186"/>
              <a:gd name="csY100" fmla="*/ 68784 h 587995"/>
              <a:gd name="csX101" fmla="*/ 683756 w 2024186"/>
              <a:gd name="csY101" fmla="*/ 66166 h 587995"/>
              <a:gd name="csX102" fmla="*/ 690527 w 2024186"/>
              <a:gd name="csY102" fmla="*/ 63594 h 587995"/>
              <a:gd name="csX103" fmla="*/ 697291 w 2024186"/>
              <a:gd name="csY103" fmla="*/ 61074 h 587995"/>
              <a:gd name="csX104" fmla="*/ 704062 w 2024186"/>
              <a:gd name="csY104" fmla="*/ 58608 h 587995"/>
              <a:gd name="csX105" fmla="*/ 710832 w 2024186"/>
              <a:gd name="csY105" fmla="*/ 56187 h 587995"/>
              <a:gd name="csX106" fmla="*/ 717603 w 2024186"/>
              <a:gd name="csY106" fmla="*/ 53819 h 587995"/>
              <a:gd name="csX107" fmla="*/ 724374 w 2024186"/>
              <a:gd name="csY107" fmla="*/ 51504 h 587995"/>
              <a:gd name="csX108" fmla="*/ 731145 w 2024186"/>
              <a:gd name="csY108" fmla="*/ 49242 h 587995"/>
              <a:gd name="csX109" fmla="*/ 737916 w 2024186"/>
              <a:gd name="csY109" fmla="*/ 47026 h 587995"/>
              <a:gd name="csX110" fmla="*/ 744680 w 2024186"/>
              <a:gd name="csY110" fmla="*/ 44870 h 587995"/>
              <a:gd name="csX111" fmla="*/ 751450 w 2024186"/>
              <a:gd name="csY111" fmla="*/ 42751 h 587995"/>
              <a:gd name="csX112" fmla="*/ 758221 w 2024186"/>
              <a:gd name="csY112" fmla="*/ 40694 h 587995"/>
              <a:gd name="csX113" fmla="*/ 764992 w 2024186"/>
              <a:gd name="csY113" fmla="*/ 38681 h 587995"/>
              <a:gd name="csX114" fmla="*/ 771763 w 2024186"/>
              <a:gd name="csY114" fmla="*/ 36722 h 587995"/>
              <a:gd name="csX115" fmla="*/ 778534 w 2024186"/>
              <a:gd name="csY115" fmla="*/ 34815 h 587995"/>
              <a:gd name="csX116" fmla="*/ 785305 w 2024186"/>
              <a:gd name="csY116" fmla="*/ 32954 h 587995"/>
              <a:gd name="csX117" fmla="*/ 792068 w 2024186"/>
              <a:gd name="csY117" fmla="*/ 31154 h 587995"/>
              <a:gd name="csX118" fmla="*/ 798839 w 2024186"/>
              <a:gd name="csY118" fmla="*/ 29399 h 587995"/>
              <a:gd name="csX119" fmla="*/ 805610 w 2024186"/>
              <a:gd name="csY119" fmla="*/ 27689 h 587995"/>
              <a:gd name="csX120" fmla="*/ 812381 w 2024186"/>
              <a:gd name="csY120" fmla="*/ 26040 h 587995"/>
              <a:gd name="csX121" fmla="*/ 819152 w 2024186"/>
              <a:gd name="csY121" fmla="*/ 24436 h 587995"/>
              <a:gd name="csX122" fmla="*/ 825923 w 2024186"/>
              <a:gd name="csY122" fmla="*/ 22885 h 587995"/>
              <a:gd name="csX123" fmla="*/ 832694 w 2024186"/>
              <a:gd name="csY123" fmla="*/ 21379 h 587995"/>
              <a:gd name="csX124" fmla="*/ 839465 w 2024186"/>
              <a:gd name="csY124" fmla="*/ 19935 h 587995"/>
              <a:gd name="csX125" fmla="*/ 846228 w 2024186"/>
              <a:gd name="csY125" fmla="*/ 18535 h 587995"/>
              <a:gd name="csX126" fmla="*/ 852999 w 2024186"/>
              <a:gd name="csY126" fmla="*/ 17181 h 587995"/>
              <a:gd name="csX127" fmla="*/ 859770 w 2024186"/>
              <a:gd name="csY127" fmla="*/ 15887 h 587995"/>
              <a:gd name="csX128" fmla="*/ 866541 w 2024186"/>
              <a:gd name="csY128" fmla="*/ 14639 h 587995"/>
              <a:gd name="csX129" fmla="*/ 873312 w 2024186"/>
              <a:gd name="csY129" fmla="*/ 13444 h 587995"/>
              <a:gd name="csX130" fmla="*/ 880083 w 2024186"/>
              <a:gd name="csY130" fmla="*/ 12301 h 587995"/>
              <a:gd name="csX131" fmla="*/ 886854 w 2024186"/>
              <a:gd name="csY131" fmla="*/ 11204 h 587995"/>
              <a:gd name="csX132" fmla="*/ 893617 w 2024186"/>
              <a:gd name="csY132" fmla="*/ 10160 h 587995"/>
              <a:gd name="csX133" fmla="*/ 900388 w 2024186"/>
              <a:gd name="csY133" fmla="*/ 9169 h 587995"/>
              <a:gd name="csX134" fmla="*/ 907159 w 2024186"/>
              <a:gd name="csY134" fmla="*/ 8231 h 587995"/>
              <a:gd name="csX135" fmla="*/ 913930 w 2024186"/>
              <a:gd name="csY135" fmla="*/ 7338 h 587995"/>
              <a:gd name="csX136" fmla="*/ 920701 w 2024186"/>
              <a:gd name="csY136" fmla="*/ 6499 h 587995"/>
              <a:gd name="csX137" fmla="*/ 927472 w 2024186"/>
              <a:gd name="csY137" fmla="*/ 5712 h 587995"/>
              <a:gd name="csX138" fmla="*/ 934243 w 2024186"/>
              <a:gd name="csY138" fmla="*/ 4978 h 587995"/>
              <a:gd name="csX139" fmla="*/ 941006 w 2024186"/>
              <a:gd name="csY139" fmla="*/ 4290 h 587995"/>
              <a:gd name="csX140" fmla="*/ 947777 w 2024186"/>
              <a:gd name="csY140" fmla="*/ 3654 h 587995"/>
              <a:gd name="csX141" fmla="*/ 954548 w 2024186"/>
              <a:gd name="csY141" fmla="*/ 3072 h 587995"/>
              <a:gd name="csX142" fmla="*/ 961319 w 2024186"/>
              <a:gd name="csY142" fmla="*/ 2534 h 587995"/>
              <a:gd name="csX143" fmla="*/ 968090 w 2024186"/>
              <a:gd name="csY143" fmla="*/ 2050 h 587995"/>
              <a:gd name="csX144" fmla="*/ 974861 w 2024186"/>
              <a:gd name="csY144" fmla="*/ 1619 h 587995"/>
              <a:gd name="csX145" fmla="*/ 981632 w 2024186"/>
              <a:gd name="csY145" fmla="*/ 1241 h 587995"/>
              <a:gd name="csX146" fmla="*/ 988395 w 2024186"/>
              <a:gd name="csY146" fmla="*/ 908 h 587995"/>
              <a:gd name="csX147" fmla="*/ 995166 w 2024186"/>
              <a:gd name="csY147" fmla="*/ 628 h 587995"/>
              <a:gd name="csX148" fmla="*/ 1001937 w 2024186"/>
              <a:gd name="csY148" fmla="*/ 401 h 587995"/>
              <a:gd name="csX149" fmla="*/ 1008708 w 2024186"/>
              <a:gd name="csY149" fmla="*/ 227 h 587995"/>
              <a:gd name="csX150" fmla="*/ 1015479 w 2024186"/>
              <a:gd name="csY150" fmla="*/ 98 h 587995"/>
              <a:gd name="csX151" fmla="*/ 1022249 w 2024186"/>
              <a:gd name="csY151" fmla="*/ 23 h 587995"/>
              <a:gd name="csX152" fmla="*/ 1029020 w 2024186"/>
              <a:gd name="csY152" fmla="*/ 0 h 587995"/>
              <a:gd name="csX153" fmla="*/ 1035784 w 2024186"/>
              <a:gd name="csY153" fmla="*/ 23 h 587995"/>
              <a:gd name="csX154" fmla="*/ 1042555 w 2024186"/>
              <a:gd name="csY154" fmla="*/ 98 h 587995"/>
              <a:gd name="csX155" fmla="*/ 1049326 w 2024186"/>
              <a:gd name="csY155" fmla="*/ 227 h 587995"/>
              <a:gd name="csX156" fmla="*/ 1056097 w 2024186"/>
              <a:gd name="csY156" fmla="*/ 409 h 587995"/>
              <a:gd name="csX157" fmla="*/ 1062868 w 2024186"/>
              <a:gd name="csY157" fmla="*/ 636 h 587995"/>
              <a:gd name="csX158" fmla="*/ 1069638 w 2024186"/>
              <a:gd name="csY158" fmla="*/ 915 h 587995"/>
              <a:gd name="csX159" fmla="*/ 1076409 w 2024186"/>
              <a:gd name="csY159" fmla="*/ 1248 h 587995"/>
              <a:gd name="csX160" fmla="*/ 1083173 w 2024186"/>
              <a:gd name="csY160" fmla="*/ 1634 h 587995"/>
              <a:gd name="csX161" fmla="*/ 1089944 w 2024186"/>
              <a:gd name="csY161" fmla="*/ 2065 h 587995"/>
              <a:gd name="csX162" fmla="*/ 1096715 w 2024186"/>
              <a:gd name="csY162" fmla="*/ 2549 h 587995"/>
              <a:gd name="csX163" fmla="*/ 1103485 w 2024186"/>
              <a:gd name="csY163" fmla="*/ 3087 h 587995"/>
              <a:gd name="csX164" fmla="*/ 1110256 w 2024186"/>
              <a:gd name="csY164" fmla="*/ 3669 h 587995"/>
              <a:gd name="csX165" fmla="*/ 1117027 w 2024186"/>
              <a:gd name="csY165" fmla="*/ 4312 h 587995"/>
              <a:gd name="csX166" fmla="*/ 1123798 w 2024186"/>
              <a:gd name="csY166" fmla="*/ 5001 h 587995"/>
              <a:gd name="csX167" fmla="*/ 1130562 w 2024186"/>
              <a:gd name="csY167" fmla="*/ 5735 h 587995"/>
              <a:gd name="csX168" fmla="*/ 1137332 w 2024186"/>
              <a:gd name="csY168" fmla="*/ 6529 h 587995"/>
              <a:gd name="csX169" fmla="*/ 1144103 w 2024186"/>
              <a:gd name="csY169" fmla="*/ 7369 h 587995"/>
              <a:gd name="csX170" fmla="*/ 1150874 w 2024186"/>
              <a:gd name="csY170" fmla="*/ 8261 h 587995"/>
              <a:gd name="csX171" fmla="*/ 1157645 w 2024186"/>
              <a:gd name="csY171" fmla="*/ 9199 h 587995"/>
              <a:gd name="csX172" fmla="*/ 1164416 w 2024186"/>
              <a:gd name="csY172" fmla="*/ 10198 h 587995"/>
              <a:gd name="csX173" fmla="*/ 1171187 w 2024186"/>
              <a:gd name="csY173" fmla="*/ 11242 h 587995"/>
              <a:gd name="csX174" fmla="*/ 1177950 w 2024186"/>
              <a:gd name="csY174" fmla="*/ 12339 h 587995"/>
              <a:gd name="csX175" fmla="*/ 1184721 w 2024186"/>
              <a:gd name="csY175" fmla="*/ 13481 h 587995"/>
              <a:gd name="csX176" fmla="*/ 1191492 w 2024186"/>
              <a:gd name="csY176" fmla="*/ 14677 h 587995"/>
              <a:gd name="csX177" fmla="*/ 1198263 w 2024186"/>
              <a:gd name="csY177" fmla="*/ 15925 h 587995"/>
              <a:gd name="csX178" fmla="*/ 1205034 w 2024186"/>
              <a:gd name="csY178" fmla="*/ 17226 h 587995"/>
              <a:gd name="csX179" fmla="*/ 1211805 w 2024186"/>
              <a:gd name="csY179" fmla="*/ 18573 h 587995"/>
              <a:gd name="csX180" fmla="*/ 1218576 w 2024186"/>
              <a:gd name="csY180" fmla="*/ 19980 h 587995"/>
              <a:gd name="csX181" fmla="*/ 1225339 w 2024186"/>
              <a:gd name="csY181" fmla="*/ 21432 h 587995"/>
              <a:gd name="csX182" fmla="*/ 1232110 w 2024186"/>
              <a:gd name="csY182" fmla="*/ 22930 h 587995"/>
              <a:gd name="csX183" fmla="*/ 1238881 w 2024186"/>
              <a:gd name="csY183" fmla="*/ 24489 h 587995"/>
              <a:gd name="csX184" fmla="*/ 1245652 w 2024186"/>
              <a:gd name="csY184" fmla="*/ 26093 h 587995"/>
              <a:gd name="csX185" fmla="*/ 1252423 w 2024186"/>
              <a:gd name="csY185" fmla="*/ 27742 h 587995"/>
              <a:gd name="csX186" fmla="*/ 1259194 w 2024186"/>
              <a:gd name="csY186" fmla="*/ 29452 h 587995"/>
              <a:gd name="csX187" fmla="*/ 1265965 w 2024186"/>
              <a:gd name="csY187" fmla="*/ 31207 h 587995"/>
              <a:gd name="csX188" fmla="*/ 1272728 w 2024186"/>
              <a:gd name="csY188" fmla="*/ 33015 h 587995"/>
              <a:gd name="csX189" fmla="*/ 1279499 w 2024186"/>
              <a:gd name="csY189" fmla="*/ 34876 h 587995"/>
              <a:gd name="csX190" fmla="*/ 1286270 w 2024186"/>
              <a:gd name="csY190" fmla="*/ 36782 h 587995"/>
              <a:gd name="csX191" fmla="*/ 1293041 w 2024186"/>
              <a:gd name="csY191" fmla="*/ 38749 h 587995"/>
              <a:gd name="csX192" fmla="*/ 1299812 w 2024186"/>
              <a:gd name="csY192" fmla="*/ 40762 h 587995"/>
              <a:gd name="csX193" fmla="*/ 1306583 w 2024186"/>
              <a:gd name="csY193" fmla="*/ 42820 h 587995"/>
              <a:gd name="csX194" fmla="*/ 1313354 w 2024186"/>
              <a:gd name="csY194" fmla="*/ 44938 h 587995"/>
              <a:gd name="csX195" fmla="*/ 1320117 w 2024186"/>
              <a:gd name="csY195" fmla="*/ 47101 h 587995"/>
              <a:gd name="csX196" fmla="*/ 1326888 w 2024186"/>
              <a:gd name="csY196" fmla="*/ 49318 h 587995"/>
              <a:gd name="csX197" fmla="*/ 1333659 w 2024186"/>
              <a:gd name="csY197" fmla="*/ 51580 h 587995"/>
              <a:gd name="csX198" fmla="*/ 1340430 w 2024186"/>
              <a:gd name="csY198" fmla="*/ 53895 h 587995"/>
              <a:gd name="csX199" fmla="*/ 1347201 w 2024186"/>
              <a:gd name="csY199" fmla="*/ 56271 h 587995"/>
              <a:gd name="csX200" fmla="*/ 1353972 w 2024186"/>
              <a:gd name="csY200" fmla="*/ 58684 h 587995"/>
              <a:gd name="csX201" fmla="*/ 1360743 w 2024186"/>
              <a:gd name="csY201" fmla="*/ 61158 h 587995"/>
              <a:gd name="csX202" fmla="*/ 1367506 w 2024186"/>
              <a:gd name="csY202" fmla="*/ 63677 h 587995"/>
              <a:gd name="csX203" fmla="*/ 1374277 w 2024186"/>
              <a:gd name="csY203" fmla="*/ 66249 h 587995"/>
              <a:gd name="csX204" fmla="*/ 1381048 w 2024186"/>
              <a:gd name="csY204" fmla="*/ 68874 h 587995"/>
              <a:gd name="csX205" fmla="*/ 1387819 w 2024186"/>
              <a:gd name="csY205" fmla="*/ 71545 h 587995"/>
              <a:gd name="csX206" fmla="*/ 1394590 w 2024186"/>
              <a:gd name="csY206" fmla="*/ 74268 h 587995"/>
              <a:gd name="csX207" fmla="*/ 1401361 w 2024186"/>
              <a:gd name="csY207" fmla="*/ 77045 h 587995"/>
              <a:gd name="csX208" fmla="*/ 1408131 w 2024186"/>
              <a:gd name="csY208" fmla="*/ 79874 h 587995"/>
              <a:gd name="csX209" fmla="*/ 1414895 w 2024186"/>
              <a:gd name="csY209" fmla="*/ 82749 h 587995"/>
              <a:gd name="csX210" fmla="*/ 1421666 w 2024186"/>
              <a:gd name="csY210" fmla="*/ 85677 h 587995"/>
              <a:gd name="csX211" fmla="*/ 1428437 w 2024186"/>
              <a:gd name="csY211" fmla="*/ 88658 h 587995"/>
              <a:gd name="csX212" fmla="*/ 1435208 w 2024186"/>
              <a:gd name="csY212" fmla="*/ 91684 h 587995"/>
              <a:gd name="csX213" fmla="*/ 1441978 w 2024186"/>
              <a:gd name="csY213" fmla="*/ 94770 h 587995"/>
              <a:gd name="csX214" fmla="*/ 1448750 w 2024186"/>
              <a:gd name="csY214" fmla="*/ 97902 h 587995"/>
              <a:gd name="csX215" fmla="*/ 1455520 w 2024186"/>
              <a:gd name="csY215" fmla="*/ 101080 h 587995"/>
              <a:gd name="csX216" fmla="*/ 1462284 w 2024186"/>
              <a:gd name="csY216" fmla="*/ 104318 h 587995"/>
              <a:gd name="csX217" fmla="*/ 1469055 w 2024186"/>
              <a:gd name="csY217" fmla="*/ 107601 h 587995"/>
              <a:gd name="csX218" fmla="*/ 1475826 w 2024186"/>
              <a:gd name="csY218" fmla="*/ 110937 h 587995"/>
              <a:gd name="csX219" fmla="*/ 1482597 w 2024186"/>
              <a:gd name="csY219" fmla="*/ 114319 h 587995"/>
              <a:gd name="csX220" fmla="*/ 1489367 w 2024186"/>
              <a:gd name="csY220" fmla="*/ 117761 h 587995"/>
              <a:gd name="csX221" fmla="*/ 1496138 w 2024186"/>
              <a:gd name="csY221" fmla="*/ 121249 h 587995"/>
              <a:gd name="csX222" fmla="*/ 1502909 w 2024186"/>
              <a:gd name="csY222" fmla="*/ 124789 h 587995"/>
              <a:gd name="csX223" fmla="*/ 1509673 w 2024186"/>
              <a:gd name="csY223" fmla="*/ 128375 h 587995"/>
              <a:gd name="csX224" fmla="*/ 1516444 w 2024186"/>
              <a:gd name="csY224" fmla="*/ 132022 h 587995"/>
              <a:gd name="csX225" fmla="*/ 1523215 w 2024186"/>
              <a:gd name="csY225" fmla="*/ 135713 h 587995"/>
              <a:gd name="csX226" fmla="*/ 1529985 w 2024186"/>
              <a:gd name="csY226" fmla="*/ 139451 h 587995"/>
              <a:gd name="csX227" fmla="*/ 1536756 w 2024186"/>
              <a:gd name="csY227" fmla="*/ 143249 h 587995"/>
              <a:gd name="csX228" fmla="*/ 1543527 w 2024186"/>
              <a:gd name="csY228" fmla="*/ 147092 h 587995"/>
              <a:gd name="csX229" fmla="*/ 1550298 w 2024186"/>
              <a:gd name="csY229" fmla="*/ 150988 h 587995"/>
              <a:gd name="csX230" fmla="*/ 1557062 w 2024186"/>
              <a:gd name="csY230" fmla="*/ 154929 h 587995"/>
              <a:gd name="csX231" fmla="*/ 1563832 w 2024186"/>
              <a:gd name="csY231" fmla="*/ 158931 h 587995"/>
              <a:gd name="csX232" fmla="*/ 1570603 w 2024186"/>
              <a:gd name="csY232" fmla="*/ 162979 h 587995"/>
              <a:gd name="csX233" fmla="*/ 1577374 w 2024186"/>
              <a:gd name="csY233" fmla="*/ 167079 h 587995"/>
              <a:gd name="csX234" fmla="*/ 1584145 w 2024186"/>
              <a:gd name="csY234" fmla="*/ 171225 h 587995"/>
              <a:gd name="csX235" fmla="*/ 1590916 w 2024186"/>
              <a:gd name="csY235" fmla="*/ 175431 h 587995"/>
              <a:gd name="csX236" fmla="*/ 1597687 w 2024186"/>
              <a:gd name="csY236" fmla="*/ 179683 h 587995"/>
              <a:gd name="csX237" fmla="*/ 1604450 w 2024186"/>
              <a:gd name="csY237" fmla="*/ 183980 h 587995"/>
              <a:gd name="csX238" fmla="*/ 1611221 w 2024186"/>
              <a:gd name="csY238" fmla="*/ 188338 h 587995"/>
              <a:gd name="csX239" fmla="*/ 1617992 w 2024186"/>
              <a:gd name="csY239" fmla="*/ 192741 h 587995"/>
              <a:gd name="csX240" fmla="*/ 1624763 w 2024186"/>
              <a:gd name="csY240" fmla="*/ 197196 h 587995"/>
              <a:gd name="csX241" fmla="*/ 1631534 w 2024186"/>
              <a:gd name="csY241" fmla="*/ 201705 h 587995"/>
              <a:gd name="csX242" fmla="*/ 1638305 w 2024186"/>
              <a:gd name="csY242" fmla="*/ 206260 h 587995"/>
              <a:gd name="csX243" fmla="*/ 1645076 w 2024186"/>
              <a:gd name="csY243" fmla="*/ 210867 h 587995"/>
              <a:gd name="csX244" fmla="*/ 1651847 w 2024186"/>
              <a:gd name="csY244" fmla="*/ 215527 h 587995"/>
              <a:gd name="csX245" fmla="*/ 1658610 w 2024186"/>
              <a:gd name="csY245" fmla="*/ 220240 h 587995"/>
              <a:gd name="csX246" fmla="*/ 1665381 w 2024186"/>
              <a:gd name="csY246" fmla="*/ 224999 h 587995"/>
              <a:gd name="csX247" fmla="*/ 1672152 w 2024186"/>
              <a:gd name="csY247" fmla="*/ 229810 h 587995"/>
              <a:gd name="csX248" fmla="*/ 1678923 w 2024186"/>
              <a:gd name="csY248" fmla="*/ 234675 h 587995"/>
              <a:gd name="csX249" fmla="*/ 1685694 w 2024186"/>
              <a:gd name="csY249" fmla="*/ 239592 h 587995"/>
              <a:gd name="csX250" fmla="*/ 1692465 w 2024186"/>
              <a:gd name="csY250" fmla="*/ 244555 h 587995"/>
              <a:gd name="csX251" fmla="*/ 1699236 w 2024186"/>
              <a:gd name="csY251" fmla="*/ 249571 h 587995"/>
              <a:gd name="csX252" fmla="*/ 1705999 w 2024186"/>
              <a:gd name="csY252" fmla="*/ 254632 h 587995"/>
              <a:gd name="csX253" fmla="*/ 1712770 w 2024186"/>
              <a:gd name="csY253" fmla="*/ 259754 h 587995"/>
              <a:gd name="csX254" fmla="*/ 1719541 w 2024186"/>
              <a:gd name="csY254" fmla="*/ 264921 h 587995"/>
              <a:gd name="csX255" fmla="*/ 1726312 w 2024186"/>
              <a:gd name="csY255" fmla="*/ 270141 h 587995"/>
              <a:gd name="csX256" fmla="*/ 1733083 w 2024186"/>
              <a:gd name="csY256" fmla="*/ 275414 h 587995"/>
              <a:gd name="csX257" fmla="*/ 1739854 w 2024186"/>
              <a:gd name="csY257" fmla="*/ 280732 h 587995"/>
              <a:gd name="csX258" fmla="*/ 1746625 w 2024186"/>
              <a:gd name="csY258" fmla="*/ 286104 h 587995"/>
              <a:gd name="csX259" fmla="*/ 1753388 w 2024186"/>
              <a:gd name="csY259" fmla="*/ 291528 h 587995"/>
              <a:gd name="csX260" fmla="*/ 1760159 w 2024186"/>
              <a:gd name="csY260" fmla="*/ 296998 h 587995"/>
              <a:gd name="csX261" fmla="*/ 1766930 w 2024186"/>
              <a:gd name="csY261" fmla="*/ 302528 h 587995"/>
              <a:gd name="csX262" fmla="*/ 1773701 w 2024186"/>
              <a:gd name="csY262" fmla="*/ 308103 h 587995"/>
              <a:gd name="csX263" fmla="*/ 1780472 w 2024186"/>
              <a:gd name="csY263" fmla="*/ 313724 h 587995"/>
              <a:gd name="csX264" fmla="*/ 1787243 w 2024186"/>
              <a:gd name="csY264" fmla="*/ 319406 h 587995"/>
              <a:gd name="csX265" fmla="*/ 1794013 w 2024186"/>
              <a:gd name="csY265" fmla="*/ 325133 h 587995"/>
              <a:gd name="csX266" fmla="*/ 1800777 w 2024186"/>
              <a:gd name="csY266" fmla="*/ 330913 h 587995"/>
              <a:gd name="csX267" fmla="*/ 1807548 w 2024186"/>
              <a:gd name="csY267" fmla="*/ 336746 h 587995"/>
              <a:gd name="csX268" fmla="*/ 1814319 w 2024186"/>
              <a:gd name="csY268" fmla="*/ 342624 h 587995"/>
              <a:gd name="csX269" fmla="*/ 1821090 w 2024186"/>
              <a:gd name="csY269" fmla="*/ 348555 h 587995"/>
              <a:gd name="csX270" fmla="*/ 1827861 w 2024186"/>
              <a:gd name="csY270" fmla="*/ 354539 h 587995"/>
              <a:gd name="csX271" fmla="*/ 1834631 w 2024186"/>
              <a:gd name="csY271" fmla="*/ 360569 h 587995"/>
              <a:gd name="csX272" fmla="*/ 1841402 w 2024186"/>
              <a:gd name="csY272" fmla="*/ 366659 h 587995"/>
              <a:gd name="csX273" fmla="*/ 1848166 w 2024186"/>
              <a:gd name="csY273" fmla="*/ 372794 h 587995"/>
              <a:gd name="csX274" fmla="*/ 1854937 w 2024186"/>
              <a:gd name="csY274" fmla="*/ 378975 h 587995"/>
              <a:gd name="csX275" fmla="*/ 1861708 w 2024186"/>
              <a:gd name="csY275" fmla="*/ 385216 h 587995"/>
              <a:gd name="csX276" fmla="*/ 1868478 w 2024186"/>
              <a:gd name="csY276" fmla="*/ 391503 h 587995"/>
              <a:gd name="csX277" fmla="*/ 1875250 w 2024186"/>
              <a:gd name="csY277" fmla="*/ 397843 h 587995"/>
              <a:gd name="csX278" fmla="*/ 1882020 w 2024186"/>
              <a:gd name="csY278" fmla="*/ 404235 h 587995"/>
              <a:gd name="csX279" fmla="*/ 1888791 w 2024186"/>
              <a:gd name="csY279" fmla="*/ 410673 h 587995"/>
              <a:gd name="csX280" fmla="*/ 1895555 w 2024186"/>
              <a:gd name="csY280" fmla="*/ 417164 h 587995"/>
              <a:gd name="csX281" fmla="*/ 1902325 w 2024186"/>
              <a:gd name="csY281" fmla="*/ 423708 h 587995"/>
              <a:gd name="csX282" fmla="*/ 1909097 w 2024186"/>
              <a:gd name="csY282" fmla="*/ 430305 h 587995"/>
              <a:gd name="csX283" fmla="*/ 1915867 w 2024186"/>
              <a:gd name="csY283" fmla="*/ 436948 h 587995"/>
              <a:gd name="csX284" fmla="*/ 1922638 w 2024186"/>
              <a:gd name="csY284" fmla="*/ 443643 h 587995"/>
              <a:gd name="csX285" fmla="*/ 1929409 w 2024186"/>
              <a:gd name="csY285" fmla="*/ 450391 h 587995"/>
              <a:gd name="csX286" fmla="*/ 1936180 w 2024186"/>
              <a:gd name="csY286" fmla="*/ 457185 h 587995"/>
              <a:gd name="csX287" fmla="*/ 1942944 w 2024186"/>
              <a:gd name="csY287" fmla="*/ 464039 h 587995"/>
              <a:gd name="csX288" fmla="*/ 1949714 w 2024186"/>
              <a:gd name="csY288" fmla="*/ 470938 h 587995"/>
              <a:gd name="csX289" fmla="*/ 1956485 w 2024186"/>
              <a:gd name="csY289" fmla="*/ 477883 h 587995"/>
              <a:gd name="csX290" fmla="*/ 1963256 w 2024186"/>
              <a:gd name="csY290" fmla="*/ 484889 h 587995"/>
              <a:gd name="csX291" fmla="*/ 1970027 w 2024186"/>
              <a:gd name="csY291" fmla="*/ 491940 h 587995"/>
              <a:gd name="csX292" fmla="*/ 1976798 w 2024186"/>
              <a:gd name="csY292" fmla="*/ 499043 h 587995"/>
              <a:gd name="csX293" fmla="*/ 1983569 w 2024186"/>
              <a:gd name="csY293" fmla="*/ 506193 h 587995"/>
              <a:gd name="csX294" fmla="*/ 1990332 w 2024186"/>
              <a:gd name="csY294" fmla="*/ 513402 h 587995"/>
              <a:gd name="csX295" fmla="*/ 1997103 w 2024186"/>
              <a:gd name="csY295" fmla="*/ 520657 h 587995"/>
              <a:gd name="csX296" fmla="*/ 2003874 w 2024186"/>
              <a:gd name="csY296" fmla="*/ 527965 h 587995"/>
              <a:gd name="csX297" fmla="*/ 2010645 w 2024186"/>
              <a:gd name="csY297" fmla="*/ 535319 h 587995"/>
              <a:gd name="csX298" fmla="*/ 2017416 w 2024186"/>
              <a:gd name="csY298" fmla="*/ 542725 h 587995"/>
              <a:gd name="csX299" fmla="*/ 2024187 w 2024186"/>
              <a:gd name="csY299" fmla="*/ 550185 h 5879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587995">
                <a:moveTo>
                  <a:pt x="0" y="587996"/>
                </a:moveTo>
                <a:lnTo>
                  <a:pt x="6769" y="580287"/>
                </a:lnTo>
                <a:lnTo>
                  <a:pt x="13540" y="572623"/>
                </a:lnTo>
                <a:lnTo>
                  <a:pt x="20309" y="565013"/>
                </a:lnTo>
                <a:lnTo>
                  <a:pt x="27079" y="557455"/>
                </a:lnTo>
                <a:lnTo>
                  <a:pt x="33849" y="549943"/>
                </a:lnTo>
                <a:lnTo>
                  <a:pt x="40619" y="542491"/>
                </a:lnTo>
                <a:lnTo>
                  <a:pt x="47389" y="535084"/>
                </a:lnTo>
                <a:lnTo>
                  <a:pt x="54158" y="527723"/>
                </a:lnTo>
                <a:lnTo>
                  <a:pt x="60928" y="520423"/>
                </a:lnTo>
                <a:lnTo>
                  <a:pt x="67699" y="513168"/>
                </a:lnTo>
                <a:lnTo>
                  <a:pt x="74468" y="505966"/>
                </a:lnTo>
                <a:lnTo>
                  <a:pt x="81238" y="498809"/>
                </a:lnTo>
                <a:lnTo>
                  <a:pt x="88008" y="491713"/>
                </a:lnTo>
                <a:lnTo>
                  <a:pt x="94778" y="484662"/>
                </a:lnTo>
                <a:lnTo>
                  <a:pt x="101547" y="477664"/>
                </a:lnTo>
                <a:lnTo>
                  <a:pt x="108317" y="470711"/>
                </a:lnTo>
                <a:lnTo>
                  <a:pt x="115088" y="463812"/>
                </a:lnTo>
                <a:lnTo>
                  <a:pt x="121857" y="456965"/>
                </a:lnTo>
                <a:lnTo>
                  <a:pt x="128627" y="450172"/>
                </a:lnTo>
                <a:lnTo>
                  <a:pt x="135396" y="443423"/>
                </a:lnTo>
                <a:lnTo>
                  <a:pt x="142167" y="436736"/>
                </a:lnTo>
                <a:lnTo>
                  <a:pt x="148937" y="430086"/>
                </a:lnTo>
                <a:lnTo>
                  <a:pt x="155706" y="423497"/>
                </a:lnTo>
                <a:lnTo>
                  <a:pt x="162476" y="416953"/>
                </a:lnTo>
                <a:lnTo>
                  <a:pt x="169246" y="410469"/>
                </a:lnTo>
                <a:lnTo>
                  <a:pt x="176016" y="404024"/>
                </a:lnTo>
                <a:lnTo>
                  <a:pt x="182785" y="397638"/>
                </a:lnTo>
                <a:lnTo>
                  <a:pt x="189556" y="391299"/>
                </a:lnTo>
                <a:lnTo>
                  <a:pt x="196326" y="385012"/>
                </a:lnTo>
                <a:lnTo>
                  <a:pt x="203095" y="378778"/>
                </a:lnTo>
                <a:lnTo>
                  <a:pt x="209865" y="372590"/>
                </a:lnTo>
                <a:lnTo>
                  <a:pt x="216635" y="366462"/>
                </a:lnTo>
                <a:lnTo>
                  <a:pt x="223405" y="360379"/>
                </a:lnTo>
                <a:lnTo>
                  <a:pt x="230175" y="354342"/>
                </a:lnTo>
                <a:lnTo>
                  <a:pt x="236944" y="348366"/>
                </a:lnTo>
                <a:lnTo>
                  <a:pt x="243715" y="342435"/>
                </a:lnTo>
                <a:lnTo>
                  <a:pt x="250484" y="336549"/>
                </a:lnTo>
                <a:lnTo>
                  <a:pt x="257254" y="330724"/>
                </a:lnTo>
                <a:lnTo>
                  <a:pt x="264024" y="324944"/>
                </a:lnTo>
                <a:lnTo>
                  <a:pt x="270794" y="319217"/>
                </a:lnTo>
                <a:lnTo>
                  <a:pt x="277564" y="313543"/>
                </a:lnTo>
                <a:lnTo>
                  <a:pt x="284333" y="307922"/>
                </a:lnTo>
                <a:lnTo>
                  <a:pt x="291104" y="302346"/>
                </a:lnTo>
                <a:lnTo>
                  <a:pt x="297873" y="296824"/>
                </a:lnTo>
                <a:lnTo>
                  <a:pt x="304643" y="291346"/>
                </a:lnTo>
                <a:lnTo>
                  <a:pt x="311413" y="285930"/>
                </a:lnTo>
                <a:lnTo>
                  <a:pt x="318183" y="280558"/>
                </a:lnTo>
                <a:lnTo>
                  <a:pt x="324953" y="275240"/>
                </a:lnTo>
                <a:lnTo>
                  <a:pt x="331722" y="269967"/>
                </a:lnTo>
                <a:lnTo>
                  <a:pt x="338492" y="264754"/>
                </a:lnTo>
                <a:lnTo>
                  <a:pt x="345262" y="259587"/>
                </a:lnTo>
                <a:lnTo>
                  <a:pt x="352032" y="254473"/>
                </a:lnTo>
                <a:lnTo>
                  <a:pt x="358802" y="249404"/>
                </a:lnTo>
                <a:lnTo>
                  <a:pt x="365571" y="244389"/>
                </a:lnTo>
                <a:lnTo>
                  <a:pt x="372342" y="239426"/>
                </a:lnTo>
                <a:lnTo>
                  <a:pt x="379111" y="234516"/>
                </a:lnTo>
                <a:lnTo>
                  <a:pt x="385881" y="229659"/>
                </a:lnTo>
                <a:lnTo>
                  <a:pt x="392651" y="224848"/>
                </a:lnTo>
                <a:lnTo>
                  <a:pt x="399421" y="220089"/>
                </a:lnTo>
                <a:lnTo>
                  <a:pt x="406191" y="215376"/>
                </a:lnTo>
                <a:lnTo>
                  <a:pt x="412960" y="210723"/>
                </a:lnTo>
                <a:lnTo>
                  <a:pt x="419731" y="206116"/>
                </a:lnTo>
                <a:lnTo>
                  <a:pt x="426500" y="201554"/>
                </a:lnTo>
                <a:lnTo>
                  <a:pt x="433270" y="197053"/>
                </a:lnTo>
                <a:lnTo>
                  <a:pt x="440040" y="192597"/>
                </a:lnTo>
                <a:lnTo>
                  <a:pt x="446810" y="188194"/>
                </a:lnTo>
                <a:lnTo>
                  <a:pt x="453580" y="183844"/>
                </a:lnTo>
                <a:lnTo>
                  <a:pt x="460346" y="179539"/>
                </a:lnTo>
                <a:lnTo>
                  <a:pt x="467117" y="175295"/>
                </a:lnTo>
                <a:lnTo>
                  <a:pt x="473888" y="171096"/>
                </a:lnTo>
                <a:lnTo>
                  <a:pt x="480659" y="166943"/>
                </a:lnTo>
                <a:lnTo>
                  <a:pt x="487430" y="162850"/>
                </a:lnTo>
                <a:lnTo>
                  <a:pt x="494201" y="158803"/>
                </a:lnTo>
                <a:lnTo>
                  <a:pt x="500972" y="154808"/>
                </a:lnTo>
                <a:lnTo>
                  <a:pt x="507735" y="150859"/>
                </a:lnTo>
                <a:lnTo>
                  <a:pt x="514506" y="146963"/>
                </a:lnTo>
                <a:lnTo>
                  <a:pt x="521277" y="143120"/>
                </a:lnTo>
                <a:lnTo>
                  <a:pt x="528048" y="139330"/>
                </a:lnTo>
                <a:lnTo>
                  <a:pt x="534819" y="135592"/>
                </a:lnTo>
                <a:lnTo>
                  <a:pt x="541590" y="131901"/>
                </a:lnTo>
                <a:lnTo>
                  <a:pt x="548361" y="128262"/>
                </a:lnTo>
                <a:lnTo>
                  <a:pt x="555124" y="124668"/>
                </a:lnTo>
                <a:lnTo>
                  <a:pt x="561895" y="121135"/>
                </a:lnTo>
                <a:lnTo>
                  <a:pt x="568666" y="117648"/>
                </a:lnTo>
                <a:lnTo>
                  <a:pt x="575437" y="114213"/>
                </a:lnTo>
                <a:lnTo>
                  <a:pt x="582208" y="110824"/>
                </a:lnTo>
                <a:lnTo>
                  <a:pt x="588979" y="107495"/>
                </a:lnTo>
                <a:lnTo>
                  <a:pt x="595750" y="104212"/>
                </a:lnTo>
                <a:lnTo>
                  <a:pt x="602513" y="100981"/>
                </a:lnTo>
                <a:lnTo>
                  <a:pt x="609284" y="97796"/>
                </a:lnTo>
                <a:lnTo>
                  <a:pt x="616055" y="94664"/>
                </a:lnTo>
                <a:lnTo>
                  <a:pt x="622826" y="91585"/>
                </a:lnTo>
                <a:lnTo>
                  <a:pt x="629597" y="88559"/>
                </a:lnTo>
                <a:lnTo>
                  <a:pt x="636368" y="85578"/>
                </a:lnTo>
                <a:lnTo>
                  <a:pt x="643138" y="82658"/>
                </a:lnTo>
                <a:lnTo>
                  <a:pt x="649902" y="79776"/>
                </a:lnTo>
                <a:lnTo>
                  <a:pt x="656673" y="76954"/>
                </a:lnTo>
                <a:lnTo>
                  <a:pt x="663444" y="74178"/>
                </a:lnTo>
                <a:lnTo>
                  <a:pt x="670215" y="71462"/>
                </a:lnTo>
                <a:lnTo>
                  <a:pt x="676985" y="68784"/>
                </a:lnTo>
                <a:lnTo>
                  <a:pt x="683756" y="66166"/>
                </a:lnTo>
                <a:lnTo>
                  <a:pt x="690527" y="63594"/>
                </a:lnTo>
                <a:lnTo>
                  <a:pt x="697291" y="61074"/>
                </a:lnTo>
                <a:lnTo>
                  <a:pt x="704062" y="58608"/>
                </a:lnTo>
                <a:lnTo>
                  <a:pt x="710832" y="56187"/>
                </a:lnTo>
                <a:lnTo>
                  <a:pt x="717603" y="53819"/>
                </a:lnTo>
                <a:lnTo>
                  <a:pt x="724374" y="51504"/>
                </a:lnTo>
                <a:lnTo>
                  <a:pt x="731145" y="49242"/>
                </a:lnTo>
                <a:lnTo>
                  <a:pt x="737916" y="47026"/>
                </a:lnTo>
                <a:lnTo>
                  <a:pt x="744680" y="44870"/>
                </a:lnTo>
                <a:lnTo>
                  <a:pt x="751450" y="42751"/>
                </a:lnTo>
                <a:lnTo>
                  <a:pt x="758221" y="40694"/>
                </a:lnTo>
                <a:lnTo>
                  <a:pt x="764992" y="38681"/>
                </a:lnTo>
                <a:lnTo>
                  <a:pt x="771763" y="36722"/>
                </a:lnTo>
                <a:lnTo>
                  <a:pt x="778534" y="34815"/>
                </a:lnTo>
                <a:lnTo>
                  <a:pt x="785305" y="32954"/>
                </a:lnTo>
                <a:lnTo>
                  <a:pt x="792068" y="31154"/>
                </a:lnTo>
                <a:lnTo>
                  <a:pt x="798839" y="29399"/>
                </a:lnTo>
                <a:lnTo>
                  <a:pt x="805610" y="27689"/>
                </a:lnTo>
                <a:lnTo>
                  <a:pt x="812381" y="26040"/>
                </a:lnTo>
                <a:lnTo>
                  <a:pt x="819152" y="24436"/>
                </a:lnTo>
                <a:lnTo>
                  <a:pt x="825923" y="22885"/>
                </a:lnTo>
                <a:lnTo>
                  <a:pt x="832694" y="21379"/>
                </a:lnTo>
                <a:lnTo>
                  <a:pt x="839465" y="19935"/>
                </a:lnTo>
                <a:lnTo>
                  <a:pt x="846228" y="18535"/>
                </a:lnTo>
                <a:lnTo>
                  <a:pt x="852999" y="17181"/>
                </a:lnTo>
                <a:lnTo>
                  <a:pt x="859770" y="15887"/>
                </a:lnTo>
                <a:lnTo>
                  <a:pt x="866541" y="14639"/>
                </a:lnTo>
                <a:lnTo>
                  <a:pt x="873312" y="13444"/>
                </a:lnTo>
                <a:lnTo>
                  <a:pt x="880083" y="12301"/>
                </a:lnTo>
                <a:lnTo>
                  <a:pt x="886854" y="11204"/>
                </a:lnTo>
                <a:lnTo>
                  <a:pt x="893617" y="10160"/>
                </a:lnTo>
                <a:lnTo>
                  <a:pt x="900388" y="9169"/>
                </a:lnTo>
                <a:lnTo>
                  <a:pt x="907159" y="8231"/>
                </a:lnTo>
                <a:lnTo>
                  <a:pt x="913930" y="7338"/>
                </a:lnTo>
                <a:lnTo>
                  <a:pt x="920701" y="6499"/>
                </a:lnTo>
                <a:lnTo>
                  <a:pt x="927472" y="5712"/>
                </a:lnTo>
                <a:lnTo>
                  <a:pt x="934243" y="4978"/>
                </a:lnTo>
                <a:lnTo>
                  <a:pt x="941006" y="4290"/>
                </a:lnTo>
                <a:lnTo>
                  <a:pt x="947777" y="3654"/>
                </a:lnTo>
                <a:lnTo>
                  <a:pt x="954548" y="3072"/>
                </a:lnTo>
                <a:lnTo>
                  <a:pt x="961319" y="2534"/>
                </a:lnTo>
                <a:lnTo>
                  <a:pt x="968090" y="2050"/>
                </a:lnTo>
                <a:lnTo>
                  <a:pt x="974861" y="1619"/>
                </a:lnTo>
                <a:lnTo>
                  <a:pt x="981632" y="1241"/>
                </a:lnTo>
                <a:lnTo>
                  <a:pt x="988395" y="908"/>
                </a:lnTo>
                <a:lnTo>
                  <a:pt x="995166" y="628"/>
                </a:lnTo>
                <a:lnTo>
                  <a:pt x="1001937" y="401"/>
                </a:lnTo>
                <a:lnTo>
                  <a:pt x="1008708" y="227"/>
                </a:lnTo>
                <a:lnTo>
                  <a:pt x="1015479" y="98"/>
                </a:lnTo>
                <a:lnTo>
                  <a:pt x="1022249" y="23"/>
                </a:lnTo>
                <a:lnTo>
                  <a:pt x="1029020" y="0"/>
                </a:lnTo>
                <a:lnTo>
                  <a:pt x="1035784" y="23"/>
                </a:lnTo>
                <a:lnTo>
                  <a:pt x="1042555" y="98"/>
                </a:lnTo>
                <a:lnTo>
                  <a:pt x="1049326" y="227"/>
                </a:lnTo>
                <a:lnTo>
                  <a:pt x="1056097" y="409"/>
                </a:lnTo>
                <a:lnTo>
                  <a:pt x="1062868" y="636"/>
                </a:lnTo>
                <a:lnTo>
                  <a:pt x="1069638" y="915"/>
                </a:lnTo>
                <a:lnTo>
                  <a:pt x="1076409" y="1248"/>
                </a:lnTo>
                <a:lnTo>
                  <a:pt x="1083173" y="1634"/>
                </a:lnTo>
                <a:lnTo>
                  <a:pt x="1089944" y="2065"/>
                </a:lnTo>
                <a:lnTo>
                  <a:pt x="1096715" y="2549"/>
                </a:lnTo>
                <a:lnTo>
                  <a:pt x="1103485" y="3087"/>
                </a:lnTo>
                <a:lnTo>
                  <a:pt x="1110256" y="3669"/>
                </a:lnTo>
                <a:lnTo>
                  <a:pt x="1117027" y="4312"/>
                </a:lnTo>
                <a:lnTo>
                  <a:pt x="1123798" y="5001"/>
                </a:lnTo>
                <a:lnTo>
                  <a:pt x="1130562" y="5735"/>
                </a:lnTo>
                <a:lnTo>
                  <a:pt x="1137332" y="6529"/>
                </a:lnTo>
                <a:lnTo>
                  <a:pt x="1144103" y="7369"/>
                </a:lnTo>
                <a:lnTo>
                  <a:pt x="1150874" y="8261"/>
                </a:lnTo>
                <a:lnTo>
                  <a:pt x="1157645" y="9199"/>
                </a:lnTo>
                <a:lnTo>
                  <a:pt x="1164416" y="10198"/>
                </a:lnTo>
                <a:lnTo>
                  <a:pt x="1171187" y="11242"/>
                </a:lnTo>
                <a:lnTo>
                  <a:pt x="1177950" y="12339"/>
                </a:lnTo>
                <a:lnTo>
                  <a:pt x="1184721" y="13481"/>
                </a:lnTo>
                <a:lnTo>
                  <a:pt x="1191492" y="14677"/>
                </a:lnTo>
                <a:lnTo>
                  <a:pt x="1198263" y="15925"/>
                </a:lnTo>
                <a:lnTo>
                  <a:pt x="1205034" y="17226"/>
                </a:lnTo>
                <a:lnTo>
                  <a:pt x="1211805" y="18573"/>
                </a:lnTo>
                <a:lnTo>
                  <a:pt x="1218576" y="19980"/>
                </a:lnTo>
                <a:lnTo>
                  <a:pt x="1225339" y="21432"/>
                </a:lnTo>
                <a:lnTo>
                  <a:pt x="1232110" y="22930"/>
                </a:lnTo>
                <a:lnTo>
                  <a:pt x="1238881" y="24489"/>
                </a:lnTo>
                <a:lnTo>
                  <a:pt x="1245652" y="26093"/>
                </a:lnTo>
                <a:lnTo>
                  <a:pt x="1252423" y="27742"/>
                </a:lnTo>
                <a:lnTo>
                  <a:pt x="1259194" y="29452"/>
                </a:lnTo>
                <a:lnTo>
                  <a:pt x="1265965" y="31207"/>
                </a:lnTo>
                <a:lnTo>
                  <a:pt x="1272728" y="33015"/>
                </a:lnTo>
                <a:lnTo>
                  <a:pt x="1279499" y="34876"/>
                </a:lnTo>
                <a:lnTo>
                  <a:pt x="1286270" y="36782"/>
                </a:lnTo>
                <a:lnTo>
                  <a:pt x="1293041" y="38749"/>
                </a:lnTo>
                <a:lnTo>
                  <a:pt x="1299812" y="40762"/>
                </a:lnTo>
                <a:lnTo>
                  <a:pt x="1306583" y="42820"/>
                </a:lnTo>
                <a:lnTo>
                  <a:pt x="1313354" y="44938"/>
                </a:lnTo>
                <a:lnTo>
                  <a:pt x="1320117" y="47101"/>
                </a:lnTo>
                <a:lnTo>
                  <a:pt x="1326888" y="49318"/>
                </a:lnTo>
                <a:lnTo>
                  <a:pt x="1333659" y="51580"/>
                </a:lnTo>
                <a:lnTo>
                  <a:pt x="1340430" y="53895"/>
                </a:lnTo>
                <a:lnTo>
                  <a:pt x="1347201" y="56271"/>
                </a:lnTo>
                <a:lnTo>
                  <a:pt x="1353972" y="58684"/>
                </a:lnTo>
                <a:lnTo>
                  <a:pt x="1360743" y="61158"/>
                </a:lnTo>
                <a:lnTo>
                  <a:pt x="1367506" y="63677"/>
                </a:lnTo>
                <a:lnTo>
                  <a:pt x="1374277" y="66249"/>
                </a:lnTo>
                <a:lnTo>
                  <a:pt x="1381048" y="68874"/>
                </a:lnTo>
                <a:lnTo>
                  <a:pt x="1387819" y="71545"/>
                </a:lnTo>
                <a:lnTo>
                  <a:pt x="1394590" y="74268"/>
                </a:lnTo>
                <a:lnTo>
                  <a:pt x="1401361" y="77045"/>
                </a:lnTo>
                <a:lnTo>
                  <a:pt x="1408131" y="79874"/>
                </a:lnTo>
                <a:lnTo>
                  <a:pt x="1414895" y="82749"/>
                </a:lnTo>
                <a:lnTo>
                  <a:pt x="1421666" y="85677"/>
                </a:lnTo>
                <a:lnTo>
                  <a:pt x="1428437" y="88658"/>
                </a:lnTo>
                <a:lnTo>
                  <a:pt x="1435208" y="91684"/>
                </a:lnTo>
                <a:lnTo>
                  <a:pt x="1441978" y="94770"/>
                </a:lnTo>
                <a:lnTo>
                  <a:pt x="1448750" y="97902"/>
                </a:lnTo>
                <a:lnTo>
                  <a:pt x="1455520" y="101080"/>
                </a:lnTo>
                <a:lnTo>
                  <a:pt x="1462284" y="104318"/>
                </a:lnTo>
                <a:lnTo>
                  <a:pt x="1469055" y="107601"/>
                </a:lnTo>
                <a:lnTo>
                  <a:pt x="1475826" y="110937"/>
                </a:lnTo>
                <a:lnTo>
                  <a:pt x="1482597" y="114319"/>
                </a:lnTo>
                <a:lnTo>
                  <a:pt x="1489367" y="117761"/>
                </a:lnTo>
                <a:lnTo>
                  <a:pt x="1496138" y="121249"/>
                </a:lnTo>
                <a:lnTo>
                  <a:pt x="1502909" y="124789"/>
                </a:lnTo>
                <a:lnTo>
                  <a:pt x="1509673" y="128375"/>
                </a:lnTo>
                <a:lnTo>
                  <a:pt x="1516444" y="132022"/>
                </a:lnTo>
                <a:lnTo>
                  <a:pt x="1523215" y="135713"/>
                </a:lnTo>
                <a:lnTo>
                  <a:pt x="1529985" y="139451"/>
                </a:lnTo>
                <a:lnTo>
                  <a:pt x="1536756" y="143249"/>
                </a:lnTo>
                <a:lnTo>
                  <a:pt x="1543527" y="147092"/>
                </a:lnTo>
                <a:lnTo>
                  <a:pt x="1550298" y="150988"/>
                </a:lnTo>
                <a:lnTo>
                  <a:pt x="1557062" y="154929"/>
                </a:lnTo>
                <a:lnTo>
                  <a:pt x="1563832" y="158931"/>
                </a:lnTo>
                <a:lnTo>
                  <a:pt x="1570603" y="162979"/>
                </a:lnTo>
                <a:lnTo>
                  <a:pt x="1577374" y="167079"/>
                </a:lnTo>
                <a:lnTo>
                  <a:pt x="1584145" y="171225"/>
                </a:lnTo>
                <a:lnTo>
                  <a:pt x="1590916" y="175431"/>
                </a:lnTo>
                <a:lnTo>
                  <a:pt x="1597687" y="179683"/>
                </a:lnTo>
                <a:lnTo>
                  <a:pt x="1604450" y="183980"/>
                </a:lnTo>
                <a:lnTo>
                  <a:pt x="1611221" y="188338"/>
                </a:lnTo>
                <a:lnTo>
                  <a:pt x="1617992" y="192741"/>
                </a:lnTo>
                <a:lnTo>
                  <a:pt x="1624763" y="197196"/>
                </a:lnTo>
                <a:lnTo>
                  <a:pt x="1631534" y="201705"/>
                </a:lnTo>
                <a:lnTo>
                  <a:pt x="1638305" y="206260"/>
                </a:lnTo>
                <a:lnTo>
                  <a:pt x="1645076" y="210867"/>
                </a:lnTo>
                <a:lnTo>
                  <a:pt x="1651847" y="215527"/>
                </a:lnTo>
                <a:lnTo>
                  <a:pt x="1658610" y="220240"/>
                </a:lnTo>
                <a:lnTo>
                  <a:pt x="1665381" y="224999"/>
                </a:lnTo>
                <a:lnTo>
                  <a:pt x="1672152" y="229810"/>
                </a:lnTo>
                <a:lnTo>
                  <a:pt x="1678923" y="234675"/>
                </a:lnTo>
                <a:lnTo>
                  <a:pt x="1685694" y="239592"/>
                </a:lnTo>
                <a:lnTo>
                  <a:pt x="1692465" y="244555"/>
                </a:lnTo>
                <a:lnTo>
                  <a:pt x="1699236" y="249571"/>
                </a:lnTo>
                <a:lnTo>
                  <a:pt x="1705999" y="254632"/>
                </a:lnTo>
                <a:lnTo>
                  <a:pt x="1712770" y="259754"/>
                </a:lnTo>
                <a:lnTo>
                  <a:pt x="1719541" y="264921"/>
                </a:lnTo>
                <a:lnTo>
                  <a:pt x="1726312" y="270141"/>
                </a:lnTo>
                <a:lnTo>
                  <a:pt x="1733083" y="275414"/>
                </a:lnTo>
                <a:lnTo>
                  <a:pt x="1739854" y="280732"/>
                </a:lnTo>
                <a:lnTo>
                  <a:pt x="1746625" y="286104"/>
                </a:lnTo>
                <a:lnTo>
                  <a:pt x="1753388" y="291528"/>
                </a:lnTo>
                <a:lnTo>
                  <a:pt x="1760159" y="296998"/>
                </a:lnTo>
                <a:lnTo>
                  <a:pt x="1766930" y="302528"/>
                </a:lnTo>
                <a:lnTo>
                  <a:pt x="1773701" y="308103"/>
                </a:lnTo>
                <a:lnTo>
                  <a:pt x="1780472" y="313724"/>
                </a:lnTo>
                <a:lnTo>
                  <a:pt x="1787243" y="319406"/>
                </a:lnTo>
                <a:lnTo>
                  <a:pt x="1794013" y="325133"/>
                </a:lnTo>
                <a:lnTo>
                  <a:pt x="1800777" y="330913"/>
                </a:lnTo>
                <a:lnTo>
                  <a:pt x="1807548" y="336746"/>
                </a:lnTo>
                <a:lnTo>
                  <a:pt x="1814319" y="342624"/>
                </a:lnTo>
                <a:lnTo>
                  <a:pt x="1821090" y="348555"/>
                </a:lnTo>
                <a:lnTo>
                  <a:pt x="1827861" y="354539"/>
                </a:lnTo>
                <a:lnTo>
                  <a:pt x="1834631" y="360569"/>
                </a:lnTo>
                <a:lnTo>
                  <a:pt x="1841402" y="366659"/>
                </a:lnTo>
                <a:lnTo>
                  <a:pt x="1848166" y="372794"/>
                </a:lnTo>
                <a:lnTo>
                  <a:pt x="1854937" y="378975"/>
                </a:lnTo>
                <a:lnTo>
                  <a:pt x="1861708" y="385216"/>
                </a:lnTo>
                <a:lnTo>
                  <a:pt x="1868478" y="391503"/>
                </a:lnTo>
                <a:lnTo>
                  <a:pt x="1875250" y="397843"/>
                </a:lnTo>
                <a:lnTo>
                  <a:pt x="1882020" y="404235"/>
                </a:lnTo>
                <a:lnTo>
                  <a:pt x="1888791" y="410673"/>
                </a:lnTo>
                <a:lnTo>
                  <a:pt x="1895555" y="417164"/>
                </a:lnTo>
                <a:lnTo>
                  <a:pt x="1902325" y="423708"/>
                </a:lnTo>
                <a:lnTo>
                  <a:pt x="1909097" y="430305"/>
                </a:lnTo>
                <a:lnTo>
                  <a:pt x="1915867" y="436948"/>
                </a:lnTo>
                <a:lnTo>
                  <a:pt x="1922638" y="443643"/>
                </a:lnTo>
                <a:lnTo>
                  <a:pt x="1929409" y="450391"/>
                </a:lnTo>
                <a:lnTo>
                  <a:pt x="1936180" y="457185"/>
                </a:lnTo>
                <a:lnTo>
                  <a:pt x="1942944" y="464039"/>
                </a:lnTo>
                <a:lnTo>
                  <a:pt x="1949714" y="470938"/>
                </a:lnTo>
                <a:lnTo>
                  <a:pt x="1956485" y="477883"/>
                </a:lnTo>
                <a:lnTo>
                  <a:pt x="1963256" y="484889"/>
                </a:lnTo>
                <a:lnTo>
                  <a:pt x="1970027" y="491940"/>
                </a:lnTo>
                <a:lnTo>
                  <a:pt x="1976798" y="499043"/>
                </a:lnTo>
                <a:lnTo>
                  <a:pt x="1983569" y="506193"/>
                </a:lnTo>
                <a:lnTo>
                  <a:pt x="1990332" y="513402"/>
                </a:lnTo>
                <a:lnTo>
                  <a:pt x="1997103" y="520657"/>
                </a:lnTo>
                <a:lnTo>
                  <a:pt x="2003874" y="527965"/>
                </a:lnTo>
                <a:lnTo>
                  <a:pt x="2010645" y="535319"/>
                </a:lnTo>
                <a:lnTo>
                  <a:pt x="2017416" y="542725"/>
                </a:lnTo>
                <a:lnTo>
                  <a:pt x="2024187" y="550185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FF14FB61-F479-ABCA-3BA2-855FA125C758}"/>
              </a:ext>
            </a:extLst>
          </p:cNvPr>
          <p:cNvSpPr/>
          <p:nvPr/>
        </p:nvSpPr>
        <p:spPr>
          <a:xfrm>
            <a:off x="5366822" y="3138235"/>
            <a:ext cx="2024186" cy="588001"/>
          </a:xfrm>
          <a:custGeom>
            <a:avLst/>
            <a:gdLst>
              <a:gd name="csX0" fmla="*/ 0 w 2024186"/>
              <a:gd name="csY0" fmla="*/ 0 h 588001"/>
              <a:gd name="csX1" fmla="*/ 6769 w 2024186"/>
              <a:gd name="csY1" fmla="*/ 7712 h 588001"/>
              <a:gd name="csX2" fmla="*/ 13540 w 2024186"/>
              <a:gd name="csY2" fmla="*/ 15373 h 588001"/>
              <a:gd name="csX3" fmla="*/ 20309 w 2024186"/>
              <a:gd name="csY3" fmla="*/ 22984 h 588001"/>
              <a:gd name="csX4" fmla="*/ 27079 w 2024186"/>
              <a:gd name="csY4" fmla="*/ 30543 h 588001"/>
              <a:gd name="csX5" fmla="*/ 33849 w 2024186"/>
              <a:gd name="csY5" fmla="*/ 38052 h 588001"/>
              <a:gd name="csX6" fmla="*/ 40619 w 2024186"/>
              <a:gd name="csY6" fmla="*/ 45510 h 588001"/>
              <a:gd name="csX7" fmla="*/ 47389 w 2024186"/>
              <a:gd name="csY7" fmla="*/ 52917 h 588001"/>
              <a:gd name="csX8" fmla="*/ 54158 w 2024186"/>
              <a:gd name="csY8" fmla="*/ 60273 h 588001"/>
              <a:gd name="csX9" fmla="*/ 60928 w 2024186"/>
              <a:gd name="csY9" fmla="*/ 67578 h 588001"/>
              <a:gd name="csX10" fmla="*/ 67699 w 2024186"/>
              <a:gd name="csY10" fmla="*/ 74831 h 588001"/>
              <a:gd name="csX11" fmla="*/ 74468 w 2024186"/>
              <a:gd name="csY11" fmla="*/ 82035 h 588001"/>
              <a:gd name="csX12" fmla="*/ 81238 w 2024186"/>
              <a:gd name="csY12" fmla="*/ 89187 h 588001"/>
              <a:gd name="csX13" fmla="*/ 88008 w 2024186"/>
              <a:gd name="csY13" fmla="*/ 96288 h 588001"/>
              <a:gd name="csX14" fmla="*/ 94778 w 2024186"/>
              <a:gd name="csY14" fmla="*/ 103339 h 588001"/>
              <a:gd name="csX15" fmla="*/ 101547 w 2024186"/>
              <a:gd name="csY15" fmla="*/ 110338 h 588001"/>
              <a:gd name="csX16" fmla="*/ 108317 w 2024186"/>
              <a:gd name="csY16" fmla="*/ 117287 h 588001"/>
              <a:gd name="csX17" fmla="*/ 115088 w 2024186"/>
              <a:gd name="csY17" fmla="*/ 124184 h 588001"/>
              <a:gd name="csX18" fmla="*/ 121857 w 2024186"/>
              <a:gd name="csY18" fmla="*/ 131031 h 588001"/>
              <a:gd name="csX19" fmla="*/ 128627 w 2024186"/>
              <a:gd name="csY19" fmla="*/ 137826 h 588001"/>
              <a:gd name="csX20" fmla="*/ 135396 w 2024186"/>
              <a:gd name="csY20" fmla="*/ 144572 h 588001"/>
              <a:gd name="csX21" fmla="*/ 142167 w 2024186"/>
              <a:gd name="csY21" fmla="*/ 151265 h 588001"/>
              <a:gd name="csX22" fmla="*/ 148937 w 2024186"/>
              <a:gd name="csY22" fmla="*/ 157908 h 588001"/>
              <a:gd name="csX23" fmla="*/ 155706 w 2024186"/>
              <a:gd name="csY23" fmla="*/ 164501 h 588001"/>
              <a:gd name="csX24" fmla="*/ 162476 w 2024186"/>
              <a:gd name="csY24" fmla="*/ 171042 h 588001"/>
              <a:gd name="csX25" fmla="*/ 169246 w 2024186"/>
              <a:gd name="csY25" fmla="*/ 177532 h 588001"/>
              <a:gd name="csX26" fmla="*/ 176016 w 2024186"/>
              <a:gd name="csY26" fmla="*/ 183972 h 588001"/>
              <a:gd name="csX27" fmla="*/ 182785 w 2024186"/>
              <a:gd name="csY27" fmla="*/ 190360 h 588001"/>
              <a:gd name="csX28" fmla="*/ 189556 w 2024186"/>
              <a:gd name="csY28" fmla="*/ 196698 h 588001"/>
              <a:gd name="csX29" fmla="*/ 196326 w 2024186"/>
              <a:gd name="csY29" fmla="*/ 202985 h 588001"/>
              <a:gd name="csX30" fmla="*/ 203095 w 2024186"/>
              <a:gd name="csY30" fmla="*/ 209221 h 588001"/>
              <a:gd name="csX31" fmla="*/ 209865 w 2024186"/>
              <a:gd name="csY31" fmla="*/ 215405 h 588001"/>
              <a:gd name="csX32" fmla="*/ 216635 w 2024186"/>
              <a:gd name="csY32" fmla="*/ 221539 h 588001"/>
              <a:gd name="csX33" fmla="*/ 223405 w 2024186"/>
              <a:gd name="csY33" fmla="*/ 227622 h 588001"/>
              <a:gd name="csX34" fmla="*/ 230175 w 2024186"/>
              <a:gd name="csY34" fmla="*/ 233654 h 588001"/>
              <a:gd name="csX35" fmla="*/ 236944 w 2024186"/>
              <a:gd name="csY35" fmla="*/ 239636 h 588001"/>
              <a:gd name="csX36" fmla="*/ 243715 w 2024186"/>
              <a:gd name="csY36" fmla="*/ 245567 h 588001"/>
              <a:gd name="csX37" fmla="*/ 250484 w 2024186"/>
              <a:gd name="csY37" fmla="*/ 251446 h 588001"/>
              <a:gd name="csX38" fmla="*/ 257254 w 2024186"/>
              <a:gd name="csY38" fmla="*/ 257274 h 588001"/>
              <a:gd name="csX39" fmla="*/ 264024 w 2024186"/>
              <a:gd name="csY39" fmla="*/ 263051 h 588001"/>
              <a:gd name="csX40" fmla="*/ 270794 w 2024186"/>
              <a:gd name="csY40" fmla="*/ 268778 h 588001"/>
              <a:gd name="csX41" fmla="*/ 277564 w 2024186"/>
              <a:gd name="csY41" fmla="*/ 274455 h 588001"/>
              <a:gd name="csX42" fmla="*/ 284333 w 2024186"/>
              <a:gd name="csY42" fmla="*/ 280079 h 588001"/>
              <a:gd name="csX43" fmla="*/ 291104 w 2024186"/>
              <a:gd name="csY43" fmla="*/ 285653 h 588001"/>
              <a:gd name="csX44" fmla="*/ 297873 w 2024186"/>
              <a:gd name="csY44" fmla="*/ 291176 h 588001"/>
              <a:gd name="csX45" fmla="*/ 304643 w 2024186"/>
              <a:gd name="csY45" fmla="*/ 296648 h 588001"/>
              <a:gd name="csX46" fmla="*/ 311413 w 2024186"/>
              <a:gd name="csY46" fmla="*/ 302069 h 588001"/>
              <a:gd name="csX47" fmla="*/ 318183 w 2024186"/>
              <a:gd name="csY47" fmla="*/ 307440 h 588001"/>
              <a:gd name="csX48" fmla="*/ 324953 w 2024186"/>
              <a:gd name="csY48" fmla="*/ 312759 h 588001"/>
              <a:gd name="csX49" fmla="*/ 331722 w 2024186"/>
              <a:gd name="csY49" fmla="*/ 318028 h 588001"/>
              <a:gd name="csX50" fmla="*/ 338492 w 2024186"/>
              <a:gd name="csY50" fmla="*/ 323245 h 588001"/>
              <a:gd name="csX51" fmla="*/ 345262 w 2024186"/>
              <a:gd name="csY51" fmla="*/ 328412 h 588001"/>
              <a:gd name="csX52" fmla="*/ 352032 w 2024186"/>
              <a:gd name="csY52" fmla="*/ 333527 h 588001"/>
              <a:gd name="csX53" fmla="*/ 358802 w 2024186"/>
              <a:gd name="csY53" fmla="*/ 338592 h 588001"/>
              <a:gd name="csX54" fmla="*/ 365571 w 2024186"/>
              <a:gd name="csY54" fmla="*/ 343606 h 588001"/>
              <a:gd name="csX55" fmla="*/ 372342 w 2024186"/>
              <a:gd name="csY55" fmla="*/ 348569 h 588001"/>
              <a:gd name="csX56" fmla="*/ 379111 w 2024186"/>
              <a:gd name="csY56" fmla="*/ 353481 h 588001"/>
              <a:gd name="csX57" fmla="*/ 385881 w 2024186"/>
              <a:gd name="csY57" fmla="*/ 358343 h 588001"/>
              <a:gd name="csX58" fmla="*/ 392651 w 2024186"/>
              <a:gd name="csY58" fmla="*/ 363153 h 588001"/>
              <a:gd name="csX59" fmla="*/ 399421 w 2024186"/>
              <a:gd name="csY59" fmla="*/ 367912 h 588001"/>
              <a:gd name="csX60" fmla="*/ 406191 w 2024186"/>
              <a:gd name="csY60" fmla="*/ 372621 h 588001"/>
              <a:gd name="csX61" fmla="*/ 412960 w 2024186"/>
              <a:gd name="csY61" fmla="*/ 377279 h 588001"/>
              <a:gd name="csX62" fmla="*/ 419731 w 2024186"/>
              <a:gd name="csY62" fmla="*/ 381885 h 588001"/>
              <a:gd name="csX63" fmla="*/ 426500 w 2024186"/>
              <a:gd name="csY63" fmla="*/ 386441 h 588001"/>
              <a:gd name="csX64" fmla="*/ 433270 w 2024186"/>
              <a:gd name="csY64" fmla="*/ 390945 h 588001"/>
              <a:gd name="csX65" fmla="*/ 440040 w 2024186"/>
              <a:gd name="csY65" fmla="*/ 395400 h 588001"/>
              <a:gd name="csX66" fmla="*/ 446810 w 2024186"/>
              <a:gd name="csY66" fmla="*/ 399803 h 588001"/>
              <a:gd name="csX67" fmla="*/ 453580 w 2024186"/>
              <a:gd name="csY67" fmla="*/ 404154 h 588001"/>
              <a:gd name="csX68" fmla="*/ 460346 w 2024186"/>
              <a:gd name="csY68" fmla="*/ 408456 h 588001"/>
              <a:gd name="csX69" fmla="*/ 467117 w 2024186"/>
              <a:gd name="csY69" fmla="*/ 412706 h 588001"/>
              <a:gd name="csX70" fmla="*/ 473888 w 2024186"/>
              <a:gd name="csY70" fmla="*/ 416906 h 588001"/>
              <a:gd name="csX71" fmla="*/ 480659 w 2024186"/>
              <a:gd name="csY71" fmla="*/ 421054 h 588001"/>
              <a:gd name="csX72" fmla="*/ 487430 w 2024186"/>
              <a:gd name="csY72" fmla="*/ 425151 h 588001"/>
              <a:gd name="csX73" fmla="*/ 494201 w 2024186"/>
              <a:gd name="csY73" fmla="*/ 429198 h 588001"/>
              <a:gd name="csX74" fmla="*/ 500972 w 2024186"/>
              <a:gd name="csY74" fmla="*/ 433194 h 588001"/>
              <a:gd name="csX75" fmla="*/ 507735 w 2024186"/>
              <a:gd name="csY75" fmla="*/ 437138 h 588001"/>
              <a:gd name="csX76" fmla="*/ 514506 w 2024186"/>
              <a:gd name="csY76" fmla="*/ 441032 h 588001"/>
              <a:gd name="csX77" fmla="*/ 521277 w 2024186"/>
              <a:gd name="csY77" fmla="*/ 444875 h 588001"/>
              <a:gd name="csX78" fmla="*/ 528048 w 2024186"/>
              <a:gd name="csY78" fmla="*/ 448668 h 588001"/>
              <a:gd name="csX79" fmla="*/ 534819 w 2024186"/>
              <a:gd name="csY79" fmla="*/ 452409 h 588001"/>
              <a:gd name="csX80" fmla="*/ 541590 w 2024186"/>
              <a:gd name="csY80" fmla="*/ 456099 h 588001"/>
              <a:gd name="csX81" fmla="*/ 548361 w 2024186"/>
              <a:gd name="csY81" fmla="*/ 459738 h 588001"/>
              <a:gd name="csX82" fmla="*/ 555124 w 2024186"/>
              <a:gd name="csY82" fmla="*/ 463326 h 588001"/>
              <a:gd name="csX83" fmla="*/ 561895 w 2024186"/>
              <a:gd name="csY83" fmla="*/ 466864 h 588001"/>
              <a:gd name="csX84" fmla="*/ 568666 w 2024186"/>
              <a:gd name="csY84" fmla="*/ 470351 h 588001"/>
              <a:gd name="csX85" fmla="*/ 575437 w 2024186"/>
              <a:gd name="csY85" fmla="*/ 473786 h 588001"/>
              <a:gd name="csX86" fmla="*/ 582208 w 2024186"/>
              <a:gd name="csY86" fmla="*/ 477171 h 588001"/>
              <a:gd name="csX87" fmla="*/ 588979 w 2024186"/>
              <a:gd name="csY87" fmla="*/ 480505 h 588001"/>
              <a:gd name="csX88" fmla="*/ 595750 w 2024186"/>
              <a:gd name="csY88" fmla="*/ 483788 h 588001"/>
              <a:gd name="csX89" fmla="*/ 602513 w 2024186"/>
              <a:gd name="csY89" fmla="*/ 487020 h 588001"/>
              <a:gd name="csX90" fmla="*/ 609284 w 2024186"/>
              <a:gd name="csY90" fmla="*/ 490201 h 588001"/>
              <a:gd name="csX91" fmla="*/ 616055 w 2024186"/>
              <a:gd name="csY91" fmla="*/ 493332 h 588001"/>
              <a:gd name="csX92" fmla="*/ 622826 w 2024186"/>
              <a:gd name="csY92" fmla="*/ 496411 h 588001"/>
              <a:gd name="csX93" fmla="*/ 629597 w 2024186"/>
              <a:gd name="csY93" fmla="*/ 499439 h 588001"/>
              <a:gd name="csX94" fmla="*/ 636368 w 2024186"/>
              <a:gd name="csY94" fmla="*/ 502417 h 588001"/>
              <a:gd name="csX95" fmla="*/ 643138 w 2024186"/>
              <a:gd name="csY95" fmla="*/ 505343 h 588001"/>
              <a:gd name="csX96" fmla="*/ 649902 w 2024186"/>
              <a:gd name="csY96" fmla="*/ 508219 h 588001"/>
              <a:gd name="csX97" fmla="*/ 656673 w 2024186"/>
              <a:gd name="csY97" fmla="*/ 511043 h 588001"/>
              <a:gd name="csX98" fmla="*/ 663444 w 2024186"/>
              <a:gd name="csY98" fmla="*/ 513818 h 588001"/>
              <a:gd name="csX99" fmla="*/ 670215 w 2024186"/>
              <a:gd name="csY99" fmla="*/ 516540 h 588001"/>
              <a:gd name="csX100" fmla="*/ 676985 w 2024186"/>
              <a:gd name="csY100" fmla="*/ 519212 h 588001"/>
              <a:gd name="csX101" fmla="*/ 683756 w 2024186"/>
              <a:gd name="csY101" fmla="*/ 521833 h 588001"/>
              <a:gd name="csX102" fmla="*/ 690527 w 2024186"/>
              <a:gd name="csY102" fmla="*/ 524404 h 588001"/>
              <a:gd name="csX103" fmla="*/ 697291 w 2024186"/>
              <a:gd name="csY103" fmla="*/ 526923 h 588001"/>
              <a:gd name="csX104" fmla="*/ 704062 w 2024186"/>
              <a:gd name="csY104" fmla="*/ 529391 h 588001"/>
              <a:gd name="csX105" fmla="*/ 710832 w 2024186"/>
              <a:gd name="csY105" fmla="*/ 531809 h 588001"/>
              <a:gd name="csX106" fmla="*/ 717603 w 2024186"/>
              <a:gd name="csY106" fmla="*/ 534175 h 588001"/>
              <a:gd name="csX107" fmla="*/ 724374 w 2024186"/>
              <a:gd name="csY107" fmla="*/ 536491 h 588001"/>
              <a:gd name="csX108" fmla="*/ 731145 w 2024186"/>
              <a:gd name="csY108" fmla="*/ 538756 h 588001"/>
              <a:gd name="csX109" fmla="*/ 737916 w 2024186"/>
              <a:gd name="csY109" fmla="*/ 540969 h 588001"/>
              <a:gd name="csX110" fmla="*/ 744680 w 2024186"/>
              <a:gd name="csY110" fmla="*/ 543132 h 588001"/>
              <a:gd name="csX111" fmla="*/ 751450 w 2024186"/>
              <a:gd name="csY111" fmla="*/ 545245 h 588001"/>
              <a:gd name="csX112" fmla="*/ 758221 w 2024186"/>
              <a:gd name="csY112" fmla="*/ 547305 h 588001"/>
              <a:gd name="csX113" fmla="*/ 764992 w 2024186"/>
              <a:gd name="csY113" fmla="*/ 549315 h 588001"/>
              <a:gd name="csX114" fmla="*/ 771763 w 2024186"/>
              <a:gd name="csY114" fmla="*/ 551275 h 588001"/>
              <a:gd name="csX115" fmla="*/ 778534 w 2024186"/>
              <a:gd name="csY115" fmla="*/ 553183 h 588001"/>
              <a:gd name="csX116" fmla="*/ 785305 w 2024186"/>
              <a:gd name="csY116" fmla="*/ 555041 h 588001"/>
              <a:gd name="csX117" fmla="*/ 792068 w 2024186"/>
              <a:gd name="csY117" fmla="*/ 556847 h 588001"/>
              <a:gd name="csX118" fmla="*/ 798839 w 2024186"/>
              <a:gd name="csY118" fmla="*/ 558603 h 588001"/>
              <a:gd name="csX119" fmla="*/ 805610 w 2024186"/>
              <a:gd name="csY119" fmla="*/ 560308 h 588001"/>
              <a:gd name="csX120" fmla="*/ 812381 w 2024186"/>
              <a:gd name="csY120" fmla="*/ 561962 h 588001"/>
              <a:gd name="csX121" fmla="*/ 819152 w 2024186"/>
              <a:gd name="csY121" fmla="*/ 563564 h 588001"/>
              <a:gd name="csX122" fmla="*/ 825923 w 2024186"/>
              <a:gd name="csY122" fmla="*/ 565116 h 588001"/>
              <a:gd name="csX123" fmla="*/ 832694 w 2024186"/>
              <a:gd name="csY123" fmla="*/ 566617 h 588001"/>
              <a:gd name="csX124" fmla="*/ 839465 w 2024186"/>
              <a:gd name="csY124" fmla="*/ 568067 h 588001"/>
              <a:gd name="csX125" fmla="*/ 846228 w 2024186"/>
              <a:gd name="csY125" fmla="*/ 569466 h 588001"/>
              <a:gd name="csX126" fmla="*/ 852999 w 2024186"/>
              <a:gd name="csY126" fmla="*/ 570815 h 588001"/>
              <a:gd name="csX127" fmla="*/ 859770 w 2024186"/>
              <a:gd name="csY127" fmla="*/ 572112 h 588001"/>
              <a:gd name="csX128" fmla="*/ 866541 w 2024186"/>
              <a:gd name="csY128" fmla="*/ 573359 h 588001"/>
              <a:gd name="csX129" fmla="*/ 873312 w 2024186"/>
              <a:gd name="csY129" fmla="*/ 574555 h 588001"/>
              <a:gd name="csX130" fmla="*/ 880083 w 2024186"/>
              <a:gd name="csY130" fmla="*/ 575699 h 588001"/>
              <a:gd name="csX131" fmla="*/ 886854 w 2024186"/>
              <a:gd name="csY131" fmla="*/ 576792 h 588001"/>
              <a:gd name="csX132" fmla="*/ 893617 w 2024186"/>
              <a:gd name="csY132" fmla="*/ 577836 h 588001"/>
              <a:gd name="csX133" fmla="*/ 900388 w 2024186"/>
              <a:gd name="csY133" fmla="*/ 578828 h 588001"/>
              <a:gd name="csX134" fmla="*/ 907159 w 2024186"/>
              <a:gd name="csY134" fmla="*/ 579769 h 588001"/>
              <a:gd name="csX135" fmla="*/ 913930 w 2024186"/>
              <a:gd name="csY135" fmla="*/ 580658 h 588001"/>
              <a:gd name="csX136" fmla="*/ 920701 w 2024186"/>
              <a:gd name="csY136" fmla="*/ 581498 h 588001"/>
              <a:gd name="csX137" fmla="*/ 927472 w 2024186"/>
              <a:gd name="csY137" fmla="*/ 582286 h 588001"/>
              <a:gd name="csX138" fmla="*/ 934243 w 2024186"/>
              <a:gd name="csY138" fmla="*/ 583023 h 588001"/>
              <a:gd name="csX139" fmla="*/ 941006 w 2024186"/>
              <a:gd name="csY139" fmla="*/ 583710 h 588001"/>
              <a:gd name="csX140" fmla="*/ 947777 w 2024186"/>
              <a:gd name="csY140" fmla="*/ 584346 h 588001"/>
              <a:gd name="csX141" fmla="*/ 954548 w 2024186"/>
              <a:gd name="csY141" fmla="*/ 584930 h 588001"/>
              <a:gd name="csX142" fmla="*/ 961319 w 2024186"/>
              <a:gd name="csY142" fmla="*/ 585464 h 588001"/>
              <a:gd name="csX143" fmla="*/ 968090 w 2024186"/>
              <a:gd name="csY143" fmla="*/ 585947 h 588001"/>
              <a:gd name="csX144" fmla="*/ 974861 w 2024186"/>
              <a:gd name="csY144" fmla="*/ 586378 h 588001"/>
              <a:gd name="csX145" fmla="*/ 981632 w 2024186"/>
              <a:gd name="csY145" fmla="*/ 586760 h 588001"/>
              <a:gd name="csX146" fmla="*/ 988395 w 2024186"/>
              <a:gd name="csY146" fmla="*/ 587090 h 588001"/>
              <a:gd name="csX147" fmla="*/ 995166 w 2024186"/>
              <a:gd name="csY147" fmla="*/ 587369 h 588001"/>
              <a:gd name="csX148" fmla="*/ 1001937 w 2024186"/>
              <a:gd name="csY148" fmla="*/ 587597 h 588001"/>
              <a:gd name="csX149" fmla="*/ 1008708 w 2024186"/>
              <a:gd name="csY149" fmla="*/ 587775 h 588001"/>
              <a:gd name="csX150" fmla="*/ 1015479 w 2024186"/>
              <a:gd name="csY150" fmla="*/ 587901 h 588001"/>
              <a:gd name="csX151" fmla="*/ 1022249 w 2024186"/>
              <a:gd name="csY151" fmla="*/ 587977 h 588001"/>
              <a:gd name="csX152" fmla="*/ 1029020 w 2024186"/>
              <a:gd name="csY152" fmla="*/ 588001 h 588001"/>
              <a:gd name="csX153" fmla="*/ 1035784 w 2024186"/>
              <a:gd name="csY153" fmla="*/ 587975 h 588001"/>
              <a:gd name="csX154" fmla="*/ 1042555 w 2024186"/>
              <a:gd name="csY154" fmla="*/ 587898 h 588001"/>
              <a:gd name="csX155" fmla="*/ 1049326 w 2024186"/>
              <a:gd name="csY155" fmla="*/ 587770 h 588001"/>
              <a:gd name="csX156" fmla="*/ 1056097 w 2024186"/>
              <a:gd name="csY156" fmla="*/ 587591 h 588001"/>
              <a:gd name="csX157" fmla="*/ 1062868 w 2024186"/>
              <a:gd name="csY157" fmla="*/ 587361 h 588001"/>
              <a:gd name="csX158" fmla="*/ 1069638 w 2024186"/>
              <a:gd name="csY158" fmla="*/ 587080 h 588001"/>
              <a:gd name="csX159" fmla="*/ 1076409 w 2024186"/>
              <a:gd name="csY159" fmla="*/ 586748 h 588001"/>
              <a:gd name="csX160" fmla="*/ 1083173 w 2024186"/>
              <a:gd name="csY160" fmla="*/ 586366 h 588001"/>
              <a:gd name="csX161" fmla="*/ 1089944 w 2024186"/>
              <a:gd name="csY161" fmla="*/ 585932 h 588001"/>
              <a:gd name="csX162" fmla="*/ 1096715 w 2024186"/>
              <a:gd name="csY162" fmla="*/ 585448 h 588001"/>
              <a:gd name="csX163" fmla="*/ 1103485 w 2024186"/>
              <a:gd name="csY163" fmla="*/ 584912 h 588001"/>
              <a:gd name="csX164" fmla="*/ 1110256 w 2024186"/>
              <a:gd name="csY164" fmla="*/ 584326 h 588001"/>
              <a:gd name="csX165" fmla="*/ 1117027 w 2024186"/>
              <a:gd name="csY165" fmla="*/ 583689 h 588001"/>
              <a:gd name="csX166" fmla="*/ 1123798 w 2024186"/>
              <a:gd name="csY166" fmla="*/ 583001 h 588001"/>
              <a:gd name="csX167" fmla="*/ 1130562 w 2024186"/>
              <a:gd name="csY167" fmla="*/ 582261 h 588001"/>
              <a:gd name="csX168" fmla="*/ 1137332 w 2024186"/>
              <a:gd name="csY168" fmla="*/ 581472 h 588001"/>
              <a:gd name="csX169" fmla="*/ 1144103 w 2024186"/>
              <a:gd name="csY169" fmla="*/ 580630 h 588001"/>
              <a:gd name="csX170" fmla="*/ 1150874 w 2024186"/>
              <a:gd name="csY170" fmla="*/ 579739 h 588001"/>
              <a:gd name="csX171" fmla="*/ 1157645 w 2024186"/>
              <a:gd name="csY171" fmla="*/ 578797 h 588001"/>
              <a:gd name="csX172" fmla="*/ 1164416 w 2024186"/>
              <a:gd name="csY172" fmla="*/ 577802 h 588001"/>
              <a:gd name="csX173" fmla="*/ 1171187 w 2024186"/>
              <a:gd name="csY173" fmla="*/ 576758 h 588001"/>
              <a:gd name="csX174" fmla="*/ 1177950 w 2024186"/>
              <a:gd name="csY174" fmla="*/ 575663 h 588001"/>
              <a:gd name="csX175" fmla="*/ 1184721 w 2024186"/>
              <a:gd name="csY175" fmla="*/ 574516 h 588001"/>
              <a:gd name="csX176" fmla="*/ 1191492 w 2024186"/>
              <a:gd name="csY176" fmla="*/ 573319 h 588001"/>
              <a:gd name="csX177" fmla="*/ 1198263 w 2024186"/>
              <a:gd name="csY177" fmla="*/ 572071 h 588001"/>
              <a:gd name="csX178" fmla="*/ 1205034 w 2024186"/>
              <a:gd name="csY178" fmla="*/ 570772 h 588001"/>
              <a:gd name="csX179" fmla="*/ 1211805 w 2024186"/>
              <a:gd name="csY179" fmla="*/ 569422 h 588001"/>
              <a:gd name="csX180" fmla="*/ 1218576 w 2024186"/>
              <a:gd name="csY180" fmla="*/ 568021 h 588001"/>
              <a:gd name="csX181" fmla="*/ 1225339 w 2024186"/>
              <a:gd name="csY181" fmla="*/ 566570 h 588001"/>
              <a:gd name="csX182" fmla="*/ 1232110 w 2024186"/>
              <a:gd name="csY182" fmla="*/ 565066 h 588001"/>
              <a:gd name="csX183" fmla="*/ 1238881 w 2024186"/>
              <a:gd name="csY183" fmla="*/ 563513 h 588001"/>
              <a:gd name="csX184" fmla="*/ 1245652 w 2024186"/>
              <a:gd name="csY184" fmla="*/ 561909 h 588001"/>
              <a:gd name="csX185" fmla="*/ 1252423 w 2024186"/>
              <a:gd name="csY185" fmla="*/ 560253 h 588001"/>
              <a:gd name="csX186" fmla="*/ 1259194 w 2024186"/>
              <a:gd name="csY186" fmla="*/ 558547 h 588001"/>
              <a:gd name="csX187" fmla="*/ 1265965 w 2024186"/>
              <a:gd name="csY187" fmla="*/ 556789 h 588001"/>
              <a:gd name="csX188" fmla="*/ 1272728 w 2024186"/>
              <a:gd name="csY188" fmla="*/ 554981 h 588001"/>
              <a:gd name="csX189" fmla="*/ 1279499 w 2024186"/>
              <a:gd name="csY189" fmla="*/ 553122 h 588001"/>
              <a:gd name="csX190" fmla="*/ 1286270 w 2024186"/>
              <a:gd name="csY190" fmla="*/ 551212 h 588001"/>
              <a:gd name="csX191" fmla="*/ 1293041 w 2024186"/>
              <a:gd name="csY191" fmla="*/ 549251 h 588001"/>
              <a:gd name="csX192" fmla="*/ 1299812 w 2024186"/>
              <a:gd name="csY192" fmla="*/ 547239 h 588001"/>
              <a:gd name="csX193" fmla="*/ 1306583 w 2024186"/>
              <a:gd name="csY193" fmla="*/ 545176 h 588001"/>
              <a:gd name="csX194" fmla="*/ 1313354 w 2024186"/>
              <a:gd name="csY194" fmla="*/ 543063 h 588001"/>
              <a:gd name="csX195" fmla="*/ 1320117 w 2024186"/>
              <a:gd name="csY195" fmla="*/ 540898 h 588001"/>
              <a:gd name="csX196" fmla="*/ 1326888 w 2024186"/>
              <a:gd name="csY196" fmla="*/ 538683 h 588001"/>
              <a:gd name="csX197" fmla="*/ 1333659 w 2024186"/>
              <a:gd name="csY197" fmla="*/ 536417 h 588001"/>
              <a:gd name="csX198" fmla="*/ 1340430 w 2024186"/>
              <a:gd name="csY198" fmla="*/ 534099 h 588001"/>
              <a:gd name="csX199" fmla="*/ 1347201 w 2024186"/>
              <a:gd name="csY199" fmla="*/ 531731 h 588001"/>
              <a:gd name="csX200" fmla="*/ 1353972 w 2024186"/>
              <a:gd name="csY200" fmla="*/ 529312 h 588001"/>
              <a:gd name="csX201" fmla="*/ 1360743 w 2024186"/>
              <a:gd name="csY201" fmla="*/ 526842 h 588001"/>
              <a:gd name="csX202" fmla="*/ 1367506 w 2024186"/>
              <a:gd name="csY202" fmla="*/ 524321 h 588001"/>
              <a:gd name="csX203" fmla="*/ 1374277 w 2024186"/>
              <a:gd name="csY203" fmla="*/ 521749 h 588001"/>
              <a:gd name="csX204" fmla="*/ 1381048 w 2024186"/>
              <a:gd name="csY204" fmla="*/ 519127 h 588001"/>
              <a:gd name="csX205" fmla="*/ 1387819 w 2024186"/>
              <a:gd name="csY205" fmla="*/ 516453 h 588001"/>
              <a:gd name="csX206" fmla="*/ 1394590 w 2024186"/>
              <a:gd name="csY206" fmla="*/ 513728 h 588001"/>
              <a:gd name="csX207" fmla="*/ 1401361 w 2024186"/>
              <a:gd name="csY207" fmla="*/ 510953 h 588001"/>
              <a:gd name="csX208" fmla="*/ 1408131 w 2024186"/>
              <a:gd name="csY208" fmla="*/ 508126 h 588001"/>
              <a:gd name="csX209" fmla="*/ 1414895 w 2024186"/>
              <a:gd name="csY209" fmla="*/ 505249 h 588001"/>
              <a:gd name="csX210" fmla="*/ 1421666 w 2024186"/>
              <a:gd name="csY210" fmla="*/ 502321 h 588001"/>
              <a:gd name="csX211" fmla="*/ 1428437 w 2024186"/>
              <a:gd name="csY211" fmla="*/ 499341 h 588001"/>
              <a:gd name="csX212" fmla="*/ 1435208 w 2024186"/>
              <a:gd name="csY212" fmla="*/ 496312 h 588001"/>
              <a:gd name="csX213" fmla="*/ 1441978 w 2024186"/>
              <a:gd name="csY213" fmla="*/ 493231 h 588001"/>
              <a:gd name="csX214" fmla="*/ 1448750 w 2024186"/>
              <a:gd name="csY214" fmla="*/ 490099 h 588001"/>
              <a:gd name="csX215" fmla="*/ 1455520 w 2024186"/>
              <a:gd name="csY215" fmla="*/ 486916 h 588001"/>
              <a:gd name="csX216" fmla="*/ 1462284 w 2024186"/>
              <a:gd name="csY216" fmla="*/ 483683 h 588001"/>
              <a:gd name="csX217" fmla="*/ 1469055 w 2024186"/>
              <a:gd name="csY217" fmla="*/ 480398 h 588001"/>
              <a:gd name="csX218" fmla="*/ 1475826 w 2024186"/>
              <a:gd name="csY218" fmla="*/ 477062 h 588001"/>
              <a:gd name="csX219" fmla="*/ 1482597 w 2024186"/>
              <a:gd name="csY219" fmla="*/ 473676 h 588001"/>
              <a:gd name="csX220" fmla="*/ 1489367 w 2024186"/>
              <a:gd name="csY220" fmla="*/ 470239 h 588001"/>
              <a:gd name="csX221" fmla="*/ 1496138 w 2024186"/>
              <a:gd name="csY221" fmla="*/ 466750 h 588001"/>
              <a:gd name="csX222" fmla="*/ 1502909 w 2024186"/>
              <a:gd name="csY222" fmla="*/ 463211 h 588001"/>
              <a:gd name="csX223" fmla="*/ 1509673 w 2024186"/>
              <a:gd name="csY223" fmla="*/ 459621 h 588001"/>
              <a:gd name="csX224" fmla="*/ 1516444 w 2024186"/>
              <a:gd name="csY224" fmla="*/ 455980 h 588001"/>
              <a:gd name="csX225" fmla="*/ 1523215 w 2024186"/>
              <a:gd name="csY225" fmla="*/ 452288 h 588001"/>
              <a:gd name="csX226" fmla="*/ 1529985 w 2024186"/>
              <a:gd name="csY226" fmla="*/ 448545 h 588001"/>
              <a:gd name="csX227" fmla="*/ 1536756 w 2024186"/>
              <a:gd name="csY227" fmla="*/ 444752 h 588001"/>
              <a:gd name="csX228" fmla="*/ 1543527 w 2024186"/>
              <a:gd name="csY228" fmla="*/ 440907 h 588001"/>
              <a:gd name="csX229" fmla="*/ 1550298 w 2024186"/>
              <a:gd name="csY229" fmla="*/ 437012 h 588001"/>
              <a:gd name="csX230" fmla="*/ 1557062 w 2024186"/>
              <a:gd name="csY230" fmla="*/ 433065 h 588001"/>
              <a:gd name="csX231" fmla="*/ 1563832 w 2024186"/>
              <a:gd name="csY231" fmla="*/ 429068 h 588001"/>
              <a:gd name="csX232" fmla="*/ 1570603 w 2024186"/>
              <a:gd name="csY232" fmla="*/ 425019 h 588001"/>
              <a:gd name="csX233" fmla="*/ 1577374 w 2024186"/>
              <a:gd name="csY233" fmla="*/ 420921 h 588001"/>
              <a:gd name="csX234" fmla="*/ 1584145 w 2024186"/>
              <a:gd name="csY234" fmla="*/ 416770 h 588001"/>
              <a:gd name="csX235" fmla="*/ 1590916 w 2024186"/>
              <a:gd name="csY235" fmla="*/ 412569 h 588001"/>
              <a:gd name="csX236" fmla="*/ 1597687 w 2024186"/>
              <a:gd name="csY236" fmla="*/ 408318 h 588001"/>
              <a:gd name="csX237" fmla="*/ 1604450 w 2024186"/>
              <a:gd name="csY237" fmla="*/ 404014 h 588001"/>
              <a:gd name="csX238" fmla="*/ 1611221 w 2024186"/>
              <a:gd name="csY238" fmla="*/ 399661 h 588001"/>
              <a:gd name="csX239" fmla="*/ 1617992 w 2024186"/>
              <a:gd name="csY239" fmla="*/ 395256 h 588001"/>
              <a:gd name="csX240" fmla="*/ 1624763 w 2024186"/>
              <a:gd name="csY240" fmla="*/ 390801 h 588001"/>
              <a:gd name="csX241" fmla="*/ 1631534 w 2024186"/>
              <a:gd name="csY241" fmla="*/ 386294 h 588001"/>
              <a:gd name="csX242" fmla="*/ 1638305 w 2024186"/>
              <a:gd name="csY242" fmla="*/ 381737 h 588001"/>
              <a:gd name="csX243" fmla="*/ 1645076 w 2024186"/>
              <a:gd name="csY243" fmla="*/ 377128 h 588001"/>
              <a:gd name="csX244" fmla="*/ 1651847 w 2024186"/>
              <a:gd name="csY244" fmla="*/ 372470 h 588001"/>
              <a:gd name="csX245" fmla="*/ 1658610 w 2024186"/>
              <a:gd name="csY245" fmla="*/ 367759 h 588001"/>
              <a:gd name="csX246" fmla="*/ 1665381 w 2024186"/>
              <a:gd name="csY246" fmla="*/ 362998 h 588001"/>
              <a:gd name="csX247" fmla="*/ 1672152 w 2024186"/>
              <a:gd name="csY247" fmla="*/ 358186 h 588001"/>
              <a:gd name="csX248" fmla="*/ 1678923 w 2024186"/>
              <a:gd name="csY248" fmla="*/ 353323 h 588001"/>
              <a:gd name="csX249" fmla="*/ 1685694 w 2024186"/>
              <a:gd name="csY249" fmla="*/ 348410 h 588001"/>
              <a:gd name="csX250" fmla="*/ 1692465 w 2024186"/>
              <a:gd name="csY250" fmla="*/ 343445 h 588001"/>
              <a:gd name="csX251" fmla="*/ 1699236 w 2024186"/>
              <a:gd name="csY251" fmla="*/ 338430 h 588001"/>
              <a:gd name="csX252" fmla="*/ 1705999 w 2024186"/>
              <a:gd name="csY252" fmla="*/ 333363 h 588001"/>
              <a:gd name="csX253" fmla="*/ 1712770 w 2024186"/>
              <a:gd name="csY253" fmla="*/ 328245 h 588001"/>
              <a:gd name="csX254" fmla="*/ 1719541 w 2024186"/>
              <a:gd name="csY254" fmla="*/ 323077 h 588001"/>
              <a:gd name="csX255" fmla="*/ 1726312 w 2024186"/>
              <a:gd name="csY255" fmla="*/ 317858 h 588001"/>
              <a:gd name="csX256" fmla="*/ 1733083 w 2024186"/>
              <a:gd name="csY256" fmla="*/ 312588 h 588001"/>
              <a:gd name="csX257" fmla="*/ 1739854 w 2024186"/>
              <a:gd name="csY257" fmla="*/ 307267 h 588001"/>
              <a:gd name="csX258" fmla="*/ 1746625 w 2024186"/>
              <a:gd name="csY258" fmla="*/ 301895 h 588001"/>
              <a:gd name="csX259" fmla="*/ 1753388 w 2024186"/>
              <a:gd name="csY259" fmla="*/ 296472 h 588001"/>
              <a:gd name="csX260" fmla="*/ 1760159 w 2024186"/>
              <a:gd name="csY260" fmla="*/ 290998 h 588001"/>
              <a:gd name="csX261" fmla="*/ 1766930 w 2024186"/>
              <a:gd name="csY261" fmla="*/ 285473 h 588001"/>
              <a:gd name="csX262" fmla="*/ 1773701 w 2024186"/>
              <a:gd name="csY262" fmla="*/ 279898 h 588001"/>
              <a:gd name="csX263" fmla="*/ 1780472 w 2024186"/>
              <a:gd name="csY263" fmla="*/ 274272 h 588001"/>
              <a:gd name="csX264" fmla="*/ 1787243 w 2024186"/>
              <a:gd name="csY264" fmla="*/ 268594 h 588001"/>
              <a:gd name="csX265" fmla="*/ 1794013 w 2024186"/>
              <a:gd name="csY265" fmla="*/ 262865 h 588001"/>
              <a:gd name="csX266" fmla="*/ 1800777 w 2024186"/>
              <a:gd name="csY266" fmla="*/ 257086 h 588001"/>
              <a:gd name="csX267" fmla="*/ 1807548 w 2024186"/>
              <a:gd name="csY267" fmla="*/ 251256 h 588001"/>
              <a:gd name="csX268" fmla="*/ 1814319 w 2024186"/>
              <a:gd name="csY268" fmla="*/ 245375 h 588001"/>
              <a:gd name="csX269" fmla="*/ 1821090 w 2024186"/>
              <a:gd name="csY269" fmla="*/ 239443 h 588001"/>
              <a:gd name="csX270" fmla="*/ 1827861 w 2024186"/>
              <a:gd name="csY270" fmla="*/ 233461 h 588001"/>
              <a:gd name="csX271" fmla="*/ 1834631 w 2024186"/>
              <a:gd name="csY271" fmla="*/ 227427 h 588001"/>
              <a:gd name="csX272" fmla="*/ 1841402 w 2024186"/>
              <a:gd name="csY272" fmla="*/ 221342 h 588001"/>
              <a:gd name="csX273" fmla="*/ 1848166 w 2024186"/>
              <a:gd name="csY273" fmla="*/ 215206 h 588001"/>
              <a:gd name="csX274" fmla="*/ 1854937 w 2024186"/>
              <a:gd name="csY274" fmla="*/ 209019 h 588001"/>
              <a:gd name="csX275" fmla="*/ 1861708 w 2024186"/>
              <a:gd name="csY275" fmla="*/ 202782 h 588001"/>
              <a:gd name="csX276" fmla="*/ 1868478 w 2024186"/>
              <a:gd name="csY276" fmla="*/ 196494 h 588001"/>
              <a:gd name="csX277" fmla="*/ 1875250 w 2024186"/>
              <a:gd name="csY277" fmla="*/ 190155 h 588001"/>
              <a:gd name="csX278" fmla="*/ 1882020 w 2024186"/>
              <a:gd name="csY278" fmla="*/ 183764 h 588001"/>
              <a:gd name="csX279" fmla="*/ 1888791 w 2024186"/>
              <a:gd name="csY279" fmla="*/ 177323 h 588001"/>
              <a:gd name="csX280" fmla="*/ 1895555 w 2024186"/>
              <a:gd name="csY280" fmla="*/ 170831 h 588001"/>
              <a:gd name="csX281" fmla="*/ 1902325 w 2024186"/>
              <a:gd name="csY281" fmla="*/ 164288 h 588001"/>
              <a:gd name="csX282" fmla="*/ 1909097 w 2024186"/>
              <a:gd name="csY282" fmla="*/ 157694 h 588001"/>
              <a:gd name="csX283" fmla="*/ 1915867 w 2024186"/>
              <a:gd name="csY283" fmla="*/ 151050 h 588001"/>
              <a:gd name="csX284" fmla="*/ 1922638 w 2024186"/>
              <a:gd name="csY284" fmla="*/ 144354 h 588001"/>
              <a:gd name="csX285" fmla="*/ 1929409 w 2024186"/>
              <a:gd name="csY285" fmla="*/ 137608 h 588001"/>
              <a:gd name="csX286" fmla="*/ 1936180 w 2024186"/>
              <a:gd name="csY286" fmla="*/ 130810 h 588001"/>
              <a:gd name="csX287" fmla="*/ 1942944 w 2024186"/>
              <a:gd name="csY287" fmla="*/ 123962 h 588001"/>
              <a:gd name="csX288" fmla="*/ 1949714 w 2024186"/>
              <a:gd name="csY288" fmla="*/ 117062 h 588001"/>
              <a:gd name="csX289" fmla="*/ 1956485 w 2024186"/>
              <a:gd name="csY289" fmla="*/ 110112 h 588001"/>
              <a:gd name="csX290" fmla="*/ 1963256 w 2024186"/>
              <a:gd name="csY290" fmla="*/ 103111 h 588001"/>
              <a:gd name="csX291" fmla="*/ 1970027 w 2024186"/>
              <a:gd name="csY291" fmla="*/ 96059 h 588001"/>
              <a:gd name="csX292" fmla="*/ 1976798 w 2024186"/>
              <a:gd name="csY292" fmla="*/ 88956 h 588001"/>
              <a:gd name="csX293" fmla="*/ 1983569 w 2024186"/>
              <a:gd name="csY293" fmla="*/ 81803 h 588001"/>
              <a:gd name="csX294" fmla="*/ 1990332 w 2024186"/>
              <a:gd name="csY294" fmla="*/ 74597 h 588001"/>
              <a:gd name="csX295" fmla="*/ 1997103 w 2024186"/>
              <a:gd name="csY295" fmla="*/ 67342 h 588001"/>
              <a:gd name="csX296" fmla="*/ 2003874 w 2024186"/>
              <a:gd name="csY296" fmla="*/ 60035 h 588001"/>
              <a:gd name="csX297" fmla="*/ 2010645 w 2024186"/>
              <a:gd name="csY297" fmla="*/ 52678 h 588001"/>
              <a:gd name="csX298" fmla="*/ 2017416 w 2024186"/>
              <a:gd name="csY298" fmla="*/ 45269 h 588001"/>
              <a:gd name="csX299" fmla="*/ 2024187 w 2024186"/>
              <a:gd name="csY299" fmla="*/ 37810 h 5880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588001">
                <a:moveTo>
                  <a:pt x="0" y="0"/>
                </a:moveTo>
                <a:lnTo>
                  <a:pt x="6769" y="7712"/>
                </a:lnTo>
                <a:lnTo>
                  <a:pt x="13540" y="15373"/>
                </a:lnTo>
                <a:lnTo>
                  <a:pt x="20309" y="22984"/>
                </a:lnTo>
                <a:lnTo>
                  <a:pt x="27079" y="30543"/>
                </a:lnTo>
                <a:lnTo>
                  <a:pt x="33849" y="38052"/>
                </a:lnTo>
                <a:lnTo>
                  <a:pt x="40619" y="45510"/>
                </a:lnTo>
                <a:lnTo>
                  <a:pt x="47389" y="52917"/>
                </a:lnTo>
                <a:lnTo>
                  <a:pt x="54158" y="60273"/>
                </a:lnTo>
                <a:lnTo>
                  <a:pt x="60928" y="67578"/>
                </a:lnTo>
                <a:lnTo>
                  <a:pt x="67699" y="74831"/>
                </a:lnTo>
                <a:lnTo>
                  <a:pt x="74468" y="82035"/>
                </a:lnTo>
                <a:lnTo>
                  <a:pt x="81238" y="89187"/>
                </a:lnTo>
                <a:lnTo>
                  <a:pt x="88008" y="96288"/>
                </a:lnTo>
                <a:lnTo>
                  <a:pt x="94778" y="103339"/>
                </a:lnTo>
                <a:lnTo>
                  <a:pt x="101547" y="110338"/>
                </a:lnTo>
                <a:lnTo>
                  <a:pt x="108317" y="117287"/>
                </a:lnTo>
                <a:lnTo>
                  <a:pt x="115088" y="124184"/>
                </a:lnTo>
                <a:lnTo>
                  <a:pt x="121857" y="131031"/>
                </a:lnTo>
                <a:lnTo>
                  <a:pt x="128627" y="137826"/>
                </a:lnTo>
                <a:lnTo>
                  <a:pt x="135396" y="144572"/>
                </a:lnTo>
                <a:lnTo>
                  <a:pt x="142167" y="151265"/>
                </a:lnTo>
                <a:lnTo>
                  <a:pt x="148937" y="157908"/>
                </a:lnTo>
                <a:lnTo>
                  <a:pt x="155706" y="164501"/>
                </a:lnTo>
                <a:lnTo>
                  <a:pt x="162476" y="171042"/>
                </a:lnTo>
                <a:lnTo>
                  <a:pt x="169246" y="177532"/>
                </a:lnTo>
                <a:lnTo>
                  <a:pt x="176016" y="183972"/>
                </a:lnTo>
                <a:lnTo>
                  <a:pt x="182785" y="190360"/>
                </a:lnTo>
                <a:lnTo>
                  <a:pt x="189556" y="196698"/>
                </a:lnTo>
                <a:lnTo>
                  <a:pt x="196326" y="202985"/>
                </a:lnTo>
                <a:lnTo>
                  <a:pt x="203095" y="209221"/>
                </a:lnTo>
                <a:lnTo>
                  <a:pt x="209865" y="215405"/>
                </a:lnTo>
                <a:lnTo>
                  <a:pt x="216635" y="221539"/>
                </a:lnTo>
                <a:lnTo>
                  <a:pt x="223405" y="227622"/>
                </a:lnTo>
                <a:lnTo>
                  <a:pt x="230175" y="233654"/>
                </a:lnTo>
                <a:lnTo>
                  <a:pt x="236944" y="239636"/>
                </a:lnTo>
                <a:lnTo>
                  <a:pt x="243715" y="245567"/>
                </a:lnTo>
                <a:lnTo>
                  <a:pt x="250484" y="251446"/>
                </a:lnTo>
                <a:lnTo>
                  <a:pt x="257254" y="257274"/>
                </a:lnTo>
                <a:lnTo>
                  <a:pt x="264024" y="263051"/>
                </a:lnTo>
                <a:lnTo>
                  <a:pt x="270794" y="268778"/>
                </a:lnTo>
                <a:lnTo>
                  <a:pt x="277564" y="274455"/>
                </a:lnTo>
                <a:lnTo>
                  <a:pt x="284333" y="280079"/>
                </a:lnTo>
                <a:lnTo>
                  <a:pt x="291104" y="285653"/>
                </a:lnTo>
                <a:lnTo>
                  <a:pt x="297873" y="291176"/>
                </a:lnTo>
                <a:lnTo>
                  <a:pt x="304643" y="296648"/>
                </a:lnTo>
                <a:lnTo>
                  <a:pt x="311413" y="302069"/>
                </a:lnTo>
                <a:lnTo>
                  <a:pt x="318183" y="307440"/>
                </a:lnTo>
                <a:lnTo>
                  <a:pt x="324953" y="312759"/>
                </a:lnTo>
                <a:lnTo>
                  <a:pt x="331722" y="318028"/>
                </a:lnTo>
                <a:lnTo>
                  <a:pt x="338492" y="323245"/>
                </a:lnTo>
                <a:lnTo>
                  <a:pt x="345262" y="328412"/>
                </a:lnTo>
                <a:lnTo>
                  <a:pt x="352032" y="333527"/>
                </a:lnTo>
                <a:lnTo>
                  <a:pt x="358802" y="338592"/>
                </a:lnTo>
                <a:lnTo>
                  <a:pt x="365571" y="343606"/>
                </a:lnTo>
                <a:lnTo>
                  <a:pt x="372342" y="348569"/>
                </a:lnTo>
                <a:lnTo>
                  <a:pt x="379111" y="353481"/>
                </a:lnTo>
                <a:lnTo>
                  <a:pt x="385881" y="358343"/>
                </a:lnTo>
                <a:lnTo>
                  <a:pt x="392651" y="363153"/>
                </a:lnTo>
                <a:lnTo>
                  <a:pt x="399421" y="367912"/>
                </a:lnTo>
                <a:lnTo>
                  <a:pt x="406191" y="372621"/>
                </a:lnTo>
                <a:lnTo>
                  <a:pt x="412960" y="377279"/>
                </a:lnTo>
                <a:lnTo>
                  <a:pt x="419731" y="381885"/>
                </a:lnTo>
                <a:lnTo>
                  <a:pt x="426500" y="386441"/>
                </a:lnTo>
                <a:lnTo>
                  <a:pt x="433270" y="390945"/>
                </a:lnTo>
                <a:lnTo>
                  <a:pt x="440040" y="395400"/>
                </a:lnTo>
                <a:lnTo>
                  <a:pt x="446810" y="399803"/>
                </a:lnTo>
                <a:lnTo>
                  <a:pt x="453580" y="404154"/>
                </a:lnTo>
                <a:lnTo>
                  <a:pt x="460346" y="408456"/>
                </a:lnTo>
                <a:lnTo>
                  <a:pt x="467117" y="412706"/>
                </a:lnTo>
                <a:lnTo>
                  <a:pt x="473888" y="416906"/>
                </a:lnTo>
                <a:lnTo>
                  <a:pt x="480659" y="421054"/>
                </a:lnTo>
                <a:lnTo>
                  <a:pt x="487430" y="425151"/>
                </a:lnTo>
                <a:lnTo>
                  <a:pt x="494201" y="429198"/>
                </a:lnTo>
                <a:lnTo>
                  <a:pt x="500972" y="433194"/>
                </a:lnTo>
                <a:lnTo>
                  <a:pt x="507735" y="437138"/>
                </a:lnTo>
                <a:lnTo>
                  <a:pt x="514506" y="441032"/>
                </a:lnTo>
                <a:lnTo>
                  <a:pt x="521277" y="444875"/>
                </a:lnTo>
                <a:lnTo>
                  <a:pt x="528048" y="448668"/>
                </a:lnTo>
                <a:lnTo>
                  <a:pt x="534819" y="452409"/>
                </a:lnTo>
                <a:lnTo>
                  <a:pt x="541590" y="456099"/>
                </a:lnTo>
                <a:lnTo>
                  <a:pt x="548361" y="459738"/>
                </a:lnTo>
                <a:lnTo>
                  <a:pt x="555124" y="463326"/>
                </a:lnTo>
                <a:lnTo>
                  <a:pt x="561895" y="466864"/>
                </a:lnTo>
                <a:lnTo>
                  <a:pt x="568666" y="470351"/>
                </a:lnTo>
                <a:lnTo>
                  <a:pt x="575437" y="473786"/>
                </a:lnTo>
                <a:lnTo>
                  <a:pt x="582208" y="477171"/>
                </a:lnTo>
                <a:lnTo>
                  <a:pt x="588979" y="480505"/>
                </a:lnTo>
                <a:lnTo>
                  <a:pt x="595750" y="483788"/>
                </a:lnTo>
                <a:lnTo>
                  <a:pt x="602513" y="487020"/>
                </a:lnTo>
                <a:lnTo>
                  <a:pt x="609284" y="490201"/>
                </a:lnTo>
                <a:lnTo>
                  <a:pt x="616055" y="493332"/>
                </a:lnTo>
                <a:lnTo>
                  <a:pt x="622826" y="496411"/>
                </a:lnTo>
                <a:lnTo>
                  <a:pt x="629597" y="499439"/>
                </a:lnTo>
                <a:lnTo>
                  <a:pt x="636368" y="502417"/>
                </a:lnTo>
                <a:lnTo>
                  <a:pt x="643138" y="505343"/>
                </a:lnTo>
                <a:lnTo>
                  <a:pt x="649902" y="508219"/>
                </a:lnTo>
                <a:lnTo>
                  <a:pt x="656673" y="511043"/>
                </a:lnTo>
                <a:lnTo>
                  <a:pt x="663444" y="513818"/>
                </a:lnTo>
                <a:lnTo>
                  <a:pt x="670215" y="516540"/>
                </a:lnTo>
                <a:lnTo>
                  <a:pt x="676985" y="519212"/>
                </a:lnTo>
                <a:lnTo>
                  <a:pt x="683756" y="521833"/>
                </a:lnTo>
                <a:lnTo>
                  <a:pt x="690527" y="524404"/>
                </a:lnTo>
                <a:lnTo>
                  <a:pt x="697291" y="526923"/>
                </a:lnTo>
                <a:lnTo>
                  <a:pt x="704062" y="529391"/>
                </a:lnTo>
                <a:lnTo>
                  <a:pt x="710832" y="531809"/>
                </a:lnTo>
                <a:lnTo>
                  <a:pt x="717603" y="534175"/>
                </a:lnTo>
                <a:lnTo>
                  <a:pt x="724374" y="536491"/>
                </a:lnTo>
                <a:lnTo>
                  <a:pt x="731145" y="538756"/>
                </a:lnTo>
                <a:lnTo>
                  <a:pt x="737916" y="540969"/>
                </a:lnTo>
                <a:lnTo>
                  <a:pt x="744680" y="543132"/>
                </a:lnTo>
                <a:lnTo>
                  <a:pt x="751450" y="545245"/>
                </a:lnTo>
                <a:lnTo>
                  <a:pt x="758221" y="547305"/>
                </a:lnTo>
                <a:lnTo>
                  <a:pt x="764992" y="549315"/>
                </a:lnTo>
                <a:lnTo>
                  <a:pt x="771763" y="551275"/>
                </a:lnTo>
                <a:lnTo>
                  <a:pt x="778534" y="553183"/>
                </a:lnTo>
                <a:lnTo>
                  <a:pt x="785305" y="555041"/>
                </a:lnTo>
                <a:lnTo>
                  <a:pt x="792068" y="556847"/>
                </a:lnTo>
                <a:lnTo>
                  <a:pt x="798839" y="558603"/>
                </a:lnTo>
                <a:lnTo>
                  <a:pt x="805610" y="560308"/>
                </a:lnTo>
                <a:lnTo>
                  <a:pt x="812381" y="561962"/>
                </a:lnTo>
                <a:lnTo>
                  <a:pt x="819152" y="563564"/>
                </a:lnTo>
                <a:lnTo>
                  <a:pt x="825923" y="565116"/>
                </a:lnTo>
                <a:lnTo>
                  <a:pt x="832694" y="566617"/>
                </a:lnTo>
                <a:lnTo>
                  <a:pt x="839465" y="568067"/>
                </a:lnTo>
                <a:lnTo>
                  <a:pt x="846228" y="569466"/>
                </a:lnTo>
                <a:lnTo>
                  <a:pt x="852999" y="570815"/>
                </a:lnTo>
                <a:lnTo>
                  <a:pt x="859770" y="572112"/>
                </a:lnTo>
                <a:lnTo>
                  <a:pt x="866541" y="573359"/>
                </a:lnTo>
                <a:lnTo>
                  <a:pt x="873312" y="574555"/>
                </a:lnTo>
                <a:lnTo>
                  <a:pt x="880083" y="575699"/>
                </a:lnTo>
                <a:lnTo>
                  <a:pt x="886854" y="576792"/>
                </a:lnTo>
                <a:lnTo>
                  <a:pt x="893617" y="577836"/>
                </a:lnTo>
                <a:lnTo>
                  <a:pt x="900388" y="578828"/>
                </a:lnTo>
                <a:lnTo>
                  <a:pt x="907159" y="579769"/>
                </a:lnTo>
                <a:lnTo>
                  <a:pt x="913930" y="580658"/>
                </a:lnTo>
                <a:lnTo>
                  <a:pt x="920701" y="581498"/>
                </a:lnTo>
                <a:lnTo>
                  <a:pt x="927472" y="582286"/>
                </a:lnTo>
                <a:lnTo>
                  <a:pt x="934243" y="583023"/>
                </a:lnTo>
                <a:lnTo>
                  <a:pt x="941006" y="583710"/>
                </a:lnTo>
                <a:lnTo>
                  <a:pt x="947777" y="584346"/>
                </a:lnTo>
                <a:lnTo>
                  <a:pt x="954548" y="584930"/>
                </a:lnTo>
                <a:lnTo>
                  <a:pt x="961319" y="585464"/>
                </a:lnTo>
                <a:lnTo>
                  <a:pt x="968090" y="585947"/>
                </a:lnTo>
                <a:lnTo>
                  <a:pt x="974861" y="586378"/>
                </a:lnTo>
                <a:lnTo>
                  <a:pt x="981632" y="586760"/>
                </a:lnTo>
                <a:lnTo>
                  <a:pt x="988395" y="587090"/>
                </a:lnTo>
                <a:lnTo>
                  <a:pt x="995166" y="587369"/>
                </a:lnTo>
                <a:lnTo>
                  <a:pt x="1001937" y="587597"/>
                </a:lnTo>
                <a:lnTo>
                  <a:pt x="1008708" y="587775"/>
                </a:lnTo>
                <a:lnTo>
                  <a:pt x="1015479" y="587901"/>
                </a:lnTo>
                <a:lnTo>
                  <a:pt x="1022249" y="587977"/>
                </a:lnTo>
                <a:lnTo>
                  <a:pt x="1029020" y="588001"/>
                </a:lnTo>
                <a:lnTo>
                  <a:pt x="1035784" y="587975"/>
                </a:lnTo>
                <a:lnTo>
                  <a:pt x="1042555" y="587898"/>
                </a:lnTo>
                <a:lnTo>
                  <a:pt x="1049326" y="587770"/>
                </a:lnTo>
                <a:lnTo>
                  <a:pt x="1056097" y="587591"/>
                </a:lnTo>
                <a:lnTo>
                  <a:pt x="1062868" y="587361"/>
                </a:lnTo>
                <a:lnTo>
                  <a:pt x="1069638" y="587080"/>
                </a:lnTo>
                <a:lnTo>
                  <a:pt x="1076409" y="586748"/>
                </a:lnTo>
                <a:lnTo>
                  <a:pt x="1083173" y="586366"/>
                </a:lnTo>
                <a:lnTo>
                  <a:pt x="1089944" y="585932"/>
                </a:lnTo>
                <a:lnTo>
                  <a:pt x="1096715" y="585448"/>
                </a:lnTo>
                <a:lnTo>
                  <a:pt x="1103485" y="584912"/>
                </a:lnTo>
                <a:lnTo>
                  <a:pt x="1110256" y="584326"/>
                </a:lnTo>
                <a:lnTo>
                  <a:pt x="1117027" y="583689"/>
                </a:lnTo>
                <a:lnTo>
                  <a:pt x="1123798" y="583001"/>
                </a:lnTo>
                <a:lnTo>
                  <a:pt x="1130562" y="582261"/>
                </a:lnTo>
                <a:lnTo>
                  <a:pt x="1137332" y="581472"/>
                </a:lnTo>
                <a:lnTo>
                  <a:pt x="1144103" y="580630"/>
                </a:lnTo>
                <a:lnTo>
                  <a:pt x="1150874" y="579739"/>
                </a:lnTo>
                <a:lnTo>
                  <a:pt x="1157645" y="578797"/>
                </a:lnTo>
                <a:lnTo>
                  <a:pt x="1164416" y="577802"/>
                </a:lnTo>
                <a:lnTo>
                  <a:pt x="1171187" y="576758"/>
                </a:lnTo>
                <a:lnTo>
                  <a:pt x="1177950" y="575663"/>
                </a:lnTo>
                <a:lnTo>
                  <a:pt x="1184721" y="574516"/>
                </a:lnTo>
                <a:lnTo>
                  <a:pt x="1191492" y="573319"/>
                </a:lnTo>
                <a:lnTo>
                  <a:pt x="1198263" y="572071"/>
                </a:lnTo>
                <a:lnTo>
                  <a:pt x="1205034" y="570772"/>
                </a:lnTo>
                <a:lnTo>
                  <a:pt x="1211805" y="569422"/>
                </a:lnTo>
                <a:lnTo>
                  <a:pt x="1218576" y="568021"/>
                </a:lnTo>
                <a:lnTo>
                  <a:pt x="1225339" y="566570"/>
                </a:lnTo>
                <a:lnTo>
                  <a:pt x="1232110" y="565066"/>
                </a:lnTo>
                <a:lnTo>
                  <a:pt x="1238881" y="563513"/>
                </a:lnTo>
                <a:lnTo>
                  <a:pt x="1245652" y="561909"/>
                </a:lnTo>
                <a:lnTo>
                  <a:pt x="1252423" y="560253"/>
                </a:lnTo>
                <a:lnTo>
                  <a:pt x="1259194" y="558547"/>
                </a:lnTo>
                <a:lnTo>
                  <a:pt x="1265965" y="556789"/>
                </a:lnTo>
                <a:lnTo>
                  <a:pt x="1272728" y="554981"/>
                </a:lnTo>
                <a:lnTo>
                  <a:pt x="1279499" y="553122"/>
                </a:lnTo>
                <a:lnTo>
                  <a:pt x="1286270" y="551212"/>
                </a:lnTo>
                <a:lnTo>
                  <a:pt x="1293041" y="549251"/>
                </a:lnTo>
                <a:lnTo>
                  <a:pt x="1299812" y="547239"/>
                </a:lnTo>
                <a:lnTo>
                  <a:pt x="1306583" y="545176"/>
                </a:lnTo>
                <a:lnTo>
                  <a:pt x="1313354" y="543063"/>
                </a:lnTo>
                <a:lnTo>
                  <a:pt x="1320117" y="540898"/>
                </a:lnTo>
                <a:lnTo>
                  <a:pt x="1326888" y="538683"/>
                </a:lnTo>
                <a:lnTo>
                  <a:pt x="1333659" y="536417"/>
                </a:lnTo>
                <a:lnTo>
                  <a:pt x="1340430" y="534099"/>
                </a:lnTo>
                <a:lnTo>
                  <a:pt x="1347201" y="531731"/>
                </a:lnTo>
                <a:lnTo>
                  <a:pt x="1353972" y="529312"/>
                </a:lnTo>
                <a:lnTo>
                  <a:pt x="1360743" y="526842"/>
                </a:lnTo>
                <a:lnTo>
                  <a:pt x="1367506" y="524321"/>
                </a:lnTo>
                <a:lnTo>
                  <a:pt x="1374277" y="521749"/>
                </a:lnTo>
                <a:lnTo>
                  <a:pt x="1381048" y="519127"/>
                </a:lnTo>
                <a:lnTo>
                  <a:pt x="1387819" y="516453"/>
                </a:lnTo>
                <a:lnTo>
                  <a:pt x="1394590" y="513728"/>
                </a:lnTo>
                <a:lnTo>
                  <a:pt x="1401361" y="510953"/>
                </a:lnTo>
                <a:lnTo>
                  <a:pt x="1408131" y="508126"/>
                </a:lnTo>
                <a:lnTo>
                  <a:pt x="1414895" y="505249"/>
                </a:lnTo>
                <a:lnTo>
                  <a:pt x="1421666" y="502321"/>
                </a:lnTo>
                <a:lnTo>
                  <a:pt x="1428437" y="499341"/>
                </a:lnTo>
                <a:lnTo>
                  <a:pt x="1435208" y="496312"/>
                </a:lnTo>
                <a:lnTo>
                  <a:pt x="1441978" y="493231"/>
                </a:lnTo>
                <a:lnTo>
                  <a:pt x="1448750" y="490099"/>
                </a:lnTo>
                <a:lnTo>
                  <a:pt x="1455520" y="486916"/>
                </a:lnTo>
                <a:lnTo>
                  <a:pt x="1462284" y="483683"/>
                </a:lnTo>
                <a:lnTo>
                  <a:pt x="1469055" y="480398"/>
                </a:lnTo>
                <a:lnTo>
                  <a:pt x="1475826" y="477062"/>
                </a:lnTo>
                <a:lnTo>
                  <a:pt x="1482597" y="473676"/>
                </a:lnTo>
                <a:lnTo>
                  <a:pt x="1489367" y="470239"/>
                </a:lnTo>
                <a:lnTo>
                  <a:pt x="1496138" y="466750"/>
                </a:lnTo>
                <a:lnTo>
                  <a:pt x="1502909" y="463211"/>
                </a:lnTo>
                <a:lnTo>
                  <a:pt x="1509673" y="459621"/>
                </a:lnTo>
                <a:lnTo>
                  <a:pt x="1516444" y="455980"/>
                </a:lnTo>
                <a:lnTo>
                  <a:pt x="1523215" y="452288"/>
                </a:lnTo>
                <a:lnTo>
                  <a:pt x="1529985" y="448545"/>
                </a:lnTo>
                <a:lnTo>
                  <a:pt x="1536756" y="444752"/>
                </a:lnTo>
                <a:lnTo>
                  <a:pt x="1543527" y="440907"/>
                </a:lnTo>
                <a:lnTo>
                  <a:pt x="1550298" y="437012"/>
                </a:lnTo>
                <a:lnTo>
                  <a:pt x="1557062" y="433065"/>
                </a:lnTo>
                <a:lnTo>
                  <a:pt x="1563832" y="429068"/>
                </a:lnTo>
                <a:lnTo>
                  <a:pt x="1570603" y="425019"/>
                </a:lnTo>
                <a:lnTo>
                  <a:pt x="1577374" y="420921"/>
                </a:lnTo>
                <a:lnTo>
                  <a:pt x="1584145" y="416770"/>
                </a:lnTo>
                <a:lnTo>
                  <a:pt x="1590916" y="412569"/>
                </a:lnTo>
                <a:lnTo>
                  <a:pt x="1597687" y="408318"/>
                </a:lnTo>
                <a:lnTo>
                  <a:pt x="1604450" y="404014"/>
                </a:lnTo>
                <a:lnTo>
                  <a:pt x="1611221" y="399661"/>
                </a:lnTo>
                <a:lnTo>
                  <a:pt x="1617992" y="395256"/>
                </a:lnTo>
                <a:lnTo>
                  <a:pt x="1624763" y="390801"/>
                </a:lnTo>
                <a:lnTo>
                  <a:pt x="1631534" y="386294"/>
                </a:lnTo>
                <a:lnTo>
                  <a:pt x="1638305" y="381737"/>
                </a:lnTo>
                <a:lnTo>
                  <a:pt x="1645076" y="377128"/>
                </a:lnTo>
                <a:lnTo>
                  <a:pt x="1651847" y="372470"/>
                </a:lnTo>
                <a:lnTo>
                  <a:pt x="1658610" y="367759"/>
                </a:lnTo>
                <a:lnTo>
                  <a:pt x="1665381" y="362998"/>
                </a:lnTo>
                <a:lnTo>
                  <a:pt x="1672152" y="358186"/>
                </a:lnTo>
                <a:lnTo>
                  <a:pt x="1678923" y="353323"/>
                </a:lnTo>
                <a:lnTo>
                  <a:pt x="1685694" y="348410"/>
                </a:lnTo>
                <a:lnTo>
                  <a:pt x="1692465" y="343445"/>
                </a:lnTo>
                <a:lnTo>
                  <a:pt x="1699236" y="338430"/>
                </a:lnTo>
                <a:lnTo>
                  <a:pt x="1705999" y="333363"/>
                </a:lnTo>
                <a:lnTo>
                  <a:pt x="1712770" y="328245"/>
                </a:lnTo>
                <a:lnTo>
                  <a:pt x="1719541" y="323077"/>
                </a:lnTo>
                <a:lnTo>
                  <a:pt x="1726312" y="317858"/>
                </a:lnTo>
                <a:lnTo>
                  <a:pt x="1733083" y="312588"/>
                </a:lnTo>
                <a:lnTo>
                  <a:pt x="1739854" y="307267"/>
                </a:lnTo>
                <a:lnTo>
                  <a:pt x="1746625" y="301895"/>
                </a:lnTo>
                <a:lnTo>
                  <a:pt x="1753388" y="296472"/>
                </a:lnTo>
                <a:lnTo>
                  <a:pt x="1760159" y="290998"/>
                </a:lnTo>
                <a:lnTo>
                  <a:pt x="1766930" y="285473"/>
                </a:lnTo>
                <a:lnTo>
                  <a:pt x="1773701" y="279898"/>
                </a:lnTo>
                <a:lnTo>
                  <a:pt x="1780472" y="274272"/>
                </a:lnTo>
                <a:lnTo>
                  <a:pt x="1787243" y="268594"/>
                </a:lnTo>
                <a:lnTo>
                  <a:pt x="1794013" y="262865"/>
                </a:lnTo>
                <a:lnTo>
                  <a:pt x="1800777" y="257086"/>
                </a:lnTo>
                <a:lnTo>
                  <a:pt x="1807548" y="251256"/>
                </a:lnTo>
                <a:lnTo>
                  <a:pt x="1814319" y="245375"/>
                </a:lnTo>
                <a:lnTo>
                  <a:pt x="1821090" y="239443"/>
                </a:lnTo>
                <a:lnTo>
                  <a:pt x="1827861" y="233461"/>
                </a:lnTo>
                <a:lnTo>
                  <a:pt x="1834631" y="227427"/>
                </a:lnTo>
                <a:lnTo>
                  <a:pt x="1841402" y="221342"/>
                </a:lnTo>
                <a:lnTo>
                  <a:pt x="1848166" y="215206"/>
                </a:lnTo>
                <a:lnTo>
                  <a:pt x="1854937" y="209019"/>
                </a:lnTo>
                <a:lnTo>
                  <a:pt x="1861708" y="202782"/>
                </a:lnTo>
                <a:lnTo>
                  <a:pt x="1868478" y="196494"/>
                </a:lnTo>
                <a:lnTo>
                  <a:pt x="1875250" y="190155"/>
                </a:lnTo>
                <a:lnTo>
                  <a:pt x="1882020" y="183764"/>
                </a:lnTo>
                <a:lnTo>
                  <a:pt x="1888791" y="177323"/>
                </a:lnTo>
                <a:lnTo>
                  <a:pt x="1895555" y="170831"/>
                </a:lnTo>
                <a:lnTo>
                  <a:pt x="1902325" y="164288"/>
                </a:lnTo>
                <a:lnTo>
                  <a:pt x="1909097" y="157694"/>
                </a:lnTo>
                <a:lnTo>
                  <a:pt x="1915867" y="151050"/>
                </a:lnTo>
                <a:lnTo>
                  <a:pt x="1922638" y="144354"/>
                </a:lnTo>
                <a:lnTo>
                  <a:pt x="1929409" y="137608"/>
                </a:lnTo>
                <a:lnTo>
                  <a:pt x="1936180" y="130810"/>
                </a:lnTo>
                <a:lnTo>
                  <a:pt x="1942944" y="123962"/>
                </a:lnTo>
                <a:lnTo>
                  <a:pt x="1949714" y="117062"/>
                </a:lnTo>
                <a:lnTo>
                  <a:pt x="1956485" y="110112"/>
                </a:lnTo>
                <a:lnTo>
                  <a:pt x="1963256" y="103111"/>
                </a:lnTo>
                <a:lnTo>
                  <a:pt x="1970027" y="96059"/>
                </a:lnTo>
                <a:lnTo>
                  <a:pt x="1976798" y="88956"/>
                </a:lnTo>
                <a:lnTo>
                  <a:pt x="1983569" y="81803"/>
                </a:lnTo>
                <a:lnTo>
                  <a:pt x="1990332" y="74597"/>
                </a:lnTo>
                <a:lnTo>
                  <a:pt x="1997103" y="67342"/>
                </a:lnTo>
                <a:lnTo>
                  <a:pt x="2003874" y="60035"/>
                </a:lnTo>
                <a:lnTo>
                  <a:pt x="2010645" y="52678"/>
                </a:lnTo>
                <a:lnTo>
                  <a:pt x="2017416" y="45269"/>
                </a:lnTo>
                <a:lnTo>
                  <a:pt x="2024187" y="37810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6609F6B9-F9B6-D0E8-3CFF-E8F9124E6F69}"/>
              </a:ext>
            </a:extLst>
          </p:cNvPr>
          <p:cNvSpPr/>
          <p:nvPr/>
        </p:nvSpPr>
        <p:spPr>
          <a:xfrm>
            <a:off x="5366822" y="3955475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B344A1-F2C1-6435-860C-DE4028F473EF}"/>
                  </a:ext>
                </a:extLst>
              </p:cNvPr>
              <p:cNvSpPr txBox="1"/>
              <p:nvPr/>
            </p:nvSpPr>
            <p:spPr bwMode="gray">
              <a:xfrm>
                <a:off x="870294" y="2720324"/>
                <a:ext cx="1224135" cy="355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B344A1-F2C1-6435-860C-DE4028F47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70294" y="2720324"/>
                <a:ext cx="1224135" cy="35548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0A052D-11F9-A981-7F28-F9605ED24B73}"/>
                  </a:ext>
                </a:extLst>
              </p:cNvPr>
              <p:cNvSpPr txBox="1"/>
              <p:nvPr/>
            </p:nvSpPr>
            <p:spPr bwMode="gray">
              <a:xfrm>
                <a:off x="2660955" y="1959107"/>
                <a:ext cx="2641249" cy="61151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0A052D-11F9-A981-7F28-F9605ED24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60955" y="1959107"/>
                <a:ext cx="2641249" cy="611514"/>
              </a:xfrm>
              <a:prstGeom prst="rect">
                <a:avLst/>
              </a:prstGeom>
              <a:blipFill>
                <a:blip r:embed="rId12"/>
                <a:stretch>
                  <a:fillRect t="-84314" b="-1352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983746-5ECE-56DB-2AFA-94CDCAA45CD8}"/>
                  </a:ext>
                </a:extLst>
              </p:cNvPr>
              <p:cNvSpPr txBox="1"/>
              <p:nvPr/>
            </p:nvSpPr>
            <p:spPr bwMode="gray">
              <a:xfrm>
                <a:off x="3267629" y="2720324"/>
                <a:ext cx="1224135" cy="355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983746-5ECE-56DB-2AFA-94CDCAA45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67629" y="2720324"/>
                <a:ext cx="1224135" cy="35548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AC2C7-EFF9-DF10-8504-D290882F3B4D}"/>
                  </a:ext>
                </a:extLst>
              </p:cNvPr>
              <p:cNvSpPr txBox="1"/>
              <p:nvPr/>
            </p:nvSpPr>
            <p:spPr bwMode="gray">
              <a:xfrm>
                <a:off x="5664963" y="2782649"/>
                <a:ext cx="1224135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AC2C7-EFF9-DF10-8504-D290882F3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64963" y="2782649"/>
                <a:ext cx="1224135" cy="2308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7" name="Straight Arrow Connector 296">
            <a:extLst>
              <a:ext uri="{FF2B5EF4-FFF2-40B4-BE49-F238E27FC236}">
                <a16:creationId xmlns:a16="http://schemas.microsoft.com/office/drawing/2014/main" id="{D4F43FA0-1F79-B672-8B18-4C871D767691}"/>
              </a:ext>
            </a:extLst>
          </p:cNvPr>
          <p:cNvCxnSpPr>
            <a:cxnSpLocks/>
            <a:stCxn id="9" idx="3"/>
            <a:endCxn id="285" idx="153"/>
          </p:cNvCxnSpPr>
          <p:nvPr/>
        </p:nvCxnSpPr>
        <p:spPr bwMode="gray">
          <a:xfrm flipV="1">
            <a:off x="6297685" y="3999187"/>
            <a:ext cx="104921" cy="95682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310F5569-C498-5A56-4DDA-E9FF069F1886}"/>
              </a:ext>
            </a:extLst>
          </p:cNvPr>
          <p:cNvCxnSpPr>
            <a:cxnSpLocks/>
            <a:stCxn id="9" idx="0"/>
            <a:endCxn id="201" idx="150"/>
          </p:cNvCxnSpPr>
          <p:nvPr/>
        </p:nvCxnSpPr>
        <p:spPr bwMode="gray">
          <a:xfrm flipV="1">
            <a:off x="3981581" y="3960339"/>
            <a:ext cx="3386" cy="84557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6877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8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9" grpId="0"/>
      <p:bldP spid="11" grpId="0" animBg="1"/>
      <p:bldP spid="12" grpId="0" animBg="1"/>
      <p:bldP spid="14" grpId="0" animBg="1"/>
      <p:bldP spid="15" grpId="0"/>
      <p:bldP spid="22" grpId="0"/>
      <p:bldP spid="23" grpId="0" animBg="1"/>
      <p:bldP spid="33" grpId="0"/>
      <p:bldP spid="34" grpId="0" animBg="1"/>
      <p:bldP spid="113" grpId="0" animBg="1"/>
      <p:bldP spid="114" grpId="0" animBg="1"/>
      <p:bldP spid="115" grpId="0" animBg="1"/>
      <p:bldP spid="199" grpId="0" animBg="1"/>
      <p:bldP spid="200" grpId="0" animBg="1"/>
      <p:bldP spid="201" grpId="0" animBg="1"/>
      <p:bldP spid="285" grpId="0" animBg="1"/>
      <p:bldP spid="286" grpId="0" animBg="1"/>
      <p:bldP spid="287" grpId="0" animBg="1"/>
      <p:bldP spid="21" grpId="0"/>
      <p:bldP spid="24" grpId="0" animBg="1"/>
      <p:bldP spid="25" grpId="0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8762-B6B1-5F0C-9188-F783B7C2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76F0D2E-C2AF-F56B-549A-69EA4066FDC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665917" cy="3132113"/>
              </a:xfrm>
            </p:spPr>
            <p:txBody>
              <a:bodyPr/>
              <a:lstStyle/>
              <a:p>
                <a:r>
                  <a:rPr lang="en-DE" b="1" dirty="0"/>
                  <a:t>Assumption</a:t>
                </a:r>
                <a:r>
                  <a:rPr lang="en-DE" dirty="0"/>
                  <a:t>: Since we are only interested in the marginals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we will assume</a:t>
                </a:r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r>
                  <a:rPr lang="en-US" sz="1200" dirty="0"/>
                  <a:t>For our factor graph model, we have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DE" sz="1200" dirty="0"/>
              </a:p>
              <a:p>
                <a:r>
                  <a:rPr lang="en-DE" dirty="0"/>
                  <a:t>In this case the ELBO function becomes a sum of two terms</a:t>
                </a:r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marL="268287" lvl="1" indent="0">
                  <a:buNone/>
                </a:pPr>
                <a:r>
                  <a:rPr lang="en-DE" sz="1200" dirty="0"/>
                  <a:t>	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76F0D2E-C2AF-F56B-549A-69EA4066FD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665917" cy="3132113"/>
              </a:xfrm>
              <a:blipFill>
                <a:blip r:embed="rId2"/>
                <a:stretch>
                  <a:fillRect t="-40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8B92C87-B53E-8160-BC1A-BAF3ED57B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ELBO for Factorizing Distributions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4C437D-273F-4AC6-4AAD-666312AFDDBC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8A2531C-588C-D667-89AF-2215AD744298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8A2531C-588C-D667-89AF-2215AD7442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D40F46-A0D1-A0A6-2751-6B568B23FDC9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D4C6369-9F8C-EF3A-A91E-5090DD126413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D4C6369-9F8C-EF3A-A91E-5090DD1264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05647A-3A2A-622C-8625-5552B3E53C47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02A0EF-5BEC-3524-C0C8-4DF340E434C1}"/>
                  </a:ext>
                </a:extLst>
              </p:cNvPr>
              <p:cNvSpPr txBox="1"/>
              <p:nvPr/>
            </p:nvSpPr>
            <p:spPr bwMode="gray">
              <a:xfrm>
                <a:off x="1949248" y="1624568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02A0EF-5BEC-3524-C0C8-4DF340E43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49248" y="1624568"/>
                <a:ext cx="3456384" cy="596445"/>
              </a:xfrm>
              <a:prstGeom prst="rect">
                <a:avLst/>
              </a:prstGeom>
              <a:blipFill>
                <a:blip r:embed="rId5"/>
                <a:stretch>
                  <a:fillRect t="-91667" b="-1458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221AF1-95ED-8C36-4E77-6EC0C8B54805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F30A6B-63DD-BACB-83F0-D5FA3C0D8C31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F30A6B-63DD-BACB-83F0-D5FA3C0D8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23BE1A-694B-0F36-1A43-A645FF449BC6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5FAB623-F9FC-F1E4-A1FE-84CEB4E65E03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5FAB623-F9FC-F1E4-A1FE-84CEB4E65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47AD35A-B5CA-FE2C-B3AF-FA4CFA75780C}"/>
                  </a:ext>
                </a:extLst>
              </p:cNvPr>
              <p:cNvSpPr txBox="1"/>
              <p:nvPr/>
            </p:nvSpPr>
            <p:spPr bwMode="gray">
              <a:xfrm>
                <a:off x="847680" y="2869902"/>
                <a:ext cx="4683298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47AD35A-B5CA-FE2C-B3AF-FA4CFA757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7680" y="2869902"/>
                <a:ext cx="4683298" cy="576696"/>
              </a:xfrm>
              <a:prstGeom prst="rect">
                <a:avLst/>
              </a:prstGeom>
              <a:blipFill>
                <a:blip r:embed="rId8"/>
                <a:stretch>
                  <a:fillRect t="-123913" b="-17391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218032-2D85-5E2E-DCAB-B98478AB7678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218032-2D85-5E2E-DCAB-B98478AB7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7E123EA-4BC1-5B99-ABD3-3F074CC5E899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11558" y="1721318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F3B0DEE-F3F5-20A6-205E-07576BECB83B}"/>
                  </a:ext>
                </a:extLst>
              </p:cNvPr>
              <p:cNvSpPr txBox="1"/>
              <p:nvPr/>
            </p:nvSpPr>
            <p:spPr bwMode="gray">
              <a:xfrm rot="2404537">
                <a:off x="7344628" y="1787471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F3B0DEE-F3F5-20A6-205E-07576BECB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344628" y="1787471"/>
                <a:ext cx="465387" cy="2058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37A2DC-2BE3-8CF6-50C5-DB8F74B7BB44}"/>
              </a:ext>
            </a:extLst>
          </p:cNvPr>
          <p:cNvCxnSpPr>
            <a:cxnSpLocks/>
          </p:cNvCxnSpPr>
          <p:nvPr/>
        </p:nvCxnSpPr>
        <p:spPr bwMode="gray">
          <a:xfrm flipV="1">
            <a:off x="8129779" y="1736952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EB1FB1-74EF-0878-0BD4-72578DE389A1}"/>
                  </a:ext>
                </a:extLst>
              </p:cNvPr>
              <p:cNvSpPr txBox="1"/>
              <p:nvPr/>
            </p:nvSpPr>
            <p:spPr bwMode="gray">
              <a:xfrm rot="19347779">
                <a:off x="8144472" y="176342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EB1FB1-74EF-0878-0BD4-72578DE38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8144472" y="1763426"/>
                <a:ext cx="465387" cy="20581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1F660D-2E7F-9CC2-C4D0-BE92167F5677}"/>
                  </a:ext>
                </a:extLst>
              </p:cNvPr>
              <p:cNvSpPr txBox="1"/>
              <p:nvPr/>
            </p:nvSpPr>
            <p:spPr bwMode="gray">
              <a:xfrm>
                <a:off x="2622012" y="3385134"/>
                <a:ext cx="3138334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nary>
                                            <m:naryPr>
                                              <m:chr m:val="∏"/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naryPr>
                                            <m:sub>
                                              <m:r>
                                                <m:rPr>
                                                  <m:brk m:alnAt="23"/>
                                                </m:r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=1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p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</m:nary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1F660D-2E7F-9CC2-C4D0-BE92167F5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22012" y="3385134"/>
                <a:ext cx="3138334" cy="614079"/>
              </a:xfrm>
              <a:prstGeom prst="rect">
                <a:avLst/>
              </a:prstGeom>
              <a:blipFill>
                <a:blip r:embed="rId12"/>
                <a:stretch>
                  <a:fillRect l="-8468" t="-110204" b="-16530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554EE1-C3A2-31D0-8603-1DFC3B3484F1}"/>
                  </a:ext>
                </a:extLst>
              </p:cNvPr>
              <p:cNvSpPr txBox="1"/>
              <p:nvPr/>
            </p:nvSpPr>
            <p:spPr bwMode="gray">
              <a:xfrm>
                <a:off x="2733897" y="3937749"/>
                <a:ext cx="4512993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554EE1-C3A2-31D0-8603-1DFC3B348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3897" y="3937749"/>
                <a:ext cx="4512993" cy="614079"/>
              </a:xfrm>
              <a:prstGeom prst="rect">
                <a:avLst/>
              </a:prstGeom>
              <a:blipFill>
                <a:blip r:embed="rId13"/>
                <a:stretch>
                  <a:fillRect l="-8427" t="-110204" b="-16326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33429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5" grpId="0"/>
      <p:bldP spid="17" grpId="0"/>
      <p:bldP spid="26" grpId="0"/>
      <p:bldP spid="28" grpId="0"/>
      <p:bldP spid="9" grpId="0"/>
      <p:bldP spid="11" grpId="0"/>
      <p:bldP spid="13" grpId="0"/>
      <p:bldP spid="14" grpId="0"/>
      <p:bldP spid="1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ED6FF-9B29-9704-4BFC-4AEB66A5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2483A49-2B40-3F49-E909-E197CFF8DCF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04119" cy="3132113"/>
              </a:xfrm>
            </p:spPr>
            <p:txBody>
              <a:bodyPr/>
              <a:lstStyle/>
              <a:p>
                <a:r>
                  <a:rPr lang="en-DE" b="1" dirty="0"/>
                  <a:t>Idea</a:t>
                </a:r>
                <a:r>
                  <a:rPr lang="en-DE" dirty="0"/>
                  <a:t>: Assuming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is unknown, we derive the maximizer of ELBO. </a:t>
                </a:r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r>
                  <a:rPr lang="en-DE" dirty="0"/>
                  <a:t>Thus, the ELBO maximiser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must fulfill the stationary condition: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2483A49-2B40-3F49-E909-E197CFF8D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04119" cy="3132113"/>
              </a:xfrm>
              <a:blipFill>
                <a:blip r:embed="rId3"/>
                <a:stretch>
                  <a:fillRect t="-403" b="-5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59CDEF5-CF7B-A994-0562-FCB1B649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Maximizing ELBO for Factorizing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2BA379-3BAF-5D15-E741-6B80432D991D}"/>
                  </a:ext>
                </a:extLst>
              </p:cNvPr>
              <p:cNvSpPr txBox="1"/>
              <p:nvPr/>
            </p:nvSpPr>
            <p:spPr bwMode="gray">
              <a:xfrm>
                <a:off x="2349483" y="4454761"/>
                <a:ext cx="3138334" cy="4147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2BA379-3BAF-5D15-E741-6B80432D9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49483" y="4454761"/>
                <a:ext cx="3138334" cy="4147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CBA718-C887-0D94-301D-0093355A498A}"/>
                  </a:ext>
                </a:extLst>
              </p:cNvPr>
              <p:cNvSpPr txBox="1"/>
              <p:nvPr/>
            </p:nvSpPr>
            <p:spPr bwMode="gray">
              <a:xfrm>
                <a:off x="-41922" y="1521076"/>
                <a:ext cx="5915250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CBA718-C887-0D94-301D-0093355A4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-41922" y="1521076"/>
                <a:ext cx="5915250" cy="614079"/>
              </a:xfrm>
              <a:prstGeom prst="rect">
                <a:avLst/>
              </a:prstGeom>
              <a:blipFill>
                <a:blip r:embed="rId5"/>
                <a:stretch>
                  <a:fillRect t="-112500" b="-16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DB233F-BE97-D76C-79BF-059F8A2A1129}"/>
                  </a:ext>
                </a:extLst>
              </p:cNvPr>
              <p:cNvSpPr txBox="1"/>
              <p:nvPr/>
            </p:nvSpPr>
            <p:spPr bwMode="gray">
              <a:xfrm>
                <a:off x="6731985" y="1265560"/>
                <a:ext cx="2528766" cy="5298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DB233F-BE97-D76C-79BF-059F8A2A1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31985" y="1265560"/>
                <a:ext cx="2528766" cy="529825"/>
              </a:xfrm>
              <a:prstGeom prst="rect">
                <a:avLst/>
              </a:prstGeom>
              <a:blipFill>
                <a:blip r:embed="rId6"/>
                <a:stretch>
                  <a:fillRect t="-83721" b="-1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E69ADFE-A67E-2B7A-9FF7-9E35CCF2B0BB}"/>
                  </a:ext>
                </a:extLst>
              </p:cNvPr>
              <p:cNvSpPr txBox="1"/>
              <p:nvPr/>
            </p:nvSpPr>
            <p:spPr bwMode="gray">
              <a:xfrm>
                <a:off x="927992" y="2071396"/>
                <a:ext cx="6787486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∏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23"/>
                                            </m:r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nary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func>
                                    <m:func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 i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const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E69ADFE-A67E-2B7A-9FF7-9E35CCF2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27992" y="2071396"/>
                <a:ext cx="6787486" cy="686855"/>
              </a:xfrm>
              <a:prstGeom prst="rect">
                <a:avLst/>
              </a:prstGeom>
              <a:blipFill>
                <a:blip r:embed="rId7"/>
                <a:stretch>
                  <a:fillRect l="-933" t="-94444" b="-1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31798A6-6BF0-DF18-5F51-A5ADA65A9252}"/>
              </a:ext>
            </a:extLst>
          </p:cNvPr>
          <p:cNvCxnSpPr>
            <a:cxnSpLocks/>
            <a:stCxn id="24" idx="1"/>
            <a:endCxn id="27" idx="3"/>
          </p:cNvCxnSpPr>
          <p:nvPr/>
        </p:nvCxnSpPr>
        <p:spPr bwMode="gray">
          <a:xfrm flipH="1" flipV="1">
            <a:off x="7362894" y="2430762"/>
            <a:ext cx="260126" cy="367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1EE769-5F14-0F5C-9F6E-F1CAAD0C0DEB}"/>
                  </a:ext>
                </a:extLst>
              </p:cNvPr>
              <p:cNvSpPr txBox="1"/>
              <p:nvPr/>
            </p:nvSpPr>
            <p:spPr bwMode="gray">
              <a:xfrm>
                <a:off x="7623020" y="2317366"/>
                <a:ext cx="1471130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80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8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1EE769-5F14-0F5C-9F6E-F1CAAD0C0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23020" y="2317366"/>
                <a:ext cx="1471130" cy="300197"/>
              </a:xfrm>
              <a:prstGeom prst="rect">
                <a:avLst/>
              </a:prstGeom>
              <a:blipFill>
                <a:blip r:embed="rId8"/>
                <a:stretch>
                  <a:fillRect l="-15385" t="-162500" b="-24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D887FE8-3E5D-CA0F-AAE3-DB08DA2AF607}"/>
              </a:ext>
            </a:extLst>
          </p:cNvPr>
          <p:cNvSpPr/>
          <p:nvPr/>
        </p:nvSpPr>
        <p:spPr bwMode="gray">
          <a:xfrm>
            <a:off x="6800389" y="2322749"/>
            <a:ext cx="562505" cy="2160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E6F9082-C74B-4D1F-E622-E37BC9138EAA}"/>
              </a:ext>
            </a:extLst>
          </p:cNvPr>
          <p:cNvSpPr/>
          <p:nvPr/>
        </p:nvSpPr>
        <p:spPr bwMode="gray">
          <a:xfrm>
            <a:off x="4953436" y="2201694"/>
            <a:ext cx="2409457" cy="434895"/>
          </a:xfrm>
          <a:prstGeom prst="round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AE006DE-DE8C-D582-84C9-597737D0EEDC}"/>
              </a:ext>
            </a:extLst>
          </p:cNvPr>
          <p:cNvSpPr/>
          <p:nvPr/>
        </p:nvSpPr>
        <p:spPr bwMode="gray">
          <a:xfrm>
            <a:off x="3811320" y="1573856"/>
            <a:ext cx="1868838" cy="513288"/>
          </a:xfrm>
          <a:prstGeom prst="round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07D93E2-CE46-E078-A97D-0A9B03EB3D7D}"/>
              </a:ext>
            </a:extLst>
          </p:cNvPr>
          <p:cNvCxnSpPr>
            <a:cxnSpLocks/>
            <a:stCxn id="41" idx="1"/>
            <a:endCxn id="42" idx="3"/>
          </p:cNvCxnSpPr>
          <p:nvPr/>
        </p:nvCxnSpPr>
        <p:spPr bwMode="gray">
          <a:xfrm flipH="1" flipV="1">
            <a:off x="4515120" y="2428617"/>
            <a:ext cx="281722" cy="66994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44B56-FA3E-0890-4B35-A26813CF1FED}"/>
                  </a:ext>
                </a:extLst>
              </p:cNvPr>
              <p:cNvSpPr txBox="1"/>
              <p:nvPr/>
            </p:nvSpPr>
            <p:spPr bwMode="gray">
              <a:xfrm>
                <a:off x="4796842" y="2888549"/>
                <a:ext cx="1560068" cy="4200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5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where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with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are integrated out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44B56-FA3E-0890-4B35-A26813CF1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96842" y="2888549"/>
                <a:ext cx="1560068" cy="420022"/>
              </a:xfrm>
              <a:prstGeom prst="rect">
                <a:avLst/>
              </a:prstGeom>
              <a:blipFill>
                <a:blip r:embed="rId9"/>
                <a:stretch>
                  <a:fillRect r="-1613" b="-882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E40BEE8-AA3B-12F8-CC9E-BCC1BEC8157D}"/>
              </a:ext>
            </a:extLst>
          </p:cNvPr>
          <p:cNvSpPr/>
          <p:nvPr/>
        </p:nvSpPr>
        <p:spPr bwMode="gray">
          <a:xfrm>
            <a:off x="2295406" y="2098982"/>
            <a:ext cx="2219714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5E0B7A2-66D6-7CF9-1F28-5D282A207B98}"/>
                  </a:ext>
                </a:extLst>
              </p:cNvPr>
              <p:cNvSpPr txBox="1"/>
              <p:nvPr/>
            </p:nvSpPr>
            <p:spPr bwMode="gray">
              <a:xfrm>
                <a:off x="1195116" y="2824790"/>
                <a:ext cx="3483054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func>
                                        <m:func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𝐸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const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5E0B7A2-66D6-7CF9-1F28-5D282A207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95116" y="2824790"/>
                <a:ext cx="3483054" cy="686855"/>
              </a:xfrm>
              <a:prstGeom prst="rect">
                <a:avLst/>
              </a:prstGeom>
              <a:blipFill>
                <a:blip r:embed="rId10"/>
                <a:stretch>
                  <a:fillRect l="-3636" t="-92727" b="-14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2416DDC-7B92-E01D-B7E2-77D052565B1B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 bwMode="gray">
          <a:xfrm flipH="1" flipV="1">
            <a:off x="3918650" y="3199890"/>
            <a:ext cx="556569" cy="55832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6CE84B5-FB17-79C6-46E4-EDC28B9B29BA}"/>
                  </a:ext>
                </a:extLst>
              </p:cNvPr>
              <p:cNvSpPr txBox="1"/>
              <p:nvPr/>
            </p:nvSpPr>
            <p:spPr bwMode="gray">
              <a:xfrm>
                <a:off x="4475219" y="3511645"/>
                <a:ext cx="2565993" cy="4931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5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05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exp</m:t>
                        </m:r>
                        <m:d>
                          <m:dPr>
                            <m:ctrlP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</m:e>
                        </m:d>
                        <m: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with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:r>
                  <a:rPr lang="en-US" sz="1050" dirty="0">
                    <a:solidFill>
                      <a:srgbClr val="C00000"/>
                    </a:solidFill>
                  </a:rPr>
                  <a:t> equality if and only if </a:t>
                </a:r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∝</m:t>
                    </m:r>
                    <m:r>
                      <m:rPr>
                        <m:nor/>
                      </m:rPr>
                      <a:rPr lang="en-US" sz="105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d>
                      <m:dPr>
                        <m:ctrlP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6CE84B5-FB17-79C6-46E4-EDC28B9B2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75219" y="3511645"/>
                <a:ext cx="2565993" cy="493139"/>
              </a:xfrm>
              <a:prstGeom prst="rect">
                <a:avLst/>
              </a:prstGeom>
              <a:blipFill>
                <a:blip r:embed="rId11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59A3C466-3447-388E-2182-52B0D07ED552}"/>
              </a:ext>
            </a:extLst>
          </p:cNvPr>
          <p:cNvSpPr/>
          <p:nvPr/>
        </p:nvSpPr>
        <p:spPr bwMode="gray">
          <a:xfrm>
            <a:off x="1698936" y="2870255"/>
            <a:ext cx="2219714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74D8278-9124-C608-811D-AC7A90DCE6B2}"/>
              </a:ext>
            </a:extLst>
          </p:cNvPr>
          <p:cNvCxnSpPr>
            <a:cxnSpLocks/>
            <a:stCxn id="60" idx="1"/>
            <a:endCxn id="61" idx="3"/>
          </p:cNvCxnSpPr>
          <p:nvPr/>
        </p:nvCxnSpPr>
        <p:spPr bwMode="gray">
          <a:xfrm flipH="1" flipV="1">
            <a:off x="4678170" y="4672642"/>
            <a:ext cx="730871" cy="11239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74E662E-E59E-DC6F-21CE-57773DB3F019}"/>
                  </a:ext>
                </a:extLst>
              </p:cNvPr>
              <p:cNvSpPr txBox="1"/>
              <p:nvPr/>
            </p:nvSpPr>
            <p:spPr bwMode="gray">
              <a:xfrm>
                <a:off x="5409041" y="4538465"/>
                <a:ext cx="3135649" cy="4931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050" dirty="0">
                    <a:solidFill>
                      <a:srgbClr val="C00000"/>
                    </a:solidFill>
                  </a:rPr>
                  <a:t>Note that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requires all other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so these 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:r>
                  <a:rPr lang="en-US" sz="1050" dirty="0">
                    <a:solidFill>
                      <a:srgbClr val="C00000"/>
                    </a:solidFill>
                  </a:rPr>
                  <a:t>are </a:t>
                </a:r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coupled conditions for the ELBO maximiser! 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74E662E-E59E-DC6F-21CE-57773DB3F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09041" y="4538465"/>
                <a:ext cx="3135649" cy="493139"/>
              </a:xfrm>
              <a:prstGeom prst="rect">
                <a:avLst/>
              </a:prstGeom>
              <a:blipFill>
                <a:blip r:embed="rId12"/>
                <a:stretch>
                  <a:fillRect l="-2419" r="-2823" b="-512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BFF7D3D1-9C03-6311-4298-59C156A77E1A}"/>
              </a:ext>
            </a:extLst>
          </p:cNvPr>
          <p:cNvSpPr/>
          <p:nvPr/>
        </p:nvSpPr>
        <p:spPr bwMode="gray">
          <a:xfrm>
            <a:off x="4156904" y="4539308"/>
            <a:ext cx="521266" cy="26666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47ACD0-E247-4C20-036B-1EF658DFB23D}"/>
              </a:ext>
            </a:extLst>
          </p:cNvPr>
          <p:cNvCxnSpPr>
            <a:cxnSpLocks/>
            <a:stCxn id="67" idx="0"/>
            <a:endCxn id="68" idx="2"/>
          </p:cNvCxnSpPr>
          <p:nvPr/>
        </p:nvCxnSpPr>
        <p:spPr bwMode="gray">
          <a:xfrm flipV="1">
            <a:off x="8597844" y="1803741"/>
            <a:ext cx="0" cy="2323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E5C3812-0493-24AA-3287-E1D9AD9E700B}"/>
              </a:ext>
            </a:extLst>
          </p:cNvPr>
          <p:cNvSpPr txBox="1"/>
          <p:nvPr/>
        </p:nvSpPr>
        <p:spPr bwMode="gray">
          <a:xfrm>
            <a:off x="8362994" y="2036123"/>
            <a:ext cx="469700" cy="16261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const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AB2CE28-B4F8-2803-D41C-F9B3A09F70E6}"/>
              </a:ext>
            </a:extLst>
          </p:cNvPr>
          <p:cNvSpPr/>
          <p:nvPr/>
        </p:nvSpPr>
        <p:spPr bwMode="gray">
          <a:xfrm>
            <a:off x="8295993" y="1305051"/>
            <a:ext cx="603702" cy="49869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9605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19" grpId="0"/>
      <p:bldP spid="20" grpId="0"/>
      <p:bldP spid="24" grpId="0"/>
      <p:bldP spid="27" grpId="0" animBg="1"/>
      <p:bldP spid="38" grpId="0" animBg="1"/>
      <p:bldP spid="39" grpId="0" animBg="1"/>
      <p:bldP spid="41" grpId="0"/>
      <p:bldP spid="42" grpId="0" animBg="1"/>
      <p:bldP spid="48" grpId="0"/>
      <p:bldP spid="50" grpId="0"/>
      <p:bldP spid="51" grpId="0" animBg="1"/>
      <p:bldP spid="60" grpId="0"/>
      <p:bldP spid="61" grpId="0" animBg="1"/>
      <p:bldP spid="67" grpId="0"/>
      <p:bldP spid="6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0D4D-220A-ADC3-9C17-30B6F112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394DBE8-1B3F-713F-DD78-1F886DD1E1A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363" y="1137375"/>
                <a:ext cx="7004119" cy="3898124"/>
              </a:xfrm>
            </p:spPr>
            <p:txBody>
              <a:bodyPr/>
              <a:lstStyle/>
              <a:p>
                <a:r>
                  <a:rPr lang="en-DE" dirty="0"/>
                  <a:t>Consider a single factor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dirty="0"/>
                  <a:t>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dirty="0"/>
                  <a:t> non-observed variables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DE" dirty="0"/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b="1" dirty="0"/>
                  <a:t>Assumption 1</a:t>
                </a:r>
                <a:r>
                  <a:rPr lang="en-DE" sz="1200" dirty="0"/>
                  <a:t>: All incoming messages from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are in the exponential family parameterized by the sufficient statistic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b="1" dirty="0"/>
                  <a:t> </a:t>
                </a:r>
              </a:p>
              <a:p>
                <a:endParaRPr lang="en-DE" sz="1200" b="1" dirty="0"/>
              </a:p>
              <a:p>
                <a:endParaRPr lang="en-DE" sz="1200" b="1" dirty="0"/>
              </a:p>
              <a:p>
                <a:r>
                  <a:rPr lang="en-DE" sz="1200" b="1" dirty="0"/>
                  <a:t>Assumption 2</a:t>
                </a:r>
                <a:r>
                  <a:rPr lang="en-DE" sz="1200" dirty="0"/>
                  <a:t>: The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sz="1200" dirty="0"/>
                  <a:t> has the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sz="1200" dirty="0"/>
                  <a:t> properties that for all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sz="1200" dirty="0"/>
                  <a:t> </a:t>
                </a:r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dirty="0"/>
                  <a:t>Then, the variational approximation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of the 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is</a:t>
                </a:r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dirty="0"/>
                  <a:t>Dividing 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sz="1200" dirty="0"/>
                  <a:t>, the variational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1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is given by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394DBE8-1B3F-713F-DD78-1F886DD1E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363" y="1137375"/>
                <a:ext cx="7004119" cy="3898124"/>
              </a:xfrm>
              <a:blipFill>
                <a:blip r:embed="rId2"/>
                <a:stretch>
                  <a:fillRect t="-3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2F1079B-F909-BFDC-948C-704FA9F7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Variational Inference for Exponential Family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F20CFC-5530-E11B-6186-8F27A4F47BCB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EB3B0B9-E7B5-1965-06FC-75B2B4E1C1DA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35DD347-0031-AC25-6DCF-617045E1EFC2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86F11DF-5C54-BCAB-C5EC-80285F28D0E3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6A930C4-53EB-26F1-8681-E0B929F11A43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DDDA636-8FE4-F403-446B-05CAC64BEF67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3F26BA6-3555-1720-DD82-F7D2B242A6F0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3F26BA6-3555-1720-DD82-F7D2B242A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8040386-6D24-98DB-BC30-F3B9750ACCC4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75C704-E7A9-ED3E-B915-7517FFF1D5EA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FDAF5E1-657D-8C33-4C21-33C0E8752DEF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B8B0D5-F79B-10DA-A934-425770679A4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11558" y="1721318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6C9426-5206-19F1-23F2-D0A61190CF41}"/>
                  </a:ext>
                </a:extLst>
              </p:cNvPr>
              <p:cNvSpPr txBox="1"/>
              <p:nvPr/>
            </p:nvSpPr>
            <p:spPr bwMode="gray">
              <a:xfrm rot="2404537">
                <a:off x="7344628" y="1776835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6C9426-5206-19F1-23F2-D0A61190C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344628" y="1776835"/>
                <a:ext cx="465387" cy="20581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B906D77-88F0-2F86-579A-0180A440700A}"/>
              </a:ext>
            </a:extLst>
          </p:cNvPr>
          <p:cNvCxnSpPr>
            <a:cxnSpLocks/>
          </p:cNvCxnSpPr>
          <p:nvPr/>
        </p:nvCxnSpPr>
        <p:spPr bwMode="gray">
          <a:xfrm flipV="1">
            <a:off x="8129779" y="1736952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3FC4F5-93A2-E411-5FBE-131B4A3BA604}"/>
                  </a:ext>
                </a:extLst>
              </p:cNvPr>
              <p:cNvSpPr txBox="1"/>
              <p:nvPr/>
            </p:nvSpPr>
            <p:spPr bwMode="gray">
              <a:xfrm rot="19347779">
                <a:off x="8144472" y="1791778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3FC4F5-93A2-E411-5FBE-131B4A3BA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8144472" y="1791778"/>
                <a:ext cx="465387" cy="20581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094443-929B-7D44-CD7F-0108CA0F35FB}"/>
                  </a:ext>
                </a:extLst>
              </p:cNvPr>
              <p:cNvSpPr txBox="1"/>
              <p:nvPr/>
            </p:nvSpPr>
            <p:spPr bwMode="gray">
              <a:xfrm>
                <a:off x="2299642" y="1389870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094443-929B-7D44-CD7F-0108CA0F3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99642" y="1389870"/>
                <a:ext cx="3456384" cy="596445"/>
              </a:xfrm>
              <a:prstGeom prst="rect">
                <a:avLst/>
              </a:prstGeom>
              <a:blipFill>
                <a:blip r:embed="rId20"/>
                <a:stretch>
                  <a:fillRect t="-93750" b="-145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E0C947-207C-8609-6C42-05219AD2096A}"/>
                  </a:ext>
                </a:extLst>
              </p:cNvPr>
              <p:cNvSpPr txBox="1"/>
              <p:nvPr/>
            </p:nvSpPr>
            <p:spPr bwMode="gray">
              <a:xfrm>
                <a:off x="1864428" y="2466475"/>
                <a:ext cx="345638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E0C947-207C-8609-6C42-05219AD20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64428" y="2466475"/>
                <a:ext cx="3456384" cy="3687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4D675F2-DB71-0EF4-2898-CC0153E39027}"/>
                  </a:ext>
                </a:extLst>
              </p:cNvPr>
              <p:cNvSpPr txBox="1"/>
              <p:nvPr/>
            </p:nvSpPr>
            <p:spPr bwMode="gray">
              <a:xfrm>
                <a:off x="2315982" y="3246631"/>
                <a:ext cx="4126700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𝑶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4D675F2-DB71-0EF4-2898-CC0153E390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15982" y="3246631"/>
                <a:ext cx="4126700" cy="36875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B3F692B-8A1B-648A-51CB-37A8093BF0FE}"/>
                  </a:ext>
                </a:extLst>
              </p:cNvPr>
              <p:cNvSpPr txBox="1"/>
              <p:nvPr/>
            </p:nvSpPr>
            <p:spPr bwMode="gray">
              <a:xfrm>
                <a:off x="6026382" y="2517583"/>
                <a:ext cx="3131762" cy="612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05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∏"/>
                                          <m:ctrlP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105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105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05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05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05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05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nary>
                                    </m:e>
                                  </m:d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func>
                                    <m:funcPr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05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05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sz="105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  <m:t>∖</m:t>
                                      </m:r>
                                      <m:r>
                                        <a:rPr lang="en-US" sz="105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B3F692B-8A1B-648A-51CB-37A8093BF0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26382" y="2517583"/>
                <a:ext cx="3131762" cy="612540"/>
              </a:xfrm>
              <a:prstGeom prst="rect">
                <a:avLst/>
              </a:prstGeom>
              <a:blipFill>
                <a:blip r:embed="rId23"/>
                <a:stretch>
                  <a:fillRect t="-97959" b="-148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5F9E249-0CA3-C623-4B29-384A5F664304}"/>
                  </a:ext>
                </a:extLst>
              </p:cNvPr>
              <p:cNvSpPr txBox="1"/>
              <p:nvPr/>
            </p:nvSpPr>
            <p:spPr bwMode="gray">
              <a:xfrm>
                <a:off x="720365" y="4052901"/>
                <a:ext cx="7004119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sub>
                              </m:sSub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5F9E249-0CA3-C623-4B29-384A5F664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0365" y="4052901"/>
                <a:ext cx="7004119" cy="3687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745BD5-E598-9FF0-BA1F-FCBA72F8D504}"/>
                  </a:ext>
                </a:extLst>
              </p:cNvPr>
              <p:cNvSpPr txBox="1"/>
              <p:nvPr/>
            </p:nvSpPr>
            <p:spPr bwMode="gray">
              <a:xfrm>
                <a:off x="1239047" y="4769891"/>
                <a:ext cx="5996780" cy="27642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745BD5-E598-9FF0-BA1F-FCBA72F8D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39047" y="4769891"/>
                <a:ext cx="5996780" cy="27642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7060577-089A-3B19-BA69-74C9CC048E31}"/>
              </a:ext>
            </a:extLst>
          </p:cNvPr>
          <p:cNvCxnSpPr>
            <a:cxnSpLocks/>
            <a:stCxn id="32" idx="2"/>
          </p:cNvCxnSpPr>
          <p:nvPr/>
        </p:nvCxnSpPr>
        <p:spPr bwMode="gray">
          <a:xfrm flipH="1">
            <a:off x="5756026" y="3176185"/>
            <a:ext cx="1814961" cy="92814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E3521B2-8A8C-0B38-9813-5CFCDDC09414}"/>
              </a:ext>
            </a:extLst>
          </p:cNvPr>
          <p:cNvSpPr/>
          <p:nvPr/>
        </p:nvSpPr>
        <p:spPr bwMode="gray">
          <a:xfrm>
            <a:off x="6085001" y="2516916"/>
            <a:ext cx="2971971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15928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7" grpId="0"/>
      <p:bldP spid="26" grpId="0"/>
      <p:bldP spid="9" grpId="0"/>
      <p:bldP spid="11" grpId="0"/>
      <p:bldP spid="13" grpId="0"/>
      <p:bldP spid="19" grpId="0"/>
      <p:bldP spid="20" grpId="0"/>
      <p:bldP spid="21" grpId="0"/>
      <p:bldP spid="22" grpId="0"/>
      <p:bldP spid="27" grpId="0"/>
      <p:bldP spid="30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5DD6-529F-BA2F-F7E4-3BEFCC1E1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9DF8A77-0DB1-F15B-E1A0-0587E37B49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b="1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BD1497-E995-03FB-CB55-2B031C79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82630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EDD0FE8-64C0-8DAD-3A51-BEAD59EB1B1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693347"/>
                <a:ext cx="6974009" cy="3110428"/>
              </a:xfrm>
            </p:spPr>
            <p:txBody>
              <a:bodyPr/>
              <a:lstStyle/>
              <a:p>
                <a:r>
                  <a:rPr lang="en-US" dirty="0"/>
                  <a:t>The true</a:t>
                </a:r>
                <a:r>
                  <a:rPr lang="en-US" b="1" dirty="0"/>
                  <a:t> joint distribution</a:t>
                </a:r>
                <a:r>
                  <a:rPr lang="en-US" dirty="0"/>
                  <a:t> given this factor and the incoming messages is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r>
                  <a:rPr lang="en-US" sz="1200" dirty="0"/>
                  <a:t>Derived using the natural parameterization and collecting terms 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In the limit case of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200" dirty="0"/>
                  <a:t>, the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dirty="0"/>
                  <a:t> becomes the uniform-Normal and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EDD0FE8-64C0-8DAD-3A51-BEAD59EB1B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693347"/>
                <a:ext cx="6974009" cy="3110428"/>
              </a:xfrm>
              <a:blipFill>
                <a:blip r:embed="rId2"/>
                <a:stretch>
                  <a:fillRect t="-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C4F953E-52E4-6171-49C4-B6827B35D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Joint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400B4-302F-EF9E-F846-42933C3065C3}"/>
                  </a:ext>
                </a:extLst>
              </p:cNvPr>
              <p:cNvSpPr txBox="1"/>
              <p:nvPr/>
            </p:nvSpPr>
            <p:spPr bwMode="gray">
              <a:xfrm>
                <a:off x="491124" y="2148225"/>
                <a:ext cx="420561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400B4-302F-EF9E-F846-42933C306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1124" y="2148225"/>
                <a:ext cx="4205611" cy="25199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C66CC4-B88F-68DB-082F-AAD4163B59D4}"/>
                  </a:ext>
                </a:extLst>
              </p:cNvPr>
              <p:cNvSpPr txBox="1"/>
              <p:nvPr/>
            </p:nvSpPr>
            <p:spPr bwMode="gray">
              <a:xfrm>
                <a:off x="1266482" y="2448202"/>
                <a:ext cx="6773179" cy="105266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C66CC4-B88F-68DB-082F-AAD4163B5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66482" y="2448202"/>
                <a:ext cx="6773179" cy="1052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09A182B-1EA0-0509-B74A-B2B09BA87565}"/>
              </a:ext>
            </a:extLst>
          </p:cNvPr>
          <p:cNvCxnSpPr>
            <a:cxnSpLocks/>
            <a:stCxn id="24" idx="3"/>
            <a:endCxn id="25" idx="2"/>
          </p:cNvCxnSpPr>
          <p:nvPr/>
        </p:nvCxnSpPr>
        <p:spPr bwMode="gray">
          <a:xfrm flipV="1">
            <a:off x="2688207" y="3440723"/>
            <a:ext cx="743386" cy="36808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C0AB576-BA0E-6237-20CE-7581DA61FC41}"/>
              </a:ext>
            </a:extLst>
          </p:cNvPr>
          <p:cNvSpPr txBox="1"/>
          <p:nvPr/>
        </p:nvSpPr>
        <p:spPr bwMode="gray">
          <a:xfrm>
            <a:off x="1025769" y="3598798"/>
            <a:ext cx="1662438" cy="4200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Weighted average of the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means with weights proportional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the variance ratios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B09AE2E-CFB9-2B81-ED58-A4219E374A4E}"/>
              </a:ext>
            </a:extLst>
          </p:cNvPr>
          <p:cNvSpPr/>
          <p:nvPr/>
        </p:nvSpPr>
        <p:spPr bwMode="gray">
          <a:xfrm>
            <a:off x="2166451" y="2525467"/>
            <a:ext cx="2530283" cy="91525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0D22B9F-1E6A-2C69-B810-1D96D737FBF5}"/>
              </a:ext>
            </a:extLst>
          </p:cNvPr>
          <p:cNvCxnSpPr>
            <a:cxnSpLocks/>
            <a:stCxn id="32" idx="3"/>
            <a:endCxn id="33" idx="2"/>
          </p:cNvCxnSpPr>
          <p:nvPr/>
        </p:nvCxnSpPr>
        <p:spPr bwMode="gray">
          <a:xfrm flipV="1">
            <a:off x="5513416" y="3443898"/>
            <a:ext cx="745339" cy="3739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2E79E61-A3E0-656A-CEFE-B5903C818DCD}"/>
              </a:ext>
            </a:extLst>
          </p:cNvPr>
          <p:cNvSpPr txBox="1"/>
          <p:nvPr/>
        </p:nvSpPr>
        <p:spPr bwMode="gray">
          <a:xfrm>
            <a:off x="4290645" y="3607860"/>
            <a:ext cx="1222771" cy="4200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Scaled (co)variances with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weights proportional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the variance ratios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ACA37D0-1ECF-7D30-25BC-5E860FBE73ED}"/>
              </a:ext>
            </a:extLst>
          </p:cNvPr>
          <p:cNvSpPr/>
          <p:nvPr/>
        </p:nvSpPr>
        <p:spPr bwMode="gray">
          <a:xfrm>
            <a:off x="4838895" y="2528642"/>
            <a:ext cx="2839720" cy="91525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E5CDFC2-51F6-F527-669E-C9AC69E3433C}"/>
                  </a:ext>
                </a:extLst>
              </p:cNvPr>
              <p:cNvSpPr txBox="1"/>
              <p:nvPr/>
            </p:nvSpPr>
            <p:spPr bwMode="gray">
              <a:xfrm>
                <a:off x="2869482" y="4554900"/>
                <a:ext cx="2585691" cy="5457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E5CDFC2-51F6-F527-669E-C9AC69E343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69482" y="4554900"/>
                <a:ext cx="2585691" cy="5457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82B543-6A01-FC99-BF70-3C81C07DA2AF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82B543-6A01-FC99-BF70-3C81C07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89573E-F877-64DC-00CA-2D3FC3B2B090}"/>
                  </a:ext>
                </a:extLst>
              </p:cNvPr>
              <p:cNvSpPr txBox="1"/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89573E-F877-64DC-00CA-2D3FC3B2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50932D94-6C06-3BE0-EA97-2B31454F1014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50932D94-6C06-3BE0-EA97-2B31454F10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44">
            <a:extLst>
              <a:ext uri="{FF2B5EF4-FFF2-40B4-BE49-F238E27FC236}">
                <a16:creationId xmlns:a16="http://schemas.microsoft.com/office/drawing/2014/main" id="{F3AAF43F-B8DC-82EE-ECE0-CC4E5B1CBED8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63B1766-768F-AE94-8981-3D744D051F0F}"/>
              </a:ext>
            </a:extLst>
          </p:cNvPr>
          <p:cNvCxnSpPr>
            <a:cxnSpLocks/>
            <a:stCxn id="45" idx="3"/>
            <a:endCxn id="4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5D5B509-7028-11B1-DBB5-F711DE6058B0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5D5B509-7028-11B1-DBB5-F711DE605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673869-8419-B133-E4B1-F96FA99F8DB6}"/>
              </a:ext>
            </a:extLst>
          </p:cNvPr>
          <p:cNvCxnSpPr>
            <a:cxnSpLocks/>
            <a:stCxn id="4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12DA67-E00D-F23B-F8EE-81E624DE10C1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12DA67-E00D-F23B-F8EE-81E624DE1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10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DAD2DBC-16BA-FE7A-D6C1-A4330168E0A4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DAD2DBC-16BA-FE7A-D6C1-A4330168E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72EC7B0-EA7A-7BA9-C531-87E2A3603832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A569614-8877-40E9-5C70-964CF98EE594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52124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4" grpId="0"/>
      <p:bldP spid="25" grpId="0" animBg="1"/>
      <p:bldP spid="32" grpId="0"/>
      <p:bldP spid="33" grpId="0" animBg="1"/>
      <p:bldP spid="38" grpId="0"/>
      <p:bldP spid="40" grpId="0"/>
      <p:bldP spid="43" grpId="0"/>
      <p:bldP spid="44" grpId="0" animBg="1"/>
      <p:bldP spid="45" grpId="0" animBg="1"/>
      <p:bldP spid="47" grpId="0" animBg="1"/>
      <p:bldP spid="50" grpId="0"/>
      <p:bldP spid="5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F1089-0721-55B3-4B9F-11C2A6A86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C4F6640-9985-8F49-99E7-2065BE639E1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3257283"/>
                <a:ext cx="6877051" cy="619365"/>
              </a:xfrm>
            </p:spPr>
            <p:txBody>
              <a:bodyPr/>
              <a:lstStyle/>
              <a:p>
                <a:r>
                  <a:rPr lang="en-US" dirty="0"/>
                  <a:t>The two messages are 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!</a:t>
                </a:r>
              </a:p>
              <a:p>
                <a:r>
                  <a:rPr lang="en-US" dirty="0"/>
                  <a:t>We can analytically solve these two equations for the joint solution to obtain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C4F6640-9985-8F49-99E7-2065BE639E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3257283"/>
                <a:ext cx="6877051" cy="619365"/>
              </a:xfrm>
              <a:blipFill>
                <a:blip r:embed="rId2"/>
                <a:stretch>
                  <a:fillRect t="-200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E87C484-80FB-1A6C-708D-5D42D7956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Variational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15F286F-A374-65B1-91F2-94463D91A2C9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15F286F-A374-65B1-91F2-94463D91A2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A4E2CE67-AC5B-E66A-E71F-6E61C8A5EBF0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4572EA0-0760-3657-377F-3277C1BB3411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711E2F-7746-910E-C005-A9F0E5558C3E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711E2F-7746-910E-C005-A9F0E5558C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6CDCD0-5B59-BD89-D246-A1A9E35F570A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533FF0-6772-CA96-88A6-480AAB2CF94D}"/>
                  </a:ext>
                </a:extLst>
              </p:cNvPr>
              <p:cNvSpPr txBox="1"/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533FF0-6772-CA96-88A6-480AAB2C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FE826A-D45E-9F7E-AD64-210B8C6261EA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FE826A-D45E-9F7E-AD64-210B8C626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310E950-D996-48C6-11A6-92A0DA078337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310E950-D996-48C6-11A6-92A0DA078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A024B5E-674D-166C-D095-50FD16603019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5056C30-4515-0762-0D56-28A4239A3A2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D720FD-EFF4-FEB7-9580-EE60A64FCE5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D06FB2C-B892-AB30-297E-2FDB309ED8E3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83C747-B2BD-4A3D-DAF5-6E536A45EF6F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83C747-B2BD-4A3D-DAF5-6E536A45E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F08A63-6215-3873-C28B-E58DD64EAE13}"/>
                  </a:ext>
                </a:extLst>
              </p:cNvPr>
              <p:cNvSpPr txBox="1"/>
              <p:nvPr/>
            </p:nvSpPr>
            <p:spPr bwMode="gray">
              <a:xfrm>
                <a:off x="1043608" y="3795886"/>
                <a:ext cx="6192688" cy="116981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F08A63-6215-3873-C28B-E58DD64EA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795886"/>
                <a:ext cx="6192688" cy="11698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2D0C33A-F189-A9A5-EC2F-2EF8B37DA6B2}"/>
              </a:ext>
            </a:extLst>
          </p:cNvPr>
          <p:cNvSpPr txBox="1"/>
          <p:nvPr/>
        </p:nvSpPr>
        <p:spPr bwMode="gray">
          <a:xfrm>
            <a:off x="2142991" y="2471233"/>
            <a:ext cx="4597778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D5C62BF-C5B2-24D1-B293-CFA4E26D65D7}"/>
                  </a:ext>
                </a:extLst>
              </p:cNvPr>
              <p:cNvSpPr txBox="1"/>
              <p:nvPr/>
            </p:nvSpPr>
            <p:spPr bwMode="gray">
              <a:xfrm>
                <a:off x="2835069" y="1496110"/>
                <a:ext cx="1621445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D5C62BF-C5B2-24D1-B293-CFA4E26D6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35069" y="1496110"/>
                <a:ext cx="1621445" cy="251999"/>
              </a:xfrm>
              <a:prstGeom prst="rect">
                <a:avLst/>
              </a:prstGeom>
              <a:blipFill>
                <a:blip r:embed="rId1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2B6FAB-E487-1086-0239-2475F5CAEDB2}"/>
                  </a:ext>
                </a:extLst>
              </p:cNvPr>
              <p:cNvSpPr txBox="1"/>
              <p:nvPr/>
            </p:nvSpPr>
            <p:spPr bwMode="gray">
              <a:xfrm>
                <a:off x="4278909" y="1322568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𝑌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2B6FAB-E487-1086-0239-2475F5CAE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78909" y="1322568"/>
                <a:ext cx="1621445" cy="594201"/>
              </a:xfrm>
              <a:prstGeom prst="rect">
                <a:avLst/>
              </a:prstGeom>
              <a:blipFill>
                <a:blip r:embed="rId12"/>
                <a:stretch>
                  <a:fillRect l="-2326" b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8EB0B87-F688-085F-6DAA-C906EF164C2E}"/>
                  </a:ext>
                </a:extLst>
              </p:cNvPr>
              <p:cNvSpPr txBox="1"/>
              <p:nvPr/>
            </p:nvSpPr>
            <p:spPr bwMode="gray">
              <a:xfrm>
                <a:off x="2843670" y="2028521"/>
                <a:ext cx="1621445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8EB0B87-F688-085F-6DAA-C906EF164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43670" y="2028521"/>
                <a:ext cx="1621445" cy="251999"/>
              </a:xfrm>
              <a:prstGeom prst="rect">
                <a:avLst/>
              </a:prstGeom>
              <a:blipFill>
                <a:blip r:embed="rId1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BF80C9-610A-E47C-C9D9-D725CF84DB12}"/>
                  </a:ext>
                </a:extLst>
              </p:cNvPr>
              <p:cNvSpPr txBox="1"/>
              <p:nvPr/>
            </p:nvSpPr>
            <p:spPr bwMode="gray">
              <a:xfrm>
                <a:off x="4293364" y="1854979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BF80C9-610A-E47C-C9D9-D725CF84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93364" y="1854979"/>
                <a:ext cx="1621445" cy="594201"/>
              </a:xfrm>
              <a:prstGeom prst="rect">
                <a:avLst/>
              </a:prstGeom>
              <a:blipFill>
                <a:blip r:embed="rId14"/>
                <a:stretch>
                  <a:fillRect l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397EB1-D976-49BE-DAE2-BE5768D68DA2}"/>
                  </a:ext>
                </a:extLst>
              </p:cNvPr>
              <p:cNvSpPr txBox="1"/>
              <p:nvPr/>
            </p:nvSpPr>
            <p:spPr bwMode="gray">
              <a:xfrm>
                <a:off x="2142990" y="2424097"/>
                <a:ext cx="2867758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397EB1-D976-49BE-DAE2-BE5768D68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2990" y="2424097"/>
                <a:ext cx="2867758" cy="3687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6341169-D639-ACD0-1432-148E1C4E4A06}"/>
                  </a:ext>
                </a:extLst>
              </p:cNvPr>
              <p:cNvSpPr txBox="1"/>
              <p:nvPr/>
            </p:nvSpPr>
            <p:spPr bwMode="gray">
              <a:xfrm>
                <a:off x="2184021" y="2694597"/>
                <a:ext cx="2826727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6341169-D639-ACD0-1432-148E1C4E4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84021" y="2694597"/>
                <a:ext cx="2826727" cy="36875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A4D83CA-33AA-7E43-9788-3CE5244FA374}"/>
                  </a:ext>
                </a:extLst>
              </p:cNvPr>
              <p:cNvSpPr txBox="1"/>
              <p:nvPr/>
            </p:nvSpPr>
            <p:spPr bwMode="gray">
              <a:xfrm>
                <a:off x="4821713" y="2455420"/>
                <a:ext cx="1848717" cy="306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A4D83CA-33AA-7E43-9788-3CE5244FA3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21713" y="2455420"/>
                <a:ext cx="1848717" cy="3061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649165-6304-3359-72CA-05F0341C3EBB}"/>
                  </a:ext>
                </a:extLst>
              </p:cNvPr>
              <p:cNvSpPr txBox="1"/>
              <p:nvPr/>
            </p:nvSpPr>
            <p:spPr bwMode="gray">
              <a:xfrm>
                <a:off x="4821713" y="2725920"/>
                <a:ext cx="1848717" cy="306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649165-6304-3359-72CA-05F0341C3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21713" y="2725920"/>
                <a:ext cx="1848717" cy="306109"/>
              </a:xfrm>
              <a:prstGeom prst="rect">
                <a:avLst/>
              </a:prstGeom>
              <a:blipFill>
                <a:blip r:embed="rId1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03A2D5D-78E1-87D6-6652-59AE59D428ED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 bwMode="gray">
          <a:xfrm>
            <a:off x="5004328" y="1228286"/>
            <a:ext cx="1" cy="18662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EE8927C-D548-A8B2-1A8E-F7BC538FE042}"/>
                  </a:ext>
                </a:extLst>
              </p:cNvPr>
              <p:cNvSpPr txBox="1"/>
              <p:nvPr/>
            </p:nvSpPr>
            <p:spPr bwMode="gray">
              <a:xfrm>
                <a:off x="4816521" y="1041232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EE8927C-D548-A8B2-1A8E-F7BC538FE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16521" y="1041232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95DB179-2401-E2C4-10B1-6DDC89901BEF}"/>
              </a:ext>
            </a:extLst>
          </p:cNvPr>
          <p:cNvSpPr/>
          <p:nvPr/>
        </p:nvSpPr>
        <p:spPr bwMode="gray">
          <a:xfrm>
            <a:off x="4769145" y="1414915"/>
            <a:ext cx="470367" cy="398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418E0E-802F-EA58-6689-E57AE812F36E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 bwMode="gray">
          <a:xfrm>
            <a:off x="5552348" y="1234404"/>
            <a:ext cx="0" cy="10687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336953D-F0E8-77A7-7D1E-B62C079A58F4}"/>
                  </a:ext>
                </a:extLst>
              </p:cNvPr>
              <p:cNvSpPr txBox="1"/>
              <p:nvPr/>
            </p:nvSpPr>
            <p:spPr bwMode="gray">
              <a:xfrm>
                <a:off x="5364541" y="1047350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336953D-F0E8-77A7-7D1E-B62C079A5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64541" y="1047350"/>
                <a:ext cx="375614" cy="1870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F68C1438-B193-BC76-0B17-2C1BEF201606}"/>
              </a:ext>
            </a:extLst>
          </p:cNvPr>
          <p:cNvSpPr/>
          <p:nvPr/>
        </p:nvSpPr>
        <p:spPr bwMode="gray">
          <a:xfrm>
            <a:off x="5338545" y="1341274"/>
            <a:ext cx="427606" cy="51370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A4A6126-E066-65D6-1702-3B13B63A2138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4537964" y="1905802"/>
            <a:ext cx="244599" cy="2482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4F4F472-D864-CCEF-60FB-FA58007DDC60}"/>
                  </a:ext>
                </a:extLst>
              </p:cNvPr>
              <p:cNvSpPr txBox="1"/>
              <p:nvPr/>
            </p:nvSpPr>
            <p:spPr bwMode="gray">
              <a:xfrm>
                <a:off x="4162350" y="181227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4F4F472-D864-CCEF-60FB-FA58007DD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62350" y="1812275"/>
                <a:ext cx="375614" cy="1870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AA4C71C8-0846-815A-0FE6-FA6637CDFEA9}"/>
              </a:ext>
            </a:extLst>
          </p:cNvPr>
          <p:cNvSpPr/>
          <p:nvPr/>
        </p:nvSpPr>
        <p:spPr bwMode="gray">
          <a:xfrm>
            <a:off x="4782563" y="1954957"/>
            <a:ext cx="470367" cy="398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09151D5-1BF3-3026-6C0C-C6E95F38B8EB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5779569" y="1905802"/>
            <a:ext cx="281649" cy="2323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E3C3310-3D33-5661-9D29-4FB04492C931}"/>
                  </a:ext>
                </a:extLst>
              </p:cNvPr>
              <p:cNvSpPr txBox="1"/>
              <p:nvPr/>
            </p:nvSpPr>
            <p:spPr bwMode="gray">
              <a:xfrm>
                <a:off x="6061218" y="181227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E3C3310-3D33-5661-9D29-4FB04492C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1218" y="1812275"/>
                <a:ext cx="375614" cy="1870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F7566FD-5E22-2438-9EDA-8E7AFD72B2E7}"/>
              </a:ext>
            </a:extLst>
          </p:cNvPr>
          <p:cNvSpPr/>
          <p:nvPr/>
        </p:nvSpPr>
        <p:spPr bwMode="gray">
          <a:xfrm>
            <a:off x="5351963" y="1881316"/>
            <a:ext cx="427606" cy="51370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7DBAED5-7EE3-0150-D7A5-C67A96F22A92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>
            <a:off x="6212182" y="2387031"/>
            <a:ext cx="948939" cy="2272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3FA181-73FC-48C4-03F8-D0EAF48F743C}"/>
                  </a:ext>
                </a:extLst>
              </p:cNvPr>
              <p:cNvSpPr txBox="1"/>
              <p:nvPr/>
            </p:nvSpPr>
            <p:spPr bwMode="gray">
              <a:xfrm>
                <a:off x="7161121" y="2293504"/>
                <a:ext cx="1516303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3FA181-73FC-48C4-03F8-D0EAF48F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1121" y="2293504"/>
                <a:ext cx="1516303" cy="187054"/>
              </a:xfrm>
              <a:prstGeom prst="roundRect">
                <a:avLst/>
              </a:prstGeom>
              <a:blipFill>
                <a:blip r:embed="rId23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DAE0ABA-B805-61D4-3102-D51340E8E604}"/>
              </a:ext>
            </a:extLst>
          </p:cNvPr>
          <p:cNvSpPr/>
          <p:nvPr/>
        </p:nvSpPr>
        <p:spPr bwMode="gray">
          <a:xfrm>
            <a:off x="5620872" y="2513422"/>
            <a:ext cx="591310" cy="2016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DDEC3B0-E86B-A41B-4655-63FE889E1F51}"/>
              </a:ext>
            </a:extLst>
          </p:cNvPr>
          <p:cNvCxnSpPr>
            <a:cxnSpLocks/>
            <a:endCxn id="89" idx="3"/>
          </p:cNvCxnSpPr>
          <p:nvPr/>
        </p:nvCxnSpPr>
        <p:spPr bwMode="gray">
          <a:xfrm flipH="1" flipV="1">
            <a:off x="6212182" y="2889117"/>
            <a:ext cx="938397" cy="22367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1561DE4-C138-5435-AEF2-61635AD1BBE0}"/>
                  </a:ext>
                </a:extLst>
              </p:cNvPr>
              <p:cNvSpPr txBox="1"/>
              <p:nvPr/>
            </p:nvSpPr>
            <p:spPr bwMode="gray">
              <a:xfrm>
                <a:off x="7150579" y="3019264"/>
                <a:ext cx="1516303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1561DE4-C138-5435-AEF2-61635AD1B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50579" y="3019264"/>
                <a:ext cx="1516303" cy="187054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FD5CC7A-404F-9A62-0A31-1E2244303F31}"/>
              </a:ext>
            </a:extLst>
          </p:cNvPr>
          <p:cNvSpPr/>
          <p:nvPr/>
        </p:nvSpPr>
        <p:spPr bwMode="gray">
          <a:xfrm>
            <a:off x="5620872" y="2788305"/>
            <a:ext cx="591310" cy="2016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C76B47E4-585F-63C7-A48A-A05EFCB6B59E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C76B47E4-585F-63C7-A48A-A05EFCB6B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CDEAD2F1-02AA-D643-CE5F-AFCCD4250A6A}"/>
              </a:ext>
            </a:extLst>
          </p:cNvPr>
          <p:cNvCxnSpPr>
            <a:cxnSpLocks/>
            <a:stCxn id="93" idx="1"/>
            <a:endCxn id="94" idx="3"/>
          </p:cNvCxnSpPr>
          <p:nvPr/>
        </p:nvCxnSpPr>
        <p:spPr bwMode="gray">
          <a:xfrm flipH="1" flipV="1">
            <a:off x="6022975" y="4168776"/>
            <a:ext cx="1349750" cy="68846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75569FC-5FE1-9F8F-DCD1-D1AE2D6788E8}"/>
                  </a:ext>
                </a:extLst>
              </p:cNvPr>
              <p:cNvSpPr txBox="1"/>
              <p:nvPr/>
            </p:nvSpPr>
            <p:spPr bwMode="gray">
              <a:xfrm>
                <a:off x="7372725" y="4647226"/>
                <a:ext cx="1222771" cy="4200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800" dirty="0">
                    <a:solidFill>
                      <a:srgbClr val="C00000"/>
                    </a:solidFill>
                  </a:rPr>
                  <a:t>Smaller than the true</a:t>
                </a:r>
                <a:br>
                  <a:rPr lang="en-US" sz="800" dirty="0">
                    <a:solidFill>
                      <a:srgbClr val="C00000"/>
                    </a:solidFill>
                  </a:rPr>
                </a:br>
                <a:r>
                  <a:rPr lang="en-US" sz="800" dirty="0">
                    <a:solidFill>
                      <a:srgbClr val="C00000"/>
                    </a:solidFill>
                  </a:rPr>
                  <a:t>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75569FC-5FE1-9F8F-DCD1-D1AE2D678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72725" y="4647226"/>
                <a:ext cx="1222771" cy="420022"/>
              </a:xfrm>
              <a:prstGeom prst="rect">
                <a:avLst/>
              </a:prstGeom>
              <a:blipFill>
                <a:blip r:embed="rId26"/>
                <a:stretch>
                  <a:fillRect l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C688743B-44A7-EDC5-696D-6A93B06CC6B5}"/>
              </a:ext>
            </a:extLst>
          </p:cNvPr>
          <p:cNvSpPr/>
          <p:nvPr/>
        </p:nvSpPr>
        <p:spPr bwMode="gray">
          <a:xfrm>
            <a:off x="5080938" y="3937001"/>
            <a:ext cx="942037" cy="46355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1B3B593-EFC8-41E2-0F7C-95A80399E5D1}"/>
              </a:ext>
            </a:extLst>
          </p:cNvPr>
          <p:cNvSpPr/>
          <p:nvPr/>
        </p:nvSpPr>
        <p:spPr bwMode="gray">
          <a:xfrm>
            <a:off x="8216955" y="2311329"/>
            <a:ext cx="383354" cy="1557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853D5F-257F-20FB-7EA6-075EE2C1BAE0}"/>
              </a:ext>
            </a:extLst>
          </p:cNvPr>
          <p:cNvCxnSpPr>
            <a:cxnSpLocks/>
            <a:stCxn id="12" idx="0"/>
            <a:endCxn id="21" idx="1"/>
          </p:cNvCxnSpPr>
          <p:nvPr/>
        </p:nvCxnSpPr>
        <p:spPr bwMode="gray">
          <a:xfrm rot="16200000" flipH="1" flipV="1">
            <a:off x="5063134" y="-461782"/>
            <a:ext cx="572387" cy="6118608"/>
          </a:xfrm>
          <a:prstGeom prst="curvedConnector4">
            <a:avLst>
              <a:gd name="adj1" fmla="val -39938"/>
              <a:gd name="adj2" fmla="val 103736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D06ED84-BAB2-D637-4C39-3B531F129736}"/>
              </a:ext>
            </a:extLst>
          </p:cNvPr>
          <p:cNvSpPr/>
          <p:nvPr/>
        </p:nvSpPr>
        <p:spPr bwMode="gray">
          <a:xfrm>
            <a:off x="2290024" y="2780649"/>
            <a:ext cx="605576" cy="20613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05D8B96-6A46-A60B-43EB-1CEC0F5C84AD}"/>
              </a:ext>
            </a:extLst>
          </p:cNvPr>
          <p:cNvSpPr/>
          <p:nvPr/>
        </p:nvSpPr>
        <p:spPr bwMode="gray">
          <a:xfrm>
            <a:off x="8208144" y="3032029"/>
            <a:ext cx="383354" cy="1557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D258FBE-572B-1BA9-1B2A-319B07AC3DBE}"/>
              </a:ext>
            </a:extLst>
          </p:cNvPr>
          <p:cNvSpPr/>
          <p:nvPr/>
        </p:nvSpPr>
        <p:spPr bwMode="gray">
          <a:xfrm>
            <a:off x="2290024" y="2528774"/>
            <a:ext cx="605576" cy="20613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60DF4936-A851-0749-BA26-9B7B813A07B8}"/>
              </a:ext>
            </a:extLst>
          </p:cNvPr>
          <p:cNvCxnSpPr>
            <a:cxnSpLocks/>
            <a:stCxn id="25" idx="2"/>
            <a:endCxn id="29" idx="1"/>
          </p:cNvCxnSpPr>
          <p:nvPr/>
        </p:nvCxnSpPr>
        <p:spPr bwMode="gray">
          <a:xfrm rot="5400000" flipH="1">
            <a:off x="5066939" y="-145073"/>
            <a:ext cx="555968" cy="6109797"/>
          </a:xfrm>
          <a:prstGeom prst="curvedConnector4">
            <a:avLst>
              <a:gd name="adj1" fmla="val -41117"/>
              <a:gd name="adj2" fmla="val 1037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0182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500"/>
                            </p:stCondLst>
                            <p:childTnLst>
                              <p:par>
                                <p:cTn id="1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500"/>
                            </p:stCondLst>
                            <p:childTnLst>
                              <p:par>
                                <p:cTn id="1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1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8" grpId="0"/>
      <p:bldP spid="38" grpId="0"/>
      <p:bldP spid="26" grpId="0" animBg="1"/>
      <p:bldP spid="27" grpId="0"/>
      <p:bldP spid="28" grpId="0"/>
      <p:bldP spid="30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3" grpId="0"/>
      <p:bldP spid="94" grpId="0" animBg="1"/>
      <p:bldP spid="12" grpId="0" animBg="1"/>
      <p:bldP spid="21" grpId="0" animBg="1"/>
      <p:bldP spid="25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FEF27-8B2A-1608-070D-9CC997D59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522C02A-7D94-1CB0-4832-F13929E8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64420B0-577D-B526-C4EE-C2F5B0FAB005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64420B0-577D-B526-C4EE-C2F5B0FAB0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A8BA3A9C-3D3B-0227-5035-3D2100EA389D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04D08D-93BB-C114-BC9D-D3DD1542DDAB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97059C9-268D-B89C-A059-4F41C57C5382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97059C9-268D-B89C-A059-4F41C57C5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5C87C4-5279-2B69-7143-359D04B38090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959D5E-9AB4-9AF8-E9AB-B1D4518D4475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959D5E-9AB4-9AF8-E9AB-B1D4518D4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55B311-33A1-DE78-B102-C31449C0A935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55B311-33A1-DE78-B102-C31449C0A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59AA24-C0DB-846E-2D75-AAA59E16D7C8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59AA24-C0DB-846E-2D75-AAA59E16D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D871E8-511B-036E-8471-878FE21A191B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A25E04-D815-C83B-9351-B05A7B34494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B7DC330-72F1-1DBD-2161-755350D3A8D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CD54CC-DF61-7625-B353-7426E34F5A9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E03201-CC77-1A7E-1241-A602B723C674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E03201-CC77-1A7E-1241-A602B723C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BD2E95-F51B-92E4-D86E-EFE0A98469F5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BD2E95-F51B-92E4-D86E-EFE0A9846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6E679E3-693F-9F4B-25AD-ADCCCA735BF2}"/>
              </a:ext>
            </a:extLst>
          </p:cNvPr>
          <p:cNvGrpSpPr/>
          <p:nvPr/>
        </p:nvGrpSpPr>
        <p:grpSpPr>
          <a:xfrm>
            <a:off x="6255708" y="2808028"/>
            <a:ext cx="2680592" cy="1787061"/>
            <a:chOff x="6255708" y="2808028"/>
            <a:chExt cx="2680592" cy="1787061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FF3FFE92-11C3-7CE7-8E35-FDC2573F877D}"/>
                </a:ext>
              </a:extLst>
            </p:cNvPr>
            <p:cNvSpPr/>
            <p:nvPr/>
          </p:nvSpPr>
          <p:spPr>
            <a:xfrm>
              <a:off x="6255708" y="2808028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A0B7853D-16C9-8DF7-E990-C02F56F79DB1}"/>
                </a:ext>
              </a:extLst>
            </p:cNvPr>
            <p:cNvSpPr/>
            <p:nvPr/>
          </p:nvSpPr>
          <p:spPr>
            <a:xfrm>
              <a:off x="6540316" y="2860795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48FCCFEE-3718-464A-8858-8D19D6F4D4C4}"/>
                </a:ext>
              </a:extLst>
            </p:cNvPr>
            <p:cNvSpPr/>
            <p:nvPr/>
          </p:nvSpPr>
          <p:spPr>
            <a:xfrm>
              <a:off x="6540316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B557890-B97B-4368-3BF9-1C057C907CB8}"/>
                </a:ext>
              </a:extLst>
            </p:cNvPr>
            <p:cNvSpPr/>
            <p:nvPr/>
          </p:nvSpPr>
          <p:spPr>
            <a:xfrm>
              <a:off x="6930851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94139D57-471E-EFB3-AA09-26D00341E653}"/>
                </a:ext>
              </a:extLst>
            </p:cNvPr>
            <p:cNvSpPr/>
            <p:nvPr/>
          </p:nvSpPr>
          <p:spPr>
            <a:xfrm>
              <a:off x="732138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563BADF5-40E0-16D9-CA35-ECBBB6A7B6C4}"/>
                </a:ext>
              </a:extLst>
            </p:cNvPr>
            <p:cNvSpPr/>
            <p:nvPr/>
          </p:nvSpPr>
          <p:spPr>
            <a:xfrm>
              <a:off x="771192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37D0FB4F-B253-4EC0-208D-4E890800C7F7}"/>
                </a:ext>
              </a:extLst>
            </p:cNvPr>
            <p:cNvSpPr/>
            <p:nvPr/>
          </p:nvSpPr>
          <p:spPr>
            <a:xfrm>
              <a:off x="810245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29878150-8358-C762-BB87-0E445E24EDCE}"/>
                </a:ext>
              </a:extLst>
            </p:cNvPr>
            <p:cNvSpPr/>
            <p:nvPr/>
          </p:nvSpPr>
          <p:spPr>
            <a:xfrm>
              <a:off x="849299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68773E90-DB5B-F0BD-A973-0409A4B40F62}"/>
                </a:ext>
              </a:extLst>
            </p:cNvPr>
            <p:cNvSpPr/>
            <p:nvPr/>
          </p:nvSpPr>
          <p:spPr>
            <a:xfrm>
              <a:off x="888353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7A1AE41D-3DF6-11BF-D770-5898C460C2A2}"/>
                </a:ext>
              </a:extLst>
            </p:cNvPr>
            <p:cNvSpPr/>
            <p:nvPr/>
          </p:nvSpPr>
          <p:spPr>
            <a:xfrm>
              <a:off x="6540316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85263262-CAD8-9E64-5B27-4AF12B05C3C8}"/>
                </a:ext>
              </a:extLst>
            </p:cNvPr>
            <p:cNvSpPr/>
            <p:nvPr/>
          </p:nvSpPr>
          <p:spPr>
            <a:xfrm>
              <a:off x="6540316" y="41133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84FB3E94-328E-4925-EDD8-F4CCAB15B777}"/>
                </a:ext>
              </a:extLst>
            </p:cNvPr>
            <p:cNvSpPr/>
            <p:nvPr/>
          </p:nvSpPr>
          <p:spPr>
            <a:xfrm>
              <a:off x="6540316" y="386281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47151029-7E17-1118-AA61-3669A561F253}"/>
                </a:ext>
              </a:extLst>
            </p:cNvPr>
            <p:cNvSpPr/>
            <p:nvPr/>
          </p:nvSpPr>
          <p:spPr>
            <a:xfrm>
              <a:off x="6540316" y="361230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802C65BA-61B0-C562-F6EA-871C087628B7}"/>
                </a:ext>
              </a:extLst>
            </p:cNvPr>
            <p:cNvSpPr/>
            <p:nvPr/>
          </p:nvSpPr>
          <p:spPr>
            <a:xfrm>
              <a:off x="6540316" y="3361803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5A4BACE8-00D3-02EB-DAB0-C247759EC2DC}"/>
                </a:ext>
              </a:extLst>
            </p:cNvPr>
            <p:cNvSpPr/>
            <p:nvPr/>
          </p:nvSpPr>
          <p:spPr>
            <a:xfrm>
              <a:off x="6540316" y="311130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7838AC9-07AD-7AE7-A9F8-D548F368964A}"/>
                </a:ext>
              </a:extLst>
            </p:cNvPr>
            <p:cNvSpPr/>
            <p:nvPr/>
          </p:nvSpPr>
          <p:spPr>
            <a:xfrm>
              <a:off x="6540316" y="2860795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BB7992CB-FE01-A980-3A08-A30ACB516B3C}"/>
                </a:ext>
              </a:extLst>
            </p:cNvPr>
            <p:cNvSpPr/>
            <p:nvPr/>
          </p:nvSpPr>
          <p:spPr>
            <a:xfrm>
              <a:off x="6540316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6212884D-E1F9-8E29-6D12-5EF230B6498E}"/>
                </a:ext>
              </a:extLst>
            </p:cNvPr>
            <p:cNvSpPr/>
            <p:nvPr/>
          </p:nvSpPr>
          <p:spPr>
            <a:xfrm>
              <a:off x="6540316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D20AB591-25FB-98CE-FFCD-3499CCFACC79}"/>
                </a:ext>
              </a:extLst>
            </p:cNvPr>
            <p:cNvSpPr/>
            <p:nvPr/>
          </p:nvSpPr>
          <p:spPr>
            <a:xfrm>
              <a:off x="6930851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7EA6620B-463D-446B-5838-51918A8D6C56}"/>
                </a:ext>
              </a:extLst>
            </p:cNvPr>
            <p:cNvSpPr/>
            <p:nvPr/>
          </p:nvSpPr>
          <p:spPr>
            <a:xfrm>
              <a:off x="732138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915E0F2A-7573-063D-E4BC-E936EA3EEA2B}"/>
                </a:ext>
              </a:extLst>
            </p:cNvPr>
            <p:cNvSpPr/>
            <p:nvPr/>
          </p:nvSpPr>
          <p:spPr>
            <a:xfrm>
              <a:off x="771192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F2283B26-F430-5B82-1F87-19287BE82398}"/>
                </a:ext>
              </a:extLst>
            </p:cNvPr>
            <p:cNvSpPr/>
            <p:nvPr/>
          </p:nvSpPr>
          <p:spPr>
            <a:xfrm>
              <a:off x="810245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6D1685DE-CA50-2C3C-B473-F9A4542E934E}"/>
                </a:ext>
              </a:extLst>
            </p:cNvPr>
            <p:cNvSpPr/>
            <p:nvPr/>
          </p:nvSpPr>
          <p:spPr>
            <a:xfrm>
              <a:off x="849299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17E5F398-C933-61B2-840D-15BA98B8A419}"/>
                </a:ext>
              </a:extLst>
            </p:cNvPr>
            <p:cNvSpPr/>
            <p:nvPr/>
          </p:nvSpPr>
          <p:spPr>
            <a:xfrm>
              <a:off x="888353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E133FF99-1F66-CF1F-52B6-5CA22A4B10D8}"/>
                </a:ext>
              </a:extLst>
            </p:cNvPr>
            <p:cNvSpPr/>
            <p:nvPr/>
          </p:nvSpPr>
          <p:spPr>
            <a:xfrm>
              <a:off x="6489164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F9756879-7457-3FEB-8107-5A9E61674917}"/>
                </a:ext>
              </a:extLst>
            </p:cNvPr>
            <p:cNvSpPr/>
            <p:nvPr/>
          </p:nvSpPr>
          <p:spPr>
            <a:xfrm>
              <a:off x="6553346" y="4398691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E383C0A-3643-0F80-CD04-760AF2FA8B14}"/>
                </a:ext>
              </a:extLst>
            </p:cNvPr>
            <p:cNvSpPr/>
            <p:nvPr/>
          </p:nvSpPr>
          <p:spPr>
            <a:xfrm>
              <a:off x="6880494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AF45EBFB-6B0A-AEAB-E17F-DB5AD9367D49}"/>
                </a:ext>
              </a:extLst>
            </p:cNvPr>
            <p:cNvSpPr/>
            <p:nvPr/>
          </p:nvSpPr>
          <p:spPr>
            <a:xfrm>
              <a:off x="6944444" y="4398691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B43D33A-E8F1-8038-A1AF-2FB723982F46}"/>
                </a:ext>
              </a:extLst>
            </p:cNvPr>
            <p:cNvSpPr/>
            <p:nvPr/>
          </p:nvSpPr>
          <p:spPr>
            <a:xfrm>
              <a:off x="7270720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C6B513C-D0D0-C7B4-1898-65CE65492672}"/>
                </a:ext>
              </a:extLst>
            </p:cNvPr>
            <p:cNvSpPr/>
            <p:nvPr/>
          </p:nvSpPr>
          <p:spPr>
            <a:xfrm>
              <a:off x="7337579" y="4399740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420CFBF9-9700-56EB-0FA3-74F1A840E19D}"/>
                </a:ext>
              </a:extLst>
            </p:cNvPr>
            <p:cNvSpPr/>
            <p:nvPr/>
          </p:nvSpPr>
          <p:spPr>
            <a:xfrm>
              <a:off x="7691913" y="4398691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F610508-C9FE-1B08-5C0D-1982C4CBD8C3}"/>
                </a:ext>
              </a:extLst>
            </p:cNvPr>
            <p:cNvSpPr/>
            <p:nvPr/>
          </p:nvSpPr>
          <p:spPr>
            <a:xfrm>
              <a:off x="8085223" y="4399740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3A5A0E17-9525-752E-B4AD-1B8ED1EF5C7B}"/>
                </a:ext>
              </a:extLst>
            </p:cNvPr>
            <p:cNvSpPr/>
            <p:nvPr/>
          </p:nvSpPr>
          <p:spPr>
            <a:xfrm>
              <a:off x="8474612" y="4398691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88B011F0-4316-0591-E986-EF1F70359485}"/>
                </a:ext>
              </a:extLst>
            </p:cNvPr>
            <p:cNvSpPr/>
            <p:nvPr/>
          </p:nvSpPr>
          <p:spPr>
            <a:xfrm>
              <a:off x="8864471" y="4398691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934D60A4-023C-1CDA-3724-B4B20971DB5A}"/>
                </a:ext>
              </a:extLst>
            </p:cNvPr>
            <p:cNvSpPr/>
            <p:nvPr/>
          </p:nvSpPr>
          <p:spPr>
            <a:xfrm>
              <a:off x="7685379" y="4509969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116B1B94-9512-C0FC-DC92-5075189454F2}"/>
                </a:ext>
              </a:extLst>
            </p:cNvPr>
            <p:cNvSpPr/>
            <p:nvPr/>
          </p:nvSpPr>
          <p:spPr>
            <a:xfrm>
              <a:off x="6540316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39AB43C8-8ADB-A128-6A9F-709F20128D8B}"/>
                </a:ext>
              </a:extLst>
            </p:cNvPr>
            <p:cNvSpPr/>
            <p:nvPr/>
          </p:nvSpPr>
          <p:spPr>
            <a:xfrm>
              <a:off x="6540316" y="436382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08ACB36-7977-5588-FF15-1CFC83CF6086}"/>
                </a:ext>
              </a:extLst>
            </p:cNvPr>
            <p:cNvSpPr/>
            <p:nvPr/>
          </p:nvSpPr>
          <p:spPr>
            <a:xfrm>
              <a:off x="6540316" y="41133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97C912A6-EA13-450A-0EA4-A8709896BB50}"/>
                </a:ext>
              </a:extLst>
            </p:cNvPr>
            <p:cNvSpPr/>
            <p:nvPr/>
          </p:nvSpPr>
          <p:spPr>
            <a:xfrm>
              <a:off x="6540316" y="386281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BE0F8D6-385E-9528-C081-795A6354359D}"/>
                </a:ext>
              </a:extLst>
            </p:cNvPr>
            <p:cNvSpPr/>
            <p:nvPr/>
          </p:nvSpPr>
          <p:spPr>
            <a:xfrm>
              <a:off x="6540316" y="361230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D529469F-7501-96EF-C271-9A8525984460}"/>
                </a:ext>
              </a:extLst>
            </p:cNvPr>
            <p:cNvSpPr/>
            <p:nvPr/>
          </p:nvSpPr>
          <p:spPr>
            <a:xfrm>
              <a:off x="6540316" y="3361803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0D3F3FB1-F54B-85CC-293F-F060BD2229D6}"/>
                </a:ext>
              </a:extLst>
            </p:cNvPr>
            <p:cNvSpPr/>
            <p:nvPr/>
          </p:nvSpPr>
          <p:spPr>
            <a:xfrm>
              <a:off x="6540316" y="311130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45BE6BDE-4B7E-8141-A22D-9E61125F6EF3}"/>
                </a:ext>
              </a:extLst>
            </p:cNvPr>
            <p:cNvSpPr/>
            <p:nvPr/>
          </p:nvSpPr>
          <p:spPr>
            <a:xfrm>
              <a:off x="6540316" y="2860795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3E130623-5DD4-3ECE-C9B0-7E69AB2BA56A}"/>
                </a:ext>
              </a:extLst>
            </p:cNvPr>
            <p:cNvSpPr/>
            <p:nvPr/>
          </p:nvSpPr>
          <p:spPr>
            <a:xfrm>
              <a:off x="6397801" y="4364580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93F18312-39F4-A9B2-F347-AB062BA50DA2}"/>
                </a:ext>
              </a:extLst>
            </p:cNvPr>
            <p:cNvSpPr/>
            <p:nvPr/>
          </p:nvSpPr>
          <p:spPr>
            <a:xfrm>
              <a:off x="6461985" y="433382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F8AAAFCF-C285-973A-E9D6-46989D076BE0}"/>
                </a:ext>
              </a:extLst>
            </p:cNvPr>
            <p:cNvSpPr/>
            <p:nvPr/>
          </p:nvSpPr>
          <p:spPr>
            <a:xfrm>
              <a:off x="6399392" y="4114067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DD61B075-74EF-713A-13B5-B3759E86FF5D}"/>
                </a:ext>
              </a:extLst>
            </p:cNvPr>
            <p:cNvSpPr/>
            <p:nvPr/>
          </p:nvSpPr>
          <p:spPr>
            <a:xfrm>
              <a:off x="6463342" y="4083319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830626B5-603E-134A-01B2-3B3932047E5F}"/>
                </a:ext>
              </a:extLst>
            </p:cNvPr>
            <p:cNvSpPr/>
            <p:nvPr/>
          </p:nvSpPr>
          <p:spPr>
            <a:xfrm>
              <a:off x="6398771" y="3863568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507F3FE8-46EA-11FB-6FD2-07924118749F}"/>
                </a:ext>
              </a:extLst>
            </p:cNvPr>
            <p:cNvSpPr/>
            <p:nvPr/>
          </p:nvSpPr>
          <p:spPr>
            <a:xfrm>
              <a:off x="6465630" y="3833862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F1FB46AD-1CB9-BFFA-BFD7-DC442FA6BD7B}"/>
                </a:ext>
              </a:extLst>
            </p:cNvPr>
            <p:cNvSpPr/>
            <p:nvPr/>
          </p:nvSpPr>
          <p:spPr>
            <a:xfrm>
              <a:off x="6460085" y="3582310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7C4D8FE1-6B1D-3194-80B5-DD2674147C1F}"/>
                </a:ext>
              </a:extLst>
            </p:cNvPr>
            <p:cNvSpPr/>
            <p:nvPr/>
          </p:nvSpPr>
          <p:spPr>
            <a:xfrm>
              <a:off x="6465630" y="3332853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46CD432-F28E-3DC2-9D17-8EAD46E767B1}"/>
                </a:ext>
              </a:extLst>
            </p:cNvPr>
            <p:cNvSpPr/>
            <p:nvPr/>
          </p:nvSpPr>
          <p:spPr>
            <a:xfrm>
              <a:off x="6463342" y="3081302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47A72440-5BB5-4325-3A27-084E42E623E7}"/>
                </a:ext>
              </a:extLst>
            </p:cNvPr>
            <p:cNvSpPr/>
            <p:nvPr/>
          </p:nvSpPr>
          <p:spPr>
            <a:xfrm>
              <a:off x="6461985" y="2830798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2A98157D-D853-61BD-B8AD-CA7735A0C3B6}"/>
                </a:ext>
              </a:extLst>
            </p:cNvPr>
            <p:cNvSpPr/>
            <p:nvPr/>
          </p:nvSpPr>
          <p:spPr>
            <a:xfrm>
              <a:off x="6286624" y="3591783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16EE1712-E2A2-3902-16E1-CF22BD4825B7}"/>
              </a:ext>
            </a:extLst>
          </p:cNvPr>
          <p:cNvGrpSpPr/>
          <p:nvPr/>
        </p:nvGrpSpPr>
        <p:grpSpPr>
          <a:xfrm>
            <a:off x="6934032" y="3113339"/>
            <a:ext cx="1555780" cy="997936"/>
            <a:chOff x="6934032" y="3113339"/>
            <a:chExt cx="1555780" cy="997936"/>
          </a:xfrm>
        </p:grpSpPr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0DEFA4B-F9C6-C541-05BD-81F3D02D4968}"/>
                </a:ext>
              </a:extLst>
            </p:cNvPr>
            <p:cNvSpPr/>
            <p:nvPr/>
          </p:nvSpPr>
          <p:spPr>
            <a:xfrm>
              <a:off x="6934032" y="3113339"/>
              <a:ext cx="1555780" cy="997936"/>
            </a:xfrm>
            <a:custGeom>
              <a:avLst/>
              <a:gdLst>
                <a:gd name="csX0" fmla="*/ 176775 w 1555780"/>
                <a:gd name="csY0" fmla="*/ 886111 h 997936"/>
                <a:gd name="csX1" fmla="*/ 198004 w 1555780"/>
                <a:gd name="csY1" fmla="*/ 898989 h 997936"/>
                <a:gd name="csX2" fmla="*/ 202081 w 1555780"/>
                <a:gd name="csY2" fmla="*/ 901290 h 997936"/>
                <a:gd name="csX3" fmla="*/ 221674 w 1555780"/>
                <a:gd name="csY3" fmla="*/ 911923 h 997936"/>
                <a:gd name="csX4" fmla="*/ 230829 w 1555780"/>
                <a:gd name="csY4" fmla="*/ 916480 h 997936"/>
                <a:gd name="csX5" fmla="*/ 245342 w 1555780"/>
                <a:gd name="csY5" fmla="*/ 923505 h 997936"/>
                <a:gd name="csX6" fmla="*/ 263981 w 1555780"/>
                <a:gd name="csY6" fmla="*/ 931659 h 997936"/>
                <a:gd name="csX7" fmla="*/ 269011 w 1555780"/>
                <a:gd name="csY7" fmla="*/ 933825 h 997936"/>
                <a:gd name="csX8" fmla="*/ 292680 w 1555780"/>
                <a:gd name="csY8" fmla="*/ 943196 h 997936"/>
                <a:gd name="csX9" fmla="*/ 302961 w 1555780"/>
                <a:gd name="csY9" fmla="*/ 946837 h 997936"/>
                <a:gd name="csX10" fmla="*/ 316349 w 1555780"/>
                <a:gd name="csY10" fmla="*/ 951607 h 997936"/>
                <a:gd name="csX11" fmla="*/ 340018 w 1555780"/>
                <a:gd name="csY11" fmla="*/ 959090 h 997936"/>
                <a:gd name="csX12" fmla="*/ 350473 w 1555780"/>
                <a:gd name="csY12" fmla="*/ 962028 h 997936"/>
                <a:gd name="csX13" fmla="*/ 363687 w 1555780"/>
                <a:gd name="csY13" fmla="*/ 965825 h 997936"/>
                <a:gd name="csX14" fmla="*/ 387356 w 1555780"/>
                <a:gd name="csY14" fmla="*/ 971812 h 997936"/>
                <a:gd name="csX15" fmla="*/ 411024 w 1555780"/>
                <a:gd name="csY15" fmla="*/ 976927 h 997936"/>
                <a:gd name="csX16" fmla="*/ 412457 w 1555780"/>
                <a:gd name="csY16" fmla="*/ 977206 h 997936"/>
                <a:gd name="csX17" fmla="*/ 434694 w 1555780"/>
                <a:gd name="csY17" fmla="*/ 981674 h 997936"/>
                <a:gd name="csX18" fmla="*/ 458358 w 1555780"/>
                <a:gd name="csY18" fmla="*/ 985672 h 997936"/>
                <a:gd name="csX19" fmla="*/ 482036 w 1555780"/>
                <a:gd name="csY19" fmla="*/ 989001 h 997936"/>
                <a:gd name="csX20" fmla="*/ 505704 w 1555780"/>
                <a:gd name="csY20" fmla="*/ 991693 h 997936"/>
                <a:gd name="csX21" fmla="*/ 513209 w 1555780"/>
                <a:gd name="csY21" fmla="*/ 992385 h 997936"/>
                <a:gd name="csX22" fmla="*/ 529371 w 1555780"/>
                <a:gd name="csY22" fmla="*/ 993994 h 997936"/>
                <a:gd name="csX23" fmla="*/ 553039 w 1555780"/>
                <a:gd name="csY23" fmla="*/ 995769 h 997936"/>
                <a:gd name="csX24" fmla="*/ 576706 w 1555780"/>
                <a:gd name="csY24" fmla="*/ 997009 h 997936"/>
                <a:gd name="csX25" fmla="*/ 600373 w 1555780"/>
                <a:gd name="csY25" fmla="*/ 997724 h 997936"/>
                <a:gd name="csX26" fmla="*/ 624041 w 1555780"/>
                <a:gd name="csY26" fmla="*/ 997936 h 997936"/>
                <a:gd name="csX27" fmla="*/ 647708 w 1555780"/>
                <a:gd name="csY27" fmla="*/ 997657 h 997936"/>
                <a:gd name="csX28" fmla="*/ 671387 w 1555780"/>
                <a:gd name="csY28" fmla="*/ 996898 h 997936"/>
                <a:gd name="csX29" fmla="*/ 695054 w 1555780"/>
                <a:gd name="csY29" fmla="*/ 995658 h 997936"/>
                <a:gd name="csX30" fmla="*/ 718722 w 1555780"/>
                <a:gd name="csY30" fmla="*/ 993915 h 997936"/>
                <a:gd name="csX31" fmla="*/ 734883 w 1555780"/>
                <a:gd name="csY31" fmla="*/ 992385 h 997936"/>
                <a:gd name="csX32" fmla="*/ 742389 w 1555780"/>
                <a:gd name="csY32" fmla="*/ 991749 h 997936"/>
                <a:gd name="csX33" fmla="*/ 766056 w 1555780"/>
                <a:gd name="csY33" fmla="*/ 989269 h 997936"/>
                <a:gd name="csX34" fmla="*/ 789724 w 1555780"/>
                <a:gd name="csY34" fmla="*/ 986298 h 997936"/>
                <a:gd name="csX35" fmla="*/ 813391 w 1555780"/>
                <a:gd name="csY35" fmla="*/ 982802 h 997936"/>
                <a:gd name="csX36" fmla="*/ 837058 w 1555780"/>
                <a:gd name="csY36" fmla="*/ 978737 h 997936"/>
                <a:gd name="csX37" fmla="*/ 844966 w 1555780"/>
                <a:gd name="csY37" fmla="*/ 977206 h 997936"/>
                <a:gd name="csX38" fmla="*/ 860737 w 1555780"/>
                <a:gd name="csY38" fmla="*/ 974392 h 997936"/>
                <a:gd name="csX39" fmla="*/ 884404 w 1555780"/>
                <a:gd name="csY39" fmla="*/ 969611 h 997936"/>
                <a:gd name="csX40" fmla="*/ 908072 w 1555780"/>
                <a:gd name="csY40" fmla="*/ 964172 h 997936"/>
                <a:gd name="csX41" fmla="*/ 916560 w 1555780"/>
                <a:gd name="csY41" fmla="*/ 962028 h 997936"/>
                <a:gd name="csX42" fmla="*/ 931739 w 1555780"/>
                <a:gd name="csY42" fmla="*/ 958420 h 997936"/>
                <a:gd name="csX43" fmla="*/ 955407 w 1555780"/>
                <a:gd name="csY43" fmla="*/ 952176 h 997936"/>
                <a:gd name="csX44" fmla="*/ 973534 w 1555780"/>
                <a:gd name="csY44" fmla="*/ 946837 h 997936"/>
                <a:gd name="csX45" fmla="*/ 979074 w 1555780"/>
                <a:gd name="csY45" fmla="*/ 945296 h 997936"/>
                <a:gd name="csX46" fmla="*/ 1002741 w 1555780"/>
                <a:gd name="csY46" fmla="*/ 938137 h 997936"/>
                <a:gd name="csX47" fmla="*/ 1021964 w 1555780"/>
                <a:gd name="csY47" fmla="*/ 931659 h 997936"/>
                <a:gd name="csX48" fmla="*/ 1026420 w 1555780"/>
                <a:gd name="csY48" fmla="*/ 930218 h 997936"/>
                <a:gd name="csX49" fmla="*/ 1050087 w 1555780"/>
                <a:gd name="csY49" fmla="*/ 922008 h 997936"/>
                <a:gd name="csX50" fmla="*/ 1064596 w 1555780"/>
                <a:gd name="csY50" fmla="*/ 916480 h 997936"/>
                <a:gd name="csX51" fmla="*/ 1073755 w 1555780"/>
                <a:gd name="csY51" fmla="*/ 913084 h 997936"/>
                <a:gd name="csX52" fmla="*/ 1097422 w 1555780"/>
                <a:gd name="csY52" fmla="*/ 903602 h 997936"/>
                <a:gd name="csX53" fmla="*/ 1102828 w 1555780"/>
                <a:gd name="csY53" fmla="*/ 901290 h 997936"/>
                <a:gd name="csX54" fmla="*/ 1121090 w 1555780"/>
                <a:gd name="csY54" fmla="*/ 893650 h 997936"/>
                <a:gd name="csX55" fmla="*/ 1137642 w 1555780"/>
                <a:gd name="csY55" fmla="*/ 886111 h 997936"/>
                <a:gd name="csX56" fmla="*/ 1144757 w 1555780"/>
                <a:gd name="csY56" fmla="*/ 882905 h 997936"/>
                <a:gd name="csX57" fmla="*/ 1168424 w 1555780"/>
                <a:gd name="csY57" fmla="*/ 871479 h 997936"/>
                <a:gd name="csX58" fmla="*/ 1169519 w 1555780"/>
                <a:gd name="csY58" fmla="*/ 870932 h 997936"/>
                <a:gd name="csX59" fmla="*/ 1192092 w 1555780"/>
                <a:gd name="csY59" fmla="*/ 859551 h 997936"/>
                <a:gd name="csX60" fmla="*/ 1199195 w 1555780"/>
                <a:gd name="csY60" fmla="*/ 855742 h 997936"/>
                <a:gd name="csX61" fmla="*/ 1215770 w 1555780"/>
                <a:gd name="csY61" fmla="*/ 846796 h 997936"/>
                <a:gd name="csX62" fmla="*/ 1226716 w 1555780"/>
                <a:gd name="csY62" fmla="*/ 840563 h 997936"/>
                <a:gd name="csX63" fmla="*/ 1239438 w 1555780"/>
                <a:gd name="csY63" fmla="*/ 833203 h 997936"/>
                <a:gd name="csX64" fmla="*/ 1252394 w 1555780"/>
                <a:gd name="csY64" fmla="*/ 825384 h 997936"/>
                <a:gd name="csX65" fmla="*/ 1263105 w 1555780"/>
                <a:gd name="csY65" fmla="*/ 818739 h 997936"/>
                <a:gd name="csX66" fmla="*/ 1276419 w 1555780"/>
                <a:gd name="csY66" fmla="*/ 810201 h 997936"/>
                <a:gd name="csX67" fmla="*/ 1286773 w 1555780"/>
                <a:gd name="csY67" fmla="*/ 803329 h 997936"/>
                <a:gd name="csX68" fmla="*/ 1298969 w 1555780"/>
                <a:gd name="csY68" fmla="*/ 795019 h 997936"/>
                <a:gd name="csX69" fmla="*/ 1310440 w 1555780"/>
                <a:gd name="csY69" fmla="*/ 786864 h 997936"/>
                <a:gd name="csX70" fmla="*/ 1320157 w 1555780"/>
                <a:gd name="csY70" fmla="*/ 779837 h 997936"/>
                <a:gd name="csX71" fmla="*/ 1334107 w 1555780"/>
                <a:gd name="csY71" fmla="*/ 769208 h 997936"/>
                <a:gd name="csX72" fmla="*/ 1340038 w 1555780"/>
                <a:gd name="csY72" fmla="*/ 764654 h 997936"/>
                <a:gd name="csX73" fmla="*/ 1357775 w 1555780"/>
                <a:gd name="csY73" fmla="*/ 750174 h 997936"/>
                <a:gd name="csX74" fmla="*/ 1358635 w 1555780"/>
                <a:gd name="csY74" fmla="*/ 749473 h 997936"/>
                <a:gd name="csX75" fmla="*/ 1376449 w 1555780"/>
                <a:gd name="csY75" fmla="*/ 734291 h 997936"/>
                <a:gd name="csX76" fmla="*/ 1381442 w 1555780"/>
                <a:gd name="csY76" fmla="*/ 729729 h 997936"/>
                <a:gd name="csX77" fmla="*/ 1393192 w 1555780"/>
                <a:gd name="csY77" fmla="*/ 719109 h 997936"/>
                <a:gd name="csX78" fmla="*/ 1405121 w 1555780"/>
                <a:gd name="csY78" fmla="*/ 707397 h 997936"/>
                <a:gd name="csX79" fmla="*/ 1408717 w 1555780"/>
                <a:gd name="csY79" fmla="*/ 703927 h 997936"/>
                <a:gd name="csX80" fmla="*/ 1423505 w 1555780"/>
                <a:gd name="csY80" fmla="*/ 688745 h 997936"/>
                <a:gd name="csX81" fmla="*/ 1428788 w 1555780"/>
                <a:gd name="csY81" fmla="*/ 682872 h 997936"/>
                <a:gd name="csX82" fmla="*/ 1437411 w 1555780"/>
                <a:gd name="csY82" fmla="*/ 673562 h 997936"/>
                <a:gd name="csX83" fmla="*/ 1450210 w 1555780"/>
                <a:gd name="csY83" fmla="*/ 658380 h 997936"/>
                <a:gd name="csX84" fmla="*/ 1452455 w 1555780"/>
                <a:gd name="csY84" fmla="*/ 655529 h 997936"/>
                <a:gd name="csX85" fmla="*/ 1462564 w 1555780"/>
                <a:gd name="csY85" fmla="*/ 643198 h 997936"/>
                <a:gd name="csX86" fmla="*/ 1473710 w 1555780"/>
                <a:gd name="csY86" fmla="*/ 628017 h 997936"/>
                <a:gd name="csX87" fmla="*/ 1476123 w 1555780"/>
                <a:gd name="csY87" fmla="*/ 624459 h 997936"/>
                <a:gd name="csX88" fmla="*/ 1484444 w 1555780"/>
                <a:gd name="csY88" fmla="*/ 612835 h 997936"/>
                <a:gd name="csX89" fmla="*/ 1494183 w 1555780"/>
                <a:gd name="csY89" fmla="*/ 597652 h 997936"/>
                <a:gd name="csX90" fmla="*/ 1499790 w 1555780"/>
                <a:gd name="csY90" fmla="*/ 587915 h 997936"/>
                <a:gd name="csX91" fmla="*/ 1503141 w 1555780"/>
                <a:gd name="csY91" fmla="*/ 582470 h 997936"/>
                <a:gd name="csX92" fmla="*/ 1511618 w 1555780"/>
                <a:gd name="csY92" fmla="*/ 567288 h 997936"/>
                <a:gd name="csX93" fmla="*/ 1519068 w 1555780"/>
                <a:gd name="csY93" fmla="*/ 552106 h 997936"/>
                <a:gd name="csX94" fmla="*/ 1523458 w 1555780"/>
                <a:gd name="csY94" fmla="*/ 541997 h 997936"/>
                <a:gd name="csX95" fmla="*/ 1525848 w 1555780"/>
                <a:gd name="csY95" fmla="*/ 536924 h 997936"/>
                <a:gd name="csX96" fmla="*/ 1532192 w 1555780"/>
                <a:gd name="csY96" fmla="*/ 521741 h 997936"/>
                <a:gd name="csX97" fmla="*/ 1537642 w 1555780"/>
                <a:gd name="csY97" fmla="*/ 506559 h 997936"/>
                <a:gd name="csX98" fmla="*/ 1542278 w 1555780"/>
                <a:gd name="csY98" fmla="*/ 491378 h 997936"/>
                <a:gd name="csX99" fmla="*/ 1546131 w 1555780"/>
                <a:gd name="csY99" fmla="*/ 476196 h 997936"/>
                <a:gd name="csX100" fmla="*/ 1547125 w 1555780"/>
                <a:gd name="csY100" fmla="*/ 471382 h 997936"/>
                <a:gd name="csX101" fmla="*/ 1549515 w 1555780"/>
                <a:gd name="csY101" fmla="*/ 461014 h 997936"/>
                <a:gd name="csX102" fmla="*/ 1552229 w 1555780"/>
                <a:gd name="csY102" fmla="*/ 445832 h 997936"/>
                <a:gd name="csX103" fmla="*/ 1554173 w 1555780"/>
                <a:gd name="csY103" fmla="*/ 430649 h 997936"/>
                <a:gd name="csX104" fmla="*/ 1555357 w 1555780"/>
                <a:gd name="csY104" fmla="*/ 415467 h 997936"/>
                <a:gd name="csX105" fmla="*/ 1555781 w 1555780"/>
                <a:gd name="csY105" fmla="*/ 400285 h 997936"/>
                <a:gd name="csX106" fmla="*/ 1555446 w 1555780"/>
                <a:gd name="csY106" fmla="*/ 385103 h 997936"/>
                <a:gd name="csX107" fmla="*/ 1554340 w 1555780"/>
                <a:gd name="csY107" fmla="*/ 369921 h 997936"/>
                <a:gd name="csX108" fmla="*/ 1552408 w 1555780"/>
                <a:gd name="csY108" fmla="*/ 354739 h 997936"/>
                <a:gd name="csX109" fmla="*/ 1549627 w 1555780"/>
                <a:gd name="csY109" fmla="*/ 339557 h 997936"/>
                <a:gd name="csX110" fmla="*/ 1547125 w 1555780"/>
                <a:gd name="csY110" fmla="*/ 329189 h 997936"/>
                <a:gd name="csX111" fmla="*/ 1546053 w 1555780"/>
                <a:gd name="csY111" fmla="*/ 324375 h 997936"/>
                <a:gd name="csX112" fmla="*/ 1541853 w 1555780"/>
                <a:gd name="csY112" fmla="*/ 309193 h 997936"/>
                <a:gd name="csX113" fmla="*/ 1536671 w 1555780"/>
                <a:gd name="csY113" fmla="*/ 294011 h 997936"/>
                <a:gd name="csX114" fmla="*/ 1530427 w 1555780"/>
                <a:gd name="csY114" fmla="*/ 278828 h 997936"/>
                <a:gd name="csX115" fmla="*/ 1523458 w 1555780"/>
                <a:gd name="csY115" fmla="*/ 264565 h 997936"/>
                <a:gd name="csX116" fmla="*/ 1523033 w 1555780"/>
                <a:gd name="csY116" fmla="*/ 263646 h 997936"/>
                <a:gd name="csX117" fmla="*/ 1515058 w 1555780"/>
                <a:gd name="csY117" fmla="*/ 248464 h 997936"/>
                <a:gd name="csX118" fmla="*/ 1505710 w 1555780"/>
                <a:gd name="csY118" fmla="*/ 233282 h 997936"/>
                <a:gd name="csX119" fmla="*/ 1499790 w 1555780"/>
                <a:gd name="csY119" fmla="*/ 224807 h 997936"/>
                <a:gd name="csX120" fmla="*/ 1495222 w 1555780"/>
                <a:gd name="csY120" fmla="*/ 218101 h 997936"/>
                <a:gd name="csX121" fmla="*/ 1483550 w 1555780"/>
                <a:gd name="csY121" fmla="*/ 202919 h 997936"/>
                <a:gd name="csX122" fmla="*/ 1476123 w 1555780"/>
                <a:gd name="csY122" fmla="*/ 194331 h 997936"/>
                <a:gd name="csX123" fmla="*/ 1470449 w 1555780"/>
                <a:gd name="csY123" fmla="*/ 187736 h 997936"/>
                <a:gd name="csX124" fmla="*/ 1455840 w 1555780"/>
                <a:gd name="csY124" fmla="*/ 172554 h 997936"/>
                <a:gd name="csX125" fmla="*/ 1452455 w 1555780"/>
                <a:gd name="csY125" fmla="*/ 169327 h 997936"/>
                <a:gd name="csX126" fmla="*/ 1439745 w 1555780"/>
                <a:gd name="csY126" fmla="*/ 157372 h 997936"/>
                <a:gd name="csX127" fmla="*/ 1428788 w 1555780"/>
                <a:gd name="csY127" fmla="*/ 148062 h 997936"/>
                <a:gd name="csX128" fmla="*/ 1421684 w 1555780"/>
                <a:gd name="csY128" fmla="*/ 142190 h 997936"/>
                <a:gd name="csX129" fmla="*/ 1405121 w 1555780"/>
                <a:gd name="csY129" fmla="*/ 129622 h 997936"/>
                <a:gd name="csX130" fmla="*/ 1401524 w 1555780"/>
                <a:gd name="csY130" fmla="*/ 127008 h 997936"/>
                <a:gd name="csX131" fmla="*/ 1381442 w 1555780"/>
                <a:gd name="csY131" fmla="*/ 113390 h 997936"/>
                <a:gd name="csX132" fmla="*/ 1379007 w 1555780"/>
                <a:gd name="csY132" fmla="*/ 111825 h 997936"/>
                <a:gd name="csX133" fmla="*/ 1357775 w 1555780"/>
                <a:gd name="csY133" fmla="*/ 98947 h 997936"/>
                <a:gd name="csX134" fmla="*/ 1353698 w 1555780"/>
                <a:gd name="csY134" fmla="*/ 96643 h 997936"/>
                <a:gd name="csX135" fmla="*/ 1334107 w 1555780"/>
                <a:gd name="csY135" fmla="*/ 86019 h 997936"/>
                <a:gd name="csX136" fmla="*/ 1324960 w 1555780"/>
                <a:gd name="csY136" fmla="*/ 81462 h 997936"/>
                <a:gd name="csX137" fmla="*/ 1310440 w 1555780"/>
                <a:gd name="csY137" fmla="*/ 74434 h 997936"/>
                <a:gd name="csX138" fmla="*/ 1291799 w 1555780"/>
                <a:gd name="csY138" fmla="*/ 66280 h 997936"/>
                <a:gd name="csX139" fmla="*/ 1286773 w 1555780"/>
                <a:gd name="csY139" fmla="*/ 64110 h 997936"/>
                <a:gd name="csX140" fmla="*/ 1263105 w 1555780"/>
                <a:gd name="csY140" fmla="*/ 54739 h 997936"/>
                <a:gd name="csX141" fmla="*/ 1252818 w 1555780"/>
                <a:gd name="csY141" fmla="*/ 51098 h 997936"/>
                <a:gd name="csX142" fmla="*/ 1239438 w 1555780"/>
                <a:gd name="csY142" fmla="*/ 46331 h 997936"/>
                <a:gd name="csX143" fmla="*/ 1215770 w 1555780"/>
                <a:gd name="csY143" fmla="*/ 38850 h 997936"/>
                <a:gd name="csX144" fmla="*/ 1205305 w 1555780"/>
                <a:gd name="csY144" fmla="*/ 35915 h 997936"/>
                <a:gd name="csX145" fmla="*/ 1192092 w 1555780"/>
                <a:gd name="csY145" fmla="*/ 32116 h 997936"/>
                <a:gd name="csX146" fmla="*/ 1168424 w 1555780"/>
                <a:gd name="csY146" fmla="*/ 26120 h 997936"/>
                <a:gd name="csX147" fmla="*/ 1144757 w 1555780"/>
                <a:gd name="csY147" fmla="*/ 21008 h 997936"/>
                <a:gd name="csX148" fmla="*/ 1143327 w 1555780"/>
                <a:gd name="csY148" fmla="*/ 20733 h 997936"/>
                <a:gd name="csX149" fmla="*/ 1121090 w 1555780"/>
                <a:gd name="csY149" fmla="*/ 16268 h 997936"/>
                <a:gd name="csX150" fmla="*/ 1097422 w 1555780"/>
                <a:gd name="csY150" fmla="*/ 12260 h 997936"/>
                <a:gd name="csX151" fmla="*/ 1073755 w 1555780"/>
                <a:gd name="csY151" fmla="*/ 8939 h 997936"/>
                <a:gd name="csX152" fmla="*/ 1050087 w 1555780"/>
                <a:gd name="csY152" fmla="*/ 6239 h 997936"/>
                <a:gd name="csX153" fmla="*/ 1042582 w 1555780"/>
                <a:gd name="csY153" fmla="*/ 5551 h 997936"/>
                <a:gd name="csX154" fmla="*/ 1026420 w 1555780"/>
                <a:gd name="csY154" fmla="*/ 3948 h 997936"/>
                <a:gd name="csX155" fmla="*/ 1002741 w 1555780"/>
                <a:gd name="csY155" fmla="*/ 2165 h 997936"/>
                <a:gd name="csX156" fmla="*/ 979074 w 1555780"/>
                <a:gd name="csY156" fmla="*/ 928 h 997936"/>
                <a:gd name="csX157" fmla="*/ 955407 w 1555780"/>
                <a:gd name="csY157" fmla="*/ 213 h 997936"/>
                <a:gd name="csX158" fmla="*/ 931739 w 1555780"/>
                <a:gd name="csY158" fmla="*/ 0 h 997936"/>
                <a:gd name="csX159" fmla="*/ 908072 w 1555780"/>
                <a:gd name="csY159" fmla="*/ 276 h 997936"/>
                <a:gd name="csX160" fmla="*/ 884404 w 1555780"/>
                <a:gd name="csY160" fmla="*/ 1035 h 997936"/>
                <a:gd name="csX161" fmla="*/ 860737 w 1555780"/>
                <a:gd name="csY161" fmla="*/ 2282 h 997936"/>
                <a:gd name="csX162" fmla="*/ 837058 w 1555780"/>
                <a:gd name="csY162" fmla="*/ 4022 h 997936"/>
                <a:gd name="csX163" fmla="*/ 820897 w 1555780"/>
                <a:gd name="csY163" fmla="*/ 5551 h 997936"/>
                <a:gd name="csX164" fmla="*/ 813391 w 1555780"/>
                <a:gd name="csY164" fmla="*/ 6192 h 997936"/>
                <a:gd name="csX165" fmla="*/ 789724 w 1555780"/>
                <a:gd name="csY165" fmla="*/ 8666 h 997936"/>
                <a:gd name="csX166" fmla="*/ 766056 w 1555780"/>
                <a:gd name="csY166" fmla="*/ 11635 h 997936"/>
                <a:gd name="csX167" fmla="*/ 742389 w 1555780"/>
                <a:gd name="csY167" fmla="*/ 15134 h 997936"/>
                <a:gd name="csX168" fmla="*/ 718722 w 1555780"/>
                <a:gd name="csY168" fmla="*/ 19204 h 997936"/>
                <a:gd name="csX169" fmla="*/ 710814 w 1555780"/>
                <a:gd name="csY169" fmla="*/ 20733 h 997936"/>
                <a:gd name="csX170" fmla="*/ 695054 w 1555780"/>
                <a:gd name="csY170" fmla="*/ 23548 h 997936"/>
                <a:gd name="csX171" fmla="*/ 671387 w 1555780"/>
                <a:gd name="csY171" fmla="*/ 28326 h 997936"/>
                <a:gd name="csX172" fmla="*/ 647708 w 1555780"/>
                <a:gd name="csY172" fmla="*/ 33768 h 997936"/>
                <a:gd name="csX173" fmla="*/ 639220 w 1555780"/>
                <a:gd name="csY173" fmla="*/ 35915 h 997936"/>
                <a:gd name="csX174" fmla="*/ 624041 w 1555780"/>
                <a:gd name="csY174" fmla="*/ 39514 h 997936"/>
                <a:gd name="csX175" fmla="*/ 600373 w 1555780"/>
                <a:gd name="csY175" fmla="*/ 45760 h 997936"/>
                <a:gd name="csX176" fmla="*/ 582246 w 1555780"/>
                <a:gd name="csY176" fmla="*/ 51098 h 997936"/>
                <a:gd name="csX177" fmla="*/ 576706 w 1555780"/>
                <a:gd name="csY177" fmla="*/ 52646 h 997936"/>
                <a:gd name="csX178" fmla="*/ 553039 w 1555780"/>
                <a:gd name="csY178" fmla="*/ 59796 h 997936"/>
                <a:gd name="csX179" fmla="*/ 533817 w 1555780"/>
                <a:gd name="csY179" fmla="*/ 66280 h 997936"/>
                <a:gd name="csX180" fmla="*/ 529371 w 1555780"/>
                <a:gd name="csY180" fmla="*/ 67717 h 997936"/>
                <a:gd name="csX181" fmla="*/ 505704 w 1555780"/>
                <a:gd name="csY181" fmla="*/ 75928 h 997936"/>
                <a:gd name="csX182" fmla="*/ 491184 w 1555780"/>
                <a:gd name="csY182" fmla="*/ 81462 h 997936"/>
                <a:gd name="csX183" fmla="*/ 482036 w 1555780"/>
                <a:gd name="csY183" fmla="*/ 84849 h 997936"/>
                <a:gd name="csX184" fmla="*/ 458358 w 1555780"/>
                <a:gd name="csY184" fmla="*/ 94336 h 997936"/>
                <a:gd name="csX185" fmla="*/ 452952 w 1555780"/>
                <a:gd name="csY185" fmla="*/ 96643 h 997936"/>
                <a:gd name="csX186" fmla="*/ 434694 w 1555780"/>
                <a:gd name="csY186" fmla="*/ 104292 h 997936"/>
                <a:gd name="csX187" fmla="*/ 418137 w 1555780"/>
                <a:gd name="csY187" fmla="*/ 111825 h 997936"/>
                <a:gd name="csX188" fmla="*/ 411024 w 1555780"/>
                <a:gd name="csY188" fmla="*/ 115029 h 997936"/>
                <a:gd name="csX189" fmla="*/ 387356 w 1555780"/>
                <a:gd name="csY189" fmla="*/ 126458 h 997936"/>
                <a:gd name="csX190" fmla="*/ 386263 w 1555780"/>
                <a:gd name="csY190" fmla="*/ 127008 h 997936"/>
                <a:gd name="csX191" fmla="*/ 363687 w 1555780"/>
                <a:gd name="csY191" fmla="*/ 138390 h 997936"/>
                <a:gd name="csX192" fmla="*/ 356588 w 1555780"/>
                <a:gd name="csY192" fmla="*/ 142190 h 997936"/>
                <a:gd name="csX193" fmla="*/ 340018 w 1555780"/>
                <a:gd name="csY193" fmla="*/ 151142 h 997936"/>
                <a:gd name="csX194" fmla="*/ 329063 w 1555780"/>
                <a:gd name="csY194" fmla="*/ 157372 h 997936"/>
                <a:gd name="csX195" fmla="*/ 316349 w 1555780"/>
                <a:gd name="csY195" fmla="*/ 164730 h 997936"/>
                <a:gd name="csX196" fmla="*/ 303394 w 1555780"/>
                <a:gd name="csY196" fmla="*/ 172554 h 997936"/>
                <a:gd name="csX197" fmla="*/ 292680 w 1555780"/>
                <a:gd name="csY197" fmla="*/ 179195 h 997936"/>
                <a:gd name="csX198" fmla="*/ 279365 w 1555780"/>
                <a:gd name="csY198" fmla="*/ 187736 h 997936"/>
                <a:gd name="csX199" fmla="*/ 269011 w 1555780"/>
                <a:gd name="csY199" fmla="*/ 194609 h 997936"/>
                <a:gd name="csX200" fmla="*/ 256813 w 1555780"/>
                <a:gd name="csY200" fmla="*/ 202919 h 997936"/>
                <a:gd name="csX201" fmla="*/ 245342 w 1555780"/>
                <a:gd name="csY201" fmla="*/ 211073 h 997936"/>
                <a:gd name="csX202" fmla="*/ 235630 w 1555780"/>
                <a:gd name="csY202" fmla="*/ 218101 h 997936"/>
                <a:gd name="csX203" fmla="*/ 221674 w 1555780"/>
                <a:gd name="csY203" fmla="*/ 228729 h 997936"/>
                <a:gd name="csX204" fmla="*/ 215751 w 1555780"/>
                <a:gd name="csY204" fmla="*/ 233282 h 997936"/>
                <a:gd name="csX205" fmla="*/ 198004 w 1555780"/>
                <a:gd name="csY205" fmla="*/ 247764 h 997936"/>
                <a:gd name="csX206" fmla="*/ 197147 w 1555780"/>
                <a:gd name="csY206" fmla="*/ 248464 h 997936"/>
                <a:gd name="csX207" fmla="*/ 179328 w 1555780"/>
                <a:gd name="csY207" fmla="*/ 263646 h 997936"/>
                <a:gd name="csX208" fmla="*/ 174336 w 1555780"/>
                <a:gd name="csY208" fmla="*/ 268209 h 997936"/>
                <a:gd name="csX209" fmla="*/ 162590 w 1555780"/>
                <a:gd name="csY209" fmla="*/ 278828 h 997936"/>
                <a:gd name="csX210" fmla="*/ 150667 w 1555780"/>
                <a:gd name="csY210" fmla="*/ 290540 h 997936"/>
                <a:gd name="csX211" fmla="*/ 147068 w 1555780"/>
                <a:gd name="csY211" fmla="*/ 294011 h 997936"/>
                <a:gd name="csX212" fmla="*/ 132279 w 1555780"/>
                <a:gd name="csY212" fmla="*/ 309193 h 997936"/>
                <a:gd name="csX213" fmla="*/ 126999 w 1555780"/>
                <a:gd name="csY213" fmla="*/ 315066 h 997936"/>
                <a:gd name="csX214" fmla="*/ 118371 w 1555780"/>
                <a:gd name="csY214" fmla="*/ 324375 h 997936"/>
                <a:gd name="csX215" fmla="*/ 105572 w 1555780"/>
                <a:gd name="csY215" fmla="*/ 339557 h 997936"/>
                <a:gd name="csX216" fmla="*/ 103329 w 1555780"/>
                <a:gd name="csY216" fmla="*/ 342409 h 997936"/>
                <a:gd name="csX217" fmla="*/ 93222 w 1555780"/>
                <a:gd name="csY217" fmla="*/ 354739 h 997936"/>
                <a:gd name="csX218" fmla="*/ 82074 w 1555780"/>
                <a:gd name="csY218" fmla="*/ 369921 h 997936"/>
                <a:gd name="csX219" fmla="*/ 79661 w 1555780"/>
                <a:gd name="csY219" fmla="*/ 373478 h 997936"/>
                <a:gd name="csX220" fmla="*/ 71340 w 1555780"/>
                <a:gd name="csY220" fmla="*/ 385103 h 997936"/>
                <a:gd name="csX221" fmla="*/ 61602 w 1555780"/>
                <a:gd name="csY221" fmla="*/ 400285 h 997936"/>
                <a:gd name="csX222" fmla="*/ 55992 w 1555780"/>
                <a:gd name="csY222" fmla="*/ 410022 h 997936"/>
                <a:gd name="csX223" fmla="*/ 52643 w 1555780"/>
                <a:gd name="csY223" fmla="*/ 415467 h 997936"/>
                <a:gd name="csX224" fmla="*/ 44159 w 1555780"/>
                <a:gd name="csY224" fmla="*/ 430649 h 997936"/>
                <a:gd name="csX225" fmla="*/ 36712 w 1555780"/>
                <a:gd name="csY225" fmla="*/ 445832 h 997936"/>
                <a:gd name="csX226" fmla="*/ 32322 w 1555780"/>
                <a:gd name="csY226" fmla="*/ 455941 h 997936"/>
                <a:gd name="csX227" fmla="*/ 29938 w 1555780"/>
                <a:gd name="csY227" fmla="*/ 461014 h 997936"/>
                <a:gd name="csX228" fmla="*/ 23593 w 1555780"/>
                <a:gd name="csY228" fmla="*/ 476196 h 997936"/>
                <a:gd name="csX229" fmla="*/ 18139 w 1555780"/>
                <a:gd name="csY229" fmla="*/ 491378 h 997936"/>
                <a:gd name="csX230" fmla="*/ 13510 w 1555780"/>
                <a:gd name="csY230" fmla="*/ 506559 h 997936"/>
                <a:gd name="csX231" fmla="*/ 9653 w 1555780"/>
                <a:gd name="csY231" fmla="*/ 521741 h 997936"/>
                <a:gd name="csX232" fmla="*/ 8654 w 1555780"/>
                <a:gd name="csY232" fmla="*/ 526555 h 997936"/>
                <a:gd name="csX233" fmla="*/ 6269 w 1555780"/>
                <a:gd name="csY233" fmla="*/ 536924 h 997936"/>
                <a:gd name="csX234" fmla="*/ 3556 w 1555780"/>
                <a:gd name="csY234" fmla="*/ 552106 h 997936"/>
                <a:gd name="csX235" fmla="*/ 1614 w 1555780"/>
                <a:gd name="csY235" fmla="*/ 567288 h 997936"/>
                <a:gd name="csX236" fmla="*/ 429 w 1555780"/>
                <a:gd name="csY236" fmla="*/ 582470 h 997936"/>
                <a:gd name="csX237" fmla="*/ 0 w 1555780"/>
                <a:gd name="csY237" fmla="*/ 597652 h 997936"/>
                <a:gd name="csX238" fmla="*/ 333 w 1555780"/>
                <a:gd name="csY238" fmla="*/ 612835 h 997936"/>
                <a:gd name="csX239" fmla="*/ 1448 w 1555780"/>
                <a:gd name="csY239" fmla="*/ 628017 h 997936"/>
                <a:gd name="csX240" fmla="*/ 3374 w 1555780"/>
                <a:gd name="csY240" fmla="*/ 643198 h 997936"/>
                <a:gd name="csX241" fmla="*/ 6155 w 1555780"/>
                <a:gd name="csY241" fmla="*/ 658380 h 997936"/>
                <a:gd name="csX242" fmla="*/ 8654 w 1555780"/>
                <a:gd name="csY242" fmla="*/ 668748 h 997936"/>
                <a:gd name="csX243" fmla="*/ 9726 w 1555780"/>
                <a:gd name="csY243" fmla="*/ 673562 h 997936"/>
                <a:gd name="csX244" fmla="*/ 13935 w 1555780"/>
                <a:gd name="csY244" fmla="*/ 688745 h 997936"/>
                <a:gd name="csX245" fmla="*/ 19114 w 1555780"/>
                <a:gd name="csY245" fmla="*/ 703927 h 997936"/>
                <a:gd name="csX246" fmla="*/ 25361 w 1555780"/>
                <a:gd name="csY246" fmla="*/ 719109 h 997936"/>
                <a:gd name="csX247" fmla="*/ 32322 w 1555780"/>
                <a:gd name="csY247" fmla="*/ 733372 h 997936"/>
                <a:gd name="csX248" fmla="*/ 32750 w 1555780"/>
                <a:gd name="csY248" fmla="*/ 734291 h 997936"/>
                <a:gd name="csX249" fmla="*/ 40722 w 1555780"/>
                <a:gd name="csY249" fmla="*/ 749473 h 997936"/>
                <a:gd name="csX250" fmla="*/ 50068 w 1555780"/>
                <a:gd name="csY250" fmla="*/ 764654 h 997936"/>
                <a:gd name="csX251" fmla="*/ 55992 w 1555780"/>
                <a:gd name="csY251" fmla="*/ 773131 h 997936"/>
                <a:gd name="csX252" fmla="*/ 60566 w 1555780"/>
                <a:gd name="csY252" fmla="*/ 779837 h 997936"/>
                <a:gd name="csX253" fmla="*/ 72229 w 1555780"/>
                <a:gd name="csY253" fmla="*/ 795019 h 997936"/>
                <a:gd name="csX254" fmla="*/ 79661 w 1555780"/>
                <a:gd name="csY254" fmla="*/ 803607 h 997936"/>
                <a:gd name="csX255" fmla="*/ 85338 w 1555780"/>
                <a:gd name="csY255" fmla="*/ 810201 h 997936"/>
                <a:gd name="csX256" fmla="*/ 99947 w 1555780"/>
                <a:gd name="csY256" fmla="*/ 825384 h 997936"/>
                <a:gd name="csX257" fmla="*/ 103329 w 1555780"/>
                <a:gd name="csY257" fmla="*/ 828612 h 997936"/>
                <a:gd name="csX258" fmla="*/ 116043 w 1555780"/>
                <a:gd name="csY258" fmla="*/ 840563 h 997936"/>
                <a:gd name="csX259" fmla="*/ 126999 w 1555780"/>
                <a:gd name="csY259" fmla="*/ 849878 h 997936"/>
                <a:gd name="csX260" fmla="*/ 134103 w 1555780"/>
                <a:gd name="csY260" fmla="*/ 855742 h 997936"/>
                <a:gd name="csX261" fmla="*/ 150667 w 1555780"/>
                <a:gd name="csY261" fmla="*/ 868318 h 997936"/>
                <a:gd name="csX262" fmla="*/ 154259 w 1555780"/>
                <a:gd name="csY262" fmla="*/ 870932 h 997936"/>
                <a:gd name="csX263" fmla="*/ 174336 w 1555780"/>
                <a:gd name="csY263" fmla="*/ 884547 h 997936"/>
                <a:gd name="csX264" fmla="*/ 176775 w 1555780"/>
                <a:gd name="csY264" fmla="*/ 886111 h 9979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</a:cxnLst>
              <a:rect l="l" t="t" r="r" b="b"/>
              <a:pathLst>
                <a:path w="1555780" h="997936">
                  <a:moveTo>
                    <a:pt x="176775" y="886111"/>
                  </a:moveTo>
                  <a:lnTo>
                    <a:pt x="198004" y="898989"/>
                  </a:lnTo>
                  <a:lnTo>
                    <a:pt x="202081" y="901290"/>
                  </a:lnTo>
                  <a:lnTo>
                    <a:pt x="221674" y="911923"/>
                  </a:lnTo>
                  <a:lnTo>
                    <a:pt x="230829" y="916480"/>
                  </a:lnTo>
                  <a:lnTo>
                    <a:pt x="245342" y="923505"/>
                  </a:lnTo>
                  <a:lnTo>
                    <a:pt x="263981" y="931659"/>
                  </a:lnTo>
                  <a:lnTo>
                    <a:pt x="269011" y="933825"/>
                  </a:lnTo>
                  <a:lnTo>
                    <a:pt x="292680" y="943196"/>
                  </a:lnTo>
                  <a:lnTo>
                    <a:pt x="302961" y="946837"/>
                  </a:lnTo>
                  <a:lnTo>
                    <a:pt x="316349" y="951607"/>
                  </a:lnTo>
                  <a:lnTo>
                    <a:pt x="340018" y="959090"/>
                  </a:lnTo>
                  <a:lnTo>
                    <a:pt x="350473" y="962028"/>
                  </a:lnTo>
                  <a:lnTo>
                    <a:pt x="363687" y="965825"/>
                  </a:lnTo>
                  <a:lnTo>
                    <a:pt x="387356" y="971812"/>
                  </a:lnTo>
                  <a:lnTo>
                    <a:pt x="411024" y="976927"/>
                  </a:lnTo>
                  <a:lnTo>
                    <a:pt x="412457" y="977206"/>
                  </a:lnTo>
                  <a:lnTo>
                    <a:pt x="434694" y="981674"/>
                  </a:lnTo>
                  <a:lnTo>
                    <a:pt x="458358" y="985672"/>
                  </a:lnTo>
                  <a:lnTo>
                    <a:pt x="482036" y="989001"/>
                  </a:lnTo>
                  <a:lnTo>
                    <a:pt x="505704" y="991693"/>
                  </a:lnTo>
                  <a:lnTo>
                    <a:pt x="513209" y="992385"/>
                  </a:lnTo>
                  <a:lnTo>
                    <a:pt x="529371" y="993994"/>
                  </a:lnTo>
                  <a:lnTo>
                    <a:pt x="553039" y="995769"/>
                  </a:lnTo>
                  <a:lnTo>
                    <a:pt x="576706" y="997009"/>
                  </a:lnTo>
                  <a:lnTo>
                    <a:pt x="600373" y="997724"/>
                  </a:lnTo>
                  <a:lnTo>
                    <a:pt x="624041" y="997936"/>
                  </a:lnTo>
                  <a:lnTo>
                    <a:pt x="647708" y="997657"/>
                  </a:lnTo>
                  <a:lnTo>
                    <a:pt x="671387" y="996898"/>
                  </a:lnTo>
                  <a:lnTo>
                    <a:pt x="695054" y="995658"/>
                  </a:lnTo>
                  <a:lnTo>
                    <a:pt x="718722" y="993915"/>
                  </a:lnTo>
                  <a:lnTo>
                    <a:pt x="734883" y="992385"/>
                  </a:lnTo>
                  <a:lnTo>
                    <a:pt x="742389" y="991749"/>
                  </a:lnTo>
                  <a:lnTo>
                    <a:pt x="766056" y="989269"/>
                  </a:lnTo>
                  <a:lnTo>
                    <a:pt x="789724" y="986298"/>
                  </a:lnTo>
                  <a:lnTo>
                    <a:pt x="813391" y="982802"/>
                  </a:lnTo>
                  <a:lnTo>
                    <a:pt x="837058" y="978737"/>
                  </a:lnTo>
                  <a:lnTo>
                    <a:pt x="844966" y="977206"/>
                  </a:lnTo>
                  <a:lnTo>
                    <a:pt x="860737" y="974392"/>
                  </a:lnTo>
                  <a:lnTo>
                    <a:pt x="884404" y="969611"/>
                  </a:lnTo>
                  <a:lnTo>
                    <a:pt x="908072" y="964172"/>
                  </a:lnTo>
                  <a:lnTo>
                    <a:pt x="916560" y="962028"/>
                  </a:lnTo>
                  <a:lnTo>
                    <a:pt x="931739" y="958420"/>
                  </a:lnTo>
                  <a:lnTo>
                    <a:pt x="955407" y="952176"/>
                  </a:lnTo>
                  <a:lnTo>
                    <a:pt x="973534" y="946837"/>
                  </a:lnTo>
                  <a:lnTo>
                    <a:pt x="979074" y="945296"/>
                  </a:lnTo>
                  <a:lnTo>
                    <a:pt x="1002741" y="938137"/>
                  </a:lnTo>
                  <a:lnTo>
                    <a:pt x="1021964" y="931659"/>
                  </a:lnTo>
                  <a:lnTo>
                    <a:pt x="1026420" y="930218"/>
                  </a:lnTo>
                  <a:lnTo>
                    <a:pt x="1050087" y="922008"/>
                  </a:lnTo>
                  <a:lnTo>
                    <a:pt x="1064596" y="916480"/>
                  </a:lnTo>
                  <a:lnTo>
                    <a:pt x="1073755" y="913084"/>
                  </a:lnTo>
                  <a:lnTo>
                    <a:pt x="1097422" y="903602"/>
                  </a:lnTo>
                  <a:lnTo>
                    <a:pt x="1102828" y="901290"/>
                  </a:lnTo>
                  <a:lnTo>
                    <a:pt x="1121090" y="893650"/>
                  </a:lnTo>
                  <a:lnTo>
                    <a:pt x="1137642" y="886111"/>
                  </a:lnTo>
                  <a:lnTo>
                    <a:pt x="1144757" y="882905"/>
                  </a:lnTo>
                  <a:lnTo>
                    <a:pt x="1168424" y="871479"/>
                  </a:lnTo>
                  <a:lnTo>
                    <a:pt x="1169519" y="870932"/>
                  </a:lnTo>
                  <a:lnTo>
                    <a:pt x="1192092" y="859551"/>
                  </a:lnTo>
                  <a:lnTo>
                    <a:pt x="1199195" y="855742"/>
                  </a:lnTo>
                  <a:lnTo>
                    <a:pt x="1215770" y="846796"/>
                  </a:lnTo>
                  <a:lnTo>
                    <a:pt x="1226716" y="840563"/>
                  </a:lnTo>
                  <a:lnTo>
                    <a:pt x="1239438" y="833203"/>
                  </a:lnTo>
                  <a:lnTo>
                    <a:pt x="1252394" y="825384"/>
                  </a:lnTo>
                  <a:lnTo>
                    <a:pt x="1263105" y="818739"/>
                  </a:lnTo>
                  <a:lnTo>
                    <a:pt x="1276419" y="810201"/>
                  </a:lnTo>
                  <a:lnTo>
                    <a:pt x="1286773" y="803329"/>
                  </a:lnTo>
                  <a:lnTo>
                    <a:pt x="1298969" y="795019"/>
                  </a:lnTo>
                  <a:lnTo>
                    <a:pt x="1310440" y="786864"/>
                  </a:lnTo>
                  <a:lnTo>
                    <a:pt x="1320157" y="779837"/>
                  </a:lnTo>
                  <a:lnTo>
                    <a:pt x="1334107" y="769208"/>
                  </a:lnTo>
                  <a:lnTo>
                    <a:pt x="1340038" y="764654"/>
                  </a:lnTo>
                  <a:lnTo>
                    <a:pt x="1357775" y="750174"/>
                  </a:lnTo>
                  <a:lnTo>
                    <a:pt x="1358635" y="749473"/>
                  </a:lnTo>
                  <a:lnTo>
                    <a:pt x="1376449" y="734291"/>
                  </a:lnTo>
                  <a:lnTo>
                    <a:pt x="1381442" y="729729"/>
                  </a:lnTo>
                  <a:lnTo>
                    <a:pt x="1393192" y="719109"/>
                  </a:lnTo>
                  <a:lnTo>
                    <a:pt x="1405121" y="707397"/>
                  </a:lnTo>
                  <a:lnTo>
                    <a:pt x="1408717" y="703927"/>
                  </a:lnTo>
                  <a:lnTo>
                    <a:pt x="1423505" y="688745"/>
                  </a:lnTo>
                  <a:lnTo>
                    <a:pt x="1428788" y="682872"/>
                  </a:lnTo>
                  <a:lnTo>
                    <a:pt x="1437411" y="673562"/>
                  </a:lnTo>
                  <a:lnTo>
                    <a:pt x="1450210" y="658380"/>
                  </a:lnTo>
                  <a:lnTo>
                    <a:pt x="1452455" y="655529"/>
                  </a:lnTo>
                  <a:lnTo>
                    <a:pt x="1462564" y="643198"/>
                  </a:lnTo>
                  <a:lnTo>
                    <a:pt x="1473710" y="628017"/>
                  </a:lnTo>
                  <a:lnTo>
                    <a:pt x="1476123" y="624459"/>
                  </a:lnTo>
                  <a:lnTo>
                    <a:pt x="1484444" y="612835"/>
                  </a:lnTo>
                  <a:lnTo>
                    <a:pt x="1494183" y="597652"/>
                  </a:lnTo>
                  <a:lnTo>
                    <a:pt x="1499790" y="587915"/>
                  </a:lnTo>
                  <a:lnTo>
                    <a:pt x="1503141" y="582470"/>
                  </a:lnTo>
                  <a:lnTo>
                    <a:pt x="1511618" y="567288"/>
                  </a:lnTo>
                  <a:lnTo>
                    <a:pt x="1519068" y="552106"/>
                  </a:lnTo>
                  <a:lnTo>
                    <a:pt x="1523458" y="541997"/>
                  </a:lnTo>
                  <a:lnTo>
                    <a:pt x="1525848" y="536924"/>
                  </a:lnTo>
                  <a:lnTo>
                    <a:pt x="1532192" y="521741"/>
                  </a:lnTo>
                  <a:lnTo>
                    <a:pt x="1537642" y="506559"/>
                  </a:lnTo>
                  <a:lnTo>
                    <a:pt x="1542278" y="491378"/>
                  </a:lnTo>
                  <a:lnTo>
                    <a:pt x="1546131" y="476196"/>
                  </a:lnTo>
                  <a:lnTo>
                    <a:pt x="1547125" y="471382"/>
                  </a:lnTo>
                  <a:lnTo>
                    <a:pt x="1549515" y="461014"/>
                  </a:lnTo>
                  <a:lnTo>
                    <a:pt x="1552229" y="445832"/>
                  </a:lnTo>
                  <a:lnTo>
                    <a:pt x="1554173" y="430649"/>
                  </a:lnTo>
                  <a:lnTo>
                    <a:pt x="1555357" y="415467"/>
                  </a:lnTo>
                  <a:lnTo>
                    <a:pt x="1555781" y="400285"/>
                  </a:lnTo>
                  <a:lnTo>
                    <a:pt x="1555446" y="385103"/>
                  </a:lnTo>
                  <a:lnTo>
                    <a:pt x="1554340" y="369921"/>
                  </a:lnTo>
                  <a:lnTo>
                    <a:pt x="1552408" y="354739"/>
                  </a:lnTo>
                  <a:lnTo>
                    <a:pt x="1549627" y="339557"/>
                  </a:lnTo>
                  <a:lnTo>
                    <a:pt x="1547125" y="329189"/>
                  </a:lnTo>
                  <a:lnTo>
                    <a:pt x="1546053" y="324375"/>
                  </a:lnTo>
                  <a:lnTo>
                    <a:pt x="1541853" y="309193"/>
                  </a:lnTo>
                  <a:lnTo>
                    <a:pt x="1536671" y="294011"/>
                  </a:lnTo>
                  <a:lnTo>
                    <a:pt x="1530427" y="278828"/>
                  </a:lnTo>
                  <a:lnTo>
                    <a:pt x="1523458" y="264565"/>
                  </a:lnTo>
                  <a:lnTo>
                    <a:pt x="1523033" y="263646"/>
                  </a:lnTo>
                  <a:lnTo>
                    <a:pt x="1515058" y="248464"/>
                  </a:lnTo>
                  <a:lnTo>
                    <a:pt x="1505710" y="233282"/>
                  </a:lnTo>
                  <a:lnTo>
                    <a:pt x="1499790" y="224807"/>
                  </a:lnTo>
                  <a:lnTo>
                    <a:pt x="1495222" y="218101"/>
                  </a:lnTo>
                  <a:lnTo>
                    <a:pt x="1483550" y="202919"/>
                  </a:lnTo>
                  <a:lnTo>
                    <a:pt x="1476123" y="194331"/>
                  </a:lnTo>
                  <a:lnTo>
                    <a:pt x="1470449" y="187736"/>
                  </a:lnTo>
                  <a:lnTo>
                    <a:pt x="1455840" y="172554"/>
                  </a:lnTo>
                  <a:lnTo>
                    <a:pt x="1452455" y="169327"/>
                  </a:lnTo>
                  <a:lnTo>
                    <a:pt x="1439745" y="157372"/>
                  </a:lnTo>
                  <a:lnTo>
                    <a:pt x="1428788" y="148062"/>
                  </a:lnTo>
                  <a:lnTo>
                    <a:pt x="1421684" y="142190"/>
                  </a:lnTo>
                  <a:lnTo>
                    <a:pt x="1405121" y="129622"/>
                  </a:lnTo>
                  <a:lnTo>
                    <a:pt x="1401524" y="127008"/>
                  </a:lnTo>
                  <a:lnTo>
                    <a:pt x="1381442" y="113390"/>
                  </a:lnTo>
                  <a:lnTo>
                    <a:pt x="1379007" y="111825"/>
                  </a:lnTo>
                  <a:lnTo>
                    <a:pt x="1357775" y="98947"/>
                  </a:lnTo>
                  <a:lnTo>
                    <a:pt x="1353698" y="96643"/>
                  </a:lnTo>
                  <a:lnTo>
                    <a:pt x="1334107" y="86019"/>
                  </a:lnTo>
                  <a:lnTo>
                    <a:pt x="1324960" y="81462"/>
                  </a:lnTo>
                  <a:lnTo>
                    <a:pt x="1310440" y="74434"/>
                  </a:lnTo>
                  <a:lnTo>
                    <a:pt x="1291799" y="66280"/>
                  </a:lnTo>
                  <a:lnTo>
                    <a:pt x="1286773" y="64110"/>
                  </a:lnTo>
                  <a:lnTo>
                    <a:pt x="1263105" y="54739"/>
                  </a:lnTo>
                  <a:lnTo>
                    <a:pt x="1252818" y="51098"/>
                  </a:lnTo>
                  <a:lnTo>
                    <a:pt x="1239438" y="46331"/>
                  </a:lnTo>
                  <a:lnTo>
                    <a:pt x="1215770" y="38850"/>
                  </a:lnTo>
                  <a:lnTo>
                    <a:pt x="1205305" y="35915"/>
                  </a:lnTo>
                  <a:lnTo>
                    <a:pt x="1192092" y="32116"/>
                  </a:lnTo>
                  <a:lnTo>
                    <a:pt x="1168424" y="26120"/>
                  </a:lnTo>
                  <a:lnTo>
                    <a:pt x="1144757" y="21008"/>
                  </a:lnTo>
                  <a:lnTo>
                    <a:pt x="1143327" y="20733"/>
                  </a:lnTo>
                  <a:lnTo>
                    <a:pt x="1121090" y="16268"/>
                  </a:lnTo>
                  <a:lnTo>
                    <a:pt x="1097422" y="12260"/>
                  </a:lnTo>
                  <a:lnTo>
                    <a:pt x="1073755" y="8939"/>
                  </a:lnTo>
                  <a:lnTo>
                    <a:pt x="1050087" y="6239"/>
                  </a:lnTo>
                  <a:lnTo>
                    <a:pt x="1042582" y="5551"/>
                  </a:lnTo>
                  <a:lnTo>
                    <a:pt x="1026420" y="3948"/>
                  </a:lnTo>
                  <a:lnTo>
                    <a:pt x="1002741" y="2165"/>
                  </a:lnTo>
                  <a:lnTo>
                    <a:pt x="979074" y="928"/>
                  </a:lnTo>
                  <a:lnTo>
                    <a:pt x="955407" y="213"/>
                  </a:lnTo>
                  <a:lnTo>
                    <a:pt x="931739" y="0"/>
                  </a:lnTo>
                  <a:lnTo>
                    <a:pt x="908072" y="276"/>
                  </a:lnTo>
                  <a:lnTo>
                    <a:pt x="884404" y="1035"/>
                  </a:lnTo>
                  <a:lnTo>
                    <a:pt x="860737" y="2282"/>
                  </a:lnTo>
                  <a:lnTo>
                    <a:pt x="837058" y="4022"/>
                  </a:lnTo>
                  <a:lnTo>
                    <a:pt x="820897" y="5551"/>
                  </a:lnTo>
                  <a:lnTo>
                    <a:pt x="813391" y="6192"/>
                  </a:lnTo>
                  <a:lnTo>
                    <a:pt x="789724" y="8666"/>
                  </a:lnTo>
                  <a:lnTo>
                    <a:pt x="766056" y="11635"/>
                  </a:lnTo>
                  <a:lnTo>
                    <a:pt x="742389" y="15134"/>
                  </a:lnTo>
                  <a:lnTo>
                    <a:pt x="718722" y="19204"/>
                  </a:lnTo>
                  <a:lnTo>
                    <a:pt x="710814" y="20733"/>
                  </a:lnTo>
                  <a:lnTo>
                    <a:pt x="695054" y="23548"/>
                  </a:lnTo>
                  <a:lnTo>
                    <a:pt x="671387" y="28326"/>
                  </a:lnTo>
                  <a:lnTo>
                    <a:pt x="647708" y="33768"/>
                  </a:lnTo>
                  <a:lnTo>
                    <a:pt x="639220" y="35915"/>
                  </a:lnTo>
                  <a:lnTo>
                    <a:pt x="624041" y="39514"/>
                  </a:lnTo>
                  <a:lnTo>
                    <a:pt x="600373" y="45760"/>
                  </a:lnTo>
                  <a:lnTo>
                    <a:pt x="582246" y="51098"/>
                  </a:lnTo>
                  <a:lnTo>
                    <a:pt x="576706" y="52646"/>
                  </a:lnTo>
                  <a:lnTo>
                    <a:pt x="553039" y="59796"/>
                  </a:lnTo>
                  <a:lnTo>
                    <a:pt x="533817" y="66280"/>
                  </a:lnTo>
                  <a:lnTo>
                    <a:pt x="529371" y="67717"/>
                  </a:lnTo>
                  <a:lnTo>
                    <a:pt x="505704" y="75928"/>
                  </a:lnTo>
                  <a:lnTo>
                    <a:pt x="491184" y="81462"/>
                  </a:lnTo>
                  <a:lnTo>
                    <a:pt x="482036" y="84849"/>
                  </a:lnTo>
                  <a:lnTo>
                    <a:pt x="458358" y="94336"/>
                  </a:lnTo>
                  <a:lnTo>
                    <a:pt x="452952" y="96643"/>
                  </a:lnTo>
                  <a:lnTo>
                    <a:pt x="434694" y="104292"/>
                  </a:lnTo>
                  <a:lnTo>
                    <a:pt x="418137" y="111825"/>
                  </a:lnTo>
                  <a:lnTo>
                    <a:pt x="411024" y="115029"/>
                  </a:lnTo>
                  <a:lnTo>
                    <a:pt x="387356" y="126458"/>
                  </a:lnTo>
                  <a:lnTo>
                    <a:pt x="386263" y="127008"/>
                  </a:lnTo>
                  <a:lnTo>
                    <a:pt x="363687" y="138390"/>
                  </a:lnTo>
                  <a:lnTo>
                    <a:pt x="356588" y="142190"/>
                  </a:lnTo>
                  <a:lnTo>
                    <a:pt x="340018" y="151142"/>
                  </a:lnTo>
                  <a:lnTo>
                    <a:pt x="329063" y="157372"/>
                  </a:lnTo>
                  <a:lnTo>
                    <a:pt x="316349" y="164730"/>
                  </a:lnTo>
                  <a:lnTo>
                    <a:pt x="303394" y="172554"/>
                  </a:lnTo>
                  <a:lnTo>
                    <a:pt x="292680" y="179195"/>
                  </a:lnTo>
                  <a:lnTo>
                    <a:pt x="279365" y="187736"/>
                  </a:lnTo>
                  <a:lnTo>
                    <a:pt x="269011" y="194609"/>
                  </a:lnTo>
                  <a:lnTo>
                    <a:pt x="256813" y="202919"/>
                  </a:lnTo>
                  <a:lnTo>
                    <a:pt x="245342" y="211073"/>
                  </a:lnTo>
                  <a:lnTo>
                    <a:pt x="235630" y="218101"/>
                  </a:lnTo>
                  <a:lnTo>
                    <a:pt x="221674" y="228729"/>
                  </a:lnTo>
                  <a:lnTo>
                    <a:pt x="215751" y="233282"/>
                  </a:lnTo>
                  <a:lnTo>
                    <a:pt x="198004" y="247764"/>
                  </a:lnTo>
                  <a:lnTo>
                    <a:pt x="197147" y="248464"/>
                  </a:lnTo>
                  <a:lnTo>
                    <a:pt x="179328" y="263646"/>
                  </a:lnTo>
                  <a:lnTo>
                    <a:pt x="174336" y="268209"/>
                  </a:lnTo>
                  <a:lnTo>
                    <a:pt x="162590" y="278828"/>
                  </a:lnTo>
                  <a:lnTo>
                    <a:pt x="150667" y="290540"/>
                  </a:lnTo>
                  <a:lnTo>
                    <a:pt x="147068" y="294011"/>
                  </a:lnTo>
                  <a:lnTo>
                    <a:pt x="132279" y="309193"/>
                  </a:lnTo>
                  <a:lnTo>
                    <a:pt x="126999" y="315066"/>
                  </a:lnTo>
                  <a:lnTo>
                    <a:pt x="118371" y="324375"/>
                  </a:lnTo>
                  <a:lnTo>
                    <a:pt x="105572" y="339557"/>
                  </a:lnTo>
                  <a:lnTo>
                    <a:pt x="103329" y="342409"/>
                  </a:lnTo>
                  <a:lnTo>
                    <a:pt x="93222" y="354739"/>
                  </a:lnTo>
                  <a:lnTo>
                    <a:pt x="82074" y="369921"/>
                  </a:lnTo>
                  <a:lnTo>
                    <a:pt x="79661" y="373478"/>
                  </a:lnTo>
                  <a:lnTo>
                    <a:pt x="71340" y="385103"/>
                  </a:lnTo>
                  <a:lnTo>
                    <a:pt x="61602" y="400285"/>
                  </a:lnTo>
                  <a:lnTo>
                    <a:pt x="55992" y="410022"/>
                  </a:lnTo>
                  <a:lnTo>
                    <a:pt x="52643" y="415467"/>
                  </a:lnTo>
                  <a:lnTo>
                    <a:pt x="44159" y="430649"/>
                  </a:lnTo>
                  <a:lnTo>
                    <a:pt x="36712" y="445832"/>
                  </a:lnTo>
                  <a:lnTo>
                    <a:pt x="32322" y="455941"/>
                  </a:lnTo>
                  <a:lnTo>
                    <a:pt x="29938" y="461014"/>
                  </a:lnTo>
                  <a:lnTo>
                    <a:pt x="23593" y="476196"/>
                  </a:lnTo>
                  <a:lnTo>
                    <a:pt x="18139" y="491378"/>
                  </a:lnTo>
                  <a:lnTo>
                    <a:pt x="13510" y="506559"/>
                  </a:lnTo>
                  <a:lnTo>
                    <a:pt x="9653" y="521741"/>
                  </a:lnTo>
                  <a:lnTo>
                    <a:pt x="8654" y="526555"/>
                  </a:lnTo>
                  <a:lnTo>
                    <a:pt x="6269" y="536924"/>
                  </a:lnTo>
                  <a:lnTo>
                    <a:pt x="3556" y="552106"/>
                  </a:lnTo>
                  <a:lnTo>
                    <a:pt x="1614" y="567288"/>
                  </a:lnTo>
                  <a:lnTo>
                    <a:pt x="429" y="582470"/>
                  </a:lnTo>
                  <a:lnTo>
                    <a:pt x="0" y="597652"/>
                  </a:lnTo>
                  <a:lnTo>
                    <a:pt x="333" y="612835"/>
                  </a:lnTo>
                  <a:lnTo>
                    <a:pt x="1448" y="628017"/>
                  </a:lnTo>
                  <a:lnTo>
                    <a:pt x="3374" y="643198"/>
                  </a:lnTo>
                  <a:lnTo>
                    <a:pt x="6155" y="658380"/>
                  </a:lnTo>
                  <a:lnTo>
                    <a:pt x="8654" y="668748"/>
                  </a:lnTo>
                  <a:lnTo>
                    <a:pt x="9726" y="673562"/>
                  </a:lnTo>
                  <a:lnTo>
                    <a:pt x="13935" y="688745"/>
                  </a:lnTo>
                  <a:lnTo>
                    <a:pt x="19114" y="703927"/>
                  </a:lnTo>
                  <a:lnTo>
                    <a:pt x="25361" y="719109"/>
                  </a:lnTo>
                  <a:lnTo>
                    <a:pt x="32322" y="733372"/>
                  </a:lnTo>
                  <a:lnTo>
                    <a:pt x="32750" y="734291"/>
                  </a:lnTo>
                  <a:lnTo>
                    <a:pt x="40722" y="749473"/>
                  </a:lnTo>
                  <a:lnTo>
                    <a:pt x="50068" y="764654"/>
                  </a:lnTo>
                  <a:lnTo>
                    <a:pt x="55992" y="773131"/>
                  </a:lnTo>
                  <a:lnTo>
                    <a:pt x="60566" y="779837"/>
                  </a:lnTo>
                  <a:lnTo>
                    <a:pt x="72229" y="795019"/>
                  </a:lnTo>
                  <a:lnTo>
                    <a:pt x="79661" y="803607"/>
                  </a:lnTo>
                  <a:lnTo>
                    <a:pt x="85338" y="810201"/>
                  </a:lnTo>
                  <a:lnTo>
                    <a:pt x="99947" y="825384"/>
                  </a:lnTo>
                  <a:lnTo>
                    <a:pt x="103329" y="828612"/>
                  </a:lnTo>
                  <a:lnTo>
                    <a:pt x="116043" y="840563"/>
                  </a:lnTo>
                  <a:lnTo>
                    <a:pt x="126999" y="849878"/>
                  </a:lnTo>
                  <a:lnTo>
                    <a:pt x="134103" y="855742"/>
                  </a:lnTo>
                  <a:lnTo>
                    <a:pt x="150667" y="868318"/>
                  </a:lnTo>
                  <a:lnTo>
                    <a:pt x="154259" y="870932"/>
                  </a:lnTo>
                  <a:lnTo>
                    <a:pt x="174336" y="884547"/>
                  </a:lnTo>
                  <a:lnTo>
                    <a:pt x="176775" y="88611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BAB2711C-9868-380A-563D-C73A0C693A6C}"/>
                </a:ext>
              </a:extLst>
            </p:cNvPr>
            <p:cNvSpPr/>
            <p:nvPr/>
          </p:nvSpPr>
          <p:spPr>
            <a:xfrm>
              <a:off x="7057234" y="3192365"/>
              <a:ext cx="1309384" cy="839888"/>
            </a:xfrm>
            <a:custGeom>
              <a:avLst/>
              <a:gdLst>
                <a:gd name="csX0" fmla="*/ 149519 w 1309384"/>
                <a:gd name="csY0" fmla="*/ 746358 h 839888"/>
                <a:gd name="csX1" fmla="*/ 169479 w 1309384"/>
                <a:gd name="csY1" fmla="*/ 758332 h 839888"/>
                <a:gd name="csX2" fmla="*/ 175281 w 1309384"/>
                <a:gd name="csY2" fmla="*/ 761537 h 839888"/>
                <a:gd name="csX3" fmla="*/ 193148 w 1309384"/>
                <a:gd name="csY3" fmla="*/ 770919 h 839888"/>
                <a:gd name="csX4" fmla="*/ 205372 w 1309384"/>
                <a:gd name="csY4" fmla="*/ 776716 h 839888"/>
                <a:gd name="csX5" fmla="*/ 216816 w 1309384"/>
                <a:gd name="csY5" fmla="*/ 781965 h 839888"/>
                <a:gd name="csX6" fmla="*/ 240486 w 1309384"/>
                <a:gd name="csY6" fmla="*/ 791616 h 839888"/>
                <a:gd name="csX7" fmla="*/ 241252 w 1309384"/>
                <a:gd name="csY7" fmla="*/ 791906 h 839888"/>
                <a:gd name="csX8" fmla="*/ 264155 w 1309384"/>
                <a:gd name="csY8" fmla="*/ 800272 h 839888"/>
                <a:gd name="csX9" fmla="*/ 285829 w 1309384"/>
                <a:gd name="csY9" fmla="*/ 807085 h 839888"/>
                <a:gd name="csX10" fmla="*/ 287823 w 1309384"/>
                <a:gd name="csY10" fmla="*/ 807710 h 839888"/>
                <a:gd name="csX11" fmla="*/ 311493 w 1309384"/>
                <a:gd name="csY11" fmla="*/ 814378 h 839888"/>
                <a:gd name="csX12" fmla="*/ 335157 w 1309384"/>
                <a:gd name="csY12" fmla="*/ 820030 h 839888"/>
                <a:gd name="csX13" fmla="*/ 346136 w 1309384"/>
                <a:gd name="csY13" fmla="*/ 822264 h 839888"/>
                <a:gd name="csX14" fmla="*/ 358835 w 1309384"/>
                <a:gd name="csY14" fmla="*/ 824922 h 839888"/>
                <a:gd name="csX15" fmla="*/ 382503 w 1309384"/>
                <a:gd name="csY15" fmla="*/ 829121 h 839888"/>
                <a:gd name="csX16" fmla="*/ 406170 w 1309384"/>
                <a:gd name="csY16" fmla="*/ 832517 h 839888"/>
                <a:gd name="csX17" fmla="*/ 429837 w 1309384"/>
                <a:gd name="csY17" fmla="*/ 835198 h 839888"/>
                <a:gd name="csX18" fmla="*/ 453505 w 1309384"/>
                <a:gd name="csY18" fmla="*/ 837219 h 839888"/>
                <a:gd name="csX19" fmla="*/ 457302 w 1309384"/>
                <a:gd name="csY19" fmla="*/ 837454 h 839888"/>
                <a:gd name="csX20" fmla="*/ 477172 w 1309384"/>
                <a:gd name="csY20" fmla="*/ 838716 h 839888"/>
                <a:gd name="csX21" fmla="*/ 500840 w 1309384"/>
                <a:gd name="csY21" fmla="*/ 839609 h 839888"/>
                <a:gd name="csX22" fmla="*/ 524507 w 1309384"/>
                <a:gd name="csY22" fmla="*/ 839889 h 839888"/>
                <a:gd name="csX23" fmla="*/ 548186 w 1309384"/>
                <a:gd name="csY23" fmla="*/ 839576 h 839888"/>
                <a:gd name="csX24" fmla="*/ 571853 w 1309384"/>
                <a:gd name="csY24" fmla="*/ 838682 h 839888"/>
                <a:gd name="csX25" fmla="*/ 591723 w 1309384"/>
                <a:gd name="csY25" fmla="*/ 837454 h 839888"/>
                <a:gd name="csX26" fmla="*/ 595520 w 1309384"/>
                <a:gd name="csY26" fmla="*/ 837230 h 839888"/>
                <a:gd name="csX27" fmla="*/ 619188 w 1309384"/>
                <a:gd name="csY27" fmla="*/ 835343 h 839888"/>
                <a:gd name="csX28" fmla="*/ 642855 w 1309384"/>
                <a:gd name="csY28" fmla="*/ 832908 h 839888"/>
                <a:gd name="csX29" fmla="*/ 666523 w 1309384"/>
                <a:gd name="csY29" fmla="*/ 829892 h 839888"/>
                <a:gd name="csX30" fmla="*/ 690190 w 1309384"/>
                <a:gd name="csY30" fmla="*/ 826285 h 839888"/>
                <a:gd name="csX31" fmla="*/ 712573 w 1309384"/>
                <a:gd name="csY31" fmla="*/ 822264 h 839888"/>
                <a:gd name="csX32" fmla="*/ 713857 w 1309384"/>
                <a:gd name="csY32" fmla="*/ 822051 h 839888"/>
                <a:gd name="csX33" fmla="*/ 737536 w 1309384"/>
                <a:gd name="csY33" fmla="*/ 817517 h 839888"/>
                <a:gd name="csX34" fmla="*/ 761203 w 1309384"/>
                <a:gd name="csY34" fmla="*/ 812312 h 839888"/>
                <a:gd name="csX35" fmla="*/ 782112 w 1309384"/>
                <a:gd name="csY35" fmla="*/ 807085 h 839888"/>
                <a:gd name="csX36" fmla="*/ 784871 w 1309384"/>
                <a:gd name="csY36" fmla="*/ 806426 h 839888"/>
                <a:gd name="csX37" fmla="*/ 808538 w 1309384"/>
                <a:gd name="csY37" fmla="*/ 800216 h 839888"/>
                <a:gd name="csX38" fmla="*/ 832205 w 1309384"/>
                <a:gd name="csY38" fmla="*/ 793168 h 839888"/>
                <a:gd name="csX39" fmla="*/ 836148 w 1309384"/>
                <a:gd name="csY39" fmla="*/ 791906 h 839888"/>
                <a:gd name="csX40" fmla="*/ 855873 w 1309384"/>
                <a:gd name="csY40" fmla="*/ 785741 h 839888"/>
                <a:gd name="csX41" fmla="*/ 879540 w 1309384"/>
                <a:gd name="csY41" fmla="*/ 777464 h 839888"/>
                <a:gd name="csX42" fmla="*/ 881528 w 1309384"/>
                <a:gd name="csY42" fmla="*/ 776716 h 839888"/>
                <a:gd name="csX43" fmla="*/ 903219 w 1309384"/>
                <a:gd name="csY43" fmla="*/ 768775 h 839888"/>
                <a:gd name="csX44" fmla="*/ 921078 w 1309384"/>
                <a:gd name="csY44" fmla="*/ 761537 h 839888"/>
                <a:gd name="csX45" fmla="*/ 926886 w 1309384"/>
                <a:gd name="csY45" fmla="*/ 759214 h 839888"/>
                <a:gd name="csX46" fmla="*/ 950554 w 1309384"/>
                <a:gd name="csY46" fmla="*/ 749016 h 839888"/>
                <a:gd name="csX47" fmla="*/ 956328 w 1309384"/>
                <a:gd name="csY47" fmla="*/ 746358 h 839888"/>
                <a:gd name="csX48" fmla="*/ 974221 w 1309384"/>
                <a:gd name="csY48" fmla="*/ 738104 h 839888"/>
                <a:gd name="csX49" fmla="*/ 988182 w 1309384"/>
                <a:gd name="csY49" fmla="*/ 731175 h 839888"/>
                <a:gd name="csX50" fmla="*/ 997888 w 1309384"/>
                <a:gd name="csY50" fmla="*/ 726311 h 839888"/>
                <a:gd name="csX51" fmla="*/ 1017200 w 1309384"/>
                <a:gd name="csY51" fmla="*/ 715993 h 839888"/>
                <a:gd name="csX52" fmla="*/ 1021556 w 1309384"/>
                <a:gd name="csY52" fmla="*/ 713622 h 839888"/>
                <a:gd name="csX53" fmla="*/ 1043838 w 1309384"/>
                <a:gd name="csY53" fmla="*/ 700811 h 839888"/>
                <a:gd name="csX54" fmla="*/ 1045223 w 1309384"/>
                <a:gd name="csY54" fmla="*/ 699993 h 839888"/>
                <a:gd name="csX55" fmla="*/ 1068455 w 1309384"/>
                <a:gd name="csY55" fmla="*/ 685628 h 839888"/>
                <a:gd name="csX56" fmla="*/ 1068891 w 1309384"/>
                <a:gd name="csY56" fmla="*/ 685345 h 839888"/>
                <a:gd name="csX57" fmla="*/ 1091285 w 1309384"/>
                <a:gd name="csY57" fmla="*/ 670447 h 839888"/>
                <a:gd name="csX58" fmla="*/ 1092569 w 1309384"/>
                <a:gd name="csY58" fmla="*/ 669559 h 839888"/>
                <a:gd name="csX59" fmla="*/ 1112540 w 1309384"/>
                <a:gd name="csY59" fmla="*/ 655265 h 839888"/>
                <a:gd name="csX60" fmla="*/ 1116237 w 1309384"/>
                <a:gd name="csY60" fmla="*/ 652472 h 839888"/>
                <a:gd name="csX61" fmla="*/ 1132320 w 1309384"/>
                <a:gd name="csY61" fmla="*/ 640083 h 839888"/>
                <a:gd name="csX62" fmla="*/ 1139904 w 1309384"/>
                <a:gd name="csY62" fmla="*/ 633859 h 839888"/>
                <a:gd name="csX63" fmla="*/ 1150705 w 1309384"/>
                <a:gd name="csY63" fmla="*/ 624901 h 839888"/>
                <a:gd name="csX64" fmla="*/ 1163571 w 1309384"/>
                <a:gd name="csY64" fmla="*/ 613424 h 839888"/>
                <a:gd name="csX65" fmla="*/ 1167715 w 1309384"/>
                <a:gd name="csY65" fmla="*/ 609718 h 839888"/>
                <a:gd name="csX66" fmla="*/ 1183609 w 1309384"/>
                <a:gd name="csY66" fmla="*/ 594536 h 839888"/>
                <a:gd name="csX67" fmla="*/ 1187239 w 1309384"/>
                <a:gd name="csY67" fmla="*/ 590815 h 839888"/>
                <a:gd name="csX68" fmla="*/ 1198520 w 1309384"/>
                <a:gd name="csY68" fmla="*/ 579354 h 839888"/>
                <a:gd name="csX69" fmla="*/ 1210906 w 1309384"/>
                <a:gd name="csY69" fmla="*/ 565447 h 839888"/>
                <a:gd name="csX70" fmla="*/ 1212068 w 1309384"/>
                <a:gd name="csY70" fmla="*/ 564172 h 839888"/>
                <a:gd name="csX71" fmla="*/ 1224968 w 1309384"/>
                <a:gd name="csY71" fmla="*/ 548991 h 839888"/>
                <a:gd name="csX72" fmla="*/ 1234574 w 1309384"/>
                <a:gd name="csY72" fmla="*/ 536338 h 839888"/>
                <a:gd name="csX73" fmla="*/ 1236562 w 1309384"/>
                <a:gd name="csY73" fmla="*/ 533809 h 839888"/>
                <a:gd name="csX74" fmla="*/ 1247530 w 1309384"/>
                <a:gd name="csY74" fmla="*/ 518626 h 839888"/>
                <a:gd name="csX75" fmla="*/ 1257213 w 1309384"/>
                <a:gd name="csY75" fmla="*/ 503444 h 839888"/>
                <a:gd name="csX76" fmla="*/ 1258241 w 1309384"/>
                <a:gd name="csY76" fmla="*/ 501673 h 839888"/>
                <a:gd name="csX77" fmla="*/ 1266406 w 1309384"/>
                <a:gd name="csY77" fmla="*/ 488262 h 839888"/>
                <a:gd name="csX78" fmla="*/ 1274514 w 1309384"/>
                <a:gd name="csY78" fmla="*/ 473080 h 839888"/>
                <a:gd name="csX79" fmla="*/ 1281573 w 1309384"/>
                <a:gd name="csY79" fmla="*/ 457898 h 839888"/>
                <a:gd name="csX80" fmla="*/ 1281919 w 1309384"/>
                <a:gd name="csY80" fmla="*/ 457073 h 839888"/>
                <a:gd name="csX81" fmla="*/ 1288174 w 1309384"/>
                <a:gd name="csY81" fmla="*/ 442715 h 839888"/>
                <a:gd name="csX82" fmla="*/ 1293815 w 1309384"/>
                <a:gd name="csY82" fmla="*/ 427533 h 839888"/>
                <a:gd name="csX83" fmla="*/ 1298506 w 1309384"/>
                <a:gd name="csY83" fmla="*/ 412352 h 839888"/>
                <a:gd name="csX84" fmla="*/ 1302303 w 1309384"/>
                <a:gd name="csY84" fmla="*/ 397170 h 839888"/>
                <a:gd name="csX85" fmla="*/ 1305241 w 1309384"/>
                <a:gd name="csY85" fmla="*/ 381988 h 839888"/>
                <a:gd name="csX86" fmla="*/ 1305587 w 1309384"/>
                <a:gd name="csY86" fmla="*/ 379554 h 839888"/>
                <a:gd name="csX87" fmla="*/ 1307508 w 1309384"/>
                <a:gd name="csY87" fmla="*/ 366805 h 839888"/>
                <a:gd name="csX88" fmla="*/ 1308893 w 1309384"/>
                <a:gd name="csY88" fmla="*/ 351623 h 839888"/>
                <a:gd name="csX89" fmla="*/ 1309384 w 1309384"/>
                <a:gd name="csY89" fmla="*/ 336441 h 839888"/>
                <a:gd name="csX90" fmla="*/ 1308949 w 1309384"/>
                <a:gd name="csY90" fmla="*/ 321259 h 839888"/>
                <a:gd name="csX91" fmla="*/ 1307564 w 1309384"/>
                <a:gd name="csY91" fmla="*/ 306077 h 839888"/>
                <a:gd name="csX92" fmla="*/ 1305587 w 1309384"/>
                <a:gd name="csY92" fmla="*/ 293328 h 839888"/>
                <a:gd name="csX93" fmla="*/ 1305229 w 1309384"/>
                <a:gd name="csY93" fmla="*/ 290894 h 839888"/>
                <a:gd name="csX94" fmla="*/ 1302080 w 1309384"/>
                <a:gd name="csY94" fmla="*/ 275713 h 839888"/>
                <a:gd name="csX95" fmla="*/ 1297903 w 1309384"/>
                <a:gd name="csY95" fmla="*/ 260531 h 839888"/>
                <a:gd name="csX96" fmla="*/ 1292597 w 1309384"/>
                <a:gd name="csY96" fmla="*/ 245349 h 839888"/>
                <a:gd name="csX97" fmla="*/ 1286063 w 1309384"/>
                <a:gd name="csY97" fmla="*/ 230167 h 839888"/>
                <a:gd name="csX98" fmla="*/ 1281919 w 1309384"/>
                <a:gd name="csY98" fmla="*/ 222021 h 839888"/>
                <a:gd name="csX99" fmla="*/ 1278424 w 1309384"/>
                <a:gd name="csY99" fmla="*/ 214985 h 839888"/>
                <a:gd name="csX100" fmla="*/ 1269622 w 1309384"/>
                <a:gd name="csY100" fmla="*/ 199802 h 839888"/>
                <a:gd name="csX101" fmla="*/ 1259224 w 1309384"/>
                <a:gd name="csY101" fmla="*/ 184620 h 839888"/>
                <a:gd name="csX102" fmla="*/ 1258241 w 1309384"/>
                <a:gd name="csY102" fmla="*/ 183341 h 839888"/>
                <a:gd name="csX103" fmla="*/ 1247630 w 1309384"/>
                <a:gd name="csY103" fmla="*/ 169438 h 839888"/>
                <a:gd name="csX104" fmla="*/ 1234574 w 1309384"/>
                <a:gd name="csY104" fmla="*/ 154748 h 839888"/>
                <a:gd name="csX105" fmla="*/ 1234138 w 1309384"/>
                <a:gd name="csY105" fmla="*/ 154256 h 839888"/>
                <a:gd name="csX106" fmla="*/ 1219082 w 1309384"/>
                <a:gd name="csY106" fmla="*/ 139075 h 839888"/>
                <a:gd name="csX107" fmla="*/ 1210906 w 1309384"/>
                <a:gd name="csY107" fmla="*/ 131733 h 839888"/>
                <a:gd name="csX108" fmla="*/ 1201859 w 1309384"/>
                <a:gd name="csY108" fmla="*/ 123892 h 839888"/>
                <a:gd name="csX109" fmla="*/ 1187239 w 1309384"/>
                <a:gd name="csY109" fmla="*/ 112432 h 839888"/>
                <a:gd name="csX110" fmla="*/ 1182246 w 1309384"/>
                <a:gd name="csY110" fmla="*/ 108710 h 839888"/>
                <a:gd name="csX111" fmla="*/ 1163571 w 1309384"/>
                <a:gd name="csY111" fmla="*/ 95907 h 839888"/>
                <a:gd name="csX112" fmla="*/ 1159863 w 1309384"/>
                <a:gd name="csY112" fmla="*/ 93528 h 839888"/>
                <a:gd name="csX113" fmla="*/ 1139904 w 1309384"/>
                <a:gd name="csY113" fmla="*/ 81550 h 839888"/>
                <a:gd name="csX114" fmla="*/ 1134096 w 1309384"/>
                <a:gd name="csY114" fmla="*/ 78346 h 839888"/>
                <a:gd name="csX115" fmla="*/ 1116237 w 1309384"/>
                <a:gd name="csY115" fmla="*/ 68969 h 839888"/>
                <a:gd name="csX116" fmla="*/ 1104006 w 1309384"/>
                <a:gd name="csY116" fmla="*/ 63164 h 839888"/>
                <a:gd name="csX117" fmla="*/ 1092569 w 1309384"/>
                <a:gd name="csY117" fmla="*/ 57922 h 839888"/>
                <a:gd name="csX118" fmla="*/ 1068891 w 1309384"/>
                <a:gd name="csY118" fmla="*/ 48266 h 839888"/>
                <a:gd name="csX119" fmla="*/ 1068131 w 1309384"/>
                <a:gd name="csY119" fmla="*/ 47981 h 839888"/>
                <a:gd name="csX120" fmla="*/ 1045223 w 1309384"/>
                <a:gd name="csY120" fmla="*/ 39610 h 839888"/>
                <a:gd name="csX121" fmla="*/ 1023555 w 1309384"/>
                <a:gd name="csY121" fmla="*/ 32799 h 839888"/>
                <a:gd name="csX122" fmla="*/ 1021556 w 1309384"/>
                <a:gd name="csY122" fmla="*/ 32174 h 839888"/>
                <a:gd name="csX123" fmla="*/ 997888 w 1309384"/>
                <a:gd name="csY123" fmla="*/ 25502 h 839888"/>
                <a:gd name="csX124" fmla="*/ 974221 w 1309384"/>
                <a:gd name="csY124" fmla="*/ 19860 h 839888"/>
                <a:gd name="csX125" fmla="*/ 963253 w 1309384"/>
                <a:gd name="csY125" fmla="*/ 17617 h 839888"/>
                <a:gd name="csX126" fmla="*/ 950554 w 1309384"/>
                <a:gd name="csY126" fmla="*/ 14958 h 839888"/>
                <a:gd name="csX127" fmla="*/ 926886 w 1309384"/>
                <a:gd name="csY127" fmla="*/ 10768 h 839888"/>
                <a:gd name="csX128" fmla="*/ 903219 w 1309384"/>
                <a:gd name="csY128" fmla="*/ 7366 h 839888"/>
                <a:gd name="csX129" fmla="*/ 879540 w 1309384"/>
                <a:gd name="csY129" fmla="*/ 4683 h 839888"/>
                <a:gd name="csX130" fmla="*/ 855873 w 1309384"/>
                <a:gd name="csY130" fmla="*/ 2664 h 839888"/>
                <a:gd name="csX131" fmla="*/ 852087 w 1309384"/>
                <a:gd name="csY131" fmla="*/ 2436 h 839888"/>
                <a:gd name="csX132" fmla="*/ 832205 w 1309384"/>
                <a:gd name="csY132" fmla="*/ 1166 h 839888"/>
                <a:gd name="csX133" fmla="*/ 808538 w 1309384"/>
                <a:gd name="csY133" fmla="*/ 280 h 839888"/>
                <a:gd name="csX134" fmla="*/ 784871 w 1309384"/>
                <a:gd name="csY134" fmla="*/ 0 h 839888"/>
                <a:gd name="csX135" fmla="*/ 761203 w 1309384"/>
                <a:gd name="csY135" fmla="*/ 309 h 839888"/>
                <a:gd name="csX136" fmla="*/ 737536 w 1309384"/>
                <a:gd name="csY136" fmla="*/ 1201 h 839888"/>
                <a:gd name="csX137" fmla="*/ 717655 w 1309384"/>
                <a:gd name="csY137" fmla="*/ 2436 h 839888"/>
                <a:gd name="csX138" fmla="*/ 713857 w 1309384"/>
                <a:gd name="csY138" fmla="*/ 2653 h 839888"/>
                <a:gd name="csX139" fmla="*/ 690190 w 1309384"/>
                <a:gd name="csY139" fmla="*/ 4540 h 839888"/>
                <a:gd name="csX140" fmla="*/ 666523 w 1309384"/>
                <a:gd name="csY140" fmla="*/ 6978 h 839888"/>
                <a:gd name="csX141" fmla="*/ 642855 w 1309384"/>
                <a:gd name="csY141" fmla="*/ 9989 h 839888"/>
                <a:gd name="csX142" fmla="*/ 619188 w 1309384"/>
                <a:gd name="csY142" fmla="*/ 13601 h 839888"/>
                <a:gd name="csX143" fmla="*/ 596805 w 1309384"/>
                <a:gd name="csY143" fmla="*/ 17617 h 839888"/>
                <a:gd name="csX144" fmla="*/ 595520 w 1309384"/>
                <a:gd name="csY144" fmla="*/ 17835 h 839888"/>
                <a:gd name="csX145" fmla="*/ 571853 w 1309384"/>
                <a:gd name="csY145" fmla="*/ 22363 h 839888"/>
                <a:gd name="csX146" fmla="*/ 548186 w 1309384"/>
                <a:gd name="csY146" fmla="*/ 27569 h 839888"/>
                <a:gd name="csX147" fmla="*/ 527277 w 1309384"/>
                <a:gd name="csY147" fmla="*/ 32799 h 839888"/>
                <a:gd name="csX148" fmla="*/ 524507 w 1309384"/>
                <a:gd name="csY148" fmla="*/ 33460 h 839888"/>
                <a:gd name="csX149" fmla="*/ 500840 w 1309384"/>
                <a:gd name="csY149" fmla="*/ 39674 h 839888"/>
                <a:gd name="csX150" fmla="*/ 477172 w 1309384"/>
                <a:gd name="csY150" fmla="*/ 46712 h 839888"/>
                <a:gd name="csX151" fmla="*/ 473229 w 1309384"/>
                <a:gd name="csY151" fmla="*/ 47981 h 839888"/>
                <a:gd name="csX152" fmla="*/ 453505 w 1309384"/>
                <a:gd name="csY152" fmla="*/ 54146 h 839888"/>
                <a:gd name="csX153" fmla="*/ 429837 w 1309384"/>
                <a:gd name="csY153" fmla="*/ 62421 h 839888"/>
                <a:gd name="csX154" fmla="*/ 427849 w 1309384"/>
                <a:gd name="csY154" fmla="*/ 63164 h 839888"/>
                <a:gd name="csX155" fmla="*/ 406170 w 1309384"/>
                <a:gd name="csY155" fmla="*/ 71114 h 839888"/>
                <a:gd name="csX156" fmla="*/ 388299 w 1309384"/>
                <a:gd name="csY156" fmla="*/ 78346 h 839888"/>
                <a:gd name="csX157" fmla="*/ 382503 w 1309384"/>
                <a:gd name="csY157" fmla="*/ 80671 h 839888"/>
                <a:gd name="csX158" fmla="*/ 358835 w 1309384"/>
                <a:gd name="csY158" fmla="*/ 90869 h 839888"/>
                <a:gd name="csX159" fmla="*/ 353050 w 1309384"/>
                <a:gd name="csY159" fmla="*/ 93528 h 839888"/>
                <a:gd name="csX160" fmla="*/ 335157 w 1309384"/>
                <a:gd name="csY160" fmla="*/ 101781 h 839888"/>
                <a:gd name="csX161" fmla="*/ 321195 w 1309384"/>
                <a:gd name="csY161" fmla="*/ 108710 h 839888"/>
                <a:gd name="csX162" fmla="*/ 311493 w 1309384"/>
                <a:gd name="csY162" fmla="*/ 113574 h 839888"/>
                <a:gd name="csX163" fmla="*/ 292178 w 1309384"/>
                <a:gd name="csY163" fmla="*/ 123892 h 839888"/>
                <a:gd name="csX164" fmla="*/ 287823 w 1309384"/>
                <a:gd name="csY164" fmla="*/ 126264 h 839888"/>
                <a:gd name="csX165" fmla="*/ 265538 w 1309384"/>
                <a:gd name="csY165" fmla="*/ 139075 h 839888"/>
                <a:gd name="csX166" fmla="*/ 264155 w 1309384"/>
                <a:gd name="csY166" fmla="*/ 139892 h 839888"/>
                <a:gd name="csX167" fmla="*/ 240929 w 1309384"/>
                <a:gd name="csY167" fmla="*/ 154256 h 839888"/>
                <a:gd name="csX168" fmla="*/ 240486 w 1309384"/>
                <a:gd name="csY168" fmla="*/ 154541 h 839888"/>
                <a:gd name="csX169" fmla="*/ 218092 w 1309384"/>
                <a:gd name="csY169" fmla="*/ 169438 h 839888"/>
                <a:gd name="csX170" fmla="*/ 216816 w 1309384"/>
                <a:gd name="csY170" fmla="*/ 170326 h 839888"/>
                <a:gd name="csX171" fmla="*/ 196845 w 1309384"/>
                <a:gd name="csY171" fmla="*/ 184620 h 839888"/>
                <a:gd name="csX172" fmla="*/ 193148 w 1309384"/>
                <a:gd name="csY172" fmla="*/ 187414 h 839888"/>
                <a:gd name="csX173" fmla="*/ 177063 w 1309384"/>
                <a:gd name="csY173" fmla="*/ 199802 h 839888"/>
                <a:gd name="csX174" fmla="*/ 169479 w 1309384"/>
                <a:gd name="csY174" fmla="*/ 206026 h 839888"/>
                <a:gd name="csX175" fmla="*/ 158678 w 1309384"/>
                <a:gd name="csY175" fmla="*/ 214985 h 839888"/>
                <a:gd name="csX176" fmla="*/ 145810 w 1309384"/>
                <a:gd name="csY176" fmla="*/ 226461 h 839888"/>
                <a:gd name="csX177" fmla="*/ 141664 w 1309384"/>
                <a:gd name="csY177" fmla="*/ 230167 h 839888"/>
                <a:gd name="csX178" fmla="*/ 125767 w 1309384"/>
                <a:gd name="csY178" fmla="*/ 245349 h 839888"/>
                <a:gd name="csX179" fmla="*/ 122141 w 1309384"/>
                <a:gd name="csY179" fmla="*/ 249071 h 839888"/>
                <a:gd name="csX180" fmla="*/ 110866 w 1309384"/>
                <a:gd name="csY180" fmla="*/ 260531 h 839888"/>
                <a:gd name="csX181" fmla="*/ 98473 w 1309384"/>
                <a:gd name="csY181" fmla="*/ 274438 h 839888"/>
                <a:gd name="csX182" fmla="*/ 97316 w 1309384"/>
                <a:gd name="csY182" fmla="*/ 275713 h 839888"/>
                <a:gd name="csX183" fmla="*/ 84413 w 1309384"/>
                <a:gd name="csY183" fmla="*/ 290894 h 839888"/>
                <a:gd name="csX184" fmla="*/ 74803 w 1309384"/>
                <a:gd name="csY184" fmla="*/ 303547 h 839888"/>
                <a:gd name="csX185" fmla="*/ 72824 w 1309384"/>
                <a:gd name="csY185" fmla="*/ 306077 h 839888"/>
                <a:gd name="csX186" fmla="*/ 61851 w 1309384"/>
                <a:gd name="csY186" fmla="*/ 321259 h 839888"/>
                <a:gd name="csX187" fmla="*/ 52164 w 1309384"/>
                <a:gd name="csY187" fmla="*/ 336441 h 839888"/>
                <a:gd name="csX188" fmla="*/ 51135 w 1309384"/>
                <a:gd name="csY188" fmla="*/ 338212 h 839888"/>
                <a:gd name="csX189" fmla="*/ 42980 w 1309384"/>
                <a:gd name="csY189" fmla="*/ 351623 h 839888"/>
                <a:gd name="csX190" fmla="*/ 34864 w 1309384"/>
                <a:gd name="csY190" fmla="*/ 366805 h 839888"/>
                <a:gd name="csX191" fmla="*/ 27804 w 1309384"/>
                <a:gd name="csY191" fmla="*/ 381988 h 839888"/>
                <a:gd name="csX192" fmla="*/ 27466 w 1309384"/>
                <a:gd name="csY192" fmla="*/ 382812 h 839888"/>
                <a:gd name="csX193" fmla="*/ 21203 w 1309384"/>
                <a:gd name="csY193" fmla="*/ 397170 h 839888"/>
                <a:gd name="csX194" fmla="*/ 15572 w 1309384"/>
                <a:gd name="csY194" fmla="*/ 412352 h 839888"/>
                <a:gd name="csX195" fmla="*/ 10879 w 1309384"/>
                <a:gd name="csY195" fmla="*/ 427533 h 839888"/>
                <a:gd name="csX196" fmla="*/ 7078 w 1309384"/>
                <a:gd name="csY196" fmla="*/ 442715 h 839888"/>
                <a:gd name="csX197" fmla="*/ 4136 w 1309384"/>
                <a:gd name="csY197" fmla="*/ 457898 h 839888"/>
                <a:gd name="csX198" fmla="*/ 3798 w 1309384"/>
                <a:gd name="csY198" fmla="*/ 460331 h 839888"/>
                <a:gd name="csX199" fmla="*/ 1872 w 1309384"/>
                <a:gd name="csY199" fmla="*/ 473080 h 839888"/>
                <a:gd name="csX200" fmla="*/ 484 w 1309384"/>
                <a:gd name="csY200" fmla="*/ 488262 h 839888"/>
                <a:gd name="csX201" fmla="*/ 0 w 1309384"/>
                <a:gd name="csY201" fmla="*/ 503444 h 839888"/>
                <a:gd name="csX202" fmla="*/ 437 w 1309384"/>
                <a:gd name="csY202" fmla="*/ 518626 h 839888"/>
                <a:gd name="csX203" fmla="*/ 1817 w 1309384"/>
                <a:gd name="csY203" fmla="*/ 533809 h 839888"/>
                <a:gd name="csX204" fmla="*/ 3798 w 1309384"/>
                <a:gd name="csY204" fmla="*/ 546556 h 839888"/>
                <a:gd name="csX205" fmla="*/ 4153 w 1309384"/>
                <a:gd name="csY205" fmla="*/ 548991 h 839888"/>
                <a:gd name="csX206" fmla="*/ 7300 w 1309384"/>
                <a:gd name="csY206" fmla="*/ 564172 h 839888"/>
                <a:gd name="csX207" fmla="*/ 11484 w 1309384"/>
                <a:gd name="csY207" fmla="*/ 579354 h 839888"/>
                <a:gd name="csX208" fmla="*/ 16788 w 1309384"/>
                <a:gd name="csY208" fmla="*/ 594536 h 839888"/>
                <a:gd name="csX209" fmla="*/ 23320 w 1309384"/>
                <a:gd name="csY209" fmla="*/ 609718 h 839888"/>
                <a:gd name="csX210" fmla="*/ 27466 w 1309384"/>
                <a:gd name="csY210" fmla="*/ 617864 h 839888"/>
                <a:gd name="csX211" fmla="*/ 30962 w 1309384"/>
                <a:gd name="csY211" fmla="*/ 624901 h 839888"/>
                <a:gd name="csX212" fmla="*/ 39759 w 1309384"/>
                <a:gd name="csY212" fmla="*/ 640083 h 839888"/>
                <a:gd name="csX213" fmla="*/ 50159 w 1309384"/>
                <a:gd name="csY213" fmla="*/ 655265 h 839888"/>
                <a:gd name="csX214" fmla="*/ 51135 w 1309384"/>
                <a:gd name="csY214" fmla="*/ 656544 h 839888"/>
                <a:gd name="csX215" fmla="*/ 61752 w 1309384"/>
                <a:gd name="csY215" fmla="*/ 670447 h 839888"/>
                <a:gd name="csX216" fmla="*/ 74803 w 1309384"/>
                <a:gd name="csY216" fmla="*/ 685137 h 839888"/>
                <a:gd name="csX217" fmla="*/ 75248 w 1309384"/>
                <a:gd name="csY217" fmla="*/ 685628 h 839888"/>
                <a:gd name="csX218" fmla="*/ 90300 w 1309384"/>
                <a:gd name="csY218" fmla="*/ 700811 h 839888"/>
                <a:gd name="csX219" fmla="*/ 98473 w 1309384"/>
                <a:gd name="csY219" fmla="*/ 708152 h 839888"/>
                <a:gd name="csX220" fmla="*/ 107523 w 1309384"/>
                <a:gd name="csY220" fmla="*/ 715993 h 839888"/>
                <a:gd name="csX221" fmla="*/ 122141 w 1309384"/>
                <a:gd name="csY221" fmla="*/ 727453 h 839888"/>
                <a:gd name="csX222" fmla="*/ 127137 w 1309384"/>
                <a:gd name="csY222" fmla="*/ 731175 h 839888"/>
                <a:gd name="csX223" fmla="*/ 145810 w 1309384"/>
                <a:gd name="csY223" fmla="*/ 743979 h 839888"/>
                <a:gd name="csX224" fmla="*/ 149519 w 1309384"/>
                <a:gd name="csY224" fmla="*/ 746358 h 839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</a:cxnLst>
              <a:rect l="l" t="t" r="r" b="b"/>
              <a:pathLst>
                <a:path w="1309384" h="839888">
                  <a:moveTo>
                    <a:pt x="149519" y="746358"/>
                  </a:moveTo>
                  <a:lnTo>
                    <a:pt x="169479" y="758332"/>
                  </a:lnTo>
                  <a:lnTo>
                    <a:pt x="175281" y="761537"/>
                  </a:lnTo>
                  <a:lnTo>
                    <a:pt x="193148" y="770919"/>
                  </a:lnTo>
                  <a:lnTo>
                    <a:pt x="205372" y="776716"/>
                  </a:lnTo>
                  <a:lnTo>
                    <a:pt x="216816" y="781965"/>
                  </a:lnTo>
                  <a:lnTo>
                    <a:pt x="240486" y="791616"/>
                  </a:lnTo>
                  <a:lnTo>
                    <a:pt x="241252" y="791906"/>
                  </a:lnTo>
                  <a:lnTo>
                    <a:pt x="264155" y="800272"/>
                  </a:lnTo>
                  <a:lnTo>
                    <a:pt x="285829" y="807085"/>
                  </a:lnTo>
                  <a:lnTo>
                    <a:pt x="287823" y="807710"/>
                  </a:lnTo>
                  <a:lnTo>
                    <a:pt x="311493" y="814378"/>
                  </a:lnTo>
                  <a:lnTo>
                    <a:pt x="335157" y="820030"/>
                  </a:lnTo>
                  <a:lnTo>
                    <a:pt x="346136" y="822264"/>
                  </a:lnTo>
                  <a:lnTo>
                    <a:pt x="358835" y="824922"/>
                  </a:lnTo>
                  <a:lnTo>
                    <a:pt x="382503" y="829121"/>
                  </a:lnTo>
                  <a:lnTo>
                    <a:pt x="406170" y="832517"/>
                  </a:lnTo>
                  <a:lnTo>
                    <a:pt x="429837" y="835198"/>
                  </a:lnTo>
                  <a:lnTo>
                    <a:pt x="453505" y="837219"/>
                  </a:lnTo>
                  <a:lnTo>
                    <a:pt x="457302" y="837454"/>
                  </a:lnTo>
                  <a:lnTo>
                    <a:pt x="477172" y="838716"/>
                  </a:lnTo>
                  <a:lnTo>
                    <a:pt x="500840" y="839609"/>
                  </a:lnTo>
                  <a:lnTo>
                    <a:pt x="524507" y="839889"/>
                  </a:lnTo>
                  <a:lnTo>
                    <a:pt x="548186" y="839576"/>
                  </a:lnTo>
                  <a:lnTo>
                    <a:pt x="571853" y="838682"/>
                  </a:lnTo>
                  <a:lnTo>
                    <a:pt x="591723" y="837454"/>
                  </a:lnTo>
                  <a:lnTo>
                    <a:pt x="595520" y="837230"/>
                  </a:lnTo>
                  <a:lnTo>
                    <a:pt x="619188" y="835343"/>
                  </a:lnTo>
                  <a:lnTo>
                    <a:pt x="642855" y="832908"/>
                  </a:lnTo>
                  <a:lnTo>
                    <a:pt x="666523" y="829892"/>
                  </a:lnTo>
                  <a:lnTo>
                    <a:pt x="690190" y="826285"/>
                  </a:lnTo>
                  <a:lnTo>
                    <a:pt x="712573" y="822264"/>
                  </a:lnTo>
                  <a:lnTo>
                    <a:pt x="713857" y="822051"/>
                  </a:lnTo>
                  <a:lnTo>
                    <a:pt x="737536" y="817517"/>
                  </a:lnTo>
                  <a:lnTo>
                    <a:pt x="761203" y="812312"/>
                  </a:lnTo>
                  <a:lnTo>
                    <a:pt x="782112" y="807085"/>
                  </a:lnTo>
                  <a:lnTo>
                    <a:pt x="784871" y="806426"/>
                  </a:lnTo>
                  <a:lnTo>
                    <a:pt x="808538" y="800216"/>
                  </a:lnTo>
                  <a:lnTo>
                    <a:pt x="832205" y="793168"/>
                  </a:lnTo>
                  <a:lnTo>
                    <a:pt x="836148" y="791906"/>
                  </a:lnTo>
                  <a:lnTo>
                    <a:pt x="855873" y="785741"/>
                  </a:lnTo>
                  <a:lnTo>
                    <a:pt x="879540" y="777464"/>
                  </a:lnTo>
                  <a:lnTo>
                    <a:pt x="881528" y="776716"/>
                  </a:lnTo>
                  <a:lnTo>
                    <a:pt x="903219" y="768775"/>
                  </a:lnTo>
                  <a:lnTo>
                    <a:pt x="921078" y="761537"/>
                  </a:lnTo>
                  <a:lnTo>
                    <a:pt x="926886" y="759214"/>
                  </a:lnTo>
                  <a:lnTo>
                    <a:pt x="950554" y="749016"/>
                  </a:lnTo>
                  <a:lnTo>
                    <a:pt x="956328" y="746358"/>
                  </a:lnTo>
                  <a:lnTo>
                    <a:pt x="974221" y="738104"/>
                  </a:lnTo>
                  <a:lnTo>
                    <a:pt x="988182" y="731175"/>
                  </a:lnTo>
                  <a:lnTo>
                    <a:pt x="997888" y="726311"/>
                  </a:lnTo>
                  <a:lnTo>
                    <a:pt x="1017200" y="715993"/>
                  </a:lnTo>
                  <a:lnTo>
                    <a:pt x="1021556" y="713622"/>
                  </a:lnTo>
                  <a:lnTo>
                    <a:pt x="1043838" y="700811"/>
                  </a:lnTo>
                  <a:lnTo>
                    <a:pt x="1045223" y="699993"/>
                  </a:lnTo>
                  <a:lnTo>
                    <a:pt x="1068455" y="685628"/>
                  </a:lnTo>
                  <a:lnTo>
                    <a:pt x="1068891" y="685345"/>
                  </a:lnTo>
                  <a:lnTo>
                    <a:pt x="1091285" y="670447"/>
                  </a:lnTo>
                  <a:lnTo>
                    <a:pt x="1092569" y="669559"/>
                  </a:lnTo>
                  <a:lnTo>
                    <a:pt x="1112540" y="655265"/>
                  </a:lnTo>
                  <a:lnTo>
                    <a:pt x="1116237" y="652472"/>
                  </a:lnTo>
                  <a:lnTo>
                    <a:pt x="1132320" y="640083"/>
                  </a:lnTo>
                  <a:lnTo>
                    <a:pt x="1139904" y="633859"/>
                  </a:lnTo>
                  <a:lnTo>
                    <a:pt x="1150705" y="624901"/>
                  </a:lnTo>
                  <a:lnTo>
                    <a:pt x="1163571" y="613424"/>
                  </a:lnTo>
                  <a:lnTo>
                    <a:pt x="1167715" y="609718"/>
                  </a:lnTo>
                  <a:lnTo>
                    <a:pt x="1183609" y="594536"/>
                  </a:lnTo>
                  <a:lnTo>
                    <a:pt x="1187239" y="590815"/>
                  </a:lnTo>
                  <a:lnTo>
                    <a:pt x="1198520" y="579354"/>
                  </a:lnTo>
                  <a:lnTo>
                    <a:pt x="1210906" y="565447"/>
                  </a:lnTo>
                  <a:lnTo>
                    <a:pt x="1212068" y="564172"/>
                  </a:lnTo>
                  <a:lnTo>
                    <a:pt x="1224968" y="548991"/>
                  </a:lnTo>
                  <a:lnTo>
                    <a:pt x="1234574" y="536338"/>
                  </a:lnTo>
                  <a:lnTo>
                    <a:pt x="1236562" y="533809"/>
                  </a:lnTo>
                  <a:lnTo>
                    <a:pt x="1247530" y="518626"/>
                  </a:lnTo>
                  <a:lnTo>
                    <a:pt x="1257213" y="503444"/>
                  </a:lnTo>
                  <a:lnTo>
                    <a:pt x="1258241" y="501673"/>
                  </a:lnTo>
                  <a:lnTo>
                    <a:pt x="1266406" y="488262"/>
                  </a:lnTo>
                  <a:lnTo>
                    <a:pt x="1274514" y="473080"/>
                  </a:lnTo>
                  <a:lnTo>
                    <a:pt x="1281573" y="457898"/>
                  </a:lnTo>
                  <a:lnTo>
                    <a:pt x="1281919" y="457073"/>
                  </a:lnTo>
                  <a:lnTo>
                    <a:pt x="1288174" y="442715"/>
                  </a:lnTo>
                  <a:lnTo>
                    <a:pt x="1293815" y="427533"/>
                  </a:lnTo>
                  <a:lnTo>
                    <a:pt x="1298506" y="412352"/>
                  </a:lnTo>
                  <a:lnTo>
                    <a:pt x="1302303" y="397170"/>
                  </a:lnTo>
                  <a:lnTo>
                    <a:pt x="1305241" y="381988"/>
                  </a:lnTo>
                  <a:lnTo>
                    <a:pt x="1305587" y="379554"/>
                  </a:lnTo>
                  <a:lnTo>
                    <a:pt x="1307508" y="366805"/>
                  </a:lnTo>
                  <a:lnTo>
                    <a:pt x="1308893" y="351623"/>
                  </a:lnTo>
                  <a:lnTo>
                    <a:pt x="1309384" y="336441"/>
                  </a:lnTo>
                  <a:lnTo>
                    <a:pt x="1308949" y="321259"/>
                  </a:lnTo>
                  <a:lnTo>
                    <a:pt x="1307564" y="306077"/>
                  </a:lnTo>
                  <a:lnTo>
                    <a:pt x="1305587" y="293328"/>
                  </a:lnTo>
                  <a:lnTo>
                    <a:pt x="1305229" y="290894"/>
                  </a:lnTo>
                  <a:lnTo>
                    <a:pt x="1302080" y="275713"/>
                  </a:lnTo>
                  <a:lnTo>
                    <a:pt x="1297903" y="260531"/>
                  </a:lnTo>
                  <a:lnTo>
                    <a:pt x="1292597" y="245349"/>
                  </a:lnTo>
                  <a:lnTo>
                    <a:pt x="1286063" y="230167"/>
                  </a:lnTo>
                  <a:lnTo>
                    <a:pt x="1281919" y="222021"/>
                  </a:lnTo>
                  <a:lnTo>
                    <a:pt x="1278424" y="214985"/>
                  </a:lnTo>
                  <a:lnTo>
                    <a:pt x="1269622" y="199802"/>
                  </a:lnTo>
                  <a:lnTo>
                    <a:pt x="1259224" y="184620"/>
                  </a:lnTo>
                  <a:lnTo>
                    <a:pt x="1258241" y="183341"/>
                  </a:lnTo>
                  <a:lnTo>
                    <a:pt x="1247630" y="169438"/>
                  </a:lnTo>
                  <a:lnTo>
                    <a:pt x="1234574" y="154748"/>
                  </a:lnTo>
                  <a:lnTo>
                    <a:pt x="1234138" y="154256"/>
                  </a:lnTo>
                  <a:lnTo>
                    <a:pt x="1219082" y="139075"/>
                  </a:lnTo>
                  <a:lnTo>
                    <a:pt x="1210906" y="131733"/>
                  </a:lnTo>
                  <a:lnTo>
                    <a:pt x="1201859" y="123892"/>
                  </a:lnTo>
                  <a:lnTo>
                    <a:pt x="1187239" y="112432"/>
                  </a:lnTo>
                  <a:lnTo>
                    <a:pt x="1182246" y="108710"/>
                  </a:lnTo>
                  <a:lnTo>
                    <a:pt x="1163571" y="95907"/>
                  </a:lnTo>
                  <a:lnTo>
                    <a:pt x="1159863" y="93528"/>
                  </a:lnTo>
                  <a:lnTo>
                    <a:pt x="1139904" y="81550"/>
                  </a:lnTo>
                  <a:lnTo>
                    <a:pt x="1134096" y="78346"/>
                  </a:lnTo>
                  <a:lnTo>
                    <a:pt x="1116237" y="68969"/>
                  </a:lnTo>
                  <a:lnTo>
                    <a:pt x="1104006" y="63164"/>
                  </a:lnTo>
                  <a:lnTo>
                    <a:pt x="1092569" y="57922"/>
                  </a:lnTo>
                  <a:lnTo>
                    <a:pt x="1068891" y="48266"/>
                  </a:lnTo>
                  <a:lnTo>
                    <a:pt x="1068131" y="47981"/>
                  </a:lnTo>
                  <a:lnTo>
                    <a:pt x="1045223" y="39610"/>
                  </a:lnTo>
                  <a:lnTo>
                    <a:pt x="1023555" y="32799"/>
                  </a:lnTo>
                  <a:lnTo>
                    <a:pt x="1021556" y="32174"/>
                  </a:lnTo>
                  <a:lnTo>
                    <a:pt x="997888" y="25502"/>
                  </a:lnTo>
                  <a:lnTo>
                    <a:pt x="974221" y="19860"/>
                  </a:lnTo>
                  <a:lnTo>
                    <a:pt x="963253" y="17617"/>
                  </a:lnTo>
                  <a:lnTo>
                    <a:pt x="950554" y="14958"/>
                  </a:lnTo>
                  <a:lnTo>
                    <a:pt x="926886" y="10768"/>
                  </a:lnTo>
                  <a:lnTo>
                    <a:pt x="903219" y="7366"/>
                  </a:lnTo>
                  <a:lnTo>
                    <a:pt x="879540" y="4683"/>
                  </a:lnTo>
                  <a:lnTo>
                    <a:pt x="855873" y="2664"/>
                  </a:lnTo>
                  <a:lnTo>
                    <a:pt x="852087" y="2436"/>
                  </a:lnTo>
                  <a:lnTo>
                    <a:pt x="832205" y="1166"/>
                  </a:lnTo>
                  <a:lnTo>
                    <a:pt x="808538" y="280"/>
                  </a:lnTo>
                  <a:lnTo>
                    <a:pt x="784871" y="0"/>
                  </a:lnTo>
                  <a:lnTo>
                    <a:pt x="761203" y="309"/>
                  </a:lnTo>
                  <a:lnTo>
                    <a:pt x="737536" y="1201"/>
                  </a:lnTo>
                  <a:lnTo>
                    <a:pt x="717655" y="2436"/>
                  </a:lnTo>
                  <a:lnTo>
                    <a:pt x="713857" y="2653"/>
                  </a:lnTo>
                  <a:lnTo>
                    <a:pt x="690190" y="4540"/>
                  </a:lnTo>
                  <a:lnTo>
                    <a:pt x="666523" y="6978"/>
                  </a:lnTo>
                  <a:lnTo>
                    <a:pt x="642855" y="9989"/>
                  </a:lnTo>
                  <a:lnTo>
                    <a:pt x="619188" y="13601"/>
                  </a:lnTo>
                  <a:lnTo>
                    <a:pt x="596805" y="17617"/>
                  </a:lnTo>
                  <a:lnTo>
                    <a:pt x="595520" y="17835"/>
                  </a:lnTo>
                  <a:lnTo>
                    <a:pt x="571853" y="22363"/>
                  </a:lnTo>
                  <a:lnTo>
                    <a:pt x="548186" y="27569"/>
                  </a:lnTo>
                  <a:lnTo>
                    <a:pt x="527277" y="32799"/>
                  </a:lnTo>
                  <a:lnTo>
                    <a:pt x="524507" y="33460"/>
                  </a:lnTo>
                  <a:lnTo>
                    <a:pt x="500840" y="39674"/>
                  </a:lnTo>
                  <a:lnTo>
                    <a:pt x="477172" y="46712"/>
                  </a:lnTo>
                  <a:lnTo>
                    <a:pt x="473229" y="47981"/>
                  </a:lnTo>
                  <a:lnTo>
                    <a:pt x="453505" y="54146"/>
                  </a:lnTo>
                  <a:lnTo>
                    <a:pt x="429837" y="62421"/>
                  </a:lnTo>
                  <a:lnTo>
                    <a:pt x="427849" y="63164"/>
                  </a:lnTo>
                  <a:lnTo>
                    <a:pt x="406170" y="71114"/>
                  </a:lnTo>
                  <a:lnTo>
                    <a:pt x="388299" y="78346"/>
                  </a:lnTo>
                  <a:lnTo>
                    <a:pt x="382503" y="80671"/>
                  </a:lnTo>
                  <a:lnTo>
                    <a:pt x="358835" y="90869"/>
                  </a:lnTo>
                  <a:lnTo>
                    <a:pt x="353050" y="93528"/>
                  </a:lnTo>
                  <a:lnTo>
                    <a:pt x="335157" y="101781"/>
                  </a:lnTo>
                  <a:lnTo>
                    <a:pt x="321195" y="108710"/>
                  </a:lnTo>
                  <a:lnTo>
                    <a:pt x="311493" y="113574"/>
                  </a:lnTo>
                  <a:lnTo>
                    <a:pt x="292178" y="123892"/>
                  </a:lnTo>
                  <a:lnTo>
                    <a:pt x="287823" y="126264"/>
                  </a:lnTo>
                  <a:lnTo>
                    <a:pt x="265538" y="139075"/>
                  </a:lnTo>
                  <a:lnTo>
                    <a:pt x="264155" y="139892"/>
                  </a:lnTo>
                  <a:lnTo>
                    <a:pt x="240929" y="154256"/>
                  </a:lnTo>
                  <a:lnTo>
                    <a:pt x="240486" y="154541"/>
                  </a:lnTo>
                  <a:lnTo>
                    <a:pt x="218092" y="169438"/>
                  </a:lnTo>
                  <a:lnTo>
                    <a:pt x="216816" y="170326"/>
                  </a:lnTo>
                  <a:lnTo>
                    <a:pt x="196845" y="184620"/>
                  </a:lnTo>
                  <a:lnTo>
                    <a:pt x="193148" y="187414"/>
                  </a:lnTo>
                  <a:lnTo>
                    <a:pt x="177063" y="199802"/>
                  </a:lnTo>
                  <a:lnTo>
                    <a:pt x="169479" y="206026"/>
                  </a:lnTo>
                  <a:lnTo>
                    <a:pt x="158678" y="214985"/>
                  </a:lnTo>
                  <a:lnTo>
                    <a:pt x="145810" y="226461"/>
                  </a:lnTo>
                  <a:lnTo>
                    <a:pt x="141664" y="230167"/>
                  </a:lnTo>
                  <a:lnTo>
                    <a:pt x="125767" y="245349"/>
                  </a:lnTo>
                  <a:lnTo>
                    <a:pt x="122141" y="249071"/>
                  </a:lnTo>
                  <a:lnTo>
                    <a:pt x="110866" y="260531"/>
                  </a:lnTo>
                  <a:lnTo>
                    <a:pt x="98473" y="274438"/>
                  </a:lnTo>
                  <a:lnTo>
                    <a:pt x="97316" y="275713"/>
                  </a:lnTo>
                  <a:lnTo>
                    <a:pt x="84413" y="290894"/>
                  </a:lnTo>
                  <a:lnTo>
                    <a:pt x="74803" y="303547"/>
                  </a:lnTo>
                  <a:lnTo>
                    <a:pt x="72824" y="306077"/>
                  </a:lnTo>
                  <a:lnTo>
                    <a:pt x="61851" y="321259"/>
                  </a:lnTo>
                  <a:lnTo>
                    <a:pt x="52164" y="336441"/>
                  </a:lnTo>
                  <a:lnTo>
                    <a:pt x="51135" y="338212"/>
                  </a:lnTo>
                  <a:lnTo>
                    <a:pt x="42980" y="351623"/>
                  </a:lnTo>
                  <a:lnTo>
                    <a:pt x="34864" y="366805"/>
                  </a:lnTo>
                  <a:lnTo>
                    <a:pt x="27804" y="381988"/>
                  </a:lnTo>
                  <a:lnTo>
                    <a:pt x="27466" y="382812"/>
                  </a:lnTo>
                  <a:lnTo>
                    <a:pt x="21203" y="397170"/>
                  </a:lnTo>
                  <a:lnTo>
                    <a:pt x="15572" y="412352"/>
                  </a:lnTo>
                  <a:lnTo>
                    <a:pt x="10879" y="427533"/>
                  </a:lnTo>
                  <a:lnTo>
                    <a:pt x="7078" y="442715"/>
                  </a:lnTo>
                  <a:lnTo>
                    <a:pt x="4136" y="457898"/>
                  </a:lnTo>
                  <a:lnTo>
                    <a:pt x="3798" y="460331"/>
                  </a:lnTo>
                  <a:lnTo>
                    <a:pt x="1872" y="473080"/>
                  </a:lnTo>
                  <a:lnTo>
                    <a:pt x="484" y="488262"/>
                  </a:lnTo>
                  <a:lnTo>
                    <a:pt x="0" y="503444"/>
                  </a:lnTo>
                  <a:lnTo>
                    <a:pt x="437" y="518626"/>
                  </a:lnTo>
                  <a:lnTo>
                    <a:pt x="1817" y="533809"/>
                  </a:lnTo>
                  <a:lnTo>
                    <a:pt x="3798" y="546556"/>
                  </a:lnTo>
                  <a:lnTo>
                    <a:pt x="4153" y="548991"/>
                  </a:lnTo>
                  <a:lnTo>
                    <a:pt x="7300" y="564172"/>
                  </a:lnTo>
                  <a:lnTo>
                    <a:pt x="11484" y="579354"/>
                  </a:lnTo>
                  <a:lnTo>
                    <a:pt x="16788" y="594536"/>
                  </a:lnTo>
                  <a:lnTo>
                    <a:pt x="23320" y="609718"/>
                  </a:lnTo>
                  <a:lnTo>
                    <a:pt x="27466" y="617864"/>
                  </a:lnTo>
                  <a:lnTo>
                    <a:pt x="30962" y="624901"/>
                  </a:lnTo>
                  <a:lnTo>
                    <a:pt x="39759" y="640083"/>
                  </a:lnTo>
                  <a:lnTo>
                    <a:pt x="50159" y="655265"/>
                  </a:lnTo>
                  <a:lnTo>
                    <a:pt x="51135" y="656544"/>
                  </a:lnTo>
                  <a:lnTo>
                    <a:pt x="61752" y="670447"/>
                  </a:lnTo>
                  <a:lnTo>
                    <a:pt x="74803" y="685137"/>
                  </a:lnTo>
                  <a:lnTo>
                    <a:pt x="75248" y="685628"/>
                  </a:lnTo>
                  <a:lnTo>
                    <a:pt x="90300" y="700811"/>
                  </a:lnTo>
                  <a:lnTo>
                    <a:pt x="98473" y="708152"/>
                  </a:lnTo>
                  <a:lnTo>
                    <a:pt x="107523" y="715993"/>
                  </a:lnTo>
                  <a:lnTo>
                    <a:pt x="122141" y="727453"/>
                  </a:lnTo>
                  <a:lnTo>
                    <a:pt x="127137" y="731175"/>
                  </a:lnTo>
                  <a:lnTo>
                    <a:pt x="145810" y="743979"/>
                  </a:lnTo>
                  <a:lnTo>
                    <a:pt x="149519" y="74635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61A4A27F-6BF1-7292-7B3E-B510EC3A9A30}"/>
                </a:ext>
              </a:extLst>
            </p:cNvPr>
            <p:cNvSpPr/>
            <p:nvPr/>
          </p:nvSpPr>
          <p:spPr>
            <a:xfrm>
              <a:off x="7141380" y="3246339"/>
              <a:ext cx="1141090" cy="731934"/>
            </a:xfrm>
            <a:custGeom>
              <a:avLst/>
              <a:gdLst>
                <a:gd name="csX0" fmla="*/ 149831 w 1141090"/>
                <a:gd name="csY0" fmla="*/ 662019 h 731934"/>
                <a:gd name="csX1" fmla="*/ 156340 w 1141090"/>
                <a:gd name="csY1" fmla="*/ 665607 h 731934"/>
                <a:gd name="csX2" fmla="*/ 179654 w 1141090"/>
                <a:gd name="csY2" fmla="*/ 677201 h 731934"/>
                <a:gd name="csX3" fmla="*/ 180008 w 1141090"/>
                <a:gd name="csY3" fmla="*/ 677369 h 731934"/>
                <a:gd name="csX4" fmla="*/ 203677 w 1141090"/>
                <a:gd name="csY4" fmla="*/ 687593 h 731934"/>
                <a:gd name="csX5" fmla="*/ 216391 w 1141090"/>
                <a:gd name="csY5" fmla="*/ 692385 h 731934"/>
                <a:gd name="csX6" fmla="*/ 227347 w 1141090"/>
                <a:gd name="csY6" fmla="*/ 696394 h 731934"/>
                <a:gd name="csX7" fmla="*/ 251011 w 1141090"/>
                <a:gd name="csY7" fmla="*/ 703978 h 731934"/>
                <a:gd name="csX8" fmla="*/ 264023 w 1141090"/>
                <a:gd name="csY8" fmla="*/ 707563 h 731934"/>
                <a:gd name="csX9" fmla="*/ 274689 w 1141090"/>
                <a:gd name="csY9" fmla="*/ 710479 h 731934"/>
                <a:gd name="csX10" fmla="*/ 298357 w 1141090"/>
                <a:gd name="csY10" fmla="*/ 716018 h 731934"/>
                <a:gd name="csX11" fmla="*/ 322024 w 1141090"/>
                <a:gd name="csY11" fmla="*/ 720575 h 731934"/>
                <a:gd name="csX12" fmla="*/ 335851 w 1141090"/>
                <a:gd name="csY12" fmla="*/ 722742 h 731934"/>
                <a:gd name="csX13" fmla="*/ 345691 w 1141090"/>
                <a:gd name="csY13" fmla="*/ 724317 h 731934"/>
                <a:gd name="csX14" fmla="*/ 369359 w 1141090"/>
                <a:gd name="csY14" fmla="*/ 727322 h 731934"/>
                <a:gd name="csX15" fmla="*/ 393026 w 1141090"/>
                <a:gd name="csY15" fmla="*/ 729544 h 731934"/>
                <a:gd name="csX16" fmla="*/ 416694 w 1141090"/>
                <a:gd name="csY16" fmla="*/ 731030 h 731934"/>
                <a:gd name="csX17" fmla="*/ 440361 w 1141090"/>
                <a:gd name="csY17" fmla="*/ 731812 h 731934"/>
                <a:gd name="csX18" fmla="*/ 464040 w 1141090"/>
                <a:gd name="csY18" fmla="*/ 731934 h 731934"/>
                <a:gd name="csX19" fmla="*/ 487707 w 1141090"/>
                <a:gd name="csY19" fmla="*/ 731410 h 731934"/>
                <a:gd name="csX20" fmla="*/ 511374 w 1141090"/>
                <a:gd name="csY20" fmla="*/ 730248 h 731934"/>
                <a:gd name="csX21" fmla="*/ 535042 w 1141090"/>
                <a:gd name="csY21" fmla="*/ 728438 h 731934"/>
                <a:gd name="csX22" fmla="*/ 558709 w 1141090"/>
                <a:gd name="csY22" fmla="*/ 725993 h 731934"/>
                <a:gd name="csX23" fmla="*/ 582377 w 1141090"/>
                <a:gd name="csY23" fmla="*/ 722876 h 731934"/>
                <a:gd name="csX24" fmla="*/ 583169 w 1141090"/>
                <a:gd name="csY24" fmla="*/ 722742 h 731934"/>
                <a:gd name="csX25" fmla="*/ 606044 w 1141090"/>
                <a:gd name="csY25" fmla="*/ 719302 h 731934"/>
                <a:gd name="csX26" fmla="*/ 629711 w 1141090"/>
                <a:gd name="csY26" fmla="*/ 715058 h 731934"/>
                <a:gd name="csX27" fmla="*/ 653390 w 1141090"/>
                <a:gd name="csY27" fmla="*/ 710099 h 731934"/>
                <a:gd name="csX28" fmla="*/ 664045 w 1141090"/>
                <a:gd name="csY28" fmla="*/ 707563 h 731934"/>
                <a:gd name="csX29" fmla="*/ 677057 w 1141090"/>
                <a:gd name="csY29" fmla="*/ 704570 h 731934"/>
                <a:gd name="csX30" fmla="*/ 700725 w 1141090"/>
                <a:gd name="csY30" fmla="*/ 698416 h 731934"/>
                <a:gd name="csX31" fmla="*/ 721209 w 1141090"/>
                <a:gd name="csY31" fmla="*/ 692385 h 731934"/>
                <a:gd name="csX32" fmla="*/ 724392 w 1141090"/>
                <a:gd name="csY32" fmla="*/ 691469 h 731934"/>
                <a:gd name="csX33" fmla="*/ 748059 w 1141090"/>
                <a:gd name="csY33" fmla="*/ 683997 h 731934"/>
                <a:gd name="csX34" fmla="*/ 767304 w 1141090"/>
                <a:gd name="csY34" fmla="*/ 677201 h 731934"/>
                <a:gd name="csX35" fmla="*/ 771727 w 1141090"/>
                <a:gd name="csY35" fmla="*/ 675654 h 731934"/>
                <a:gd name="csX36" fmla="*/ 795394 w 1141090"/>
                <a:gd name="csY36" fmla="*/ 666677 h 731934"/>
                <a:gd name="csX37" fmla="*/ 806630 w 1141090"/>
                <a:gd name="csY37" fmla="*/ 662019 h 731934"/>
                <a:gd name="csX38" fmla="*/ 819073 w 1141090"/>
                <a:gd name="csY38" fmla="*/ 656852 h 731934"/>
                <a:gd name="csX39" fmla="*/ 841154 w 1141090"/>
                <a:gd name="csY39" fmla="*/ 646837 h 731934"/>
                <a:gd name="csX40" fmla="*/ 842740 w 1141090"/>
                <a:gd name="csY40" fmla="*/ 646113 h 731934"/>
                <a:gd name="csX41" fmla="*/ 866408 w 1141090"/>
                <a:gd name="csY41" fmla="*/ 634569 h 731934"/>
                <a:gd name="csX42" fmla="*/ 872003 w 1141090"/>
                <a:gd name="csY42" fmla="*/ 631655 h 731934"/>
                <a:gd name="csX43" fmla="*/ 890075 w 1141090"/>
                <a:gd name="csY43" fmla="*/ 622016 h 731934"/>
                <a:gd name="csX44" fmla="*/ 899859 w 1141090"/>
                <a:gd name="csY44" fmla="*/ 616474 h 731934"/>
                <a:gd name="csX45" fmla="*/ 913742 w 1141090"/>
                <a:gd name="csY45" fmla="*/ 608352 h 731934"/>
                <a:gd name="csX46" fmla="*/ 925213 w 1141090"/>
                <a:gd name="csY46" fmla="*/ 601291 h 731934"/>
                <a:gd name="csX47" fmla="*/ 937410 w 1141090"/>
                <a:gd name="csY47" fmla="*/ 593470 h 731934"/>
                <a:gd name="csX48" fmla="*/ 948423 w 1141090"/>
                <a:gd name="csY48" fmla="*/ 586109 h 731934"/>
                <a:gd name="csX49" fmla="*/ 961077 w 1141090"/>
                <a:gd name="csY49" fmla="*/ 577204 h 731934"/>
                <a:gd name="csX50" fmla="*/ 969722 w 1141090"/>
                <a:gd name="csY50" fmla="*/ 570927 h 731934"/>
                <a:gd name="csX51" fmla="*/ 984745 w 1141090"/>
                <a:gd name="csY51" fmla="*/ 559332 h 731934"/>
                <a:gd name="csX52" fmla="*/ 989290 w 1141090"/>
                <a:gd name="csY52" fmla="*/ 555745 h 731934"/>
                <a:gd name="csX53" fmla="*/ 1007284 w 1141090"/>
                <a:gd name="csY53" fmla="*/ 540562 h 731934"/>
                <a:gd name="csX54" fmla="*/ 1008423 w 1141090"/>
                <a:gd name="csY54" fmla="*/ 539549 h 731934"/>
                <a:gd name="csX55" fmla="*/ 1024038 w 1141090"/>
                <a:gd name="csY55" fmla="*/ 525380 h 731934"/>
                <a:gd name="csX56" fmla="*/ 1032091 w 1141090"/>
                <a:gd name="csY56" fmla="*/ 517406 h 731934"/>
                <a:gd name="csX57" fmla="*/ 1039350 w 1141090"/>
                <a:gd name="csY57" fmla="*/ 510198 h 731934"/>
                <a:gd name="csX58" fmla="*/ 1053345 w 1141090"/>
                <a:gd name="csY58" fmla="*/ 495017 h 731934"/>
                <a:gd name="csX59" fmla="*/ 1055758 w 1141090"/>
                <a:gd name="csY59" fmla="*/ 492180 h 731934"/>
                <a:gd name="csX60" fmla="*/ 1066357 w 1141090"/>
                <a:gd name="csY60" fmla="*/ 479835 h 731934"/>
                <a:gd name="csX61" fmla="*/ 1077996 w 1141090"/>
                <a:gd name="csY61" fmla="*/ 464653 h 731934"/>
                <a:gd name="csX62" fmla="*/ 1079425 w 1141090"/>
                <a:gd name="csY62" fmla="*/ 462613 h 731934"/>
                <a:gd name="csX63" fmla="*/ 1088830 w 1141090"/>
                <a:gd name="csY63" fmla="*/ 449470 h 731934"/>
                <a:gd name="csX64" fmla="*/ 1098424 w 1141090"/>
                <a:gd name="csY64" fmla="*/ 434288 h 731934"/>
                <a:gd name="csX65" fmla="*/ 1103093 w 1141090"/>
                <a:gd name="csY65" fmla="*/ 425945 h 731934"/>
                <a:gd name="csX66" fmla="*/ 1107047 w 1141090"/>
                <a:gd name="csY66" fmla="*/ 419106 h 731934"/>
                <a:gd name="csX67" fmla="*/ 1114776 w 1141090"/>
                <a:gd name="csY67" fmla="*/ 403924 h 731934"/>
                <a:gd name="csX68" fmla="*/ 1121388 w 1141090"/>
                <a:gd name="csY68" fmla="*/ 388742 h 731934"/>
                <a:gd name="csX69" fmla="*/ 1126760 w 1141090"/>
                <a:gd name="csY69" fmla="*/ 374065 h 731934"/>
                <a:gd name="csX70" fmla="*/ 1126961 w 1141090"/>
                <a:gd name="csY70" fmla="*/ 373559 h 731934"/>
                <a:gd name="csX71" fmla="*/ 1131820 w 1141090"/>
                <a:gd name="csY71" fmla="*/ 358378 h 731934"/>
                <a:gd name="csX72" fmla="*/ 1135640 w 1141090"/>
                <a:gd name="csY72" fmla="*/ 343196 h 731934"/>
                <a:gd name="csX73" fmla="*/ 1138454 w 1141090"/>
                <a:gd name="csY73" fmla="*/ 328014 h 731934"/>
                <a:gd name="csX74" fmla="*/ 1140264 w 1141090"/>
                <a:gd name="csY74" fmla="*/ 312832 h 731934"/>
                <a:gd name="csX75" fmla="*/ 1141090 w 1141090"/>
                <a:gd name="csY75" fmla="*/ 297650 h 731934"/>
                <a:gd name="csX76" fmla="*/ 1140900 w 1141090"/>
                <a:gd name="csY76" fmla="*/ 282467 h 731934"/>
                <a:gd name="csX77" fmla="*/ 1139672 w 1141090"/>
                <a:gd name="csY77" fmla="*/ 267285 h 731934"/>
                <a:gd name="csX78" fmla="*/ 1137360 w 1141090"/>
                <a:gd name="csY78" fmla="*/ 252103 h 731934"/>
                <a:gd name="csX79" fmla="*/ 1133897 w 1141090"/>
                <a:gd name="csY79" fmla="*/ 236921 h 731934"/>
                <a:gd name="csX80" fmla="*/ 1129217 w 1141090"/>
                <a:gd name="csY80" fmla="*/ 221740 h 731934"/>
                <a:gd name="csX81" fmla="*/ 1126760 w 1141090"/>
                <a:gd name="csY81" fmla="*/ 215428 h 731934"/>
                <a:gd name="csX82" fmla="*/ 1123376 w 1141090"/>
                <a:gd name="csY82" fmla="*/ 206557 h 731934"/>
                <a:gd name="csX83" fmla="*/ 1116283 w 1141090"/>
                <a:gd name="csY83" fmla="*/ 191375 h 731934"/>
                <a:gd name="csX84" fmla="*/ 1107639 w 1141090"/>
                <a:gd name="csY84" fmla="*/ 176193 h 731934"/>
                <a:gd name="csX85" fmla="*/ 1103093 w 1141090"/>
                <a:gd name="csY85" fmla="*/ 169354 h 731934"/>
                <a:gd name="csX86" fmla="*/ 1097508 w 1141090"/>
                <a:gd name="csY86" fmla="*/ 161011 h 731934"/>
                <a:gd name="csX87" fmla="*/ 1085680 w 1141090"/>
                <a:gd name="csY87" fmla="*/ 145829 h 731934"/>
                <a:gd name="csX88" fmla="*/ 1079425 w 1141090"/>
                <a:gd name="csY88" fmla="*/ 138801 h 731934"/>
                <a:gd name="csX89" fmla="*/ 1071953 w 1141090"/>
                <a:gd name="csY89" fmla="*/ 130646 h 731934"/>
                <a:gd name="csX90" fmla="*/ 1056015 w 1141090"/>
                <a:gd name="csY90" fmla="*/ 115464 h 731934"/>
                <a:gd name="csX91" fmla="*/ 1055758 w 1141090"/>
                <a:gd name="csY91" fmla="*/ 115238 h 731934"/>
                <a:gd name="csX92" fmla="*/ 1037675 w 1141090"/>
                <a:gd name="csY92" fmla="*/ 100282 h 731934"/>
                <a:gd name="csX93" fmla="*/ 1032091 w 1141090"/>
                <a:gd name="csY93" fmla="*/ 96107 h 731934"/>
                <a:gd name="csX94" fmla="*/ 1016320 w 1141090"/>
                <a:gd name="csY94" fmla="*/ 85101 h 731934"/>
                <a:gd name="csX95" fmla="*/ 1008423 w 1141090"/>
                <a:gd name="csY95" fmla="*/ 80034 h 731934"/>
                <a:gd name="csX96" fmla="*/ 991256 w 1141090"/>
                <a:gd name="csY96" fmla="*/ 69919 h 731934"/>
                <a:gd name="csX97" fmla="*/ 984745 w 1141090"/>
                <a:gd name="csY97" fmla="*/ 66331 h 731934"/>
                <a:gd name="csX98" fmla="*/ 961435 w 1141090"/>
                <a:gd name="csY98" fmla="*/ 54737 h 731934"/>
                <a:gd name="csX99" fmla="*/ 961077 w 1141090"/>
                <a:gd name="csY99" fmla="*/ 54569 h 731934"/>
                <a:gd name="csX100" fmla="*/ 937410 w 1141090"/>
                <a:gd name="csY100" fmla="*/ 44348 h 731934"/>
                <a:gd name="csX101" fmla="*/ 924699 w 1141090"/>
                <a:gd name="csY101" fmla="*/ 39554 h 731934"/>
                <a:gd name="csX102" fmla="*/ 913742 w 1141090"/>
                <a:gd name="csY102" fmla="*/ 35541 h 731934"/>
                <a:gd name="csX103" fmla="*/ 890075 w 1141090"/>
                <a:gd name="csY103" fmla="*/ 27956 h 731934"/>
                <a:gd name="csX104" fmla="*/ 877063 w 1141090"/>
                <a:gd name="csY104" fmla="*/ 24372 h 731934"/>
                <a:gd name="csX105" fmla="*/ 866408 w 1141090"/>
                <a:gd name="csY105" fmla="*/ 21458 h 731934"/>
                <a:gd name="csX106" fmla="*/ 842740 w 1141090"/>
                <a:gd name="csY106" fmla="*/ 15915 h 731934"/>
                <a:gd name="csX107" fmla="*/ 819073 w 1141090"/>
                <a:gd name="csY107" fmla="*/ 11360 h 731934"/>
                <a:gd name="csX108" fmla="*/ 805234 w 1141090"/>
                <a:gd name="csY108" fmla="*/ 9190 h 731934"/>
                <a:gd name="csX109" fmla="*/ 795394 w 1141090"/>
                <a:gd name="csY109" fmla="*/ 7617 h 731934"/>
                <a:gd name="csX110" fmla="*/ 771727 w 1141090"/>
                <a:gd name="csY110" fmla="*/ 4612 h 731934"/>
                <a:gd name="csX111" fmla="*/ 748059 w 1141090"/>
                <a:gd name="csY111" fmla="*/ 2392 h 731934"/>
                <a:gd name="csX112" fmla="*/ 724392 w 1141090"/>
                <a:gd name="csY112" fmla="*/ 909 h 731934"/>
                <a:gd name="csX113" fmla="*/ 700725 w 1141090"/>
                <a:gd name="csY113" fmla="*/ 122 h 731934"/>
                <a:gd name="csX114" fmla="*/ 677057 w 1141090"/>
                <a:gd name="csY114" fmla="*/ 0 h 731934"/>
                <a:gd name="csX115" fmla="*/ 653390 w 1141090"/>
                <a:gd name="csY115" fmla="*/ 527 h 731934"/>
                <a:gd name="csX116" fmla="*/ 629711 w 1141090"/>
                <a:gd name="csY116" fmla="*/ 1693 h 731934"/>
                <a:gd name="csX117" fmla="*/ 606044 w 1141090"/>
                <a:gd name="csY117" fmla="*/ 3497 h 731934"/>
                <a:gd name="csX118" fmla="*/ 582377 w 1141090"/>
                <a:gd name="csY118" fmla="*/ 5949 h 731934"/>
                <a:gd name="csX119" fmla="*/ 558709 w 1141090"/>
                <a:gd name="csY119" fmla="*/ 9065 h 731934"/>
                <a:gd name="csX120" fmla="*/ 557916 w 1141090"/>
                <a:gd name="csY120" fmla="*/ 9190 h 731934"/>
                <a:gd name="csX121" fmla="*/ 535042 w 1141090"/>
                <a:gd name="csY121" fmla="*/ 12637 h 731934"/>
                <a:gd name="csX122" fmla="*/ 511374 w 1141090"/>
                <a:gd name="csY122" fmla="*/ 16875 h 731934"/>
                <a:gd name="csX123" fmla="*/ 487707 w 1141090"/>
                <a:gd name="csY123" fmla="*/ 21833 h 731934"/>
                <a:gd name="csX124" fmla="*/ 477040 w 1141090"/>
                <a:gd name="csY124" fmla="*/ 24372 h 731934"/>
                <a:gd name="csX125" fmla="*/ 464040 w 1141090"/>
                <a:gd name="csY125" fmla="*/ 27368 h 731934"/>
                <a:gd name="csX126" fmla="*/ 440361 w 1141090"/>
                <a:gd name="csY126" fmla="*/ 33522 h 731934"/>
                <a:gd name="csX127" fmla="*/ 419877 w 1141090"/>
                <a:gd name="csY127" fmla="*/ 39554 h 731934"/>
                <a:gd name="csX128" fmla="*/ 416694 w 1141090"/>
                <a:gd name="csY128" fmla="*/ 40470 h 731934"/>
                <a:gd name="csX129" fmla="*/ 393026 w 1141090"/>
                <a:gd name="csY129" fmla="*/ 47939 h 731934"/>
                <a:gd name="csX130" fmla="*/ 373782 w 1141090"/>
                <a:gd name="csY130" fmla="*/ 54737 h 731934"/>
                <a:gd name="csX131" fmla="*/ 369359 w 1141090"/>
                <a:gd name="csY131" fmla="*/ 56283 h 731934"/>
                <a:gd name="csX132" fmla="*/ 345691 w 1141090"/>
                <a:gd name="csY132" fmla="*/ 65261 h 731934"/>
                <a:gd name="csX133" fmla="*/ 334455 w 1141090"/>
                <a:gd name="csY133" fmla="*/ 69919 h 731934"/>
                <a:gd name="csX134" fmla="*/ 322024 w 1141090"/>
                <a:gd name="csY134" fmla="*/ 75086 h 731934"/>
                <a:gd name="csX135" fmla="*/ 299931 w 1141090"/>
                <a:gd name="csY135" fmla="*/ 85101 h 731934"/>
                <a:gd name="csX136" fmla="*/ 298357 w 1141090"/>
                <a:gd name="csY136" fmla="*/ 85825 h 731934"/>
                <a:gd name="csX137" fmla="*/ 274689 w 1141090"/>
                <a:gd name="csY137" fmla="*/ 97369 h 731934"/>
                <a:gd name="csX138" fmla="*/ 269094 w 1141090"/>
                <a:gd name="csY138" fmla="*/ 100282 h 731934"/>
                <a:gd name="csX139" fmla="*/ 251011 w 1141090"/>
                <a:gd name="csY139" fmla="*/ 109922 h 731934"/>
                <a:gd name="csX140" fmla="*/ 241226 w 1141090"/>
                <a:gd name="csY140" fmla="*/ 115464 h 731934"/>
                <a:gd name="csX141" fmla="*/ 227347 w 1141090"/>
                <a:gd name="csY141" fmla="*/ 123585 h 731934"/>
                <a:gd name="csX142" fmla="*/ 215871 w 1141090"/>
                <a:gd name="csY142" fmla="*/ 130646 h 731934"/>
                <a:gd name="csX143" fmla="*/ 203677 w 1141090"/>
                <a:gd name="csY143" fmla="*/ 138468 h 731934"/>
                <a:gd name="csX144" fmla="*/ 192668 w 1141090"/>
                <a:gd name="csY144" fmla="*/ 145829 h 731934"/>
                <a:gd name="csX145" fmla="*/ 180008 w 1141090"/>
                <a:gd name="csY145" fmla="*/ 154733 h 731934"/>
                <a:gd name="csX146" fmla="*/ 171367 w 1141090"/>
                <a:gd name="csY146" fmla="*/ 161011 h 731934"/>
                <a:gd name="csX147" fmla="*/ 156340 w 1141090"/>
                <a:gd name="csY147" fmla="*/ 172606 h 731934"/>
                <a:gd name="csX148" fmla="*/ 151797 w 1141090"/>
                <a:gd name="csY148" fmla="*/ 176193 h 731934"/>
                <a:gd name="csX149" fmla="*/ 133800 w 1141090"/>
                <a:gd name="csY149" fmla="*/ 191375 h 731934"/>
                <a:gd name="csX150" fmla="*/ 132670 w 1141090"/>
                <a:gd name="csY150" fmla="*/ 192388 h 731934"/>
                <a:gd name="csX151" fmla="*/ 117057 w 1141090"/>
                <a:gd name="csY151" fmla="*/ 206557 h 731934"/>
                <a:gd name="csX152" fmla="*/ 109002 w 1141090"/>
                <a:gd name="csY152" fmla="*/ 214532 h 731934"/>
                <a:gd name="csX153" fmla="*/ 101741 w 1141090"/>
                <a:gd name="csY153" fmla="*/ 221740 h 731934"/>
                <a:gd name="csX154" fmla="*/ 87745 w 1141090"/>
                <a:gd name="csY154" fmla="*/ 236921 h 731934"/>
                <a:gd name="csX155" fmla="*/ 85333 w 1141090"/>
                <a:gd name="csY155" fmla="*/ 239758 h 731934"/>
                <a:gd name="csX156" fmla="*/ 74736 w 1141090"/>
                <a:gd name="csY156" fmla="*/ 252103 h 731934"/>
                <a:gd name="csX157" fmla="*/ 63092 w 1141090"/>
                <a:gd name="csY157" fmla="*/ 267285 h 731934"/>
                <a:gd name="csX158" fmla="*/ 61664 w 1141090"/>
                <a:gd name="csY158" fmla="*/ 269325 h 731934"/>
                <a:gd name="csX159" fmla="*/ 52259 w 1141090"/>
                <a:gd name="csY159" fmla="*/ 282467 h 731934"/>
                <a:gd name="csX160" fmla="*/ 42665 w 1141090"/>
                <a:gd name="csY160" fmla="*/ 297650 h 731934"/>
                <a:gd name="csX161" fmla="*/ 37995 w 1141090"/>
                <a:gd name="csY161" fmla="*/ 305993 h 731934"/>
                <a:gd name="csX162" fmla="*/ 34038 w 1141090"/>
                <a:gd name="csY162" fmla="*/ 312832 h 731934"/>
                <a:gd name="csX163" fmla="*/ 26308 w 1141090"/>
                <a:gd name="csY163" fmla="*/ 328014 h 731934"/>
                <a:gd name="csX164" fmla="*/ 19700 w 1141090"/>
                <a:gd name="csY164" fmla="*/ 343196 h 731934"/>
                <a:gd name="csX165" fmla="*/ 14327 w 1141090"/>
                <a:gd name="csY165" fmla="*/ 357872 h 731934"/>
                <a:gd name="csX166" fmla="*/ 14132 w 1141090"/>
                <a:gd name="csY166" fmla="*/ 358378 h 731934"/>
                <a:gd name="csX167" fmla="*/ 9273 w 1141090"/>
                <a:gd name="csY167" fmla="*/ 373559 h 731934"/>
                <a:gd name="csX168" fmla="*/ 5452 w 1141090"/>
                <a:gd name="csY168" fmla="*/ 388742 h 731934"/>
                <a:gd name="csX169" fmla="*/ 2639 w 1141090"/>
                <a:gd name="csY169" fmla="*/ 403924 h 731934"/>
                <a:gd name="csX170" fmla="*/ 822 w 1141090"/>
                <a:gd name="csY170" fmla="*/ 419106 h 731934"/>
                <a:gd name="csX171" fmla="*/ 0 w 1141090"/>
                <a:gd name="csY171" fmla="*/ 434288 h 731934"/>
                <a:gd name="csX172" fmla="*/ 188 w 1141090"/>
                <a:gd name="csY172" fmla="*/ 449470 h 731934"/>
                <a:gd name="csX173" fmla="*/ 1416 w 1141090"/>
                <a:gd name="csY173" fmla="*/ 464653 h 731934"/>
                <a:gd name="csX174" fmla="*/ 3729 w 1141090"/>
                <a:gd name="csY174" fmla="*/ 479835 h 731934"/>
                <a:gd name="csX175" fmla="*/ 7188 w 1141090"/>
                <a:gd name="csY175" fmla="*/ 495017 h 731934"/>
                <a:gd name="csX176" fmla="*/ 11875 w 1141090"/>
                <a:gd name="csY176" fmla="*/ 510198 h 731934"/>
                <a:gd name="csX177" fmla="*/ 14327 w 1141090"/>
                <a:gd name="csY177" fmla="*/ 516510 h 731934"/>
                <a:gd name="csX178" fmla="*/ 17709 w 1141090"/>
                <a:gd name="csY178" fmla="*/ 525380 h 731934"/>
                <a:gd name="csX179" fmla="*/ 24810 w 1141090"/>
                <a:gd name="csY179" fmla="*/ 540562 h 731934"/>
                <a:gd name="csX180" fmla="*/ 33453 w 1141090"/>
                <a:gd name="csY180" fmla="*/ 555745 h 731934"/>
                <a:gd name="csX181" fmla="*/ 37995 w 1141090"/>
                <a:gd name="csY181" fmla="*/ 562584 h 731934"/>
                <a:gd name="csX182" fmla="*/ 43582 w 1141090"/>
                <a:gd name="csY182" fmla="*/ 570927 h 731934"/>
                <a:gd name="csX183" fmla="*/ 55409 w 1141090"/>
                <a:gd name="csY183" fmla="*/ 586109 h 731934"/>
                <a:gd name="csX184" fmla="*/ 61664 w 1141090"/>
                <a:gd name="csY184" fmla="*/ 593137 h 731934"/>
                <a:gd name="csX185" fmla="*/ 69138 w 1141090"/>
                <a:gd name="csY185" fmla="*/ 601291 h 731934"/>
                <a:gd name="csX186" fmla="*/ 85072 w 1141090"/>
                <a:gd name="csY186" fmla="*/ 616474 h 731934"/>
                <a:gd name="csX187" fmla="*/ 85333 w 1141090"/>
                <a:gd name="csY187" fmla="*/ 616700 h 731934"/>
                <a:gd name="csX188" fmla="*/ 103409 w 1141090"/>
                <a:gd name="csY188" fmla="*/ 631655 h 731934"/>
                <a:gd name="csX189" fmla="*/ 109002 w 1141090"/>
                <a:gd name="csY189" fmla="*/ 635831 h 731934"/>
                <a:gd name="csX190" fmla="*/ 124772 w 1141090"/>
                <a:gd name="csY190" fmla="*/ 646837 h 731934"/>
                <a:gd name="csX191" fmla="*/ 132670 w 1141090"/>
                <a:gd name="csY191" fmla="*/ 651904 h 731934"/>
                <a:gd name="csX192" fmla="*/ 149831 w 1141090"/>
                <a:gd name="csY192" fmla="*/ 662019 h 73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41090" h="731934">
                  <a:moveTo>
                    <a:pt x="149831" y="662019"/>
                  </a:moveTo>
                  <a:lnTo>
                    <a:pt x="156340" y="665607"/>
                  </a:lnTo>
                  <a:lnTo>
                    <a:pt x="179654" y="677201"/>
                  </a:lnTo>
                  <a:lnTo>
                    <a:pt x="180008" y="677369"/>
                  </a:lnTo>
                  <a:lnTo>
                    <a:pt x="203677" y="687593"/>
                  </a:lnTo>
                  <a:lnTo>
                    <a:pt x="216391" y="692385"/>
                  </a:lnTo>
                  <a:lnTo>
                    <a:pt x="227347" y="696394"/>
                  </a:lnTo>
                  <a:lnTo>
                    <a:pt x="251011" y="703978"/>
                  </a:lnTo>
                  <a:lnTo>
                    <a:pt x="264023" y="707563"/>
                  </a:lnTo>
                  <a:lnTo>
                    <a:pt x="274689" y="710479"/>
                  </a:lnTo>
                  <a:lnTo>
                    <a:pt x="298357" y="716018"/>
                  </a:lnTo>
                  <a:lnTo>
                    <a:pt x="322024" y="720575"/>
                  </a:lnTo>
                  <a:lnTo>
                    <a:pt x="335851" y="722742"/>
                  </a:lnTo>
                  <a:lnTo>
                    <a:pt x="345691" y="724317"/>
                  </a:lnTo>
                  <a:lnTo>
                    <a:pt x="369359" y="727322"/>
                  </a:lnTo>
                  <a:lnTo>
                    <a:pt x="393026" y="729544"/>
                  </a:lnTo>
                  <a:lnTo>
                    <a:pt x="416694" y="731030"/>
                  </a:lnTo>
                  <a:lnTo>
                    <a:pt x="440361" y="731812"/>
                  </a:lnTo>
                  <a:lnTo>
                    <a:pt x="464040" y="731934"/>
                  </a:lnTo>
                  <a:lnTo>
                    <a:pt x="487707" y="731410"/>
                  </a:lnTo>
                  <a:lnTo>
                    <a:pt x="511374" y="730248"/>
                  </a:lnTo>
                  <a:lnTo>
                    <a:pt x="535042" y="728438"/>
                  </a:lnTo>
                  <a:lnTo>
                    <a:pt x="558709" y="725993"/>
                  </a:lnTo>
                  <a:lnTo>
                    <a:pt x="582377" y="722876"/>
                  </a:lnTo>
                  <a:lnTo>
                    <a:pt x="583169" y="722742"/>
                  </a:lnTo>
                  <a:lnTo>
                    <a:pt x="606044" y="719302"/>
                  </a:lnTo>
                  <a:lnTo>
                    <a:pt x="629711" y="715058"/>
                  </a:lnTo>
                  <a:lnTo>
                    <a:pt x="653390" y="710099"/>
                  </a:lnTo>
                  <a:lnTo>
                    <a:pt x="664045" y="707563"/>
                  </a:lnTo>
                  <a:lnTo>
                    <a:pt x="677057" y="704570"/>
                  </a:lnTo>
                  <a:lnTo>
                    <a:pt x="700725" y="698416"/>
                  </a:lnTo>
                  <a:lnTo>
                    <a:pt x="721209" y="692385"/>
                  </a:lnTo>
                  <a:lnTo>
                    <a:pt x="724392" y="691469"/>
                  </a:lnTo>
                  <a:lnTo>
                    <a:pt x="748059" y="683997"/>
                  </a:lnTo>
                  <a:lnTo>
                    <a:pt x="767304" y="677201"/>
                  </a:lnTo>
                  <a:lnTo>
                    <a:pt x="771727" y="675654"/>
                  </a:lnTo>
                  <a:lnTo>
                    <a:pt x="795394" y="666677"/>
                  </a:lnTo>
                  <a:lnTo>
                    <a:pt x="806630" y="662019"/>
                  </a:lnTo>
                  <a:lnTo>
                    <a:pt x="819073" y="656852"/>
                  </a:lnTo>
                  <a:lnTo>
                    <a:pt x="841154" y="646837"/>
                  </a:lnTo>
                  <a:lnTo>
                    <a:pt x="842740" y="646113"/>
                  </a:lnTo>
                  <a:lnTo>
                    <a:pt x="866408" y="634569"/>
                  </a:lnTo>
                  <a:lnTo>
                    <a:pt x="872003" y="631655"/>
                  </a:lnTo>
                  <a:lnTo>
                    <a:pt x="890075" y="622016"/>
                  </a:lnTo>
                  <a:lnTo>
                    <a:pt x="899859" y="616474"/>
                  </a:lnTo>
                  <a:lnTo>
                    <a:pt x="913742" y="608352"/>
                  </a:lnTo>
                  <a:lnTo>
                    <a:pt x="925213" y="601291"/>
                  </a:lnTo>
                  <a:lnTo>
                    <a:pt x="937410" y="593470"/>
                  </a:lnTo>
                  <a:lnTo>
                    <a:pt x="948423" y="586109"/>
                  </a:lnTo>
                  <a:lnTo>
                    <a:pt x="961077" y="577204"/>
                  </a:lnTo>
                  <a:lnTo>
                    <a:pt x="969722" y="570927"/>
                  </a:lnTo>
                  <a:lnTo>
                    <a:pt x="984745" y="559332"/>
                  </a:lnTo>
                  <a:lnTo>
                    <a:pt x="989290" y="555745"/>
                  </a:lnTo>
                  <a:lnTo>
                    <a:pt x="1007284" y="540562"/>
                  </a:lnTo>
                  <a:lnTo>
                    <a:pt x="1008423" y="539549"/>
                  </a:lnTo>
                  <a:lnTo>
                    <a:pt x="1024038" y="525380"/>
                  </a:lnTo>
                  <a:lnTo>
                    <a:pt x="1032091" y="517406"/>
                  </a:lnTo>
                  <a:lnTo>
                    <a:pt x="1039350" y="510198"/>
                  </a:lnTo>
                  <a:lnTo>
                    <a:pt x="1053345" y="495017"/>
                  </a:lnTo>
                  <a:lnTo>
                    <a:pt x="1055758" y="492180"/>
                  </a:lnTo>
                  <a:lnTo>
                    <a:pt x="1066357" y="479835"/>
                  </a:lnTo>
                  <a:lnTo>
                    <a:pt x="1077996" y="464653"/>
                  </a:lnTo>
                  <a:lnTo>
                    <a:pt x="1079425" y="462613"/>
                  </a:lnTo>
                  <a:lnTo>
                    <a:pt x="1088830" y="449470"/>
                  </a:lnTo>
                  <a:lnTo>
                    <a:pt x="1098424" y="434288"/>
                  </a:lnTo>
                  <a:lnTo>
                    <a:pt x="1103093" y="425945"/>
                  </a:lnTo>
                  <a:lnTo>
                    <a:pt x="1107047" y="419106"/>
                  </a:lnTo>
                  <a:lnTo>
                    <a:pt x="1114776" y="403924"/>
                  </a:lnTo>
                  <a:lnTo>
                    <a:pt x="1121388" y="388742"/>
                  </a:lnTo>
                  <a:lnTo>
                    <a:pt x="1126760" y="374065"/>
                  </a:lnTo>
                  <a:lnTo>
                    <a:pt x="1126961" y="373559"/>
                  </a:lnTo>
                  <a:lnTo>
                    <a:pt x="1131820" y="358378"/>
                  </a:lnTo>
                  <a:lnTo>
                    <a:pt x="1135640" y="343196"/>
                  </a:lnTo>
                  <a:lnTo>
                    <a:pt x="1138454" y="328014"/>
                  </a:lnTo>
                  <a:lnTo>
                    <a:pt x="1140264" y="312832"/>
                  </a:lnTo>
                  <a:lnTo>
                    <a:pt x="1141090" y="297650"/>
                  </a:lnTo>
                  <a:lnTo>
                    <a:pt x="1140900" y="282467"/>
                  </a:lnTo>
                  <a:lnTo>
                    <a:pt x="1139672" y="267285"/>
                  </a:lnTo>
                  <a:lnTo>
                    <a:pt x="1137360" y="252103"/>
                  </a:lnTo>
                  <a:lnTo>
                    <a:pt x="1133897" y="236921"/>
                  </a:lnTo>
                  <a:lnTo>
                    <a:pt x="1129217" y="221740"/>
                  </a:lnTo>
                  <a:lnTo>
                    <a:pt x="1126760" y="215428"/>
                  </a:lnTo>
                  <a:lnTo>
                    <a:pt x="1123376" y="206557"/>
                  </a:lnTo>
                  <a:lnTo>
                    <a:pt x="1116283" y="191375"/>
                  </a:lnTo>
                  <a:lnTo>
                    <a:pt x="1107639" y="176193"/>
                  </a:lnTo>
                  <a:lnTo>
                    <a:pt x="1103093" y="169354"/>
                  </a:lnTo>
                  <a:lnTo>
                    <a:pt x="1097508" y="161011"/>
                  </a:lnTo>
                  <a:lnTo>
                    <a:pt x="1085680" y="145829"/>
                  </a:lnTo>
                  <a:lnTo>
                    <a:pt x="1079425" y="138801"/>
                  </a:lnTo>
                  <a:lnTo>
                    <a:pt x="1071953" y="130646"/>
                  </a:lnTo>
                  <a:lnTo>
                    <a:pt x="1056015" y="115464"/>
                  </a:lnTo>
                  <a:lnTo>
                    <a:pt x="1055758" y="115238"/>
                  </a:lnTo>
                  <a:lnTo>
                    <a:pt x="1037675" y="100282"/>
                  </a:lnTo>
                  <a:lnTo>
                    <a:pt x="1032091" y="96107"/>
                  </a:lnTo>
                  <a:lnTo>
                    <a:pt x="1016320" y="85101"/>
                  </a:lnTo>
                  <a:lnTo>
                    <a:pt x="1008423" y="80034"/>
                  </a:lnTo>
                  <a:lnTo>
                    <a:pt x="991256" y="69919"/>
                  </a:lnTo>
                  <a:lnTo>
                    <a:pt x="984745" y="66331"/>
                  </a:lnTo>
                  <a:lnTo>
                    <a:pt x="961435" y="54737"/>
                  </a:lnTo>
                  <a:lnTo>
                    <a:pt x="961077" y="54569"/>
                  </a:lnTo>
                  <a:lnTo>
                    <a:pt x="937410" y="44348"/>
                  </a:lnTo>
                  <a:lnTo>
                    <a:pt x="924699" y="39554"/>
                  </a:lnTo>
                  <a:lnTo>
                    <a:pt x="913742" y="35541"/>
                  </a:lnTo>
                  <a:lnTo>
                    <a:pt x="890075" y="27956"/>
                  </a:lnTo>
                  <a:lnTo>
                    <a:pt x="877063" y="24372"/>
                  </a:lnTo>
                  <a:lnTo>
                    <a:pt x="866408" y="21458"/>
                  </a:lnTo>
                  <a:lnTo>
                    <a:pt x="842740" y="15915"/>
                  </a:lnTo>
                  <a:lnTo>
                    <a:pt x="819073" y="11360"/>
                  </a:lnTo>
                  <a:lnTo>
                    <a:pt x="805234" y="9190"/>
                  </a:lnTo>
                  <a:lnTo>
                    <a:pt x="795394" y="7617"/>
                  </a:lnTo>
                  <a:lnTo>
                    <a:pt x="771727" y="4612"/>
                  </a:lnTo>
                  <a:lnTo>
                    <a:pt x="748059" y="2392"/>
                  </a:lnTo>
                  <a:lnTo>
                    <a:pt x="724392" y="909"/>
                  </a:lnTo>
                  <a:lnTo>
                    <a:pt x="700725" y="122"/>
                  </a:lnTo>
                  <a:lnTo>
                    <a:pt x="677057" y="0"/>
                  </a:lnTo>
                  <a:lnTo>
                    <a:pt x="653390" y="527"/>
                  </a:lnTo>
                  <a:lnTo>
                    <a:pt x="629711" y="1693"/>
                  </a:lnTo>
                  <a:lnTo>
                    <a:pt x="606044" y="3497"/>
                  </a:lnTo>
                  <a:lnTo>
                    <a:pt x="582377" y="5949"/>
                  </a:lnTo>
                  <a:lnTo>
                    <a:pt x="558709" y="9065"/>
                  </a:lnTo>
                  <a:lnTo>
                    <a:pt x="557916" y="9190"/>
                  </a:lnTo>
                  <a:lnTo>
                    <a:pt x="535042" y="12637"/>
                  </a:lnTo>
                  <a:lnTo>
                    <a:pt x="511374" y="16875"/>
                  </a:lnTo>
                  <a:lnTo>
                    <a:pt x="487707" y="21833"/>
                  </a:lnTo>
                  <a:lnTo>
                    <a:pt x="477040" y="24372"/>
                  </a:lnTo>
                  <a:lnTo>
                    <a:pt x="464040" y="27368"/>
                  </a:lnTo>
                  <a:lnTo>
                    <a:pt x="440361" y="33522"/>
                  </a:lnTo>
                  <a:lnTo>
                    <a:pt x="419877" y="39554"/>
                  </a:lnTo>
                  <a:lnTo>
                    <a:pt x="416694" y="40470"/>
                  </a:lnTo>
                  <a:lnTo>
                    <a:pt x="393026" y="47939"/>
                  </a:lnTo>
                  <a:lnTo>
                    <a:pt x="373782" y="54737"/>
                  </a:lnTo>
                  <a:lnTo>
                    <a:pt x="369359" y="56283"/>
                  </a:lnTo>
                  <a:lnTo>
                    <a:pt x="345691" y="65261"/>
                  </a:lnTo>
                  <a:lnTo>
                    <a:pt x="334455" y="69919"/>
                  </a:lnTo>
                  <a:lnTo>
                    <a:pt x="322024" y="75086"/>
                  </a:lnTo>
                  <a:lnTo>
                    <a:pt x="299931" y="85101"/>
                  </a:lnTo>
                  <a:lnTo>
                    <a:pt x="298357" y="85825"/>
                  </a:lnTo>
                  <a:lnTo>
                    <a:pt x="274689" y="97369"/>
                  </a:lnTo>
                  <a:lnTo>
                    <a:pt x="269094" y="100282"/>
                  </a:lnTo>
                  <a:lnTo>
                    <a:pt x="251011" y="109922"/>
                  </a:lnTo>
                  <a:lnTo>
                    <a:pt x="241226" y="115464"/>
                  </a:lnTo>
                  <a:lnTo>
                    <a:pt x="227347" y="123585"/>
                  </a:lnTo>
                  <a:lnTo>
                    <a:pt x="215871" y="130646"/>
                  </a:lnTo>
                  <a:lnTo>
                    <a:pt x="203677" y="138468"/>
                  </a:lnTo>
                  <a:lnTo>
                    <a:pt x="192668" y="145829"/>
                  </a:lnTo>
                  <a:lnTo>
                    <a:pt x="180008" y="154733"/>
                  </a:lnTo>
                  <a:lnTo>
                    <a:pt x="171367" y="161011"/>
                  </a:lnTo>
                  <a:lnTo>
                    <a:pt x="156340" y="172606"/>
                  </a:lnTo>
                  <a:lnTo>
                    <a:pt x="151797" y="176193"/>
                  </a:lnTo>
                  <a:lnTo>
                    <a:pt x="133800" y="191375"/>
                  </a:lnTo>
                  <a:lnTo>
                    <a:pt x="132670" y="192388"/>
                  </a:lnTo>
                  <a:lnTo>
                    <a:pt x="117057" y="206557"/>
                  </a:lnTo>
                  <a:lnTo>
                    <a:pt x="109002" y="214532"/>
                  </a:lnTo>
                  <a:lnTo>
                    <a:pt x="101741" y="221740"/>
                  </a:lnTo>
                  <a:lnTo>
                    <a:pt x="87745" y="236921"/>
                  </a:lnTo>
                  <a:lnTo>
                    <a:pt x="85333" y="239758"/>
                  </a:lnTo>
                  <a:lnTo>
                    <a:pt x="74736" y="252103"/>
                  </a:lnTo>
                  <a:lnTo>
                    <a:pt x="63092" y="267285"/>
                  </a:lnTo>
                  <a:lnTo>
                    <a:pt x="61664" y="269325"/>
                  </a:lnTo>
                  <a:lnTo>
                    <a:pt x="52259" y="282467"/>
                  </a:lnTo>
                  <a:lnTo>
                    <a:pt x="42665" y="297650"/>
                  </a:lnTo>
                  <a:lnTo>
                    <a:pt x="37995" y="305993"/>
                  </a:lnTo>
                  <a:lnTo>
                    <a:pt x="34038" y="312832"/>
                  </a:lnTo>
                  <a:lnTo>
                    <a:pt x="26308" y="328014"/>
                  </a:lnTo>
                  <a:lnTo>
                    <a:pt x="19700" y="343196"/>
                  </a:lnTo>
                  <a:lnTo>
                    <a:pt x="14327" y="357872"/>
                  </a:lnTo>
                  <a:lnTo>
                    <a:pt x="14132" y="358378"/>
                  </a:lnTo>
                  <a:lnTo>
                    <a:pt x="9273" y="373559"/>
                  </a:lnTo>
                  <a:lnTo>
                    <a:pt x="5452" y="388742"/>
                  </a:lnTo>
                  <a:lnTo>
                    <a:pt x="2639" y="403924"/>
                  </a:lnTo>
                  <a:lnTo>
                    <a:pt x="822" y="419106"/>
                  </a:lnTo>
                  <a:lnTo>
                    <a:pt x="0" y="434288"/>
                  </a:lnTo>
                  <a:lnTo>
                    <a:pt x="188" y="449470"/>
                  </a:lnTo>
                  <a:lnTo>
                    <a:pt x="1416" y="464653"/>
                  </a:lnTo>
                  <a:lnTo>
                    <a:pt x="3729" y="479835"/>
                  </a:lnTo>
                  <a:lnTo>
                    <a:pt x="7188" y="495017"/>
                  </a:lnTo>
                  <a:lnTo>
                    <a:pt x="11875" y="510198"/>
                  </a:lnTo>
                  <a:lnTo>
                    <a:pt x="14327" y="516510"/>
                  </a:lnTo>
                  <a:lnTo>
                    <a:pt x="17709" y="525380"/>
                  </a:lnTo>
                  <a:lnTo>
                    <a:pt x="24810" y="540562"/>
                  </a:lnTo>
                  <a:lnTo>
                    <a:pt x="33453" y="555745"/>
                  </a:lnTo>
                  <a:lnTo>
                    <a:pt x="37995" y="562584"/>
                  </a:lnTo>
                  <a:lnTo>
                    <a:pt x="43582" y="570927"/>
                  </a:lnTo>
                  <a:lnTo>
                    <a:pt x="55409" y="586109"/>
                  </a:lnTo>
                  <a:lnTo>
                    <a:pt x="61664" y="593137"/>
                  </a:lnTo>
                  <a:lnTo>
                    <a:pt x="69138" y="601291"/>
                  </a:lnTo>
                  <a:lnTo>
                    <a:pt x="85072" y="616474"/>
                  </a:lnTo>
                  <a:lnTo>
                    <a:pt x="85333" y="616700"/>
                  </a:lnTo>
                  <a:lnTo>
                    <a:pt x="103409" y="631655"/>
                  </a:lnTo>
                  <a:lnTo>
                    <a:pt x="109002" y="635831"/>
                  </a:lnTo>
                  <a:lnTo>
                    <a:pt x="124772" y="646837"/>
                  </a:lnTo>
                  <a:lnTo>
                    <a:pt x="132670" y="651904"/>
                  </a:lnTo>
                  <a:lnTo>
                    <a:pt x="149831" y="66201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3C11606E-CB40-6FF7-BA32-2A9FD259D961}"/>
                </a:ext>
              </a:extLst>
            </p:cNvPr>
            <p:cNvSpPr/>
            <p:nvPr/>
          </p:nvSpPr>
          <p:spPr>
            <a:xfrm>
              <a:off x="7209615" y="3290108"/>
              <a:ext cx="1004622" cy="644392"/>
            </a:xfrm>
            <a:custGeom>
              <a:avLst/>
              <a:gdLst>
                <a:gd name="csX0" fmla="*/ 141230 w 1004622"/>
                <a:gd name="csY0" fmla="*/ 587885 h 644392"/>
                <a:gd name="csX1" fmla="*/ 159111 w 1004622"/>
                <a:gd name="csY1" fmla="*/ 596692 h 644392"/>
                <a:gd name="csX2" fmla="*/ 173851 w 1004622"/>
                <a:gd name="csY2" fmla="*/ 603067 h 644392"/>
                <a:gd name="csX3" fmla="*/ 182775 w 1004622"/>
                <a:gd name="csY3" fmla="*/ 606739 h 644392"/>
                <a:gd name="csX4" fmla="*/ 206454 w 1004622"/>
                <a:gd name="csY4" fmla="*/ 615243 h 644392"/>
                <a:gd name="csX5" fmla="*/ 216182 w 1004622"/>
                <a:gd name="csY5" fmla="*/ 618249 h 644392"/>
                <a:gd name="csX6" fmla="*/ 230121 w 1004622"/>
                <a:gd name="csY6" fmla="*/ 622429 h 644392"/>
                <a:gd name="csX7" fmla="*/ 253788 w 1004622"/>
                <a:gd name="csY7" fmla="*/ 628423 h 644392"/>
                <a:gd name="csX8" fmla="*/ 277456 w 1004622"/>
                <a:gd name="csY8" fmla="*/ 633295 h 644392"/>
                <a:gd name="csX9" fmla="*/ 278260 w 1004622"/>
                <a:gd name="csY9" fmla="*/ 633432 h 644392"/>
                <a:gd name="csX10" fmla="*/ 301123 w 1004622"/>
                <a:gd name="csY10" fmla="*/ 637278 h 644392"/>
                <a:gd name="csX11" fmla="*/ 324791 w 1004622"/>
                <a:gd name="csY11" fmla="*/ 640316 h 644392"/>
                <a:gd name="csX12" fmla="*/ 348458 w 1004622"/>
                <a:gd name="csY12" fmla="*/ 642483 h 644392"/>
                <a:gd name="csX13" fmla="*/ 372125 w 1004622"/>
                <a:gd name="csY13" fmla="*/ 643835 h 644392"/>
                <a:gd name="csX14" fmla="*/ 395804 w 1004622"/>
                <a:gd name="csY14" fmla="*/ 644393 h 644392"/>
                <a:gd name="csX15" fmla="*/ 419471 w 1004622"/>
                <a:gd name="csY15" fmla="*/ 644225 h 644392"/>
                <a:gd name="csX16" fmla="*/ 443139 w 1004622"/>
                <a:gd name="csY16" fmla="*/ 643321 h 644392"/>
                <a:gd name="csX17" fmla="*/ 466806 w 1004622"/>
                <a:gd name="csY17" fmla="*/ 641701 h 644392"/>
                <a:gd name="csX18" fmla="*/ 490473 w 1004622"/>
                <a:gd name="csY18" fmla="*/ 639367 h 644392"/>
                <a:gd name="csX19" fmla="*/ 514141 w 1004622"/>
                <a:gd name="csY19" fmla="*/ 636295 h 644392"/>
                <a:gd name="csX20" fmla="*/ 531978 w 1004622"/>
                <a:gd name="csY20" fmla="*/ 633432 h 644392"/>
                <a:gd name="csX21" fmla="*/ 537808 w 1004622"/>
                <a:gd name="csY21" fmla="*/ 632524 h 644392"/>
                <a:gd name="csX22" fmla="*/ 561476 w 1004622"/>
                <a:gd name="csY22" fmla="*/ 628137 h 644392"/>
                <a:gd name="csX23" fmla="*/ 585154 w 1004622"/>
                <a:gd name="csY23" fmla="*/ 622972 h 644392"/>
                <a:gd name="csX24" fmla="*/ 603885 w 1004622"/>
                <a:gd name="csY24" fmla="*/ 618249 h 644392"/>
                <a:gd name="csX25" fmla="*/ 608822 w 1004622"/>
                <a:gd name="csY25" fmla="*/ 617029 h 644392"/>
                <a:gd name="csX26" fmla="*/ 632489 w 1004622"/>
                <a:gd name="csY26" fmla="*/ 610441 h 644392"/>
                <a:gd name="csX27" fmla="*/ 655754 w 1004622"/>
                <a:gd name="csY27" fmla="*/ 603067 h 644392"/>
                <a:gd name="csX28" fmla="*/ 656156 w 1004622"/>
                <a:gd name="csY28" fmla="*/ 602940 h 644392"/>
                <a:gd name="csX29" fmla="*/ 679824 w 1004622"/>
                <a:gd name="csY29" fmla="*/ 594773 h 644392"/>
                <a:gd name="csX30" fmla="*/ 697706 w 1004622"/>
                <a:gd name="csY30" fmla="*/ 587885 h 644392"/>
                <a:gd name="csX31" fmla="*/ 703491 w 1004622"/>
                <a:gd name="csY31" fmla="*/ 585640 h 644392"/>
                <a:gd name="csX32" fmla="*/ 727159 w 1004622"/>
                <a:gd name="csY32" fmla="*/ 575640 h 644392"/>
                <a:gd name="csX33" fmla="*/ 733592 w 1004622"/>
                <a:gd name="csY33" fmla="*/ 572704 h 644392"/>
                <a:gd name="csX34" fmla="*/ 750837 w 1004622"/>
                <a:gd name="csY34" fmla="*/ 564666 h 644392"/>
                <a:gd name="csX35" fmla="*/ 765000 w 1004622"/>
                <a:gd name="csY35" fmla="*/ 557522 h 644392"/>
                <a:gd name="csX36" fmla="*/ 774505 w 1004622"/>
                <a:gd name="csY36" fmla="*/ 552592 h 644392"/>
                <a:gd name="csX37" fmla="*/ 792956 w 1004622"/>
                <a:gd name="csY37" fmla="*/ 542340 h 644392"/>
                <a:gd name="csX38" fmla="*/ 798172 w 1004622"/>
                <a:gd name="csY38" fmla="*/ 539332 h 644392"/>
                <a:gd name="csX39" fmla="*/ 818075 w 1004622"/>
                <a:gd name="csY39" fmla="*/ 527157 h 644392"/>
                <a:gd name="csX40" fmla="*/ 821839 w 1004622"/>
                <a:gd name="csY40" fmla="*/ 524747 h 644392"/>
                <a:gd name="csX41" fmla="*/ 840816 w 1004622"/>
                <a:gd name="csY41" fmla="*/ 511975 h 644392"/>
                <a:gd name="csX42" fmla="*/ 845507 w 1004622"/>
                <a:gd name="csY42" fmla="*/ 508632 h 644392"/>
                <a:gd name="csX43" fmla="*/ 861490 w 1004622"/>
                <a:gd name="csY43" fmla="*/ 496793 h 644392"/>
                <a:gd name="csX44" fmla="*/ 869174 w 1004622"/>
                <a:gd name="csY44" fmla="*/ 490699 h 644392"/>
                <a:gd name="csX45" fmla="*/ 880310 w 1004622"/>
                <a:gd name="csY45" fmla="*/ 481611 h 644392"/>
                <a:gd name="csX46" fmla="*/ 892841 w 1004622"/>
                <a:gd name="csY46" fmla="*/ 470550 h 644392"/>
                <a:gd name="csX47" fmla="*/ 897421 w 1004622"/>
                <a:gd name="csY47" fmla="*/ 466429 h 644392"/>
                <a:gd name="csX48" fmla="*/ 913013 w 1004622"/>
                <a:gd name="csY48" fmla="*/ 451247 h 644392"/>
                <a:gd name="csX49" fmla="*/ 916509 w 1004622"/>
                <a:gd name="csY49" fmla="*/ 447534 h 644392"/>
                <a:gd name="csX50" fmla="*/ 927254 w 1004622"/>
                <a:gd name="csY50" fmla="*/ 436065 h 644392"/>
                <a:gd name="csX51" fmla="*/ 939986 w 1004622"/>
                <a:gd name="csY51" fmla="*/ 420883 h 644392"/>
                <a:gd name="csX52" fmla="*/ 940187 w 1004622"/>
                <a:gd name="csY52" fmla="*/ 420624 h 644392"/>
                <a:gd name="csX53" fmla="*/ 951681 w 1004622"/>
                <a:gd name="csY53" fmla="*/ 405701 h 644392"/>
                <a:gd name="csX54" fmla="*/ 961945 w 1004622"/>
                <a:gd name="csY54" fmla="*/ 390519 h 644392"/>
                <a:gd name="csX55" fmla="*/ 963855 w 1004622"/>
                <a:gd name="csY55" fmla="*/ 387357 h 644392"/>
                <a:gd name="csX56" fmla="*/ 971215 w 1004622"/>
                <a:gd name="csY56" fmla="*/ 375336 h 644392"/>
                <a:gd name="csX57" fmla="*/ 979268 w 1004622"/>
                <a:gd name="csY57" fmla="*/ 360154 h 644392"/>
                <a:gd name="csX58" fmla="*/ 986104 w 1004622"/>
                <a:gd name="csY58" fmla="*/ 344972 h 644392"/>
                <a:gd name="csX59" fmla="*/ 987522 w 1004622"/>
                <a:gd name="csY59" fmla="*/ 341227 h 644392"/>
                <a:gd name="csX60" fmla="*/ 991990 w 1004622"/>
                <a:gd name="csY60" fmla="*/ 329790 h 644392"/>
                <a:gd name="csX61" fmla="*/ 996770 w 1004622"/>
                <a:gd name="csY61" fmla="*/ 314609 h 644392"/>
                <a:gd name="csX62" fmla="*/ 1000411 w 1004622"/>
                <a:gd name="csY62" fmla="*/ 299427 h 644392"/>
                <a:gd name="csX63" fmla="*/ 1002936 w 1004622"/>
                <a:gd name="csY63" fmla="*/ 284244 h 644392"/>
                <a:gd name="csX64" fmla="*/ 1004343 w 1004622"/>
                <a:gd name="csY64" fmla="*/ 269062 h 644392"/>
                <a:gd name="csX65" fmla="*/ 1004622 w 1004622"/>
                <a:gd name="csY65" fmla="*/ 253880 h 644392"/>
                <a:gd name="csX66" fmla="*/ 1003729 w 1004622"/>
                <a:gd name="csY66" fmla="*/ 238698 h 644392"/>
                <a:gd name="csX67" fmla="*/ 1001629 w 1004622"/>
                <a:gd name="csY67" fmla="*/ 223516 h 644392"/>
                <a:gd name="csX68" fmla="*/ 998256 w 1004622"/>
                <a:gd name="csY68" fmla="*/ 208333 h 644392"/>
                <a:gd name="csX69" fmla="*/ 993520 w 1004622"/>
                <a:gd name="csY69" fmla="*/ 193151 h 644392"/>
                <a:gd name="csX70" fmla="*/ 987522 w 1004622"/>
                <a:gd name="csY70" fmla="*/ 178488 h 644392"/>
                <a:gd name="csX71" fmla="*/ 987310 w 1004622"/>
                <a:gd name="csY71" fmla="*/ 177970 h 644392"/>
                <a:gd name="csX72" fmla="*/ 979715 w 1004622"/>
                <a:gd name="csY72" fmla="*/ 162788 h 644392"/>
                <a:gd name="csX73" fmla="*/ 970366 w 1004622"/>
                <a:gd name="csY73" fmla="*/ 147606 h 644392"/>
                <a:gd name="csX74" fmla="*/ 963855 w 1004622"/>
                <a:gd name="csY74" fmla="*/ 138670 h 644392"/>
                <a:gd name="csX75" fmla="*/ 959164 w 1004622"/>
                <a:gd name="csY75" fmla="*/ 132424 h 644392"/>
                <a:gd name="csX76" fmla="*/ 945906 w 1004622"/>
                <a:gd name="csY76" fmla="*/ 117241 h 644392"/>
                <a:gd name="csX77" fmla="*/ 940187 w 1004622"/>
                <a:gd name="csY77" fmla="*/ 111510 h 644392"/>
                <a:gd name="csX78" fmla="*/ 930247 w 1004622"/>
                <a:gd name="csY78" fmla="*/ 102059 h 644392"/>
                <a:gd name="csX79" fmla="*/ 916509 w 1004622"/>
                <a:gd name="csY79" fmla="*/ 90591 h 644392"/>
                <a:gd name="csX80" fmla="*/ 911751 w 1004622"/>
                <a:gd name="csY80" fmla="*/ 86877 h 644392"/>
                <a:gd name="csX81" fmla="*/ 892841 w 1004622"/>
                <a:gd name="csY81" fmla="*/ 73640 h 644392"/>
                <a:gd name="csX82" fmla="*/ 889815 w 1004622"/>
                <a:gd name="csY82" fmla="*/ 71695 h 644392"/>
                <a:gd name="csX83" fmla="*/ 869174 w 1004622"/>
                <a:gd name="csY83" fmla="*/ 59568 h 644392"/>
                <a:gd name="csX84" fmla="*/ 863388 w 1004622"/>
                <a:gd name="csY84" fmla="*/ 56512 h 644392"/>
                <a:gd name="csX85" fmla="*/ 845507 w 1004622"/>
                <a:gd name="csY85" fmla="*/ 47707 h 644392"/>
                <a:gd name="csX86" fmla="*/ 830775 w 1004622"/>
                <a:gd name="csY86" fmla="*/ 41331 h 644392"/>
                <a:gd name="csX87" fmla="*/ 821839 w 1004622"/>
                <a:gd name="csY87" fmla="*/ 37660 h 644392"/>
                <a:gd name="csX88" fmla="*/ 798172 w 1004622"/>
                <a:gd name="csY88" fmla="*/ 29156 h 644392"/>
                <a:gd name="csX89" fmla="*/ 788432 w 1004622"/>
                <a:gd name="csY89" fmla="*/ 26149 h 644392"/>
                <a:gd name="csX90" fmla="*/ 774505 w 1004622"/>
                <a:gd name="csY90" fmla="*/ 21970 h 644392"/>
                <a:gd name="csX91" fmla="*/ 750837 w 1004622"/>
                <a:gd name="csY91" fmla="*/ 15975 h 644392"/>
                <a:gd name="csX92" fmla="*/ 727159 w 1004622"/>
                <a:gd name="csY92" fmla="*/ 11103 h 644392"/>
                <a:gd name="csX93" fmla="*/ 726354 w 1004622"/>
                <a:gd name="csY93" fmla="*/ 10967 h 644392"/>
                <a:gd name="csX94" fmla="*/ 703491 w 1004622"/>
                <a:gd name="csY94" fmla="*/ 7120 h 644392"/>
                <a:gd name="csX95" fmla="*/ 679824 w 1004622"/>
                <a:gd name="csY95" fmla="*/ 4079 h 644392"/>
                <a:gd name="csX96" fmla="*/ 656156 w 1004622"/>
                <a:gd name="csY96" fmla="*/ 1914 h 644392"/>
                <a:gd name="csX97" fmla="*/ 632489 w 1004622"/>
                <a:gd name="csY97" fmla="*/ 569 h 644392"/>
                <a:gd name="csX98" fmla="*/ 608822 w 1004622"/>
                <a:gd name="csY98" fmla="*/ 0 h 644392"/>
                <a:gd name="csX99" fmla="*/ 585154 w 1004622"/>
                <a:gd name="csY99" fmla="*/ 176 h 644392"/>
                <a:gd name="csX100" fmla="*/ 561476 w 1004622"/>
                <a:gd name="csY100" fmla="*/ 1079 h 644392"/>
                <a:gd name="csX101" fmla="*/ 537808 w 1004622"/>
                <a:gd name="csY101" fmla="*/ 2697 h 644392"/>
                <a:gd name="csX102" fmla="*/ 514141 w 1004622"/>
                <a:gd name="csY102" fmla="*/ 5034 h 644392"/>
                <a:gd name="csX103" fmla="*/ 490473 w 1004622"/>
                <a:gd name="csY103" fmla="*/ 8100 h 644392"/>
                <a:gd name="csX104" fmla="*/ 472648 w 1004622"/>
                <a:gd name="csY104" fmla="*/ 10967 h 644392"/>
                <a:gd name="csX105" fmla="*/ 466806 w 1004622"/>
                <a:gd name="csY105" fmla="*/ 11875 h 644392"/>
                <a:gd name="csX106" fmla="*/ 443139 w 1004622"/>
                <a:gd name="csY106" fmla="*/ 16261 h 644392"/>
                <a:gd name="csX107" fmla="*/ 419471 w 1004622"/>
                <a:gd name="csY107" fmla="*/ 21427 h 644392"/>
                <a:gd name="csX108" fmla="*/ 400729 w 1004622"/>
                <a:gd name="csY108" fmla="*/ 26149 h 644392"/>
                <a:gd name="csX109" fmla="*/ 395804 w 1004622"/>
                <a:gd name="csY109" fmla="*/ 27370 h 644392"/>
                <a:gd name="csX110" fmla="*/ 372125 w 1004622"/>
                <a:gd name="csY110" fmla="*/ 33958 h 644392"/>
                <a:gd name="csX111" fmla="*/ 348860 w 1004622"/>
                <a:gd name="csY111" fmla="*/ 41331 h 644392"/>
                <a:gd name="csX112" fmla="*/ 348458 w 1004622"/>
                <a:gd name="csY112" fmla="*/ 41459 h 644392"/>
                <a:gd name="csX113" fmla="*/ 324791 w 1004622"/>
                <a:gd name="csY113" fmla="*/ 49626 h 644392"/>
                <a:gd name="csX114" fmla="*/ 306909 w 1004622"/>
                <a:gd name="csY114" fmla="*/ 56512 h 644392"/>
                <a:gd name="csX115" fmla="*/ 301123 w 1004622"/>
                <a:gd name="csY115" fmla="*/ 58759 h 644392"/>
                <a:gd name="csX116" fmla="*/ 277456 w 1004622"/>
                <a:gd name="csY116" fmla="*/ 68758 h 644392"/>
                <a:gd name="csX117" fmla="*/ 271034 w 1004622"/>
                <a:gd name="csY117" fmla="*/ 71695 h 644392"/>
                <a:gd name="csX118" fmla="*/ 253788 w 1004622"/>
                <a:gd name="csY118" fmla="*/ 79733 h 644392"/>
                <a:gd name="csX119" fmla="*/ 239615 w 1004622"/>
                <a:gd name="csY119" fmla="*/ 86877 h 644392"/>
                <a:gd name="csX120" fmla="*/ 230121 w 1004622"/>
                <a:gd name="csY120" fmla="*/ 91807 h 644392"/>
                <a:gd name="csX121" fmla="*/ 211658 w 1004622"/>
                <a:gd name="csY121" fmla="*/ 102059 h 644392"/>
                <a:gd name="csX122" fmla="*/ 206454 w 1004622"/>
                <a:gd name="csY122" fmla="*/ 105067 h 644392"/>
                <a:gd name="csX123" fmla="*/ 186539 w 1004622"/>
                <a:gd name="csY123" fmla="*/ 117241 h 644392"/>
                <a:gd name="csX124" fmla="*/ 182775 w 1004622"/>
                <a:gd name="csY124" fmla="*/ 119652 h 644392"/>
                <a:gd name="csX125" fmla="*/ 163799 w 1004622"/>
                <a:gd name="csY125" fmla="*/ 132424 h 644392"/>
                <a:gd name="csX126" fmla="*/ 159111 w 1004622"/>
                <a:gd name="csY126" fmla="*/ 135766 h 644392"/>
                <a:gd name="csX127" fmla="*/ 143127 w 1004622"/>
                <a:gd name="csY127" fmla="*/ 147606 h 644392"/>
                <a:gd name="csX128" fmla="*/ 135441 w 1004622"/>
                <a:gd name="csY128" fmla="*/ 153698 h 644392"/>
                <a:gd name="csX129" fmla="*/ 124304 w 1004622"/>
                <a:gd name="csY129" fmla="*/ 162788 h 644392"/>
                <a:gd name="csX130" fmla="*/ 111773 w 1004622"/>
                <a:gd name="csY130" fmla="*/ 173849 h 644392"/>
                <a:gd name="csX131" fmla="*/ 107194 w 1004622"/>
                <a:gd name="csY131" fmla="*/ 177970 h 644392"/>
                <a:gd name="csX132" fmla="*/ 91605 w 1004622"/>
                <a:gd name="csY132" fmla="*/ 193151 h 644392"/>
                <a:gd name="csX133" fmla="*/ 88104 w 1004622"/>
                <a:gd name="csY133" fmla="*/ 196865 h 644392"/>
                <a:gd name="csX134" fmla="*/ 77366 w 1004622"/>
                <a:gd name="csY134" fmla="*/ 208333 h 644392"/>
                <a:gd name="csX135" fmla="*/ 64634 w 1004622"/>
                <a:gd name="csY135" fmla="*/ 223516 h 644392"/>
                <a:gd name="csX136" fmla="*/ 64435 w 1004622"/>
                <a:gd name="csY136" fmla="*/ 223775 h 644392"/>
                <a:gd name="csX137" fmla="*/ 52939 w 1004622"/>
                <a:gd name="csY137" fmla="*/ 238698 h 644392"/>
                <a:gd name="csX138" fmla="*/ 42669 w 1004622"/>
                <a:gd name="csY138" fmla="*/ 253880 h 644392"/>
                <a:gd name="csX139" fmla="*/ 40766 w 1004622"/>
                <a:gd name="csY139" fmla="*/ 257042 h 644392"/>
                <a:gd name="csX140" fmla="*/ 33404 w 1004622"/>
                <a:gd name="csY140" fmla="*/ 269062 h 644392"/>
                <a:gd name="csX141" fmla="*/ 25351 w 1004622"/>
                <a:gd name="csY141" fmla="*/ 284244 h 644392"/>
                <a:gd name="csX142" fmla="*/ 18514 w 1004622"/>
                <a:gd name="csY142" fmla="*/ 299427 h 644392"/>
                <a:gd name="csX143" fmla="*/ 17098 w 1004622"/>
                <a:gd name="csY143" fmla="*/ 303172 h 644392"/>
                <a:gd name="csX144" fmla="*/ 12628 w 1004622"/>
                <a:gd name="csY144" fmla="*/ 314609 h 644392"/>
                <a:gd name="csX145" fmla="*/ 7847 w 1004622"/>
                <a:gd name="csY145" fmla="*/ 329790 h 644392"/>
                <a:gd name="csX146" fmla="*/ 4205 w 1004622"/>
                <a:gd name="csY146" fmla="*/ 344972 h 644392"/>
                <a:gd name="csX147" fmla="*/ 1682 w 1004622"/>
                <a:gd name="csY147" fmla="*/ 360154 h 644392"/>
                <a:gd name="csX148" fmla="*/ 276 w 1004622"/>
                <a:gd name="csY148" fmla="*/ 375336 h 644392"/>
                <a:gd name="csX149" fmla="*/ 0 w 1004622"/>
                <a:gd name="csY149" fmla="*/ 390519 h 644392"/>
                <a:gd name="csX150" fmla="*/ 887 w 1004622"/>
                <a:gd name="csY150" fmla="*/ 405701 h 644392"/>
                <a:gd name="csX151" fmla="*/ 2984 w 1004622"/>
                <a:gd name="csY151" fmla="*/ 420883 h 644392"/>
                <a:gd name="csX152" fmla="*/ 6360 w 1004622"/>
                <a:gd name="csY152" fmla="*/ 436065 h 644392"/>
                <a:gd name="csX153" fmla="*/ 11100 w 1004622"/>
                <a:gd name="csY153" fmla="*/ 451247 h 644392"/>
                <a:gd name="csX154" fmla="*/ 17098 w 1004622"/>
                <a:gd name="csY154" fmla="*/ 465910 h 644392"/>
                <a:gd name="csX155" fmla="*/ 17310 w 1004622"/>
                <a:gd name="csY155" fmla="*/ 466429 h 644392"/>
                <a:gd name="csX156" fmla="*/ 24906 w 1004622"/>
                <a:gd name="csY156" fmla="*/ 481611 h 644392"/>
                <a:gd name="csX157" fmla="*/ 34251 w 1004622"/>
                <a:gd name="csY157" fmla="*/ 496793 h 644392"/>
                <a:gd name="csX158" fmla="*/ 40766 w 1004622"/>
                <a:gd name="csY158" fmla="*/ 505728 h 644392"/>
                <a:gd name="csX159" fmla="*/ 45455 w 1004622"/>
                <a:gd name="csY159" fmla="*/ 511975 h 644392"/>
                <a:gd name="csX160" fmla="*/ 58713 w 1004622"/>
                <a:gd name="csY160" fmla="*/ 527157 h 644392"/>
                <a:gd name="csX161" fmla="*/ 64435 w 1004622"/>
                <a:gd name="csY161" fmla="*/ 532887 h 644392"/>
                <a:gd name="csX162" fmla="*/ 74375 w 1004622"/>
                <a:gd name="csY162" fmla="*/ 542340 h 644392"/>
                <a:gd name="csX163" fmla="*/ 88104 w 1004622"/>
                <a:gd name="csY163" fmla="*/ 553808 h 644392"/>
                <a:gd name="csX164" fmla="*/ 92867 w 1004622"/>
                <a:gd name="csY164" fmla="*/ 557522 h 644392"/>
                <a:gd name="csX165" fmla="*/ 111773 w 1004622"/>
                <a:gd name="csY165" fmla="*/ 570758 h 644392"/>
                <a:gd name="csX166" fmla="*/ 114805 w 1004622"/>
                <a:gd name="csY166" fmla="*/ 572704 h 644392"/>
                <a:gd name="csX167" fmla="*/ 135441 w 1004622"/>
                <a:gd name="csY167" fmla="*/ 584830 h 644392"/>
                <a:gd name="csX168" fmla="*/ 141230 w 1004622"/>
                <a:gd name="csY168" fmla="*/ 587885 h 6443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1004622" h="644392">
                  <a:moveTo>
                    <a:pt x="141230" y="587885"/>
                  </a:moveTo>
                  <a:lnTo>
                    <a:pt x="159111" y="596692"/>
                  </a:lnTo>
                  <a:lnTo>
                    <a:pt x="173851" y="603067"/>
                  </a:lnTo>
                  <a:lnTo>
                    <a:pt x="182775" y="606739"/>
                  </a:lnTo>
                  <a:lnTo>
                    <a:pt x="206454" y="615243"/>
                  </a:lnTo>
                  <a:lnTo>
                    <a:pt x="216182" y="618249"/>
                  </a:lnTo>
                  <a:lnTo>
                    <a:pt x="230121" y="622429"/>
                  </a:lnTo>
                  <a:lnTo>
                    <a:pt x="253788" y="628423"/>
                  </a:lnTo>
                  <a:lnTo>
                    <a:pt x="277456" y="633295"/>
                  </a:lnTo>
                  <a:lnTo>
                    <a:pt x="278260" y="633432"/>
                  </a:lnTo>
                  <a:lnTo>
                    <a:pt x="301123" y="637278"/>
                  </a:lnTo>
                  <a:lnTo>
                    <a:pt x="324791" y="640316"/>
                  </a:lnTo>
                  <a:lnTo>
                    <a:pt x="348458" y="642483"/>
                  </a:lnTo>
                  <a:lnTo>
                    <a:pt x="372125" y="643835"/>
                  </a:lnTo>
                  <a:lnTo>
                    <a:pt x="395804" y="644393"/>
                  </a:lnTo>
                  <a:lnTo>
                    <a:pt x="419471" y="644225"/>
                  </a:lnTo>
                  <a:lnTo>
                    <a:pt x="443139" y="643321"/>
                  </a:lnTo>
                  <a:lnTo>
                    <a:pt x="466806" y="641701"/>
                  </a:lnTo>
                  <a:lnTo>
                    <a:pt x="490473" y="639367"/>
                  </a:lnTo>
                  <a:lnTo>
                    <a:pt x="514141" y="636295"/>
                  </a:lnTo>
                  <a:lnTo>
                    <a:pt x="531978" y="633432"/>
                  </a:lnTo>
                  <a:lnTo>
                    <a:pt x="537808" y="632524"/>
                  </a:lnTo>
                  <a:lnTo>
                    <a:pt x="561476" y="628137"/>
                  </a:lnTo>
                  <a:lnTo>
                    <a:pt x="585154" y="622972"/>
                  </a:lnTo>
                  <a:lnTo>
                    <a:pt x="603885" y="618249"/>
                  </a:lnTo>
                  <a:lnTo>
                    <a:pt x="608822" y="617029"/>
                  </a:lnTo>
                  <a:lnTo>
                    <a:pt x="632489" y="610441"/>
                  </a:lnTo>
                  <a:lnTo>
                    <a:pt x="655754" y="603067"/>
                  </a:lnTo>
                  <a:lnTo>
                    <a:pt x="656156" y="602940"/>
                  </a:lnTo>
                  <a:lnTo>
                    <a:pt x="679824" y="594773"/>
                  </a:lnTo>
                  <a:lnTo>
                    <a:pt x="697706" y="587885"/>
                  </a:lnTo>
                  <a:lnTo>
                    <a:pt x="703491" y="585640"/>
                  </a:lnTo>
                  <a:lnTo>
                    <a:pt x="727159" y="575640"/>
                  </a:lnTo>
                  <a:lnTo>
                    <a:pt x="733592" y="572704"/>
                  </a:lnTo>
                  <a:lnTo>
                    <a:pt x="750837" y="564666"/>
                  </a:lnTo>
                  <a:lnTo>
                    <a:pt x="765000" y="557522"/>
                  </a:lnTo>
                  <a:lnTo>
                    <a:pt x="774505" y="552592"/>
                  </a:lnTo>
                  <a:lnTo>
                    <a:pt x="792956" y="542340"/>
                  </a:lnTo>
                  <a:lnTo>
                    <a:pt x="798172" y="539332"/>
                  </a:lnTo>
                  <a:lnTo>
                    <a:pt x="818075" y="527157"/>
                  </a:lnTo>
                  <a:lnTo>
                    <a:pt x="821839" y="524747"/>
                  </a:lnTo>
                  <a:lnTo>
                    <a:pt x="840816" y="511975"/>
                  </a:lnTo>
                  <a:lnTo>
                    <a:pt x="845507" y="508632"/>
                  </a:lnTo>
                  <a:lnTo>
                    <a:pt x="861490" y="496793"/>
                  </a:lnTo>
                  <a:lnTo>
                    <a:pt x="869174" y="490699"/>
                  </a:lnTo>
                  <a:lnTo>
                    <a:pt x="880310" y="481611"/>
                  </a:lnTo>
                  <a:lnTo>
                    <a:pt x="892841" y="470550"/>
                  </a:lnTo>
                  <a:lnTo>
                    <a:pt x="897421" y="466429"/>
                  </a:lnTo>
                  <a:lnTo>
                    <a:pt x="913013" y="451247"/>
                  </a:lnTo>
                  <a:lnTo>
                    <a:pt x="916509" y="447534"/>
                  </a:lnTo>
                  <a:lnTo>
                    <a:pt x="927254" y="436065"/>
                  </a:lnTo>
                  <a:lnTo>
                    <a:pt x="939986" y="420883"/>
                  </a:lnTo>
                  <a:lnTo>
                    <a:pt x="940187" y="420624"/>
                  </a:lnTo>
                  <a:lnTo>
                    <a:pt x="951681" y="405701"/>
                  </a:lnTo>
                  <a:lnTo>
                    <a:pt x="961945" y="390519"/>
                  </a:lnTo>
                  <a:lnTo>
                    <a:pt x="963855" y="387357"/>
                  </a:lnTo>
                  <a:lnTo>
                    <a:pt x="971215" y="375336"/>
                  </a:lnTo>
                  <a:lnTo>
                    <a:pt x="979268" y="360154"/>
                  </a:lnTo>
                  <a:lnTo>
                    <a:pt x="986104" y="344972"/>
                  </a:lnTo>
                  <a:lnTo>
                    <a:pt x="987522" y="341227"/>
                  </a:lnTo>
                  <a:lnTo>
                    <a:pt x="991990" y="329790"/>
                  </a:lnTo>
                  <a:lnTo>
                    <a:pt x="996770" y="314609"/>
                  </a:lnTo>
                  <a:lnTo>
                    <a:pt x="1000411" y="299427"/>
                  </a:lnTo>
                  <a:lnTo>
                    <a:pt x="1002936" y="284244"/>
                  </a:lnTo>
                  <a:lnTo>
                    <a:pt x="1004343" y="269062"/>
                  </a:lnTo>
                  <a:lnTo>
                    <a:pt x="1004622" y="253880"/>
                  </a:lnTo>
                  <a:lnTo>
                    <a:pt x="1003729" y="238698"/>
                  </a:lnTo>
                  <a:lnTo>
                    <a:pt x="1001629" y="223516"/>
                  </a:lnTo>
                  <a:lnTo>
                    <a:pt x="998256" y="208333"/>
                  </a:lnTo>
                  <a:lnTo>
                    <a:pt x="993520" y="193151"/>
                  </a:lnTo>
                  <a:lnTo>
                    <a:pt x="987522" y="178488"/>
                  </a:lnTo>
                  <a:lnTo>
                    <a:pt x="987310" y="177970"/>
                  </a:lnTo>
                  <a:lnTo>
                    <a:pt x="979715" y="162788"/>
                  </a:lnTo>
                  <a:lnTo>
                    <a:pt x="970366" y="147606"/>
                  </a:lnTo>
                  <a:lnTo>
                    <a:pt x="963855" y="138670"/>
                  </a:lnTo>
                  <a:lnTo>
                    <a:pt x="959164" y="132424"/>
                  </a:lnTo>
                  <a:lnTo>
                    <a:pt x="945906" y="117241"/>
                  </a:lnTo>
                  <a:lnTo>
                    <a:pt x="940187" y="111510"/>
                  </a:lnTo>
                  <a:lnTo>
                    <a:pt x="930247" y="102059"/>
                  </a:lnTo>
                  <a:lnTo>
                    <a:pt x="916509" y="90591"/>
                  </a:lnTo>
                  <a:lnTo>
                    <a:pt x="911751" y="86877"/>
                  </a:lnTo>
                  <a:lnTo>
                    <a:pt x="892841" y="73640"/>
                  </a:lnTo>
                  <a:lnTo>
                    <a:pt x="889815" y="71695"/>
                  </a:lnTo>
                  <a:lnTo>
                    <a:pt x="869174" y="59568"/>
                  </a:lnTo>
                  <a:lnTo>
                    <a:pt x="863388" y="56512"/>
                  </a:lnTo>
                  <a:lnTo>
                    <a:pt x="845507" y="47707"/>
                  </a:lnTo>
                  <a:lnTo>
                    <a:pt x="830775" y="41331"/>
                  </a:lnTo>
                  <a:lnTo>
                    <a:pt x="821839" y="37660"/>
                  </a:lnTo>
                  <a:lnTo>
                    <a:pt x="798172" y="29156"/>
                  </a:lnTo>
                  <a:lnTo>
                    <a:pt x="788432" y="26149"/>
                  </a:lnTo>
                  <a:lnTo>
                    <a:pt x="774505" y="21970"/>
                  </a:lnTo>
                  <a:lnTo>
                    <a:pt x="750837" y="15975"/>
                  </a:lnTo>
                  <a:lnTo>
                    <a:pt x="727159" y="11103"/>
                  </a:lnTo>
                  <a:lnTo>
                    <a:pt x="726354" y="10967"/>
                  </a:lnTo>
                  <a:lnTo>
                    <a:pt x="703491" y="7120"/>
                  </a:lnTo>
                  <a:lnTo>
                    <a:pt x="679824" y="4079"/>
                  </a:lnTo>
                  <a:lnTo>
                    <a:pt x="656156" y="1914"/>
                  </a:lnTo>
                  <a:lnTo>
                    <a:pt x="632489" y="569"/>
                  </a:lnTo>
                  <a:lnTo>
                    <a:pt x="608822" y="0"/>
                  </a:lnTo>
                  <a:lnTo>
                    <a:pt x="585154" y="176"/>
                  </a:lnTo>
                  <a:lnTo>
                    <a:pt x="561476" y="1079"/>
                  </a:lnTo>
                  <a:lnTo>
                    <a:pt x="537808" y="2697"/>
                  </a:lnTo>
                  <a:lnTo>
                    <a:pt x="514141" y="5034"/>
                  </a:lnTo>
                  <a:lnTo>
                    <a:pt x="490473" y="8100"/>
                  </a:lnTo>
                  <a:lnTo>
                    <a:pt x="472648" y="10967"/>
                  </a:lnTo>
                  <a:lnTo>
                    <a:pt x="466806" y="11875"/>
                  </a:lnTo>
                  <a:lnTo>
                    <a:pt x="443139" y="16261"/>
                  </a:lnTo>
                  <a:lnTo>
                    <a:pt x="419471" y="21427"/>
                  </a:lnTo>
                  <a:lnTo>
                    <a:pt x="400729" y="26149"/>
                  </a:lnTo>
                  <a:lnTo>
                    <a:pt x="395804" y="27370"/>
                  </a:lnTo>
                  <a:lnTo>
                    <a:pt x="372125" y="33958"/>
                  </a:lnTo>
                  <a:lnTo>
                    <a:pt x="348860" y="41331"/>
                  </a:lnTo>
                  <a:lnTo>
                    <a:pt x="348458" y="41459"/>
                  </a:lnTo>
                  <a:lnTo>
                    <a:pt x="324791" y="49626"/>
                  </a:lnTo>
                  <a:lnTo>
                    <a:pt x="306909" y="56512"/>
                  </a:lnTo>
                  <a:lnTo>
                    <a:pt x="301123" y="58759"/>
                  </a:lnTo>
                  <a:lnTo>
                    <a:pt x="277456" y="68758"/>
                  </a:lnTo>
                  <a:lnTo>
                    <a:pt x="271034" y="71695"/>
                  </a:lnTo>
                  <a:lnTo>
                    <a:pt x="253788" y="79733"/>
                  </a:lnTo>
                  <a:lnTo>
                    <a:pt x="239615" y="86877"/>
                  </a:lnTo>
                  <a:lnTo>
                    <a:pt x="230121" y="91807"/>
                  </a:lnTo>
                  <a:lnTo>
                    <a:pt x="211658" y="102059"/>
                  </a:lnTo>
                  <a:lnTo>
                    <a:pt x="206454" y="105067"/>
                  </a:lnTo>
                  <a:lnTo>
                    <a:pt x="186539" y="117241"/>
                  </a:lnTo>
                  <a:lnTo>
                    <a:pt x="182775" y="119652"/>
                  </a:lnTo>
                  <a:lnTo>
                    <a:pt x="163799" y="132424"/>
                  </a:lnTo>
                  <a:lnTo>
                    <a:pt x="159111" y="135766"/>
                  </a:lnTo>
                  <a:lnTo>
                    <a:pt x="143127" y="147606"/>
                  </a:lnTo>
                  <a:lnTo>
                    <a:pt x="135441" y="153698"/>
                  </a:lnTo>
                  <a:lnTo>
                    <a:pt x="124304" y="162788"/>
                  </a:lnTo>
                  <a:lnTo>
                    <a:pt x="111773" y="173849"/>
                  </a:lnTo>
                  <a:lnTo>
                    <a:pt x="107194" y="177970"/>
                  </a:lnTo>
                  <a:lnTo>
                    <a:pt x="91605" y="193151"/>
                  </a:lnTo>
                  <a:lnTo>
                    <a:pt x="88104" y="196865"/>
                  </a:lnTo>
                  <a:lnTo>
                    <a:pt x="77366" y="208333"/>
                  </a:lnTo>
                  <a:lnTo>
                    <a:pt x="64634" y="223516"/>
                  </a:lnTo>
                  <a:lnTo>
                    <a:pt x="64435" y="223775"/>
                  </a:lnTo>
                  <a:lnTo>
                    <a:pt x="52939" y="238698"/>
                  </a:lnTo>
                  <a:lnTo>
                    <a:pt x="42669" y="253880"/>
                  </a:lnTo>
                  <a:lnTo>
                    <a:pt x="40766" y="257042"/>
                  </a:lnTo>
                  <a:lnTo>
                    <a:pt x="33404" y="269062"/>
                  </a:lnTo>
                  <a:lnTo>
                    <a:pt x="25351" y="284244"/>
                  </a:lnTo>
                  <a:lnTo>
                    <a:pt x="18514" y="299427"/>
                  </a:lnTo>
                  <a:lnTo>
                    <a:pt x="17098" y="303172"/>
                  </a:lnTo>
                  <a:lnTo>
                    <a:pt x="12628" y="314609"/>
                  </a:lnTo>
                  <a:lnTo>
                    <a:pt x="7847" y="329790"/>
                  </a:lnTo>
                  <a:lnTo>
                    <a:pt x="4205" y="344972"/>
                  </a:lnTo>
                  <a:lnTo>
                    <a:pt x="1682" y="360154"/>
                  </a:lnTo>
                  <a:lnTo>
                    <a:pt x="276" y="375336"/>
                  </a:lnTo>
                  <a:lnTo>
                    <a:pt x="0" y="390519"/>
                  </a:lnTo>
                  <a:lnTo>
                    <a:pt x="887" y="405701"/>
                  </a:lnTo>
                  <a:lnTo>
                    <a:pt x="2984" y="420883"/>
                  </a:lnTo>
                  <a:lnTo>
                    <a:pt x="6360" y="436065"/>
                  </a:lnTo>
                  <a:lnTo>
                    <a:pt x="11100" y="451247"/>
                  </a:lnTo>
                  <a:lnTo>
                    <a:pt x="17098" y="465910"/>
                  </a:lnTo>
                  <a:lnTo>
                    <a:pt x="17310" y="466429"/>
                  </a:lnTo>
                  <a:lnTo>
                    <a:pt x="24906" y="481611"/>
                  </a:lnTo>
                  <a:lnTo>
                    <a:pt x="34251" y="496793"/>
                  </a:lnTo>
                  <a:lnTo>
                    <a:pt x="40766" y="505728"/>
                  </a:lnTo>
                  <a:lnTo>
                    <a:pt x="45455" y="511975"/>
                  </a:lnTo>
                  <a:lnTo>
                    <a:pt x="58713" y="527157"/>
                  </a:lnTo>
                  <a:lnTo>
                    <a:pt x="64435" y="532887"/>
                  </a:lnTo>
                  <a:lnTo>
                    <a:pt x="74375" y="542340"/>
                  </a:lnTo>
                  <a:lnTo>
                    <a:pt x="88104" y="553808"/>
                  </a:lnTo>
                  <a:lnTo>
                    <a:pt x="92867" y="557522"/>
                  </a:lnTo>
                  <a:lnTo>
                    <a:pt x="111773" y="570758"/>
                  </a:lnTo>
                  <a:lnTo>
                    <a:pt x="114805" y="572704"/>
                  </a:lnTo>
                  <a:lnTo>
                    <a:pt x="135441" y="584830"/>
                  </a:lnTo>
                  <a:lnTo>
                    <a:pt x="141230" y="58788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B5B0C16A-042F-2DB6-F674-958A1B3C2820}"/>
                </a:ext>
              </a:extLst>
            </p:cNvPr>
            <p:cNvSpPr/>
            <p:nvPr/>
          </p:nvSpPr>
          <p:spPr>
            <a:xfrm>
              <a:off x="7269726" y="3328666"/>
              <a:ext cx="884398" cy="567282"/>
            </a:xfrm>
            <a:custGeom>
              <a:avLst/>
              <a:gdLst>
                <a:gd name="csX0" fmla="*/ 127053 w 884398"/>
                <a:gd name="csY0" fmla="*/ 518964 h 567282"/>
                <a:gd name="csX1" fmla="*/ 146343 w 884398"/>
                <a:gd name="csY1" fmla="*/ 528107 h 567282"/>
                <a:gd name="csX2" fmla="*/ 161108 w 884398"/>
                <a:gd name="csY2" fmla="*/ 534146 h 567282"/>
                <a:gd name="csX3" fmla="*/ 170010 w 884398"/>
                <a:gd name="csY3" fmla="*/ 537570 h 567282"/>
                <a:gd name="csX4" fmla="*/ 193677 w 884398"/>
                <a:gd name="csY4" fmla="*/ 545383 h 567282"/>
                <a:gd name="csX5" fmla="*/ 208041 w 884398"/>
                <a:gd name="csY5" fmla="*/ 549327 h 567282"/>
                <a:gd name="csX6" fmla="*/ 217345 w 884398"/>
                <a:gd name="csY6" fmla="*/ 551789 h 567282"/>
                <a:gd name="csX7" fmla="*/ 241012 w 884398"/>
                <a:gd name="csY7" fmla="*/ 556949 h 567282"/>
                <a:gd name="csX8" fmla="*/ 264679 w 884398"/>
                <a:gd name="csY8" fmla="*/ 560961 h 567282"/>
                <a:gd name="csX9" fmla="*/ 288347 w 884398"/>
                <a:gd name="csY9" fmla="*/ 563923 h 567282"/>
                <a:gd name="csX10" fmla="*/ 295216 w 884398"/>
                <a:gd name="csY10" fmla="*/ 564509 h 567282"/>
                <a:gd name="csX11" fmla="*/ 312014 w 884398"/>
                <a:gd name="csY11" fmla="*/ 565944 h 567282"/>
                <a:gd name="csX12" fmla="*/ 335693 w 884398"/>
                <a:gd name="csY12" fmla="*/ 567053 h 567282"/>
                <a:gd name="csX13" fmla="*/ 359360 w 884398"/>
                <a:gd name="csY13" fmla="*/ 567282 h 567282"/>
                <a:gd name="csX14" fmla="*/ 383028 w 884398"/>
                <a:gd name="csY14" fmla="*/ 566663 h 567282"/>
                <a:gd name="csX15" fmla="*/ 406695 w 884398"/>
                <a:gd name="csY15" fmla="*/ 565212 h 567282"/>
                <a:gd name="csX16" fmla="*/ 414000 w 884398"/>
                <a:gd name="csY16" fmla="*/ 564509 h 567282"/>
                <a:gd name="csX17" fmla="*/ 430362 w 884398"/>
                <a:gd name="csY17" fmla="*/ 562981 h 567282"/>
                <a:gd name="csX18" fmla="*/ 454030 w 884398"/>
                <a:gd name="csY18" fmla="*/ 559971 h 567282"/>
                <a:gd name="csX19" fmla="*/ 477697 w 884398"/>
                <a:gd name="csY19" fmla="*/ 556147 h 567282"/>
                <a:gd name="csX20" fmla="*/ 501365 w 884398"/>
                <a:gd name="csY20" fmla="*/ 551480 h 567282"/>
                <a:gd name="csX21" fmla="*/ 510668 w 884398"/>
                <a:gd name="csY21" fmla="*/ 549327 h 567282"/>
                <a:gd name="csX22" fmla="*/ 525043 w 884398"/>
                <a:gd name="csY22" fmla="*/ 546029 h 567282"/>
                <a:gd name="csX23" fmla="*/ 548711 w 884398"/>
                <a:gd name="csY23" fmla="*/ 539744 h 567282"/>
                <a:gd name="csX24" fmla="*/ 567117 w 884398"/>
                <a:gd name="csY24" fmla="*/ 534146 h 567282"/>
                <a:gd name="csX25" fmla="*/ 572378 w 884398"/>
                <a:gd name="csY25" fmla="*/ 532543 h 567282"/>
                <a:gd name="csX26" fmla="*/ 596045 w 884398"/>
                <a:gd name="csY26" fmla="*/ 524481 h 567282"/>
                <a:gd name="csX27" fmla="*/ 610543 w 884398"/>
                <a:gd name="csY27" fmla="*/ 518964 h 567282"/>
                <a:gd name="csX28" fmla="*/ 619713 w 884398"/>
                <a:gd name="csY28" fmla="*/ 515415 h 567282"/>
                <a:gd name="csX29" fmla="*/ 643380 w 884398"/>
                <a:gd name="csY29" fmla="*/ 505315 h 567282"/>
                <a:gd name="csX30" fmla="*/ 646697 w 884398"/>
                <a:gd name="csY30" fmla="*/ 503781 h 567282"/>
                <a:gd name="csX31" fmla="*/ 667047 w 884398"/>
                <a:gd name="csY31" fmla="*/ 494102 h 567282"/>
                <a:gd name="csX32" fmla="*/ 677714 w 884398"/>
                <a:gd name="csY32" fmla="*/ 488599 h 567282"/>
                <a:gd name="csX33" fmla="*/ 690726 w 884398"/>
                <a:gd name="csY33" fmla="*/ 481622 h 567282"/>
                <a:gd name="csX34" fmla="*/ 704978 w 884398"/>
                <a:gd name="csY34" fmla="*/ 473417 h 567282"/>
                <a:gd name="csX35" fmla="*/ 714393 w 884398"/>
                <a:gd name="csY35" fmla="*/ 467727 h 567282"/>
                <a:gd name="csX36" fmla="*/ 729193 w 884398"/>
                <a:gd name="csY36" fmla="*/ 458235 h 567282"/>
                <a:gd name="csX37" fmla="*/ 738061 w 884398"/>
                <a:gd name="csY37" fmla="*/ 452197 h 567282"/>
                <a:gd name="csX38" fmla="*/ 750850 w 884398"/>
                <a:gd name="csY38" fmla="*/ 443053 h 567282"/>
                <a:gd name="csX39" fmla="*/ 761728 w 884398"/>
                <a:gd name="csY39" fmla="*/ 434710 h 567282"/>
                <a:gd name="csX40" fmla="*/ 770306 w 884398"/>
                <a:gd name="csY40" fmla="*/ 427870 h 567282"/>
                <a:gd name="csX41" fmla="*/ 785396 w 884398"/>
                <a:gd name="csY41" fmla="*/ 414818 h 567282"/>
                <a:gd name="csX42" fmla="*/ 787786 w 884398"/>
                <a:gd name="csY42" fmla="*/ 412689 h 567282"/>
                <a:gd name="csX43" fmla="*/ 803534 w 884398"/>
                <a:gd name="csY43" fmla="*/ 397507 h 567282"/>
                <a:gd name="csX44" fmla="*/ 809063 w 884398"/>
                <a:gd name="csY44" fmla="*/ 391623 h 567282"/>
                <a:gd name="csX45" fmla="*/ 817663 w 884398"/>
                <a:gd name="csY45" fmla="*/ 382325 h 567282"/>
                <a:gd name="csX46" fmla="*/ 830240 w 884398"/>
                <a:gd name="csY46" fmla="*/ 367143 h 567282"/>
                <a:gd name="csX47" fmla="*/ 832730 w 884398"/>
                <a:gd name="csY47" fmla="*/ 363773 h 567282"/>
                <a:gd name="csX48" fmla="*/ 841465 w 884398"/>
                <a:gd name="csY48" fmla="*/ 351961 h 567282"/>
                <a:gd name="csX49" fmla="*/ 851260 w 884398"/>
                <a:gd name="csY49" fmla="*/ 336778 h 567282"/>
                <a:gd name="csX50" fmla="*/ 856398 w 884398"/>
                <a:gd name="csY50" fmla="*/ 327560 h 567282"/>
                <a:gd name="csX51" fmla="*/ 859760 w 884398"/>
                <a:gd name="csY51" fmla="*/ 321596 h 567282"/>
                <a:gd name="csX52" fmla="*/ 867031 w 884398"/>
                <a:gd name="csY52" fmla="*/ 306414 h 567282"/>
                <a:gd name="csX53" fmla="*/ 872995 w 884398"/>
                <a:gd name="csY53" fmla="*/ 291232 h 567282"/>
                <a:gd name="csX54" fmla="*/ 877686 w 884398"/>
                <a:gd name="csY54" fmla="*/ 276051 h 567282"/>
                <a:gd name="csX55" fmla="*/ 880076 w 884398"/>
                <a:gd name="csY55" fmla="*/ 265556 h 567282"/>
                <a:gd name="csX56" fmla="*/ 881171 w 884398"/>
                <a:gd name="csY56" fmla="*/ 260868 h 567282"/>
                <a:gd name="csX57" fmla="*/ 883427 w 884398"/>
                <a:gd name="csY57" fmla="*/ 245686 h 567282"/>
                <a:gd name="csX58" fmla="*/ 884399 w 884398"/>
                <a:gd name="csY58" fmla="*/ 230504 h 567282"/>
                <a:gd name="csX59" fmla="*/ 884041 w 884398"/>
                <a:gd name="csY59" fmla="*/ 215322 h 567282"/>
                <a:gd name="csX60" fmla="*/ 882310 w 884398"/>
                <a:gd name="csY60" fmla="*/ 200140 h 567282"/>
                <a:gd name="csX61" fmla="*/ 880076 w 884398"/>
                <a:gd name="csY61" fmla="*/ 189363 h 567282"/>
                <a:gd name="csX62" fmla="*/ 879161 w 884398"/>
                <a:gd name="csY62" fmla="*/ 184957 h 567282"/>
                <a:gd name="csX63" fmla="*/ 874536 w 884398"/>
                <a:gd name="csY63" fmla="*/ 169775 h 567282"/>
                <a:gd name="csX64" fmla="*/ 868282 w 884398"/>
                <a:gd name="csY64" fmla="*/ 154593 h 567282"/>
                <a:gd name="csX65" fmla="*/ 860240 w 884398"/>
                <a:gd name="csY65" fmla="*/ 139412 h 567282"/>
                <a:gd name="csX66" fmla="*/ 856398 w 884398"/>
                <a:gd name="csY66" fmla="*/ 133448 h 567282"/>
                <a:gd name="csX67" fmla="*/ 850255 w 884398"/>
                <a:gd name="csY67" fmla="*/ 124230 h 567282"/>
                <a:gd name="csX68" fmla="*/ 838069 w 884398"/>
                <a:gd name="csY68" fmla="*/ 109048 h 567282"/>
                <a:gd name="csX69" fmla="*/ 832730 w 884398"/>
                <a:gd name="csY69" fmla="*/ 103340 h 567282"/>
                <a:gd name="csX70" fmla="*/ 823315 w 884398"/>
                <a:gd name="csY70" fmla="*/ 93865 h 567282"/>
                <a:gd name="csX71" fmla="*/ 809063 w 884398"/>
                <a:gd name="csY71" fmla="*/ 81498 h 567282"/>
                <a:gd name="csX72" fmla="*/ 805556 w 884398"/>
                <a:gd name="csY72" fmla="*/ 78683 h 567282"/>
                <a:gd name="csX73" fmla="*/ 785396 w 884398"/>
                <a:gd name="csY73" fmla="*/ 64396 h 567282"/>
                <a:gd name="csX74" fmla="*/ 784000 w 884398"/>
                <a:gd name="csY74" fmla="*/ 63501 h 567282"/>
                <a:gd name="csX75" fmla="*/ 761728 w 884398"/>
                <a:gd name="csY75" fmla="*/ 50572 h 567282"/>
                <a:gd name="csX76" fmla="*/ 757339 w 884398"/>
                <a:gd name="csY76" fmla="*/ 48319 h 567282"/>
                <a:gd name="csX77" fmla="*/ 738061 w 884398"/>
                <a:gd name="csY77" fmla="*/ 39176 h 567282"/>
                <a:gd name="csX78" fmla="*/ 723284 w 884398"/>
                <a:gd name="csY78" fmla="*/ 33137 h 567282"/>
                <a:gd name="csX79" fmla="*/ 714393 w 884398"/>
                <a:gd name="csY79" fmla="*/ 29712 h 567282"/>
                <a:gd name="csX80" fmla="*/ 690726 w 884398"/>
                <a:gd name="csY80" fmla="*/ 21899 h 567282"/>
                <a:gd name="csX81" fmla="*/ 676351 w 884398"/>
                <a:gd name="csY81" fmla="*/ 17954 h 567282"/>
                <a:gd name="csX82" fmla="*/ 667047 w 884398"/>
                <a:gd name="csY82" fmla="*/ 15494 h 567282"/>
                <a:gd name="csX83" fmla="*/ 643380 w 884398"/>
                <a:gd name="csY83" fmla="*/ 10334 h 567282"/>
                <a:gd name="csX84" fmla="*/ 619713 w 884398"/>
                <a:gd name="csY84" fmla="*/ 6322 h 567282"/>
                <a:gd name="csX85" fmla="*/ 596045 w 884398"/>
                <a:gd name="csY85" fmla="*/ 3360 h 567282"/>
                <a:gd name="csX86" fmla="*/ 589176 w 884398"/>
                <a:gd name="csY86" fmla="*/ 2773 h 567282"/>
                <a:gd name="csX87" fmla="*/ 572378 w 884398"/>
                <a:gd name="csY87" fmla="*/ 1338 h 567282"/>
                <a:gd name="csX88" fmla="*/ 548711 w 884398"/>
                <a:gd name="csY88" fmla="*/ 229 h 567282"/>
                <a:gd name="csX89" fmla="*/ 525043 w 884398"/>
                <a:gd name="csY89" fmla="*/ 0 h 567282"/>
                <a:gd name="csX90" fmla="*/ 501365 w 884398"/>
                <a:gd name="csY90" fmla="*/ 620 h 567282"/>
                <a:gd name="csX91" fmla="*/ 477697 w 884398"/>
                <a:gd name="csY91" fmla="*/ 2071 h 567282"/>
                <a:gd name="csX92" fmla="*/ 470393 w 884398"/>
                <a:gd name="csY92" fmla="*/ 2773 h 567282"/>
                <a:gd name="csX93" fmla="*/ 454030 w 884398"/>
                <a:gd name="csY93" fmla="*/ 4301 h 567282"/>
                <a:gd name="csX94" fmla="*/ 430362 w 884398"/>
                <a:gd name="csY94" fmla="*/ 7311 h 567282"/>
                <a:gd name="csX95" fmla="*/ 406695 w 884398"/>
                <a:gd name="csY95" fmla="*/ 11136 h 567282"/>
                <a:gd name="csX96" fmla="*/ 383028 w 884398"/>
                <a:gd name="csY96" fmla="*/ 15802 h 567282"/>
                <a:gd name="csX97" fmla="*/ 373724 w 884398"/>
                <a:gd name="csY97" fmla="*/ 17954 h 567282"/>
                <a:gd name="csX98" fmla="*/ 359360 w 884398"/>
                <a:gd name="csY98" fmla="*/ 21254 h 567282"/>
                <a:gd name="csX99" fmla="*/ 335693 w 884398"/>
                <a:gd name="csY99" fmla="*/ 27539 h 567282"/>
                <a:gd name="csX100" fmla="*/ 317275 w 884398"/>
                <a:gd name="csY100" fmla="*/ 33137 h 567282"/>
                <a:gd name="csX101" fmla="*/ 312014 w 884398"/>
                <a:gd name="csY101" fmla="*/ 34739 h 567282"/>
                <a:gd name="csX102" fmla="*/ 288347 w 884398"/>
                <a:gd name="csY102" fmla="*/ 42801 h 567282"/>
                <a:gd name="csX103" fmla="*/ 273849 w 884398"/>
                <a:gd name="csY103" fmla="*/ 48319 h 567282"/>
                <a:gd name="csX104" fmla="*/ 264679 w 884398"/>
                <a:gd name="csY104" fmla="*/ 51867 h 567282"/>
                <a:gd name="csX105" fmla="*/ 241012 w 884398"/>
                <a:gd name="csY105" fmla="*/ 61967 h 567282"/>
                <a:gd name="csX106" fmla="*/ 237695 w 884398"/>
                <a:gd name="csY106" fmla="*/ 63501 h 567282"/>
                <a:gd name="csX107" fmla="*/ 217345 w 884398"/>
                <a:gd name="csY107" fmla="*/ 73180 h 567282"/>
                <a:gd name="csX108" fmla="*/ 206678 w 884398"/>
                <a:gd name="csY108" fmla="*/ 78683 h 567282"/>
                <a:gd name="csX109" fmla="*/ 193677 w 884398"/>
                <a:gd name="csY109" fmla="*/ 85661 h 567282"/>
                <a:gd name="csX110" fmla="*/ 179414 w 884398"/>
                <a:gd name="csY110" fmla="*/ 93865 h 567282"/>
                <a:gd name="csX111" fmla="*/ 170010 w 884398"/>
                <a:gd name="csY111" fmla="*/ 99555 h 567282"/>
                <a:gd name="csX112" fmla="*/ 155211 w 884398"/>
                <a:gd name="csY112" fmla="*/ 109048 h 567282"/>
                <a:gd name="csX113" fmla="*/ 146343 w 884398"/>
                <a:gd name="csY113" fmla="*/ 115086 h 567282"/>
                <a:gd name="csX114" fmla="*/ 133543 w 884398"/>
                <a:gd name="csY114" fmla="*/ 124230 h 567282"/>
                <a:gd name="csX115" fmla="*/ 122664 w 884398"/>
                <a:gd name="csY115" fmla="*/ 132572 h 567282"/>
                <a:gd name="csX116" fmla="*/ 114086 w 884398"/>
                <a:gd name="csY116" fmla="*/ 139412 h 567282"/>
                <a:gd name="csX117" fmla="*/ 99000 w 884398"/>
                <a:gd name="csY117" fmla="*/ 152464 h 567282"/>
                <a:gd name="csX118" fmla="*/ 96609 w 884398"/>
                <a:gd name="csY118" fmla="*/ 154593 h 567282"/>
                <a:gd name="csX119" fmla="*/ 80862 w 884398"/>
                <a:gd name="csY119" fmla="*/ 169775 h 567282"/>
                <a:gd name="csX120" fmla="*/ 75330 w 884398"/>
                <a:gd name="csY120" fmla="*/ 175659 h 567282"/>
                <a:gd name="csX121" fmla="*/ 66728 w 884398"/>
                <a:gd name="csY121" fmla="*/ 184957 h 567282"/>
                <a:gd name="csX122" fmla="*/ 54160 w 884398"/>
                <a:gd name="csY122" fmla="*/ 200140 h 567282"/>
                <a:gd name="csX123" fmla="*/ 51662 w 884398"/>
                <a:gd name="csY123" fmla="*/ 203509 h 567282"/>
                <a:gd name="csX124" fmla="*/ 42934 w 884398"/>
                <a:gd name="csY124" fmla="*/ 215322 h 567282"/>
                <a:gd name="csX125" fmla="*/ 33136 w 884398"/>
                <a:gd name="csY125" fmla="*/ 230504 h 567282"/>
                <a:gd name="csX126" fmla="*/ 27993 w 884398"/>
                <a:gd name="csY126" fmla="*/ 239722 h 567282"/>
                <a:gd name="csX127" fmla="*/ 24636 w 884398"/>
                <a:gd name="csY127" fmla="*/ 245686 h 567282"/>
                <a:gd name="csX128" fmla="*/ 17361 w 884398"/>
                <a:gd name="csY128" fmla="*/ 260868 h 567282"/>
                <a:gd name="csX129" fmla="*/ 11399 w 884398"/>
                <a:gd name="csY129" fmla="*/ 276051 h 567282"/>
                <a:gd name="csX130" fmla="*/ 6706 w 884398"/>
                <a:gd name="csY130" fmla="*/ 291232 h 567282"/>
                <a:gd name="csX131" fmla="*/ 4324 w 884398"/>
                <a:gd name="csY131" fmla="*/ 301726 h 567282"/>
                <a:gd name="csX132" fmla="*/ 3229 w 884398"/>
                <a:gd name="csY132" fmla="*/ 306414 h 567282"/>
                <a:gd name="csX133" fmla="*/ 967 w 884398"/>
                <a:gd name="csY133" fmla="*/ 321596 h 567282"/>
                <a:gd name="csX134" fmla="*/ 0 w 884398"/>
                <a:gd name="csY134" fmla="*/ 336778 h 567282"/>
                <a:gd name="csX135" fmla="*/ 357 w 884398"/>
                <a:gd name="csY135" fmla="*/ 351961 h 567282"/>
                <a:gd name="csX136" fmla="*/ 2088 w 884398"/>
                <a:gd name="csY136" fmla="*/ 367143 h 567282"/>
                <a:gd name="csX137" fmla="*/ 4324 w 884398"/>
                <a:gd name="csY137" fmla="*/ 377920 h 567282"/>
                <a:gd name="csX138" fmla="*/ 5238 w 884398"/>
                <a:gd name="csY138" fmla="*/ 382325 h 567282"/>
                <a:gd name="csX139" fmla="*/ 9856 w 884398"/>
                <a:gd name="csY139" fmla="*/ 397507 h 567282"/>
                <a:gd name="csX140" fmla="*/ 16112 w 884398"/>
                <a:gd name="csY140" fmla="*/ 412689 h 567282"/>
                <a:gd name="csX141" fmla="*/ 24157 w 884398"/>
                <a:gd name="csY141" fmla="*/ 427870 h 567282"/>
                <a:gd name="csX142" fmla="*/ 27993 w 884398"/>
                <a:gd name="csY142" fmla="*/ 433835 h 567282"/>
                <a:gd name="csX143" fmla="*/ 34142 w 884398"/>
                <a:gd name="csY143" fmla="*/ 443053 h 567282"/>
                <a:gd name="csX144" fmla="*/ 46323 w 884398"/>
                <a:gd name="csY144" fmla="*/ 458235 h 567282"/>
                <a:gd name="csX145" fmla="*/ 51662 w 884398"/>
                <a:gd name="csY145" fmla="*/ 463942 h 567282"/>
                <a:gd name="csX146" fmla="*/ 61075 w 884398"/>
                <a:gd name="csY146" fmla="*/ 473417 h 567282"/>
                <a:gd name="csX147" fmla="*/ 75330 w 884398"/>
                <a:gd name="csY147" fmla="*/ 485785 h 567282"/>
                <a:gd name="csX148" fmla="*/ 78843 w 884398"/>
                <a:gd name="csY148" fmla="*/ 488599 h 567282"/>
                <a:gd name="csX149" fmla="*/ 99000 w 884398"/>
                <a:gd name="csY149" fmla="*/ 502887 h 567282"/>
                <a:gd name="csX150" fmla="*/ 100394 w 884398"/>
                <a:gd name="csY150" fmla="*/ 503781 h 567282"/>
                <a:gd name="csX151" fmla="*/ 122664 w 884398"/>
                <a:gd name="csY151" fmla="*/ 516710 h 567282"/>
                <a:gd name="csX152" fmla="*/ 127053 w 884398"/>
                <a:gd name="csY152" fmla="*/ 518964 h 567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84398" h="567282">
                  <a:moveTo>
                    <a:pt x="127053" y="518964"/>
                  </a:moveTo>
                  <a:lnTo>
                    <a:pt x="146343" y="528107"/>
                  </a:lnTo>
                  <a:lnTo>
                    <a:pt x="161108" y="534146"/>
                  </a:lnTo>
                  <a:lnTo>
                    <a:pt x="170010" y="537570"/>
                  </a:lnTo>
                  <a:lnTo>
                    <a:pt x="193677" y="545383"/>
                  </a:lnTo>
                  <a:lnTo>
                    <a:pt x="208041" y="549327"/>
                  </a:lnTo>
                  <a:lnTo>
                    <a:pt x="217345" y="551789"/>
                  </a:lnTo>
                  <a:lnTo>
                    <a:pt x="241012" y="556949"/>
                  </a:lnTo>
                  <a:lnTo>
                    <a:pt x="264679" y="560961"/>
                  </a:lnTo>
                  <a:lnTo>
                    <a:pt x="288347" y="563923"/>
                  </a:lnTo>
                  <a:lnTo>
                    <a:pt x="295216" y="564509"/>
                  </a:lnTo>
                  <a:lnTo>
                    <a:pt x="312014" y="565944"/>
                  </a:lnTo>
                  <a:lnTo>
                    <a:pt x="335693" y="567053"/>
                  </a:lnTo>
                  <a:lnTo>
                    <a:pt x="359360" y="567282"/>
                  </a:lnTo>
                  <a:lnTo>
                    <a:pt x="383028" y="566663"/>
                  </a:lnTo>
                  <a:lnTo>
                    <a:pt x="406695" y="565212"/>
                  </a:lnTo>
                  <a:lnTo>
                    <a:pt x="414000" y="564509"/>
                  </a:lnTo>
                  <a:lnTo>
                    <a:pt x="430362" y="562981"/>
                  </a:lnTo>
                  <a:lnTo>
                    <a:pt x="454030" y="559971"/>
                  </a:lnTo>
                  <a:lnTo>
                    <a:pt x="477697" y="556147"/>
                  </a:lnTo>
                  <a:lnTo>
                    <a:pt x="501365" y="551480"/>
                  </a:lnTo>
                  <a:lnTo>
                    <a:pt x="510668" y="549327"/>
                  </a:lnTo>
                  <a:lnTo>
                    <a:pt x="525043" y="546029"/>
                  </a:lnTo>
                  <a:lnTo>
                    <a:pt x="548711" y="539744"/>
                  </a:lnTo>
                  <a:lnTo>
                    <a:pt x="567117" y="534146"/>
                  </a:lnTo>
                  <a:lnTo>
                    <a:pt x="572378" y="532543"/>
                  </a:lnTo>
                  <a:lnTo>
                    <a:pt x="596045" y="524481"/>
                  </a:lnTo>
                  <a:lnTo>
                    <a:pt x="610543" y="518964"/>
                  </a:lnTo>
                  <a:lnTo>
                    <a:pt x="619713" y="515415"/>
                  </a:lnTo>
                  <a:lnTo>
                    <a:pt x="643380" y="505315"/>
                  </a:lnTo>
                  <a:lnTo>
                    <a:pt x="646697" y="503781"/>
                  </a:lnTo>
                  <a:lnTo>
                    <a:pt x="667047" y="494102"/>
                  </a:lnTo>
                  <a:lnTo>
                    <a:pt x="677714" y="488599"/>
                  </a:lnTo>
                  <a:lnTo>
                    <a:pt x="690726" y="481622"/>
                  </a:lnTo>
                  <a:lnTo>
                    <a:pt x="704978" y="473417"/>
                  </a:lnTo>
                  <a:lnTo>
                    <a:pt x="714393" y="467727"/>
                  </a:lnTo>
                  <a:lnTo>
                    <a:pt x="729193" y="458235"/>
                  </a:lnTo>
                  <a:lnTo>
                    <a:pt x="738061" y="452197"/>
                  </a:lnTo>
                  <a:lnTo>
                    <a:pt x="750850" y="443053"/>
                  </a:lnTo>
                  <a:lnTo>
                    <a:pt x="761728" y="434710"/>
                  </a:lnTo>
                  <a:lnTo>
                    <a:pt x="770306" y="427870"/>
                  </a:lnTo>
                  <a:lnTo>
                    <a:pt x="785396" y="414818"/>
                  </a:lnTo>
                  <a:lnTo>
                    <a:pt x="787786" y="412689"/>
                  </a:lnTo>
                  <a:lnTo>
                    <a:pt x="803534" y="397507"/>
                  </a:lnTo>
                  <a:lnTo>
                    <a:pt x="809063" y="391623"/>
                  </a:lnTo>
                  <a:lnTo>
                    <a:pt x="817663" y="382325"/>
                  </a:lnTo>
                  <a:lnTo>
                    <a:pt x="830240" y="367143"/>
                  </a:lnTo>
                  <a:lnTo>
                    <a:pt x="832730" y="363773"/>
                  </a:lnTo>
                  <a:lnTo>
                    <a:pt x="841465" y="351961"/>
                  </a:lnTo>
                  <a:lnTo>
                    <a:pt x="851260" y="336778"/>
                  </a:lnTo>
                  <a:lnTo>
                    <a:pt x="856398" y="327560"/>
                  </a:lnTo>
                  <a:lnTo>
                    <a:pt x="859760" y="321596"/>
                  </a:lnTo>
                  <a:lnTo>
                    <a:pt x="867031" y="306414"/>
                  </a:lnTo>
                  <a:lnTo>
                    <a:pt x="872995" y="291232"/>
                  </a:lnTo>
                  <a:lnTo>
                    <a:pt x="877686" y="276051"/>
                  </a:lnTo>
                  <a:lnTo>
                    <a:pt x="880076" y="265556"/>
                  </a:lnTo>
                  <a:lnTo>
                    <a:pt x="881171" y="260868"/>
                  </a:lnTo>
                  <a:lnTo>
                    <a:pt x="883427" y="245686"/>
                  </a:lnTo>
                  <a:lnTo>
                    <a:pt x="884399" y="230504"/>
                  </a:lnTo>
                  <a:lnTo>
                    <a:pt x="884041" y="215322"/>
                  </a:lnTo>
                  <a:lnTo>
                    <a:pt x="882310" y="200140"/>
                  </a:lnTo>
                  <a:lnTo>
                    <a:pt x="880076" y="189363"/>
                  </a:lnTo>
                  <a:lnTo>
                    <a:pt x="879161" y="184957"/>
                  </a:lnTo>
                  <a:lnTo>
                    <a:pt x="874536" y="169775"/>
                  </a:lnTo>
                  <a:lnTo>
                    <a:pt x="868282" y="154593"/>
                  </a:lnTo>
                  <a:lnTo>
                    <a:pt x="860240" y="139412"/>
                  </a:lnTo>
                  <a:lnTo>
                    <a:pt x="856398" y="133448"/>
                  </a:lnTo>
                  <a:lnTo>
                    <a:pt x="850255" y="124230"/>
                  </a:lnTo>
                  <a:lnTo>
                    <a:pt x="838069" y="109048"/>
                  </a:lnTo>
                  <a:lnTo>
                    <a:pt x="832730" y="103340"/>
                  </a:lnTo>
                  <a:lnTo>
                    <a:pt x="823315" y="93865"/>
                  </a:lnTo>
                  <a:lnTo>
                    <a:pt x="809063" y="81498"/>
                  </a:lnTo>
                  <a:lnTo>
                    <a:pt x="805556" y="78683"/>
                  </a:lnTo>
                  <a:lnTo>
                    <a:pt x="785396" y="64396"/>
                  </a:lnTo>
                  <a:lnTo>
                    <a:pt x="784000" y="63501"/>
                  </a:lnTo>
                  <a:lnTo>
                    <a:pt x="761728" y="50572"/>
                  </a:lnTo>
                  <a:lnTo>
                    <a:pt x="757339" y="48319"/>
                  </a:lnTo>
                  <a:lnTo>
                    <a:pt x="738061" y="39176"/>
                  </a:lnTo>
                  <a:lnTo>
                    <a:pt x="723284" y="33137"/>
                  </a:lnTo>
                  <a:lnTo>
                    <a:pt x="714393" y="29712"/>
                  </a:lnTo>
                  <a:lnTo>
                    <a:pt x="690726" y="21899"/>
                  </a:lnTo>
                  <a:lnTo>
                    <a:pt x="676351" y="17954"/>
                  </a:lnTo>
                  <a:lnTo>
                    <a:pt x="667047" y="15494"/>
                  </a:lnTo>
                  <a:lnTo>
                    <a:pt x="643380" y="10334"/>
                  </a:lnTo>
                  <a:lnTo>
                    <a:pt x="619713" y="6322"/>
                  </a:lnTo>
                  <a:lnTo>
                    <a:pt x="596045" y="3360"/>
                  </a:lnTo>
                  <a:lnTo>
                    <a:pt x="589176" y="2773"/>
                  </a:lnTo>
                  <a:lnTo>
                    <a:pt x="572378" y="1338"/>
                  </a:lnTo>
                  <a:lnTo>
                    <a:pt x="548711" y="229"/>
                  </a:lnTo>
                  <a:lnTo>
                    <a:pt x="525043" y="0"/>
                  </a:lnTo>
                  <a:lnTo>
                    <a:pt x="501365" y="620"/>
                  </a:lnTo>
                  <a:lnTo>
                    <a:pt x="477697" y="2071"/>
                  </a:lnTo>
                  <a:lnTo>
                    <a:pt x="470393" y="2773"/>
                  </a:lnTo>
                  <a:lnTo>
                    <a:pt x="454030" y="4301"/>
                  </a:lnTo>
                  <a:lnTo>
                    <a:pt x="430362" y="7311"/>
                  </a:lnTo>
                  <a:lnTo>
                    <a:pt x="406695" y="11136"/>
                  </a:lnTo>
                  <a:lnTo>
                    <a:pt x="383028" y="15802"/>
                  </a:lnTo>
                  <a:lnTo>
                    <a:pt x="373724" y="17954"/>
                  </a:lnTo>
                  <a:lnTo>
                    <a:pt x="359360" y="21254"/>
                  </a:lnTo>
                  <a:lnTo>
                    <a:pt x="335693" y="27539"/>
                  </a:lnTo>
                  <a:lnTo>
                    <a:pt x="317275" y="33137"/>
                  </a:lnTo>
                  <a:lnTo>
                    <a:pt x="312014" y="34739"/>
                  </a:lnTo>
                  <a:lnTo>
                    <a:pt x="288347" y="42801"/>
                  </a:lnTo>
                  <a:lnTo>
                    <a:pt x="273849" y="48319"/>
                  </a:lnTo>
                  <a:lnTo>
                    <a:pt x="264679" y="51867"/>
                  </a:lnTo>
                  <a:lnTo>
                    <a:pt x="241012" y="61967"/>
                  </a:lnTo>
                  <a:lnTo>
                    <a:pt x="237695" y="63501"/>
                  </a:lnTo>
                  <a:lnTo>
                    <a:pt x="217345" y="73180"/>
                  </a:lnTo>
                  <a:lnTo>
                    <a:pt x="206678" y="78683"/>
                  </a:lnTo>
                  <a:lnTo>
                    <a:pt x="193677" y="85661"/>
                  </a:lnTo>
                  <a:lnTo>
                    <a:pt x="179414" y="93865"/>
                  </a:lnTo>
                  <a:lnTo>
                    <a:pt x="170010" y="99555"/>
                  </a:lnTo>
                  <a:lnTo>
                    <a:pt x="155211" y="109048"/>
                  </a:lnTo>
                  <a:lnTo>
                    <a:pt x="146343" y="115086"/>
                  </a:lnTo>
                  <a:lnTo>
                    <a:pt x="133543" y="124230"/>
                  </a:lnTo>
                  <a:lnTo>
                    <a:pt x="122664" y="132572"/>
                  </a:lnTo>
                  <a:lnTo>
                    <a:pt x="114086" y="139412"/>
                  </a:lnTo>
                  <a:lnTo>
                    <a:pt x="99000" y="152464"/>
                  </a:lnTo>
                  <a:lnTo>
                    <a:pt x="96609" y="154593"/>
                  </a:lnTo>
                  <a:lnTo>
                    <a:pt x="80862" y="169775"/>
                  </a:lnTo>
                  <a:lnTo>
                    <a:pt x="75330" y="175659"/>
                  </a:lnTo>
                  <a:lnTo>
                    <a:pt x="66728" y="184957"/>
                  </a:lnTo>
                  <a:lnTo>
                    <a:pt x="54160" y="200140"/>
                  </a:lnTo>
                  <a:lnTo>
                    <a:pt x="51662" y="203509"/>
                  </a:lnTo>
                  <a:lnTo>
                    <a:pt x="42934" y="215322"/>
                  </a:lnTo>
                  <a:lnTo>
                    <a:pt x="33136" y="230504"/>
                  </a:lnTo>
                  <a:lnTo>
                    <a:pt x="27993" y="239722"/>
                  </a:lnTo>
                  <a:lnTo>
                    <a:pt x="24636" y="245686"/>
                  </a:lnTo>
                  <a:lnTo>
                    <a:pt x="17361" y="260868"/>
                  </a:lnTo>
                  <a:lnTo>
                    <a:pt x="11399" y="276051"/>
                  </a:lnTo>
                  <a:lnTo>
                    <a:pt x="6706" y="291232"/>
                  </a:lnTo>
                  <a:lnTo>
                    <a:pt x="4324" y="301726"/>
                  </a:lnTo>
                  <a:lnTo>
                    <a:pt x="3229" y="306414"/>
                  </a:lnTo>
                  <a:lnTo>
                    <a:pt x="967" y="321596"/>
                  </a:lnTo>
                  <a:lnTo>
                    <a:pt x="0" y="336778"/>
                  </a:lnTo>
                  <a:lnTo>
                    <a:pt x="357" y="351961"/>
                  </a:lnTo>
                  <a:lnTo>
                    <a:pt x="2088" y="367143"/>
                  </a:lnTo>
                  <a:lnTo>
                    <a:pt x="4324" y="377920"/>
                  </a:lnTo>
                  <a:lnTo>
                    <a:pt x="5238" y="382325"/>
                  </a:lnTo>
                  <a:lnTo>
                    <a:pt x="9856" y="397507"/>
                  </a:lnTo>
                  <a:lnTo>
                    <a:pt x="16112" y="412689"/>
                  </a:lnTo>
                  <a:lnTo>
                    <a:pt x="24157" y="427870"/>
                  </a:lnTo>
                  <a:lnTo>
                    <a:pt x="27993" y="433835"/>
                  </a:lnTo>
                  <a:lnTo>
                    <a:pt x="34142" y="443053"/>
                  </a:lnTo>
                  <a:lnTo>
                    <a:pt x="46323" y="458235"/>
                  </a:lnTo>
                  <a:lnTo>
                    <a:pt x="51662" y="463942"/>
                  </a:lnTo>
                  <a:lnTo>
                    <a:pt x="61075" y="473417"/>
                  </a:lnTo>
                  <a:lnTo>
                    <a:pt x="75330" y="485785"/>
                  </a:lnTo>
                  <a:lnTo>
                    <a:pt x="78843" y="488599"/>
                  </a:lnTo>
                  <a:lnTo>
                    <a:pt x="99000" y="502887"/>
                  </a:lnTo>
                  <a:lnTo>
                    <a:pt x="100394" y="503781"/>
                  </a:lnTo>
                  <a:lnTo>
                    <a:pt x="122664" y="516710"/>
                  </a:lnTo>
                  <a:lnTo>
                    <a:pt x="127053" y="518964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7333A736-ABCF-1DC5-AD1C-6373ADB5B29D}"/>
                </a:ext>
              </a:extLst>
            </p:cNvPr>
            <p:cNvSpPr/>
            <p:nvPr/>
          </p:nvSpPr>
          <p:spPr>
            <a:xfrm>
              <a:off x="7325716" y="3364580"/>
              <a:ext cx="772418" cy="495455"/>
            </a:xfrm>
            <a:custGeom>
              <a:avLst/>
              <a:gdLst>
                <a:gd name="csX0" fmla="*/ 114020 w 772418"/>
                <a:gd name="csY0" fmla="*/ 454838 h 495455"/>
                <a:gd name="csX1" fmla="*/ 109820 w 772418"/>
                <a:gd name="csY1" fmla="*/ 452686 h 495455"/>
                <a:gd name="csX2" fmla="*/ 90353 w 772418"/>
                <a:gd name="csY2" fmla="*/ 441654 h 495455"/>
                <a:gd name="csX3" fmla="*/ 83875 w 772418"/>
                <a:gd name="csY3" fmla="*/ 437504 h 495455"/>
                <a:gd name="csX4" fmla="*/ 66674 w 772418"/>
                <a:gd name="csY4" fmla="*/ 425014 h 495455"/>
                <a:gd name="csX5" fmla="*/ 63323 w 772418"/>
                <a:gd name="csY5" fmla="*/ 422322 h 495455"/>
                <a:gd name="csX6" fmla="*/ 46858 w 772418"/>
                <a:gd name="csY6" fmla="*/ 407139 h 495455"/>
                <a:gd name="csX7" fmla="*/ 43010 w 772418"/>
                <a:gd name="csY7" fmla="*/ 402957 h 495455"/>
                <a:gd name="csX8" fmla="*/ 33588 w 772418"/>
                <a:gd name="csY8" fmla="*/ 391957 h 495455"/>
                <a:gd name="csX9" fmla="*/ 22947 w 772418"/>
                <a:gd name="csY9" fmla="*/ 376776 h 495455"/>
                <a:gd name="csX10" fmla="*/ 19340 w 772418"/>
                <a:gd name="csY10" fmla="*/ 370375 h 495455"/>
                <a:gd name="csX11" fmla="*/ 14613 w 772418"/>
                <a:gd name="csY11" fmla="*/ 361594 h 495455"/>
                <a:gd name="csX12" fmla="*/ 8321 w 772418"/>
                <a:gd name="csY12" fmla="*/ 346412 h 495455"/>
                <a:gd name="csX13" fmla="*/ 3873 w 772418"/>
                <a:gd name="csY13" fmla="*/ 331230 h 495455"/>
                <a:gd name="csX14" fmla="*/ 1135 w 772418"/>
                <a:gd name="csY14" fmla="*/ 316047 h 495455"/>
                <a:gd name="csX15" fmla="*/ 0 w 772418"/>
                <a:gd name="csY15" fmla="*/ 300865 h 495455"/>
                <a:gd name="csX16" fmla="*/ 391 w 772418"/>
                <a:gd name="csY16" fmla="*/ 285683 h 495455"/>
                <a:gd name="csX17" fmla="*/ 2252 w 772418"/>
                <a:gd name="csY17" fmla="*/ 270501 h 495455"/>
                <a:gd name="csX18" fmla="*/ 5553 w 772418"/>
                <a:gd name="csY18" fmla="*/ 255319 h 495455"/>
                <a:gd name="csX19" fmla="*/ 10285 w 772418"/>
                <a:gd name="csY19" fmla="*/ 240137 h 495455"/>
                <a:gd name="csX20" fmla="*/ 16459 w 772418"/>
                <a:gd name="csY20" fmla="*/ 224955 h 495455"/>
                <a:gd name="csX21" fmla="*/ 19340 w 772418"/>
                <a:gd name="csY21" fmla="*/ 219195 h 495455"/>
                <a:gd name="csX22" fmla="*/ 24059 w 772418"/>
                <a:gd name="csY22" fmla="*/ 209773 h 495455"/>
                <a:gd name="csX23" fmla="*/ 33123 w 772418"/>
                <a:gd name="csY23" fmla="*/ 194591 h 495455"/>
                <a:gd name="csX24" fmla="*/ 43010 w 772418"/>
                <a:gd name="csY24" fmla="*/ 180447 h 495455"/>
                <a:gd name="csX25" fmla="*/ 43746 w 772418"/>
                <a:gd name="csY25" fmla="*/ 179409 h 495455"/>
                <a:gd name="csX26" fmla="*/ 55941 w 772418"/>
                <a:gd name="csY26" fmla="*/ 164226 h 495455"/>
                <a:gd name="csX27" fmla="*/ 66674 w 772418"/>
                <a:gd name="csY27" fmla="*/ 152445 h 495455"/>
                <a:gd name="csX28" fmla="*/ 69857 w 772418"/>
                <a:gd name="csY28" fmla="*/ 149044 h 495455"/>
                <a:gd name="csX29" fmla="*/ 85617 w 772418"/>
                <a:gd name="csY29" fmla="*/ 133862 h 495455"/>
                <a:gd name="csX30" fmla="*/ 90353 w 772418"/>
                <a:gd name="csY30" fmla="*/ 129712 h 495455"/>
                <a:gd name="csX31" fmla="*/ 103432 w 772418"/>
                <a:gd name="csY31" fmla="*/ 118680 h 495455"/>
                <a:gd name="csX32" fmla="*/ 114020 w 772418"/>
                <a:gd name="csY32" fmla="*/ 110493 h 495455"/>
                <a:gd name="csX33" fmla="*/ 123536 w 772418"/>
                <a:gd name="csY33" fmla="*/ 103499 h 495455"/>
                <a:gd name="csX34" fmla="*/ 137688 w 772418"/>
                <a:gd name="csY34" fmla="*/ 93839 h 495455"/>
                <a:gd name="csX35" fmla="*/ 146299 w 772418"/>
                <a:gd name="csY35" fmla="*/ 88317 h 495455"/>
                <a:gd name="csX36" fmla="*/ 161355 w 772418"/>
                <a:gd name="csY36" fmla="*/ 79239 h 495455"/>
                <a:gd name="csX37" fmla="*/ 172256 w 772418"/>
                <a:gd name="csY37" fmla="*/ 73134 h 495455"/>
                <a:gd name="csX38" fmla="*/ 185022 w 772418"/>
                <a:gd name="csY38" fmla="*/ 66345 h 495455"/>
                <a:gd name="csX39" fmla="*/ 202223 w 772418"/>
                <a:gd name="csY39" fmla="*/ 57952 h 495455"/>
                <a:gd name="csX40" fmla="*/ 208690 w 772418"/>
                <a:gd name="csY40" fmla="*/ 54919 h 495455"/>
                <a:gd name="csX41" fmla="*/ 232357 w 772418"/>
                <a:gd name="csY41" fmla="*/ 44813 h 495455"/>
                <a:gd name="csX42" fmla="*/ 237662 w 772418"/>
                <a:gd name="csY42" fmla="*/ 42770 h 495455"/>
                <a:gd name="csX43" fmla="*/ 256024 w 772418"/>
                <a:gd name="csY43" fmla="*/ 35883 h 495455"/>
                <a:gd name="csX44" fmla="*/ 279703 w 772418"/>
                <a:gd name="csY44" fmla="*/ 28060 h 495455"/>
                <a:gd name="csX45" fmla="*/ 281323 w 772418"/>
                <a:gd name="csY45" fmla="*/ 27588 h 495455"/>
                <a:gd name="csX46" fmla="*/ 303370 w 772418"/>
                <a:gd name="csY46" fmla="*/ 21247 h 495455"/>
                <a:gd name="csX47" fmla="*/ 327038 w 772418"/>
                <a:gd name="csY47" fmla="*/ 15432 h 495455"/>
                <a:gd name="csX48" fmla="*/ 341725 w 772418"/>
                <a:gd name="csY48" fmla="*/ 12406 h 495455"/>
                <a:gd name="csX49" fmla="*/ 350705 w 772418"/>
                <a:gd name="csY49" fmla="*/ 10557 h 495455"/>
                <a:gd name="csX50" fmla="*/ 374373 w 772418"/>
                <a:gd name="csY50" fmla="*/ 6596 h 495455"/>
                <a:gd name="csX51" fmla="*/ 398040 w 772418"/>
                <a:gd name="csY51" fmla="*/ 3562 h 495455"/>
                <a:gd name="csX52" fmla="*/ 421707 w 772418"/>
                <a:gd name="csY52" fmla="*/ 1444 h 495455"/>
                <a:gd name="csX53" fmla="*/ 445375 w 772418"/>
                <a:gd name="csY53" fmla="*/ 250 h 495455"/>
                <a:gd name="csX54" fmla="*/ 469053 w 772418"/>
                <a:gd name="csY54" fmla="*/ 0 h 495455"/>
                <a:gd name="csX55" fmla="*/ 492721 w 772418"/>
                <a:gd name="csY55" fmla="*/ 728 h 495455"/>
                <a:gd name="csX56" fmla="*/ 516388 w 772418"/>
                <a:gd name="csY56" fmla="*/ 2485 h 495455"/>
                <a:gd name="csX57" fmla="*/ 540056 w 772418"/>
                <a:gd name="csY57" fmla="*/ 5338 h 495455"/>
                <a:gd name="csX58" fmla="*/ 563723 w 772418"/>
                <a:gd name="csY58" fmla="*/ 9373 h 495455"/>
                <a:gd name="csX59" fmla="*/ 577416 w 772418"/>
                <a:gd name="csY59" fmla="*/ 12406 h 495455"/>
                <a:gd name="csX60" fmla="*/ 587390 w 772418"/>
                <a:gd name="csY60" fmla="*/ 14719 h 495455"/>
                <a:gd name="csX61" fmla="*/ 611058 w 772418"/>
                <a:gd name="csY61" fmla="*/ 21544 h 495455"/>
                <a:gd name="csX62" fmla="*/ 628213 w 772418"/>
                <a:gd name="csY62" fmla="*/ 27588 h 495455"/>
                <a:gd name="csX63" fmla="*/ 634736 w 772418"/>
                <a:gd name="csY63" fmla="*/ 30056 h 495455"/>
                <a:gd name="csX64" fmla="*/ 658404 w 772418"/>
                <a:gd name="csY64" fmla="*/ 40618 h 495455"/>
                <a:gd name="csX65" fmla="*/ 662592 w 772418"/>
                <a:gd name="csY65" fmla="*/ 42770 h 495455"/>
                <a:gd name="csX66" fmla="*/ 682071 w 772418"/>
                <a:gd name="csY66" fmla="*/ 53802 h 495455"/>
                <a:gd name="csX67" fmla="*/ 688538 w 772418"/>
                <a:gd name="csY67" fmla="*/ 57952 h 495455"/>
                <a:gd name="csX68" fmla="*/ 705738 w 772418"/>
                <a:gd name="csY68" fmla="*/ 70441 h 495455"/>
                <a:gd name="csX69" fmla="*/ 709089 w 772418"/>
                <a:gd name="csY69" fmla="*/ 73134 h 495455"/>
                <a:gd name="csX70" fmla="*/ 725564 w 772418"/>
                <a:gd name="csY70" fmla="*/ 88317 h 495455"/>
                <a:gd name="csX71" fmla="*/ 729406 w 772418"/>
                <a:gd name="csY71" fmla="*/ 92499 h 495455"/>
                <a:gd name="csX72" fmla="*/ 738833 w 772418"/>
                <a:gd name="csY72" fmla="*/ 103499 h 495455"/>
                <a:gd name="csX73" fmla="*/ 749466 w 772418"/>
                <a:gd name="csY73" fmla="*/ 118680 h 495455"/>
                <a:gd name="csX74" fmla="*/ 753073 w 772418"/>
                <a:gd name="csY74" fmla="*/ 125081 h 495455"/>
                <a:gd name="csX75" fmla="*/ 757809 w 772418"/>
                <a:gd name="csY75" fmla="*/ 133862 h 495455"/>
                <a:gd name="csX76" fmla="*/ 764097 w 772418"/>
                <a:gd name="csY76" fmla="*/ 149044 h 495455"/>
                <a:gd name="csX77" fmla="*/ 768542 w 772418"/>
                <a:gd name="csY77" fmla="*/ 164226 h 495455"/>
                <a:gd name="csX78" fmla="*/ 771279 w 772418"/>
                <a:gd name="csY78" fmla="*/ 179409 h 495455"/>
                <a:gd name="csX79" fmla="*/ 772418 w 772418"/>
                <a:gd name="csY79" fmla="*/ 194591 h 495455"/>
                <a:gd name="csX80" fmla="*/ 772027 w 772418"/>
                <a:gd name="csY80" fmla="*/ 209773 h 495455"/>
                <a:gd name="csX81" fmla="*/ 770162 w 772418"/>
                <a:gd name="csY81" fmla="*/ 224955 h 495455"/>
                <a:gd name="csX82" fmla="*/ 766867 w 772418"/>
                <a:gd name="csY82" fmla="*/ 240137 h 495455"/>
                <a:gd name="csX83" fmla="*/ 762131 w 772418"/>
                <a:gd name="csY83" fmla="*/ 255319 h 495455"/>
                <a:gd name="csX84" fmla="*/ 755955 w 772418"/>
                <a:gd name="csY84" fmla="*/ 270501 h 495455"/>
                <a:gd name="csX85" fmla="*/ 753073 w 772418"/>
                <a:gd name="csY85" fmla="*/ 276261 h 495455"/>
                <a:gd name="csX86" fmla="*/ 748360 w 772418"/>
                <a:gd name="csY86" fmla="*/ 285683 h 495455"/>
                <a:gd name="csX87" fmla="*/ 739291 w 772418"/>
                <a:gd name="csY87" fmla="*/ 300865 h 495455"/>
                <a:gd name="csX88" fmla="*/ 729406 w 772418"/>
                <a:gd name="csY88" fmla="*/ 315007 h 495455"/>
                <a:gd name="csX89" fmla="*/ 728669 w 772418"/>
                <a:gd name="csY89" fmla="*/ 316047 h 495455"/>
                <a:gd name="csX90" fmla="*/ 716472 w 772418"/>
                <a:gd name="csY90" fmla="*/ 331230 h 495455"/>
                <a:gd name="csX91" fmla="*/ 705738 w 772418"/>
                <a:gd name="csY91" fmla="*/ 343011 h 495455"/>
                <a:gd name="csX92" fmla="*/ 702555 w 772418"/>
                <a:gd name="csY92" fmla="*/ 346412 h 495455"/>
                <a:gd name="csX93" fmla="*/ 686796 w 772418"/>
                <a:gd name="csY93" fmla="*/ 361594 h 495455"/>
                <a:gd name="csX94" fmla="*/ 682071 w 772418"/>
                <a:gd name="csY94" fmla="*/ 365744 h 495455"/>
                <a:gd name="csX95" fmla="*/ 668981 w 772418"/>
                <a:gd name="csY95" fmla="*/ 376776 h 495455"/>
                <a:gd name="csX96" fmla="*/ 658404 w 772418"/>
                <a:gd name="csY96" fmla="*/ 384962 h 495455"/>
                <a:gd name="csX97" fmla="*/ 648888 w 772418"/>
                <a:gd name="csY97" fmla="*/ 391957 h 495455"/>
                <a:gd name="csX98" fmla="*/ 634736 w 772418"/>
                <a:gd name="csY98" fmla="*/ 401617 h 495455"/>
                <a:gd name="csX99" fmla="*/ 626125 w 772418"/>
                <a:gd name="csY99" fmla="*/ 407139 h 495455"/>
                <a:gd name="csX100" fmla="*/ 611058 w 772418"/>
                <a:gd name="csY100" fmla="*/ 416217 h 495455"/>
                <a:gd name="csX101" fmla="*/ 600157 w 772418"/>
                <a:gd name="csY101" fmla="*/ 422322 h 495455"/>
                <a:gd name="csX102" fmla="*/ 587390 w 772418"/>
                <a:gd name="csY102" fmla="*/ 429111 h 495455"/>
                <a:gd name="csX103" fmla="*/ 570190 w 772418"/>
                <a:gd name="csY103" fmla="*/ 437504 h 495455"/>
                <a:gd name="csX104" fmla="*/ 563723 w 772418"/>
                <a:gd name="csY104" fmla="*/ 440537 h 495455"/>
                <a:gd name="csX105" fmla="*/ 540056 w 772418"/>
                <a:gd name="csY105" fmla="*/ 450643 h 495455"/>
                <a:gd name="csX106" fmla="*/ 534750 w 772418"/>
                <a:gd name="csY106" fmla="*/ 452686 h 495455"/>
                <a:gd name="csX107" fmla="*/ 516388 w 772418"/>
                <a:gd name="csY107" fmla="*/ 459573 h 495455"/>
                <a:gd name="csX108" fmla="*/ 492721 w 772418"/>
                <a:gd name="csY108" fmla="*/ 467396 h 495455"/>
                <a:gd name="csX109" fmla="*/ 491101 w 772418"/>
                <a:gd name="csY109" fmla="*/ 467868 h 495455"/>
                <a:gd name="csX110" fmla="*/ 469053 w 772418"/>
                <a:gd name="csY110" fmla="*/ 474209 h 495455"/>
                <a:gd name="csX111" fmla="*/ 445375 w 772418"/>
                <a:gd name="csY111" fmla="*/ 480024 h 495455"/>
                <a:gd name="csX112" fmla="*/ 430687 w 772418"/>
                <a:gd name="csY112" fmla="*/ 483050 h 495455"/>
                <a:gd name="csX113" fmla="*/ 421707 w 772418"/>
                <a:gd name="csY113" fmla="*/ 484899 h 495455"/>
                <a:gd name="csX114" fmla="*/ 398040 w 772418"/>
                <a:gd name="csY114" fmla="*/ 488859 h 495455"/>
                <a:gd name="csX115" fmla="*/ 374373 w 772418"/>
                <a:gd name="csY115" fmla="*/ 491894 h 495455"/>
                <a:gd name="csX116" fmla="*/ 350705 w 772418"/>
                <a:gd name="csY116" fmla="*/ 494012 h 495455"/>
                <a:gd name="csX117" fmla="*/ 327038 w 772418"/>
                <a:gd name="csY117" fmla="*/ 495206 h 495455"/>
                <a:gd name="csX118" fmla="*/ 303370 w 772418"/>
                <a:gd name="csY118" fmla="*/ 495456 h 495455"/>
                <a:gd name="csX119" fmla="*/ 279703 w 772418"/>
                <a:gd name="csY119" fmla="*/ 494728 h 495455"/>
                <a:gd name="csX120" fmla="*/ 256024 w 772418"/>
                <a:gd name="csY120" fmla="*/ 492971 h 495455"/>
                <a:gd name="csX121" fmla="*/ 232357 w 772418"/>
                <a:gd name="csY121" fmla="*/ 490118 h 495455"/>
                <a:gd name="csX122" fmla="*/ 208690 w 772418"/>
                <a:gd name="csY122" fmla="*/ 486083 h 495455"/>
                <a:gd name="csX123" fmla="*/ 194996 w 772418"/>
                <a:gd name="csY123" fmla="*/ 483050 h 495455"/>
                <a:gd name="csX124" fmla="*/ 185022 w 772418"/>
                <a:gd name="csY124" fmla="*/ 480737 h 495455"/>
                <a:gd name="csX125" fmla="*/ 161355 w 772418"/>
                <a:gd name="csY125" fmla="*/ 473912 h 495455"/>
                <a:gd name="csX126" fmla="*/ 144210 w 772418"/>
                <a:gd name="csY126" fmla="*/ 467868 h 495455"/>
                <a:gd name="csX127" fmla="*/ 137688 w 772418"/>
                <a:gd name="csY127" fmla="*/ 465400 h 495455"/>
                <a:gd name="csX128" fmla="*/ 114020 w 772418"/>
                <a:gd name="csY128" fmla="*/ 454838 h 49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72418" h="495455">
                  <a:moveTo>
                    <a:pt x="114020" y="454838"/>
                  </a:moveTo>
                  <a:lnTo>
                    <a:pt x="109820" y="452686"/>
                  </a:lnTo>
                  <a:lnTo>
                    <a:pt x="90353" y="441654"/>
                  </a:lnTo>
                  <a:lnTo>
                    <a:pt x="83875" y="437504"/>
                  </a:lnTo>
                  <a:lnTo>
                    <a:pt x="66674" y="425014"/>
                  </a:lnTo>
                  <a:lnTo>
                    <a:pt x="63323" y="422322"/>
                  </a:lnTo>
                  <a:lnTo>
                    <a:pt x="46858" y="407139"/>
                  </a:lnTo>
                  <a:lnTo>
                    <a:pt x="43010" y="402957"/>
                  </a:lnTo>
                  <a:lnTo>
                    <a:pt x="33588" y="391957"/>
                  </a:lnTo>
                  <a:lnTo>
                    <a:pt x="22947" y="376776"/>
                  </a:lnTo>
                  <a:lnTo>
                    <a:pt x="19340" y="370375"/>
                  </a:lnTo>
                  <a:lnTo>
                    <a:pt x="14613" y="361594"/>
                  </a:lnTo>
                  <a:lnTo>
                    <a:pt x="8321" y="346412"/>
                  </a:lnTo>
                  <a:lnTo>
                    <a:pt x="3873" y="331230"/>
                  </a:lnTo>
                  <a:lnTo>
                    <a:pt x="1135" y="316047"/>
                  </a:lnTo>
                  <a:lnTo>
                    <a:pt x="0" y="300865"/>
                  </a:lnTo>
                  <a:lnTo>
                    <a:pt x="391" y="285683"/>
                  </a:lnTo>
                  <a:lnTo>
                    <a:pt x="2252" y="270501"/>
                  </a:lnTo>
                  <a:lnTo>
                    <a:pt x="5553" y="255319"/>
                  </a:lnTo>
                  <a:lnTo>
                    <a:pt x="10285" y="240137"/>
                  </a:lnTo>
                  <a:lnTo>
                    <a:pt x="16459" y="224955"/>
                  </a:lnTo>
                  <a:lnTo>
                    <a:pt x="19340" y="219195"/>
                  </a:lnTo>
                  <a:lnTo>
                    <a:pt x="24059" y="209773"/>
                  </a:lnTo>
                  <a:lnTo>
                    <a:pt x="33123" y="194591"/>
                  </a:lnTo>
                  <a:lnTo>
                    <a:pt x="43010" y="180447"/>
                  </a:lnTo>
                  <a:lnTo>
                    <a:pt x="43746" y="179409"/>
                  </a:lnTo>
                  <a:lnTo>
                    <a:pt x="55941" y="164226"/>
                  </a:lnTo>
                  <a:lnTo>
                    <a:pt x="66674" y="152445"/>
                  </a:lnTo>
                  <a:lnTo>
                    <a:pt x="69857" y="149044"/>
                  </a:lnTo>
                  <a:lnTo>
                    <a:pt x="85617" y="133862"/>
                  </a:lnTo>
                  <a:lnTo>
                    <a:pt x="90353" y="129712"/>
                  </a:lnTo>
                  <a:lnTo>
                    <a:pt x="103432" y="118680"/>
                  </a:lnTo>
                  <a:lnTo>
                    <a:pt x="114020" y="110493"/>
                  </a:lnTo>
                  <a:lnTo>
                    <a:pt x="123536" y="103499"/>
                  </a:lnTo>
                  <a:lnTo>
                    <a:pt x="137688" y="93839"/>
                  </a:lnTo>
                  <a:lnTo>
                    <a:pt x="146299" y="88317"/>
                  </a:lnTo>
                  <a:lnTo>
                    <a:pt x="161355" y="79239"/>
                  </a:lnTo>
                  <a:lnTo>
                    <a:pt x="172256" y="73134"/>
                  </a:lnTo>
                  <a:lnTo>
                    <a:pt x="185022" y="66345"/>
                  </a:lnTo>
                  <a:lnTo>
                    <a:pt x="202223" y="57952"/>
                  </a:lnTo>
                  <a:lnTo>
                    <a:pt x="208690" y="54919"/>
                  </a:lnTo>
                  <a:lnTo>
                    <a:pt x="232357" y="44813"/>
                  </a:lnTo>
                  <a:lnTo>
                    <a:pt x="237662" y="42770"/>
                  </a:lnTo>
                  <a:lnTo>
                    <a:pt x="256024" y="35883"/>
                  </a:lnTo>
                  <a:lnTo>
                    <a:pt x="279703" y="28060"/>
                  </a:lnTo>
                  <a:lnTo>
                    <a:pt x="281323" y="27588"/>
                  </a:lnTo>
                  <a:lnTo>
                    <a:pt x="303370" y="21247"/>
                  </a:lnTo>
                  <a:lnTo>
                    <a:pt x="327038" y="15432"/>
                  </a:lnTo>
                  <a:lnTo>
                    <a:pt x="341725" y="12406"/>
                  </a:lnTo>
                  <a:lnTo>
                    <a:pt x="350705" y="10557"/>
                  </a:lnTo>
                  <a:lnTo>
                    <a:pt x="374373" y="6596"/>
                  </a:lnTo>
                  <a:lnTo>
                    <a:pt x="398040" y="3562"/>
                  </a:lnTo>
                  <a:lnTo>
                    <a:pt x="421707" y="1444"/>
                  </a:lnTo>
                  <a:lnTo>
                    <a:pt x="445375" y="250"/>
                  </a:lnTo>
                  <a:lnTo>
                    <a:pt x="469053" y="0"/>
                  </a:lnTo>
                  <a:lnTo>
                    <a:pt x="492721" y="728"/>
                  </a:lnTo>
                  <a:lnTo>
                    <a:pt x="516388" y="2485"/>
                  </a:lnTo>
                  <a:lnTo>
                    <a:pt x="540056" y="5338"/>
                  </a:lnTo>
                  <a:lnTo>
                    <a:pt x="563723" y="9373"/>
                  </a:lnTo>
                  <a:lnTo>
                    <a:pt x="577416" y="12406"/>
                  </a:lnTo>
                  <a:lnTo>
                    <a:pt x="587390" y="14719"/>
                  </a:lnTo>
                  <a:lnTo>
                    <a:pt x="611058" y="21544"/>
                  </a:lnTo>
                  <a:lnTo>
                    <a:pt x="628213" y="27588"/>
                  </a:lnTo>
                  <a:lnTo>
                    <a:pt x="634736" y="30056"/>
                  </a:lnTo>
                  <a:lnTo>
                    <a:pt x="658404" y="40618"/>
                  </a:lnTo>
                  <a:lnTo>
                    <a:pt x="662592" y="42770"/>
                  </a:lnTo>
                  <a:lnTo>
                    <a:pt x="682071" y="53802"/>
                  </a:lnTo>
                  <a:lnTo>
                    <a:pt x="688538" y="57952"/>
                  </a:lnTo>
                  <a:lnTo>
                    <a:pt x="705738" y="70441"/>
                  </a:lnTo>
                  <a:lnTo>
                    <a:pt x="709089" y="73134"/>
                  </a:lnTo>
                  <a:lnTo>
                    <a:pt x="725564" y="88317"/>
                  </a:lnTo>
                  <a:lnTo>
                    <a:pt x="729406" y="92499"/>
                  </a:lnTo>
                  <a:lnTo>
                    <a:pt x="738833" y="103499"/>
                  </a:lnTo>
                  <a:lnTo>
                    <a:pt x="749466" y="118680"/>
                  </a:lnTo>
                  <a:lnTo>
                    <a:pt x="753073" y="125081"/>
                  </a:lnTo>
                  <a:lnTo>
                    <a:pt x="757809" y="133862"/>
                  </a:lnTo>
                  <a:lnTo>
                    <a:pt x="764097" y="149044"/>
                  </a:lnTo>
                  <a:lnTo>
                    <a:pt x="768542" y="164226"/>
                  </a:lnTo>
                  <a:lnTo>
                    <a:pt x="771279" y="179409"/>
                  </a:lnTo>
                  <a:lnTo>
                    <a:pt x="772418" y="194591"/>
                  </a:lnTo>
                  <a:lnTo>
                    <a:pt x="772027" y="209773"/>
                  </a:lnTo>
                  <a:lnTo>
                    <a:pt x="770162" y="224955"/>
                  </a:lnTo>
                  <a:lnTo>
                    <a:pt x="766867" y="240137"/>
                  </a:lnTo>
                  <a:lnTo>
                    <a:pt x="762131" y="255319"/>
                  </a:lnTo>
                  <a:lnTo>
                    <a:pt x="755955" y="270501"/>
                  </a:lnTo>
                  <a:lnTo>
                    <a:pt x="753073" y="276261"/>
                  </a:lnTo>
                  <a:lnTo>
                    <a:pt x="748360" y="285683"/>
                  </a:lnTo>
                  <a:lnTo>
                    <a:pt x="739291" y="300865"/>
                  </a:lnTo>
                  <a:lnTo>
                    <a:pt x="729406" y="315007"/>
                  </a:lnTo>
                  <a:lnTo>
                    <a:pt x="728669" y="316047"/>
                  </a:lnTo>
                  <a:lnTo>
                    <a:pt x="716472" y="331230"/>
                  </a:lnTo>
                  <a:lnTo>
                    <a:pt x="705738" y="343011"/>
                  </a:lnTo>
                  <a:lnTo>
                    <a:pt x="702555" y="346412"/>
                  </a:lnTo>
                  <a:lnTo>
                    <a:pt x="686796" y="361594"/>
                  </a:lnTo>
                  <a:lnTo>
                    <a:pt x="682071" y="365744"/>
                  </a:lnTo>
                  <a:lnTo>
                    <a:pt x="668981" y="376776"/>
                  </a:lnTo>
                  <a:lnTo>
                    <a:pt x="658404" y="384962"/>
                  </a:lnTo>
                  <a:lnTo>
                    <a:pt x="648888" y="391957"/>
                  </a:lnTo>
                  <a:lnTo>
                    <a:pt x="634736" y="401617"/>
                  </a:lnTo>
                  <a:lnTo>
                    <a:pt x="626125" y="407139"/>
                  </a:lnTo>
                  <a:lnTo>
                    <a:pt x="611058" y="416217"/>
                  </a:lnTo>
                  <a:lnTo>
                    <a:pt x="600157" y="422322"/>
                  </a:lnTo>
                  <a:lnTo>
                    <a:pt x="587390" y="429111"/>
                  </a:lnTo>
                  <a:lnTo>
                    <a:pt x="570190" y="437504"/>
                  </a:lnTo>
                  <a:lnTo>
                    <a:pt x="563723" y="440537"/>
                  </a:lnTo>
                  <a:lnTo>
                    <a:pt x="540056" y="450643"/>
                  </a:lnTo>
                  <a:lnTo>
                    <a:pt x="534750" y="452686"/>
                  </a:lnTo>
                  <a:lnTo>
                    <a:pt x="516388" y="459573"/>
                  </a:lnTo>
                  <a:lnTo>
                    <a:pt x="492721" y="467396"/>
                  </a:lnTo>
                  <a:lnTo>
                    <a:pt x="491101" y="467868"/>
                  </a:lnTo>
                  <a:lnTo>
                    <a:pt x="469053" y="474209"/>
                  </a:lnTo>
                  <a:lnTo>
                    <a:pt x="445375" y="480024"/>
                  </a:lnTo>
                  <a:lnTo>
                    <a:pt x="430687" y="483050"/>
                  </a:lnTo>
                  <a:lnTo>
                    <a:pt x="421707" y="484899"/>
                  </a:lnTo>
                  <a:lnTo>
                    <a:pt x="398040" y="488859"/>
                  </a:lnTo>
                  <a:lnTo>
                    <a:pt x="374373" y="491894"/>
                  </a:lnTo>
                  <a:lnTo>
                    <a:pt x="350705" y="494012"/>
                  </a:lnTo>
                  <a:lnTo>
                    <a:pt x="327038" y="495206"/>
                  </a:lnTo>
                  <a:lnTo>
                    <a:pt x="303370" y="495456"/>
                  </a:lnTo>
                  <a:lnTo>
                    <a:pt x="279703" y="494728"/>
                  </a:lnTo>
                  <a:lnTo>
                    <a:pt x="256024" y="492971"/>
                  </a:lnTo>
                  <a:lnTo>
                    <a:pt x="232357" y="490118"/>
                  </a:lnTo>
                  <a:lnTo>
                    <a:pt x="208690" y="486083"/>
                  </a:lnTo>
                  <a:lnTo>
                    <a:pt x="194996" y="483050"/>
                  </a:lnTo>
                  <a:lnTo>
                    <a:pt x="185022" y="480737"/>
                  </a:lnTo>
                  <a:lnTo>
                    <a:pt x="161355" y="473912"/>
                  </a:lnTo>
                  <a:lnTo>
                    <a:pt x="144210" y="467868"/>
                  </a:lnTo>
                  <a:lnTo>
                    <a:pt x="137688" y="465400"/>
                  </a:lnTo>
                  <a:lnTo>
                    <a:pt x="114020" y="4548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7FB7C7D1-B8B1-6A9D-8071-8B489BE02765}"/>
                </a:ext>
              </a:extLst>
            </p:cNvPr>
            <p:cNvSpPr/>
            <p:nvPr/>
          </p:nvSpPr>
          <p:spPr>
            <a:xfrm>
              <a:off x="7380383" y="3399645"/>
              <a:ext cx="663077" cy="425325"/>
            </a:xfrm>
            <a:custGeom>
              <a:avLst/>
              <a:gdLst>
                <a:gd name="csX0" fmla="*/ 125764 w 663077"/>
                <a:gd name="csY0" fmla="*/ 402438 h 425325"/>
                <a:gd name="csX1" fmla="*/ 130355 w 663077"/>
                <a:gd name="csY1" fmla="*/ 404153 h 425325"/>
                <a:gd name="csX2" fmla="*/ 154022 w 663077"/>
                <a:gd name="csY2" fmla="*/ 411442 h 425325"/>
                <a:gd name="csX3" fmla="*/ 177690 w 663077"/>
                <a:gd name="csY3" fmla="*/ 417048 h 425325"/>
                <a:gd name="csX4" fmla="*/ 180918 w 663077"/>
                <a:gd name="csY4" fmla="*/ 417621 h 425325"/>
                <a:gd name="csX5" fmla="*/ 201357 w 663077"/>
                <a:gd name="csY5" fmla="*/ 421048 h 425325"/>
                <a:gd name="csX6" fmla="*/ 225036 w 663077"/>
                <a:gd name="csY6" fmla="*/ 423694 h 425325"/>
                <a:gd name="csX7" fmla="*/ 248703 w 663077"/>
                <a:gd name="csY7" fmla="*/ 425095 h 425325"/>
                <a:gd name="csX8" fmla="*/ 272371 w 663077"/>
                <a:gd name="csY8" fmla="*/ 425325 h 425325"/>
                <a:gd name="csX9" fmla="*/ 296038 w 663077"/>
                <a:gd name="csY9" fmla="*/ 424439 h 425325"/>
                <a:gd name="csX10" fmla="*/ 319705 w 663077"/>
                <a:gd name="csY10" fmla="*/ 422472 h 425325"/>
                <a:gd name="csX11" fmla="*/ 343373 w 663077"/>
                <a:gd name="csY11" fmla="*/ 419444 h 425325"/>
                <a:gd name="csX12" fmla="*/ 353961 w 663077"/>
                <a:gd name="csY12" fmla="*/ 417621 h 425325"/>
                <a:gd name="csX13" fmla="*/ 367040 w 663077"/>
                <a:gd name="csY13" fmla="*/ 415336 h 425325"/>
                <a:gd name="csX14" fmla="*/ 390707 w 663077"/>
                <a:gd name="csY14" fmla="*/ 410143 h 425325"/>
                <a:gd name="csX15" fmla="*/ 414386 w 663077"/>
                <a:gd name="csY15" fmla="*/ 403860 h 425325"/>
                <a:gd name="csX16" fmla="*/ 418976 w 663077"/>
                <a:gd name="csY16" fmla="*/ 402438 h 425325"/>
                <a:gd name="csX17" fmla="*/ 438053 w 663077"/>
                <a:gd name="csY17" fmla="*/ 396365 h 425325"/>
                <a:gd name="csX18" fmla="*/ 461721 w 663077"/>
                <a:gd name="csY18" fmla="*/ 387671 h 425325"/>
                <a:gd name="csX19" fmla="*/ 462726 w 663077"/>
                <a:gd name="csY19" fmla="*/ 387256 h 425325"/>
                <a:gd name="csX20" fmla="*/ 485388 w 663077"/>
                <a:gd name="csY20" fmla="*/ 377538 h 425325"/>
                <a:gd name="csX21" fmla="*/ 496814 w 663077"/>
                <a:gd name="csY21" fmla="*/ 372074 h 425325"/>
                <a:gd name="csX22" fmla="*/ 509056 w 663077"/>
                <a:gd name="csY22" fmla="*/ 365896 h 425325"/>
                <a:gd name="csX23" fmla="*/ 525307 w 663077"/>
                <a:gd name="csY23" fmla="*/ 356892 h 425325"/>
                <a:gd name="csX24" fmla="*/ 532723 w 663077"/>
                <a:gd name="csY24" fmla="*/ 352496 h 425325"/>
                <a:gd name="csX25" fmla="*/ 549544 w 663077"/>
                <a:gd name="csY25" fmla="*/ 341711 h 425325"/>
                <a:gd name="csX26" fmla="*/ 556390 w 663077"/>
                <a:gd name="csY26" fmla="*/ 336949 h 425325"/>
                <a:gd name="csX27" fmla="*/ 570430 w 663077"/>
                <a:gd name="csY27" fmla="*/ 326528 h 425325"/>
                <a:gd name="csX28" fmla="*/ 580069 w 663077"/>
                <a:gd name="csY28" fmla="*/ 318677 h 425325"/>
                <a:gd name="csX29" fmla="*/ 588580 w 663077"/>
                <a:gd name="csY29" fmla="*/ 311346 h 425325"/>
                <a:gd name="csX30" fmla="*/ 603736 w 663077"/>
                <a:gd name="csY30" fmla="*/ 296810 h 425325"/>
                <a:gd name="csX31" fmla="*/ 604373 w 663077"/>
                <a:gd name="csY31" fmla="*/ 296164 h 425325"/>
                <a:gd name="csX32" fmla="*/ 617932 w 663077"/>
                <a:gd name="csY32" fmla="*/ 280982 h 425325"/>
                <a:gd name="csX33" fmla="*/ 627404 w 663077"/>
                <a:gd name="csY33" fmla="*/ 268747 h 425325"/>
                <a:gd name="csX34" fmla="*/ 629615 w 663077"/>
                <a:gd name="csY34" fmla="*/ 265800 h 425325"/>
                <a:gd name="csX35" fmla="*/ 639411 w 663077"/>
                <a:gd name="csY35" fmla="*/ 250617 h 425325"/>
                <a:gd name="csX36" fmla="*/ 647508 w 663077"/>
                <a:gd name="csY36" fmla="*/ 235435 h 425325"/>
                <a:gd name="csX37" fmla="*/ 651071 w 663077"/>
                <a:gd name="csY37" fmla="*/ 227042 h 425325"/>
                <a:gd name="csX38" fmla="*/ 653919 w 663077"/>
                <a:gd name="csY38" fmla="*/ 220253 h 425325"/>
                <a:gd name="csX39" fmla="*/ 658633 w 663077"/>
                <a:gd name="csY39" fmla="*/ 205072 h 425325"/>
                <a:gd name="csX40" fmla="*/ 661704 w 663077"/>
                <a:gd name="csY40" fmla="*/ 189890 h 425325"/>
                <a:gd name="csX41" fmla="*/ 663078 w 663077"/>
                <a:gd name="csY41" fmla="*/ 174708 h 425325"/>
                <a:gd name="csX42" fmla="*/ 662721 w 663077"/>
                <a:gd name="csY42" fmla="*/ 159525 h 425325"/>
                <a:gd name="csX43" fmla="*/ 660543 w 663077"/>
                <a:gd name="csY43" fmla="*/ 144343 h 425325"/>
                <a:gd name="csX44" fmla="*/ 656410 w 663077"/>
                <a:gd name="csY44" fmla="*/ 129161 h 425325"/>
                <a:gd name="csX45" fmla="*/ 651071 w 663077"/>
                <a:gd name="csY45" fmla="*/ 116051 h 425325"/>
                <a:gd name="csX46" fmla="*/ 650178 w 663077"/>
                <a:gd name="csY46" fmla="*/ 113979 h 425325"/>
                <a:gd name="csX47" fmla="*/ 641443 w 663077"/>
                <a:gd name="csY47" fmla="*/ 98797 h 425325"/>
                <a:gd name="csX48" fmla="*/ 630073 w 663077"/>
                <a:gd name="csY48" fmla="*/ 83614 h 425325"/>
                <a:gd name="csX49" fmla="*/ 627404 w 663077"/>
                <a:gd name="csY49" fmla="*/ 80668 h 425325"/>
                <a:gd name="csX50" fmla="*/ 615229 w 663077"/>
                <a:gd name="csY50" fmla="*/ 68433 h 425325"/>
                <a:gd name="csX51" fmla="*/ 603736 w 663077"/>
                <a:gd name="csY51" fmla="*/ 58814 h 425325"/>
                <a:gd name="csX52" fmla="*/ 596253 w 663077"/>
                <a:gd name="csY52" fmla="*/ 53251 h 425325"/>
                <a:gd name="csX53" fmla="*/ 580069 w 663077"/>
                <a:gd name="csY53" fmla="*/ 42868 h 425325"/>
                <a:gd name="csX54" fmla="*/ 571391 w 663077"/>
                <a:gd name="csY54" fmla="*/ 38069 h 425325"/>
                <a:gd name="csX55" fmla="*/ 556390 w 663077"/>
                <a:gd name="csY55" fmla="*/ 30695 h 425325"/>
                <a:gd name="csX56" fmla="*/ 537325 w 663077"/>
                <a:gd name="csY56" fmla="*/ 22887 h 425325"/>
                <a:gd name="csX57" fmla="*/ 532723 w 663077"/>
                <a:gd name="csY57" fmla="*/ 21172 h 425325"/>
                <a:gd name="csX58" fmla="*/ 509056 w 663077"/>
                <a:gd name="csY58" fmla="*/ 13883 h 425325"/>
                <a:gd name="csX59" fmla="*/ 485388 w 663077"/>
                <a:gd name="csY59" fmla="*/ 8277 h 425325"/>
                <a:gd name="csX60" fmla="*/ 482160 w 663077"/>
                <a:gd name="csY60" fmla="*/ 7704 h 425325"/>
                <a:gd name="csX61" fmla="*/ 461721 w 663077"/>
                <a:gd name="csY61" fmla="*/ 4277 h 425325"/>
                <a:gd name="csX62" fmla="*/ 438053 w 663077"/>
                <a:gd name="csY62" fmla="*/ 1631 h 425325"/>
                <a:gd name="csX63" fmla="*/ 414386 w 663077"/>
                <a:gd name="csY63" fmla="*/ 230 h 425325"/>
                <a:gd name="csX64" fmla="*/ 390707 w 663077"/>
                <a:gd name="csY64" fmla="*/ 0 h 425325"/>
                <a:gd name="csX65" fmla="*/ 367040 w 663077"/>
                <a:gd name="csY65" fmla="*/ 886 h 425325"/>
                <a:gd name="csX66" fmla="*/ 343373 w 663077"/>
                <a:gd name="csY66" fmla="*/ 2853 h 425325"/>
                <a:gd name="csX67" fmla="*/ 319705 w 663077"/>
                <a:gd name="csY67" fmla="*/ 5881 h 425325"/>
                <a:gd name="csX68" fmla="*/ 309128 w 663077"/>
                <a:gd name="csY68" fmla="*/ 7704 h 425325"/>
                <a:gd name="csX69" fmla="*/ 296038 w 663077"/>
                <a:gd name="csY69" fmla="*/ 9989 h 425325"/>
                <a:gd name="csX70" fmla="*/ 272371 w 663077"/>
                <a:gd name="csY70" fmla="*/ 15181 h 425325"/>
                <a:gd name="csX71" fmla="*/ 248703 w 663077"/>
                <a:gd name="csY71" fmla="*/ 21465 h 425325"/>
                <a:gd name="csX72" fmla="*/ 244101 w 663077"/>
                <a:gd name="csY72" fmla="*/ 22887 h 425325"/>
                <a:gd name="csX73" fmla="*/ 225036 w 663077"/>
                <a:gd name="csY73" fmla="*/ 28960 h 425325"/>
                <a:gd name="csX74" fmla="*/ 201357 w 663077"/>
                <a:gd name="csY74" fmla="*/ 37655 h 425325"/>
                <a:gd name="csX75" fmla="*/ 200352 w 663077"/>
                <a:gd name="csY75" fmla="*/ 38069 h 425325"/>
                <a:gd name="csX76" fmla="*/ 177690 w 663077"/>
                <a:gd name="csY76" fmla="*/ 47787 h 425325"/>
                <a:gd name="csX77" fmla="*/ 166264 w 663077"/>
                <a:gd name="csY77" fmla="*/ 53251 h 425325"/>
                <a:gd name="csX78" fmla="*/ 154022 w 663077"/>
                <a:gd name="csY78" fmla="*/ 59429 h 425325"/>
                <a:gd name="csX79" fmla="*/ 137782 w 663077"/>
                <a:gd name="csY79" fmla="*/ 68433 h 425325"/>
                <a:gd name="csX80" fmla="*/ 130355 w 663077"/>
                <a:gd name="csY80" fmla="*/ 72829 h 425325"/>
                <a:gd name="csX81" fmla="*/ 113545 w 663077"/>
                <a:gd name="csY81" fmla="*/ 83614 h 425325"/>
                <a:gd name="csX82" fmla="*/ 106688 w 663077"/>
                <a:gd name="csY82" fmla="*/ 88376 h 425325"/>
                <a:gd name="csX83" fmla="*/ 92648 w 663077"/>
                <a:gd name="csY83" fmla="*/ 98797 h 425325"/>
                <a:gd name="csX84" fmla="*/ 83020 w 663077"/>
                <a:gd name="csY84" fmla="*/ 106648 h 425325"/>
                <a:gd name="csX85" fmla="*/ 74498 w 663077"/>
                <a:gd name="csY85" fmla="*/ 113979 h 425325"/>
                <a:gd name="csX86" fmla="*/ 59353 w 663077"/>
                <a:gd name="csY86" fmla="*/ 128515 h 425325"/>
                <a:gd name="csX87" fmla="*/ 58705 w 663077"/>
                <a:gd name="csY87" fmla="*/ 129161 h 425325"/>
                <a:gd name="csX88" fmla="*/ 45146 w 663077"/>
                <a:gd name="csY88" fmla="*/ 144343 h 425325"/>
                <a:gd name="csX89" fmla="*/ 35685 w 663077"/>
                <a:gd name="csY89" fmla="*/ 156578 h 425325"/>
                <a:gd name="csX90" fmla="*/ 33463 w 663077"/>
                <a:gd name="csY90" fmla="*/ 159525 h 425325"/>
                <a:gd name="csX91" fmla="*/ 23667 w 663077"/>
                <a:gd name="csY91" fmla="*/ 174708 h 425325"/>
                <a:gd name="csX92" fmla="*/ 15570 w 663077"/>
                <a:gd name="csY92" fmla="*/ 189890 h 425325"/>
                <a:gd name="csX93" fmla="*/ 12007 w 663077"/>
                <a:gd name="csY93" fmla="*/ 198283 h 425325"/>
                <a:gd name="csX94" fmla="*/ 9170 w 663077"/>
                <a:gd name="csY94" fmla="*/ 205072 h 425325"/>
                <a:gd name="csX95" fmla="*/ 4445 w 663077"/>
                <a:gd name="csY95" fmla="*/ 220253 h 425325"/>
                <a:gd name="csX96" fmla="*/ 1385 w 663077"/>
                <a:gd name="csY96" fmla="*/ 235435 h 425325"/>
                <a:gd name="csX97" fmla="*/ 0 w 663077"/>
                <a:gd name="csY97" fmla="*/ 250617 h 425325"/>
                <a:gd name="csX98" fmla="*/ 357 w 663077"/>
                <a:gd name="csY98" fmla="*/ 265800 h 425325"/>
                <a:gd name="csX99" fmla="*/ 2547 w 663077"/>
                <a:gd name="csY99" fmla="*/ 280982 h 425325"/>
                <a:gd name="csX100" fmla="*/ 6668 w 663077"/>
                <a:gd name="csY100" fmla="*/ 296164 h 425325"/>
                <a:gd name="csX101" fmla="*/ 12007 w 663077"/>
                <a:gd name="csY101" fmla="*/ 309274 h 425325"/>
                <a:gd name="csX102" fmla="*/ 12900 w 663077"/>
                <a:gd name="csY102" fmla="*/ 311346 h 425325"/>
                <a:gd name="csX103" fmla="*/ 21646 w 663077"/>
                <a:gd name="csY103" fmla="*/ 326528 h 425325"/>
                <a:gd name="csX104" fmla="*/ 33005 w 663077"/>
                <a:gd name="csY104" fmla="*/ 341711 h 425325"/>
                <a:gd name="csX105" fmla="*/ 35685 w 663077"/>
                <a:gd name="csY105" fmla="*/ 344657 h 425325"/>
                <a:gd name="csX106" fmla="*/ 47849 w 663077"/>
                <a:gd name="csY106" fmla="*/ 356892 h 425325"/>
                <a:gd name="csX107" fmla="*/ 59353 w 663077"/>
                <a:gd name="csY107" fmla="*/ 366511 h 425325"/>
                <a:gd name="csX108" fmla="*/ 66836 w 663077"/>
                <a:gd name="csY108" fmla="*/ 372074 h 425325"/>
                <a:gd name="csX109" fmla="*/ 83020 w 663077"/>
                <a:gd name="csY109" fmla="*/ 382457 h 425325"/>
                <a:gd name="csX110" fmla="*/ 91687 w 663077"/>
                <a:gd name="csY110" fmla="*/ 387256 h 425325"/>
                <a:gd name="csX111" fmla="*/ 106688 w 663077"/>
                <a:gd name="csY111" fmla="*/ 394630 h 425325"/>
                <a:gd name="csX112" fmla="*/ 125764 w 663077"/>
                <a:gd name="csY112" fmla="*/ 402438 h 42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63077" h="425325">
                  <a:moveTo>
                    <a:pt x="125764" y="402438"/>
                  </a:moveTo>
                  <a:lnTo>
                    <a:pt x="130355" y="404153"/>
                  </a:lnTo>
                  <a:lnTo>
                    <a:pt x="154022" y="411442"/>
                  </a:lnTo>
                  <a:lnTo>
                    <a:pt x="177690" y="417048"/>
                  </a:lnTo>
                  <a:lnTo>
                    <a:pt x="180918" y="417621"/>
                  </a:lnTo>
                  <a:lnTo>
                    <a:pt x="201357" y="421048"/>
                  </a:lnTo>
                  <a:lnTo>
                    <a:pt x="225036" y="423694"/>
                  </a:lnTo>
                  <a:lnTo>
                    <a:pt x="248703" y="425095"/>
                  </a:lnTo>
                  <a:lnTo>
                    <a:pt x="272371" y="425325"/>
                  </a:lnTo>
                  <a:lnTo>
                    <a:pt x="296038" y="424439"/>
                  </a:lnTo>
                  <a:lnTo>
                    <a:pt x="319705" y="422472"/>
                  </a:lnTo>
                  <a:lnTo>
                    <a:pt x="343373" y="419444"/>
                  </a:lnTo>
                  <a:lnTo>
                    <a:pt x="353961" y="417621"/>
                  </a:lnTo>
                  <a:lnTo>
                    <a:pt x="367040" y="415336"/>
                  </a:lnTo>
                  <a:lnTo>
                    <a:pt x="390707" y="410143"/>
                  </a:lnTo>
                  <a:lnTo>
                    <a:pt x="414386" y="403860"/>
                  </a:lnTo>
                  <a:lnTo>
                    <a:pt x="418976" y="402438"/>
                  </a:lnTo>
                  <a:lnTo>
                    <a:pt x="438053" y="396365"/>
                  </a:lnTo>
                  <a:lnTo>
                    <a:pt x="461721" y="387671"/>
                  </a:lnTo>
                  <a:lnTo>
                    <a:pt x="462726" y="387256"/>
                  </a:lnTo>
                  <a:lnTo>
                    <a:pt x="485388" y="377538"/>
                  </a:lnTo>
                  <a:lnTo>
                    <a:pt x="496814" y="372074"/>
                  </a:lnTo>
                  <a:lnTo>
                    <a:pt x="509056" y="365896"/>
                  </a:lnTo>
                  <a:lnTo>
                    <a:pt x="525307" y="356892"/>
                  </a:lnTo>
                  <a:lnTo>
                    <a:pt x="532723" y="352496"/>
                  </a:lnTo>
                  <a:lnTo>
                    <a:pt x="549544" y="341711"/>
                  </a:lnTo>
                  <a:lnTo>
                    <a:pt x="556390" y="336949"/>
                  </a:lnTo>
                  <a:lnTo>
                    <a:pt x="570430" y="326528"/>
                  </a:lnTo>
                  <a:lnTo>
                    <a:pt x="580069" y="318677"/>
                  </a:lnTo>
                  <a:lnTo>
                    <a:pt x="588580" y="311346"/>
                  </a:lnTo>
                  <a:lnTo>
                    <a:pt x="603736" y="296810"/>
                  </a:lnTo>
                  <a:lnTo>
                    <a:pt x="604373" y="296164"/>
                  </a:lnTo>
                  <a:lnTo>
                    <a:pt x="617932" y="280982"/>
                  </a:lnTo>
                  <a:lnTo>
                    <a:pt x="627404" y="268747"/>
                  </a:lnTo>
                  <a:lnTo>
                    <a:pt x="629615" y="265800"/>
                  </a:lnTo>
                  <a:lnTo>
                    <a:pt x="639411" y="250617"/>
                  </a:lnTo>
                  <a:lnTo>
                    <a:pt x="647508" y="235435"/>
                  </a:lnTo>
                  <a:lnTo>
                    <a:pt x="651071" y="227042"/>
                  </a:lnTo>
                  <a:lnTo>
                    <a:pt x="653919" y="220253"/>
                  </a:lnTo>
                  <a:lnTo>
                    <a:pt x="658633" y="205072"/>
                  </a:lnTo>
                  <a:lnTo>
                    <a:pt x="661704" y="189890"/>
                  </a:lnTo>
                  <a:lnTo>
                    <a:pt x="663078" y="174708"/>
                  </a:lnTo>
                  <a:lnTo>
                    <a:pt x="662721" y="159525"/>
                  </a:lnTo>
                  <a:lnTo>
                    <a:pt x="660543" y="144343"/>
                  </a:lnTo>
                  <a:lnTo>
                    <a:pt x="656410" y="129161"/>
                  </a:lnTo>
                  <a:lnTo>
                    <a:pt x="651071" y="116051"/>
                  </a:lnTo>
                  <a:lnTo>
                    <a:pt x="650178" y="113979"/>
                  </a:lnTo>
                  <a:lnTo>
                    <a:pt x="641443" y="98797"/>
                  </a:lnTo>
                  <a:lnTo>
                    <a:pt x="630073" y="83614"/>
                  </a:lnTo>
                  <a:lnTo>
                    <a:pt x="627404" y="80668"/>
                  </a:lnTo>
                  <a:lnTo>
                    <a:pt x="615229" y="68433"/>
                  </a:lnTo>
                  <a:lnTo>
                    <a:pt x="603736" y="58814"/>
                  </a:lnTo>
                  <a:lnTo>
                    <a:pt x="596253" y="53251"/>
                  </a:lnTo>
                  <a:lnTo>
                    <a:pt x="580069" y="42868"/>
                  </a:lnTo>
                  <a:lnTo>
                    <a:pt x="571391" y="38069"/>
                  </a:lnTo>
                  <a:lnTo>
                    <a:pt x="556390" y="30695"/>
                  </a:lnTo>
                  <a:lnTo>
                    <a:pt x="537325" y="22887"/>
                  </a:lnTo>
                  <a:lnTo>
                    <a:pt x="532723" y="21172"/>
                  </a:lnTo>
                  <a:lnTo>
                    <a:pt x="509056" y="13883"/>
                  </a:lnTo>
                  <a:lnTo>
                    <a:pt x="485388" y="8277"/>
                  </a:lnTo>
                  <a:lnTo>
                    <a:pt x="482160" y="7704"/>
                  </a:lnTo>
                  <a:lnTo>
                    <a:pt x="461721" y="4277"/>
                  </a:lnTo>
                  <a:lnTo>
                    <a:pt x="438053" y="1631"/>
                  </a:lnTo>
                  <a:lnTo>
                    <a:pt x="414386" y="230"/>
                  </a:lnTo>
                  <a:lnTo>
                    <a:pt x="390707" y="0"/>
                  </a:lnTo>
                  <a:lnTo>
                    <a:pt x="367040" y="886"/>
                  </a:lnTo>
                  <a:lnTo>
                    <a:pt x="343373" y="2853"/>
                  </a:lnTo>
                  <a:lnTo>
                    <a:pt x="319705" y="5881"/>
                  </a:lnTo>
                  <a:lnTo>
                    <a:pt x="309128" y="7704"/>
                  </a:lnTo>
                  <a:lnTo>
                    <a:pt x="296038" y="9989"/>
                  </a:lnTo>
                  <a:lnTo>
                    <a:pt x="272371" y="15181"/>
                  </a:lnTo>
                  <a:lnTo>
                    <a:pt x="248703" y="21465"/>
                  </a:lnTo>
                  <a:lnTo>
                    <a:pt x="244101" y="22887"/>
                  </a:lnTo>
                  <a:lnTo>
                    <a:pt x="225036" y="28960"/>
                  </a:lnTo>
                  <a:lnTo>
                    <a:pt x="201357" y="37655"/>
                  </a:lnTo>
                  <a:lnTo>
                    <a:pt x="200352" y="38069"/>
                  </a:lnTo>
                  <a:lnTo>
                    <a:pt x="177690" y="47787"/>
                  </a:lnTo>
                  <a:lnTo>
                    <a:pt x="166264" y="53251"/>
                  </a:lnTo>
                  <a:lnTo>
                    <a:pt x="154022" y="59429"/>
                  </a:lnTo>
                  <a:lnTo>
                    <a:pt x="137782" y="68433"/>
                  </a:lnTo>
                  <a:lnTo>
                    <a:pt x="130355" y="72829"/>
                  </a:lnTo>
                  <a:lnTo>
                    <a:pt x="113545" y="83614"/>
                  </a:lnTo>
                  <a:lnTo>
                    <a:pt x="106688" y="88376"/>
                  </a:lnTo>
                  <a:lnTo>
                    <a:pt x="92648" y="98797"/>
                  </a:lnTo>
                  <a:lnTo>
                    <a:pt x="83020" y="106648"/>
                  </a:lnTo>
                  <a:lnTo>
                    <a:pt x="74498" y="113979"/>
                  </a:lnTo>
                  <a:lnTo>
                    <a:pt x="59353" y="128515"/>
                  </a:lnTo>
                  <a:lnTo>
                    <a:pt x="58705" y="129161"/>
                  </a:lnTo>
                  <a:lnTo>
                    <a:pt x="45146" y="144343"/>
                  </a:lnTo>
                  <a:lnTo>
                    <a:pt x="35685" y="156578"/>
                  </a:lnTo>
                  <a:lnTo>
                    <a:pt x="33463" y="159525"/>
                  </a:lnTo>
                  <a:lnTo>
                    <a:pt x="23667" y="174708"/>
                  </a:lnTo>
                  <a:lnTo>
                    <a:pt x="15570" y="189890"/>
                  </a:lnTo>
                  <a:lnTo>
                    <a:pt x="12007" y="198283"/>
                  </a:lnTo>
                  <a:lnTo>
                    <a:pt x="9170" y="205072"/>
                  </a:lnTo>
                  <a:lnTo>
                    <a:pt x="4445" y="220253"/>
                  </a:lnTo>
                  <a:lnTo>
                    <a:pt x="1385" y="235435"/>
                  </a:lnTo>
                  <a:lnTo>
                    <a:pt x="0" y="250617"/>
                  </a:lnTo>
                  <a:lnTo>
                    <a:pt x="357" y="265800"/>
                  </a:lnTo>
                  <a:lnTo>
                    <a:pt x="2547" y="280982"/>
                  </a:lnTo>
                  <a:lnTo>
                    <a:pt x="6668" y="296164"/>
                  </a:lnTo>
                  <a:lnTo>
                    <a:pt x="12007" y="309274"/>
                  </a:lnTo>
                  <a:lnTo>
                    <a:pt x="12900" y="311346"/>
                  </a:lnTo>
                  <a:lnTo>
                    <a:pt x="21646" y="326528"/>
                  </a:lnTo>
                  <a:lnTo>
                    <a:pt x="33005" y="341711"/>
                  </a:lnTo>
                  <a:lnTo>
                    <a:pt x="35685" y="344657"/>
                  </a:lnTo>
                  <a:lnTo>
                    <a:pt x="47849" y="356892"/>
                  </a:lnTo>
                  <a:lnTo>
                    <a:pt x="59353" y="366511"/>
                  </a:lnTo>
                  <a:lnTo>
                    <a:pt x="66836" y="372074"/>
                  </a:lnTo>
                  <a:lnTo>
                    <a:pt x="83020" y="382457"/>
                  </a:lnTo>
                  <a:lnTo>
                    <a:pt x="91687" y="387256"/>
                  </a:lnTo>
                  <a:lnTo>
                    <a:pt x="106688" y="394630"/>
                  </a:lnTo>
                  <a:lnTo>
                    <a:pt x="125764" y="4024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5CB654CD-9BC9-C15F-864B-A45C1D60EC67}"/>
                </a:ext>
              </a:extLst>
            </p:cNvPr>
            <p:cNvSpPr/>
            <p:nvPr/>
          </p:nvSpPr>
          <p:spPr>
            <a:xfrm>
              <a:off x="7436229" y="3435468"/>
              <a:ext cx="551386" cy="353679"/>
            </a:xfrm>
            <a:custGeom>
              <a:avLst/>
              <a:gdLst>
                <a:gd name="csX0" fmla="*/ 109402 w 551386"/>
                <a:gd name="csY0" fmla="*/ 336251 h 353679"/>
                <a:gd name="csX1" fmla="*/ 121844 w 551386"/>
                <a:gd name="csY1" fmla="*/ 340330 h 353679"/>
                <a:gd name="csX2" fmla="*/ 145512 w 551386"/>
                <a:gd name="csY2" fmla="*/ 346242 h 353679"/>
                <a:gd name="csX3" fmla="*/ 169190 w 551386"/>
                <a:gd name="csY3" fmla="*/ 350350 h 353679"/>
                <a:gd name="csX4" fmla="*/ 179410 w 551386"/>
                <a:gd name="csY4" fmla="*/ 351433 h 353679"/>
                <a:gd name="csX5" fmla="*/ 192857 w 551386"/>
                <a:gd name="csY5" fmla="*/ 352759 h 353679"/>
                <a:gd name="csX6" fmla="*/ 216525 w 551386"/>
                <a:gd name="csY6" fmla="*/ 353680 h 353679"/>
                <a:gd name="csX7" fmla="*/ 240192 w 551386"/>
                <a:gd name="csY7" fmla="*/ 353245 h 353679"/>
                <a:gd name="csX8" fmla="*/ 263860 w 551386"/>
                <a:gd name="csY8" fmla="*/ 351517 h 353679"/>
                <a:gd name="csX9" fmla="*/ 264519 w 551386"/>
                <a:gd name="csY9" fmla="*/ 351433 h 353679"/>
                <a:gd name="csX10" fmla="*/ 287527 w 551386"/>
                <a:gd name="csY10" fmla="*/ 348437 h 353679"/>
                <a:gd name="csX11" fmla="*/ 311194 w 551386"/>
                <a:gd name="csY11" fmla="*/ 344093 h 353679"/>
                <a:gd name="csX12" fmla="*/ 334862 w 551386"/>
                <a:gd name="csY12" fmla="*/ 338497 h 353679"/>
                <a:gd name="csX13" fmla="*/ 342647 w 551386"/>
                <a:gd name="csY13" fmla="*/ 336251 h 353679"/>
                <a:gd name="csX14" fmla="*/ 358540 w 551386"/>
                <a:gd name="csY14" fmla="*/ 331456 h 353679"/>
                <a:gd name="csX15" fmla="*/ 382208 w 551386"/>
                <a:gd name="csY15" fmla="*/ 323010 h 353679"/>
                <a:gd name="csX16" fmla="*/ 386944 w 551386"/>
                <a:gd name="csY16" fmla="*/ 321069 h 353679"/>
                <a:gd name="csX17" fmla="*/ 405875 w 551386"/>
                <a:gd name="csY17" fmla="*/ 312834 h 353679"/>
                <a:gd name="csX18" fmla="*/ 420004 w 551386"/>
                <a:gd name="csY18" fmla="*/ 305888 h 353679"/>
                <a:gd name="csX19" fmla="*/ 429543 w 551386"/>
                <a:gd name="csY19" fmla="*/ 300839 h 353679"/>
                <a:gd name="csX20" fmla="*/ 446799 w 551386"/>
                <a:gd name="csY20" fmla="*/ 290706 h 353679"/>
                <a:gd name="csX21" fmla="*/ 453210 w 551386"/>
                <a:gd name="csY21" fmla="*/ 286591 h 353679"/>
                <a:gd name="csX22" fmla="*/ 469014 w 551386"/>
                <a:gd name="csY22" fmla="*/ 275523 h 353679"/>
                <a:gd name="csX23" fmla="*/ 476877 w 551386"/>
                <a:gd name="csY23" fmla="*/ 269404 h 353679"/>
                <a:gd name="csX24" fmla="*/ 487711 w 551386"/>
                <a:gd name="csY24" fmla="*/ 260341 h 353679"/>
                <a:gd name="csX25" fmla="*/ 500545 w 551386"/>
                <a:gd name="csY25" fmla="*/ 248197 h 353679"/>
                <a:gd name="csX26" fmla="*/ 503572 w 551386"/>
                <a:gd name="csY26" fmla="*/ 245159 h 353679"/>
                <a:gd name="csX27" fmla="*/ 516740 w 551386"/>
                <a:gd name="csY27" fmla="*/ 229977 h 353679"/>
                <a:gd name="csX28" fmla="*/ 524223 w 551386"/>
                <a:gd name="csY28" fmla="*/ 219786 h 353679"/>
                <a:gd name="csX29" fmla="*/ 527719 w 551386"/>
                <a:gd name="csY29" fmla="*/ 214795 h 353679"/>
                <a:gd name="csX30" fmla="*/ 536442 w 551386"/>
                <a:gd name="csY30" fmla="*/ 199613 h 353679"/>
                <a:gd name="csX31" fmla="*/ 543211 w 551386"/>
                <a:gd name="csY31" fmla="*/ 184430 h 353679"/>
                <a:gd name="csX32" fmla="*/ 547891 w 551386"/>
                <a:gd name="csY32" fmla="*/ 169670 h 353679"/>
                <a:gd name="csX33" fmla="*/ 548014 w 551386"/>
                <a:gd name="csY33" fmla="*/ 169249 h 353679"/>
                <a:gd name="csX34" fmla="*/ 550717 w 551386"/>
                <a:gd name="csY34" fmla="*/ 154067 h 353679"/>
                <a:gd name="csX35" fmla="*/ 551387 w 551386"/>
                <a:gd name="csY35" fmla="*/ 138885 h 353679"/>
                <a:gd name="csX36" fmla="*/ 549957 w 551386"/>
                <a:gd name="csY36" fmla="*/ 123703 h 353679"/>
                <a:gd name="csX37" fmla="*/ 547891 w 551386"/>
                <a:gd name="csY37" fmla="*/ 115082 h 353679"/>
                <a:gd name="csX38" fmla="*/ 546193 w 551386"/>
                <a:gd name="csY38" fmla="*/ 108520 h 353679"/>
                <a:gd name="csX39" fmla="*/ 539793 w 551386"/>
                <a:gd name="csY39" fmla="*/ 93338 h 353679"/>
                <a:gd name="csX40" fmla="*/ 530579 w 551386"/>
                <a:gd name="csY40" fmla="*/ 78156 h 353679"/>
                <a:gd name="csX41" fmla="*/ 524223 w 551386"/>
                <a:gd name="csY41" fmla="*/ 70171 h 353679"/>
                <a:gd name="csX42" fmla="*/ 517801 w 551386"/>
                <a:gd name="csY42" fmla="*/ 62974 h 353679"/>
                <a:gd name="csX43" fmla="*/ 500735 w 551386"/>
                <a:gd name="csY43" fmla="*/ 47792 h 353679"/>
                <a:gd name="csX44" fmla="*/ 500545 w 551386"/>
                <a:gd name="csY44" fmla="*/ 47654 h 353679"/>
                <a:gd name="csX45" fmla="*/ 477101 w 551386"/>
                <a:gd name="csY45" fmla="*/ 32611 h 353679"/>
                <a:gd name="csX46" fmla="*/ 476877 w 551386"/>
                <a:gd name="csY46" fmla="*/ 32491 h 353679"/>
                <a:gd name="csX47" fmla="*/ 453210 w 551386"/>
                <a:gd name="csY47" fmla="*/ 21542 h 353679"/>
                <a:gd name="csX48" fmla="*/ 441996 w 551386"/>
                <a:gd name="csY48" fmla="*/ 17428 h 353679"/>
                <a:gd name="csX49" fmla="*/ 429543 w 551386"/>
                <a:gd name="csY49" fmla="*/ 13349 h 353679"/>
                <a:gd name="csX50" fmla="*/ 405875 w 551386"/>
                <a:gd name="csY50" fmla="*/ 7438 h 353679"/>
                <a:gd name="csX51" fmla="*/ 382208 w 551386"/>
                <a:gd name="csY51" fmla="*/ 3330 h 353679"/>
                <a:gd name="csX52" fmla="*/ 371977 w 551386"/>
                <a:gd name="csY52" fmla="*/ 2246 h 353679"/>
                <a:gd name="csX53" fmla="*/ 358540 w 551386"/>
                <a:gd name="csY53" fmla="*/ 920 h 353679"/>
                <a:gd name="csX54" fmla="*/ 334862 w 551386"/>
                <a:gd name="csY54" fmla="*/ 0 h 353679"/>
                <a:gd name="csX55" fmla="*/ 311194 w 551386"/>
                <a:gd name="csY55" fmla="*/ 434 h 353679"/>
                <a:gd name="csX56" fmla="*/ 287527 w 551386"/>
                <a:gd name="csY56" fmla="*/ 2162 h 353679"/>
                <a:gd name="csX57" fmla="*/ 286868 w 551386"/>
                <a:gd name="csY57" fmla="*/ 2246 h 353679"/>
                <a:gd name="csX58" fmla="*/ 263860 w 551386"/>
                <a:gd name="csY58" fmla="*/ 5243 h 353679"/>
                <a:gd name="csX59" fmla="*/ 240192 w 551386"/>
                <a:gd name="csY59" fmla="*/ 9585 h 353679"/>
                <a:gd name="csX60" fmla="*/ 216525 w 551386"/>
                <a:gd name="csY60" fmla="*/ 15182 h 353679"/>
                <a:gd name="csX61" fmla="*/ 208740 w 551386"/>
                <a:gd name="csY61" fmla="*/ 17428 h 353679"/>
                <a:gd name="csX62" fmla="*/ 192857 w 551386"/>
                <a:gd name="csY62" fmla="*/ 22223 h 353679"/>
                <a:gd name="csX63" fmla="*/ 169190 w 551386"/>
                <a:gd name="csY63" fmla="*/ 30669 h 353679"/>
                <a:gd name="csX64" fmla="*/ 164443 w 551386"/>
                <a:gd name="csY64" fmla="*/ 32611 h 353679"/>
                <a:gd name="csX65" fmla="*/ 145512 w 551386"/>
                <a:gd name="csY65" fmla="*/ 40844 h 353679"/>
                <a:gd name="csX66" fmla="*/ 131383 w 551386"/>
                <a:gd name="csY66" fmla="*/ 47792 h 353679"/>
                <a:gd name="csX67" fmla="*/ 121844 w 551386"/>
                <a:gd name="csY67" fmla="*/ 52840 h 353679"/>
                <a:gd name="csX68" fmla="*/ 104588 w 551386"/>
                <a:gd name="csY68" fmla="*/ 62974 h 353679"/>
                <a:gd name="csX69" fmla="*/ 98177 w 551386"/>
                <a:gd name="csY69" fmla="*/ 67088 h 353679"/>
                <a:gd name="csX70" fmla="*/ 82384 w 551386"/>
                <a:gd name="csY70" fmla="*/ 78156 h 353679"/>
                <a:gd name="csX71" fmla="*/ 74509 w 551386"/>
                <a:gd name="csY71" fmla="*/ 84276 h 353679"/>
                <a:gd name="csX72" fmla="*/ 63675 w 551386"/>
                <a:gd name="csY72" fmla="*/ 93338 h 353679"/>
                <a:gd name="csX73" fmla="*/ 50842 w 551386"/>
                <a:gd name="csY73" fmla="*/ 105481 h 353679"/>
                <a:gd name="csX74" fmla="*/ 47815 w 551386"/>
                <a:gd name="csY74" fmla="*/ 108520 h 353679"/>
                <a:gd name="csX75" fmla="*/ 34647 w 551386"/>
                <a:gd name="csY75" fmla="*/ 123703 h 353679"/>
                <a:gd name="csX76" fmla="*/ 27175 w 551386"/>
                <a:gd name="csY76" fmla="*/ 133893 h 353679"/>
                <a:gd name="csX77" fmla="*/ 23667 w 551386"/>
                <a:gd name="csY77" fmla="*/ 138885 h 353679"/>
                <a:gd name="csX78" fmla="*/ 14944 w 551386"/>
                <a:gd name="csY78" fmla="*/ 154067 h 353679"/>
                <a:gd name="csX79" fmla="*/ 8176 w 551386"/>
                <a:gd name="csY79" fmla="*/ 169249 h 353679"/>
                <a:gd name="csX80" fmla="*/ 3507 w 551386"/>
                <a:gd name="csY80" fmla="*/ 184009 h 353679"/>
                <a:gd name="csX81" fmla="*/ 3373 w 551386"/>
                <a:gd name="csY81" fmla="*/ 184430 h 353679"/>
                <a:gd name="csX82" fmla="*/ 681 w 551386"/>
                <a:gd name="csY82" fmla="*/ 199613 h 353679"/>
                <a:gd name="csX83" fmla="*/ 0 w 551386"/>
                <a:gd name="csY83" fmla="*/ 214795 h 353679"/>
                <a:gd name="csX84" fmla="*/ 1441 w 551386"/>
                <a:gd name="csY84" fmla="*/ 229977 h 353679"/>
                <a:gd name="csX85" fmla="*/ 3507 w 551386"/>
                <a:gd name="csY85" fmla="*/ 238597 h 353679"/>
                <a:gd name="csX86" fmla="*/ 5194 w 551386"/>
                <a:gd name="csY86" fmla="*/ 245159 h 353679"/>
                <a:gd name="csX87" fmla="*/ 11594 w 551386"/>
                <a:gd name="csY87" fmla="*/ 260341 h 353679"/>
                <a:gd name="csX88" fmla="*/ 20819 w 551386"/>
                <a:gd name="csY88" fmla="*/ 275523 h 353679"/>
                <a:gd name="csX89" fmla="*/ 27175 w 551386"/>
                <a:gd name="csY89" fmla="*/ 283508 h 353679"/>
                <a:gd name="csX90" fmla="*/ 33586 w 551386"/>
                <a:gd name="csY90" fmla="*/ 290706 h 353679"/>
                <a:gd name="csX91" fmla="*/ 50652 w 551386"/>
                <a:gd name="csY91" fmla="*/ 305888 h 353679"/>
                <a:gd name="csX92" fmla="*/ 50842 w 551386"/>
                <a:gd name="csY92" fmla="*/ 306025 h 353679"/>
                <a:gd name="csX93" fmla="*/ 74297 w 551386"/>
                <a:gd name="csY93" fmla="*/ 321069 h 353679"/>
                <a:gd name="csX94" fmla="*/ 74509 w 551386"/>
                <a:gd name="csY94" fmla="*/ 321188 h 353679"/>
                <a:gd name="csX95" fmla="*/ 98177 w 551386"/>
                <a:gd name="csY95" fmla="*/ 332138 h 353679"/>
                <a:gd name="csX96" fmla="*/ 109402 w 551386"/>
                <a:gd name="csY96" fmla="*/ 336251 h 3536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51386" h="353679">
                  <a:moveTo>
                    <a:pt x="109402" y="336251"/>
                  </a:moveTo>
                  <a:lnTo>
                    <a:pt x="121844" y="340330"/>
                  </a:lnTo>
                  <a:lnTo>
                    <a:pt x="145512" y="346242"/>
                  </a:lnTo>
                  <a:lnTo>
                    <a:pt x="169190" y="350350"/>
                  </a:lnTo>
                  <a:lnTo>
                    <a:pt x="179410" y="351433"/>
                  </a:lnTo>
                  <a:lnTo>
                    <a:pt x="192857" y="352759"/>
                  </a:lnTo>
                  <a:lnTo>
                    <a:pt x="216525" y="353680"/>
                  </a:lnTo>
                  <a:lnTo>
                    <a:pt x="240192" y="353245"/>
                  </a:lnTo>
                  <a:lnTo>
                    <a:pt x="263860" y="351517"/>
                  </a:lnTo>
                  <a:lnTo>
                    <a:pt x="264519" y="351433"/>
                  </a:lnTo>
                  <a:lnTo>
                    <a:pt x="287527" y="348437"/>
                  </a:lnTo>
                  <a:lnTo>
                    <a:pt x="311194" y="344093"/>
                  </a:lnTo>
                  <a:lnTo>
                    <a:pt x="334862" y="338497"/>
                  </a:lnTo>
                  <a:lnTo>
                    <a:pt x="342647" y="336251"/>
                  </a:lnTo>
                  <a:lnTo>
                    <a:pt x="358540" y="331456"/>
                  </a:lnTo>
                  <a:lnTo>
                    <a:pt x="382208" y="323010"/>
                  </a:lnTo>
                  <a:lnTo>
                    <a:pt x="386944" y="321069"/>
                  </a:lnTo>
                  <a:lnTo>
                    <a:pt x="405875" y="312834"/>
                  </a:lnTo>
                  <a:lnTo>
                    <a:pt x="420004" y="305888"/>
                  </a:lnTo>
                  <a:lnTo>
                    <a:pt x="429543" y="300839"/>
                  </a:lnTo>
                  <a:lnTo>
                    <a:pt x="446799" y="290706"/>
                  </a:lnTo>
                  <a:lnTo>
                    <a:pt x="453210" y="286591"/>
                  </a:lnTo>
                  <a:lnTo>
                    <a:pt x="469014" y="275523"/>
                  </a:lnTo>
                  <a:lnTo>
                    <a:pt x="476877" y="269404"/>
                  </a:lnTo>
                  <a:lnTo>
                    <a:pt x="487711" y="260341"/>
                  </a:lnTo>
                  <a:lnTo>
                    <a:pt x="500545" y="248197"/>
                  </a:lnTo>
                  <a:lnTo>
                    <a:pt x="503572" y="245159"/>
                  </a:lnTo>
                  <a:lnTo>
                    <a:pt x="516740" y="229977"/>
                  </a:lnTo>
                  <a:lnTo>
                    <a:pt x="524223" y="219786"/>
                  </a:lnTo>
                  <a:lnTo>
                    <a:pt x="527719" y="214795"/>
                  </a:lnTo>
                  <a:lnTo>
                    <a:pt x="536442" y="199613"/>
                  </a:lnTo>
                  <a:lnTo>
                    <a:pt x="543211" y="184430"/>
                  </a:lnTo>
                  <a:lnTo>
                    <a:pt x="547891" y="169670"/>
                  </a:lnTo>
                  <a:lnTo>
                    <a:pt x="548014" y="169249"/>
                  </a:lnTo>
                  <a:lnTo>
                    <a:pt x="550717" y="154067"/>
                  </a:lnTo>
                  <a:lnTo>
                    <a:pt x="551387" y="138885"/>
                  </a:lnTo>
                  <a:lnTo>
                    <a:pt x="549957" y="123703"/>
                  </a:lnTo>
                  <a:lnTo>
                    <a:pt x="547891" y="115082"/>
                  </a:lnTo>
                  <a:lnTo>
                    <a:pt x="546193" y="108520"/>
                  </a:lnTo>
                  <a:lnTo>
                    <a:pt x="539793" y="93338"/>
                  </a:lnTo>
                  <a:lnTo>
                    <a:pt x="530579" y="78156"/>
                  </a:lnTo>
                  <a:lnTo>
                    <a:pt x="524223" y="70171"/>
                  </a:lnTo>
                  <a:lnTo>
                    <a:pt x="517801" y="62974"/>
                  </a:lnTo>
                  <a:lnTo>
                    <a:pt x="500735" y="47792"/>
                  </a:lnTo>
                  <a:lnTo>
                    <a:pt x="500545" y="47654"/>
                  </a:lnTo>
                  <a:lnTo>
                    <a:pt x="477101" y="32611"/>
                  </a:lnTo>
                  <a:lnTo>
                    <a:pt x="476877" y="32491"/>
                  </a:lnTo>
                  <a:lnTo>
                    <a:pt x="453210" y="21542"/>
                  </a:lnTo>
                  <a:lnTo>
                    <a:pt x="441996" y="17428"/>
                  </a:lnTo>
                  <a:lnTo>
                    <a:pt x="429543" y="13349"/>
                  </a:lnTo>
                  <a:lnTo>
                    <a:pt x="405875" y="7438"/>
                  </a:lnTo>
                  <a:lnTo>
                    <a:pt x="382208" y="3330"/>
                  </a:lnTo>
                  <a:lnTo>
                    <a:pt x="371977" y="2246"/>
                  </a:lnTo>
                  <a:lnTo>
                    <a:pt x="358540" y="920"/>
                  </a:lnTo>
                  <a:lnTo>
                    <a:pt x="334862" y="0"/>
                  </a:lnTo>
                  <a:lnTo>
                    <a:pt x="311194" y="434"/>
                  </a:lnTo>
                  <a:lnTo>
                    <a:pt x="287527" y="2162"/>
                  </a:lnTo>
                  <a:lnTo>
                    <a:pt x="286868" y="2246"/>
                  </a:lnTo>
                  <a:lnTo>
                    <a:pt x="263860" y="5243"/>
                  </a:lnTo>
                  <a:lnTo>
                    <a:pt x="240192" y="9585"/>
                  </a:lnTo>
                  <a:lnTo>
                    <a:pt x="216525" y="15182"/>
                  </a:lnTo>
                  <a:lnTo>
                    <a:pt x="208740" y="17428"/>
                  </a:lnTo>
                  <a:lnTo>
                    <a:pt x="192857" y="22223"/>
                  </a:lnTo>
                  <a:lnTo>
                    <a:pt x="169190" y="30669"/>
                  </a:lnTo>
                  <a:lnTo>
                    <a:pt x="164443" y="32611"/>
                  </a:lnTo>
                  <a:lnTo>
                    <a:pt x="145512" y="40844"/>
                  </a:lnTo>
                  <a:lnTo>
                    <a:pt x="131383" y="47792"/>
                  </a:lnTo>
                  <a:lnTo>
                    <a:pt x="121844" y="52840"/>
                  </a:lnTo>
                  <a:lnTo>
                    <a:pt x="104588" y="62974"/>
                  </a:lnTo>
                  <a:lnTo>
                    <a:pt x="98177" y="67088"/>
                  </a:lnTo>
                  <a:lnTo>
                    <a:pt x="82384" y="78156"/>
                  </a:lnTo>
                  <a:lnTo>
                    <a:pt x="74509" y="84276"/>
                  </a:lnTo>
                  <a:lnTo>
                    <a:pt x="63675" y="93338"/>
                  </a:lnTo>
                  <a:lnTo>
                    <a:pt x="50842" y="105481"/>
                  </a:lnTo>
                  <a:lnTo>
                    <a:pt x="47815" y="108520"/>
                  </a:lnTo>
                  <a:lnTo>
                    <a:pt x="34647" y="123703"/>
                  </a:lnTo>
                  <a:lnTo>
                    <a:pt x="27175" y="133893"/>
                  </a:lnTo>
                  <a:lnTo>
                    <a:pt x="23667" y="138885"/>
                  </a:lnTo>
                  <a:lnTo>
                    <a:pt x="14944" y="154067"/>
                  </a:lnTo>
                  <a:lnTo>
                    <a:pt x="8176" y="169249"/>
                  </a:lnTo>
                  <a:lnTo>
                    <a:pt x="3507" y="184009"/>
                  </a:lnTo>
                  <a:lnTo>
                    <a:pt x="3373" y="184430"/>
                  </a:lnTo>
                  <a:lnTo>
                    <a:pt x="681" y="199613"/>
                  </a:lnTo>
                  <a:lnTo>
                    <a:pt x="0" y="214795"/>
                  </a:lnTo>
                  <a:lnTo>
                    <a:pt x="1441" y="229977"/>
                  </a:lnTo>
                  <a:lnTo>
                    <a:pt x="3507" y="238597"/>
                  </a:lnTo>
                  <a:lnTo>
                    <a:pt x="5194" y="245159"/>
                  </a:lnTo>
                  <a:lnTo>
                    <a:pt x="11594" y="260341"/>
                  </a:lnTo>
                  <a:lnTo>
                    <a:pt x="20819" y="275523"/>
                  </a:lnTo>
                  <a:lnTo>
                    <a:pt x="27175" y="283508"/>
                  </a:lnTo>
                  <a:lnTo>
                    <a:pt x="33586" y="290706"/>
                  </a:lnTo>
                  <a:lnTo>
                    <a:pt x="50652" y="305888"/>
                  </a:lnTo>
                  <a:lnTo>
                    <a:pt x="50842" y="306025"/>
                  </a:lnTo>
                  <a:lnTo>
                    <a:pt x="74297" y="321069"/>
                  </a:lnTo>
                  <a:lnTo>
                    <a:pt x="74509" y="321188"/>
                  </a:lnTo>
                  <a:lnTo>
                    <a:pt x="98177" y="332138"/>
                  </a:lnTo>
                  <a:lnTo>
                    <a:pt x="109402" y="33625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84AA1E98-E6D7-DB2D-C5F7-C73969718754}"/>
                </a:ext>
              </a:extLst>
            </p:cNvPr>
            <p:cNvSpPr/>
            <p:nvPr/>
          </p:nvSpPr>
          <p:spPr>
            <a:xfrm>
              <a:off x="7497536" y="3474790"/>
              <a:ext cx="428771" cy="275034"/>
            </a:xfrm>
            <a:custGeom>
              <a:avLst/>
              <a:gdLst>
                <a:gd name="csX0" fmla="*/ 101315 w 428771"/>
                <a:gd name="csY0" fmla="*/ 266566 h 275034"/>
                <a:gd name="csX1" fmla="*/ 107883 w 428771"/>
                <a:gd name="csY1" fmla="*/ 268300 h 275034"/>
                <a:gd name="csX2" fmla="*/ 131550 w 428771"/>
                <a:gd name="csY2" fmla="*/ 272507 h 275034"/>
                <a:gd name="csX3" fmla="*/ 155218 w 428771"/>
                <a:gd name="csY3" fmla="*/ 274696 h 275034"/>
                <a:gd name="csX4" fmla="*/ 178885 w 428771"/>
                <a:gd name="csY4" fmla="*/ 275034 h 275034"/>
                <a:gd name="csX5" fmla="*/ 202552 w 428771"/>
                <a:gd name="csY5" fmla="*/ 273654 h 275034"/>
                <a:gd name="csX6" fmla="*/ 226220 w 428771"/>
                <a:gd name="csY6" fmla="*/ 270649 h 275034"/>
                <a:gd name="csX7" fmla="*/ 247363 w 428771"/>
                <a:gd name="csY7" fmla="*/ 266566 h 275034"/>
                <a:gd name="csX8" fmla="*/ 249887 w 428771"/>
                <a:gd name="csY8" fmla="*/ 266045 h 275034"/>
                <a:gd name="csX9" fmla="*/ 273554 w 428771"/>
                <a:gd name="csY9" fmla="*/ 259514 h 275034"/>
                <a:gd name="csX10" fmla="*/ 297233 w 428771"/>
                <a:gd name="csY10" fmla="*/ 251402 h 275034"/>
                <a:gd name="csX11" fmla="*/ 297278 w 428771"/>
                <a:gd name="csY11" fmla="*/ 251384 h 275034"/>
                <a:gd name="csX12" fmla="*/ 320900 w 428771"/>
                <a:gd name="csY12" fmla="*/ 240892 h 275034"/>
                <a:gd name="csX13" fmla="*/ 330037 w 428771"/>
                <a:gd name="csY13" fmla="*/ 236201 h 275034"/>
                <a:gd name="csX14" fmla="*/ 344568 w 428771"/>
                <a:gd name="csY14" fmla="*/ 227945 h 275034"/>
                <a:gd name="csX15" fmla="*/ 355368 w 428771"/>
                <a:gd name="csY15" fmla="*/ 221019 h 275034"/>
                <a:gd name="csX16" fmla="*/ 368235 w 428771"/>
                <a:gd name="csY16" fmla="*/ 211698 h 275034"/>
                <a:gd name="csX17" fmla="*/ 375551 w 428771"/>
                <a:gd name="csY17" fmla="*/ 205837 h 275034"/>
                <a:gd name="csX18" fmla="*/ 391903 w 428771"/>
                <a:gd name="csY18" fmla="*/ 190684 h 275034"/>
                <a:gd name="csX19" fmla="*/ 391936 w 428771"/>
                <a:gd name="csY19" fmla="*/ 190655 h 275034"/>
                <a:gd name="csX20" fmla="*/ 404580 w 428771"/>
                <a:gd name="csY20" fmla="*/ 175473 h 275034"/>
                <a:gd name="csX21" fmla="*/ 414766 w 428771"/>
                <a:gd name="csY21" fmla="*/ 160290 h 275034"/>
                <a:gd name="csX22" fmla="*/ 415570 w 428771"/>
                <a:gd name="csY22" fmla="*/ 158672 h 275034"/>
                <a:gd name="csX23" fmla="*/ 421936 w 428771"/>
                <a:gd name="csY23" fmla="*/ 145108 h 275034"/>
                <a:gd name="csX24" fmla="*/ 426628 w 428771"/>
                <a:gd name="csY24" fmla="*/ 129927 h 275034"/>
                <a:gd name="csX25" fmla="*/ 428772 w 428771"/>
                <a:gd name="csY25" fmla="*/ 114745 h 275034"/>
                <a:gd name="csX26" fmla="*/ 428247 w 428771"/>
                <a:gd name="csY26" fmla="*/ 99563 h 275034"/>
                <a:gd name="csX27" fmla="*/ 424840 w 428771"/>
                <a:gd name="csY27" fmla="*/ 84381 h 275034"/>
                <a:gd name="csX28" fmla="*/ 418273 w 428771"/>
                <a:gd name="csY28" fmla="*/ 69198 h 275034"/>
                <a:gd name="csX29" fmla="*/ 415570 w 428771"/>
                <a:gd name="csY29" fmla="*/ 64986 h 275034"/>
                <a:gd name="csX30" fmla="*/ 407461 w 428771"/>
                <a:gd name="csY30" fmla="*/ 54016 h 275034"/>
                <a:gd name="csX31" fmla="*/ 391936 w 428771"/>
                <a:gd name="csY31" fmla="*/ 38834 h 275034"/>
                <a:gd name="csX32" fmla="*/ 391903 w 428771"/>
                <a:gd name="csY32" fmla="*/ 38805 h 275034"/>
                <a:gd name="csX33" fmla="*/ 368280 w 428771"/>
                <a:gd name="csY33" fmla="*/ 23652 h 275034"/>
                <a:gd name="csX34" fmla="*/ 368235 w 428771"/>
                <a:gd name="csY34" fmla="*/ 23628 h 275034"/>
                <a:gd name="csX35" fmla="*/ 344568 w 428771"/>
                <a:gd name="csY35" fmla="*/ 13673 h 275034"/>
                <a:gd name="csX36" fmla="*/ 327468 w 428771"/>
                <a:gd name="csY36" fmla="*/ 8470 h 275034"/>
                <a:gd name="csX37" fmla="*/ 320900 w 428771"/>
                <a:gd name="csY37" fmla="*/ 6735 h 275034"/>
                <a:gd name="csX38" fmla="*/ 297233 w 428771"/>
                <a:gd name="csY38" fmla="*/ 2529 h 275034"/>
                <a:gd name="csX39" fmla="*/ 273554 w 428771"/>
                <a:gd name="csY39" fmla="*/ 340 h 275034"/>
                <a:gd name="csX40" fmla="*/ 249887 w 428771"/>
                <a:gd name="csY40" fmla="*/ 0 h 275034"/>
                <a:gd name="csX41" fmla="*/ 226220 w 428771"/>
                <a:gd name="csY41" fmla="*/ 1381 h 275034"/>
                <a:gd name="csX42" fmla="*/ 202552 w 428771"/>
                <a:gd name="csY42" fmla="*/ 4386 h 275034"/>
                <a:gd name="csX43" fmla="*/ 181409 w 428771"/>
                <a:gd name="csY43" fmla="*/ 8470 h 275034"/>
                <a:gd name="csX44" fmla="*/ 178885 w 428771"/>
                <a:gd name="csY44" fmla="*/ 8990 h 275034"/>
                <a:gd name="csX45" fmla="*/ 155218 w 428771"/>
                <a:gd name="csY45" fmla="*/ 15522 h 275034"/>
                <a:gd name="csX46" fmla="*/ 131550 w 428771"/>
                <a:gd name="csY46" fmla="*/ 23634 h 275034"/>
                <a:gd name="csX47" fmla="*/ 131505 w 428771"/>
                <a:gd name="csY47" fmla="*/ 23652 h 275034"/>
                <a:gd name="csX48" fmla="*/ 107883 w 428771"/>
                <a:gd name="csY48" fmla="*/ 34143 h 275034"/>
                <a:gd name="csX49" fmla="*/ 98735 w 428771"/>
                <a:gd name="csY49" fmla="*/ 38834 h 275034"/>
                <a:gd name="csX50" fmla="*/ 84204 w 428771"/>
                <a:gd name="csY50" fmla="*/ 47090 h 275034"/>
                <a:gd name="csX51" fmla="*/ 73415 w 428771"/>
                <a:gd name="csY51" fmla="*/ 54016 h 275034"/>
                <a:gd name="csX52" fmla="*/ 60537 w 428771"/>
                <a:gd name="csY52" fmla="*/ 63338 h 275034"/>
                <a:gd name="csX53" fmla="*/ 53232 w 428771"/>
                <a:gd name="csY53" fmla="*/ 69198 h 275034"/>
                <a:gd name="csX54" fmla="*/ 36869 w 428771"/>
                <a:gd name="csY54" fmla="*/ 84352 h 275034"/>
                <a:gd name="csX55" fmla="*/ 36847 w 428771"/>
                <a:gd name="csY55" fmla="*/ 84381 h 275034"/>
                <a:gd name="csX56" fmla="*/ 24192 w 428771"/>
                <a:gd name="csY56" fmla="*/ 99563 h 275034"/>
                <a:gd name="csX57" fmla="*/ 14017 w 428771"/>
                <a:gd name="csY57" fmla="*/ 114745 h 275034"/>
                <a:gd name="csX58" fmla="*/ 13202 w 428771"/>
                <a:gd name="csY58" fmla="*/ 116363 h 275034"/>
                <a:gd name="csX59" fmla="*/ 6836 w 428771"/>
                <a:gd name="csY59" fmla="*/ 129927 h 275034"/>
                <a:gd name="csX60" fmla="*/ 2156 w 428771"/>
                <a:gd name="csY60" fmla="*/ 145108 h 275034"/>
                <a:gd name="csX61" fmla="*/ 0 w 428771"/>
                <a:gd name="csY61" fmla="*/ 160290 h 275034"/>
                <a:gd name="csX62" fmla="*/ 525 w 428771"/>
                <a:gd name="csY62" fmla="*/ 175473 h 275034"/>
                <a:gd name="csX63" fmla="*/ 3943 w 428771"/>
                <a:gd name="csY63" fmla="*/ 190655 h 275034"/>
                <a:gd name="csX64" fmla="*/ 10499 w 428771"/>
                <a:gd name="csY64" fmla="*/ 205837 h 275034"/>
                <a:gd name="csX65" fmla="*/ 13202 w 428771"/>
                <a:gd name="csY65" fmla="*/ 210049 h 275034"/>
                <a:gd name="csX66" fmla="*/ 21311 w 428771"/>
                <a:gd name="csY66" fmla="*/ 221019 h 275034"/>
                <a:gd name="csX67" fmla="*/ 36836 w 428771"/>
                <a:gd name="csY67" fmla="*/ 236201 h 275034"/>
                <a:gd name="csX68" fmla="*/ 36869 w 428771"/>
                <a:gd name="csY68" fmla="*/ 236230 h 275034"/>
                <a:gd name="csX69" fmla="*/ 60492 w 428771"/>
                <a:gd name="csY69" fmla="*/ 251384 h 275034"/>
                <a:gd name="csX70" fmla="*/ 60537 w 428771"/>
                <a:gd name="csY70" fmla="*/ 251407 h 275034"/>
                <a:gd name="csX71" fmla="*/ 84204 w 428771"/>
                <a:gd name="csY71" fmla="*/ 261362 h 275034"/>
                <a:gd name="csX72" fmla="*/ 101315 w 428771"/>
                <a:gd name="csY72" fmla="*/ 266566 h 2750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28771" h="275034">
                  <a:moveTo>
                    <a:pt x="101315" y="266566"/>
                  </a:moveTo>
                  <a:lnTo>
                    <a:pt x="107883" y="268300"/>
                  </a:lnTo>
                  <a:lnTo>
                    <a:pt x="131550" y="272507"/>
                  </a:lnTo>
                  <a:lnTo>
                    <a:pt x="155218" y="274696"/>
                  </a:lnTo>
                  <a:lnTo>
                    <a:pt x="178885" y="275034"/>
                  </a:lnTo>
                  <a:lnTo>
                    <a:pt x="202552" y="273654"/>
                  </a:lnTo>
                  <a:lnTo>
                    <a:pt x="226220" y="270649"/>
                  </a:lnTo>
                  <a:lnTo>
                    <a:pt x="247363" y="266566"/>
                  </a:lnTo>
                  <a:lnTo>
                    <a:pt x="249887" y="266045"/>
                  </a:lnTo>
                  <a:lnTo>
                    <a:pt x="273554" y="259514"/>
                  </a:lnTo>
                  <a:lnTo>
                    <a:pt x="297233" y="251402"/>
                  </a:lnTo>
                  <a:lnTo>
                    <a:pt x="297278" y="251384"/>
                  </a:lnTo>
                  <a:lnTo>
                    <a:pt x="320900" y="240892"/>
                  </a:lnTo>
                  <a:lnTo>
                    <a:pt x="330037" y="236201"/>
                  </a:lnTo>
                  <a:lnTo>
                    <a:pt x="344568" y="227945"/>
                  </a:lnTo>
                  <a:lnTo>
                    <a:pt x="355368" y="221019"/>
                  </a:lnTo>
                  <a:lnTo>
                    <a:pt x="368235" y="211698"/>
                  </a:lnTo>
                  <a:lnTo>
                    <a:pt x="375551" y="205837"/>
                  </a:lnTo>
                  <a:lnTo>
                    <a:pt x="391903" y="190684"/>
                  </a:lnTo>
                  <a:lnTo>
                    <a:pt x="391936" y="190655"/>
                  </a:lnTo>
                  <a:lnTo>
                    <a:pt x="404580" y="175473"/>
                  </a:lnTo>
                  <a:lnTo>
                    <a:pt x="414766" y="160290"/>
                  </a:lnTo>
                  <a:lnTo>
                    <a:pt x="415570" y="158672"/>
                  </a:lnTo>
                  <a:lnTo>
                    <a:pt x="421936" y="145108"/>
                  </a:lnTo>
                  <a:lnTo>
                    <a:pt x="426628" y="129927"/>
                  </a:lnTo>
                  <a:lnTo>
                    <a:pt x="428772" y="114745"/>
                  </a:lnTo>
                  <a:lnTo>
                    <a:pt x="428247" y="99563"/>
                  </a:lnTo>
                  <a:lnTo>
                    <a:pt x="424840" y="84381"/>
                  </a:lnTo>
                  <a:lnTo>
                    <a:pt x="418273" y="69198"/>
                  </a:lnTo>
                  <a:lnTo>
                    <a:pt x="415570" y="64986"/>
                  </a:lnTo>
                  <a:lnTo>
                    <a:pt x="407461" y="54016"/>
                  </a:lnTo>
                  <a:lnTo>
                    <a:pt x="391936" y="38834"/>
                  </a:lnTo>
                  <a:lnTo>
                    <a:pt x="391903" y="38805"/>
                  </a:lnTo>
                  <a:lnTo>
                    <a:pt x="368280" y="23652"/>
                  </a:lnTo>
                  <a:lnTo>
                    <a:pt x="368235" y="23628"/>
                  </a:lnTo>
                  <a:lnTo>
                    <a:pt x="344568" y="13673"/>
                  </a:lnTo>
                  <a:lnTo>
                    <a:pt x="327468" y="8470"/>
                  </a:lnTo>
                  <a:lnTo>
                    <a:pt x="320900" y="6735"/>
                  </a:lnTo>
                  <a:lnTo>
                    <a:pt x="297233" y="2529"/>
                  </a:lnTo>
                  <a:lnTo>
                    <a:pt x="273554" y="340"/>
                  </a:lnTo>
                  <a:lnTo>
                    <a:pt x="249887" y="0"/>
                  </a:lnTo>
                  <a:lnTo>
                    <a:pt x="226220" y="1381"/>
                  </a:lnTo>
                  <a:lnTo>
                    <a:pt x="202552" y="4386"/>
                  </a:lnTo>
                  <a:lnTo>
                    <a:pt x="181409" y="8470"/>
                  </a:lnTo>
                  <a:lnTo>
                    <a:pt x="178885" y="8990"/>
                  </a:lnTo>
                  <a:lnTo>
                    <a:pt x="155218" y="15522"/>
                  </a:lnTo>
                  <a:lnTo>
                    <a:pt x="131550" y="23634"/>
                  </a:lnTo>
                  <a:lnTo>
                    <a:pt x="131505" y="23652"/>
                  </a:lnTo>
                  <a:lnTo>
                    <a:pt x="107883" y="34143"/>
                  </a:lnTo>
                  <a:lnTo>
                    <a:pt x="98735" y="38834"/>
                  </a:lnTo>
                  <a:lnTo>
                    <a:pt x="84204" y="47090"/>
                  </a:lnTo>
                  <a:lnTo>
                    <a:pt x="73415" y="54016"/>
                  </a:lnTo>
                  <a:lnTo>
                    <a:pt x="60537" y="63338"/>
                  </a:lnTo>
                  <a:lnTo>
                    <a:pt x="53232" y="69198"/>
                  </a:lnTo>
                  <a:lnTo>
                    <a:pt x="36869" y="84352"/>
                  </a:lnTo>
                  <a:lnTo>
                    <a:pt x="36847" y="84381"/>
                  </a:lnTo>
                  <a:lnTo>
                    <a:pt x="24192" y="99563"/>
                  </a:lnTo>
                  <a:lnTo>
                    <a:pt x="14017" y="114745"/>
                  </a:lnTo>
                  <a:lnTo>
                    <a:pt x="13202" y="116363"/>
                  </a:lnTo>
                  <a:lnTo>
                    <a:pt x="6836" y="129927"/>
                  </a:lnTo>
                  <a:lnTo>
                    <a:pt x="2156" y="145108"/>
                  </a:lnTo>
                  <a:lnTo>
                    <a:pt x="0" y="160290"/>
                  </a:lnTo>
                  <a:lnTo>
                    <a:pt x="525" y="175473"/>
                  </a:lnTo>
                  <a:lnTo>
                    <a:pt x="3943" y="190655"/>
                  </a:lnTo>
                  <a:lnTo>
                    <a:pt x="10499" y="205837"/>
                  </a:lnTo>
                  <a:lnTo>
                    <a:pt x="13202" y="210049"/>
                  </a:lnTo>
                  <a:lnTo>
                    <a:pt x="21311" y="221019"/>
                  </a:lnTo>
                  <a:lnTo>
                    <a:pt x="36836" y="236201"/>
                  </a:lnTo>
                  <a:lnTo>
                    <a:pt x="36869" y="236230"/>
                  </a:lnTo>
                  <a:lnTo>
                    <a:pt x="60492" y="251384"/>
                  </a:lnTo>
                  <a:lnTo>
                    <a:pt x="60537" y="251407"/>
                  </a:lnTo>
                  <a:lnTo>
                    <a:pt x="84204" y="261362"/>
                  </a:lnTo>
                  <a:lnTo>
                    <a:pt x="101315" y="266566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CF79ACD0-4944-CC1B-BCDE-ECA25A093D76}"/>
                </a:ext>
              </a:extLst>
            </p:cNvPr>
            <p:cNvSpPr/>
            <p:nvPr/>
          </p:nvSpPr>
          <p:spPr>
            <a:xfrm>
              <a:off x="7573520" y="3523533"/>
              <a:ext cx="276804" cy="177548"/>
            </a:xfrm>
            <a:custGeom>
              <a:avLst/>
              <a:gdLst>
                <a:gd name="csX0" fmla="*/ 79234 w 276804"/>
                <a:gd name="csY0" fmla="*/ 175240 h 177548"/>
                <a:gd name="csX1" fmla="*/ 65965 w 276804"/>
                <a:gd name="csY1" fmla="*/ 172276 h 177548"/>
                <a:gd name="csX2" fmla="*/ 55566 w 276804"/>
                <a:gd name="csY2" fmla="*/ 169344 h 177548"/>
                <a:gd name="csX3" fmla="*/ 31899 w 276804"/>
                <a:gd name="csY3" fmla="*/ 158450 h 177548"/>
                <a:gd name="csX4" fmla="*/ 29777 w 276804"/>
                <a:gd name="csY4" fmla="*/ 157094 h 177548"/>
                <a:gd name="csX5" fmla="*/ 12800 w 276804"/>
                <a:gd name="csY5" fmla="*/ 141912 h 177548"/>
                <a:gd name="csX6" fmla="*/ 8220 w 276804"/>
                <a:gd name="csY6" fmla="*/ 135240 h 177548"/>
                <a:gd name="csX7" fmla="*/ 3608 w 276804"/>
                <a:gd name="csY7" fmla="*/ 126729 h 177548"/>
                <a:gd name="csX8" fmla="*/ 0 w 276804"/>
                <a:gd name="csY8" fmla="*/ 111547 h 177548"/>
                <a:gd name="csX9" fmla="*/ 681 w 276804"/>
                <a:gd name="csY9" fmla="*/ 96365 h 177548"/>
                <a:gd name="csX10" fmla="*/ 5227 w 276804"/>
                <a:gd name="csY10" fmla="*/ 81184 h 177548"/>
                <a:gd name="csX11" fmla="*/ 8220 w 276804"/>
                <a:gd name="csY11" fmla="*/ 75651 h 177548"/>
                <a:gd name="csX12" fmla="*/ 14140 w 276804"/>
                <a:gd name="csY12" fmla="*/ 66002 h 177548"/>
                <a:gd name="csX13" fmla="*/ 27275 w 276804"/>
                <a:gd name="csY13" fmla="*/ 50820 h 177548"/>
                <a:gd name="csX14" fmla="*/ 31899 w 276804"/>
                <a:gd name="csY14" fmla="*/ 46655 h 177548"/>
                <a:gd name="csX15" fmla="*/ 46117 w 276804"/>
                <a:gd name="csY15" fmla="*/ 35637 h 177548"/>
                <a:gd name="csX16" fmla="*/ 55566 w 276804"/>
                <a:gd name="csY16" fmla="*/ 29580 h 177548"/>
                <a:gd name="csX17" fmla="*/ 72733 w 276804"/>
                <a:gd name="csY17" fmla="*/ 20455 h 177548"/>
                <a:gd name="csX18" fmla="*/ 79234 w 276804"/>
                <a:gd name="csY18" fmla="*/ 17491 h 177548"/>
                <a:gd name="csX19" fmla="*/ 102901 w 276804"/>
                <a:gd name="csY19" fmla="*/ 9068 h 177548"/>
                <a:gd name="csX20" fmla="*/ 117946 w 276804"/>
                <a:gd name="csY20" fmla="*/ 5273 h 177548"/>
                <a:gd name="csX21" fmla="*/ 126569 w 276804"/>
                <a:gd name="csY21" fmla="*/ 3351 h 177548"/>
                <a:gd name="csX22" fmla="*/ 150236 w 276804"/>
                <a:gd name="csY22" fmla="*/ 435 h 177548"/>
                <a:gd name="csX23" fmla="*/ 173903 w 276804"/>
                <a:gd name="csY23" fmla="*/ 0 h 177548"/>
                <a:gd name="csX24" fmla="*/ 197571 w 276804"/>
                <a:gd name="csY24" fmla="*/ 2309 h 177548"/>
                <a:gd name="csX25" fmla="*/ 210840 w 276804"/>
                <a:gd name="csY25" fmla="*/ 5273 h 177548"/>
                <a:gd name="csX26" fmla="*/ 221249 w 276804"/>
                <a:gd name="csY26" fmla="*/ 8205 h 177548"/>
                <a:gd name="csX27" fmla="*/ 244917 w 276804"/>
                <a:gd name="csY27" fmla="*/ 19099 h 177548"/>
                <a:gd name="csX28" fmla="*/ 247028 w 276804"/>
                <a:gd name="csY28" fmla="*/ 20455 h 177548"/>
                <a:gd name="csX29" fmla="*/ 264016 w 276804"/>
                <a:gd name="csY29" fmla="*/ 35637 h 177548"/>
                <a:gd name="csX30" fmla="*/ 268584 w 276804"/>
                <a:gd name="csY30" fmla="*/ 42309 h 177548"/>
                <a:gd name="csX31" fmla="*/ 273208 w 276804"/>
                <a:gd name="csY31" fmla="*/ 50820 h 177548"/>
                <a:gd name="csX32" fmla="*/ 276805 w 276804"/>
                <a:gd name="csY32" fmla="*/ 66002 h 177548"/>
                <a:gd name="csX33" fmla="*/ 276123 w 276804"/>
                <a:gd name="csY33" fmla="*/ 81184 h 177548"/>
                <a:gd name="csX34" fmla="*/ 271578 w 276804"/>
                <a:gd name="csY34" fmla="*/ 96365 h 177548"/>
                <a:gd name="csX35" fmla="*/ 268584 w 276804"/>
                <a:gd name="csY35" fmla="*/ 101898 h 177548"/>
                <a:gd name="csX36" fmla="*/ 262665 w 276804"/>
                <a:gd name="csY36" fmla="*/ 111547 h 177548"/>
                <a:gd name="csX37" fmla="*/ 249530 w 276804"/>
                <a:gd name="csY37" fmla="*/ 126729 h 177548"/>
                <a:gd name="csX38" fmla="*/ 244917 w 276804"/>
                <a:gd name="csY38" fmla="*/ 130894 h 177548"/>
                <a:gd name="csX39" fmla="*/ 230687 w 276804"/>
                <a:gd name="csY39" fmla="*/ 141912 h 177548"/>
                <a:gd name="csX40" fmla="*/ 221249 w 276804"/>
                <a:gd name="csY40" fmla="*/ 147969 h 177548"/>
                <a:gd name="csX41" fmla="*/ 204071 w 276804"/>
                <a:gd name="csY41" fmla="*/ 157094 h 177548"/>
                <a:gd name="csX42" fmla="*/ 197571 w 276804"/>
                <a:gd name="csY42" fmla="*/ 160058 h 177548"/>
                <a:gd name="csX43" fmla="*/ 173903 w 276804"/>
                <a:gd name="csY43" fmla="*/ 168481 h 177548"/>
                <a:gd name="csX44" fmla="*/ 158870 w 276804"/>
                <a:gd name="csY44" fmla="*/ 172276 h 177548"/>
                <a:gd name="csX45" fmla="*/ 150236 w 276804"/>
                <a:gd name="csY45" fmla="*/ 174198 h 177548"/>
                <a:gd name="csX46" fmla="*/ 126569 w 276804"/>
                <a:gd name="csY46" fmla="*/ 177115 h 177548"/>
                <a:gd name="csX47" fmla="*/ 102901 w 276804"/>
                <a:gd name="csY47" fmla="*/ 177549 h 177548"/>
                <a:gd name="csX48" fmla="*/ 79234 w 276804"/>
                <a:gd name="csY48" fmla="*/ 175240 h 177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276804" h="177548">
                  <a:moveTo>
                    <a:pt x="79234" y="175240"/>
                  </a:moveTo>
                  <a:lnTo>
                    <a:pt x="65965" y="172276"/>
                  </a:lnTo>
                  <a:lnTo>
                    <a:pt x="55566" y="169344"/>
                  </a:lnTo>
                  <a:lnTo>
                    <a:pt x="31899" y="158450"/>
                  </a:lnTo>
                  <a:lnTo>
                    <a:pt x="29777" y="157094"/>
                  </a:lnTo>
                  <a:lnTo>
                    <a:pt x="12800" y="141912"/>
                  </a:lnTo>
                  <a:lnTo>
                    <a:pt x="8220" y="135240"/>
                  </a:lnTo>
                  <a:lnTo>
                    <a:pt x="3608" y="126729"/>
                  </a:lnTo>
                  <a:lnTo>
                    <a:pt x="0" y="111547"/>
                  </a:lnTo>
                  <a:lnTo>
                    <a:pt x="681" y="96365"/>
                  </a:lnTo>
                  <a:lnTo>
                    <a:pt x="5227" y="81184"/>
                  </a:lnTo>
                  <a:lnTo>
                    <a:pt x="8220" y="75651"/>
                  </a:lnTo>
                  <a:lnTo>
                    <a:pt x="14140" y="66002"/>
                  </a:lnTo>
                  <a:lnTo>
                    <a:pt x="27275" y="50820"/>
                  </a:lnTo>
                  <a:lnTo>
                    <a:pt x="31899" y="46655"/>
                  </a:lnTo>
                  <a:lnTo>
                    <a:pt x="46117" y="35637"/>
                  </a:lnTo>
                  <a:lnTo>
                    <a:pt x="55566" y="29580"/>
                  </a:lnTo>
                  <a:lnTo>
                    <a:pt x="72733" y="20455"/>
                  </a:lnTo>
                  <a:lnTo>
                    <a:pt x="79234" y="17491"/>
                  </a:lnTo>
                  <a:lnTo>
                    <a:pt x="102901" y="9068"/>
                  </a:lnTo>
                  <a:lnTo>
                    <a:pt x="117946" y="5273"/>
                  </a:lnTo>
                  <a:lnTo>
                    <a:pt x="126569" y="3351"/>
                  </a:lnTo>
                  <a:lnTo>
                    <a:pt x="150236" y="435"/>
                  </a:lnTo>
                  <a:lnTo>
                    <a:pt x="173903" y="0"/>
                  </a:lnTo>
                  <a:lnTo>
                    <a:pt x="197571" y="2309"/>
                  </a:lnTo>
                  <a:lnTo>
                    <a:pt x="210840" y="5273"/>
                  </a:lnTo>
                  <a:lnTo>
                    <a:pt x="221249" y="8205"/>
                  </a:lnTo>
                  <a:lnTo>
                    <a:pt x="244917" y="19099"/>
                  </a:lnTo>
                  <a:lnTo>
                    <a:pt x="247028" y="20455"/>
                  </a:lnTo>
                  <a:lnTo>
                    <a:pt x="264016" y="35637"/>
                  </a:lnTo>
                  <a:lnTo>
                    <a:pt x="268584" y="42309"/>
                  </a:lnTo>
                  <a:lnTo>
                    <a:pt x="273208" y="50820"/>
                  </a:lnTo>
                  <a:lnTo>
                    <a:pt x="276805" y="66002"/>
                  </a:lnTo>
                  <a:lnTo>
                    <a:pt x="276123" y="81184"/>
                  </a:lnTo>
                  <a:lnTo>
                    <a:pt x="271578" y="96365"/>
                  </a:lnTo>
                  <a:lnTo>
                    <a:pt x="268584" y="101898"/>
                  </a:lnTo>
                  <a:lnTo>
                    <a:pt x="262665" y="111547"/>
                  </a:lnTo>
                  <a:lnTo>
                    <a:pt x="249530" y="126729"/>
                  </a:lnTo>
                  <a:lnTo>
                    <a:pt x="244917" y="130894"/>
                  </a:lnTo>
                  <a:lnTo>
                    <a:pt x="230687" y="141912"/>
                  </a:lnTo>
                  <a:lnTo>
                    <a:pt x="221249" y="147969"/>
                  </a:lnTo>
                  <a:lnTo>
                    <a:pt x="204071" y="157094"/>
                  </a:lnTo>
                  <a:lnTo>
                    <a:pt x="197571" y="160058"/>
                  </a:lnTo>
                  <a:lnTo>
                    <a:pt x="173903" y="168481"/>
                  </a:lnTo>
                  <a:lnTo>
                    <a:pt x="158870" y="172276"/>
                  </a:lnTo>
                  <a:lnTo>
                    <a:pt x="150236" y="174198"/>
                  </a:lnTo>
                  <a:lnTo>
                    <a:pt x="126569" y="177115"/>
                  </a:lnTo>
                  <a:lnTo>
                    <a:pt x="102901" y="177549"/>
                  </a:lnTo>
                  <a:lnTo>
                    <a:pt x="79234" y="175240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0A7F317-32EF-3E08-3C4A-3DF4F3969274}"/>
              </a:ext>
            </a:extLst>
          </p:cNvPr>
          <p:cNvGrpSpPr/>
          <p:nvPr/>
        </p:nvGrpSpPr>
        <p:grpSpPr>
          <a:xfrm>
            <a:off x="6937547" y="3115594"/>
            <a:ext cx="1548747" cy="993425"/>
            <a:chOff x="6937547" y="3115594"/>
            <a:chExt cx="1548747" cy="993425"/>
          </a:xfrm>
        </p:grpSpPr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5117235-6FC0-12D5-176B-292BE186DDBE}"/>
                </a:ext>
              </a:extLst>
            </p:cNvPr>
            <p:cNvSpPr/>
            <p:nvPr/>
          </p:nvSpPr>
          <p:spPr>
            <a:xfrm>
              <a:off x="6937547" y="3115594"/>
              <a:ext cx="1548747" cy="993425"/>
            </a:xfrm>
            <a:custGeom>
              <a:avLst/>
              <a:gdLst>
                <a:gd name="csX0" fmla="*/ 235664 w 1548747"/>
                <a:gd name="csY0" fmla="*/ 853487 h 993425"/>
                <a:gd name="csX1" fmla="*/ 241827 w 1548747"/>
                <a:gd name="csY1" fmla="*/ 857285 h 993425"/>
                <a:gd name="csX2" fmla="*/ 261277 w 1548747"/>
                <a:gd name="csY2" fmla="*/ 868677 h 993425"/>
                <a:gd name="csX3" fmla="*/ 265496 w 1548747"/>
                <a:gd name="csY3" fmla="*/ 871067 h 993425"/>
                <a:gd name="csX4" fmla="*/ 289165 w 1548747"/>
                <a:gd name="csY4" fmla="*/ 883722 h 993425"/>
                <a:gd name="csX5" fmla="*/ 289428 w 1548747"/>
                <a:gd name="csY5" fmla="*/ 883856 h 993425"/>
                <a:gd name="csX6" fmla="*/ 312834 w 1548747"/>
                <a:gd name="csY6" fmla="*/ 895561 h 993425"/>
                <a:gd name="csX7" fmla="*/ 320380 w 1548747"/>
                <a:gd name="csY7" fmla="*/ 899035 h 993425"/>
                <a:gd name="csX8" fmla="*/ 336503 w 1548747"/>
                <a:gd name="csY8" fmla="*/ 906440 h 993425"/>
                <a:gd name="csX9" fmla="*/ 355060 w 1548747"/>
                <a:gd name="csY9" fmla="*/ 914225 h 993425"/>
                <a:gd name="csX10" fmla="*/ 360172 w 1548747"/>
                <a:gd name="csY10" fmla="*/ 916369 h 993425"/>
                <a:gd name="csX11" fmla="*/ 383841 w 1548747"/>
                <a:gd name="csY11" fmla="*/ 925662 h 993425"/>
                <a:gd name="csX12" fmla="*/ 394332 w 1548747"/>
                <a:gd name="csY12" fmla="*/ 929404 h 993425"/>
                <a:gd name="csX13" fmla="*/ 407509 w 1548747"/>
                <a:gd name="csY13" fmla="*/ 934195 h 993425"/>
                <a:gd name="csX14" fmla="*/ 431179 w 1548747"/>
                <a:gd name="csY14" fmla="*/ 941991 h 993425"/>
                <a:gd name="csX15" fmla="*/ 439854 w 1548747"/>
                <a:gd name="csY15" fmla="*/ 944582 h 993425"/>
                <a:gd name="csX16" fmla="*/ 454843 w 1548747"/>
                <a:gd name="csY16" fmla="*/ 949229 h 993425"/>
                <a:gd name="csX17" fmla="*/ 478521 w 1548747"/>
                <a:gd name="csY17" fmla="*/ 955796 h 993425"/>
                <a:gd name="csX18" fmla="*/ 494616 w 1548747"/>
                <a:gd name="csY18" fmla="*/ 959772 h 993425"/>
                <a:gd name="csX19" fmla="*/ 502189 w 1548747"/>
                <a:gd name="csY19" fmla="*/ 961727 h 993425"/>
                <a:gd name="csX20" fmla="*/ 525856 w 1548747"/>
                <a:gd name="csY20" fmla="*/ 967256 h 993425"/>
                <a:gd name="csX21" fmla="*/ 549524 w 1548747"/>
                <a:gd name="csY21" fmla="*/ 972059 h 993425"/>
                <a:gd name="csX22" fmla="*/ 565808 w 1548747"/>
                <a:gd name="csY22" fmla="*/ 974951 h 993425"/>
                <a:gd name="csX23" fmla="*/ 573191 w 1548747"/>
                <a:gd name="csY23" fmla="*/ 976347 h 993425"/>
                <a:gd name="csX24" fmla="*/ 596858 w 1548747"/>
                <a:gd name="csY24" fmla="*/ 980301 h 993425"/>
                <a:gd name="csX25" fmla="*/ 620526 w 1548747"/>
                <a:gd name="csY25" fmla="*/ 983641 h 993425"/>
                <a:gd name="csX26" fmla="*/ 644193 w 1548747"/>
                <a:gd name="csY26" fmla="*/ 986433 h 993425"/>
                <a:gd name="csX27" fmla="*/ 667872 w 1548747"/>
                <a:gd name="csY27" fmla="*/ 988689 h 993425"/>
                <a:gd name="csX28" fmla="*/ 686960 w 1548747"/>
                <a:gd name="csY28" fmla="*/ 990130 h 993425"/>
                <a:gd name="csX29" fmla="*/ 691539 w 1548747"/>
                <a:gd name="csY29" fmla="*/ 990510 h 993425"/>
                <a:gd name="csX30" fmla="*/ 715207 w 1548747"/>
                <a:gd name="csY30" fmla="*/ 991973 h 993425"/>
                <a:gd name="csX31" fmla="*/ 738874 w 1548747"/>
                <a:gd name="csY31" fmla="*/ 992945 h 993425"/>
                <a:gd name="csX32" fmla="*/ 762541 w 1548747"/>
                <a:gd name="csY32" fmla="*/ 993425 h 993425"/>
                <a:gd name="csX33" fmla="*/ 786209 w 1548747"/>
                <a:gd name="csY33" fmla="*/ 993425 h 993425"/>
                <a:gd name="csX34" fmla="*/ 809876 w 1548747"/>
                <a:gd name="csY34" fmla="*/ 992945 h 993425"/>
                <a:gd name="csX35" fmla="*/ 833544 w 1548747"/>
                <a:gd name="csY35" fmla="*/ 991973 h 993425"/>
                <a:gd name="csX36" fmla="*/ 857222 w 1548747"/>
                <a:gd name="csY36" fmla="*/ 990510 h 993425"/>
                <a:gd name="csX37" fmla="*/ 861801 w 1548747"/>
                <a:gd name="csY37" fmla="*/ 990130 h 993425"/>
                <a:gd name="csX38" fmla="*/ 880889 w 1548747"/>
                <a:gd name="csY38" fmla="*/ 988689 h 993425"/>
                <a:gd name="csX39" fmla="*/ 904557 w 1548747"/>
                <a:gd name="csY39" fmla="*/ 986433 h 993425"/>
                <a:gd name="csX40" fmla="*/ 928224 w 1548747"/>
                <a:gd name="csY40" fmla="*/ 983641 h 993425"/>
                <a:gd name="csX41" fmla="*/ 951892 w 1548747"/>
                <a:gd name="csY41" fmla="*/ 980301 h 993425"/>
                <a:gd name="csX42" fmla="*/ 975559 w 1548747"/>
                <a:gd name="csY42" fmla="*/ 976347 h 993425"/>
                <a:gd name="csX43" fmla="*/ 982942 w 1548747"/>
                <a:gd name="csY43" fmla="*/ 974951 h 993425"/>
                <a:gd name="csX44" fmla="*/ 999226 w 1548747"/>
                <a:gd name="csY44" fmla="*/ 972059 h 993425"/>
                <a:gd name="csX45" fmla="*/ 1022905 w 1548747"/>
                <a:gd name="csY45" fmla="*/ 967256 h 993425"/>
                <a:gd name="csX46" fmla="*/ 1046572 w 1548747"/>
                <a:gd name="csY46" fmla="*/ 961727 h 993425"/>
                <a:gd name="csX47" fmla="*/ 1054134 w 1548747"/>
                <a:gd name="csY47" fmla="*/ 959772 h 993425"/>
                <a:gd name="csX48" fmla="*/ 1070240 w 1548747"/>
                <a:gd name="csY48" fmla="*/ 955796 h 993425"/>
                <a:gd name="csX49" fmla="*/ 1093907 w 1548747"/>
                <a:gd name="csY49" fmla="*/ 949229 h 993425"/>
                <a:gd name="csX50" fmla="*/ 1108896 w 1548747"/>
                <a:gd name="csY50" fmla="*/ 944582 h 993425"/>
                <a:gd name="csX51" fmla="*/ 1117575 w 1548747"/>
                <a:gd name="csY51" fmla="*/ 941991 h 993425"/>
                <a:gd name="csX52" fmla="*/ 1141242 w 1548747"/>
                <a:gd name="csY52" fmla="*/ 934195 h 993425"/>
                <a:gd name="csX53" fmla="*/ 1154422 w 1548747"/>
                <a:gd name="csY53" fmla="*/ 929404 h 993425"/>
                <a:gd name="csX54" fmla="*/ 1164909 w 1548747"/>
                <a:gd name="csY54" fmla="*/ 925662 h 993425"/>
                <a:gd name="csX55" fmla="*/ 1188577 w 1548747"/>
                <a:gd name="csY55" fmla="*/ 916369 h 993425"/>
                <a:gd name="csX56" fmla="*/ 1193692 w 1548747"/>
                <a:gd name="csY56" fmla="*/ 914225 h 993425"/>
                <a:gd name="csX57" fmla="*/ 1212255 w 1548747"/>
                <a:gd name="csY57" fmla="*/ 906440 h 993425"/>
                <a:gd name="csX58" fmla="*/ 1228372 w 1548747"/>
                <a:gd name="csY58" fmla="*/ 899035 h 993425"/>
                <a:gd name="csX59" fmla="*/ 1235923 w 1548747"/>
                <a:gd name="csY59" fmla="*/ 895561 h 993425"/>
                <a:gd name="csX60" fmla="*/ 1259322 w 1548747"/>
                <a:gd name="csY60" fmla="*/ 883856 h 993425"/>
                <a:gd name="csX61" fmla="*/ 1259590 w 1548747"/>
                <a:gd name="csY61" fmla="*/ 883722 h 993425"/>
                <a:gd name="csX62" fmla="*/ 1283258 w 1548747"/>
                <a:gd name="csY62" fmla="*/ 871067 h 993425"/>
                <a:gd name="csX63" fmla="*/ 1287480 w 1548747"/>
                <a:gd name="csY63" fmla="*/ 868677 h 993425"/>
                <a:gd name="csX64" fmla="*/ 1306925 w 1548747"/>
                <a:gd name="csY64" fmla="*/ 857285 h 993425"/>
                <a:gd name="csX65" fmla="*/ 1313090 w 1548747"/>
                <a:gd name="csY65" fmla="*/ 853487 h 993425"/>
                <a:gd name="csX66" fmla="*/ 1330592 w 1548747"/>
                <a:gd name="csY66" fmla="*/ 842262 h 993425"/>
                <a:gd name="csX67" fmla="*/ 1336512 w 1548747"/>
                <a:gd name="csY67" fmla="*/ 838308 h 993425"/>
                <a:gd name="csX68" fmla="*/ 1354260 w 1548747"/>
                <a:gd name="csY68" fmla="*/ 825832 h 993425"/>
                <a:gd name="csX69" fmla="*/ 1358001 w 1548747"/>
                <a:gd name="csY69" fmla="*/ 823129 h 993425"/>
                <a:gd name="csX70" fmla="*/ 1377726 w 1548747"/>
                <a:gd name="csY70" fmla="*/ 807946 h 993425"/>
                <a:gd name="csX71" fmla="*/ 1377927 w 1548747"/>
                <a:gd name="csY71" fmla="*/ 807777 h 993425"/>
                <a:gd name="csX72" fmla="*/ 1396177 w 1548747"/>
                <a:gd name="csY72" fmla="*/ 792764 h 993425"/>
                <a:gd name="csX73" fmla="*/ 1401606 w 1548747"/>
                <a:gd name="csY73" fmla="*/ 787924 h 993425"/>
                <a:gd name="csX74" fmla="*/ 1413143 w 1548747"/>
                <a:gd name="csY74" fmla="*/ 777582 h 993425"/>
                <a:gd name="csX75" fmla="*/ 1425273 w 1548747"/>
                <a:gd name="csY75" fmla="*/ 765679 h 993425"/>
                <a:gd name="csX76" fmla="*/ 1428624 w 1548747"/>
                <a:gd name="csY76" fmla="*/ 762399 h 993425"/>
                <a:gd name="csX77" fmla="*/ 1443099 w 1548747"/>
                <a:gd name="csY77" fmla="*/ 747218 h 993425"/>
                <a:gd name="csX78" fmla="*/ 1448940 w 1548747"/>
                <a:gd name="csY78" fmla="*/ 740488 h 993425"/>
                <a:gd name="csX79" fmla="*/ 1456413 w 1548747"/>
                <a:gd name="csY79" fmla="*/ 732036 h 993425"/>
                <a:gd name="csX80" fmla="*/ 1468553 w 1548747"/>
                <a:gd name="csY80" fmla="*/ 716854 h 993425"/>
                <a:gd name="csX81" fmla="*/ 1472608 w 1548747"/>
                <a:gd name="csY81" fmla="*/ 711289 h 993425"/>
                <a:gd name="csX82" fmla="*/ 1479857 w 1548747"/>
                <a:gd name="csY82" fmla="*/ 701672 h 993425"/>
                <a:gd name="csX83" fmla="*/ 1490087 w 1548747"/>
                <a:gd name="csY83" fmla="*/ 686489 h 993425"/>
                <a:gd name="csX84" fmla="*/ 1496275 w 1548747"/>
                <a:gd name="csY84" fmla="*/ 676161 h 993425"/>
                <a:gd name="csX85" fmla="*/ 1499324 w 1548747"/>
                <a:gd name="csY85" fmla="*/ 671307 h 993425"/>
                <a:gd name="csX86" fmla="*/ 1507958 w 1548747"/>
                <a:gd name="csY86" fmla="*/ 656125 h 993425"/>
                <a:gd name="csX87" fmla="*/ 1515441 w 1548747"/>
                <a:gd name="csY87" fmla="*/ 640943 h 993425"/>
                <a:gd name="csX88" fmla="*/ 1519943 w 1548747"/>
                <a:gd name="csY88" fmla="*/ 630495 h 993425"/>
                <a:gd name="csX89" fmla="*/ 1522132 w 1548747"/>
                <a:gd name="csY89" fmla="*/ 625762 h 993425"/>
                <a:gd name="csX90" fmla="*/ 1528286 w 1548747"/>
                <a:gd name="csY90" fmla="*/ 610580 h 993425"/>
                <a:gd name="csX91" fmla="*/ 1533502 w 1548747"/>
                <a:gd name="csY91" fmla="*/ 595397 h 993425"/>
                <a:gd name="csX92" fmla="*/ 1537836 w 1548747"/>
                <a:gd name="csY92" fmla="*/ 580215 h 993425"/>
                <a:gd name="csX93" fmla="*/ 1541376 w 1548747"/>
                <a:gd name="csY93" fmla="*/ 565033 h 993425"/>
                <a:gd name="csX94" fmla="*/ 1543610 w 1548747"/>
                <a:gd name="csY94" fmla="*/ 552788 h 993425"/>
                <a:gd name="csX95" fmla="*/ 1544202 w 1548747"/>
                <a:gd name="csY95" fmla="*/ 549851 h 993425"/>
                <a:gd name="csX96" fmla="*/ 1546492 w 1548747"/>
                <a:gd name="csY96" fmla="*/ 534669 h 993425"/>
                <a:gd name="csX97" fmla="*/ 1548000 w 1548747"/>
                <a:gd name="csY97" fmla="*/ 519486 h 993425"/>
                <a:gd name="csX98" fmla="*/ 1548748 w 1548747"/>
                <a:gd name="csY98" fmla="*/ 504304 h 993425"/>
                <a:gd name="csX99" fmla="*/ 1548748 w 1548747"/>
                <a:gd name="csY99" fmla="*/ 489123 h 993425"/>
                <a:gd name="csX100" fmla="*/ 1548000 w 1548747"/>
                <a:gd name="csY100" fmla="*/ 473941 h 993425"/>
                <a:gd name="csX101" fmla="*/ 1546492 w 1548747"/>
                <a:gd name="csY101" fmla="*/ 458759 h 993425"/>
                <a:gd name="csX102" fmla="*/ 1544202 w 1548747"/>
                <a:gd name="csY102" fmla="*/ 443577 h 993425"/>
                <a:gd name="csX103" fmla="*/ 1543610 w 1548747"/>
                <a:gd name="csY103" fmla="*/ 440639 h 993425"/>
                <a:gd name="csX104" fmla="*/ 1541376 w 1548747"/>
                <a:gd name="csY104" fmla="*/ 428394 h 993425"/>
                <a:gd name="csX105" fmla="*/ 1537836 w 1548747"/>
                <a:gd name="csY105" fmla="*/ 413212 h 993425"/>
                <a:gd name="csX106" fmla="*/ 1533502 w 1548747"/>
                <a:gd name="csY106" fmla="*/ 398030 h 993425"/>
                <a:gd name="csX107" fmla="*/ 1528286 w 1548747"/>
                <a:gd name="csY107" fmla="*/ 382848 h 993425"/>
                <a:gd name="csX108" fmla="*/ 1522132 w 1548747"/>
                <a:gd name="csY108" fmla="*/ 367665 h 993425"/>
                <a:gd name="csX109" fmla="*/ 1519943 w 1548747"/>
                <a:gd name="csY109" fmla="*/ 362932 h 993425"/>
                <a:gd name="csX110" fmla="*/ 1515441 w 1548747"/>
                <a:gd name="csY110" fmla="*/ 352484 h 993425"/>
                <a:gd name="csX111" fmla="*/ 1507958 w 1548747"/>
                <a:gd name="csY111" fmla="*/ 337302 h 993425"/>
                <a:gd name="csX112" fmla="*/ 1499324 w 1548747"/>
                <a:gd name="csY112" fmla="*/ 322120 h 993425"/>
                <a:gd name="csX113" fmla="*/ 1496275 w 1548747"/>
                <a:gd name="csY113" fmla="*/ 317266 h 993425"/>
                <a:gd name="csX114" fmla="*/ 1490087 w 1548747"/>
                <a:gd name="csY114" fmla="*/ 306938 h 993425"/>
                <a:gd name="csX115" fmla="*/ 1479857 w 1548747"/>
                <a:gd name="csY115" fmla="*/ 291756 h 993425"/>
                <a:gd name="csX116" fmla="*/ 1472608 w 1548747"/>
                <a:gd name="csY116" fmla="*/ 282138 h 993425"/>
                <a:gd name="csX117" fmla="*/ 1468553 w 1548747"/>
                <a:gd name="csY117" fmla="*/ 276573 h 993425"/>
                <a:gd name="csX118" fmla="*/ 1456413 w 1548747"/>
                <a:gd name="csY118" fmla="*/ 261391 h 993425"/>
                <a:gd name="csX119" fmla="*/ 1448940 w 1548747"/>
                <a:gd name="csY119" fmla="*/ 252938 h 993425"/>
                <a:gd name="csX120" fmla="*/ 1443099 w 1548747"/>
                <a:gd name="csY120" fmla="*/ 246209 h 993425"/>
                <a:gd name="csX121" fmla="*/ 1428624 w 1548747"/>
                <a:gd name="csY121" fmla="*/ 231027 h 993425"/>
                <a:gd name="csX122" fmla="*/ 1425273 w 1548747"/>
                <a:gd name="csY122" fmla="*/ 227749 h 993425"/>
                <a:gd name="csX123" fmla="*/ 1413143 w 1548747"/>
                <a:gd name="csY123" fmla="*/ 215846 h 993425"/>
                <a:gd name="csX124" fmla="*/ 1401606 w 1548747"/>
                <a:gd name="csY124" fmla="*/ 205503 h 993425"/>
                <a:gd name="csX125" fmla="*/ 1396177 w 1548747"/>
                <a:gd name="csY125" fmla="*/ 200663 h 993425"/>
                <a:gd name="csX126" fmla="*/ 1377927 w 1548747"/>
                <a:gd name="csY126" fmla="*/ 185649 h 993425"/>
                <a:gd name="csX127" fmla="*/ 1377726 w 1548747"/>
                <a:gd name="csY127" fmla="*/ 185481 h 993425"/>
                <a:gd name="csX128" fmla="*/ 1358001 w 1548747"/>
                <a:gd name="csY128" fmla="*/ 170299 h 993425"/>
                <a:gd name="csX129" fmla="*/ 1354260 w 1548747"/>
                <a:gd name="csY129" fmla="*/ 167593 h 993425"/>
                <a:gd name="csX130" fmla="*/ 1336512 w 1548747"/>
                <a:gd name="csY130" fmla="*/ 155117 h 993425"/>
                <a:gd name="csX131" fmla="*/ 1330592 w 1548747"/>
                <a:gd name="csY131" fmla="*/ 151163 h 993425"/>
                <a:gd name="csX132" fmla="*/ 1313090 w 1548747"/>
                <a:gd name="csY132" fmla="*/ 139935 h 993425"/>
                <a:gd name="csX133" fmla="*/ 1306925 w 1548747"/>
                <a:gd name="csY133" fmla="*/ 136138 h 993425"/>
                <a:gd name="csX134" fmla="*/ 1287480 w 1548747"/>
                <a:gd name="csY134" fmla="*/ 124752 h 993425"/>
                <a:gd name="csX135" fmla="*/ 1283258 w 1548747"/>
                <a:gd name="csY135" fmla="*/ 122356 h 993425"/>
                <a:gd name="csX136" fmla="*/ 1259590 w 1548747"/>
                <a:gd name="csY136" fmla="*/ 109704 h 993425"/>
                <a:gd name="csX137" fmla="*/ 1259322 w 1548747"/>
                <a:gd name="csY137" fmla="*/ 109570 h 993425"/>
                <a:gd name="csX138" fmla="*/ 1235923 w 1548747"/>
                <a:gd name="csY138" fmla="*/ 97871 h 993425"/>
                <a:gd name="csX139" fmla="*/ 1228372 w 1548747"/>
                <a:gd name="csY139" fmla="*/ 94388 h 993425"/>
                <a:gd name="csX140" fmla="*/ 1212255 w 1548747"/>
                <a:gd name="csY140" fmla="*/ 86984 h 993425"/>
                <a:gd name="csX141" fmla="*/ 1193692 w 1548747"/>
                <a:gd name="csY141" fmla="*/ 79207 h 993425"/>
                <a:gd name="csX142" fmla="*/ 1188577 w 1548747"/>
                <a:gd name="csY142" fmla="*/ 77052 h 993425"/>
                <a:gd name="csX143" fmla="*/ 1164909 w 1548747"/>
                <a:gd name="csY143" fmla="*/ 67768 h 993425"/>
                <a:gd name="csX144" fmla="*/ 1154422 w 1548747"/>
                <a:gd name="csY144" fmla="*/ 64025 h 993425"/>
                <a:gd name="csX145" fmla="*/ 1141242 w 1548747"/>
                <a:gd name="csY145" fmla="*/ 59228 h 993425"/>
                <a:gd name="csX146" fmla="*/ 1117575 w 1548747"/>
                <a:gd name="csY146" fmla="*/ 51439 h 993425"/>
                <a:gd name="csX147" fmla="*/ 1108896 w 1548747"/>
                <a:gd name="csY147" fmla="*/ 48843 h 993425"/>
                <a:gd name="csX148" fmla="*/ 1093907 w 1548747"/>
                <a:gd name="csY148" fmla="*/ 44195 h 993425"/>
                <a:gd name="csX149" fmla="*/ 1070240 w 1548747"/>
                <a:gd name="csY149" fmla="*/ 37629 h 993425"/>
                <a:gd name="csX150" fmla="*/ 1054134 w 1548747"/>
                <a:gd name="csY150" fmla="*/ 33660 h 993425"/>
                <a:gd name="csX151" fmla="*/ 1046572 w 1548747"/>
                <a:gd name="csY151" fmla="*/ 31702 h 993425"/>
                <a:gd name="csX152" fmla="*/ 1022905 w 1548747"/>
                <a:gd name="csY152" fmla="*/ 26168 h 993425"/>
                <a:gd name="csX153" fmla="*/ 999226 w 1548747"/>
                <a:gd name="csY153" fmla="*/ 21365 h 993425"/>
                <a:gd name="csX154" fmla="*/ 982942 w 1548747"/>
                <a:gd name="csY154" fmla="*/ 18478 h 993425"/>
                <a:gd name="csX155" fmla="*/ 975559 w 1548747"/>
                <a:gd name="csY155" fmla="*/ 17079 h 993425"/>
                <a:gd name="csX156" fmla="*/ 951892 w 1548747"/>
                <a:gd name="csY156" fmla="*/ 13128 h 993425"/>
                <a:gd name="csX157" fmla="*/ 928224 w 1548747"/>
                <a:gd name="csY157" fmla="*/ 9784 h 993425"/>
                <a:gd name="csX158" fmla="*/ 904557 w 1548747"/>
                <a:gd name="csY158" fmla="*/ 7000 h 993425"/>
                <a:gd name="csX159" fmla="*/ 880889 w 1548747"/>
                <a:gd name="csY159" fmla="*/ 4735 h 993425"/>
                <a:gd name="csX160" fmla="*/ 861801 w 1548747"/>
                <a:gd name="csY160" fmla="*/ 3296 h 993425"/>
                <a:gd name="csX161" fmla="*/ 857222 w 1548747"/>
                <a:gd name="csY161" fmla="*/ 2917 h 993425"/>
                <a:gd name="csX162" fmla="*/ 833544 w 1548747"/>
                <a:gd name="csY162" fmla="*/ 1449 h 993425"/>
                <a:gd name="csX163" fmla="*/ 809876 w 1548747"/>
                <a:gd name="csY163" fmla="*/ 480 h 993425"/>
                <a:gd name="csX164" fmla="*/ 786209 w 1548747"/>
                <a:gd name="csY164" fmla="*/ 0 h 993425"/>
                <a:gd name="csX165" fmla="*/ 762541 w 1548747"/>
                <a:gd name="csY165" fmla="*/ 0 h 993425"/>
                <a:gd name="csX166" fmla="*/ 738874 w 1548747"/>
                <a:gd name="csY166" fmla="*/ 480 h 993425"/>
                <a:gd name="csX167" fmla="*/ 715207 w 1548747"/>
                <a:gd name="csY167" fmla="*/ 1449 h 993425"/>
                <a:gd name="csX168" fmla="*/ 691539 w 1548747"/>
                <a:gd name="csY168" fmla="*/ 2917 h 993425"/>
                <a:gd name="csX169" fmla="*/ 686960 w 1548747"/>
                <a:gd name="csY169" fmla="*/ 3296 h 993425"/>
                <a:gd name="csX170" fmla="*/ 667872 w 1548747"/>
                <a:gd name="csY170" fmla="*/ 4735 h 993425"/>
                <a:gd name="csX171" fmla="*/ 644193 w 1548747"/>
                <a:gd name="csY171" fmla="*/ 7000 h 993425"/>
                <a:gd name="csX172" fmla="*/ 620526 w 1548747"/>
                <a:gd name="csY172" fmla="*/ 9784 h 993425"/>
                <a:gd name="csX173" fmla="*/ 596858 w 1548747"/>
                <a:gd name="csY173" fmla="*/ 13128 h 993425"/>
                <a:gd name="csX174" fmla="*/ 573191 w 1548747"/>
                <a:gd name="csY174" fmla="*/ 17079 h 993425"/>
                <a:gd name="csX175" fmla="*/ 565808 w 1548747"/>
                <a:gd name="csY175" fmla="*/ 18478 h 993425"/>
                <a:gd name="csX176" fmla="*/ 549524 w 1548747"/>
                <a:gd name="csY176" fmla="*/ 21365 h 993425"/>
                <a:gd name="csX177" fmla="*/ 525856 w 1548747"/>
                <a:gd name="csY177" fmla="*/ 26168 h 993425"/>
                <a:gd name="csX178" fmla="*/ 502189 w 1548747"/>
                <a:gd name="csY178" fmla="*/ 31702 h 993425"/>
                <a:gd name="csX179" fmla="*/ 494616 w 1548747"/>
                <a:gd name="csY179" fmla="*/ 33660 h 993425"/>
                <a:gd name="csX180" fmla="*/ 478521 w 1548747"/>
                <a:gd name="csY180" fmla="*/ 37629 h 993425"/>
                <a:gd name="csX181" fmla="*/ 454843 w 1548747"/>
                <a:gd name="csY181" fmla="*/ 44195 h 993425"/>
                <a:gd name="csX182" fmla="*/ 439854 w 1548747"/>
                <a:gd name="csY182" fmla="*/ 48843 h 993425"/>
                <a:gd name="csX183" fmla="*/ 431179 w 1548747"/>
                <a:gd name="csY183" fmla="*/ 51439 h 993425"/>
                <a:gd name="csX184" fmla="*/ 407509 w 1548747"/>
                <a:gd name="csY184" fmla="*/ 59228 h 993425"/>
                <a:gd name="csX185" fmla="*/ 394332 w 1548747"/>
                <a:gd name="csY185" fmla="*/ 64025 h 993425"/>
                <a:gd name="csX186" fmla="*/ 383841 w 1548747"/>
                <a:gd name="csY186" fmla="*/ 67768 h 993425"/>
                <a:gd name="csX187" fmla="*/ 360172 w 1548747"/>
                <a:gd name="csY187" fmla="*/ 77052 h 993425"/>
                <a:gd name="csX188" fmla="*/ 355060 w 1548747"/>
                <a:gd name="csY188" fmla="*/ 79207 h 993425"/>
                <a:gd name="csX189" fmla="*/ 336503 w 1548747"/>
                <a:gd name="csY189" fmla="*/ 86984 h 993425"/>
                <a:gd name="csX190" fmla="*/ 320380 w 1548747"/>
                <a:gd name="csY190" fmla="*/ 94388 h 993425"/>
                <a:gd name="csX191" fmla="*/ 312834 w 1548747"/>
                <a:gd name="csY191" fmla="*/ 97871 h 993425"/>
                <a:gd name="csX192" fmla="*/ 289428 w 1548747"/>
                <a:gd name="csY192" fmla="*/ 109570 h 993425"/>
                <a:gd name="csX193" fmla="*/ 289165 w 1548747"/>
                <a:gd name="csY193" fmla="*/ 109704 h 993425"/>
                <a:gd name="csX194" fmla="*/ 265496 w 1548747"/>
                <a:gd name="csY194" fmla="*/ 122356 h 993425"/>
                <a:gd name="csX195" fmla="*/ 261277 w 1548747"/>
                <a:gd name="csY195" fmla="*/ 124752 h 993425"/>
                <a:gd name="csX196" fmla="*/ 241827 w 1548747"/>
                <a:gd name="csY196" fmla="*/ 136138 h 993425"/>
                <a:gd name="csX197" fmla="*/ 235664 w 1548747"/>
                <a:gd name="csY197" fmla="*/ 139935 h 993425"/>
                <a:gd name="csX198" fmla="*/ 218159 w 1548747"/>
                <a:gd name="csY198" fmla="*/ 151163 h 993425"/>
                <a:gd name="csX199" fmla="*/ 212239 w 1548747"/>
                <a:gd name="csY199" fmla="*/ 155117 h 993425"/>
                <a:gd name="csX200" fmla="*/ 194489 w 1548747"/>
                <a:gd name="csY200" fmla="*/ 167593 h 993425"/>
                <a:gd name="csX201" fmla="*/ 190753 w 1548747"/>
                <a:gd name="csY201" fmla="*/ 170299 h 993425"/>
                <a:gd name="csX202" fmla="*/ 171028 w 1548747"/>
                <a:gd name="csY202" fmla="*/ 185481 h 993425"/>
                <a:gd name="csX203" fmla="*/ 170821 w 1548747"/>
                <a:gd name="csY203" fmla="*/ 185649 h 993425"/>
                <a:gd name="csX204" fmla="*/ 152580 w 1548747"/>
                <a:gd name="csY204" fmla="*/ 200663 h 993425"/>
                <a:gd name="csX205" fmla="*/ 147152 w 1548747"/>
                <a:gd name="csY205" fmla="*/ 205503 h 993425"/>
                <a:gd name="csX206" fmla="*/ 135608 w 1548747"/>
                <a:gd name="csY206" fmla="*/ 215846 h 993425"/>
                <a:gd name="csX207" fmla="*/ 123484 w 1548747"/>
                <a:gd name="csY207" fmla="*/ 227749 h 993425"/>
                <a:gd name="csX208" fmla="*/ 120125 w 1548747"/>
                <a:gd name="csY208" fmla="*/ 231027 h 993425"/>
                <a:gd name="csX209" fmla="*/ 105650 w 1548747"/>
                <a:gd name="csY209" fmla="*/ 246209 h 993425"/>
                <a:gd name="csX210" fmla="*/ 99814 w 1548747"/>
                <a:gd name="csY210" fmla="*/ 252938 h 993425"/>
                <a:gd name="csX211" fmla="*/ 92336 w 1548747"/>
                <a:gd name="csY211" fmla="*/ 261391 h 993425"/>
                <a:gd name="csX212" fmla="*/ 80194 w 1548747"/>
                <a:gd name="csY212" fmla="*/ 276573 h 993425"/>
                <a:gd name="csX213" fmla="*/ 76146 w 1548747"/>
                <a:gd name="csY213" fmla="*/ 282138 h 993425"/>
                <a:gd name="csX214" fmla="*/ 68901 w 1548747"/>
                <a:gd name="csY214" fmla="*/ 291756 h 993425"/>
                <a:gd name="csX215" fmla="*/ 58662 w 1548747"/>
                <a:gd name="csY215" fmla="*/ 306938 h 993425"/>
                <a:gd name="csX216" fmla="*/ 52477 w 1548747"/>
                <a:gd name="csY216" fmla="*/ 317266 h 993425"/>
                <a:gd name="csX217" fmla="*/ 49423 w 1548747"/>
                <a:gd name="csY217" fmla="*/ 322120 h 993425"/>
                <a:gd name="csX218" fmla="*/ 40797 w 1548747"/>
                <a:gd name="csY218" fmla="*/ 337302 h 993425"/>
                <a:gd name="csX219" fmla="*/ 33310 w 1548747"/>
                <a:gd name="csY219" fmla="*/ 352484 h 993425"/>
                <a:gd name="csX220" fmla="*/ 28807 w 1548747"/>
                <a:gd name="csY220" fmla="*/ 362932 h 993425"/>
                <a:gd name="csX221" fmla="*/ 26626 w 1548747"/>
                <a:gd name="csY221" fmla="*/ 367665 h 993425"/>
                <a:gd name="csX222" fmla="*/ 20467 w 1548747"/>
                <a:gd name="csY222" fmla="*/ 382848 h 993425"/>
                <a:gd name="csX223" fmla="*/ 15255 w 1548747"/>
                <a:gd name="csY223" fmla="*/ 398030 h 993425"/>
                <a:gd name="csX224" fmla="*/ 10912 w 1548747"/>
                <a:gd name="csY224" fmla="*/ 413212 h 993425"/>
                <a:gd name="csX225" fmla="*/ 7381 w 1548747"/>
                <a:gd name="csY225" fmla="*/ 428394 h 993425"/>
                <a:gd name="csX226" fmla="*/ 5139 w 1548747"/>
                <a:gd name="csY226" fmla="*/ 440639 h 993425"/>
                <a:gd name="csX227" fmla="*/ 4548 w 1548747"/>
                <a:gd name="csY227" fmla="*/ 443577 h 993425"/>
                <a:gd name="csX228" fmla="*/ 2258 w 1548747"/>
                <a:gd name="csY228" fmla="*/ 458759 h 993425"/>
                <a:gd name="csX229" fmla="*/ 749 w 1548747"/>
                <a:gd name="csY229" fmla="*/ 473941 h 993425"/>
                <a:gd name="csX230" fmla="*/ 0 w 1548747"/>
                <a:gd name="csY230" fmla="*/ 489123 h 993425"/>
                <a:gd name="csX231" fmla="*/ 0 w 1548747"/>
                <a:gd name="csY231" fmla="*/ 504304 h 993425"/>
                <a:gd name="csX232" fmla="*/ 749 w 1548747"/>
                <a:gd name="csY232" fmla="*/ 519486 h 993425"/>
                <a:gd name="csX233" fmla="*/ 2258 w 1548747"/>
                <a:gd name="csY233" fmla="*/ 534669 h 993425"/>
                <a:gd name="csX234" fmla="*/ 4548 w 1548747"/>
                <a:gd name="csY234" fmla="*/ 549851 h 993425"/>
                <a:gd name="csX235" fmla="*/ 5139 w 1548747"/>
                <a:gd name="csY235" fmla="*/ 552788 h 993425"/>
                <a:gd name="csX236" fmla="*/ 7381 w 1548747"/>
                <a:gd name="csY236" fmla="*/ 565033 h 993425"/>
                <a:gd name="csX237" fmla="*/ 10912 w 1548747"/>
                <a:gd name="csY237" fmla="*/ 580215 h 993425"/>
                <a:gd name="csX238" fmla="*/ 15255 w 1548747"/>
                <a:gd name="csY238" fmla="*/ 595397 h 993425"/>
                <a:gd name="csX239" fmla="*/ 20467 w 1548747"/>
                <a:gd name="csY239" fmla="*/ 610580 h 993425"/>
                <a:gd name="csX240" fmla="*/ 26626 w 1548747"/>
                <a:gd name="csY240" fmla="*/ 625762 h 993425"/>
                <a:gd name="csX241" fmla="*/ 28807 w 1548747"/>
                <a:gd name="csY241" fmla="*/ 630495 h 993425"/>
                <a:gd name="csX242" fmla="*/ 33310 w 1548747"/>
                <a:gd name="csY242" fmla="*/ 640943 h 993425"/>
                <a:gd name="csX243" fmla="*/ 40797 w 1548747"/>
                <a:gd name="csY243" fmla="*/ 656125 h 993425"/>
                <a:gd name="csX244" fmla="*/ 49423 w 1548747"/>
                <a:gd name="csY244" fmla="*/ 671307 h 993425"/>
                <a:gd name="csX245" fmla="*/ 52477 w 1548747"/>
                <a:gd name="csY245" fmla="*/ 676161 h 993425"/>
                <a:gd name="csX246" fmla="*/ 58662 w 1548747"/>
                <a:gd name="csY246" fmla="*/ 686489 h 993425"/>
                <a:gd name="csX247" fmla="*/ 68901 w 1548747"/>
                <a:gd name="csY247" fmla="*/ 701672 h 993425"/>
                <a:gd name="csX248" fmla="*/ 76146 w 1548747"/>
                <a:gd name="csY248" fmla="*/ 711289 h 993425"/>
                <a:gd name="csX249" fmla="*/ 80194 w 1548747"/>
                <a:gd name="csY249" fmla="*/ 716854 h 993425"/>
                <a:gd name="csX250" fmla="*/ 92336 w 1548747"/>
                <a:gd name="csY250" fmla="*/ 732036 h 993425"/>
                <a:gd name="csX251" fmla="*/ 99814 w 1548747"/>
                <a:gd name="csY251" fmla="*/ 740488 h 993425"/>
                <a:gd name="csX252" fmla="*/ 105650 w 1548747"/>
                <a:gd name="csY252" fmla="*/ 747218 h 993425"/>
                <a:gd name="csX253" fmla="*/ 120125 w 1548747"/>
                <a:gd name="csY253" fmla="*/ 762399 h 993425"/>
                <a:gd name="csX254" fmla="*/ 123484 w 1548747"/>
                <a:gd name="csY254" fmla="*/ 765679 h 993425"/>
                <a:gd name="csX255" fmla="*/ 135608 w 1548747"/>
                <a:gd name="csY255" fmla="*/ 777582 h 993425"/>
                <a:gd name="csX256" fmla="*/ 147152 w 1548747"/>
                <a:gd name="csY256" fmla="*/ 787924 h 993425"/>
                <a:gd name="csX257" fmla="*/ 152580 w 1548747"/>
                <a:gd name="csY257" fmla="*/ 792764 h 993425"/>
                <a:gd name="csX258" fmla="*/ 170821 w 1548747"/>
                <a:gd name="csY258" fmla="*/ 807777 h 993425"/>
                <a:gd name="csX259" fmla="*/ 171028 w 1548747"/>
                <a:gd name="csY259" fmla="*/ 807946 h 993425"/>
                <a:gd name="csX260" fmla="*/ 190753 w 1548747"/>
                <a:gd name="csY260" fmla="*/ 823129 h 993425"/>
                <a:gd name="csX261" fmla="*/ 194489 w 1548747"/>
                <a:gd name="csY261" fmla="*/ 825832 h 993425"/>
                <a:gd name="csX262" fmla="*/ 212239 w 1548747"/>
                <a:gd name="csY262" fmla="*/ 838308 h 993425"/>
                <a:gd name="csX263" fmla="*/ 218159 w 1548747"/>
                <a:gd name="csY263" fmla="*/ 842262 h 993425"/>
                <a:gd name="csX264" fmla="*/ 235664 w 1548747"/>
                <a:gd name="csY264" fmla="*/ 853487 h 993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</a:cxnLst>
              <a:rect l="l" t="t" r="r" b="b"/>
              <a:pathLst>
                <a:path w="1548747" h="993425">
                  <a:moveTo>
                    <a:pt x="235664" y="853487"/>
                  </a:moveTo>
                  <a:lnTo>
                    <a:pt x="241827" y="857285"/>
                  </a:lnTo>
                  <a:lnTo>
                    <a:pt x="261277" y="868677"/>
                  </a:lnTo>
                  <a:lnTo>
                    <a:pt x="265496" y="871067"/>
                  </a:lnTo>
                  <a:lnTo>
                    <a:pt x="289165" y="883722"/>
                  </a:lnTo>
                  <a:lnTo>
                    <a:pt x="289428" y="883856"/>
                  </a:lnTo>
                  <a:lnTo>
                    <a:pt x="312834" y="895561"/>
                  </a:lnTo>
                  <a:lnTo>
                    <a:pt x="320380" y="899035"/>
                  </a:lnTo>
                  <a:lnTo>
                    <a:pt x="336503" y="906440"/>
                  </a:lnTo>
                  <a:lnTo>
                    <a:pt x="355060" y="914225"/>
                  </a:lnTo>
                  <a:lnTo>
                    <a:pt x="360172" y="916369"/>
                  </a:lnTo>
                  <a:lnTo>
                    <a:pt x="383841" y="925662"/>
                  </a:lnTo>
                  <a:lnTo>
                    <a:pt x="394332" y="929404"/>
                  </a:lnTo>
                  <a:lnTo>
                    <a:pt x="407509" y="934195"/>
                  </a:lnTo>
                  <a:lnTo>
                    <a:pt x="431179" y="941991"/>
                  </a:lnTo>
                  <a:lnTo>
                    <a:pt x="439854" y="944582"/>
                  </a:lnTo>
                  <a:lnTo>
                    <a:pt x="454843" y="949229"/>
                  </a:lnTo>
                  <a:lnTo>
                    <a:pt x="478521" y="955796"/>
                  </a:lnTo>
                  <a:lnTo>
                    <a:pt x="494616" y="959772"/>
                  </a:lnTo>
                  <a:lnTo>
                    <a:pt x="502189" y="961727"/>
                  </a:lnTo>
                  <a:lnTo>
                    <a:pt x="525856" y="967256"/>
                  </a:lnTo>
                  <a:lnTo>
                    <a:pt x="549524" y="972059"/>
                  </a:lnTo>
                  <a:lnTo>
                    <a:pt x="565808" y="974951"/>
                  </a:lnTo>
                  <a:lnTo>
                    <a:pt x="573191" y="976347"/>
                  </a:lnTo>
                  <a:lnTo>
                    <a:pt x="596858" y="980301"/>
                  </a:lnTo>
                  <a:lnTo>
                    <a:pt x="620526" y="983641"/>
                  </a:lnTo>
                  <a:lnTo>
                    <a:pt x="644193" y="986433"/>
                  </a:lnTo>
                  <a:lnTo>
                    <a:pt x="667872" y="988689"/>
                  </a:lnTo>
                  <a:lnTo>
                    <a:pt x="686960" y="990130"/>
                  </a:lnTo>
                  <a:lnTo>
                    <a:pt x="691539" y="990510"/>
                  </a:lnTo>
                  <a:lnTo>
                    <a:pt x="715207" y="991973"/>
                  </a:lnTo>
                  <a:lnTo>
                    <a:pt x="738874" y="992945"/>
                  </a:lnTo>
                  <a:lnTo>
                    <a:pt x="762541" y="993425"/>
                  </a:lnTo>
                  <a:lnTo>
                    <a:pt x="786209" y="993425"/>
                  </a:lnTo>
                  <a:lnTo>
                    <a:pt x="809876" y="992945"/>
                  </a:lnTo>
                  <a:lnTo>
                    <a:pt x="833544" y="991973"/>
                  </a:lnTo>
                  <a:lnTo>
                    <a:pt x="857222" y="990510"/>
                  </a:lnTo>
                  <a:lnTo>
                    <a:pt x="861801" y="990130"/>
                  </a:lnTo>
                  <a:lnTo>
                    <a:pt x="880889" y="988689"/>
                  </a:lnTo>
                  <a:lnTo>
                    <a:pt x="904557" y="986433"/>
                  </a:lnTo>
                  <a:lnTo>
                    <a:pt x="928224" y="983641"/>
                  </a:lnTo>
                  <a:lnTo>
                    <a:pt x="951892" y="980301"/>
                  </a:lnTo>
                  <a:lnTo>
                    <a:pt x="975559" y="976347"/>
                  </a:lnTo>
                  <a:lnTo>
                    <a:pt x="982942" y="974951"/>
                  </a:lnTo>
                  <a:lnTo>
                    <a:pt x="999226" y="972059"/>
                  </a:lnTo>
                  <a:lnTo>
                    <a:pt x="1022905" y="967256"/>
                  </a:lnTo>
                  <a:lnTo>
                    <a:pt x="1046572" y="961727"/>
                  </a:lnTo>
                  <a:lnTo>
                    <a:pt x="1054134" y="959772"/>
                  </a:lnTo>
                  <a:lnTo>
                    <a:pt x="1070240" y="955796"/>
                  </a:lnTo>
                  <a:lnTo>
                    <a:pt x="1093907" y="949229"/>
                  </a:lnTo>
                  <a:lnTo>
                    <a:pt x="1108896" y="944582"/>
                  </a:lnTo>
                  <a:lnTo>
                    <a:pt x="1117575" y="941991"/>
                  </a:lnTo>
                  <a:lnTo>
                    <a:pt x="1141242" y="934195"/>
                  </a:lnTo>
                  <a:lnTo>
                    <a:pt x="1154422" y="929404"/>
                  </a:lnTo>
                  <a:lnTo>
                    <a:pt x="1164909" y="925662"/>
                  </a:lnTo>
                  <a:lnTo>
                    <a:pt x="1188577" y="916369"/>
                  </a:lnTo>
                  <a:lnTo>
                    <a:pt x="1193692" y="914225"/>
                  </a:lnTo>
                  <a:lnTo>
                    <a:pt x="1212255" y="906440"/>
                  </a:lnTo>
                  <a:lnTo>
                    <a:pt x="1228372" y="899035"/>
                  </a:lnTo>
                  <a:lnTo>
                    <a:pt x="1235923" y="895561"/>
                  </a:lnTo>
                  <a:lnTo>
                    <a:pt x="1259322" y="883856"/>
                  </a:lnTo>
                  <a:lnTo>
                    <a:pt x="1259590" y="883722"/>
                  </a:lnTo>
                  <a:lnTo>
                    <a:pt x="1283258" y="871067"/>
                  </a:lnTo>
                  <a:lnTo>
                    <a:pt x="1287480" y="868677"/>
                  </a:lnTo>
                  <a:lnTo>
                    <a:pt x="1306925" y="857285"/>
                  </a:lnTo>
                  <a:lnTo>
                    <a:pt x="1313090" y="853487"/>
                  </a:lnTo>
                  <a:lnTo>
                    <a:pt x="1330592" y="842262"/>
                  </a:lnTo>
                  <a:lnTo>
                    <a:pt x="1336512" y="838308"/>
                  </a:lnTo>
                  <a:lnTo>
                    <a:pt x="1354260" y="825832"/>
                  </a:lnTo>
                  <a:lnTo>
                    <a:pt x="1358001" y="823129"/>
                  </a:lnTo>
                  <a:lnTo>
                    <a:pt x="1377726" y="807946"/>
                  </a:lnTo>
                  <a:lnTo>
                    <a:pt x="1377927" y="807777"/>
                  </a:lnTo>
                  <a:lnTo>
                    <a:pt x="1396177" y="792764"/>
                  </a:lnTo>
                  <a:lnTo>
                    <a:pt x="1401606" y="787924"/>
                  </a:lnTo>
                  <a:lnTo>
                    <a:pt x="1413143" y="777582"/>
                  </a:lnTo>
                  <a:lnTo>
                    <a:pt x="1425273" y="765679"/>
                  </a:lnTo>
                  <a:lnTo>
                    <a:pt x="1428624" y="762399"/>
                  </a:lnTo>
                  <a:lnTo>
                    <a:pt x="1443099" y="747218"/>
                  </a:lnTo>
                  <a:lnTo>
                    <a:pt x="1448940" y="740488"/>
                  </a:lnTo>
                  <a:lnTo>
                    <a:pt x="1456413" y="732036"/>
                  </a:lnTo>
                  <a:lnTo>
                    <a:pt x="1468553" y="716854"/>
                  </a:lnTo>
                  <a:lnTo>
                    <a:pt x="1472608" y="711289"/>
                  </a:lnTo>
                  <a:lnTo>
                    <a:pt x="1479857" y="701672"/>
                  </a:lnTo>
                  <a:lnTo>
                    <a:pt x="1490087" y="686489"/>
                  </a:lnTo>
                  <a:lnTo>
                    <a:pt x="1496275" y="676161"/>
                  </a:lnTo>
                  <a:lnTo>
                    <a:pt x="1499324" y="671307"/>
                  </a:lnTo>
                  <a:lnTo>
                    <a:pt x="1507958" y="656125"/>
                  </a:lnTo>
                  <a:lnTo>
                    <a:pt x="1515441" y="640943"/>
                  </a:lnTo>
                  <a:lnTo>
                    <a:pt x="1519943" y="630495"/>
                  </a:lnTo>
                  <a:lnTo>
                    <a:pt x="1522132" y="625762"/>
                  </a:lnTo>
                  <a:lnTo>
                    <a:pt x="1528286" y="610580"/>
                  </a:lnTo>
                  <a:lnTo>
                    <a:pt x="1533502" y="595397"/>
                  </a:lnTo>
                  <a:lnTo>
                    <a:pt x="1537836" y="580215"/>
                  </a:lnTo>
                  <a:lnTo>
                    <a:pt x="1541376" y="565033"/>
                  </a:lnTo>
                  <a:lnTo>
                    <a:pt x="1543610" y="552788"/>
                  </a:lnTo>
                  <a:lnTo>
                    <a:pt x="1544202" y="549851"/>
                  </a:lnTo>
                  <a:lnTo>
                    <a:pt x="1546492" y="534669"/>
                  </a:lnTo>
                  <a:lnTo>
                    <a:pt x="1548000" y="519486"/>
                  </a:lnTo>
                  <a:lnTo>
                    <a:pt x="1548748" y="504304"/>
                  </a:lnTo>
                  <a:lnTo>
                    <a:pt x="1548748" y="489123"/>
                  </a:lnTo>
                  <a:lnTo>
                    <a:pt x="1548000" y="473941"/>
                  </a:lnTo>
                  <a:lnTo>
                    <a:pt x="1546492" y="458759"/>
                  </a:lnTo>
                  <a:lnTo>
                    <a:pt x="1544202" y="443577"/>
                  </a:lnTo>
                  <a:lnTo>
                    <a:pt x="1543610" y="440639"/>
                  </a:lnTo>
                  <a:lnTo>
                    <a:pt x="1541376" y="428394"/>
                  </a:lnTo>
                  <a:lnTo>
                    <a:pt x="1537836" y="413212"/>
                  </a:lnTo>
                  <a:lnTo>
                    <a:pt x="1533502" y="398030"/>
                  </a:lnTo>
                  <a:lnTo>
                    <a:pt x="1528286" y="382848"/>
                  </a:lnTo>
                  <a:lnTo>
                    <a:pt x="1522132" y="367665"/>
                  </a:lnTo>
                  <a:lnTo>
                    <a:pt x="1519943" y="362932"/>
                  </a:lnTo>
                  <a:lnTo>
                    <a:pt x="1515441" y="352484"/>
                  </a:lnTo>
                  <a:lnTo>
                    <a:pt x="1507958" y="337302"/>
                  </a:lnTo>
                  <a:lnTo>
                    <a:pt x="1499324" y="322120"/>
                  </a:lnTo>
                  <a:lnTo>
                    <a:pt x="1496275" y="317266"/>
                  </a:lnTo>
                  <a:lnTo>
                    <a:pt x="1490087" y="306938"/>
                  </a:lnTo>
                  <a:lnTo>
                    <a:pt x="1479857" y="291756"/>
                  </a:lnTo>
                  <a:lnTo>
                    <a:pt x="1472608" y="282138"/>
                  </a:lnTo>
                  <a:lnTo>
                    <a:pt x="1468553" y="276573"/>
                  </a:lnTo>
                  <a:lnTo>
                    <a:pt x="1456413" y="261391"/>
                  </a:lnTo>
                  <a:lnTo>
                    <a:pt x="1448940" y="252938"/>
                  </a:lnTo>
                  <a:lnTo>
                    <a:pt x="1443099" y="246209"/>
                  </a:lnTo>
                  <a:lnTo>
                    <a:pt x="1428624" y="231027"/>
                  </a:lnTo>
                  <a:lnTo>
                    <a:pt x="1425273" y="227749"/>
                  </a:lnTo>
                  <a:lnTo>
                    <a:pt x="1413143" y="215846"/>
                  </a:lnTo>
                  <a:lnTo>
                    <a:pt x="1401606" y="205503"/>
                  </a:lnTo>
                  <a:lnTo>
                    <a:pt x="1396177" y="200663"/>
                  </a:lnTo>
                  <a:lnTo>
                    <a:pt x="1377927" y="185649"/>
                  </a:lnTo>
                  <a:lnTo>
                    <a:pt x="1377726" y="185481"/>
                  </a:lnTo>
                  <a:lnTo>
                    <a:pt x="1358001" y="170299"/>
                  </a:lnTo>
                  <a:lnTo>
                    <a:pt x="1354260" y="167593"/>
                  </a:lnTo>
                  <a:lnTo>
                    <a:pt x="1336512" y="155117"/>
                  </a:lnTo>
                  <a:lnTo>
                    <a:pt x="1330592" y="151163"/>
                  </a:lnTo>
                  <a:lnTo>
                    <a:pt x="1313090" y="139935"/>
                  </a:lnTo>
                  <a:lnTo>
                    <a:pt x="1306925" y="136138"/>
                  </a:lnTo>
                  <a:lnTo>
                    <a:pt x="1287480" y="124752"/>
                  </a:lnTo>
                  <a:lnTo>
                    <a:pt x="1283258" y="122356"/>
                  </a:lnTo>
                  <a:lnTo>
                    <a:pt x="1259590" y="109704"/>
                  </a:lnTo>
                  <a:lnTo>
                    <a:pt x="1259322" y="109570"/>
                  </a:lnTo>
                  <a:lnTo>
                    <a:pt x="1235923" y="97871"/>
                  </a:lnTo>
                  <a:lnTo>
                    <a:pt x="1228372" y="94388"/>
                  </a:lnTo>
                  <a:lnTo>
                    <a:pt x="1212255" y="86984"/>
                  </a:lnTo>
                  <a:lnTo>
                    <a:pt x="1193692" y="79207"/>
                  </a:lnTo>
                  <a:lnTo>
                    <a:pt x="1188577" y="77052"/>
                  </a:lnTo>
                  <a:lnTo>
                    <a:pt x="1164909" y="67768"/>
                  </a:lnTo>
                  <a:lnTo>
                    <a:pt x="1154422" y="64025"/>
                  </a:lnTo>
                  <a:lnTo>
                    <a:pt x="1141242" y="59228"/>
                  </a:lnTo>
                  <a:lnTo>
                    <a:pt x="1117575" y="51439"/>
                  </a:lnTo>
                  <a:lnTo>
                    <a:pt x="1108896" y="48843"/>
                  </a:lnTo>
                  <a:lnTo>
                    <a:pt x="1093907" y="44195"/>
                  </a:lnTo>
                  <a:lnTo>
                    <a:pt x="1070240" y="37629"/>
                  </a:lnTo>
                  <a:lnTo>
                    <a:pt x="1054134" y="33660"/>
                  </a:lnTo>
                  <a:lnTo>
                    <a:pt x="1046572" y="31702"/>
                  </a:lnTo>
                  <a:lnTo>
                    <a:pt x="1022905" y="26168"/>
                  </a:lnTo>
                  <a:lnTo>
                    <a:pt x="999226" y="21365"/>
                  </a:lnTo>
                  <a:lnTo>
                    <a:pt x="982942" y="18478"/>
                  </a:lnTo>
                  <a:lnTo>
                    <a:pt x="975559" y="17079"/>
                  </a:lnTo>
                  <a:lnTo>
                    <a:pt x="951892" y="13128"/>
                  </a:lnTo>
                  <a:lnTo>
                    <a:pt x="928224" y="9784"/>
                  </a:lnTo>
                  <a:lnTo>
                    <a:pt x="904557" y="7000"/>
                  </a:lnTo>
                  <a:lnTo>
                    <a:pt x="880889" y="4735"/>
                  </a:lnTo>
                  <a:lnTo>
                    <a:pt x="861801" y="3296"/>
                  </a:lnTo>
                  <a:lnTo>
                    <a:pt x="857222" y="2917"/>
                  </a:lnTo>
                  <a:lnTo>
                    <a:pt x="833544" y="1449"/>
                  </a:lnTo>
                  <a:lnTo>
                    <a:pt x="809876" y="480"/>
                  </a:lnTo>
                  <a:lnTo>
                    <a:pt x="786209" y="0"/>
                  </a:lnTo>
                  <a:lnTo>
                    <a:pt x="762541" y="0"/>
                  </a:lnTo>
                  <a:lnTo>
                    <a:pt x="738874" y="480"/>
                  </a:lnTo>
                  <a:lnTo>
                    <a:pt x="715207" y="1449"/>
                  </a:lnTo>
                  <a:lnTo>
                    <a:pt x="691539" y="2917"/>
                  </a:lnTo>
                  <a:lnTo>
                    <a:pt x="686960" y="3296"/>
                  </a:lnTo>
                  <a:lnTo>
                    <a:pt x="667872" y="4735"/>
                  </a:lnTo>
                  <a:lnTo>
                    <a:pt x="644193" y="7000"/>
                  </a:lnTo>
                  <a:lnTo>
                    <a:pt x="620526" y="9784"/>
                  </a:lnTo>
                  <a:lnTo>
                    <a:pt x="596858" y="13128"/>
                  </a:lnTo>
                  <a:lnTo>
                    <a:pt x="573191" y="17079"/>
                  </a:lnTo>
                  <a:lnTo>
                    <a:pt x="565808" y="18478"/>
                  </a:lnTo>
                  <a:lnTo>
                    <a:pt x="549524" y="21365"/>
                  </a:lnTo>
                  <a:lnTo>
                    <a:pt x="525856" y="26168"/>
                  </a:lnTo>
                  <a:lnTo>
                    <a:pt x="502189" y="31702"/>
                  </a:lnTo>
                  <a:lnTo>
                    <a:pt x="494616" y="33660"/>
                  </a:lnTo>
                  <a:lnTo>
                    <a:pt x="478521" y="37629"/>
                  </a:lnTo>
                  <a:lnTo>
                    <a:pt x="454843" y="44195"/>
                  </a:lnTo>
                  <a:lnTo>
                    <a:pt x="439854" y="48843"/>
                  </a:lnTo>
                  <a:lnTo>
                    <a:pt x="431179" y="51439"/>
                  </a:lnTo>
                  <a:lnTo>
                    <a:pt x="407509" y="59228"/>
                  </a:lnTo>
                  <a:lnTo>
                    <a:pt x="394332" y="64025"/>
                  </a:lnTo>
                  <a:lnTo>
                    <a:pt x="383841" y="67768"/>
                  </a:lnTo>
                  <a:lnTo>
                    <a:pt x="360172" y="77052"/>
                  </a:lnTo>
                  <a:lnTo>
                    <a:pt x="355060" y="79207"/>
                  </a:lnTo>
                  <a:lnTo>
                    <a:pt x="336503" y="86984"/>
                  </a:lnTo>
                  <a:lnTo>
                    <a:pt x="320380" y="94388"/>
                  </a:lnTo>
                  <a:lnTo>
                    <a:pt x="312834" y="97871"/>
                  </a:lnTo>
                  <a:lnTo>
                    <a:pt x="289428" y="109570"/>
                  </a:lnTo>
                  <a:lnTo>
                    <a:pt x="289165" y="109704"/>
                  </a:lnTo>
                  <a:lnTo>
                    <a:pt x="265496" y="122356"/>
                  </a:lnTo>
                  <a:lnTo>
                    <a:pt x="261277" y="124752"/>
                  </a:lnTo>
                  <a:lnTo>
                    <a:pt x="241827" y="136138"/>
                  </a:lnTo>
                  <a:lnTo>
                    <a:pt x="235664" y="139935"/>
                  </a:lnTo>
                  <a:lnTo>
                    <a:pt x="218159" y="151163"/>
                  </a:lnTo>
                  <a:lnTo>
                    <a:pt x="212239" y="155117"/>
                  </a:lnTo>
                  <a:lnTo>
                    <a:pt x="194489" y="167593"/>
                  </a:lnTo>
                  <a:lnTo>
                    <a:pt x="190753" y="170299"/>
                  </a:lnTo>
                  <a:lnTo>
                    <a:pt x="171028" y="185481"/>
                  </a:lnTo>
                  <a:lnTo>
                    <a:pt x="170821" y="185649"/>
                  </a:lnTo>
                  <a:lnTo>
                    <a:pt x="152580" y="200663"/>
                  </a:lnTo>
                  <a:lnTo>
                    <a:pt x="147152" y="205503"/>
                  </a:lnTo>
                  <a:lnTo>
                    <a:pt x="135608" y="215846"/>
                  </a:lnTo>
                  <a:lnTo>
                    <a:pt x="123484" y="227749"/>
                  </a:lnTo>
                  <a:lnTo>
                    <a:pt x="120125" y="231027"/>
                  </a:lnTo>
                  <a:lnTo>
                    <a:pt x="105650" y="246209"/>
                  </a:lnTo>
                  <a:lnTo>
                    <a:pt x="99814" y="252938"/>
                  </a:lnTo>
                  <a:lnTo>
                    <a:pt x="92336" y="261391"/>
                  </a:lnTo>
                  <a:lnTo>
                    <a:pt x="80194" y="276573"/>
                  </a:lnTo>
                  <a:lnTo>
                    <a:pt x="76146" y="282138"/>
                  </a:lnTo>
                  <a:lnTo>
                    <a:pt x="68901" y="291756"/>
                  </a:lnTo>
                  <a:lnTo>
                    <a:pt x="58662" y="306938"/>
                  </a:lnTo>
                  <a:lnTo>
                    <a:pt x="52477" y="317266"/>
                  </a:lnTo>
                  <a:lnTo>
                    <a:pt x="49423" y="322120"/>
                  </a:lnTo>
                  <a:lnTo>
                    <a:pt x="40797" y="337302"/>
                  </a:lnTo>
                  <a:lnTo>
                    <a:pt x="33310" y="352484"/>
                  </a:lnTo>
                  <a:lnTo>
                    <a:pt x="28807" y="362932"/>
                  </a:lnTo>
                  <a:lnTo>
                    <a:pt x="26626" y="367665"/>
                  </a:lnTo>
                  <a:lnTo>
                    <a:pt x="20467" y="382848"/>
                  </a:lnTo>
                  <a:lnTo>
                    <a:pt x="15255" y="398030"/>
                  </a:lnTo>
                  <a:lnTo>
                    <a:pt x="10912" y="413212"/>
                  </a:lnTo>
                  <a:lnTo>
                    <a:pt x="7381" y="428394"/>
                  </a:lnTo>
                  <a:lnTo>
                    <a:pt x="5139" y="440639"/>
                  </a:lnTo>
                  <a:lnTo>
                    <a:pt x="4548" y="443577"/>
                  </a:lnTo>
                  <a:lnTo>
                    <a:pt x="2258" y="458759"/>
                  </a:lnTo>
                  <a:lnTo>
                    <a:pt x="749" y="473941"/>
                  </a:lnTo>
                  <a:lnTo>
                    <a:pt x="0" y="489123"/>
                  </a:lnTo>
                  <a:lnTo>
                    <a:pt x="0" y="504304"/>
                  </a:lnTo>
                  <a:lnTo>
                    <a:pt x="749" y="519486"/>
                  </a:lnTo>
                  <a:lnTo>
                    <a:pt x="2258" y="534669"/>
                  </a:lnTo>
                  <a:lnTo>
                    <a:pt x="4548" y="549851"/>
                  </a:lnTo>
                  <a:lnTo>
                    <a:pt x="5139" y="552788"/>
                  </a:lnTo>
                  <a:lnTo>
                    <a:pt x="7381" y="565033"/>
                  </a:lnTo>
                  <a:lnTo>
                    <a:pt x="10912" y="580215"/>
                  </a:lnTo>
                  <a:lnTo>
                    <a:pt x="15255" y="595397"/>
                  </a:lnTo>
                  <a:lnTo>
                    <a:pt x="20467" y="610580"/>
                  </a:lnTo>
                  <a:lnTo>
                    <a:pt x="26626" y="625762"/>
                  </a:lnTo>
                  <a:lnTo>
                    <a:pt x="28807" y="630495"/>
                  </a:lnTo>
                  <a:lnTo>
                    <a:pt x="33310" y="640943"/>
                  </a:lnTo>
                  <a:lnTo>
                    <a:pt x="40797" y="656125"/>
                  </a:lnTo>
                  <a:lnTo>
                    <a:pt x="49423" y="671307"/>
                  </a:lnTo>
                  <a:lnTo>
                    <a:pt x="52477" y="676161"/>
                  </a:lnTo>
                  <a:lnTo>
                    <a:pt x="58662" y="686489"/>
                  </a:lnTo>
                  <a:lnTo>
                    <a:pt x="68901" y="701672"/>
                  </a:lnTo>
                  <a:lnTo>
                    <a:pt x="76146" y="711289"/>
                  </a:lnTo>
                  <a:lnTo>
                    <a:pt x="80194" y="716854"/>
                  </a:lnTo>
                  <a:lnTo>
                    <a:pt x="92336" y="732036"/>
                  </a:lnTo>
                  <a:lnTo>
                    <a:pt x="99814" y="740488"/>
                  </a:lnTo>
                  <a:lnTo>
                    <a:pt x="105650" y="747218"/>
                  </a:lnTo>
                  <a:lnTo>
                    <a:pt x="120125" y="762399"/>
                  </a:lnTo>
                  <a:lnTo>
                    <a:pt x="123484" y="765679"/>
                  </a:lnTo>
                  <a:lnTo>
                    <a:pt x="135608" y="777582"/>
                  </a:lnTo>
                  <a:lnTo>
                    <a:pt x="147152" y="787924"/>
                  </a:lnTo>
                  <a:lnTo>
                    <a:pt x="152580" y="792764"/>
                  </a:lnTo>
                  <a:lnTo>
                    <a:pt x="170821" y="807777"/>
                  </a:lnTo>
                  <a:lnTo>
                    <a:pt x="171028" y="807946"/>
                  </a:lnTo>
                  <a:lnTo>
                    <a:pt x="190753" y="823129"/>
                  </a:lnTo>
                  <a:lnTo>
                    <a:pt x="194489" y="825832"/>
                  </a:lnTo>
                  <a:lnTo>
                    <a:pt x="212239" y="838308"/>
                  </a:lnTo>
                  <a:lnTo>
                    <a:pt x="218159" y="842262"/>
                  </a:lnTo>
                  <a:lnTo>
                    <a:pt x="235664" y="853487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BF50DFD2-37F1-60FD-BCEF-F4F9A1F8C485}"/>
                </a:ext>
              </a:extLst>
            </p:cNvPr>
            <p:cNvSpPr/>
            <p:nvPr/>
          </p:nvSpPr>
          <p:spPr>
            <a:xfrm>
              <a:off x="7061433" y="3195059"/>
              <a:ext cx="1300985" cy="834491"/>
            </a:xfrm>
            <a:custGeom>
              <a:avLst/>
              <a:gdLst>
                <a:gd name="csX0" fmla="*/ 191936 w 1300985"/>
                <a:gd name="csY0" fmla="*/ 713299 h 834491"/>
                <a:gd name="csX1" fmla="*/ 212617 w 1300985"/>
                <a:gd name="csY1" fmla="*/ 725929 h 834491"/>
                <a:gd name="csX2" fmla="*/ 217058 w 1300985"/>
                <a:gd name="csY2" fmla="*/ 728481 h 834491"/>
                <a:gd name="csX3" fmla="*/ 236286 w 1300985"/>
                <a:gd name="csY3" fmla="*/ 739118 h 834491"/>
                <a:gd name="csX4" fmla="*/ 245110 w 1300985"/>
                <a:gd name="csY4" fmla="*/ 743664 h 834491"/>
                <a:gd name="csX5" fmla="*/ 259955 w 1300985"/>
                <a:gd name="csY5" fmla="*/ 751103 h 834491"/>
                <a:gd name="csX6" fmla="*/ 276779 w 1300985"/>
                <a:gd name="csY6" fmla="*/ 758843 h 834491"/>
                <a:gd name="csX7" fmla="*/ 283623 w 1300985"/>
                <a:gd name="csY7" fmla="*/ 761948 h 834491"/>
                <a:gd name="csX8" fmla="*/ 307293 w 1300985"/>
                <a:gd name="csY8" fmla="*/ 771822 h 834491"/>
                <a:gd name="csX9" fmla="*/ 313053 w 1300985"/>
                <a:gd name="csY9" fmla="*/ 774022 h 834491"/>
                <a:gd name="csX10" fmla="*/ 330957 w 1300985"/>
                <a:gd name="csY10" fmla="*/ 780880 h 834491"/>
                <a:gd name="csX11" fmla="*/ 354636 w 1300985"/>
                <a:gd name="csY11" fmla="*/ 788922 h 834491"/>
                <a:gd name="csX12" fmla="*/ 355563 w 1300985"/>
                <a:gd name="csY12" fmla="*/ 789212 h 834491"/>
                <a:gd name="csX13" fmla="*/ 378303 w 1300985"/>
                <a:gd name="csY13" fmla="*/ 796405 h 834491"/>
                <a:gd name="csX14" fmla="*/ 401970 w 1300985"/>
                <a:gd name="csY14" fmla="*/ 802950 h 834491"/>
                <a:gd name="csX15" fmla="*/ 407756 w 1300985"/>
                <a:gd name="csY15" fmla="*/ 804391 h 834491"/>
                <a:gd name="csX16" fmla="*/ 425638 w 1300985"/>
                <a:gd name="csY16" fmla="*/ 808959 h 834491"/>
                <a:gd name="csX17" fmla="*/ 449305 w 1300985"/>
                <a:gd name="csY17" fmla="*/ 814231 h 834491"/>
                <a:gd name="csX18" fmla="*/ 472973 w 1300985"/>
                <a:gd name="csY18" fmla="*/ 818754 h 834491"/>
                <a:gd name="csX19" fmla="*/ 477943 w 1300985"/>
                <a:gd name="csY19" fmla="*/ 819570 h 834491"/>
                <a:gd name="csX20" fmla="*/ 496640 w 1300985"/>
                <a:gd name="csY20" fmla="*/ 822820 h 834491"/>
                <a:gd name="csX21" fmla="*/ 520307 w 1300985"/>
                <a:gd name="csY21" fmla="*/ 826271 h 834491"/>
                <a:gd name="csX22" fmla="*/ 543986 w 1300985"/>
                <a:gd name="csY22" fmla="*/ 829075 h 834491"/>
                <a:gd name="csX23" fmla="*/ 567653 w 1300985"/>
                <a:gd name="csY23" fmla="*/ 831275 h 834491"/>
                <a:gd name="csX24" fmla="*/ 591321 w 1300985"/>
                <a:gd name="csY24" fmla="*/ 832894 h 834491"/>
                <a:gd name="csX25" fmla="*/ 614988 w 1300985"/>
                <a:gd name="csY25" fmla="*/ 833967 h 834491"/>
                <a:gd name="csX26" fmla="*/ 638655 w 1300985"/>
                <a:gd name="csY26" fmla="*/ 834492 h 834491"/>
                <a:gd name="csX27" fmla="*/ 662323 w 1300985"/>
                <a:gd name="csY27" fmla="*/ 834492 h 834491"/>
                <a:gd name="csX28" fmla="*/ 685990 w 1300985"/>
                <a:gd name="csY28" fmla="*/ 833967 h 834491"/>
                <a:gd name="csX29" fmla="*/ 709658 w 1300985"/>
                <a:gd name="csY29" fmla="*/ 832894 h 834491"/>
                <a:gd name="csX30" fmla="*/ 733336 w 1300985"/>
                <a:gd name="csY30" fmla="*/ 831275 h 834491"/>
                <a:gd name="csX31" fmla="*/ 757004 w 1300985"/>
                <a:gd name="csY31" fmla="*/ 829075 h 834491"/>
                <a:gd name="csX32" fmla="*/ 780671 w 1300985"/>
                <a:gd name="csY32" fmla="*/ 826271 h 834491"/>
                <a:gd name="csX33" fmla="*/ 804339 w 1300985"/>
                <a:gd name="csY33" fmla="*/ 822820 h 834491"/>
                <a:gd name="csX34" fmla="*/ 823036 w 1300985"/>
                <a:gd name="csY34" fmla="*/ 819570 h 834491"/>
                <a:gd name="csX35" fmla="*/ 828006 w 1300985"/>
                <a:gd name="csY35" fmla="*/ 818754 h 834491"/>
                <a:gd name="csX36" fmla="*/ 851673 w 1300985"/>
                <a:gd name="csY36" fmla="*/ 814231 h 834491"/>
                <a:gd name="csX37" fmla="*/ 875341 w 1300985"/>
                <a:gd name="csY37" fmla="*/ 808959 h 834491"/>
                <a:gd name="csX38" fmla="*/ 893222 w 1300985"/>
                <a:gd name="csY38" fmla="*/ 804391 h 834491"/>
                <a:gd name="csX39" fmla="*/ 899019 w 1300985"/>
                <a:gd name="csY39" fmla="*/ 802950 h 834491"/>
                <a:gd name="csX40" fmla="*/ 922687 w 1300985"/>
                <a:gd name="csY40" fmla="*/ 796405 h 834491"/>
                <a:gd name="csX41" fmla="*/ 945416 w 1300985"/>
                <a:gd name="csY41" fmla="*/ 789212 h 834491"/>
                <a:gd name="csX42" fmla="*/ 946354 w 1300985"/>
                <a:gd name="csY42" fmla="*/ 788922 h 834491"/>
                <a:gd name="csX43" fmla="*/ 970021 w 1300985"/>
                <a:gd name="csY43" fmla="*/ 780880 h 834491"/>
                <a:gd name="csX44" fmla="*/ 987926 w 1300985"/>
                <a:gd name="csY44" fmla="*/ 774022 h 834491"/>
                <a:gd name="csX45" fmla="*/ 993689 w 1300985"/>
                <a:gd name="csY45" fmla="*/ 771822 h 834491"/>
                <a:gd name="csX46" fmla="*/ 1017356 w 1300985"/>
                <a:gd name="csY46" fmla="*/ 761948 h 834491"/>
                <a:gd name="csX47" fmla="*/ 1024203 w 1300985"/>
                <a:gd name="csY47" fmla="*/ 758843 h 834491"/>
                <a:gd name="csX48" fmla="*/ 1041024 w 1300985"/>
                <a:gd name="csY48" fmla="*/ 751103 h 834491"/>
                <a:gd name="csX49" fmla="*/ 1055867 w 1300985"/>
                <a:gd name="csY49" fmla="*/ 743664 h 834491"/>
                <a:gd name="csX50" fmla="*/ 1064691 w 1300985"/>
                <a:gd name="csY50" fmla="*/ 739118 h 834491"/>
                <a:gd name="csX51" fmla="*/ 1083924 w 1300985"/>
                <a:gd name="csY51" fmla="*/ 728481 h 834491"/>
                <a:gd name="csX52" fmla="*/ 1088370 w 1300985"/>
                <a:gd name="csY52" fmla="*/ 725929 h 834491"/>
                <a:gd name="csX53" fmla="*/ 1109044 w 1300985"/>
                <a:gd name="csY53" fmla="*/ 713299 h 834491"/>
                <a:gd name="csX54" fmla="*/ 1112037 w 1300985"/>
                <a:gd name="csY54" fmla="*/ 711383 h 834491"/>
                <a:gd name="csX55" fmla="*/ 1131728 w 1300985"/>
                <a:gd name="csY55" fmla="*/ 698117 h 834491"/>
                <a:gd name="csX56" fmla="*/ 1135704 w 1300985"/>
                <a:gd name="csY56" fmla="*/ 695268 h 834491"/>
                <a:gd name="csX57" fmla="*/ 1152291 w 1300985"/>
                <a:gd name="csY57" fmla="*/ 682934 h 834491"/>
                <a:gd name="csX58" fmla="*/ 1159372 w 1300985"/>
                <a:gd name="csY58" fmla="*/ 677275 h 834491"/>
                <a:gd name="csX59" fmla="*/ 1170965 w 1300985"/>
                <a:gd name="csY59" fmla="*/ 667753 h 834491"/>
                <a:gd name="csX60" fmla="*/ 1183039 w 1300985"/>
                <a:gd name="csY60" fmla="*/ 656962 h 834491"/>
                <a:gd name="csX61" fmla="*/ 1187875 w 1300985"/>
                <a:gd name="csY61" fmla="*/ 652571 h 834491"/>
                <a:gd name="csX62" fmla="*/ 1203278 w 1300985"/>
                <a:gd name="csY62" fmla="*/ 637389 h 834491"/>
                <a:gd name="csX63" fmla="*/ 1206707 w 1300985"/>
                <a:gd name="csY63" fmla="*/ 633694 h 834491"/>
                <a:gd name="csX64" fmla="*/ 1217384 w 1300985"/>
                <a:gd name="csY64" fmla="*/ 622207 h 834491"/>
                <a:gd name="csX65" fmla="*/ 1229916 w 1300985"/>
                <a:gd name="csY65" fmla="*/ 607024 h 834491"/>
                <a:gd name="csX66" fmla="*/ 1230374 w 1300985"/>
                <a:gd name="csY66" fmla="*/ 606422 h 834491"/>
                <a:gd name="csX67" fmla="*/ 1241599 w 1300985"/>
                <a:gd name="csY67" fmla="*/ 591842 h 834491"/>
                <a:gd name="csX68" fmla="*/ 1251808 w 1300985"/>
                <a:gd name="csY68" fmla="*/ 576660 h 834491"/>
                <a:gd name="csX69" fmla="*/ 1254041 w 1300985"/>
                <a:gd name="csY69" fmla="*/ 572946 h 834491"/>
                <a:gd name="csX70" fmla="*/ 1261167 w 1300985"/>
                <a:gd name="csY70" fmla="*/ 561478 h 834491"/>
                <a:gd name="csX71" fmla="*/ 1269388 w 1300985"/>
                <a:gd name="csY71" fmla="*/ 546297 h 834491"/>
                <a:gd name="csX72" fmla="*/ 1276435 w 1300985"/>
                <a:gd name="csY72" fmla="*/ 531115 h 834491"/>
                <a:gd name="csX73" fmla="*/ 1277720 w 1300985"/>
                <a:gd name="csY73" fmla="*/ 527927 h 834491"/>
                <a:gd name="csX74" fmla="*/ 1282780 w 1300985"/>
                <a:gd name="csY74" fmla="*/ 515932 h 834491"/>
                <a:gd name="csX75" fmla="*/ 1288152 w 1300985"/>
                <a:gd name="csY75" fmla="*/ 500750 h 834491"/>
                <a:gd name="csX76" fmla="*/ 1292519 w 1300985"/>
                <a:gd name="csY76" fmla="*/ 485568 h 834491"/>
                <a:gd name="csX77" fmla="*/ 1295948 w 1300985"/>
                <a:gd name="csY77" fmla="*/ 470386 h 834491"/>
                <a:gd name="csX78" fmla="*/ 1298483 w 1300985"/>
                <a:gd name="csY78" fmla="*/ 455204 h 834491"/>
                <a:gd name="csX79" fmla="*/ 1300147 w 1300985"/>
                <a:gd name="csY79" fmla="*/ 440021 h 834491"/>
                <a:gd name="csX80" fmla="*/ 1300985 w 1300985"/>
                <a:gd name="csY80" fmla="*/ 424839 h 834491"/>
                <a:gd name="csX81" fmla="*/ 1300985 w 1300985"/>
                <a:gd name="csY81" fmla="*/ 409658 h 834491"/>
                <a:gd name="csX82" fmla="*/ 1300147 w 1300985"/>
                <a:gd name="csY82" fmla="*/ 394476 h 834491"/>
                <a:gd name="csX83" fmla="*/ 1298483 w 1300985"/>
                <a:gd name="csY83" fmla="*/ 379294 h 834491"/>
                <a:gd name="csX84" fmla="*/ 1295948 w 1300985"/>
                <a:gd name="csY84" fmla="*/ 364111 h 834491"/>
                <a:gd name="csX85" fmla="*/ 1292519 w 1300985"/>
                <a:gd name="csY85" fmla="*/ 348929 h 834491"/>
                <a:gd name="csX86" fmla="*/ 1288152 w 1300985"/>
                <a:gd name="csY86" fmla="*/ 333747 h 834491"/>
                <a:gd name="csX87" fmla="*/ 1282780 w 1300985"/>
                <a:gd name="csY87" fmla="*/ 318565 h 834491"/>
                <a:gd name="csX88" fmla="*/ 1277720 w 1300985"/>
                <a:gd name="csY88" fmla="*/ 306570 h 834491"/>
                <a:gd name="csX89" fmla="*/ 1276435 w 1300985"/>
                <a:gd name="csY89" fmla="*/ 303383 h 834491"/>
                <a:gd name="csX90" fmla="*/ 1269388 w 1300985"/>
                <a:gd name="csY90" fmla="*/ 288200 h 834491"/>
                <a:gd name="csX91" fmla="*/ 1261167 w 1300985"/>
                <a:gd name="csY91" fmla="*/ 273019 h 834491"/>
                <a:gd name="csX92" fmla="*/ 1254041 w 1300985"/>
                <a:gd name="csY92" fmla="*/ 261551 h 834491"/>
                <a:gd name="csX93" fmla="*/ 1251808 w 1300985"/>
                <a:gd name="csY93" fmla="*/ 257837 h 834491"/>
                <a:gd name="csX94" fmla="*/ 1241599 w 1300985"/>
                <a:gd name="csY94" fmla="*/ 242655 h 834491"/>
                <a:gd name="csX95" fmla="*/ 1230374 w 1300985"/>
                <a:gd name="csY95" fmla="*/ 228074 h 834491"/>
                <a:gd name="csX96" fmla="*/ 1229916 w 1300985"/>
                <a:gd name="csY96" fmla="*/ 227473 h 834491"/>
                <a:gd name="csX97" fmla="*/ 1217384 w 1300985"/>
                <a:gd name="csY97" fmla="*/ 212291 h 834491"/>
                <a:gd name="csX98" fmla="*/ 1206707 w 1300985"/>
                <a:gd name="csY98" fmla="*/ 200803 h 834491"/>
                <a:gd name="csX99" fmla="*/ 1203278 w 1300985"/>
                <a:gd name="csY99" fmla="*/ 197108 h 834491"/>
                <a:gd name="csX100" fmla="*/ 1187875 w 1300985"/>
                <a:gd name="csY100" fmla="*/ 181926 h 834491"/>
                <a:gd name="csX101" fmla="*/ 1183039 w 1300985"/>
                <a:gd name="csY101" fmla="*/ 177536 h 834491"/>
                <a:gd name="csX102" fmla="*/ 1170965 w 1300985"/>
                <a:gd name="csY102" fmla="*/ 166744 h 834491"/>
                <a:gd name="csX103" fmla="*/ 1159372 w 1300985"/>
                <a:gd name="csY103" fmla="*/ 157222 h 834491"/>
                <a:gd name="csX104" fmla="*/ 1152291 w 1300985"/>
                <a:gd name="csY104" fmla="*/ 151562 h 834491"/>
                <a:gd name="csX105" fmla="*/ 1135704 w 1300985"/>
                <a:gd name="csY105" fmla="*/ 139229 h 834491"/>
                <a:gd name="csX106" fmla="*/ 1131728 w 1300985"/>
                <a:gd name="csY106" fmla="*/ 136381 h 834491"/>
                <a:gd name="csX107" fmla="*/ 1112037 w 1300985"/>
                <a:gd name="csY107" fmla="*/ 123114 h 834491"/>
                <a:gd name="csX108" fmla="*/ 1109044 w 1300985"/>
                <a:gd name="csY108" fmla="*/ 121198 h 834491"/>
                <a:gd name="csX109" fmla="*/ 1088370 w 1300985"/>
                <a:gd name="csY109" fmla="*/ 108568 h 834491"/>
                <a:gd name="csX110" fmla="*/ 1083924 w 1300985"/>
                <a:gd name="csY110" fmla="*/ 106016 h 834491"/>
                <a:gd name="csX111" fmla="*/ 1064691 w 1300985"/>
                <a:gd name="csY111" fmla="*/ 95375 h 834491"/>
                <a:gd name="csX112" fmla="*/ 1055867 w 1300985"/>
                <a:gd name="csY112" fmla="*/ 90834 h 834491"/>
                <a:gd name="csX113" fmla="*/ 1041024 w 1300985"/>
                <a:gd name="csY113" fmla="*/ 83395 h 834491"/>
                <a:gd name="csX114" fmla="*/ 1024203 w 1300985"/>
                <a:gd name="csY114" fmla="*/ 75652 h 834491"/>
                <a:gd name="csX115" fmla="*/ 1017356 w 1300985"/>
                <a:gd name="csY115" fmla="*/ 72551 h 834491"/>
                <a:gd name="csX116" fmla="*/ 993689 w 1300985"/>
                <a:gd name="csY116" fmla="*/ 62674 h 834491"/>
                <a:gd name="csX117" fmla="*/ 987926 w 1300985"/>
                <a:gd name="csY117" fmla="*/ 60470 h 834491"/>
                <a:gd name="csX118" fmla="*/ 970021 w 1300985"/>
                <a:gd name="csY118" fmla="*/ 53622 h 834491"/>
                <a:gd name="csX119" fmla="*/ 946354 w 1300985"/>
                <a:gd name="csY119" fmla="*/ 45580 h 834491"/>
                <a:gd name="csX120" fmla="*/ 945416 w 1300985"/>
                <a:gd name="csY120" fmla="*/ 45287 h 834491"/>
                <a:gd name="csX121" fmla="*/ 922687 w 1300985"/>
                <a:gd name="csY121" fmla="*/ 38089 h 834491"/>
                <a:gd name="csX122" fmla="*/ 899019 w 1300985"/>
                <a:gd name="csY122" fmla="*/ 31543 h 834491"/>
                <a:gd name="csX123" fmla="*/ 893222 w 1300985"/>
                <a:gd name="csY123" fmla="*/ 30105 h 834491"/>
                <a:gd name="csX124" fmla="*/ 875341 w 1300985"/>
                <a:gd name="csY124" fmla="*/ 25539 h 834491"/>
                <a:gd name="csX125" fmla="*/ 851673 w 1300985"/>
                <a:gd name="csY125" fmla="*/ 20263 h 834491"/>
                <a:gd name="csX126" fmla="*/ 828006 w 1300985"/>
                <a:gd name="csY126" fmla="*/ 15746 h 834491"/>
                <a:gd name="csX127" fmla="*/ 823036 w 1300985"/>
                <a:gd name="csY127" fmla="*/ 14923 h 834491"/>
                <a:gd name="csX128" fmla="*/ 804339 w 1300985"/>
                <a:gd name="csY128" fmla="*/ 11675 h 834491"/>
                <a:gd name="csX129" fmla="*/ 780671 w 1300985"/>
                <a:gd name="csY129" fmla="*/ 8228 h 834491"/>
                <a:gd name="csX130" fmla="*/ 757004 w 1300985"/>
                <a:gd name="csY130" fmla="*/ 5425 h 834491"/>
                <a:gd name="csX131" fmla="*/ 733336 w 1300985"/>
                <a:gd name="csY131" fmla="*/ 3227 h 834491"/>
                <a:gd name="csX132" fmla="*/ 709658 w 1300985"/>
                <a:gd name="csY132" fmla="*/ 1603 h 834491"/>
                <a:gd name="csX133" fmla="*/ 685990 w 1300985"/>
                <a:gd name="csY133" fmla="*/ 532 h 834491"/>
                <a:gd name="csX134" fmla="*/ 662323 w 1300985"/>
                <a:gd name="csY134" fmla="*/ 0 h 834491"/>
                <a:gd name="csX135" fmla="*/ 638655 w 1300985"/>
                <a:gd name="csY135" fmla="*/ 0 h 834491"/>
                <a:gd name="csX136" fmla="*/ 614988 w 1300985"/>
                <a:gd name="csY136" fmla="*/ 532 h 834491"/>
                <a:gd name="csX137" fmla="*/ 591321 w 1300985"/>
                <a:gd name="csY137" fmla="*/ 1603 h 834491"/>
                <a:gd name="csX138" fmla="*/ 567653 w 1300985"/>
                <a:gd name="csY138" fmla="*/ 3227 h 834491"/>
                <a:gd name="csX139" fmla="*/ 543986 w 1300985"/>
                <a:gd name="csY139" fmla="*/ 5425 h 834491"/>
                <a:gd name="csX140" fmla="*/ 520307 w 1300985"/>
                <a:gd name="csY140" fmla="*/ 8228 h 834491"/>
                <a:gd name="csX141" fmla="*/ 496640 w 1300985"/>
                <a:gd name="csY141" fmla="*/ 11675 h 834491"/>
                <a:gd name="csX142" fmla="*/ 477943 w 1300985"/>
                <a:gd name="csY142" fmla="*/ 14923 h 834491"/>
                <a:gd name="csX143" fmla="*/ 472973 w 1300985"/>
                <a:gd name="csY143" fmla="*/ 15746 h 834491"/>
                <a:gd name="csX144" fmla="*/ 449305 w 1300985"/>
                <a:gd name="csY144" fmla="*/ 20263 h 834491"/>
                <a:gd name="csX145" fmla="*/ 425638 w 1300985"/>
                <a:gd name="csY145" fmla="*/ 25539 h 834491"/>
                <a:gd name="csX146" fmla="*/ 407756 w 1300985"/>
                <a:gd name="csY146" fmla="*/ 30105 h 834491"/>
                <a:gd name="csX147" fmla="*/ 401970 w 1300985"/>
                <a:gd name="csY147" fmla="*/ 31543 h 834491"/>
                <a:gd name="csX148" fmla="*/ 378303 w 1300985"/>
                <a:gd name="csY148" fmla="*/ 38089 h 834491"/>
                <a:gd name="csX149" fmla="*/ 355563 w 1300985"/>
                <a:gd name="csY149" fmla="*/ 45287 h 834491"/>
                <a:gd name="csX150" fmla="*/ 354636 w 1300985"/>
                <a:gd name="csY150" fmla="*/ 45580 h 834491"/>
                <a:gd name="csX151" fmla="*/ 330957 w 1300985"/>
                <a:gd name="csY151" fmla="*/ 53622 h 834491"/>
                <a:gd name="csX152" fmla="*/ 313053 w 1300985"/>
                <a:gd name="csY152" fmla="*/ 60470 h 834491"/>
                <a:gd name="csX153" fmla="*/ 307293 w 1300985"/>
                <a:gd name="csY153" fmla="*/ 62674 h 834491"/>
                <a:gd name="csX154" fmla="*/ 283623 w 1300985"/>
                <a:gd name="csY154" fmla="*/ 72551 h 834491"/>
                <a:gd name="csX155" fmla="*/ 276779 w 1300985"/>
                <a:gd name="csY155" fmla="*/ 75652 h 834491"/>
                <a:gd name="csX156" fmla="*/ 259955 w 1300985"/>
                <a:gd name="csY156" fmla="*/ 83395 h 834491"/>
                <a:gd name="csX157" fmla="*/ 245110 w 1300985"/>
                <a:gd name="csY157" fmla="*/ 90834 h 834491"/>
                <a:gd name="csX158" fmla="*/ 236286 w 1300985"/>
                <a:gd name="csY158" fmla="*/ 95375 h 834491"/>
                <a:gd name="csX159" fmla="*/ 217058 w 1300985"/>
                <a:gd name="csY159" fmla="*/ 106016 h 834491"/>
                <a:gd name="csX160" fmla="*/ 212617 w 1300985"/>
                <a:gd name="csY160" fmla="*/ 108568 h 834491"/>
                <a:gd name="csX161" fmla="*/ 191936 w 1300985"/>
                <a:gd name="csY161" fmla="*/ 121198 h 834491"/>
                <a:gd name="csX162" fmla="*/ 188948 w 1300985"/>
                <a:gd name="csY162" fmla="*/ 123114 h 834491"/>
                <a:gd name="csX163" fmla="*/ 169258 w 1300985"/>
                <a:gd name="csY163" fmla="*/ 136381 h 834491"/>
                <a:gd name="csX164" fmla="*/ 165280 w 1300985"/>
                <a:gd name="csY164" fmla="*/ 139229 h 834491"/>
                <a:gd name="csX165" fmla="*/ 148690 w 1300985"/>
                <a:gd name="csY165" fmla="*/ 151562 h 834491"/>
                <a:gd name="csX166" fmla="*/ 141610 w 1300985"/>
                <a:gd name="csY166" fmla="*/ 157222 h 834491"/>
                <a:gd name="csX167" fmla="*/ 130014 w 1300985"/>
                <a:gd name="csY167" fmla="*/ 166744 h 834491"/>
                <a:gd name="csX168" fmla="*/ 117942 w 1300985"/>
                <a:gd name="csY168" fmla="*/ 177536 h 834491"/>
                <a:gd name="csX169" fmla="*/ 113108 w 1300985"/>
                <a:gd name="csY169" fmla="*/ 181926 h 834491"/>
                <a:gd name="csX170" fmla="*/ 97710 w 1300985"/>
                <a:gd name="csY170" fmla="*/ 197108 h 834491"/>
                <a:gd name="csX171" fmla="*/ 94273 w 1300985"/>
                <a:gd name="csY171" fmla="*/ 200803 h 834491"/>
                <a:gd name="csX172" fmla="*/ 83597 w 1300985"/>
                <a:gd name="csY172" fmla="*/ 212291 h 834491"/>
                <a:gd name="csX173" fmla="*/ 71060 w 1300985"/>
                <a:gd name="csY173" fmla="*/ 227473 h 834491"/>
                <a:gd name="csX174" fmla="*/ 70603 w 1300985"/>
                <a:gd name="csY174" fmla="*/ 228074 h 834491"/>
                <a:gd name="csX175" fmla="*/ 59381 w 1300985"/>
                <a:gd name="csY175" fmla="*/ 242655 h 834491"/>
                <a:gd name="csX176" fmla="*/ 49175 w 1300985"/>
                <a:gd name="csY176" fmla="*/ 257837 h 834491"/>
                <a:gd name="csX177" fmla="*/ 46935 w 1300985"/>
                <a:gd name="csY177" fmla="*/ 261551 h 834491"/>
                <a:gd name="csX178" fmla="*/ 39816 w 1300985"/>
                <a:gd name="csY178" fmla="*/ 273019 h 834491"/>
                <a:gd name="csX179" fmla="*/ 31591 w 1300985"/>
                <a:gd name="csY179" fmla="*/ 288200 h 834491"/>
                <a:gd name="csX180" fmla="*/ 24549 w 1300985"/>
                <a:gd name="csY180" fmla="*/ 303383 h 834491"/>
                <a:gd name="csX181" fmla="*/ 23266 w 1300985"/>
                <a:gd name="csY181" fmla="*/ 306570 h 834491"/>
                <a:gd name="csX182" fmla="*/ 18202 w 1300985"/>
                <a:gd name="csY182" fmla="*/ 318565 h 834491"/>
                <a:gd name="csX183" fmla="*/ 12829 w 1300985"/>
                <a:gd name="csY183" fmla="*/ 333747 h 834491"/>
                <a:gd name="csX184" fmla="*/ 8458 w 1300985"/>
                <a:gd name="csY184" fmla="*/ 348929 h 834491"/>
                <a:gd name="csX185" fmla="*/ 5031 w 1300985"/>
                <a:gd name="csY185" fmla="*/ 364111 h 834491"/>
                <a:gd name="csX186" fmla="*/ 2499 w 1300985"/>
                <a:gd name="csY186" fmla="*/ 379294 h 834491"/>
                <a:gd name="csX187" fmla="*/ 830 w 1300985"/>
                <a:gd name="csY187" fmla="*/ 394476 h 834491"/>
                <a:gd name="csX188" fmla="*/ 0 w 1300985"/>
                <a:gd name="csY188" fmla="*/ 409658 h 834491"/>
                <a:gd name="csX189" fmla="*/ 0 w 1300985"/>
                <a:gd name="csY189" fmla="*/ 424839 h 834491"/>
                <a:gd name="csX190" fmla="*/ 830 w 1300985"/>
                <a:gd name="csY190" fmla="*/ 440021 h 834491"/>
                <a:gd name="csX191" fmla="*/ 2499 w 1300985"/>
                <a:gd name="csY191" fmla="*/ 455204 h 834491"/>
                <a:gd name="csX192" fmla="*/ 5031 w 1300985"/>
                <a:gd name="csY192" fmla="*/ 470386 h 834491"/>
                <a:gd name="csX193" fmla="*/ 8458 w 1300985"/>
                <a:gd name="csY193" fmla="*/ 485568 h 834491"/>
                <a:gd name="csX194" fmla="*/ 12829 w 1300985"/>
                <a:gd name="csY194" fmla="*/ 500750 h 834491"/>
                <a:gd name="csX195" fmla="*/ 18202 w 1300985"/>
                <a:gd name="csY195" fmla="*/ 515932 h 834491"/>
                <a:gd name="csX196" fmla="*/ 23266 w 1300985"/>
                <a:gd name="csY196" fmla="*/ 527927 h 834491"/>
                <a:gd name="csX197" fmla="*/ 24549 w 1300985"/>
                <a:gd name="csY197" fmla="*/ 531115 h 834491"/>
                <a:gd name="csX198" fmla="*/ 31591 w 1300985"/>
                <a:gd name="csY198" fmla="*/ 546297 h 834491"/>
                <a:gd name="csX199" fmla="*/ 39816 w 1300985"/>
                <a:gd name="csY199" fmla="*/ 561478 h 834491"/>
                <a:gd name="csX200" fmla="*/ 46935 w 1300985"/>
                <a:gd name="csY200" fmla="*/ 572946 h 834491"/>
                <a:gd name="csX201" fmla="*/ 49175 w 1300985"/>
                <a:gd name="csY201" fmla="*/ 576660 h 834491"/>
                <a:gd name="csX202" fmla="*/ 59381 w 1300985"/>
                <a:gd name="csY202" fmla="*/ 591842 h 834491"/>
                <a:gd name="csX203" fmla="*/ 70603 w 1300985"/>
                <a:gd name="csY203" fmla="*/ 606422 h 834491"/>
                <a:gd name="csX204" fmla="*/ 71060 w 1300985"/>
                <a:gd name="csY204" fmla="*/ 607024 h 834491"/>
                <a:gd name="csX205" fmla="*/ 83597 w 1300985"/>
                <a:gd name="csY205" fmla="*/ 622207 h 834491"/>
                <a:gd name="csX206" fmla="*/ 94273 w 1300985"/>
                <a:gd name="csY206" fmla="*/ 633694 h 834491"/>
                <a:gd name="csX207" fmla="*/ 97710 w 1300985"/>
                <a:gd name="csY207" fmla="*/ 637389 h 834491"/>
                <a:gd name="csX208" fmla="*/ 113108 w 1300985"/>
                <a:gd name="csY208" fmla="*/ 652571 h 834491"/>
                <a:gd name="csX209" fmla="*/ 117942 w 1300985"/>
                <a:gd name="csY209" fmla="*/ 656962 h 834491"/>
                <a:gd name="csX210" fmla="*/ 130014 w 1300985"/>
                <a:gd name="csY210" fmla="*/ 667753 h 834491"/>
                <a:gd name="csX211" fmla="*/ 141610 w 1300985"/>
                <a:gd name="csY211" fmla="*/ 677275 h 834491"/>
                <a:gd name="csX212" fmla="*/ 148690 w 1300985"/>
                <a:gd name="csY212" fmla="*/ 682934 h 834491"/>
                <a:gd name="csX213" fmla="*/ 165280 w 1300985"/>
                <a:gd name="csY213" fmla="*/ 695268 h 834491"/>
                <a:gd name="csX214" fmla="*/ 169258 w 1300985"/>
                <a:gd name="csY214" fmla="*/ 698117 h 834491"/>
                <a:gd name="csX215" fmla="*/ 188948 w 1300985"/>
                <a:gd name="csY215" fmla="*/ 711383 h 834491"/>
                <a:gd name="csX216" fmla="*/ 191936 w 1300985"/>
                <a:gd name="csY216" fmla="*/ 713299 h 834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300985" h="834491">
                  <a:moveTo>
                    <a:pt x="191936" y="713299"/>
                  </a:moveTo>
                  <a:lnTo>
                    <a:pt x="212617" y="725929"/>
                  </a:lnTo>
                  <a:lnTo>
                    <a:pt x="217058" y="728481"/>
                  </a:lnTo>
                  <a:lnTo>
                    <a:pt x="236286" y="739118"/>
                  </a:lnTo>
                  <a:lnTo>
                    <a:pt x="245110" y="743664"/>
                  </a:lnTo>
                  <a:lnTo>
                    <a:pt x="259955" y="751103"/>
                  </a:lnTo>
                  <a:lnTo>
                    <a:pt x="276779" y="758843"/>
                  </a:lnTo>
                  <a:lnTo>
                    <a:pt x="283623" y="761948"/>
                  </a:lnTo>
                  <a:lnTo>
                    <a:pt x="307293" y="771822"/>
                  </a:lnTo>
                  <a:lnTo>
                    <a:pt x="313053" y="774022"/>
                  </a:lnTo>
                  <a:lnTo>
                    <a:pt x="330957" y="780880"/>
                  </a:lnTo>
                  <a:lnTo>
                    <a:pt x="354636" y="788922"/>
                  </a:lnTo>
                  <a:lnTo>
                    <a:pt x="355563" y="789212"/>
                  </a:lnTo>
                  <a:lnTo>
                    <a:pt x="378303" y="796405"/>
                  </a:lnTo>
                  <a:lnTo>
                    <a:pt x="401970" y="802950"/>
                  </a:lnTo>
                  <a:lnTo>
                    <a:pt x="407756" y="804391"/>
                  </a:lnTo>
                  <a:lnTo>
                    <a:pt x="425638" y="808959"/>
                  </a:lnTo>
                  <a:lnTo>
                    <a:pt x="449305" y="814231"/>
                  </a:lnTo>
                  <a:lnTo>
                    <a:pt x="472973" y="818754"/>
                  </a:lnTo>
                  <a:lnTo>
                    <a:pt x="477943" y="819570"/>
                  </a:lnTo>
                  <a:lnTo>
                    <a:pt x="496640" y="822820"/>
                  </a:lnTo>
                  <a:lnTo>
                    <a:pt x="520307" y="826271"/>
                  </a:lnTo>
                  <a:lnTo>
                    <a:pt x="543986" y="829075"/>
                  </a:lnTo>
                  <a:lnTo>
                    <a:pt x="567653" y="831275"/>
                  </a:lnTo>
                  <a:lnTo>
                    <a:pt x="591321" y="832894"/>
                  </a:lnTo>
                  <a:lnTo>
                    <a:pt x="614988" y="833967"/>
                  </a:lnTo>
                  <a:lnTo>
                    <a:pt x="638655" y="834492"/>
                  </a:lnTo>
                  <a:lnTo>
                    <a:pt x="662323" y="834492"/>
                  </a:lnTo>
                  <a:lnTo>
                    <a:pt x="685990" y="833967"/>
                  </a:lnTo>
                  <a:lnTo>
                    <a:pt x="709658" y="832894"/>
                  </a:lnTo>
                  <a:lnTo>
                    <a:pt x="733336" y="831275"/>
                  </a:lnTo>
                  <a:lnTo>
                    <a:pt x="757004" y="829075"/>
                  </a:lnTo>
                  <a:lnTo>
                    <a:pt x="780671" y="826271"/>
                  </a:lnTo>
                  <a:lnTo>
                    <a:pt x="804339" y="822820"/>
                  </a:lnTo>
                  <a:lnTo>
                    <a:pt x="823036" y="819570"/>
                  </a:lnTo>
                  <a:lnTo>
                    <a:pt x="828006" y="818754"/>
                  </a:lnTo>
                  <a:lnTo>
                    <a:pt x="851673" y="814231"/>
                  </a:lnTo>
                  <a:lnTo>
                    <a:pt x="875341" y="808959"/>
                  </a:lnTo>
                  <a:lnTo>
                    <a:pt x="893222" y="804391"/>
                  </a:lnTo>
                  <a:lnTo>
                    <a:pt x="899019" y="802950"/>
                  </a:lnTo>
                  <a:lnTo>
                    <a:pt x="922687" y="796405"/>
                  </a:lnTo>
                  <a:lnTo>
                    <a:pt x="945416" y="789212"/>
                  </a:lnTo>
                  <a:lnTo>
                    <a:pt x="946354" y="788922"/>
                  </a:lnTo>
                  <a:lnTo>
                    <a:pt x="970021" y="780880"/>
                  </a:lnTo>
                  <a:lnTo>
                    <a:pt x="987926" y="774022"/>
                  </a:lnTo>
                  <a:lnTo>
                    <a:pt x="993689" y="771822"/>
                  </a:lnTo>
                  <a:lnTo>
                    <a:pt x="1017356" y="761948"/>
                  </a:lnTo>
                  <a:lnTo>
                    <a:pt x="1024203" y="758843"/>
                  </a:lnTo>
                  <a:lnTo>
                    <a:pt x="1041024" y="751103"/>
                  </a:lnTo>
                  <a:lnTo>
                    <a:pt x="1055867" y="743664"/>
                  </a:lnTo>
                  <a:lnTo>
                    <a:pt x="1064691" y="739118"/>
                  </a:lnTo>
                  <a:lnTo>
                    <a:pt x="1083924" y="728481"/>
                  </a:lnTo>
                  <a:lnTo>
                    <a:pt x="1088370" y="725929"/>
                  </a:lnTo>
                  <a:lnTo>
                    <a:pt x="1109044" y="713299"/>
                  </a:lnTo>
                  <a:lnTo>
                    <a:pt x="1112037" y="711383"/>
                  </a:lnTo>
                  <a:lnTo>
                    <a:pt x="1131728" y="698117"/>
                  </a:lnTo>
                  <a:lnTo>
                    <a:pt x="1135704" y="695268"/>
                  </a:lnTo>
                  <a:lnTo>
                    <a:pt x="1152291" y="682934"/>
                  </a:lnTo>
                  <a:lnTo>
                    <a:pt x="1159372" y="677275"/>
                  </a:lnTo>
                  <a:lnTo>
                    <a:pt x="1170965" y="667753"/>
                  </a:lnTo>
                  <a:lnTo>
                    <a:pt x="1183039" y="656962"/>
                  </a:lnTo>
                  <a:lnTo>
                    <a:pt x="1187875" y="652571"/>
                  </a:lnTo>
                  <a:lnTo>
                    <a:pt x="1203278" y="637389"/>
                  </a:lnTo>
                  <a:lnTo>
                    <a:pt x="1206707" y="633694"/>
                  </a:lnTo>
                  <a:lnTo>
                    <a:pt x="1217384" y="622207"/>
                  </a:lnTo>
                  <a:lnTo>
                    <a:pt x="1229916" y="607024"/>
                  </a:lnTo>
                  <a:lnTo>
                    <a:pt x="1230374" y="606422"/>
                  </a:lnTo>
                  <a:lnTo>
                    <a:pt x="1241599" y="591842"/>
                  </a:lnTo>
                  <a:lnTo>
                    <a:pt x="1251808" y="576660"/>
                  </a:lnTo>
                  <a:lnTo>
                    <a:pt x="1254041" y="572946"/>
                  </a:lnTo>
                  <a:lnTo>
                    <a:pt x="1261167" y="561478"/>
                  </a:lnTo>
                  <a:lnTo>
                    <a:pt x="1269388" y="546297"/>
                  </a:lnTo>
                  <a:lnTo>
                    <a:pt x="1276435" y="531115"/>
                  </a:lnTo>
                  <a:lnTo>
                    <a:pt x="1277720" y="527927"/>
                  </a:lnTo>
                  <a:lnTo>
                    <a:pt x="1282780" y="515932"/>
                  </a:lnTo>
                  <a:lnTo>
                    <a:pt x="1288152" y="500750"/>
                  </a:lnTo>
                  <a:lnTo>
                    <a:pt x="1292519" y="485568"/>
                  </a:lnTo>
                  <a:lnTo>
                    <a:pt x="1295948" y="470386"/>
                  </a:lnTo>
                  <a:lnTo>
                    <a:pt x="1298483" y="455204"/>
                  </a:lnTo>
                  <a:lnTo>
                    <a:pt x="1300147" y="440021"/>
                  </a:lnTo>
                  <a:lnTo>
                    <a:pt x="1300985" y="424839"/>
                  </a:lnTo>
                  <a:lnTo>
                    <a:pt x="1300985" y="409658"/>
                  </a:lnTo>
                  <a:lnTo>
                    <a:pt x="1300147" y="394476"/>
                  </a:lnTo>
                  <a:lnTo>
                    <a:pt x="1298483" y="379294"/>
                  </a:lnTo>
                  <a:lnTo>
                    <a:pt x="1295948" y="364111"/>
                  </a:lnTo>
                  <a:lnTo>
                    <a:pt x="1292519" y="348929"/>
                  </a:lnTo>
                  <a:lnTo>
                    <a:pt x="1288152" y="333747"/>
                  </a:lnTo>
                  <a:lnTo>
                    <a:pt x="1282780" y="318565"/>
                  </a:lnTo>
                  <a:lnTo>
                    <a:pt x="1277720" y="306570"/>
                  </a:lnTo>
                  <a:lnTo>
                    <a:pt x="1276435" y="303383"/>
                  </a:lnTo>
                  <a:lnTo>
                    <a:pt x="1269388" y="288200"/>
                  </a:lnTo>
                  <a:lnTo>
                    <a:pt x="1261167" y="273019"/>
                  </a:lnTo>
                  <a:lnTo>
                    <a:pt x="1254041" y="261551"/>
                  </a:lnTo>
                  <a:lnTo>
                    <a:pt x="1251808" y="257837"/>
                  </a:lnTo>
                  <a:lnTo>
                    <a:pt x="1241599" y="242655"/>
                  </a:lnTo>
                  <a:lnTo>
                    <a:pt x="1230374" y="228074"/>
                  </a:lnTo>
                  <a:lnTo>
                    <a:pt x="1229916" y="227473"/>
                  </a:lnTo>
                  <a:lnTo>
                    <a:pt x="1217384" y="212291"/>
                  </a:lnTo>
                  <a:lnTo>
                    <a:pt x="1206707" y="200803"/>
                  </a:lnTo>
                  <a:lnTo>
                    <a:pt x="1203278" y="197108"/>
                  </a:lnTo>
                  <a:lnTo>
                    <a:pt x="1187875" y="181926"/>
                  </a:lnTo>
                  <a:lnTo>
                    <a:pt x="1183039" y="177536"/>
                  </a:lnTo>
                  <a:lnTo>
                    <a:pt x="1170965" y="166744"/>
                  </a:lnTo>
                  <a:lnTo>
                    <a:pt x="1159372" y="157222"/>
                  </a:lnTo>
                  <a:lnTo>
                    <a:pt x="1152291" y="151562"/>
                  </a:lnTo>
                  <a:lnTo>
                    <a:pt x="1135704" y="139229"/>
                  </a:lnTo>
                  <a:lnTo>
                    <a:pt x="1131728" y="136381"/>
                  </a:lnTo>
                  <a:lnTo>
                    <a:pt x="1112037" y="123114"/>
                  </a:lnTo>
                  <a:lnTo>
                    <a:pt x="1109044" y="121198"/>
                  </a:lnTo>
                  <a:lnTo>
                    <a:pt x="1088370" y="108568"/>
                  </a:lnTo>
                  <a:lnTo>
                    <a:pt x="1083924" y="106016"/>
                  </a:lnTo>
                  <a:lnTo>
                    <a:pt x="1064691" y="95375"/>
                  </a:lnTo>
                  <a:lnTo>
                    <a:pt x="1055867" y="90834"/>
                  </a:lnTo>
                  <a:lnTo>
                    <a:pt x="1041024" y="83395"/>
                  </a:lnTo>
                  <a:lnTo>
                    <a:pt x="1024203" y="75652"/>
                  </a:lnTo>
                  <a:lnTo>
                    <a:pt x="1017356" y="72551"/>
                  </a:lnTo>
                  <a:lnTo>
                    <a:pt x="993689" y="62674"/>
                  </a:lnTo>
                  <a:lnTo>
                    <a:pt x="987926" y="60470"/>
                  </a:lnTo>
                  <a:lnTo>
                    <a:pt x="970021" y="53622"/>
                  </a:lnTo>
                  <a:lnTo>
                    <a:pt x="946354" y="45580"/>
                  </a:lnTo>
                  <a:lnTo>
                    <a:pt x="945416" y="45287"/>
                  </a:lnTo>
                  <a:lnTo>
                    <a:pt x="922687" y="38089"/>
                  </a:lnTo>
                  <a:lnTo>
                    <a:pt x="899019" y="31543"/>
                  </a:lnTo>
                  <a:lnTo>
                    <a:pt x="893222" y="30105"/>
                  </a:lnTo>
                  <a:lnTo>
                    <a:pt x="875341" y="25539"/>
                  </a:lnTo>
                  <a:lnTo>
                    <a:pt x="851673" y="20263"/>
                  </a:lnTo>
                  <a:lnTo>
                    <a:pt x="828006" y="15746"/>
                  </a:lnTo>
                  <a:lnTo>
                    <a:pt x="823036" y="14923"/>
                  </a:lnTo>
                  <a:lnTo>
                    <a:pt x="804339" y="11675"/>
                  </a:lnTo>
                  <a:lnTo>
                    <a:pt x="780671" y="8228"/>
                  </a:lnTo>
                  <a:lnTo>
                    <a:pt x="757004" y="5425"/>
                  </a:lnTo>
                  <a:lnTo>
                    <a:pt x="733336" y="3227"/>
                  </a:lnTo>
                  <a:lnTo>
                    <a:pt x="709658" y="1603"/>
                  </a:lnTo>
                  <a:lnTo>
                    <a:pt x="685990" y="532"/>
                  </a:lnTo>
                  <a:lnTo>
                    <a:pt x="662323" y="0"/>
                  </a:lnTo>
                  <a:lnTo>
                    <a:pt x="638655" y="0"/>
                  </a:lnTo>
                  <a:lnTo>
                    <a:pt x="614988" y="532"/>
                  </a:lnTo>
                  <a:lnTo>
                    <a:pt x="591321" y="1603"/>
                  </a:lnTo>
                  <a:lnTo>
                    <a:pt x="567653" y="3227"/>
                  </a:lnTo>
                  <a:lnTo>
                    <a:pt x="543986" y="5425"/>
                  </a:lnTo>
                  <a:lnTo>
                    <a:pt x="520307" y="8228"/>
                  </a:lnTo>
                  <a:lnTo>
                    <a:pt x="496640" y="11675"/>
                  </a:lnTo>
                  <a:lnTo>
                    <a:pt x="477943" y="14923"/>
                  </a:lnTo>
                  <a:lnTo>
                    <a:pt x="472973" y="15746"/>
                  </a:lnTo>
                  <a:lnTo>
                    <a:pt x="449305" y="20263"/>
                  </a:lnTo>
                  <a:lnTo>
                    <a:pt x="425638" y="25539"/>
                  </a:lnTo>
                  <a:lnTo>
                    <a:pt x="407756" y="30105"/>
                  </a:lnTo>
                  <a:lnTo>
                    <a:pt x="401970" y="31543"/>
                  </a:lnTo>
                  <a:lnTo>
                    <a:pt x="378303" y="38089"/>
                  </a:lnTo>
                  <a:lnTo>
                    <a:pt x="355563" y="45287"/>
                  </a:lnTo>
                  <a:lnTo>
                    <a:pt x="354636" y="45580"/>
                  </a:lnTo>
                  <a:lnTo>
                    <a:pt x="330957" y="53622"/>
                  </a:lnTo>
                  <a:lnTo>
                    <a:pt x="313053" y="60470"/>
                  </a:lnTo>
                  <a:lnTo>
                    <a:pt x="307293" y="62674"/>
                  </a:lnTo>
                  <a:lnTo>
                    <a:pt x="283623" y="72551"/>
                  </a:lnTo>
                  <a:lnTo>
                    <a:pt x="276779" y="75652"/>
                  </a:lnTo>
                  <a:lnTo>
                    <a:pt x="259955" y="83395"/>
                  </a:lnTo>
                  <a:lnTo>
                    <a:pt x="245110" y="90834"/>
                  </a:lnTo>
                  <a:lnTo>
                    <a:pt x="236286" y="95375"/>
                  </a:lnTo>
                  <a:lnTo>
                    <a:pt x="217058" y="106016"/>
                  </a:lnTo>
                  <a:lnTo>
                    <a:pt x="212617" y="108568"/>
                  </a:lnTo>
                  <a:lnTo>
                    <a:pt x="191936" y="121198"/>
                  </a:lnTo>
                  <a:lnTo>
                    <a:pt x="188948" y="123114"/>
                  </a:lnTo>
                  <a:lnTo>
                    <a:pt x="169258" y="136381"/>
                  </a:lnTo>
                  <a:lnTo>
                    <a:pt x="165280" y="139229"/>
                  </a:lnTo>
                  <a:lnTo>
                    <a:pt x="148690" y="151562"/>
                  </a:lnTo>
                  <a:lnTo>
                    <a:pt x="141610" y="157222"/>
                  </a:lnTo>
                  <a:lnTo>
                    <a:pt x="130014" y="166744"/>
                  </a:lnTo>
                  <a:lnTo>
                    <a:pt x="117942" y="177536"/>
                  </a:lnTo>
                  <a:lnTo>
                    <a:pt x="113108" y="181926"/>
                  </a:lnTo>
                  <a:lnTo>
                    <a:pt x="97710" y="197108"/>
                  </a:lnTo>
                  <a:lnTo>
                    <a:pt x="94273" y="200803"/>
                  </a:lnTo>
                  <a:lnTo>
                    <a:pt x="83597" y="212291"/>
                  </a:lnTo>
                  <a:lnTo>
                    <a:pt x="71060" y="227473"/>
                  </a:lnTo>
                  <a:lnTo>
                    <a:pt x="70603" y="228074"/>
                  </a:lnTo>
                  <a:lnTo>
                    <a:pt x="59381" y="242655"/>
                  </a:lnTo>
                  <a:lnTo>
                    <a:pt x="49175" y="257837"/>
                  </a:lnTo>
                  <a:lnTo>
                    <a:pt x="46935" y="261551"/>
                  </a:lnTo>
                  <a:lnTo>
                    <a:pt x="39816" y="273019"/>
                  </a:lnTo>
                  <a:lnTo>
                    <a:pt x="31591" y="288200"/>
                  </a:lnTo>
                  <a:lnTo>
                    <a:pt x="24549" y="303383"/>
                  </a:lnTo>
                  <a:lnTo>
                    <a:pt x="23266" y="306570"/>
                  </a:lnTo>
                  <a:lnTo>
                    <a:pt x="18202" y="318565"/>
                  </a:lnTo>
                  <a:lnTo>
                    <a:pt x="12829" y="333747"/>
                  </a:lnTo>
                  <a:lnTo>
                    <a:pt x="8458" y="348929"/>
                  </a:lnTo>
                  <a:lnTo>
                    <a:pt x="5031" y="364111"/>
                  </a:lnTo>
                  <a:lnTo>
                    <a:pt x="2499" y="379294"/>
                  </a:lnTo>
                  <a:lnTo>
                    <a:pt x="830" y="394476"/>
                  </a:lnTo>
                  <a:lnTo>
                    <a:pt x="0" y="409658"/>
                  </a:lnTo>
                  <a:lnTo>
                    <a:pt x="0" y="424839"/>
                  </a:lnTo>
                  <a:lnTo>
                    <a:pt x="830" y="440021"/>
                  </a:lnTo>
                  <a:lnTo>
                    <a:pt x="2499" y="455204"/>
                  </a:lnTo>
                  <a:lnTo>
                    <a:pt x="5031" y="470386"/>
                  </a:lnTo>
                  <a:lnTo>
                    <a:pt x="8458" y="485568"/>
                  </a:lnTo>
                  <a:lnTo>
                    <a:pt x="12829" y="500750"/>
                  </a:lnTo>
                  <a:lnTo>
                    <a:pt x="18202" y="515932"/>
                  </a:lnTo>
                  <a:lnTo>
                    <a:pt x="23266" y="527927"/>
                  </a:lnTo>
                  <a:lnTo>
                    <a:pt x="24549" y="531115"/>
                  </a:lnTo>
                  <a:lnTo>
                    <a:pt x="31591" y="546297"/>
                  </a:lnTo>
                  <a:lnTo>
                    <a:pt x="39816" y="561478"/>
                  </a:lnTo>
                  <a:lnTo>
                    <a:pt x="46935" y="572946"/>
                  </a:lnTo>
                  <a:lnTo>
                    <a:pt x="49175" y="576660"/>
                  </a:lnTo>
                  <a:lnTo>
                    <a:pt x="59381" y="591842"/>
                  </a:lnTo>
                  <a:lnTo>
                    <a:pt x="70603" y="606422"/>
                  </a:lnTo>
                  <a:lnTo>
                    <a:pt x="71060" y="607024"/>
                  </a:lnTo>
                  <a:lnTo>
                    <a:pt x="83597" y="622207"/>
                  </a:lnTo>
                  <a:lnTo>
                    <a:pt x="94273" y="633694"/>
                  </a:lnTo>
                  <a:lnTo>
                    <a:pt x="97710" y="637389"/>
                  </a:lnTo>
                  <a:lnTo>
                    <a:pt x="113108" y="652571"/>
                  </a:lnTo>
                  <a:lnTo>
                    <a:pt x="117942" y="656962"/>
                  </a:lnTo>
                  <a:lnTo>
                    <a:pt x="130014" y="667753"/>
                  </a:lnTo>
                  <a:lnTo>
                    <a:pt x="141610" y="677275"/>
                  </a:lnTo>
                  <a:lnTo>
                    <a:pt x="148690" y="682934"/>
                  </a:lnTo>
                  <a:lnTo>
                    <a:pt x="165280" y="695268"/>
                  </a:lnTo>
                  <a:lnTo>
                    <a:pt x="169258" y="698117"/>
                  </a:lnTo>
                  <a:lnTo>
                    <a:pt x="188948" y="711383"/>
                  </a:lnTo>
                  <a:lnTo>
                    <a:pt x="191936" y="71329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E108B6F0-0C65-5E72-9A1A-1A67503629FD}"/>
                </a:ext>
              </a:extLst>
            </p:cNvPr>
            <p:cNvSpPr/>
            <p:nvPr/>
          </p:nvSpPr>
          <p:spPr>
            <a:xfrm>
              <a:off x="7146014" y="3249312"/>
              <a:ext cx="1131820" cy="725990"/>
            </a:xfrm>
            <a:custGeom>
              <a:avLst/>
              <a:gdLst>
                <a:gd name="csX0" fmla="*/ 180377 w 1131820"/>
                <a:gd name="csY0" fmla="*/ 628681 h 725990"/>
                <a:gd name="csX1" fmla="*/ 199043 w 1131820"/>
                <a:gd name="csY1" fmla="*/ 639371 h 725990"/>
                <a:gd name="csX2" fmla="*/ 207505 w 1131820"/>
                <a:gd name="csY2" fmla="*/ 643864 h 725990"/>
                <a:gd name="csX3" fmla="*/ 222713 w 1131820"/>
                <a:gd name="csY3" fmla="*/ 651632 h 725990"/>
                <a:gd name="csX4" fmla="*/ 238569 w 1131820"/>
                <a:gd name="csY4" fmla="*/ 659046 h 725990"/>
                <a:gd name="csX5" fmla="*/ 246377 w 1131820"/>
                <a:gd name="csY5" fmla="*/ 662598 h 725990"/>
                <a:gd name="csX6" fmla="*/ 270055 w 1131820"/>
                <a:gd name="csY6" fmla="*/ 672420 h 725990"/>
                <a:gd name="csX7" fmla="*/ 274836 w 1131820"/>
                <a:gd name="csY7" fmla="*/ 674228 h 725990"/>
                <a:gd name="csX8" fmla="*/ 293723 w 1131820"/>
                <a:gd name="csY8" fmla="*/ 681291 h 725990"/>
                <a:gd name="csX9" fmla="*/ 317390 w 1131820"/>
                <a:gd name="csY9" fmla="*/ 689076 h 725990"/>
                <a:gd name="csX10" fmla="*/ 318496 w 1131820"/>
                <a:gd name="csY10" fmla="*/ 689411 h 725990"/>
                <a:gd name="csX11" fmla="*/ 341057 w 1131820"/>
                <a:gd name="csY11" fmla="*/ 696157 h 725990"/>
                <a:gd name="csX12" fmla="*/ 364725 w 1131820"/>
                <a:gd name="csY12" fmla="*/ 702289 h 725990"/>
                <a:gd name="csX13" fmla="*/ 374911 w 1131820"/>
                <a:gd name="csY13" fmla="*/ 704590 h 725990"/>
                <a:gd name="csX14" fmla="*/ 388392 w 1131820"/>
                <a:gd name="csY14" fmla="*/ 707695 h 725990"/>
                <a:gd name="csX15" fmla="*/ 412060 w 1131820"/>
                <a:gd name="csY15" fmla="*/ 712386 h 725990"/>
                <a:gd name="csX16" fmla="*/ 435727 w 1131820"/>
                <a:gd name="csY16" fmla="*/ 716295 h 725990"/>
                <a:gd name="csX17" fmla="*/ 459406 w 1131820"/>
                <a:gd name="csY17" fmla="*/ 719479 h 725990"/>
                <a:gd name="csX18" fmla="*/ 462198 w 1131820"/>
                <a:gd name="csY18" fmla="*/ 719769 h 725990"/>
                <a:gd name="csX19" fmla="*/ 483073 w 1131820"/>
                <a:gd name="csY19" fmla="*/ 722103 h 725990"/>
                <a:gd name="csX20" fmla="*/ 506740 w 1131820"/>
                <a:gd name="csY20" fmla="*/ 724058 h 725990"/>
                <a:gd name="csX21" fmla="*/ 530408 w 1131820"/>
                <a:gd name="csY21" fmla="*/ 725354 h 725990"/>
                <a:gd name="csX22" fmla="*/ 554075 w 1131820"/>
                <a:gd name="csY22" fmla="*/ 725990 h 725990"/>
                <a:gd name="csX23" fmla="*/ 577742 w 1131820"/>
                <a:gd name="csY23" fmla="*/ 725990 h 725990"/>
                <a:gd name="csX24" fmla="*/ 601410 w 1131820"/>
                <a:gd name="csY24" fmla="*/ 725354 h 725990"/>
                <a:gd name="csX25" fmla="*/ 625077 w 1131820"/>
                <a:gd name="csY25" fmla="*/ 724058 h 725990"/>
                <a:gd name="csX26" fmla="*/ 648756 w 1131820"/>
                <a:gd name="csY26" fmla="*/ 722103 h 725990"/>
                <a:gd name="csX27" fmla="*/ 669620 w 1131820"/>
                <a:gd name="csY27" fmla="*/ 719769 h 725990"/>
                <a:gd name="csX28" fmla="*/ 672423 w 1131820"/>
                <a:gd name="csY28" fmla="*/ 719479 h 725990"/>
                <a:gd name="csX29" fmla="*/ 696091 w 1131820"/>
                <a:gd name="csY29" fmla="*/ 716295 h 725990"/>
                <a:gd name="csX30" fmla="*/ 719758 w 1131820"/>
                <a:gd name="csY30" fmla="*/ 712386 h 725990"/>
                <a:gd name="csX31" fmla="*/ 743425 w 1131820"/>
                <a:gd name="csY31" fmla="*/ 707695 h 725990"/>
                <a:gd name="csX32" fmla="*/ 756907 w 1131820"/>
                <a:gd name="csY32" fmla="*/ 704590 h 725990"/>
                <a:gd name="csX33" fmla="*/ 767093 w 1131820"/>
                <a:gd name="csY33" fmla="*/ 702289 h 725990"/>
                <a:gd name="csX34" fmla="*/ 790760 w 1131820"/>
                <a:gd name="csY34" fmla="*/ 696157 h 725990"/>
                <a:gd name="csX35" fmla="*/ 813333 w 1131820"/>
                <a:gd name="csY35" fmla="*/ 689411 h 725990"/>
                <a:gd name="csX36" fmla="*/ 814439 w 1131820"/>
                <a:gd name="csY36" fmla="*/ 689076 h 725990"/>
                <a:gd name="csX37" fmla="*/ 838106 w 1131820"/>
                <a:gd name="csY37" fmla="*/ 681291 h 725990"/>
                <a:gd name="csX38" fmla="*/ 856982 w 1131820"/>
                <a:gd name="csY38" fmla="*/ 674228 h 725990"/>
                <a:gd name="csX39" fmla="*/ 861774 w 1131820"/>
                <a:gd name="csY39" fmla="*/ 672420 h 725990"/>
                <a:gd name="csX40" fmla="*/ 885441 w 1131820"/>
                <a:gd name="csY40" fmla="*/ 662598 h 725990"/>
                <a:gd name="csX41" fmla="*/ 893248 w 1131820"/>
                <a:gd name="csY41" fmla="*/ 659046 h 725990"/>
                <a:gd name="csX42" fmla="*/ 909108 w 1131820"/>
                <a:gd name="csY42" fmla="*/ 651632 h 725990"/>
                <a:gd name="csX43" fmla="*/ 924321 w 1131820"/>
                <a:gd name="csY43" fmla="*/ 643864 h 725990"/>
                <a:gd name="csX44" fmla="*/ 932776 w 1131820"/>
                <a:gd name="csY44" fmla="*/ 639371 h 725990"/>
                <a:gd name="csX45" fmla="*/ 951439 w 1131820"/>
                <a:gd name="csY45" fmla="*/ 628681 h 725990"/>
                <a:gd name="csX46" fmla="*/ 956443 w 1131820"/>
                <a:gd name="csY46" fmla="*/ 625669 h 725990"/>
                <a:gd name="csX47" fmla="*/ 975420 w 1131820"/>
                <a:gd name="csY47" fmla="*/ 613500 h 725990"/>
                <a:gd name="csX48" fmla="*/ 980111 w 1131820"/>
                <a:gd name="csY48" fmla="*/ 610291 h 725990"/>
                <a:gd name="csX49" fmla="*/ 996775 w 1131820"/>
                <a:gd name="csY49" fmla="*/ 598318 h 725990"/>
                <a:gd name="csX50" fmla="*/ 1003789 w 1131820"/>
                <a:gd name="csY50" fmla="*/ 592890 h 725990"/>
                <a:gd name="csX51" fmla="*/ 1015896 w 1131820"/>
                <a:gd name="csY51" fmla="*/ 583136 h 725990"/>
                <a:gd name="csX52" fmla="*/ 1027456 w 1131820"/>
                <a:gd name="csY52" fmla="*/ 572961 h 725990"/>
                <a:gd name="csX53" fmla="*/ 1032985 w 1131820"/>
                <a:gd name="csY53" fmla="*/ 567954 h 725990"/>
                <a:gd name="csX54" fmla="*/ 1048298 w 1131820"/>
                <a:gd name="csY54" fmla="*/ 552772 h 725990"/>
                <a:gd name="csX55" fmla="*/ 1051124 w 1131820"/>
                <a:gd name="csY55" fmla="*/ 549703 h 725990"/>
                <a:gd name="csX56" fmla="*/ 1062126 w 1131820"/>
                <a:gd name="csY56" fmla="*/ 537589 h 725990"/>
                <a:gd name="csX57" fmla="*/ 1074277 w 1131820"/>
                <a:gd name="csY57" fmla="*/ 522407 h 725990"/>
                <a:gd name="csX58" fmla="*/ 1074791 w 1131820"/>
                <a:gd name="csY58" fmla="*/ 521698 h 725990"/>
                <a:gd name="csX59" fmla="*/ 1085324 w 1131820"/>
                <a:gd name="csY59" fmla="*/ 507225 h 725990"/>
                <a:gd name="csX60" fmla="*/ 1094873 w 1131820"/>
                <a:gd name="csY60" fmla="*/ 492044 h 725990"/>
                <a:gd name="csX61" fmla="*/ 1098459 w 1131820"/>
                <a:gd name="csY61" fmla="*/ 485510 h 725990"/>
                <a:gd name="csX62" fmla="*/ 1103306 w 1131820"/>
                <a:gd name="csY62" fmla="*/ 476862 h 725990"/>
                <a:gd name="csX63" fmla="*/ 1110622 w 1131820"/>
                <a:gd name="csY63" fmla="*/ 461679 h 725990"/>
                <a:gd name="csX64" fmla="*/ 1116709 w 1131820"/>
                <a:gd name="csY64" fmla="*/ 446497 h 725990"/>
                <a:gd name="csX65" fmla="*/ 1121657 w 1131820"/>
                <a:gd name="csY65" fmla="*/ 431315 h 725990"/>
                <a:gd name="csX66" fmla="*/ 1122126 w 1131820"/>
                <a:gd name="csY66" fmla="*/ 429518 h 725990"/>
                <a:gd name="csX67" fmla="*/ 1125756 w 1131820"/>
                <a:gd name="csY67" fmla="*/ 416133 h 725990"/>
                <a:gd name="csX68" fmla="*/ 1128816 w 1131820"/>
                <a:gd name="csY68" fmla="*/ 400951 h 725990"/>
                <a:gd name="csX69" fmla="*/ 1130827 w 1131820"/>
                <a:gd name="csY69" fmla="*/ 385768 h 725990"/>
                <a:gd name="csX70" fmla="*/ 1131821 w 1131820"/>
                <a:gd name="csY70" fmla="*/ 370586 h 725990"/>
                <a:gd name="csX71" fmla="*/ 1131821 w 1131820"/>
                <a:gd name="csY71" fmla="*/ 355405 h 725990"/>
                <a:gd name="csX72" fmla="*/ 1130827 w 1131820"/>
                <a:gd name="csY72" fmla="*/ 340223 h 725990"/>
                <a:gd name="csX73" fmla="*/ 1128816 w 1131820"/>
                <a:gd name="csY73" fmla="*/ 325041 h 725990"/>
                <a:gd name="csX74" fmla="*/ 1125756 w 1131820"/>
                <a:gd name="csY74" fmla="*/ 309859 h 725990"/>
                <a:gd name="csX75" fmla="*/ 1122126 w 1131820"/>
                <a:gd name="csY75" fmla="*/ 296473 h 725990"/>
                <a:gd name="csX76" fmla="*/ 1121657 w 1131820"/>
                <a:gd name="csY76" fmla="*/ 294676 h 725990"/>
                <a:gd name="csX77" fmla="*/ 1116709 w 1131820"/>
                <a:gd name="csY77" fmla="*/ 279494 h 725990"/>
                <a:gd name="csX78" fmla="*/ 1110622 w 1131820"/>
                <a:gd name="csY78" fmla="*/ 264312 h 725990"/>
                <a:gd name="csX79" fmla="*/ 1103306 w 1131820"/>
                <a:gd name="csY79" fmla="*/ 249130 h 725990"/>
                <a:gd name="csX80" fmla="*/ 1098459 w 1131820"/>
                <a:gd name="csY80" fmla="*/ 240481 h 725990"/>
                <a:gd name="csX81" fmla="*/ 1094873 w 1131820"/>
                <a:gd name="csY81" fmla="*/ 233948 h 725990"/>
                <a:gd name="csX82" fmla="*/ 1085324 w 1131820"/>
                <a:gd name="csY82" fmla="*/ 218766 h 725990"/>
                <a:gd name="csX83" fmla="*/ 1074791 w 1131820"/>
                <a:gd name="csY83" fmla="*/ 204294 h 725990"/>
                <a:gd name="csX84" fmla="*/ 1074277 w 1131820"/>
                <a:gd name="csY84" fmla="*/ 203584 h 725990"/>
                <a:gd name="csX85" fmla="*/ 1062126 w 1131820"/>
                <a:gd name="csY85" fmla="*/ 188402 h 725990"/>
                <a:gd name="csX86" fmla="*/ 1051124 w 1131820"/>
                <a:gd name="csY86" fmla="*/ 176288 h 725990"/>
                <a:gd name="csX87" fmla="*/ 1048298 w 1131820"/>
                <a:gd name="csY87" fmla="*/ 173220 h 725990"/>
                <a:gd name="csX88" fmla="*/ 1032985 w 1131820"/>
                <a:gd name="csY88" fmla="*/ 158038 h 725990"/>
                <a:gd name="csX89" fmla="*/ 1027456 w 1131820"/>
                <a:gd name="csY89" fmla="*/ 153031 h 725990"/>
                <a:gd name="csX90" fmla="*/ 1015896 w 1131820"/>
                <a:gd name="csY90" fmla="*/ 142855 h 725990"/>
                <a:gd name="csX91" fmla="*/ 1003789 w 1131820"/>
                <a:gd name="csY91" fmla="*/ 133101 h 725990"/>
                <a:gd name="csX92" fmla="*/ 996775 w 1131820"/>
                <a:gd name="csY92" fmla="*/ 127673 h 725990"/>
                <a:gd name="csX93" fmla="*/ 980111 w 1131820"/>
                <a:gd name="csY93" fmla="*/ 115700 h 725990"/>
                <a:gd name="csX94" fmla="*/ 975420 w 1131820"/>
                <a:gd name="csY94" fmla="*/ 112491 h 725990"/>
                <a:gd name="csX95" fmla="*/ 956443 w 1131820"/>
                <a:gd name="csY95" fmla="*/ 100322 h 725990"/>
                <a:gd name="csX96" fmla="*/ 951439 w 1131820"/>
                <a:gd name="csY96" fmla="*/ 97309 h 725990"/>
                <a:gd name="csX97" fmla="*/ 932776 w 1131820"/>
                <a:gd name="csY97" fmla="*/ 86620 h 725990"/>
                <a:gd name="csX98" fmla="*/ 924321 w 1131820"/>
                <a:gd name="csY98" fmla="*/ 82128 h 725990"/>
                <a:gd name="csX99" fmla="*/ 909108 w 1131820"/>
                <a:gd name="csY99" fmla="*/ 74359 h 725990"/>
                <a:gd name="csX100" fmla="*/ 893248 w 1131820"/>
                <a:gd name="csY100" fmla="*/ 66946 h 725990"/>
                <a:gd name="csX101" fmla="*/ 885441 w 1131820"/>
                <a:gd name="csY101" fmla="*/ 63394 h 725990"/>
                <a:gd name="csX102" fmla="*/ 861774 w 1131820"/>
                <a:gd name="csY102" fmla="*/ 53572 h 725990"/>
                <a:gd name="csX103" fmla="*/ 856982 w 1131820"/>
                <a:gd name="csY103" fmla="*/ 51763 h 725990"/>
                <a:gd name="csX104" fmla="*/ 838106 w 1131820"/>
                <a:gd name="csY104" fmla="*/ 44704 h 725990"/>
                <a:gd name="csX105" fmla="*/ 814439 w 1131820"/>
                <a:gd name="csY105" fmla="*/ 36911 h 725990"/>
                <a:gd name="csX106" fmla="*/ 813333 w 1131820"/>
                <a:gd name="csY106" fmla="*/ 36581 h 725990"/>
                <a:gd name="csX107" fmla="*/ 790760 w 1131820"/>
                <a:gd name="csY107" fmla="*/ 29828 h 725990"/>
                <a:gd name="csX108" fmla="*/ 767093 w 1131820"/>
                <a:gd name="csY108" fmla="*/ 23702 h 725990"/>
                <a:gd name="csX109" fmla="*/ 756907 w 1131820"/>
                <a:gd name="csY109" fmla="*/ 21399 h 725990"/>
                <a:gd name="csX110" fmla="*/ 743425 w 1131820"/>
                <a:gd name="csY110" fmla="*/ 18291 h 725990"/>
                <a:gd name="csX111" fmla="*/ 719758 w 1131820"/>
                <a:gd name="csY111" fmla="*/ 13601 h 725990"/>
                <a:gd name="csX112" fmla="*/ 696091 w 1131820"/>
                <a:gd name="csY112" fmla="*/ 9694 h 725990"/>
                <a:gd name="csX113" fmla="*/ 672423 w 1131820"/>
                <a:gd name="csY113" fmla="*/ 6516 h 725990"/>
                <a:gd name="csX114" fmla="*/ 669620 w 1131820"/>
                <a:gd name="csY114" fmla="*/ 6217 h 725990"/>
                <a:gd name="csX115" fmla="*/ 648756 w 1131820"/>
                <a:gd name="csY115" fmla="*/ 3887 h 725990"/>
                <a:gd name="csX116" fmla="*/ 625077 w 1131820"/>
                <a:gd name="csY116" fmla="*/ 1930 h 725990"/>
                <a:gd name="csX117" fmla="*/ 601410 w 1131820"/>
                <a:gd name="csY117" fmla="*/ 641 h 725990"/>
                <a:gd name="csX118" fmla="*/ 577742 w 1131820"/>
                <a:gd name="csY118" fmla="*/ 0 h 725990"/>
                <a:gd name="csX119" fmla="*/ 554075 w 1131820"/>
                <a:gd name="csY119" fmla="*/ 0 h 725990"/>
                <a:gd name="csX120" fmla="*/ 530408 w 1131820"/>
                <a:gd name="csY120" fmla="*/ 641 h 725990"/>
                <a:gd name="csX121" fmla="*/ 506740 w 1131820"/>
                <a:gd name="csY121" fmla="*/ 1930 h 725990"/>
                <a:gd name="csX122" fmla="*/ 483073 w 1131820"/>
                <a:gd name="csY122" fmla="*/ 3887 h 725990"/>
                <a:gd name="csX123" fmla="*/ 462198 w 1131820"/>
                <a:gd name="csY123" fmla="*/ 6217 h 725990"/>
                <a:gd name="csX124" fmla="*/ 459406 w 1131820"/>
                <a:gd name="csY124" fmla="*/ 6516 h 725990"/>
                <a:gd name="csX125" fmla="*/ 435727 w 1131820"/>
                <a:gd name="csY125" fmla="*/ 9694 h 725990"/>
                <a:gd name="csX126" fmla="*/ 412060 w 1131820"/>
                <a:gd name="csY126" fmla="*/ 13601 h 725990"/>
                <a:gd name="csX127" fmla="*/ 388392 w 1131820"/>
                <a:gd name="csY127" fmla="*/ 18291 h 725990"/>
                <a:gd name="csX128" fmla="*/ 374911 w 1131820"/>
                <a:gd name="csY128" fmla="*/ 21399 h 725990"/>
                <a:gd name="csX129" fmla="*/ 364725 w 1131820"/>
                <a:gd name="csY129" fmla="*/ 23702 h 725990"/>
                <a:gd name="csX130" fmla="*/ 341057 w 1131820"/>
                <a:gd name="csY130" fmla="*/ 29828 h 725990"/>
                <a:gd name="csX131" fmla="*/ 318496 w 1131820"/>
                <a:gd name="csY131" fmla="*/ 36581 h 725990"/>
                <a:gd name="csX132" fmla="*/ 317390 w 1131820"/>
                <a:gd name="csY132" fmla="*/ 36911 h 725990"/>
                <a:gd name="csX133" fmla="*/ 293723 w 1131820"/>
                <a:gd name="csY133" fmla="*/ 44704 h 725990"/>
                <a:gd name="csX134" fmla="*/ 274836 w 1131820"/>
                <a:gd name="csY134" fmla="*/ 51763 h 725990"/>
                <a:gd name="csX135" fmla="*/ 270055 w 1131820"/>
                <a:gd name="csY135" fmla="*/ 53572 h 725990"/>
                <a:gd name="csX136" fmla="*/ 246377 w 1131820"/>
                <a:gd name="csY136" fmla="*/ 63394 h 725990"/>
                <a:gd name="csX137" fmla="*/ 238569 w 1131820"/>
                <a:gd name="csY137" fmla="*/ 66946 h 725990"/>
                <a:gd name="csX138" fmla="*/ 222713 w 1131820"/>
                <a:gd name="csY138" fmla="*/ 74359 h 725990"/>
                <a:gd name="csX139" fmla="*/ 207505 w 1131820"/>
                <a:gd name="csY139" fmla="*/ 82128 h 725990"/>
                <a:gd name="csX140" fmla="*/ 199043 w 1131820"/>
                <a:gd name="csY140" fmla="*/ 86620 h 725990"/>
                <a:gd name="csX141" fmla="*/ 180377 w 1131820"/>
                <a:gd name="csY141" fmla="*/ 97309 h 725990"/>
                <a:gd name="csX142" fmla="*/ 175374 w 1131820"/>
                <a:gd name="csY142" fmla="*/ 100322 h 725990"/>
                <a:gd name="csX143" fmla="*/ 156404 w 1131820"/>
                <a:gd name="csY143" fmla="*/ 112491 h 725990"/>
                <a:gd name="csX144" fmla="*/ 151706 w 1131820"/>
                <a:gd name="csY144" fmla="*/ 115700 h 725990"/>
                <a:gd name="csX145" fmla="*/ 135040 w 1131820"/>
                <a:gd name="csY145" fmla="*/ 127673 h 725990"/>
                <a:gd name="csX146" fmla="*/ 128036 w 1131820"/>
                <a:gd name="csY146" fmla="*/ 133101 h 725990"/>
                <a:gd name="csX147" fmla="*/ 115926 w 1131820"/>
                <a:gd name="csY147" fmla="*/ 142855 h 725990"/>
                <a:gd name="csX148" fmla="*/ 104368 w 1131820"/>
                <a:gd name="csY148" fmla="*/ 153031 h 725990"/>
                <a:gd name="csX149" fmla="*/ 98831 w 1131820"/>
                <a:gd name="csY149" fmla="*/ 158038 h 725990"/>
                <a:gd name="csX150" fmla="*/ 83518 w 1131820"/>
                <a:gd name="csY150" fmla="*/ 173220 h 725990"/>
                <a:gd name="csX151" fmla="*/ 80699 w 1131820"/>
                <a:gd name="csY151" fmla="*/ 176288 h 725990"/>
                <a:gd name="csX152" fmla="*/ 69694 w 1131820"/>
                <a:gd name="csY152" fmla="*/ 188402 h 725990"/>
                <a:gd name="csX153" fmla="*/ 57543 w 1131820"/>
                <a:gd name="csY153" fmla="*/ 203584 h 725990"/>
                <a:gd name="csX154" fmla="*/ 57030 w 1131820"/>
                <a:gd name="csY154" fmla="*/ 204294 h 725990"/>
                <a:gd name="csX155" fmla="*/ 46503 w 1131820"/>
                <a:gd name="csY155" fmla="*/ 218766 h 725990"/>
                <a:gd name="csX156" fmla="*/ 36951 w 1131820"/>
                <a:gd name="csY156" fmla="*/ 233948 h 725990"/>
                <a:gd name="csX157" fmla="*/ 33361 w 1131820"/>
                <a:gd name="csY157" fmla="*/ 240481 h 725990"/>
                <a:gd name="csX158" fmla="*/ 28515 w 1131820"/>
                <a:gd name="csY158" fmla="*/ 249130 h 725990"/>
                <a:gd name="csX159" fmla="*/ 21203 w 1131820"/>
                <a:gd name="csY159" fmla="*/ 264312 h 725990"/>
                <a:gd name="csX160" fmla="*/ 15113 w 1131820"/>
                <a:gd name="csY160" fmla="*/ 279494 h 725990"/>
                <a:gd name="csX161" fmla="*/ 10159 w 1131820"/>
                <a:gd name="csY161" fmla="*/ 294676 h 725990"/>
                <a:gd name="csX162" fmla="*/ 9693 w 1131820"/>
                <a:gd name="csY162" fmla="*/ 296473 h 725990"/>
                <a:gd name="csX163" fmla="*/ 6059 w 1131820"/>
                <a:gd name="csY163" fmla="*/ 309859 h 725990"/>
                <a:gd name="csX164" fmla="*/ 3010 w 1131820"/>
                <a:gd name="csY164" fmla="*/ 325041 h 725990"/>
                <a:gd name="csX165" fmla="*/ 999 w 1131820"/>
                <a:gd name="csY165" fmla="*/ 340223 h 725990"/>
                <a:gd name="csX166" fmla="*/ 0 w 1131820"/>
                <a:gd name="csY166" fmla="*/ 355405 h 725990"/>
                <a:gd name="csX167" fmla="*/ 0 w 1131820"/>
                <a:gd name="csY167" fmla="*/ 370586 h 725990"/>
                <a:gd name="csX168" fmla="*/ 999 w 1131820"/>
                <a:gd name="csY168" fmla="*/ 385768 h 725990"/>
                <a:gd name="csX169" fmla="*/ 3010 w 1131820"/>
                <a:gd name="csY169" fmla="*/ 400951 h 725990"/>
                <a:gd name="csX170" fmla="*/ 6059 w 1131820"/>
                <a:gd name="csY170" fmla="*/ 416133 h 725990"/>
                <a:gd name="csX171" fmla="*/ 9693 w 1131820"/>
                <a:gd name="csY171" fmla="*/ 429518 h 725990"/>
                <a:gd name="csX172" fmla="*/ 10159 w 1131820"/>
                <a:gd name="csY172" fmla="*/ 431315 h 725990"/>
                <a:gd name="csX173" fmla="*/ 15113 w 1131820"/>
                <a:gd name="csY173" fmla="*/ 446497 h 725990"/>
                <a:gd name="csX174" fmla="*/ 21203 w 1131820"/>
                <a:gd name="csY174" fmla="*/ 461679 h 725990"/>
                <a:gd name="csX175" fmla="*/ 28515 w 1131820"/>
                <a:gd name="csY175" fmla="*/ 476862 h 725990"/>
                <a:gd name="csX176" fmla="*/ 33361 w 1131820"/>
                <a:gd name="csY176" fmla="*/ 485510 h 725990"/>
                <a:gd name="csX177" fmla="*/ 36951 w 1131820"/>
                <a:gd name="csY177" fmla="*/ 492044 h 725990"/>
                <a:gd name="csX178" fmla="*/ 46503 w 1131820"/>
                <a:gd name="csY178" fmla="*/ 507225 h 725990"/>
                <a:gd name="csX179" fmla="*/ 57030 w 1131820"/>
                <a:gd name="csY179" fmla="*/ 521698 h 725990"/>
                <a:gd name="csX180" fmla="*/ 57543 w 1131820"/>
                <a:gd name="csY180" fmla="*/ 522407 h 725990"/>
                <a:gd name="csX181" fmla="*/ 69694 w 1131820"/>
                <a:gd name="csY181" fmla="*/ 537589 h 725990"/>
                <a:gd name="csX182" fmla="*/ 80699 w 1131820"/>
                <a:gd name="csY182" fmla="*/ 549703 h 725990"/>
                <a:gd name="csX183" fmla="*/ 83518 w 1131820"/>
                <a:gd name="csY183" fmla="*/ 552772 h 725990"/>
                <a:gd name="csX184" fmla="*/ 98831 w 1131820"/>
                <a:gd name="csY184" fmla="*/ 567954 h 725990"/>
                <a:gd name="csX185" fmla="*/ 104368 w 1131820"/>
                <a:gd name="csY185" fmla="*/ 572961 h 725990"/>
                <a:gd name="csX186" fmla="*/ 115926 w 1131820"/>
                <a:gd name="csY186" fmla="*/ 583136 h 725990"/>
                <a:gd name="csX187" fmla="*/ 128036 w 1131820"/>
                <a:gd name="csY187" fmla="*/ 592890 h 725990"/>
                <a:gd name="csX188" fmla="*/ 135040 w 1131820"/>
                <a:gd name="csY188" fmla="*/ 598318 h 725990"/>
                <a:gd name="csX189" fmla="*/ 151706 w 1131820"/>
                <a:gd name="csY189" fmla="*/ 610291 h 725990"/>
                <a:gd name="csX190" fmla="*/ 156404 w 1131820"/>
                <a:gd name="csY190" fmla="*/ 613500 h 725990"/>
                <a:gd name="csX191" fmla="*/ 175374 w 1131820"/>
                <a:gd name="csY191" fmla="*/ 625669 h 725990"/>
                <a:gd name="csX192" fmla="*/ 180377 w 1131820"/>
                <a:gd name="csY192" fmla="*/ 628681 h 725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31820" h="725990">
                  <a:moveTo>
                    <a:pt x="180377" y="628681"/>
                  </a:moveTo>
                  <a:lnTo>
                    <a:pt x="199043" y="639371"/>
                  </a:lnTo>
                  <a:lnTo>
                    <a:pt x="207505" y="643864"/>
                  </a:lnTo>
                  <a:lnTo>
                    <a:pt x="222713" y="651632"/>
                  </a:lnTo>
                  <a:lnTo>
                    <a:pt x="238569" y="659046"/>
                  </a:lnTo>
                  <a:lnTo>
                    <a:pt x="246377" y="662598"/>
                  </a:lnTo>
                  <a:lnTo>
                    <a:pt x="270055" y="672420"/>
                  </a:lnTo>
                  <a:lnTo>
                    <a:pt x="274836" y="674228"/>
                  </a:lnTo>
                  <a:lnTo>
                    <a:pt x="293723" y="681291"/>
                  </a:lnTo>
                  <a:lnTo>
                    <a:pt x="317390" y="689076"/>
                  </a:lnTo>
                  <a:lnTo>
                    <a:pt x="318496" y="689411"/>
                  </a:lnTo>
                  <a:lnTo>
                    <a:pt x="341057" y="696157"/>
                  </a:lnTo>
                  <a:lnTo>
                    <a:pt x="364725" y="702289"/>
                  </a:lnTo>
                  <a:lnTo>
                    <a:pt x="374911" y="704590"/>
                  </a:lnTo>
                  <a:lnTo>
                    <a:pt x="388392" y="707695"/>
                  </a:lnTo>
                  <a:lnTo>
                    <a:pt x="412060" y="712386"/>
                  </a:lnTo>
                  <a:lnTo>
                    <a:pt x="435727" y="716295"/>
                  </a:lnTo>
                  <a:lnTo>
                    <a:pt x="459406" y="719479"/>
                  </a:lnTo>
                  <a:lnTo>
                    <a:pt x="462198" y="719769"/>
                  </a:lnTo>
                  <a:lnTo>
                    <a:pt x="483073" y="722103"/>
                  </a:lnTo>
                  <a:lnTo>
                    <a:pt x="506740" y="724058"/>
                  </a:lnTo>
                  <a:lnTo>
                    <a:pt x="530408" y="725354"/>
                  </a:lnTo>
                  <a:lnTo>
                    <a:pt x="554075" y="725990"/>
                  </a:lnTo>
                  <a:lnTo>
                    <a:pt x="577742" y="725990"/>
                  </a:lnTo>
                  <a:lnTo>
                    <a:pt x="601410" y="725354"/>
                  </a:lnTo>
                  <a:lnTo>
                    <a:pt x="625077" y="724058"/>
                  </a:lnTo>
                  <a:lnTo>
                    <a:pt x="648756" y="722103"/>
                  </a:lnTo>
                  <a:lnTo>
                    <a:pt x="669620" y="719769"/>
                  </a:lnTo>
                  <a:lnTo>
                    <a:pt x="672423" y="719479"/>
                  </a:lnTo>
                  <a:lnTo>
                    <a:pt x="696091" y="716295"/>
                  </a:lnTo>
                  <a:lnTo>
                    <a:pt x="719758" y="712386"/>
                  </a:lnTo>
                  <a:lnTo>
                    <a:pt x="743425" y="707695"/>
                  </a:lnTo>
                  <a:lnTo>
                    <a:pt x="756907" y="704590"/>
                  </a:lnTo>
                  <a:lnTo>
                    <a:pt x="767093" y="702289"/>
                  </a:lnTo>
                  <a:lnTo>
                    <a:pt x="790760" y="696157"/>
                  </a:lnTo>
                  <a:lnTo>
                    <a:pt x="813333" y="689411"/>
                  </a:lnTo>
                  <a:lnTo>
                    <a:pt x="814439" y="689076"/>
                  </a:lnTo>
                  <a:lnTo>
                    <a:pt x="838106" y="681291"/>
                  </a:lnTo>
                  <a:lnTo>
                    <a:pt x="856982" y="674228"/>
                  </a:lnTo>
                  <a:lnTo>
                    <a:pt x="861774" y="672420"/>
                  </a:lnTo>
                  <a:lnTo>
                    <a:pt x="885441" y="662598"/>
                  </a:lnTo>
                  <a:lnTo>
                    <a:pt x="893248" y="659046"/>
                  </a:lnTo>
                  <a:lnTo>
                    <a:pt x="909108" y="651632"/>
                  </a:lnTo>
                  <a:lnTo>
                    <a:pt x="924321" y="643864"/>
                  </a:lnTo>
                  <a:lnTo>
                    <a:pt x="932776" y="639371"/>
                  </a:lnTo>
                  <a:lnTo>
                    <a:pt x="951439" y="628681"/>
                  </a:lnTo>
                  <a:lnTo>
                    <a:pt x="956443" y="625669"/>
                  </a:lnTo>
                  <a:lnTo>
                    <a:pt x="975420" y="613500"/>
                  </a:lnTo>
                  <a:lnTo>
                    <a:pt x="980111" y="610291"/>
                  </a:lnTo>
                  <a:lnTo>
                    <a:pt x="996775" y="598318"/>
                  </a:lnTo>
                  <a:lnTo>
                    <a:pt x="1003789" y="592890"/>
                  </a:lnTo>
                  <a:lnTo>
                    <a:pt x="1015896" y="583136"/>
                  </a:lnTo>
                  <a:lnTo>
                    <a:pt x="1027456" y="572961"/>
                  </a:lnTo>
                  <a:lnTo>
                    <a:pt x="1032985" y="567954"/>
                  </a:lnTo>
                  <a:lnTo>
                    <a:pt x="1048298" y="552772"/>
                  </a:lnTo>
                  <a:lnTo>
                    <a:pt x="1051124" y="549703"/>
                  </a:lnTo>
                  <a:lnTo>
                    <a:pt x="1062126" y="537589"/>
                  </a:lnTo>
                  <a:lnTo>
                    <a:pt x="1074277" y="522407"/>
                  </a:lnTo>
                  <a:lnTo>
                    <a:pt x="1074791" y="521698"/>
                  </a:lnTo>
                  <a:lnTo>
                    <a:pt x="1085324" y="507225"/>
                  </a:lnTo>
                  <a:lnTo>
                    <a:pt x="1094873" y="492044"/>
                  </a:lnTo>
                  <a:lnTo>
                    <a:pt x="1098459" y="485510"/>
                  </a:lnTo>
                  <a:lnTo>
                    <a:pt x="1103306" y="476862"/>
                  </a:lnTo>
                  <a:lnTo>
                    <a:pt x="1110622" y="461679"/>
                  </a:lnTo>
                  <a:lnTo>
                    <a:pt x="1116709" y="446497"/>
                  </a:lnTo>
                  <a:lnTo>
                    <a:pt x="1121657" y="431315"/>
                  </a:lnTo>
                  <a:lnTo>
                    <a:pt x="1122126" y="429518"/>
                  </a:lnTo>
                  <a:lnTo>
                    <a:pt x="1125756" y="416133"/>
                  </a:lnTo>
                  <a:lnTo>
                    <a:pt x="1128816" y="400951"/>
                  </a:lnTo>
                  <a:lnTo>
                    <a:pt x="1130827" y="385768"/>
                  </a:lnTo>
                  <a:lnTo>
                    <a:pt x="1131821" y="370586"/>
                  </a:lnTo>
                  <a:lnTo>
                    <a:pt x="1131821" y="355405"/>
                  </a:lnTo>
                  <a:lnTo>
                    <a:pt x="1130827" y="340223"/>
                  </a:lnTo>
                  <a:lnTo>
                    <a:pt x="1128816" y="325041"/>
                  </a:lnTo>
                  <a:lnTo>
                    <a:pt x="1125756" y="309859"/>
                  </a:lnTo>
                  <a:lnTo>
                    <a:pt x="1122126" y="296473"/>
                  </a:lnTo>
                  <a:lnTo>
                    <a:pt x="1121657" y="294676"/>
                  </a:lnTo>
                  <a:lnTo>
                    <a:pt x="1116709" y="279494"/>
                  </a:lnTo>
                  <a:lnTo>
                    <a:pt x="1110622" y="264312"/>
                  </a:lnTo>
                  <a:lnTo>
                    <a:pt x="1103306" y="249130"/>
                  </a:lnTo>
                  <a:lnTo>
                    <a:pt x="1098459" y="240481"/>
                  </a:lnTo>
                  <a:lnTo>
                    <a:pt x="1094873" y="233948"/>
                  </a:lnTo>
                  <a:lnTo>
                    <a:pt x="1085324" y="218766"/>
                  </a:lnTo>
                  <a:lnTo>
                    <a:pt x="1074791" y="204294"/>
                  </a:lnTo>
                  <a:lnTo>
                    <a:pt x="1074277" y="203584"/>
                  </a:lnTo>
                  <a:lnTo>
                    <a:pt x="1062126" y="188402"/>
                  </a:lnTo>
                  <a:lnTo>
                    <a:pt x="1051124" y="176288"/>
                  </a:lnTo>
                  <a:lnTo>
                    <a:pt x="1048298" y="173220"/>
                  </a:lnTo>
                  <a:lnTo>
                    <a:pt x="1032985" y="158038"/>
                  </a:lnTo>
                  <a:lnTo>
                    <a:pt x="1027456" y="153031"/>
                  </a:lnTo>
                  <a:lnTo>
                    <a:pt x="1015896" y="142855"/>
                  </a:lnTo>
                  <a:lnTo>
                    <a:pt x="1003789" y="133101"/>
                  </a:lnTo>
                  <a:lnTo>
                    <a:pt x="996775" y="127673"/>
                  </a:lnTo>
                  <a:lnTo>
                    <a:pt x="980111" y="115700"/>
                  </a:lnTo>
                  <a:lnTo>
                    <a:pt x="975420" y="112491"/>
                  </a:lnTo>
                  <a:lnTo>
                    <a:pt x="956443" y="100322"/>
                  </a:lnTo>
                  <a:lnTo>
                    <a:pt x="951439" y="97309"/>
                  </a:lnTo>
                  <a:lnTo>
                    <a:pt x="932776" y="86620"/>
                  </a:lnTo>
                  <a:lnTo>
                    <a:pt x="924321" y="82128"/>
                  </a:lnTo>
                  <a:lnTo>
                    <a:pt x="909108" y="74359"/>
                  </a:lnTo>
                  <a:lnTo>
                    <a:pt x="893248" y="66946"/>
                  </a:lnTo>
                  <a:lnTo>
                    <a:pt x="885441" y="63394"/>
                  </a:lnTo>
                  <a:lnTo>
                    <a:pt x="861774" y="53572"/>
                  </a:lnTo>
                  <a:lnTo>
                    <a:pt x="856982" y="51763"/>
                  </a:lnTo>
                  <a:lnTo>
                    <a:pt x="838106" y="44704"/>
                  </a:lnTo>
                  <a:lnTo>
                    <a:pt x="814439" y="36911"/>
                  </a:lnTo>
                  <a:lnTo>
                    <a:pt x="813333" y="36581"/>
                  </a:lnTo>
                  <a:lnTo>
                    <a:pt x="790760" y="29828"/>
                  </a:lnTo>
                  <a:lnTo>
                    <a:pt x="767093" y="23702"/>
                  </a:lnTo>
                  <a:lnTo>
                    <a:pt x="756907" y="21399"/>
                  </a:lnTo>
                  <a:lnTo>
                    <a:pt x="743425" y="18291"/>
                  </a:lnTo>
                  <a:lnTo>
                    <a:pt x="719758" y="13601"/>
                  </a:lnTo>
                  <a:lnTo>
                    <a:pt x="696091" y="9694"/>
                  </a:lnTo>
                  <a:lnTo>
                    <a:pt x="672423" y="6516"/>
                  </a:lnTo>
                  <a:lnTo>
                    <a:pt x="669620" y="6217"/>
                  </a:lnTo>
                  <a:lnTo>
                    <a:pt x="648756" y="3887"/>
                  </a:lnTo>
                  <a:lnTo>
                    <a:pt x="625077" y="1930"/>
                  </a:lnTo>
                  <a:lnTo>
                    <a:pt x="601410" y="641"/>
                  </a:lnTo>
                  <a:lnTo>
                    <a:pt x="577742" y="0"/>
                  </a:lnTo>
                  <a:lnTo>
                    <a:pt x="554075" y="0"/>
                  </a:lnTo>
                  <a:lnTo>
                    <a:pt x="530408" y="641"/>
                  </a:lnTo>
                  <a:lnTo>
                    <a:pt x="506740" y="1930"/>
                  </a:lnTo>
                  <a:lnTo>
                    <a:pt x="483073" y="3887"/>
                  </a:lnTo>
                  <a:lnTo>
                    <a:pt x="462198" y="6217"/>
                  </a:lnTo>
                  <a:lnTo>
                    <a:pt x="459406" y="6516"/>
                  </a:lnTo>
                  <a:lnTo>
                    <a:pt x="435727" y="9694"/>
                  </a:lnTo>
                  <a:lnTo>
                    <a:pt x="412060" y="13601"/>
                  </a:lnTo>
                  <a:lnTo>
                    <a:pt x="388392" y="18291"/>
                  </a:lnTo>
                  <a:lnTo>
                    <a:pt x="374911" y="21399"/>
                  </a:lnTo>
                  <a:lnTo>
                    <a:pt x="364725" y="23702"/>
                  </a:lnTo>
                  <a:lnTo>
                    <a:pt x="341057" y="29828"/>
                  </a:lnTo>
                  <a:lnTo>
                    <a:pt x="318496" y="36581"/>
                  </a:lnTo>
                  <a:lnTo>
                    <a:pt x="317390" y="36911"/>
                  </a:lnTo>
                  <a:lnTo>
                    <a:pt x="293723" y="44704"/>
                  </a:lnTo>
                  <a:lnTo>
                    <a:pt x="274836" y="51763"/>
                  </a:lnTo>
                  <a:lnTo>
                    <a:pt x="270055" y="53572"/>
                  </a:lnTo>
                  <a:lnTo>
                    <a:pt x="246377" y="63394"/>
                  </a:lnTo>
                  <a:lnTo>
                    <a:pt x="238569" y="66946"/>
                  </a:lnTo>
                  <a:lnTo>
                    <a:pt x="222713" y="74359"/>
                  </a:lnTo>
                  <a:lnTo>
                    <a:pt x="207505" y="82128"/>
                  </a:lnTo>
                  <a:lnTo>
                    <a:pt x="199043" y="86620"/>
                  </a:lnTo>
                  <a:lnTo>
                    <a:pt x="180377" y="97309"/>
                  </a:lnTo>
                  <a:lnTo>
                    <a:pt x="175374" y="100322"/>
                  </a:lnTo>
                  <a:lnTo>
                    <a:pt x="156404" y="112491"/>
                  </a:lnTo>
                  <a:lnTo>
                    <a:pt x="151706" y="115700"/>
                  </a:lnTo>
                  <a:lnTo>
                    <a:pt x="135040" y="127673"/>
                  </a:lnTo>
                  <a:lnTo>
                    <a:pt x="128036" y="133101"/>
                  </a:lnTo>
                  <a:lnTo>
                    <a:pt x="115926" y="142855"/>
                  </a:lnTo>
                  <a:lnTo>
                    <a:pt x="104368" y="153031"/>
                  </a:lnTo>
                  <a:lnTo>
                    <a:pt x="98831" y="158038"/>
                  </a:lnTo>
                  <a:lnTo>
                    <a:pt x="83518" y="173220"/>
                  </a:lnTo>
                  <a:lnTo>
                    <a:pt x="80699" y="176288"/>
                  </a:lnTo>
                  <a:lnTo>
                    <a:pt x="69694" y="188402"/>
                  </a:lnTo>
                  <a:lnTo>
                    <a:pt x="57543" y="203584"/>
                  </a:lnTo>
                  <a:lnTo>
                    <a:pt x="57030" y="204294"/>
                  </a:lnTo>
                  <a:lnTo>
                    <a:pt x="46503" y="218766"/>
                  </a:lnTo>
                  <a:lnTo>
                    <a:pt x="36951" y="233948"/>
                  </a:lnTo>
                  <a:lnTo>
                    <a:pt x="33361" y="240481"/>
                  </a:lnTo>
                  <a:lnTo>
                    <a:pt x="28515" y="249130"/>
                  </a:lnTo>
                  <a:lnTo>
                    <a:pt x="21203" y="264312"/>
                  </a:lnTo>
                  <a:lnTo>
                    <a:pt x="15113" y="279494"/>
                  </a:lnTo>
                  <a:lnTo>
                    <a:pt x="10159" y="294676"/>
                  </a:lnTo>
                  <a:lnTo>
                    <a:pt x="9693" y="296473"/>
                  </a:lnTo>
                  <a:lnTo>
                    <a:pt x="6059" y="309859"/>
                  </a:lnTo>
                  <a:lnTo>
                    <a:pt x="3010" y="325041"/>
                  </a:lnTo>
                  <a:lnTo>
                    <a:pt x="999" y="340223"/>
                  </a:lnTo>
                  <a:lnTo>
                    <a:pt x="0" y="355405"/>
                  </a:lnTo>
                  <a:lnTo>
                    <a:pt x="0" y="370586"/>
                  </a:lnTo>
                  <a:lnTo>
                    <a:pt x="999" y="385768"/>
                  </a:lnTo>
                  <a:lnTo>
                    <a:pt x="3010" y="400951"/>
                  </a:lnTo>
                  <a:lnTo>
                    <a:pt x="6059" y="416133"/>
                  </a:lnTo>
                  <a:lnTo>
                    <a:pt x="9693" y="429518"/>
                  </a:lnTo>
                  <a:lnTo>
                    <a:pt x="10159" y="431315"/>
                  </a:lnTo>
                  <a:lnTo>
                    <a:pt x="15113" y="446497"/>
                  </a:lnTo>
                  <a:lnTo>
                    <a:pt x="21203" y="461679"/>
                  </a:lnTo>
                  <a:lnTo>
                    <a:pt x="28515" y="476862"/>
                  </a:lnTo>
                  <a:lnTo>
                    <a:pt x="33361" y="485510"/>
                  </a:lnTo>
                  <a:lnTo>
                    <a:pt x="36951" y="492044"/>
                  </a:lnTo>
                  <a:lnTo>
                    <a:pt x="46503" y="507225"/>
                  </a:lnTo>
                  <a:lnTo>
                    <a:pt x="57030" y="521698"/>
                  </a:lnTo>
                  <a:lnTo>
                    <a:pt x="57543" y="522407"/>
                  </a:lnTo>
                  <a:lnTo>
                    <a:pt x="69694" y="537589"/>
                  </a:lnTo>
                  <a:lnTo>
                    <a:pt x="80699" y="549703"/>
                  </a:lnTo>
                  <a:lnTo>
                    <a:pt x="83518" y="552772"/>
                  </a:lnTo>
                  <a:lnTo>
                    <a:pt x="98831" y="567954"/>
                  </a:lnTo>
                  <a:lnTo>
                    <a:pt x="104368" y="572961"/>
                  </a:lnTo>
                  <a:lnTo>
                    <a:pt x="115926" y="583136"/>
                  </a:lnTo>
                  <a:lnTo>
                    <a:pt x="128036" y="592890"/>
                  </a:lnTo>
                  <a:lnTo>
                    <a:pt x="135040" y="598318"/>
                  </a:lnTo>
                  <a:lnTo>
                    <a:pt x="151706" y="610291"/>
                  </a:lnTo>
                  <a:lnTo>
                    <a:pt x="156404" y="613500"/>
                  </a:lnTo>
                  <a:lnTo>
                    <a:pt x="175374" y="625669"/>
                  </a:lnTo>
                  <a:lnTo>
                    <a:pt x="180377" y="628681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A86919D0-5B6C-F4F5-ED41-2ED1A814FC91}"/>
                </a:ext>
              </a:extLst>
            </p:cNvPr>
            <p:cNvSpPr/>
            <p:nvPr/>
          </p:nvSpPr>
          <p:spPr>
            <a:xfrm>
              <a:off x="7214880" y="3293485"/>
              <a:ext cx="994085" cy="637643"/>
            </a:xfrm>
            <a:custGeom>
              <a:avLst/>
              <a:gdLst>
                <a:gd name="csX0" fmla="*/ 161706 w 994085"/>
                <a:gd name="csY0" fmla="*/ 554145 h 637643"/>
                <a:gd name="csX1" fmla="*/ 177510 w 994085"/>
                <a:gd name="csY1" fmla="*/ 563057 h 637643"/>
                <a:gd name="csX2" fmla="*/ 189628 w 994085"/>
                <a:gd name="csY2" fmla="*/ 569328 h 637643"/>
                <a:gd name="csX3" fmla="*/ 201189 w 994085"/>
                <a:gd name="csY3" fmla="*/ 575046 h 637643"/>
                <a:gd name="csX4" fmla="*/ 222320 w 994085"/>
                <a:gd name="csY4" fmla="*/ 584509 h 637643"/>
                <a:gd name="csX5" fmla="*/ 224856 w 994085"/>
                <a:gd name="csY5" fmla="*/ 585608 h 637643"/>
                <a:gd name="csX6" fmla="*/ 248523 w 994085"/>
                <a:gd name="csY6" fmla="*/ 594976 h 637643"/>
                <a:gd name="csX7" fmla="*/ 261993 w 994085"/>
                <a:gd name="csY7" fmla="*/ 599691 h 637643"/>
                <a:gd name="csX8" fmla="*/ 272191 w 994085"/>
                <a:gd name="csY8" fmla="*/ 603202 h 637643"/>
                <a:gd name="csX9" fmla="*/ 295858 w 994085"/>
                <a:gd name="csY9" fmla="*/ 610417 h 637643"/>
                <a:gd name="csX10" fmla="*/ 312768 w 994085"/>
                <a:gd name="csY10" fmla="*/ 614873 h 637643"/>
                <a:gd name="csX11" fmla="*/ 319525 w 994085"/>
                <a:gd name="csY11" fmla="*/ 616653 h 637643"/>
                <a:gd name="csX12" fmla="*/ 343193 w 994085"/>
                <a:gd name="csY12" fmla="*/ 622066 h 637643"/>
                <a:gd name="csX13" fmla="*/ 366860 w 994085"/>
                <a:gd name="csY13" fmla="*/ 626574 h 637643"/>
                <a:gd name="csX14" fmla="*/ 389310 w 994085"/>
                <a:gd name="csY14" fmla="*/ 630055 h 637643"/>
                <a:gd name="csX15" fmla="*/ 390539 w 994085"/>
                <a:gd name="csY15" fmla="*/ 630248 h 637643"/>
                <a:gd name="csX16" fmla="*/ 414206 w 994085"/>
                <a:gd name="csY16" fmla="*/ 633243 h 637643"/>
                <a:gd name="csX17" fmla="*/ 437874 w 994085"/>
                <a:gd name="csY17" fmla="*/ 635466 h 637643"/>
                <a:gd name="csX18" fmla="*/ 461541 w 994085"/>
                <a:gd name="csY18" fmla="*/ 636918 h 637643"/>
                <a:gd name="csX19" fmla="*/ 485208 w 994085"/>
                <a:gd name="csY19" fmla="*/ 637643 h 637643"/>
                <a:gd name="csX20" fmla="*/ 508876 w 994085"/>
                <a:gd name="csY20" fmla="*/ 637643 h 637643"/>
                <a:gd name="csX21" fmla="*/ 532543 w 994085"/>
                <a:gd name="csY21" fmla="*/ 636918 h 637643"/>
                <a:gd name="csX22" fmla="*/ 556211 w 994085"/>
                <a:gd name="csY22" fmla="*/ 635466 h 637643"/>
                <a:gd name="csX23" fmla="*/ 579889 w 994085"/>
                <a:gd name="csY23" fmla="*/ 633243 h 637643"/>
                <a:gd name="csX24" fmla="*/ 603557 w 994085"/>
                <a:gd name="csY24" fmla="*/ 630248 h 637643"/>
                <a:gd name="csX25" fmla="*/ 604774 w 994085"/>
                <a:gd name="csY25" fmla="*/ 630055 h 637643"/>
                <a:gd name="csX26" fmla="*/ 627224 w 994085"/>
                <a:gd name="csY26" fmla="*/ 626574 h 637643"/>
                <a:gd name="csX27" fmla="*/ 650891 w 994085"/>
                <a:gd name="csY27" fmla="*/ 622066 h 637643"/>
                <a:gd name="csX28" fmla="*/ 674559 w 994085"/>
                <a:gd name="csY28" fmla="*/ 616653 h 637643"/>
                <a:gd name="csX29" fmla="*/ 681316 w 994085"/>
                <a:gd name="csY29" fmla="*/ 614873 h 637643"/>
                <a:gd name="csX30" fmla="*/ 698226 w 994085"/>
                <a:gd name="csY30" fmla="*/ 610417 h 637643"/>
                <a:gd name="csX31" fmla="*/ 721893 w 994085"/>
                <a:gd name="csY31" fmla="*/ 603202 h 637643"/>
                <a:gd name="csX32" fmla="*/ 732102 w 994085"/>
                <a:gd name="csY32" fmla="*/ 599691 h 637643"/>
                <a:gd name="csX33" fmla="*/ 745572 w 994085"/>
                <a:gd name="csY33" fmla="*/ 594976 h 637643"/>
                <a:gd name="csX34" fmla="*/ 769239 w 994085"/>
                <a:gd name="csY34" fmla="*/ 585608 h 637643"/>
                <a:gd name="csX35" fmla="*/ 771775 w 994085"/>
                <a:gd name="csY35" fmla="*/ 584509 h 637643"/>
                <a:gd name="csX36" fmla="*/ 792907 w 994085"/>
                <a:gd name="csY36" fmla="*/ 575046 h 637643"/>
                <a:gd name="csX37" fmla="*/ 804467 w 994085"/>
                <a:gd name="csY37" fmla="*/ 569328 h 637643"/>
                <a:gd name="csX38" fmla="*/ 816574 w 994085"/>
                <a:gd name="csY38" fmla="*/ 563057 h 637643"/>
                <a:gd name="csX39" fmla="*/ 832379 w 994085"/>
                <a:gd name="csY39" fmla="*/ 554145 h 637643"/>
                <a:gd name="csX40" fmla="*/ 840242 w 994085"/>
                <a:gd name="csY40" fmla="*/ 549451 h 637643"/>
                <a:gd name="csX41" fmla="*/ 856593 w 994085"/>
                <a:gd name="csY41" fmla="*/ 538963 h 637643"/>
                <a:gd name="csX42" fmla="*/ 863909 w 994085"/>
                <a:gd name="csY42" fmla="*/ 533923 h 637643"/>
                <a:gd name="csX43" fmla="*/ 877803 w 994085"/>
                <a:gd name="csY43" fmla="*/ 523781 h 637643"/>
                <a:gd name="csX44" fmla="*/ 887576 w 994085"/>
                <a:gd name="csY44" fmla="*/ 516013 h 637643"/>
                <a:gd name="csX45" fmla="*/ 896501 w 994085"/>
                <a:gd name="csY45" fmla="*/ 508599 h 637643"/>
                <a:gd name="csX46" fmla="*/ 911244 w 994085"/>
                <a:gd name="csY46" fmla="*/ 495043 h 637643"/>
                <a:gd name="csX47" fmla="*/ 912964 w 994085"/>
                <a:gd name="csY47" fmla="*/ 493416 h 637643"/>
                <a:gd name="csX48" fmla="*/ 927562 w 994085"/>
                <a:gd name="csY48" fmla="*/ 478234 h 637643"/>
                <a:gd name="csX49" fmla="*/ 934922 w 994085"/>
                <a:gd name="csY49" fmla="*/ 469595 h 637643"/>
                <a:gd name="csX50" fmla="*/ 940395 w 994085"/>
                <a:gd name="csY50" fmla="*/ 463052 h 637643"/>
                <a:gd name="csX51" fmla="*/ 951643 w 994085"/>
                <a:gd name="csY51" fmla="*/ 447871 h 637643"/>
                <a:gd name="csX52" fmla="*/ 958590 w 994085"/>
                <a:gd name="csY52" fmla="*/ 437022 h 637643"/>
                <a:gd name="csX53" fmla="*/ 961360 w 994085"/>
                <a:gd name="csY53" fmla="*/ 432689 h 637643"/>
                <a:gd name="csX54" fmla="*/ 969804 w 994085"/>
                <a:gd name="csY54" fmla="*/ 417507 h 637643"/>
                <a:gd name="csX55" fmla="*/ 976829 w 994085"/>
                <a:gd name="csY55" fmla="*/ 402324 h 637643"/>
                <a:gd name="csX56" fmla="*/ 982257 w 994085"/>
                <a:gd name="csY56" fmla="*/ 387925 h 637643"/>
                <a:gd name="csX57" fmla="*/ 982559 w 994085"/>
                <a:gd name="csY57" fmla="*/ 387142 h 637643"/>
                <a:gd name="csX58" fmla="*/ 987227 w 994085"/>
                <a:gd name="csY58" fmla="*/ 371960 h 637643"/>
                <a:gd name="csX59" fmla="*/ 990679 w 994085"/>
                <a:gd name="csY59" fmla="*/ 356778 h 637643"/>
                <a:gd name="csX60" fmla="*/ 992957 w 994085"/>
                <a:gd name="csY60" fmla="*/ 341596 h 637643"/>
                <a:gd name="csX61" fmla="*/ 994085 w 994085"/>
                <a:gd name="csY61" fmla="*/ 326413 h 637643"/>
                <a:gd name="csX62" fmla="*/ 994085 w 994085"/>
                <a:gd name="csY62" fmla="*/ 311232 h 637643"/>
                <a:gd name="csX63" fmla="*/ 992957 w 994085"/>
                <a:gd name="csY63" fmla="*/ 296050 h 637643"/>
                <a:gd name="csX64" fmla="*/ 990679 w 994085"/>
                <a:gd name="csY64" fmla="*/ 280868 h 637643"/>
                <a:gd name="csX65" fmla="*/ 987227 w 994085"/>
                <a:gd name="csY65" fmla="*/ 265686 h 637643"/>
                <a:gd name="csX66" fmla="*/ 982559 w 994085"/>
                <a:gd name="csY66" fmla="*/ 250504 h 637643"/>
                <a:gd name="csX67" fmla="*/ 982257 w 994085"/>
                <a:gd name="csY67" fmla="*/ 249721 h 637643"/>
                <a:gd name="csX68" fmla="*/ 976829 w 994085"/>
                <a:gd name="csY68" fmla="*/ 235321 h 637643"/>
                <a:gd name="csX69" fmla="*/ 969804 w 994085"/>
                <a:gd name="csY69" fmla="*/ 220139 h 637643"/>
                <a:gd name="csX70" fmla="*/ 961360 w 994085"/>
                <a:gd name="csY70" fmla="*/ 204957 h 637643"/>
                <a:gd name="csX71" fmla="*/ 958590 w 994085"/>
                <a:gd name="csY71" fmla="*/ 200623 h 637643"/>
                <a:gd name="csX72" fmla="*/ 951643 w 994085"/>
                <a:gd name="csY72" fmla="*/ 189775 h 637643"/>
                <a:gd name="csX73" fmla="*/ 940395 w 994085"/>
                <a:gd name="csY73" fmla="*/ 174594 h 637643"/>
                <a:gd name="csX74" fmla="*/ 934922 w 994085"/>
                <a:gd name="csY74" fmla="*/ 168051 h 637643"/>
                <a:gd name="csX75" fmla="*/ 927562 w 994085"/>
                <a:gd name="csY75" fmla="*/ 159411 h 637643"/>
                <a:gd name="csX76" fmla="*/ 912964 w 994085"/>
                <a:gd name="csY76" fmla="*/ 144229 h 637643"/>
                <a:gd name="csX77" fmla="*/ 911244 w 994085"/>
                <a:gd name="csY77" fmla="*/ 142603 h 637643"/>
                <a:gd name="csX78" fmla="*/ 896501 w 994085"/>
                <a:gd name="csY78" fmla="*/ 129047 h 637643"/>
                <a:gd name="csX79" fmla="*/ 887576 w 994085"/>
                <a:gd name="csY79" fmla="*/ 121633 h 637643"/>
                <a:gd name="csX80" fmla="*/ 877803 w 994085"/>
                <a:gd name="csY80" fmla="*/ 113865 h 637643"/>
                <a:gd name="csX81" fmla="*/ 863909 w 994085"/>
                <a:gd name="csY81" fmla="*/ 103723 h 637643"/>
                <a:gd name="csX82" fmla="*/ 856593 w 994085"/>
                <a:gd name="csY82" fmla="*/ 98683 h 637643"/>
                <a:gd name="csX83" fmla="*/ 840242 w 994085"/>
                <a:gd name="csY83" fmla="*/ 88195 h 637643"/>
                <a:gd name="csX84" fmla="*/ 832379 w 994085"/>
                <a:gd name="csY84" fmla="*/ 83500 h 637643"/>
                <a:gd name="csX85" fmla="*/ 816574 w 994085"/>
                <a:gd name="csY85" fmla="*/ 74589 h 637643"/>
                <a:gd name="csX86" fmla="*/ 804467 w 994085"/>
                <a:gd name="csY86" fmla="*/ 68318 h 637643"/>
                <a:gd name="csX87" fmla="*/ 792907 w 994085"/>
                <a:gd name="csY87" fmla="*/ 62600 h 637643"/>
                <a:gd name="csX88" fmla="*/ 771775 w 994085"/>
                <a:gd name="csY88" fmla="*/ 53136 h 637643"/>
                <a:gd name="csX89" fmla="*/ 769239 w 994085"/>
                <a:gd name="csY89" fmla="*/ 52038 h 637643"/>
                <a:gd name="csX90" fmla="*/ 745572 w 994085"/>
                <a:gd name="csY90" fmla="*/ 42669 h 637643"/>
                <a:gd name="csX91" fmla="*/ 732102 w 994085"/>
                <a:gd name="csY91" fmla="*/ 37955 h 637643"/>
                <a:gd name="csX92" fmla="*/ 721893 w 994085"/>
                <a:gd name="csY92" fmla="*/ 34443 h 637643"/>
                <a:gd name="csX93" fmla="*/ 698226 w 994085"/>
                <a:gd name="csY93" fmla="*/ 27229 h 637643"/>
                <a:gd name="csX94" fmla="*/ 681316 w 994085"/>
                <a:gd name="csY94" fmla="*/ 22773 h 637643"/>
                <a:gd name="csX95" fmla="*/ 674559 w 994085"/>
                <a:gd name="csY95" fmla="*/ 20992 h 637643"/>
                <a:gd name="csX96" fmla="*/ 650891 w 994085"/>
                <a:gd name="csY96" fmla="*/ 15580 h 637643"/>
                <a:gd name="csX97" fmla="*/ 627224 w 994085"/>
                <a:gd name="csY97" fmla="*/ 11072 h 637643"/>
                <a:gd name="csX98" fmla="*/ 604774 w 994085"/>
                <a:gd name="csY98" fmla="*/ 7591 h 637643"/>
                <a:gd name="csX99" fmla="*/ 603557 w 994085"/>
                <a:gd name="csY99" fmla="*/ 7397 h 637643"/>
                <a:gd name="csX100" fmla="*/ 579889 w 994085"/>
                <a:gd name="csY100" fmla="*/ 4400 h 637643"/>
                <a:gd name="csX101" fmla="*/ 556211 w 994085"/>
                <a:gd name="csY101" fmla="*/ 2186 h 637643"/>
                <a:gd name="csX102" fmla="*/ 532543 w 994085"/>
                <a:gd name="csY102" fmla="*/ 726 h 637643"/>
                <a:gd name="csX103" fmla="*/ 508876 w 994085"/>
                <a:gd name="csY103" fmla="*/ 0 h 637643"/>
                <a:gd name="csX104" fmla="*/ 485208 w 994085"/>
                <a:gd name="csY104" fmla="*/ 0 h 637643"/>
                <a:gd name="csX105" fmla="*/ 461541 w 994085"/>
                <a:gd name="csY105" fmla="*/ 726 h 637643"/>
                <a:gd name="csX106" fmla="*/ 437874 w 994085"/>
                <a:gd name="csY106" fmla="*/ 2186 h 637643"/>
                <a:gd name="csX107" fmla="*/ 414206 w 994085"/>
                <a:gd name="csY107" fmla="*/ 4400 h 637643"/>
                <a:gd name="csX108" fmla="*/ 390539 w 994085"/>
                <a:gd name="csY108" fmla="*/ 7397 h 637643"/>
                <a:gd name="csX109" fmla="*/ 389310 w 994085"/>
                <a:gd name="csY109" fmla="*/ 7591 h 637643"/>
                <a:gd name="csX110" fmla="*/ 366860 w 994085"/>
                <a:gd name="csY110" fmla="*/ 11072 h 637643"/>
                <a:gd name="csX111" fmla="*/ 343193 w 994085"/>
                <a:gd name="csY111" fmla="*/ 15580 h 637643"/>
                <a:gd name="csX112" fmla="*/ 319525 w 994085"/>
                <a:gd name="csY112" fmla="*/ 20992 h 637643"/>
                <a:gd name="csX113" fmla="*/ 312768 w 994085"/>
                <a:gd name="csY113" fmla="*/ 22773 h 637643"/>
                <a:gd name="csX114" fmla="*/ 295858 w 994085"/>
                <a:gd name="csY114" fmla="*/ 27229 h 637643"/>
                <a:gd name="csX115" fmla="*/ 272191 w 994085"/>
                <a:gd name="csY115" fmla="*/ 34443 h 637643"/>
                <a:gd name="csX116" fmla="*/ 261993 w 994085"/>
                <a:gd name="csY116" fmla="*/ 37955 h 637643"/>
                <a:gd name="csX117" fmla="*/ 248523 w 994085"/>
                <a:gd name="csY117" fmla="*/ 42669 h 637643"/>
                <a:gd name="csX118" fmla="*/ 224856 w 994085"/>
                <a:gd name="csY118" fmla="*/ 52038 h 637643"/>
                <a:gd name="csX119" fmla="*/ 222320 w 994085"/>
                <a:gd name="csY119" fmla="*/ 53136 h 637643"/>
                <a:gd name="csX120" fmla="*/ 201189 w 994085"/>
                <a:gd name="csY120" fmla="*/ 62600 h 637643"/>
                <a:gd name="csX121" fmla="*/ 189628 w 994085"/>
                <a:gd name="csY121" fmla="*/ 68318 h 637643"/>
                <a:gd name="csX122" fmla="*/ 177510 w 994085"/>
                <a:gd name="csY122" fmla="*/ 74589 h 637643"/>
                <a:gd name="csX123" fmla="*/ 161706 w 994085"/>
                <a:gd name="csY123" fmla="*/ 83500 h 637643"/>
                <a:gd name="csX124" fmla="*/ 153846 w 994085"/>
                <a:gd name="csY124" fmla="*/ 88195 h 637643"/>
                <a:gd name="csX125" fmla="*/ 137494 w 994085"/>
                <a:gd name="csY125" fmla="*/ 98683 h 637643"/>
                <a:gd name="csX126" fmla="*/ 130176 w 994085"/>
                <a:gd name="csY126" fmla="*/ 103723 h 637643"/>
                <a:gd name="csX127" fmla="*/ 116282 w 994085"/>
                <a:gd name="csY127" fmla="*/ 113865 h 637643"/>
                <a:gd name="csX128" fmla="*/ 106508 w 994085"/>
                <a:gd name="csY128" fmla="*/ 121633 h 637643"/>
                <a:gd name="csX129" fmla="*/ 97591 w 994085"/>
                <a:gd name="csY129" fmla="*/ 129047 h 637643"/>
                <a:gd name="csX130" fmla="*/ 82839 w 994085"/>
                <a:gd name="csY130" fmla="*/ 142603 h 637643"/>
                <a:gd name="csX131" fmla="*/ 81127 w 994085"/>
                <a:gd name="csY131" fmla="*/ 144229 h 637643"/>
                <a:gd name="csX132" fmla="*/ 66521 w 994085"/>
                <a:gd name="csY132" fmla="*/ 159411 h 637643"/>
                <a:gd name="csX133" fmla="*/ 59170 w 994085"/>
                <a:gd name="csY133" fmla="*/ 168051 h 637643"/>
                <a:gd name="csX134" fmla="*/ 53696 w 994085"/>
                <a:gd name="csY134" fmla="*/ 174594 h 637643"/>
                <a:gd name="csX135" fmla="*/ 42449 w 994085"/>
                <a:gd name="csY135" fmla="*/ 189775 h 637643"/>
                <a:gd name="csX136" fmla="*/ 35501 w 994085"/>
                <a:gd name="csY136" fmla="*/ 200623 h 637643"/>
                <a:gd name="csX137" fmla="*/ 32727 w 994085"/>
                <a:gd name="csY137" fmla="*/ 204957 h 637643"/>
                <a:gd name="csX138" fmla="*/ 24288 w 994085"/>
                <a:gd name="csY138" fmla="*/ 220139 h 637643"/>
                <a:gd name="csX139" fmla="*/ 17260 w 994085"/>
                <a:gd name="csY139" fmla="*/ 235321 h 637643"/>
                <a:gd name="csX140" fmla="*/ 11833 w 994085"/>
                <a:gd name="csY140" fmla="*/ 249721 h 637643"/>
                <a:gd name="csX141" fmla="*/ 11531 w 994085"/>
                <a:gd name="csY141" fmla="*/ 250504 h 637643"/>
                <a:gd name="csX142" fmla="*/ 6858 w 994085"/>
                <a:gd name="csY142" fmla="*/ 265686 h 637643"/>
                <a:gd name="csX143" fmla="*/ 3405 w 994085"/>
                <a:gd name="csY143" fmla="*/ 280868 h 637643"/>
                <a:gd name="csX144" fmla="*/ 1130 w 994085"/>
                <a:gd name="csY144" fmla="*/ 296050 h 637643"/>
                <a:gd name="csX145" fmla="*/ 0 w 994085"/>
                <a:gd name="csY145" fmla="*/ 311232 h 637643"/>
                <a:gd name="csX146" fmla="*/ 0 w 994085"/>
                <a:gd name="csY146" fmla="*/ 326413 h 637643"/>
                <a:gd name="csX147" fmla="*/ 1130 w 994085"/>
                <a:gd name="csY147" fmla="*/ 341596 h 637643"/>
                <a:gd name="csX148" fmla="*/ 3405 w 994085"/>
                <a:gd name="csY148" fmla="*/ 356778 h 637643"/>
                <a:gd name="csX149" fmla="*/ 6858 w 994085"/>
                <a:gd name="csY149" fmla="*/ 371960 h 637643"/>
                <a:gd name="csX150" fmla="*/ 11531 w 994085"/>
                <a:gd name="csY150" fmla="*/ 387142 h 637643"/>
                <a:gd name="csX151" fmla="*/ 11833 w 994085"/>
                <a:gd name="csY151" fmla="*/ 387925 h 637643"/>
                <a:gd name="csX152" fmla="*/ 17260 w 994085"/>
                <a:gd name="csY152" fmla="*/ 402324 h 637643"/>
                <a:gd name="csX153" fmla="*/ 24288 w 994085"/>
                <a:gd name="csY153" fmla="*/ 417507 h 637643"/>
                <a:gd name="csX154" fmla="*/ 32727 w 994085"/>
                <a:gd name="csY154" fmla="*/ 432689 h 637643"/>
                <a:gd name="csX155" fmla="*/ 35501 w 994085"/>
                <a:gd name="csY155" fmla="*/ 437022 h 637643"/>
                <a:gd name="csX156" fmla="*/ 42449 w 994085"/>
                <a:gd name="csY156" fmla="*/ 447871 h 637643"/>
                <a:gd name="csX157" fmla="*/ 53696 w 994085"/>
                <a:gd name="csY157" fmla="*/ 463052 h 637643"/>
                <a:gd name="csX158" fmla="*/ 59170 w 994085"/>
                <a:gd name="csY158" fmla="*/ 469595 h 637643"/>
                <a:gd name="csX159" fmla="*/ 66521 w 994085"/>
                <a:gd name="csY159" fmla="*/ 478234 h 637643"/>
                <a:gd name="csX160" fmla="*/ 81127 w 994085"/>
                <a:gd name="csY160" fmla="*/ 493416 h 637643"/>
                <a:gd name="csX161" fmla="*/ 82839 w 994085"/>
                <a:gd name="csY161" fmla="*/ 495043 h 637643"/>
                <a:gd name="csX162" fmla="*/ 97591 w 994085"/>
                <a:gd name="csY162" fmla="*/ 508599 h 637643"/>
                <a:gd name="csX163" fmla="*/ 106508 w 994085"/>
                <a:gd name="csY163" fmla="*/ 516013 h 637643"/>
                <a:gd name="csX164" fmla="*/ 116282 w 994085"/>
                <a:gd name="csY164" fmla="*/ 523781 h 637643"/>
                <a:gd name="csX165" fmla="*/ 130176 w 994085"/>
                <a:gd name="csY165" fmla="*/ 533923 h 637643"/>
                <a:gd name="csX166" fmla="*/ 137494 w 994085"/>
                <a:gd name="csY166" fmla="*/ 538963 h 637643"/>
                <a:gd name="csX167" fmla="*/ 153846 w 994085"/>
                <a:gd name="csY167" fmla="*/ 549451 h 637643"/>
                <a:gd name="csX168" fmla="*/ 161706 w 994085"/>
                <a:gd name="csY168" fmla="*/ 554145 h 637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994085" h="637643">
                  <a:moveTo>
                    <a:pt x="161706" y="554145"/>
                  </a:moveTo>
                  <a:lnTo>
                    <a:pt x="177510" y="563057"/>
                  </a:lnTo>
                  <a:lnTo>
                    <a:pt x="189628" y="569328"/>
                  </a:lnTo>
                  <a:lnTo>
                    <a:pt x="201189" y="575046"/>
                  </a:lnTo>
                  <a:lnTo>
                    <a:pt x="222320" y="584509"/>
                  </a:lnTo>
                  <a:lnTo>
                    <a:pt x="224856" y="585608"/>
                  </a:lnTo>
                  <a:lnTo>
                    <a:pt x="248523" y="594976"/>
                  </a:lnTo>
                  <a:lnTo>
                    <a:pt x="261993" y="599691"/>
                  </a:lnTo>
                  <a:lnTo>
                    <a:pt x="272191" y="603202"/>
                  </a:lnTo>
                  <a:lnTo>
                    <a:pt x="295858" y="610417"/>
                  </a:lnTo>
                  <a:lnTo>
                    <a:pt x="312768" y="614873"/>
                  </a:lnTo>
                  <a:lnTo>
                    <a:pt x="319525" y="616653"/>
                  </a:lnTo>
                  <a:lnTo>
                    <a:pt x="343193" y="622066"/>
                  </a:lnTo>
                  <a:lnTo>
                    <a:pt x="366860" y="626574"/>
                  </a:lnTo>
                  <a:lnTo>
                    <a:pt x="389310" y="630055"/>
                  </a:lnTo>
                  <a:lnTo>
                    <a:pt x="390539" y="630248"/>
                  </a:lnTo>
                  <a:lnTo>
                    <a:pt x="414206" y="633243"/>
                  </a:lnTo>
                  <a:lnTo>
                    <a:pt x="437874" y="635466"/>
                  </a:lnTo>
                  <a:lnTo>
                    <a:pt x="461541" y="636918"/>
                  </a:lnTo>
                  <a:lnTo>
                    <a:pt x="485208" y="637643"/>
                  </a:lnTo>
                  <a:lnTo>
                    <a:pt x="508876" y="637643"/>
                  </a:lnTo>
                  <a:lnTo>
                    <a:pt x="532543" y="636918"/>
                  </a:lnTo>
                  <a:lnTo>
                    <a:pt x="556211" y="635466"/>
                  </a:lnTo>
                  <a:lnTo>
                    <a:pt x="579889" y="633243"/>
                  </a:lnTo>
                  <a:lnTo>
                    <a:pt x="603557" y="630248"/>
                  </a:lnTo>
                  <a:lnTo>
                    <a:pt x="604774" y="630055"/>
                  </a:lnTo>
                  <a:lnTo>
                    <a:pt x="627224" y="626574"/>
                  </a:lnTo>
                  <a:lnTo>
                    <a:pt x="650891" y="622066"/>
                  </a:lnTo>
                  <a:lnTo>
                    <a:pt x="674559" y="616653"/>
                  </a:lnTo>
                  <a:lnTo>
                    <a:pt x="681316" y="614873"/>
                  </a:lnTo>
                  <a:lnTo>
                    <a:pt x="698226" y="610417"/>
                  </a:lnTo>
                  <a:lnTo>
                    <a:pt x="721893" y="603202"/>
                  </a:lnTo>
                  <a:lnTo>
                    <a:pt x="732102" y="599691"/>
                  </a:lnTo>
                  <a:lnTo>
                    <a:pt x="745572" y="594976"/>
                  </a:lnTo>
                  <a:lnTo>
                    <a:pt x="769239" y="585608"/>
                  </a:lnTo>
                  <a:lnTo>
                    <a:pt x="771775" y="584509"/>
                  </a:lnTo>
                  <a:lnTo>
                    <a:pt x="792907" y="575046"/>
                  </a:lnTo>
                  <a:lnTo>
                    <a:pt x="804467" y="569328"/>
                  </a:lnTo>
                  <a:lnTo>
                    <a:pt x="816574" y="563057"/>
                  </a:lnTo>
                  <a:lnTo>
                    <a:pt x="832379" y="554145"/>
                  </a:lnTo>
                  <a:lnTo>
                    <a:pt x="840242" y="549451"/>
                  </a:lnTo>
                  <a:lnTo>
                    <a:pt x="856593" y="538963"/>
                  </a:lnTo>
                  <a:lnTo>
                    <a:pt x="863909" y="533923"/>
                  </a:lnTo>
                  <a:lnTo>
                    <a:pt x="877803" y="523781"/>
                  </a:lnTo>
                  <a:lnTo>
                    <a:pt x="887576" y="516013"/>
                  </a:lnTo>
                  <a:lnTo>
                    <a:pt x="896501" y="508599"/>
                  </a:lnTo>
                  <a:lnTo>
                    <a:pt x="911244" y="495043"/>
                  </a:lnTo>
                  <a:lnTo>
                    <a:pt x="912964" y="493416"/>
                  </a:lnTo>
                  <a:lnTo>
                    <a:pt x="927562" y="478234"/>
                  </a:lnTo>
                  <a:lnTo>
                    <a:pt x="934922" y="469595"/>
                  </a:lnTo>
                  <a:lnTo>
                    <a:pt x="940395" y="463052"/>
                  </a:lnTo>
                  <a:lnTo>
                    <a:pt x="951643" y="447871"/>
                  </a:lnTo>
                  <a:lnTo>
                    <a:pt x="958590" y="437022"/>
                  </a:lnTo>
                  <a:lnTo>
                    <a:pt x="961360" y="432689"/>
                  </a:lnTo>
                  <a:lnTo>
                    <a:pt x="969804" y="417507"/>
                  </a:lnTo>
                  <a:lnTo>
                    <a:pt x="976829" y="402324"/>
                  </a:lnTo>
                  <a:lnTo>
                    <a:pt x="982257" y="387925"/>
                  </a:lnTo>
                  <a:lnTo>
                    <a:pt x="982559" y="387142"/>
                  </a:lnTo>
                  <a:lnTo>
                    <a:pt x="987227" y="371960"/>
                  </a:lnTo>
                  <a:lnTo>
                    <a:pt x="990679" y="356778"/>
                  </a:lnTo>
                  <a:lnTo>
                    <a:pt x="992957" y="341596"/>
                  </a:lnTo>
                  <a:lnTo>
                    <a:pt x="994085" y="326413"/>
                  </a:lnTo>
                  <a:lnTo>
                    <a:pt x="994085" y="311232"/>
                  </a:lnTo>
                  <a:lnTo>
                    <a:pt x="992957" y="296050"/>
                  </a:lnTo>
                  <a:lnTo>
                    <a:pt x="990679" y="280868"/>
                  </a:lnTo>
                  <a:lnTo>
                    <a:pt x="987227" y="265686"/>
                  </a:lnTo>
                  <a:lnTo>
                    <a:pt x="982559" y="250504"/>
                  </a:lnTo>
                  <a:lnTo>
                    <a:pt x="982257" y="249721"/>
                  </a:lnTo>
                  <a:lnTo>
                    <a:pt x="976829" y="235321"/>
                  </a:lnTo>
                  <a:lnTo>
                    <a:pt x="969804" y="220139"/>
                  </a:lnTo>
                  <a:lnTo>
                    <a:pt x="961360" y="204957"/>
                  </a:lnTo>
                  <a:lnTo>
                    <a:pt x="958590" y="200623"/>
                  </a:lnTo>
                  <a:lnTo>
                    <a:pt x="951643" y="189775"/>
                  </a:lnTo>
                  <a:lnTo>
                    <a:pt x="940395" y="174594"/>
                  </a:lnTo>
                  <a:lnTo>
                    <a:pt x="934922" y="168051"/>
                  </a:lnTo>
                  <a:lnTo>
                    <a:pt x="927562" y="159411"/>
                  </a:lnTo>
                  <a:lnTo>
                    <a:pt x="912964" y="144229"/>
                  </a:lnTo>
                  <a:lnTo>
                    <a:pt x="911244" y="142603"/>
                  </a:lnTo>
                  <a:lnTo>
                    <a:pt x="896501" y="129047"/>
                  </a:lnTo>
                  <a:lnTo>
                    <a:pt x="887576" y="121633"/>
                  </a:lnTo>
                  <a:lnTo>
                    <a:pt x="877803" y="113865"/>
                  </a:lnTo>
                  <a:lnTo>
                    <a:pt x="863909" y="103723"/>
                  </a:lnTo>
                  <a:lnTo>
                    <a:pt x="856593" y="98683"/>
                  </a:lnTo>
                  <a:lnTo>
                    <a:pt x="840242" y="88195"/>
                  </a:lnTo>
                  <a:lnTo>
                    <a:pt x="832379" y="83500"/>
                  </a:lnTo>
                  <a:lnTo>
                    <a:pt x="816574" y="74589"/>
                  </a:lnTo>
                  <a:lnTo>
                    <a:pt x="804467" y="68318"/>
                  </a:lnTo>
                  <a:lnTo>
                    <a:pt x="792907" y="62600"/>
                  </a:lnTo>
                  <a:lnTo>
                    <a:pt x="771775" y="53136"/>
                  </a:lnTo>
                  <a:lnTo>
                    <a:pt x="769239" y="52038"/>
                  </a:lnTo>
                  <a:lnTo>
                    <a:pt x="745572" y="42669"/>
                  </a:lnTo>
                  <a:lnTo>
                    <a:pt x="732102" y="37955"/>
                  </a:lnTo>
                  <a:lnTo>
                    <a:pt x="721893" y="34443"/>
                  </a:lnTo>
                  <a:lnTo>
                    <a:pt x="698226" y="27229"/>
                  </a:lnTo>
                  <a:lnTo>
                    <a:pt x="681316" y="22773"/>
                  </a:lnTo>
                  <a:lnTo>
                    <a:pt x="674559" y="20992"/>
                  </a:lnTo>
                  <a:lnTo>
                    <a:pt x="650891" y="15580"/>
                  </a:lnTo>
                  <a:lnTo>
                    <a:pt x="627224" y="11072"/>
                  </a:lnTo>
                  <a:lnTo>
                    <a:pt x="604774" y="7591"/>
                  </a:lnTo>
                  <a:lnTo>
                    <a:pt x="603557" y="7397"/>
                  </a:lnTo>
                  <a:lnTo>
                    <a:pt x="579889" y="4400"/>
                  </a:lnTo>
                  <a:lnTo>
                    <a:pt x="556211" y="2186"/>
                  </a:lnTo>
                  <a:lnTo>
                    <a:pt x="532543" y="726"/>
                  </a:lnTo>
                  <a:lnTo>
                    <a:pt x="508876" y="0"/>
                  </a:lnTo>
                  <a:lnTo>
                    <a:pt x="485208" y="0"/>
                  </a:lnTo>
                  <a:lnTo>
                    <a:pt x="461541" y="726"/>
                  </a:lnTo>
                  <a:lnTo>
                    <a:pt x="437874" y="2186"/>
                  </a:lnTo>
                  <a:lnTo>
                    <a:pt x="414206" y="4400"/>
                  </a:lnTo>
                  <a:lnTo>
                    <a:pt x="390539" y="7397"/>
                  </a:lnTo>
                  <a:lnTo>
                    <a:pt x="389310" y="7591"/>
                  </a:lnTo>
                  <a:lnTo>
                    <a:pt x="366860" y="11072"/>
                  </a:lnTo>
                  <a:lnTo>
                    <a:pt x="343193" y="15580"/>
                  </a:lnTo>
                  <a:lnTo>
                    <a:pt x="319525" y="20992"/>
                  </a:lnTo>
                  <a:lnTo>
                    <a:pt x="312768" y="22773"/>
                  </a:lnTo>
                  <a:lnTo>
                    <a:pt x="295858" y="27229"/>
                  </a:lnTo>
                  <a:lnTo>
                    <a:pt x="272191" y="34443"/>
                  </a:lnTo>
                  <a:lnTo>
                    <a:pt x="261993" y="37955"/>
                  </a:lnTo>
                  <a:lnTo>
                    <a:pt x="248523" y="42669"/>
                  </a:lnTo>
                  <a:lnTo>
                    <a:pt x="224856" y="52038"/>
                  </a:lnTo>
                  <a:lnTo>
                    <a:pt x="222320" y="53136"/>
                  </a:lnTo>
                  <a:lnTo>
                    <a:pt x="201189" y="62600"/>
                  </a:lnTo>
                  <a:lnTo>
                    <a:pt x="189628" y="68318"/>
                  </a:lnTo>
                  <a:lnTo>
                    <a:pt x="177510" y="74589"/>
                  </a:lnTo>
                  <a:lnTo>
                    <a:pt x="161706" y="83500"/>
                  </a:lnTo>
                  <a:lnTo>
                    <a:pt x="153846" y="88195"/>
                  </a:lnTo>
                  <a:lnTo>
                    <a:pt x="137494" y="98683"/>
                  </a:lnTo>
                  <a:lnTo>
                    <a:pt x="130176" y="103723"/>
                  </a:lnTo>
                  <a:lnTo>
                    <a:pt x="116282" y="113865"/>
                  </a:lnTo>
                  <a:lnTo>
                    <a:pt x="106508" y="121633"/>
                  </a:lnTo>
                  <a:lnTo>
                    <a:pt x="97591" y="129047"/>
                  </a:lnTo>
                  <a:lnTo>
                    <a:pt x="82839" y="142603"/>
                  </a:lnTo>
                  <a:lnTo>
                    <a:pt x="81127" y="144229"/>
                  </a:lnTo>
                  <a:lnTo>
                    <a:pt x="66521" y="159411"/>
                  </a:lnTo>
                  <a:lnTo>
                    <a:pt x="59170" y="168051"/>
                  </a:lnTo>
                  <a:lnTo>
                    <a:pt x="53696" y="174594"/>
                  </a:lnTo>
                  <a:lnTo>
                    <a:pt x="42449" y="189775"/>
                  </a:lnTo>
                  <a:lnTo>
                    <a:pt x="35501" y="200623"/>
                  </a:lnTo>
                  <a:lnTo>
                    <a:pt x="32727" y="204957"/>
                  </a:lnTo>
                  <a:lnTo>
                    <a:pt x="24288" y="220139"/>
                  </a:lnTo>
                  <a:lnTo>
                    <a:pt x="17260" y="235321"/>
                  </a:lnTo>
                  <a:lnTo>
                    <a:pt x="11833" y="249721"/>
                  </a:lnTo>
                  <a:lnTo>
                    <a:pt x="11531" y="250504"/>
                  </a:lnTo>
                  <a:lnTo>
                    <a:pt x="6858" y="265686"/>
                  </a:lnTo>
                  <a:lnTo>
                    <a:pt x="3405" y="280868"/>
                  </a:lnTo>
                  <a:lnTo>
                    <a:pt x="1130" y="296050"/>
                  </a:lnTo>
                  <a:lnTo>
                    <a:pt x="0" y="311232"/>
                  </a:lnTo>
                  <a:lnTo>
                    <a:pt x="0" y="326413"/>
                  </a:lnTo>
                  <a:lnTo>
                    <a:pt x="1130" y="341596"/>
                  </a:lnTo>
                  <a:lnTo>
                    <a:pt x="3405" y="356778"/>
                  </a:lnTo>
                  <a:lnTo>
                    <a:pt x="6858" y="371960"/>
                  </a:lnTo>
                  <a:lnTo>
                    <a:pt x="11531" y="387142"/>
                  </a:lnTo>
                  <a:lnTo>
                    <a:pt x="11833" y="387925"/>
                  </a:lnTo>
                  <a:lnTo>
                    <a:pt x="17260" y="402324"/>
                  </a:lnTo>
                  <a:lnTo>
                    <a:pt x="24288" y="417507"/>
                  </a:lnTo>
                  <a:lnTo>
                    <a:pt x="32727" y="432689"/>
                  </a:lnTo>
                  <a:lnTo>
                    <a:pt x="35501" y="437022"/>
                  </a:lnTo>
                  <a:lnTo>
                    <a:pt x="42449" y="447871"/>
                  </a:lnTo>
                  <a:lnTo>
                    <a:pt x="53696" y="463052"/>
                  </a:lnTo>
                  <a:lnTo>
                    <a:pt x="59170" y="469595"/>
                  </a:lnTo>
                  <a:lnTo>
                    <a:pt x="66521" y="478234"/>
                  </a:lnTo>
                  <a:lnTo>
                    <a:pt x="81127" y="493416"/>
                  </a:lnTo>
                  <a:lnTo>
                    <a:pt x="82839" y="495043"/>
                  </a:lnTo>
                  <a:lnTo>
                    <a:pt x="97591" y="508599"/>
                  </a:lnTo>
                  <a:lnTo>
                    <a:pt x="106508" y="516013"/>
                  </a:lnTo>
                  <a:lnTo>
                    <a:pt x="116282" y="523781"/>
                  </a:lnTo>
                  <a:lnTo>
                    <a:pt x="130176" y="533923"/>
                  </a:lnTo>
                  <a:lnTo>
                    <a:pt x="137494" y="538963"/>
                  </a:lnTo>
                  <a:lnTo>
                    <a:pt x="153846" y="549451"/>
                  </a:lnTo>
                  <a:lnTo>
                    <a:pt x="161706" y="55414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08D2635E-40F2-B386-8FB4-F4C5269C5F8E}"/>
                </a:ext>
              </a:extLst>
            </p:cNvPr>
            <p:cNvSpPr/>
            <p:nvPr/>
          </p:nvSpPr>
          <p:spPr>
            <a:xfrm>
              <a:off x="7275787" y="3332553"/>
              <a:ext cx="872273" cy="559508"/>
            </a:xfrm>
            <a:custGeom>
              <a:avLst/>
              <a:gdLst>
                <a:gd name="csX0" fmla="*/ 140282 w 872273"/>
                <a:gd name="csY0" fmla="*/ 485416 h 559508"/>
                <a:gd name="csX1" fmla="*/ 139098 w 872273"/>
                <a:gd name="csY1" fmla="*/ 484712 h 559508"/>
                <a:gd name="csX2" fmla="*/ 116604 w 872273"/>
                <a:gd name="csY2" fmla="*/ 470286 h 559508"/>
                <a:gd name="csX3" fmla="*/ 115509 w 872273"/>
                <a:gd name="csY3" fmla="*/ 469530 h 559508"/>
                <a:gd name="csX4" fmla="*/ 95191 w 872273"/>
                <a:gd name="csY4" fmla="*/ 454348 h 559508"/>
                <a:gd name="csX5" fmla="*/ 92939 w 872273"/>
                <a:gd name="csY5" fmla="*/ 452497 h 559508"/>
                <a:gd name="csX6" fmla="*/ 77564 w 872273"/>
                <a:gd name="csY6" fmla="*/ 439166 h 559508"/>
                <a:gd name="csX7" fmla="*/ 69270 w 872273"/>
                <a:gd name="csY7" fmla="*/ 431096 h 559508"/>
                <a:gd name="csX8" fmla="*/ 62249 w 872273"/>
                <a:gd name="csY8" fmla="*/ 423984 h 559508"/>
                <a:gd name="csX9" fmla="*/ 49003 w 872273"/>
                <a:gd name="csY9" fmla="*/ 408803 h 559508"/>
                <a:gd name="csX10" fmla="*/ 45601 w 872273"/>
                <a:gd name="csY10" fmla="*/ 404359 h 559508"/>
                <a:gd name="csX11" fmla="*/ 37565 w 872273"/>
                <a:gd name="csY11" fmla="*/ 393620 h 559508"/>
                <a:gd name="csX12" fmla="*/ 27849 w 872273"/>
                <a:gd name="csY12" fmla="*/ 378438 h 559508"/>
                <a:gd name="csX13" fmla="*/ 21933 w 872273"/>
                <a:gd name="csY13" fmla="*/ 367420 h 559508"/>
                <a:gd name="csX14" fmla="*/ 19711 w 872273"/>
                <a:gd name="csY14" fmla="*/ 363256 h 559508"/>
                <a:gd name="csX15" fmla="*/ 12995 w 872273"/>
                <a:gd name="csY15" fmla="*/ 348074 h 559508"/>
                <a:gd name="csX16" fmla="*/ 7728 w 872273"/>
                <a:gd name="csY16" fmla="*/ 332891 h 559508"/>
                <a:gd name="csX17" fmla="*/ 3839 w 872273"/>
                <a:gd name="csY17" fmla="*/ 317709 h 559508"/>
                <a:gd name="csX18" fmla="*/ 1274 w 872273"/>
                <a:gd name="csY18" fmla="*/ 302527 h 559508"/>
                <a:gd name="csX19" fmla="*/ 0 w 872273"/>
                <a:gd name="csY19" fmla="*/ 287345 h 559508"/>
                <a:gd name="csX20" fmla="*/ 0 w 872273"/>
                <a:gd name="csY20" fmla="*/ 272164 h 559508"/>
                <a:gd name="csX21" fmla="*/ 1274 w 872273"/>
                <a:gd name="csY21" fmla="*/ 256982 h 559508"/>
                <a:gd name="csX22" fmla="*/ 3839 w 872273"/>
                <a:gd name="csY22" fmla="*/ 241799 h 559508"/>
                <a:gd name="csX23" fmla="*/ 7728 w 872273"/>
                <a:gd name="csY23" fmla="*/ 226617 h 559508"/>
                <a:gd name="csX24" fmla="*/ 12995 w 872273"/>
                <a:gd name="csY24" fmla="*/ 211435 h 559508"/>
                <a:gd name="csX25" fmla="*/ 19711 w 872273"/>
                <a:gd name="csY25" fmla="*/ 196253 h 559508"/>
                <a:gd name="csX26" fmla="*/ 21933 w 872273"/>
                <a:gd name="csY26" fmla="*/ 192089 h 559508"/>
                <a:gd name="csX27" fmla="*/ 27849 w 872273"/>
                <a:gd name="csY27" fmla="*/ 181071 h 559508"/>
                <a:gd name="csX28" fmla="*/ 37565 w 872273"/>
                <a:gd name="csY28" fmla="*/ 165888 h 559508"/>
                <a:gd name="csX29" fmla="*/ 45601 w 872273"/>
                <a:gd name="csY29" fmla="*/ 155149 h 559508"/>
                <a:gd name="csX30" fmla="*/ 49003 w 872273"/>
                <a:gd name="csY30" fmla="*/ 150706 h 559508"/>
                <a:gd name="csX31" fmla="*/ 62249 w 872273"/>
                <a:gd name="csY31" fmla="*/ 135525 h 559508"/>
                <a:gd name="csX32" fmla="*/ 69270 w 872273"/>
                <a:gd name="csY32" fmla="*/ 128413 h 559508"/>
                <a:gd name="csX33" fmla="*/ 77564 w 872273"/>
                <a:gd name="csY33" fmla="*/ 120343 h 559508"/>
                <a:gd name="csX34" fmla="*/ 92939 w 872273"/>
                <a:gd name="csY34" fmla="*/ 107011 h 559508"/>
                <a:gd name="csX35" fmla="*/ 95191 w 872273"/>
                <a:gd name="csY35" fmla="*/ 105161 h 559508"/>
                <a:gd name="csX36" fmla="*/ 115509 w 872273"/>
                <a:gd name="csY36" fmla="*/ 89979 h 559508"/>
                <a:gd name="csX37" fmla="*/ 116604 w 872273"/>
                <a:gd name="csY37" fmla="*/ 89222 h 559508"/>
                <a:gd name="csX38" fmla="*/ 139098 w 872273"/>
                <a:gd name="csY38" fmla="*/ 74796 h 559508"/>
                <a:gd name="csX39" fmla="*/ 140282 w 872273"/>
                <a:gd name="csY39" fmla="*/ 74093 h 559508"/>
                <a:gd name="csX40" fmla="*/ 163949 w 872273"/>
                <a:gd name="csY40" fmla="*/ 61059 h 559508"/>
                <a:gd name="csX41" fmla="*/ 166831 w 872273"/>
                <a:gd name="csY41" fmla="*/ 59614 h 559508"/>
                <a:gd name="csX42" fmla="*/ 187617 w 872273"/>
                <a:gd name="csY42" fmla="*/ 49753 h 559508"/>
                <a:gd name="csX43" fmla="*/ 200193 w 872273"/>
                <a:gd name="csY43" fmla="*/ 44432 h 559508"/>
                <a:gd name="csX44" fmla="*/ 211284 w 872273"/>
                <a:gd name="csY44" fmla="*/ 39929 h 559508"/>
                <a:gd name="csX45" fmla="*/ 234952 w 872273"/>
                <a:gd name="csY45" fmla="*/ 31432 h 559508"/>
                <a:gd name="csX46" fmla="*/ 241877 w 872273"/>
                <a:gd name="csY46" fmla="*/ 29250 h 559508"/>
                <a:gd name="csX47" fmla="*/ 258619 w 872273"/>
                <a:gd name="csY47" fmla="*/ 24096 h 559508"/>
                <a:gd name="csX48" fmla="*/ 282286 w 872273"/>
                <a:gd name="csY48" fmla="*/ 17863 h 559508"/>
                <a:gd name="csX49" fmla="*/ 299465 w 872273"/>
                <a:gd name="csY49" fmla="*/ 14068 h 559508"/>
                <a:gd name="csX50" fmla="*/ 305954 w 872273"/>
                <a:gd name="csY50" fmla="*/ 12643 h 559508"/>
                <a:gd name="csX51" fmla="*/ 329632 w 872273"/>
                <a:gd name="csY51" fmla="*/ 8336 h 559508"/>
                <a:gd name="csX52" fmla="*/ 353300 w 872273"/>
                <a:gd name="csY52" fmla="*/ 4957 h 559508"/>
                <a:gd name="csX53" fmla="*/ 376967 w 872273"/>
                <a:gd name="csY53" fmla="*/ 2462 h 559508"/>
                <a:gd name="csX54" fmla="*/ 400635 w 872273"/>
                <a:gd name="csY54" fmla="*/ 816 h 559508"/>
                <a:gd name="csX55" fmla="*/ 424302 w 872273"/>
                <a:gd name="csY55" fmla="*/ 0 h 559508"/>
                <a:gd name="csX56" fmla="*/ 447969 w 872273"/>
                <a:gd name="csY56" fmla="*/ 0 h 559508"/>
                <a:gd name="csX57" fmla="*/ 471637 w 872273"/>
                <a:gd name="csY57" fmla="*/ 816 h 559508"/>
                <a:gd name="csX58" fmla="*/ 495304 w 872273"/>
                <a:gd name="csY58" fmla="*/ 2462 h 559508"/>
                <a:gd name="csX59" fmla="*/ 518983 w 872273"/>
                <a:gd name="csY59" fmla="*/ 4957 h 559508"/>
                <a:gd name="csX60" fmla="*/ 542650 w 872273"/>
                <a:gd name="csY60" fmla="*/ 8336 h 559508"/>
                <a:gd name="csX61" fmla="*/ 566317 w 872273"/>
                <a:gd name="csY61" fmla="*/ 12643 h 559508"/>
                <a:gd name="csX62" fmla="*/ 572807 w 872273"/>
                <a:gd name="csY62" fmla="*/ 14068 h 559508"/>
                <a:gd name="csX63" fmla="*/ 589985 w 872273"/>
                <a:gd name="csY63" fmla="*/ 17863 h 559508"/>
                <a:gd name="csX64" fmla="*/ 613652 w 872273"/>
                <a:gd name="csY64" fmla="*/ 24096 h 559508"/>
                <a:gd name="csX65" fmla="*/ 630395 w 872273"/>
                <a:gd name="csY65" fmla="*/ 29250 h 559508"/>
                <a:gd name="csX66" fmla="*/ 637320 w 872273"/>
                <a:gd name="csY66" fmla="*/ 31432 h 559508"/>
                <a:gd name="csX67" fmla="*/ 660987 w 872273"/>
                <a:gd name="csY67" fmla="*/ 39929 h 559508"/>
                <a:gd name="csX68" fmla="*/ 672078 w 872273"/>
                <a:gd name="csY68" fmla="*/ 44432 h 559508"/>
                <a:gd name="csX69" fmla="*/ 684666 w 872273"/>
                <a:gd name="csY69" fmla="*/ 49753 h 559508"/>
                <a:gd name="csX70" fmla="*/ 705440 w 872273"/>
                <a:gd name="csY70" fmla="*/ 59614 h 559508"/>
                <a:gd name="csX71" fmla="*/ 708333 w 872273"/>
                <a:gd name="csY71" fmla="*/ 61059 h 559508"/>
                <a:gd name="csX72" fmla="*/ 732001 w 872273"/>
                <a:gd name="csY72" fmla="*/ 74093 h 559508"/>
                <a:gd name="csX73" fmla="*/ 733173 w 872273"/>
                <a:gd name="csY73" fmla="*/ 74796 h 559508"/>
                <a:gd name="csX74" fmla="*/ 755668 w 872273"/>
                <a:gd name="csY74" fmla="*/ 89222 h 559508"/>
                <a:gd name="csX75" fmla="*/ 756762 w 872273"/>
                <a:gd name="csY75" fmla="*/ 89979 h 559508"/>
                <a:gd name="csX76" fmla="*/ 777079 w 872273"/>
                <a:gd name="csY76" fmla="*/ 105161 h 559508"/>
                <a:gd name="csX77" fmla="*/ 779335 w 872273"/>
                <a:gd name="csY77" fmla="*/ 107011 h 559508"/>
                <a:gd name="csX78" fmla="*/ 794715 w 872273"/>
                <a:gd name="csY78" fmla="*/ 120343 h 559508"/>
                <a:gd name="csX79" fmla="*/ 803003 w 872273"/>
                <a:gd name="csY79" fmla="*/ 128413 h 559508"/>
                <a:gd name="csX80" fmla="*/ 810028 w 872273"/>
                <a:gd name="csY80" fmla="*/ 135525 h 559508"/>
                <a:gd name="csX81" fmla="*/ 823275 w 872273"/>
                <a:gd name="csY81" fmla="*/ 150706 h 559508"/>
                <a:gd name="csX82" fmla="*/ 826670 w 872273"/>
                <a:gd name="csY82" fmla="*/ 155149 h 559508"/>
                <a:gd name="csX83" fmla="*/ 834712 w 872273"/>
                <a:gd name="csY83" fmla="*/ 165888 h 559508"/>
                <a:gd name="csX84" fmla="*/ 844429 w 872273"/>
                <a:gd name="csY84" fmla="*/ 181071 h 559508"/>
                <a:gd name="csX85" fmla="*/ 850337 w 872273"/>
                <a:gd name="csY85" fmla="*/ 192089 h 559508"/>
                <a:gd name="csX86" fmla="*/ 852560 w 872273"/>
                <a:gd name="csY86" fmla="*/ 196253 h 559508"/>
                <a:gd name="csX87" fmla="*/ 859284 w 872273"/>
                <a:gd name="csY87" fmla="*/ 211435 h 559508"/>
                <a:gd name="csX88" fmla="*/ 864545 w 872273"/>
                <a:gd name="csY88" fmla="*/ 226617 h 559508"/>
                <a:gd name="csX89" fmla="*/ 868431 w 872273"/>
                <a:gd name="csY89" fmla="*/ 241799 h 559508"/>
                <a:gd name="csX90" fmla="*/ 871000 w 872273"/>
                <a:gd name="csY90" fmla="*/ 256982 h 559508"/>
                <a:gd name="csX91" fmla="*/ 872274 w 872273"/>
                <a:gd name="csY91" fmla="*/ 272164 h 559508"/>
                <a:gd name="csX92" fmla="*/ 872274 w 872273"/>
                <a:gd name="csY92" fmla="*/ 287345 h 559508"/>
                <a:gd name="csX93" fmla="*/ 871000 w 872273"/>
                <a:gd name="csY93" fmla="*/ 302527 h 559508"/>
                <a:gd name="csX94" fmla="*/ 868431 w 872273"/>
                <a:gd name="csY94" fmla="*/ 317709 h 559508"/>
                <a:gd name="csX95" fmla="*/ 864545 w 872273"/>
                <a:gd name="csY95" fmla="*/ 332891 h 559508"/>
                <a:gd name="csX96" fmla="*/ 859284 w 872273"/>
                <a:gd name="csY96" fmla="*/ 348074 h 559508"/>
                <a:gd name="csX97" fmla="*/ 852560 w 872273"/>
                <a:gd name="csY97" fmla="*/ 363256 h 559508"/>
                <a:gd name="csX98" fmla="*/ 850337 w 872273"/>
                <a:gd name="csY98" fmla="*/ 367420 h 559508"/>
                <a:gd name="csX99" fmla="*/ 844429 w 872273"/>
                <a:gd name="csY99" fmla="*/ 378438 h 559508"/>
                <a:gd name="csX100" fmla="*/ 834712 w 872273"/>
                <a:gd name="csY100" fmla="*/ 393620 h 559508"/>
                <a:gd name="csX101" fmla="*/ 826670 w 872273"/>
                <a:gd name="csY101" fmla="*/ 404359 h 559508"/>
                <a:gd name="csX102" fmla="*/ 823275 w 872273"/>
                <a:gd name="csY102" fmla="*/ 408803 h 559508"/>
                <a:gd name="csX103" fmla="*/ 810028 w 872273"/>
                <a:gd name="csY103" fmla="*/ 423984 h 559508"/>
                <a:gd name="csX104" fmla="*/ 803003 w 872273"/>
                <a:gd name="csY104" fmla="*/ 431096 h 559508"/>
                <a:gd name="csX105" fmla="*/ 794715 w 872273"/>
                <a:gd name="csY105" fmla="*/ 439166 h 559508"/>
                <a:gd name="csX106" fmla="*/ 779335 w 872273"/>
                <a:gd name="csY106" fmla="*/ 452497 h 559508"/>
                <a:gd name="csX107" fmla="*/ 777079 w 872273"/>
                <a:gd name="csY107" fmla="*/ 454348 h 559508"/>
                <a:gd name="csX108" fmla="*/ 756762 w 872273"/>
                <a:gd name="csY108" fmla="*/ 469530 h 559508"/>
                <a:gd name="csX109" fmla="*/ 755668 w 872273"/>
                <a:gd name="csY109" fmla="*/ 470286 h 559508"/>
                <a:gd name="csX110" fmla="*/ 733173 w 872273"/>
                <a:gd name="csY110" fmla="*/ 484712 h 559508"/>
                <a:gd name="csX111" fmla="*/ 732001 w 872273"/>
                <a:gd name="csY111" fmla="*/ 485416 h 559508"/>
                <a:gd name="csX112" fmla="*/ 708333 w 872273"/>
                <a:gd name="csY112" fmla="*/ 498449 h 559508"/>
                <a:gd name="csX113" fmla="*/ 705440 w 872273"/>
                <a:gd name="csY113" fmla="*/ 499895 h 559508"/>
                <a:gd name="csX114" fmla="*/ 684666 w 872273"/>
                <a:gd name="csY114" fmla="*/ 509756 h 559508"/>
                <a:gd name="csX115" fmla="*/ 672078 w 872273"/>
                <a:gd name="csY115" fmla="*/ 515077 h 559508"/>
                <a:gd name="csX116" fmla="*/ 660987 w 872273"/>
                <a:gd name="csY116" fmla="*/ 519580 h 559508"/>
                <a:gd name="csX117" fmla="*/ 637320 w 872273"/>
                <a:gd name="csY117" fmla="*/ 528077 h 559508"/>
                <a:gd name="csX118" fmla="*/ 630395 w 872273"/>
                <a:gd name="csY118" fmla="*/ 530259 h 559508"/>
                <a:gd name="csX119" fmla="*/ 613652 w 872273"/>
                <a:gd name="csY119" fmla="*/ 535412 h 559508"/>
                <a:gd name="csX120" fmla="*/ 589985 w 872273"/>
                <a:gd name="csY120" fmla="*/ 541646 h 559508"/>
                <a:gd name="csX121" fmla="*/ 572807 w 872273"/>
                <a:gd name="csY121" fmla="*/ 545440 h 559508"/>
                <a:gd name="csX122" fmla="*/ 566317 w 872273"/>
                <a:gd name="csY122" fmla="*/ 546865 h 559508"/>
                <a:gd name="csX123" fmla="*/ 542650 w 872273"/>
                <a:gd name="csY123" fmla="*/ 551173 h 559508"/>
                <a:gd name="csX124" fmla="*/ 518983 w 872273"/>
                <a:gd name="csY124" fmla="*/ 554552 h 559508"/>
                <a:gd name="csX125" fmla="*/ 495304 w 872273"/>
                <a:gd name="csY125" fmla="*/ 557047 h 559508"/>
                <a:gd name="csX126" fmla="*/ 471637 w 872273"/>
                <a:gd name="csY126" fmla="*/ 558692 h 559508"/>
                <a:gd name="csX127" fmla="*/ 447969 w 872273"/>
                <a:gd name="csY127" fmla="*/ 559509 h 559508"/>
                <a:gd name="csX128" fmla="*/ 424302 w 872273"/>
                <a:gd name="csY128" fmla="*/ 559509 h 559508"/>
                <a:gd name="csX129" fmla="*/ 400635 w 872273"/>
                <a:gd name="csY129" fmla="*/ 558692 h 559508"/>
                <a:gd name="csX130" fmla="*/ 376967 w 872273"/>
                <a:gd name="csY130" fmla="*/ 557047 h 559508"/>
                <a:gd name="csX131" fmla="*/ 353300 w 872273"/>
                <a:gd name="csY131" fmla="*/ 554552 h 559508"/>
                <a:gd name="csX132" fmla="*/ 329632 w 872273"/>
                <a:gd name="csY132" fmla="*/ 551173 h 559508"/>
                <a:gd name="csX133" fmla="*/ 305954 w 872273"/>
                <a:gd name="csY133" fmla="*/ 546865 h 559508"/>
                <a:gd name="csX134" fmla="*/ 299465 w 872273"/>
                <a:gd name="csY134" fmla="*/ 545440 h 559508"/>
                <a:gd name="csX135" fmla="*/ 282286 w 872273"/>
                <a:gd name="csY135" fmla="*/ 541646 h 559508"/>
                <a:gd name="csX136" fmla="*/ 258619 w 872273"/>
                <a:gd name="csY136" fmla="*/ 535412 h 559508"/>
                <a:gd name="csX137" fmla="*/ 241877 w 872273"/>
                <a:gd name="csY137" fmla="*/ 530259 h 559508"/>
                <a:gd name="csX138" fmla="*/ 234952 w 872273"/>
                <a:gd name="csY138" fmla="*/ 528077 h 559508"/>
                <a:gd name="csX139" fmla="*/ 211284 w 872273"/>
                <a:gd name="csY139" fmla="*/ 519580 h 559508"/>
                <a:gd name="csX140" fmla="*/ 200193 w 872273"/>
                <a:gd name="csY140" fmla="*/ 515077 h 559508"/>
                <a:gd name="csX141" fmla="*/ 187617 w 872273"/>
                <a:gd name="csY141" fmla="*/ 509756 h 559508"/>
                <a:gd name="csX142" fmla="*/ 166831 w 872273"/>
                <a:gd name="csY142" fmla="*/ 499895 h 559508"/>
                <a:gd name="csX143" fmla="*/ 163949 w 872273"/>
                <a:gd name="csY143" fmla="*/ 498449 h 559508"/>
                <a:gd name="csX144" fmla="*/ 140282 w 872273"/>
                <a:gd name="csY144" fmla="*/ 485416 h 559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</a:cxnLst>
              <a:rect l="l" t="t" r="r" b="b"/>
              <a:pathLst>
                <a:path w="872273" h="559508">
                  <a:moveTo>
                    <a:pt x="140282" y="485416"/>
                  </a:moveTo>
                  <a:lnTo>
                    <a:pt x="139098" y="484712"/>
                  </a:lnTo>
                  <a:lnTo>
                    <a:pt x="116604" y="470286"/>
                  </a:lnTo>
                  <a:lnTo>
                    <a:pt x="115509" y="469530"/>
                  </a:lnTo>
                  <a:lnTo>
                    <a:pt x="95191" y="454348"/>
                  </a:lnTo>
                  <a:lnTo>
                    <a:pt x="92939" y="452497"/>
                  </a:lnTo>
                  <a:lnTo>
                    <a:pt x="77564" y="439166"/>
                  </a:lnTo>
                  <a:lnTo>
                    <a:pt x="69270" y="431096"/>
                  </a:lnTo>
                  <a:lnTo>
                    <a:pt x="62249" y="423984"/>
                  </a:lnTo>
                  <a:lnTo>
                    <a:pt x="49003" y="408803"/>
                  </a:lnTo>
                  <a:lnTo>
                    <a:pt x="45601" y="404359"/>
                  </a:lnTo>
                  <a:lnTo>
                    <a:pt x="37565" y="393620"/>
                  </a:lnTo>
                  <a:lnTo>
                    <a:pt x="27849" y="378438"/>
                  </a:lnTo>
                  <a:lnTo>
                    <a:pt x="21933" y="367420"/>
                  </a:lnTo>
                  <a:lnTo>
                    <a:pt x="19711" y="363256"/>
                  </a:lnTo>
                  <a:lnTo>
                    <a:pt x="12995" y="348074"/>
                  </a:lnTo>
                  <a:lnTo>
                    <a:pt x="7728" y="332891"/>
                  </a:lnTo>
                  <a:lnTo>
                    <a:pt x="3839" y="317709"/>
                  </a:lnTo>
                  <a:lnTo>
                    <a:pt x="1274" y="302527"/>
                  </a:lnTo>
                  <a:lnTo>
                    <a:pt x="0" y="287345"/>
                  </a:lnTo>
                  <a:lnTo>
                    <a:pt x="0" y="272164"/>
                  </a:lnTo>
                  <a:lnTo>
                    <a:pt x="1274" y="256982"/>
                  </a:lnTo>
                  <a:lnTo>
                    <a:pt x="3839" y="241799"/>
                  </a:lnTo>
                  <a:lnTo>
                    <a:pt x="7728" y="226617"/>
                  </a:lnTo>
                  <a:lnTo>
                    <a:pt x="12995" y="211435"/>
                  </a:lnTo>
                  <a:lnTo>
                    <a:pt x="19711" y="196253"/>
                  </a:lnTo>
                  <a:lnTo>
                    <a:pt x="21933" y="192089"/>
                  </a:lnTo>
                  <a:lnTo>
                    <a:pt x="27849" y="181071"/>
                  </a:lnTo>
                  <a:lnTo>
                    <a:pt x="37565" y="165888"/>
                  </a:lnTo>
                  <a:lnTo>
                    <a:pt x="45601" y="155149"/>
                  </a:lnTo>
                  <a:lnTo>
                    <a:pt x="49003" y="150706"/>
                  </a:lnTo>
                  <a:lnTo>
                    <a:pt x="62249" y="135525"/>
                  </a:lnTo>
                  <a:lnTo>
                    <a:pt x="69270" y="128413"/>
                  </a:lnTo>
                  <a:lnTo>
                    <a:pt x="77564" y="120343"/>
                  </a:lnTo>
                  <a:lnTo>
                    <a:pt x="92939" y="107011"/>
                  </a:lnTo>
                  <a:lnTo>
                    <a:pt x="95191" y="105161"/>
                  </a:lnTo>
                  <a:lnTo>
                    <a:pt x="115509" y="89979"/>
                  </a:lnTo>
                  <a:lnTo>
                    <a:pt x="116604" y="89222"/>
                  </a:lnTo>
                  <a:lnTo>
                    <a:pt x="139098" y="74796"/>
                  </a:lnTo>
                  <a:lnTo>
                    <a:pt x="140282" y="74093"/>
                  </a:lnTo>
                  <a:lnTo>
                    <a:pt x="163949" y="61059"/>
                  </a:lnTo>
                  <a:lnTo>
                    <a:pt x="166831" y="59614"/>
                  </a:lnTo>
                  <a:lnTo>
                    <a:pt x="187617" y="49753"/>
                  </a:lnTo>
                  <a:lnTo>
                    <a:pt x="200193" y="44432"/>
                  </a:lnTo>
                  <a:lnTo>
                    <a:pt x="211284" y="39929"/>
                  </a:lnTo>
                  <a:lnTo>
                    <a:pt x="234952" y="31432"/>
                  </a:lnTo>
                  <a:lnTo>
                    <a:pt x="241877" y="29250"/>
                  </a:lnTo>
                  <a:lnTo>
                    <a:pt x="258619" y="24096"/>
                  </a:lnTo>
                  <a:lnTo>
                    <a:pt x="282286" y="17863"/>
                  </a:lnTo>
                  <a:lnTo>
                    <a:pt x="299465" y="14068"/>
                  </a:lnTo>
                  <a:lnTo>
                    <a:pt x="305954" y="12643"/>
                  </a:lnTo>
                  <a:lnTo>
                    <a:pt x="329632" y="8336"/>
                  </a:lnTo>
                  <a:lnTo>
                    <a:pt x="353300" y="4957"/>
                  </a:lnTo>
                  <a:lnTo>
                    <a:pt x="376967" y="2462"/>
                  </a:lnTo>
                  <a:lnTo>
                    <a:pt x="400635" y="816"/>
                  </a:lnTo>
                  <a:lnTo>
                    <a:pt x="424302" y="0"/>
                  </a:lnTo>
                  <a:lnTo>
                    <a:pt x="447969" y="0"/>
                  </a:lnTo>
                  <a:lnTo>
                    <a:pt x="471637" y="816"/>
                  </a:lnTo>
                  <a:lnTo>
                    <a:pt x="495304" y="2462"/>
                  </a:lnTo>
                  <a:lnTo>
                    <a:pt x="518983" y="4957"/>
                  </a:lnTo>
                  <a:lnTo>
                    <a:pt x="542650" y="8336"/>
                  </a:lnTo>
                  <a:lnTo>
                    <a:pt x="566317" y="12643"/>
                  </a:lnTo>
                  <a:lnTo>
                    <a:pt x="572807" y="14068"/>
                  </a:lnTo>
                  <a:lnTo>
                    <a:pt x="589985" y="17863"/>
                  </a:lnTo>
                  <a:lnTo>
                    <a:pt x="613652" y="24096"/>
                  </a:lnTo>
                  <a:lnTo>
                    <a:pt x="630395" y="29250"/>
                  </a:lnTo>
                  <a:lnTo>
                    <a:pt x="637320" y="31432"/>
                  </a:lnTo>
                  <a:lnTo>
                    <a:pt x="660987" y="39929"/>
                  </a:lnTo>
                  <a:lnTo>
                    <a:pt x="672078" y="44432"/>
                  </a:lnTo>
                  <a:lnTo>
                    <a:pt x="684666" y="49753"/>
                  </a:lnTo>
                  <a:lnTo>
                    <a:pt x="705440" y="59614"/>
                  </a:lnTo>
                  <a:lnTo>
                    <a:pt x="708333" y="61059"/>
                  </a:lnTo>
                  <a:lnTo>
                    <a:pt x="732001" y="74093"/>
                  </a:lnTo>
                  <a:lnTo>
                    <a:pt x="733173" y="74796"/>
                  </a:lnTo>
                  <a:lnTo>
                    <a:pt x="755668" y="89222"/>
                  </a:lnTo>
                  <a:lnTo>
                    <a:pt x="756762" y="89979"/>
                  </a:lnTo>
                  <a:lnTo>
                    <a:pt x="777079" y="105161"/>
                  </a:lnTo>
                  <a:lnTo>
                    <a:pt x="779335" y="107011"/>
                  </a:lnTo>
                  <a:lnTo>
                    <a:pt x="794715" y="120343"/>
                  </a:lnTo>
                  <a:lnTo>
                    <a:pt x="803003" y="128413"/>
                  </a:lnTo>
                  <a:lnTo>
                    <a:pt x="810028" y="135525"/>
                  </a:lnTo>
                  <a:lnTo>
                    <a:pt x="823275" y="150706"/>
                  </a:lnTo>
                  <a:lnTo>
                    <a:pt x="826670" y="155149"/>
                  </a:lnTo>
                  <a:lnTo>
                    <a:pt x="834712" y="165888"/>
                  </a:lnTo>
                  <a:lnTo>
                    <a:pt x="844429" y="181071"/>
                  </a:lnTo>
                  <a:lnTo>
                    <a:pt x="850337" y="192089"/>
                  </a:lnTo>
                  <a:lnTo>
                    <a:pt x="852560" y="196253"/>
                  </a:lnTo>
                  <a:lnTo>
                    <a:pt x="859284" y="211435"/>
                  </a:lnTo>
                  <a:lnTo>
                    <a:pt x="864545" y="226617"/>
                  </a:lnTo>
                  <a:lnTo>
                    <a:pt x="868431" y="241799"/>
                  </a:lnTo>
                  <a:lnTo>
                    <a:pt x="871000" y="256982"/>
                  </a:lnTo>
                  <a:lnTo>
                    <a:pt x="872274" y="272164"/>
                  </a:lnTo>
                  <a:lnTo>
                    <a:pt x="872274" y="287345"/>
                  </a:lnTo>
                  <a:lnTo>
                    <a:pt x="871000" y="302527"/>
                  </a:lnTo>
                  <a:lnTo>
                    <a:pt x="868431" y="317709"/>
                  </a:lnTo>
                  <a:lnTo>
                    <a:pt x="864545" y="332891"/>
                  </a:lnTo>
                  <a:lnTo>
                    <a:pt x="859284" y="348074"/>
                  </a:lnTo>
                  <a:lnTo>
                    <a:pt x="852560" y="363256"/>
                  </a:lnTo>
                  <a:lnTo>
                    <a:pt x="850337" y="367420"/>
                  </a:lnTo>
                  <a:lnTo>
                    <a:pt x="844429" y="378438"/>
                  </a:lnTo>
                  <a:lnTo>
                    <a:pt x="834712" y="393620"/>
                  </a:lnTo>
                  <a:lnTo>
                    <a:pt x="826670" y="404359"/>
                  </a:lnTo>
                  <a:lnTo>
                    <a:pt x="823275" y="408803"/>
                  </a:lnTo>
                  <a:lnTo>
                    <a:pt x="810028" y="423984"/>
                  </a:lnTo>
                  <a:lnTo>
                    <a:pt x="803003" y="431096"/>
                  </a:lnTo>
                  <a:lnTo>
                    <a:pt x="794715" y="439166"/>
                  </a:lnTo>
                  <a:lnTo>
                    <a:pt x="779335" y="452497"/>
                  </a:lnTo>
                  <a:lnTo>
                    <a:pt x="777079" y="454348"/>
                  </a:lnTo>
                  <a:lnTo>
                    <a:pt x="756762" y="469530"/>
                  </a:lnTo>
                  <a:lnTo>
                    <a:pt x="755668" y="470286"/>
                  </a:lnTo>
                  <a:lnTo>
                    <a:pt x="733173" y="484712"/>
                  </a:lnTo>
                  <a:lnTo>
                    <a:pt x="732001" y="485416"/>
                  </a:lnTo>
                  <a:lnTo>
                    <a:pt x="708333" y="498449"/>
                  </a:lnTo>
                  <a:lnTo>
                    <a:pt x="705440" y="499895"/>
                  </a:lnTo>
                  <a:lnTo>
                    <a:pt x="684666" y="509756"/>
                  </a:lnTo>
                  <a:lnTo>
                    <a:pt x="672078" y="515077"/>
                  </a:lnTo>
                  <a:lnTo>
                    <a:pt x="660987" y="519580"/>
                  </a:lnTo>
                  <a:lnTo>
                    <a:pt x="637320" y="528077"/>
                  </a:lnTo>
                  <a:lnTo>
                    <a:pt x="630395" y="530259"/>
                  </a:lnTo>
                  <a:lnTo>
                    <a:pt x="613652" y="535412"/>
                  </a:lnTo>
                  <a:lnTo>
                    <a:pt x="589985" y="541646"/>
                  </a:lnTo>
                  <a:lnTo>
                    <a:pt x="572807" y="545440"/>
                  </a:lnTo>
                  <a:lnTo>
                    <a:pt x="566317" y="546865"/>
                  </a:lnTo>
                  <a:lnTo>
                    <a:pt x="542650" y="551173"/>
                  </a:lnTo>
                  <a:lnTo>
                    <a:pt x="518983" y="554552"/>
                  </a:lnTo>
                  <a:lnTo>
                    <a:pt x="495304" y="557047"/>
                  </a:lnTo>
                  <a:lnTo>
                    <a:pt x="471637" y="558692"/>
                  </a:lnTo>
                  <a:lnTo>
                    <a:pt x="447969" y="559509"/>
                  </a:lnTo>
                  <a:lnTo>
                    <a:pt x="424302" y="559509"/>
                  </a:lnTo>
                  <a:lnTo>
                    <a:pt x="400635" y="558692"/>
                  </a:lnTo>
                  <a:lnTo>
                    <a:pt x="376967" y="557047"/>
                  </a:lnTo>
                  <a:lnTo>
                    <a:pt x="353300" y="554552"/>
                  </a:lnTo>
                  <a:lnTo>
                    <a:pt x="329632" y="551173"/>
                  </a:lnTo>
                  <a:lnTo>
                    <a:pt x="305954" y="546865"/>
                  </a:lnTo>
                  <a:lnTo>
                    <a:pt x="299465" y="545440"/>
                  </a:lnTo>
                  <a:lnTo>
                    <a:pt x="282286" y="541646"/>
                  </a:lnTo>
                  <a:lnTo>
                    <a:pt x="258619" y="535412"/>
                  </a:lnTo>
                  <a:lnTo>
                    <a:pt x="241877" y="530259"/>
                  </a:lnTo>
                  <a:lnTo>
                    <a:pt x="234952" y="528077"/>
                  </a:lnTo>
                  <a:lnTo>
                    <a:pt x="211284" y="519580"/>
                  </a:lnTo>
                  <a:lnTo>
                    <a:pt x="200193" y="515077"/>
                  </a:lnTo>
                  <a:lnTo>
                    <a:pt x="187617" y="509756"/>
                  </a:lnTo>
                  <a:lnTo>
                    <a:pt x="166831" y="499895"/>
                  </a:lnTo>
                  <a:lnTo>
                    <a:pt x="163949" y="498449"/>
                  </a:lnTo>
                  <a:lnTo>
                    <a:pt x="140282" y="48541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C20A964F-78F9-C0EF-9C4A-484C1D2607AA}"/>
                </a:ext>
              </a:extLst>
            </p:cNvPr>
            <p:cNvSpPr/>
            <p:nvPr/>
          </p:nvSpPr>
          <p:spPr>
            <a:xfrm>
              <a:off x="7332621" y="3369008"/>
              <a:ext cx="758610" cy="486598"/>
            </a:xfrm>
            <a:custGeom>
              <a:avLst/>
              <a:gdLst>
                <a:gd name="csX0" fmla="*/ 141851 w 758610"/>
                <a:gd name="csY0" fmla="*/ 433075 h 486598"/>
                <a:gd name="csX1" fmla="*/ 154450 w 758610"/>
                <a:gd name="csY1" fmla="*/ 439330 h 486598"/>
                <a:gd name="csX2" fmla="*/ 174733 w 758610"/>
                <a:gd name="csY2" fmla="*/ 448257 h 486598"/>
                <a:gd name="csX3" fmla="*/ 178118 w 758610"/>
                <a:gd name="csY3" fmla="*/ 449669 h 486598"/>
                <a:gd name="csX4" fmla="*/ 201785 w 758610"/>
                <a:gd name="csY4" fmla="*/ 458410 h 486598"/>
                <a:gd name="csX5" fmla="*/ 217712 w 758610"/>
                <a:gd name="csY5" fmla="*/ 463440 h 486598"/>
                <a:gd name="csX6" fmla="*/ 225452 w 758610"/>
                <a:gd name="csY6" fmla="*/ 465797 h 486598"/>
                <a:gd name="csX7" fmla="*/ 249120 w 758610"/>
                <a:gd name="csY7" fmla="*/ 471929 h 486598"/>
                <a:gd name="csX8" fmla="*/ 272798 w 758610"/>
                <a:gd name="csY8" fmla="*/ 476917 h 486598"/>
                <a:gd name="csX9" fmla="*/ 283007 w 758610"/>
                <a:gd name="csY9" fmla="*/ 478622 h 486598"/>
                <a:gd name="csX10" fmla="*/ 296466 w 758610"/>
                <a:gd name="csY10" fmla="*/ 480837 h 486598"/>
                <a:gd name="csX11" fmla="*/ 320133 w 758610"/>
                <a:gd name="csY11" fmla="*/ 483736 h 486598"/>
                <a:gd name="csX12" fmla="*/ 343800 w 758610"/>
                <a:gd name="csY12" fmla="*/ 485648 h 486598"/>
                <a:gd name="csX13" fmla="*/ 367468 w 758610"/>
                <a:gd name="csY13" fmla="*/ 486599 h 486598"/>
                <a:gd name="csX14" fmla="*/ 391135 w 758610"/>
                <a:gd name="csY14" fmla="*/ 486599 h 486598"/>
                <a:gd name="csX15" fmla="*/ 414803 w 758610"/>
                <a:gd name="csY15" fmla="*/ 485648 h 486598"/>
                <a:gd name="csX16" fmla="*/ 438470 w 758610"/>
                <a:gd name="csY16" fmla="*/ 483736 h 486598"/>
                <a:gd name="csX17" fmla="*/ 462149 w 758610"/>
                <a:gd name="csY17" fmla="*/ 480837 h 486598"/>
                <a:gd name="csX18" fmla="*/ 475607 w 758610"/>
                <a:gd name="csY18" fmla="*/ 478622 h 486598"/>
                <a:gd name="csX19" fmla="*/ 485816 w 758610"/>
                <a:gd name="csY19" fmla="*/ 476917 h 486598"/>
                <a:gd name="csX20" fmla="*/ 509483 w 758610"/>
                <a:gd name="csY20" fmla="*/ 471929 h 486598"/>
                <a:gd name="csX21" fmla="*/ 533151 w 758610"/>
                <a:gd name="csY21" fmla="*/ 465797 h 486598"/>
                <a:gd name="csX22" fmla="*/ 540891 w 758610"/>
                <a:gd name="csY22" fmla="*/ 463440 h 486598"/>
                <a:gd name="csX23" fmla="*/ 556818 w 758610"/>
                <a:gd name="csY23" fmla="*/ 458410 h 486598"/>
                <a:gd name="csX24" fmla="*/ 580486 w 758610"/>
                <a:gd name="csY24" fmla="*/ 449669 h 486598"/>
                <a:gd name="csX25" fmla="*/ 583870 w 758610"/>
                <a:gd name="csY25" fmla="*/ 448257 h 486598"/>
                <a:gd name="csX26" fmla="*/ 604153 w 758610"/>
                <a:gd name="csY26" fmla="*/ 439330 h 486598"/>
                <a:gd name="csX27" fmla="*/ 616752 w 758610"/>
                <a:gd name="csY27" fmla="*/ 433075 h 486598"/>
                <a:gd name="csX28" fmla="*/ 627832 w 758610"/>
                <a:gd name="csY28" fmla="*/ 427181 h 486598"/>
                <a:gd name="csX29" fmla="*/ 643591 w 758610"/>
                <a:gd name="csY29" fmla="*/ 417893 h 486598"/>
                <a:gd name="csX30" fmla="*/ 651499 w 758610"/>
                <a:gd name="csY30" fmla="*/ 412821 h 486598"/>
                <a:gd name="csX31" fmla="*/ 665974 w 758610"/>
                <a:gd name="csY31" fmla="*/ 402711 h 486598"/>
                <a:gd name="csX32" fmla="*/ 675166 w 758610"/>
                <a:gd name="csY32" fmla="*/ 395607 h 486598"/>
                <a:gd name="csX33" fmla="*/ 684917 w 758610"/>
                <a:gd name="csY33" fmla="*/ 387529 h 486598"/>
                <a:gd name="csX34" fmla="*/ 698834 w 758610"/>
                <a:gd name="csY34" fmla="*/ 374519 h 486598"/>
                <a:gd name="csX35" fmla="*/ 701034 w 758610"/>
                <a:gd name="csY35" fmla="*/ 372348 h 486598"/>
                <a:gd name="csX36" fmla="*/ 714660 w 758610"/>
                <a:gd name="csY36" fmla="*/ 357165 h 486598"/>
                <a:gd name="csX37" fmla="*/ 722501 w 758610"/>
                <a:gd name="csY37" fmla="*/ 346948 h 486598"/>
                <a:gd name="csX38" fmla="*/ 726176 w 758610"/>
                <a:gd name="csY38" fmla="*/ 341983 h 486598"/>
                <a:gd name="csX39" fmla="*/ 735737 w 758610"/>
                <a:gd name="csY39" fmla="*/ 326801 h 486598"/>
                <a:gd name="csX40" fmla="*/ 743510 w 758610"/>
                <a:gd name="csY40" fmla="*/ 311619 h 486598"/>
                <a:gd name="csX41" fmla="*/ 746168 w 758610"/>
                <a:gd name="csY41" fmla="*/ 305069 h 486598"/>
                <a:gd name="csX42" fmla="*/ 749620 w 758610"/>
                <a:gd name="csY42" fmla="*/ 296437 h 486598"/>
                <a:gd name="csX43" fmla="*/ 754143 w 758610"/>
                <a:gd name="csY43" fmla="*/ 281254 h 486598"/>
                <a:gd name="csX44" fmla="*/ 757125 w 758610"/>
                <a:gd name="csY44" fmla="*/ 266072 h 486598"/>
                <a:gd name="csX45" fmla="*/ 758611 w 758610"/>
                <a:gd name="csY45" fmla="*/ 250890 h 486598"/>
                <a:gd name="csX46" fmla="*/ 758611 w 758610"/>
                <a:gd name="csY46" fmla="*/ 235709 h 486598"/>
                <a:gd name="csX47" fmla="*/ 757125 w 758610"/>
                <a:gd name="csY47" fmla="*/ 220527 h 486598"/>
                <a:gd name="csX48" fmla="*/ 754143 w 758610"/>
                <a:gd name="csY48" fmla="*/ 205344 h 486598"/>
                <a:gd name="csX49" fmla="*/ 749620 w 758610"/>
                <a:gd name="csY49" fmla="*/ 190162 h 486598"/>
                <a:gd name="csX50" fmla="*/ 746168 w 758610"/>
                <a:gd name="csY50" fmla="*/ 181530 h 486598"/>
                <a:gd name="csX51" fmla="*/ 743510 w 758610"/>
                <a:gd name="csY51" fmla="*/ 174980 h 486598"/>
                <a:gd name="csX52" fmla="*/ 735737 w 758610"/>
                <a:gd name="csY52" fmla="*/ 159798 h 486598"/>
                <a:gd name="csX53" fmla="*/ 726176 w 758610"/>
                <a:gd name="csY53" fmla="*/ 144616 h 486598"/>
                <a:gd name="csX54" fmla="*/ 722501 w 758610"/>
                <a:gd name="csY54" fmla="*/ 139651 h 486598"/>
                <a:gd name="csX55" fmla="*/ 714660 w 758610"/>
                <a:gd name="csY55" fmla="*/ 129433 h 486598"/>
                <a:gd name="csX56" fmla="*/ 701034 w 758610"/>
                <a:gd name="csY56" fmla="*/ 114251 h 486598"/>
                <a:gd name="csX57" fmla="*/ 698834 w 758610"/>
                <a:gd name="csY57" fmla="*/ 112080 h 486598"/>
                <a:gd name="csX58" fmla="*/ 684917 w 758610"/>
                <a:gd name="csY58" fmla="*/ 99070 h 486598"/>
                <a:gd name="csX59" fmla="*/ 675166 w 758610"/>
                <a:gd name="csY59" fmla="*/ 90992 h 486598"/>
                <a:gd name="csX60" fmla="*/ 665974 w 758610"/>
                <a:gd name="csY60" fmla="*/ 83888 h 486598"/>
                <a:gd name="csX61" fmla="*/ 651499 w 758610"/>
                <a:gd name="csY61" fmla="*/ 73778 h 486598"/>
                <a:gd name="csX62" fmla="*/ 643591 w 758610"/>
                <a:gd name="csY62" fmla="*/ 68706 h 486598"/>
                <a:gd name="csX63" fmla="*/ 627832 w 758610"/>
                <a:gd name="csY63" fmla="*/ 59418 h 486598"/>
                <a:gd name="csX64" fmla="*/ 616752 w 758610"/>
                <a:gd name="csY64" fmla="*/ 53524 h 486598"/>
                <a:gd name="csX65" fmla="*/ 604153 w 758610"/>
                <a:gd name="csY65" fmla="*/ 47269 h 486598"/>
                <a:gd name="csX66" fmla="*/ 583870 w 758610"/>
                <a:gd name="csY66" fmla="*/ 38341 h 486598"/>
                <a:gd name="csX67" fmla="*/ 580486 w 758610"/>
                <a:gd name="csY67" fmla="*/ 36930 h 486598"/>
                <a:gd name="csX68" fmla="*/ 556818 w 758610"/>
                <a:gd name="csY68" fmla="*/ 28189 h 486598"/>
                <a:gd name="csX69" fmla="*/ 540891 w 758610"/>
                <a:gd name="csY69" fmla="*/ 23159 h 486598"/>
                <a:gd name="csX70" fmla="*/ 533151 w 758610"/>
                <a:gd name="csY70" fmla="*/ 20801 h 486598"/>
                <a:gd name="csX71" fmla="*/ 509483 w 758610"/>
                <a:gd name="csY71" fmla="*/ 14670 h 486598"/>
                <a:gd name="csX72" fmla="*/ 485816 w 758610"/>
                <a:gd name="csY72" fmla="*/ 9681 h 486598"/>
                <a:gd name="csX73" fmla="*/ 475607 w 758610"/>
                <a:gd name="csY73" fmla="*/ 7977 h 486598"/>
                <a:gd name="csX74" fmla="*/ 462149 w 758610"/>
                <a:gd name="csY74" fmla="*/ 5762 h 486598"/>
                <a:gd name="csX75" fmla="*/ 438470 w 758610"/>
                <a:gd name="csY75" fmla="*/ 2862 h 486598"/>
                <a:gd name="csX76" fmla="*/ 414803 w 758610"/>
                <a:gd name="csY76" fmla="*/ 950 h 486598"/>
                <a:gd name="csX77" fmla="*/ 391135 w 758610"/>
                <a:gd name="csY77" fmla="*/ 0 h 486598"/>
                <a:gd name="csX78" fmla="*/ 367468 w 758610"/>
                <a:gd name="csY78" fmla="*/ 0 h 486598"/>
                <a:gd name="csX79" fmla="*/ 343800 w 758610"/>
                <a:gd name="csY79" fmla="*/ 950 h 486598"/>
                <a:gd name="csX80" fmla="*/ 320133 w 758610"/>
                <a:gd name="csY80" fmla="*/ 2862 h 486598"/>
                <a:gd name="csX81" fmla="*/ 296466 w 758610"/>
                <a:gd name="csY81" fmla="*/ 5762 h 486598"/>
                <a:gd name="csX82" fmla="*/ 283007 w 758610"/>
                <a:gd name="csY82" fmla="*/ 7977 h 486598"/>
                <a:gd name="csX83" fmla="*/ 272798 w 758610"/>
                <a:gd name="csY83" fmla="*/ 9681 h 486598"/>
                <a:gd name="csX84" fmla="*/ 249120 w 758610"/>
                <a:gd name="csY84" fmla="*/ 14670 h 486598"/>
                <a:gd name="csX85" fmla="*/ 225452 w 758610"/>
                <a:gd name="csY85" fmla="*/ 20801 h 486598"/>
                <a:gd name="csX86" fmla="*/ 217712 w 758610"/>
                <a:gd name="csY86" fmla="*/ 23159 h 486598"/>
                <a:gd name="csX87" fmla="*/ 201785 w 758610"/>
                <a:gd name="csY87" fmla="*/ 28189 h 486598"/>
                <a:gd name="csX88" fmla="*/ 178118 w 758610"/>
                <a:gd name="csY88" fmla="*/ 36930 h 486598"/>
                <a:gd name="csX89" fmla="*/ 174733 w 758610"/>
                <a:gd name="csY89" fmla="*/ 38341 h 486598"/>
                <a:gd name="csX90" fmla="*/ 154450 w 758610"/>
                <a:gd name="csY90" fmla="*/ 47269 h 486598"/>
                <a:gd name="csX91" fmla="*/ 141851 w 758610"/>
                <a:gd name="csY91" fmla="*/ 53524 h 486598"/>
                <a:gd name="csX92" fmla="*/ 130783 w 758610"/>
                <a:gd name="csY92" fmla="*/ 59418 h 486598"/>
                <a:gd name="csX93" fmla="*/ 115023 w 758610"/>
                <a:gd name="csY93" fmla="*/ 68706 h 486598"/>
                <a:gd name="csX94" fmla="*/ 107115 w 758610"/>
                <a:gd name="csY94" fmla="*/ 73778 h 486598"/>
                <a:gd name="csX95" fmla="*/ 92629 w 758610"/>
                <a:gd name="csY95" fmla="*/ 83888 h 486598"/>
                <a:gd name="csX96" fmla="*/ 83448 w 758610"/>
                <a:gd name="csY96" fmla="*/ 90992 h 486598"/>
                <a:gd name="csX97" fmla="*/ 73686 w 758610"/>
                <a:gd name="csY97" fmla="*/ 99070 h 486598"/>
                <a:gd name="csX98" fmla="*/ 59769 w 758610"/>
                <a:gd name="csY98" fmla="*/ 112080 h 486598"/>
                <a:gd name="csX99" fmla="*/ 57569 w 758610"/>
                <a:gd name="csY99" fmla="*/ 114251 h 486598"/>
                <a:gd name="csX100" fmla="*/ 43943 w 758610"/>
                <a:gd name="csY100" fmla="*/ 129433 h 486598"/>
                <a:gd name="csX101" fmla="*/ 36105 w 758610"/>
                <a:gd name="csY101" fmla="*/ 139651 h 486598"/>
                <a:gd name="csX102" fmla="*/ 32428 w 758610"/>
                <a:gd name="csY102" fmla="*/ 144616 h 486598"/>
                <a:gd name="csX103" fmla="*/ 22869 w 758610"/>
                <a:gd name="csY103" fmla="*/ 159798 h 486598"/>
                <a:gd name="csX104" fmla="*/ 15093 w 758610"/>
                <a:gd name="csY104" fmla="*/ 174980 h 486598"/>
                <a:gd name="csX105" fmla="*/ 12436 w 758610"/>
                <a:gd name="csY105" fmla="*/ 181530 h 486598"/>
                <a:gd name="csX106" fmla="*/ 8982 w 758610"/>
                <a:gd name="csY106" fmla="*/ 190162 h 486598"/>
                <a:gd name="csX107" fmla="*/ 4461 w 758610"/>
                <a:gd name="csY107" fmla="*/ 205344 h 486598"/>
                <a:gd name="csX108" fmla="*/ 1481 w 758610"/>
                <a:gd name="csY108" fmla="*/ 220527 h 486598"/>
                <a:gd name="csX109" fmla="*/ 0 w 758610"/>
                <a:gd name="csY109" fmla="*/ 235709 h 486598"/>
                <a:gd name="csX110" fmla="*/ 0 w 758610"/>
                <a:gd name="csY110" fmla="*/ 250890 h 486598"/>
                <a:gd name="csX111" fmla="*/ 1481 w 758610"/>
                <a:gd name="csY111" fmla="*/ 266072 h 486598"/>
                <a:gd name="csX112" fmla="*/ 4461 w 758610"/>
                <a:gd name="csY112" fmla="*/ 281254 h 486598"/>
                <a:gd name="csX113" fmla="*/ 8982 w 758610"/>
                <a:gd name="csY113" fmla="*/ 296437 h 486598"/>
                <a:gd name="csX114" fmla="*/ 12436 w 758610"/>
                <a:gd name="csY114" fmla="*/ 305069 h 486598"/>
                <a:gd name="csX115" fmla="*/ 15093 w 758610"/>
                <a:gd name="csY115" fmla="*/ 311619 h 486598"/>
                <a:gd name="csX116" fmla="*/ 22869 w 758610"/>
                <a:gd name="csY116" fmla="*/ 326801 h 486598"/>
                <a:gd name="csX117" fmla="*/ 32428 w 758610"/>
                <a:gd name="csY117" fmla="*/ 341983 h 486598"/>
                <a:gd name="csX118" fmla="*/ 36105 w 758610"/>
                <a:gd name="csY118" fmla="*/ 346948 h 486598"/>
                <a:gd name="csX119" fmla="*/ 43943 w 758610"/>
                <a:gd name="csY119" fmla="*/ 357165 h 486598"/>
                <a:gd name="csX120" fmla="*/ 57569 w 758610"/>
                <a:gd name="csY120" fmla="*/ 372348 h 486598"/>
                <a:gd name="csX121" fmla="*/ 59769 w 758610"/>
                <a:gd name="csY121" fmla="*/ 374519 h 486598"/>
                <a:gd name="csX122" fmla="*/ 73686 w 758610"/>
                <a:gd name="csY122" fmla="*/ 387529 h 486598"/>
                <a:gd name="csX123" fmla="*/ 83448 w 758610"/>
                <a:gd name="csY123" fmla="*/ 395607 h 486598"/>
                <a:gd name="csX124" fmla="*/ 92629 w 758610"/>
                <a:gd name="csY124" fmla="*/ 402711 h 486598"/>
                <a:gd name="csX125" fmla="*/ 107115 w 758610"/>
                <a:gd name="csY125" fmla="*/ 412821 h 486598"/>
                <a:gd name="csX126" fmla="*/ 115023 w 758610"/>
                <a:gd name="csY126" fmla="*/ 417893 h 486598"/>
                <a:gd name="csX127" fmla="*/ 130783 w 758610"/>
                <a:gd name="csY127" fmla="*/ 427181 h 486598"/>
                <a:gd name="csX128" fmla="*/ 141851 w 758610"/>
                <a:gd name="csY128" fmla="*/ 433075 h 486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58610" h="486598">
                  <a:moveTo>
                    <a:pt x="141851" y="433075"/>
                  </a:moveTo>
                  <a:lnTo>
                    <a:pt x="154450" y="439330"/>
                  </a:lnTo>
                  <a:lnTo>
                    <a:pt x="174733" y="448257"/>
                  </a:lnTo>
                  <a:lnTo>
                    <a:pt x="178118" y="449669"/>
                  </a:lnTo>
                  <a:lnTo>
                    <a:pt x="201785" y="458410"/>
                  </a:lnTo>
                  <a:lnTo>
                    <a:pt x="217712" y="463440"/>
                  </a:lnTo>
                  <a:lnTo>
                    <a:pt x="225452" y="465797"/>
                  </a:lnTo>
                  <a:lnTo>
                    <a:pt x="249120" y="471929"/>
                  </a:lnTo>
                  <a:lnTo>
                    <a:pt x="272798" y="476917"/>
                  </a:lnTo>
                  <a:lnTo>
                    <a:pt x="283007" y="478622"/>
                  </a:lnTo>
                  <a:lnTo>
                    <a:pt x="296466" y="480837"/>
                  </a:lnTo>
                  <a:lnTo>
                    <a:pt x="320133" y="483736"/>
                  </a:lnTo>
                  <a:lnTo>
                    <a:pt x="343800" y="485648"/>
                  </a:lnTo>
                  <a:lnTo>
                    <a:pt x="367468" y="486599"/>
                  </a:lnTo>
                  <a:lnTo>
                    <a:pt x="391135" y="486599"/>
                  </a:lnTo>
                  <a:lnTo>
                    <a:pt x="414803" y="485648"/>
                  </a:lnTo>
                  <a:lnTo>
                    <a:pt x="438470" y="483736"/>
                  </a:lnTo>
                  <a:lnTo>
                    <a:pt x="462149" y="480837"/>
                  </a:lnTo>
                  <a:lnTo>
                    <a:pt x="475607" y="478622"/>
                  </a:lnTo>
                  <a:lnTo>
                    <a:pt x="485816" y="476917"/>
                  </a:lnTo>
                  <a:lnTo>
                    <a:pt x="509483" y="471929"/>
                  </a:lnTo>
                  <a:lnTo>
                    <a:pt x="533151" y="465797"/>
                  </a:lnTo>
                  <a:lnTo>
                    <a:pt x="540891" y="463440"/>
                  </a:lnTo>
                  <a:lnTo>
                    <a:pt x="556818" y="458410"/>
                  </a:lnTo>
                  <a:lnTo>
                    <a:pt x="580486" y="449669"/>
                  </a:lnTo>
                  <a:lnTo>
                    <a:pt x="583870" y="448257"/>
                  </a:lnTo>
                  <a:lnTo>
                    <a:pt x="604153" y="439330"/>
                  </a:lnTo>
                  <a:lnTo>
                    <a:pt x="616752" y="433075"/>
                  </a:lnTo>
                  <a:lnTo>
                    <a:pt x="627832" y="427181"/>
                  </a:lnTo>
                  <a:lnTo>
                    <a:pt x="643591" y="417893"/>
                  </a:lnTo>
                  <a:lnTo>
                    <a:pt x="651499" y="412821"/>
                  </a:lnTo>
                  <a:lnTo>
                    <a:pt x="665974" y="402711"/>
                  </a:lnTo>
                  <a:lnTo>
                    <a:pt x="675166" y="395607"/>
                  </a:lnTo>
                  <a:lnTo>
                    <a:pt x="684917" y="387529"/>
                  </a:lnTo>
                  <a:lnTo>
                    <a:pt x="698834" y="374519"/>
                  </a:lnTo>
                  <a:lnTo>
                    <a:pt x="701034" y="372348"/>
                  </a:lnTo>
                  <a:lnTo>
                    <a:pt x="714660" y="357165"/>
                  </a:lnTo>
                  <a:lnTo>
                    <a:pt x="722501" y="346948"/>
                  </a:lnTo>
                  <a:lnTo>
                    <a:pt x="726176" y="341983"/>
                  </a:lnTo>
                  <a:lnTo>
                    <a:pt x="735737" y="326801"/>
                  </a:lnTo>
                  <a:lnTo>
                    <a:pt x="743510" y="311619"/>
                  </a:lnTo>
                  <a:lnTo>
                    <a:pt x="746168" y="305069"/>
                  </a:lnTo>
                  <a:lnTo>
                    <a:pt x="749620" y="296437"/>
                  </a:lnTo>
                  <a:lnTo>
                    <a:pt x="754143" y="281254"/>
                  </a:lnTo>
                  <a:lnTo>
                    <a:pt x="757125" y="266072"/>
                  </a:lnTo>
                  <a:lnTo>
                    <a:pt x="758611" y="250890"/>
                  </a:lnTo>
                  <a:lnTo>
                    <a:pt x="758611" y="235709"/>
                  </a:lnTo>
                  <a:lnTo>
                    <a:pt x="757125" y="220527"/>
                  </a:lnTo>
                  <a:lnTo>
                    <a:pt x="754143" y="205344"/>
                  </a:lnTo>
                  <a:lnTo>
                    <a:pt x="749620" y="190162"/>
                  </a:lnTo>
                  <a:lnTo>
                    <a:pt x="746168" y="181530"/>
                  </a:lnTo>
                  <a:lnTo>
                    <a:pt x="743510" y="174980"/>
                  </a:lnTo>
                  <a:lnTo>
                    <a:pt x="735737" y="159798"/>
                  </a:lnTo>
                  <a:lnTo>
                    <a:pt x="726176" y="144616"/>
                  </a:lnTo>
                  <a:lnTo>
                    <a:pt x="722501" y="139651"/>
                  </a:lnTo>
                  <a:lnTo>
                    <a:pt x="714660" y="129433"/>
                  </a:lnTo>
                  <a:lnTo>
                    <a:pt x="701034" y="114251"/>
                  </a:lnTo>
                  <a:lnTo>
                    <a:pt x="698834" y="112080"/>
                  </a:lnTo>
                  <a:lnTo>
                    <a:pt x="684917" y="99070"/>
                  </a:lnTo>
                  <a:lnTo>
                    <a:pt x="675166" y="90992"/>
                  </a:lnTo>
                  <a:lnTo>
                    <a:pt x="665974" y="83888"/>
                  </a:lnTo>
                  <a:lnTo>
                    <a:pt x="651499" y="73778"/>
                  </a:lnTo>
                  <a:lnTo>
                    <a:pt x="643591" y="68706"/>
                  </a:lnTo>
                  <a:lnTo>
                    <a:pt x="627832" y="59418"/>
                  </a:lnTo>
                  <a:lnTo>
                    <a:pt x="616752" y="53524"/>
                  </a:lnTo>
                  <a:lnTo>
                    <a:pt x="604153" y="47269"/>
                  </a:lnTo>
                  <a:lnTo>
                    <a:pt x="583870" y="38341"/>
                  </a:lnTo>
                  <a:lnTo>
                    <a:pt x="580486" y="36930"/>
                  </a:lnTo>
                  <a:lnTo>
                    <a:pt x="556818" y="28189"/>
                  </a:lnTo>
                  <a:lnTo>
                    <a:pt x="540891" y="23159"/>
                  </a:lnTo>
                  <a:lnTo>
                    <a:pt x="533151" y="20801"/>
                  </a:lnTo>
                  <a:lnTo>
                    <a:pt x="509483" y="14670"/>
                  </a:lnTo>
                  <a:lnTo>
                    <a:pt x="485816" y="9681"/>
                  </a:lnTo>
                  <a:lnTo>
                    <a:pt x="475607" y="7977"/>
                  </a:lnTo>
                  <a:lnTo>
                    <a:pt x="462149" y="5762"/>
                  </a:lnTo>
                  <a:lnTo>
                    <a:pt x="438470" y="2862"/>
                  </a:lnTo>
                  <a:lnTo>
                    <a:pt x="414803" y="950"/>
                  </a:lnTo>
                  <a:lnTo>
                    <a:pt x="391135" y="0"/>
                  </a:lnTo>
                  <a:lnTo>
                    <a:pt x="367468" y="0"/>
                  </a:lnTo>
                  <a:lnTo>
                    <a:pt x="343800" y="950"/>
                  </a:lnTo>
                  <a:lnTo>
                    <a:pt x="320133" y="2862"/>
                  </a:lnTo>
                  <a:lnTo>
                    <a:pt x="296466" y="5762"/>
                  </a:lnTo>
                  <a:lnTo>
                    <a:pt x="283007" y="7977"/>
                  </a:lnTo>
                  <a:lnTo>
                    <a:pt x="272798" y="9681"/>
                  </a:lnTo>
                  <a:lnTo>
                    <a:pt x="249120" y="14670"/>
                  </a:lnTo>
                  <a:lnTo>
                    <a:pt x="225452" y="20801"/>
                  </a:lnTo>
                  <a:lnTo>
                    <a:pt x="217712" y="23159"/>
                  </a:lnTo>
                  <a:lnTo>
                    <a:pt x="201785" y="28189"/>
                  </a:lnTo>
                  <a:lnTo>
                    <a:pt x="178118" y="36930"/>
                  </a:lnTo>
                  <a:lnTo>
                    <a:pt x="174733" y="38341"/>
                  </a:lnTo>
                  <a:lnTo>
                    <a:pt x="154450" y="47269"/>
                  </a:lnTo>
                  <a:lnTo>
                    <a:pt x="141851" y="53524"/>
                  </a:lnTo>
                  <a:lnTo>
                    <a:pt x="130783" y="59418"/>
                  </a:lnTo>
                  <a:lnTo>
                    <a:pt x="115023" y="68706"/>
                  </a:lnTo>
                  <a:lnTo>
                    <a:pt x="107115" y="73778"/>
                  </a:lnTo>
                  <a:lnTo>
                    <a:pt x="92629" y="83888"/>
                  </a:lnTo>
                  <a:lnTo>
                    <a:pt x="83448" y="90992"/>
                  </a:lnTo>
                  <a:lnTo>
                    <a:pt x="73686" y="99070"/>
                  </a:lnTo>
                  <a:lnTo>
                    <a:pt x="59769" y="112080"/>
                  </a:lnTo>
                  <a:lnTo>
                    <a:pt x="57569" y="114251"/>
                  </a:lnTo>
                  <a:lnTo>
                    <a:pt x="43943" y="129433"/>
                  </a:lnTo>
                  <a:lnTo>
                    <a:pt x="36105" y="139651"/>
                  </a:lnTo>
                  <a:lnTo>
                    <a:pt x="32428" y="144616"/>
                  </a:lnTo>
                  <a:lnTo>
                    <a:pt x="22869" y="159798"/>
                  </a:lnTo>
                  <a:lnTo>
                    <a:pt x="15093" y="174980"/>
                  </a:lnTo>
                  <a:lnTo>
                    <a:pt x="12436" y="181530"/>
                  </a:lnTo>
                  <a:lnTo>
                    <a:pt x="8982" y="190162"/>
                  </a:lnTo>
                  <a:lnTo>
                    <a:pt x="4461" y="205344"/>
                  </a:lnTo>
                  <a:lnTo>
                    <a:pt x="1481" y="220527"/>
                  </a:lnTo>
                  <a:lnTo>
                    <a:pt x="0" y="235709"/>
                  </a:lnTo>
                  <a:lnTo>
                    <a:pt x="0" y="250890"/>
                  </a:lnTo>
                  <a:lnTo>
                    <a:pt x="1481" y="266072"/>
                  </a:lnTo>
                  <a:lnTo>
                    <a:pt x="4461" y="281254"/>
                  </a:lnTo>
                  <a:lnTo>
                    <a:pt x="8982" y="296437"/>
                  </a:lnTo>
                  <a:lnTo>
                    <a:pt x="12436" y="305069"/>
                  </a:lnTo>
                  <a:lnTo>
                    <a:pt x="15093" y="311619"/>
                  </a:lnTo>
                  <a:lnTo>
                    <a:pt x="22869" y="326801"/>
                  </a:lnTo>
                  <a:lnTo>
                    <a:pt x="32428" y="341983"/>
                  </a:lnTo>
                  <a:lnTo>
                    <a:pt x="36105" y="346948"/>
                  </a:lnTo>
                  <a:lnTo>
                    <a:pt x="43943" y="357165"/>
                  </a:lnTo>
                  <a:lnTo>
                    <a:pt x="57569" y="372348"/>
                  </a:lnTo>
                  <a:lnTo>
                    <a:pt x="59769" y="374519"/>
                  </a:lnTo>
                  <a:lnTo>
                    <a:pt x="73686" y="387529"/>
                  </a:lnTo>
                  <a:lnTo>
                    <a:pt x="83448" y="395607"/>
                  </a:lnTo>
                  <a:lnTo>
                    <a:pt x="92629" y="402711"/>
                  </a:lnTo>
                  <a:lnTo>
                    <a:pt x="107115" y="412821"/>
                  </a:lnTo>
                  <a:lnTo>
                    <a:pt x="115023" y="417893"/>
                  </a:lnTo>
                  <a:lnTo>
                    <a:pt x="130783" y="427181"/>
                  </a:lnTo>
                  <a:lnTo>
                    <a:pt x="141851" y="43307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8BB355EA-C467-CF16-50E9-445784BF73CA}"/>
                </a:ext>
              </a:extLst>
            </p:cNvPr>
            <p:cNvSpPr/>
            <p:nvPr/>
          </p:nvSpPr>
          <p:spPr>
            <a:xfrm>
              <a:off x="7388414" y="3404799"/>
              <a:ext cx="647016" cy="415018"/>
            </a:xfrm>
            <a:custGeom>
              <a:avLst/>
              <a:gdLst>
                <a:gd name="csX0" fmla="*/ 122324 w 647016"/>
                <a:gd name="csY0" fmla="*/ 370146 h 415018"/>
                <a:gd name="csX1" fmla="*/ 116204 w 647016"/>
                <a:gd name="csY1" fmla="*/ 366920 h 415018"/>
                <a:gd name="csX2" fmla="*/ 98657 w 647016"/>
                <a:gd name="csY2" fmla="*/ 356812 h 415018"/>
                <a:gd name="csX3" fmla="*/ 90749 w 647016"/>
                <a:gd name="csY3" fmla="*/ 351738 h 415018"/>
                <a:gd name="csX4" fmla="*/ 74990 w 647016"/>
                <a:gd name="csY4" fmla="*/ 340482 h 415018"/>
                <a:gd name="csX5" fmla="*/ 69963 w 647016"/>
                <a:gd name="csY5" fmla="*/ 336557 h 415018"/>
                <a:gd name="csX6" fmla="*/ 52808 w 647016"/>
                <a:gd name="csY6" fmla="*/ 321375 h 415018"/>
                <a:gd name="csX7" fmla="*/ 51322 w 647016"/>
                <a:gd name="csY7" fmla="*/ 319862 h 415018"/>
                <a:gd name="csX8" fmla="*/ 38746 w 647016"/>
                <a:gd name="csY8" fmla="*/ 306193 h 415018"/>
                <a:gd name="csX9" fmla="*/ 27655 w 647016"/>
                <a:gd name="csY9" fmla="*/ 291761 h 415018"/>
                <a:gd name="csX10" fmla="*/ 27096 w 647016"/>
                <a:gd name="csY10" fmla="*/ 291011 h 415018"/>
                <a:gd name="csX11" fmla="*/ 17848 w 647016"/>
                <a:gd name="csY11" fmla="*/ 275828 h 415018"/>
                <a:gd name="csX12" fmla="*/ 10588 w 647016"/>
                <a:gd name="csY12" fmla="*/ 260646 h 415018"/>
                <a:gd name="csX13" fmla="*/ 5238 w 647016"/>
                <a:gd name="csY13" fmla="*/ 245464 h 415018"/>
                <a:gd name="csX14" fmla="*/ 3976 w 647016"/>
                <a:gd name="csY14" fmla="*/ 240112 h 415018"/>
                <a:gd name="csX15" fmla="*/ 1731 w 647016"/>
                <a:gd name="csY15" fmla="*/ 230282 h 415018"/>
                <a:gd name="csX16" fmla="*/ 0 w 647016"/>
                <a:gd name="csY16" fmla="*/ 215100 h 415018"/>
                <a:gd name="csX17" fmla="*/ 0 w 647016"/>
                <a:gd name="csY17" fmla="*/ 199919 h 415018"/>
                <a:gd name="csX18" fmla="*/ 1731 w 647016"/>
                <a:gd name="csY18" fmla="*/ 184736 h 415018"/>
                <a:gd name="csX19" fmla="*/ 3976 w 647016"/>
                <a:gd name="csY19" fmla="*/ 174906 h 415018"/>
                <a:gd name="csX20" fmla="*/ 5238 w 647016"/>
                <a:gd name="csY20" fmla="*/ 169554 h 415018"/>
                <a:gd name="csX21" fmla="*/ 10588 w 647016"/>
                <a:gd name="csY21" fmla="*/ 154372 h 415018"/>
                <a:gd name="csX22" fmla="*/ 17848 w 647016"/>
                <a:gd name="csY22" fmla="*/ 139190 h 415018"/>
                <a:gd name="csX23" fmla="*/ 27096 w 647016"/>
                <a:gd name="csY23" fmla="*/ 124007 h 415018"/>
                <a:gd name="csX24" fmla="*/ 27655 w 647016"/>
                <a:gd name="csY24" fmla="*/ 123257 h 415018"/>
                <a:gd name="csX25" fmla="*/ 38746 w 647016"/>
                <a:gd name="csY25" fmla="*/ 108825 h 415018"/>
                <a:gd name="csX26" fmla="*/ 51322 w 647016"/>
                <a:gd name="csY26" fmla="*/ 95155 h 415018"/>
                <a:gd name="csX27" fmla="*/ 52808 w 647016"/>
                <a:gd name="csY27" fmla="*/ 93643 h 415018"/>
                <a:gd name="csX28" fmla="*/ 69963 w 647016"/>
                <a:gd name="csY28" fmla="*/ 78461 h 415018"/>
                <a:gd name="csX29" fmla="*/ 74990 w 647016"/>
                <a:gd name="csY29" fmla="*/ 74536 h 415018"/>
                <a:gd name="csX30" fmla="*/ 90749 w 647016"/>
                <a:gd name="csY30" fmla="*/ 63280 h 415018"/>
                <a:gd name="csX31" fmla="*/ 98657 w 647016"/>
                <a:gd name="csY31" fmla="*/ 58206 h 415018"/>
                <a:gd name="csX32" fmla="*/ 116204 w 647016"/>
                <a:gd name="csY32" fmla="*/ 48098 h 415018"/>
                <a:gd name="csX33" fmla="*/ 122324 w 647016"/>
                <a:gd name="csY33" fmla="*/ 44872 h 415018"/>
                <a:gd name="csX34" fmla="*/ 145992 w 647016"/>
                <a:gd name="csY34" fmla="*/ 33869 h 415018"/>
                <a:gd name="csX35" fmla="*/ 148348 w 647016"/>
                <a:gd name="csY35" fmla="*/ 32915 h 415018"/>
                <a:gd name="csX36" fmla="*/ 169659 w 647016"/>
                <a:gd name="csY36" fmla="*/ 24854 h 415018"/>
                <a:gd name="csX37" fmla="*/ 192165 w 647016"/>
                <a:gd name="csY37" fmla="*/ 17733 h 415018"/>
                <a:gd name="csX38" fmla="*/ 193326 w 647016"/>
                <a:gd name="csY38" fmla="*/ 17381 h 415018"/>
                <a:gd name="csX39" fmla="*/ 217005 w 647016"/>
                <a:gd name="csY39" fmla="*/ 11446 h 415018"/>
                <a:gd name="csX40" fmla="*/ 240672 w 647016"/>
                <a:gd name="csY40" fmla="*/ 6792 h 415018"/>
                <a:gd name="csX41" fmla="*/ 264340 w 647016"/>
                <a:gd name="csY41" fmla="*/ 3355 h 415018"/>
                <a:gd name="csX42" fmla="*/ 272683 w 647016"/>
                <a:gd name="csY42" fmla="*/ 2551 h 415018"/>
                <a:gd name="csX43" fmla="*/ 288007 w 647016"/>
                <a:gd name="csY43" fmla="*/ 1109 h 415018"/>
                <a:gd name="csX44" fmla="*/ 311675 w 647016"/>
                <a:gd name="csY44" fmla="*/ 0 h 415018"/>
                <a:gd name="csX45" fmla="*/ 335342 w 647016"/>
                <a:gd name="csY45" fmla="*/ 0 h 415018"/>
                <a:gd name="csX46" fmla="*/ 359009 w 647016"/>
                <a:gd name="csY46" fmla="*/ 1109 h 415018"/>
                <a:gd name="csX47" fmla="*/ 374334 w 647016"/>
                <a:gd name="csY47" fmla="*/ 2551 h 415018"/>
                <a:gd name="csX48" fmla="*/ 382677 w 647016"/>
                <a:gd name="csY48" fmla="*/ 3355 h 415018"/>
                <a:gd name="csX49" fmla="*/ 406355 w 647016"/>
                <a:gd name="csY49" fmla="*/ 6792 h 415018"/>
                <a:gd name="csX50" fmla="*/ 430023 w 647016"/>
                <a:gd name="csY50" fmla="*/ 11446 h 415018"/>
                <a:gd name="csX51" fmla="*/ 453690 w 647016"/>
                <a:gd name="csY51" fmla="*/ 17381 h 415018"/>
                <a:gd name="csX52" fmla="*/ 454863 w 647016"/>
                <a:gd name="csY52" fmla="*/ 17733 h 415018"/>
                <a:gd name="csX53" fmla="*/ 477358 w 647016"/>
                <a:gd name="csY53" fmla="*/ 24854 h 415018"/>
                <a:gd name="csX54" fmla="*/ 498668 w 647016"/>
                <a:gd name="csY54" fmla="*/ 32915 h 415018"/>
                <a:gd name="csX55" fmla="*/ 501025 w 647016"/>
                <a:gd name="csY55" fmla="*/ 33869 h 415018"/>
                <a:gd name="csX56" fmla="*/ 524692 w 647016"/>
                <a:gd name="csY56" fmla="*/ 44872 h 415018"/>
                <a:gd name="csX57" fmla="*/ 530813 w 647016"/>
                <a:gd name="csY57" fmla="*/ 48098 h 415018"/>
                <a:gd name="csX58" fmla="*/ 548360 w 647016"/>
                <a:gd name="csY58" fmla="*/ 58206 h 415018"/>
                <a:gd name="csX59" fmla="*/ 556279 w 647016"/>
                <a:gd name="csY59" fmla="*/ 63280 h 415018"/>
                <a:gd name="csX60" fmla="*/ 572038 w 647016"/>
                <a:gd name="csY60" fmla="*/ 74536 h 415018"/>
                <a:gd name="csX61" fmla="*/ 577065 w 647016"/>
                <a:gd name="csY61" fmla="*/ 78461 h 415018"/>
                <a:gd name="csX62" fmla="*/ 594209 w 647016"/>
                <a:gd name="csY62" fmla="*/ 93643 h 415018"/>
                <a:gd name="csX63" fmla="*/ 595706 w 647016"/>
                <a:gd name="csY63" fmla="*/ 95155 h 415018"/>
                <a:gd name="csX64" fmla="*/ 608271 w 647016"/>
                <a:gd name="csY64" fmla="*/ 108825 h 415018"/>
                <a:gd name="csX65" fmla="*/ 619373 w 647016"/>
                <a:gd name="csY65" fmla="*/ 123257 h 415018"/>
                <a:gd name="csX66" fmla="*/ 619920 w 647016"/>
                <a:gd name="csY66" fmla="*/ 124007 h 415018"/>
                <a:gd name="csX67" fmla="*/ 629168 w 647016"/>
                <a:gd name="csY67" fmla="*/ 139190 h 415018"/>
                <a:gd name="csX68" fmla="*/ 636428 w 647016"/>
                <a:gd name="csY68" fmla="*/ 154372 h 415018"/>
                <a:gd name="csX69" fmla="*/ 641790 w 647016"/>
                <a:gd name="csY69" fmla="*/ 169554 h 415018"/>
                <a:gd name="csX70" fmla="*/ 643041 w 647016"/>
                <a:gd name="csY70" fmla="*/ 174906 h 415018"/>
                <a:gd name="csX71" fmla="*/ 645286 w 647016"/>
                <a:gd name="csY71" fmla="*/ 184736 h 415018"/>
                <a:gd name="csX72" fmla="*/ 647017 w 647016"/>
                <a:gd name="csY72" fmla="*/ 199919 h 415018"/>
                <a:gd name="csX73" fmla="*/ 647017 w 647016"/>
                <a:gd name="csY73" fmla="*/ 215100 h 415018"/>
                <a:gd name="csX74" fmla="*/ 645286 w 647016"/>
                <a:gd name="csY74" fmla="*/ 230282 h 415018"/>
                <a:gd name="csX75" fmla="*/ 643041 w 647016"/>
                <a:gd name="csY75" fmla="*/ 240112 h 415018"/>
                <a:gd name="csX76" fmla="*/ 641790 w 647016"/>
                <a:gd name="csY76" fmla="*/ 245464 h 415018"/>
                <a:gd name="csX77" fmla="*/ 636428 w 647016"/>
                <a:gd name="csY77" fmla="*/ 260646 h 415018"/>
                <a:gd name="csX78" fmla="*/ 629168 w 647016"/>
                <a:gd name="csY78" fmla="*/ 275828 h 415018"/>
                <a:gd name="csX79" fmla="*/ 619920 w 647016"/>
                <a:gd name="csY79" fmla="*/ 291011 h 415018"/>
                <a:gd name="csX80" fmla="*/ 619373 w 647016"/>
                <a:gd name="csY80" fmla="*/ 291761 h 415018"/>
                <a:gd name="csX81" fmla="*/ 608271 w 647016"/>
                <a:gd name="csY81" fmla="*/ 306193 h 415018"/>
                <a:gd name="csX82" fmla="*/ 595706 w 647016"/>
                <a:gd name="csY82" fmla="*/ 319862 h 415018"/>
                <a:gd name="csX83" fmla="*/ 594209 w 647016"/>
                <a:gd name="csY83" fmla="*/ 321375 h 415018"/>
                <a:gd name="csX84" fmla="*/ 577065 w 647016"/>
                <a:gd name="csY84" fmla="*/ 336557 h 415018"/>
                <a:gd name="csX85" fmla="*/ 572038 w 647016"/>
                <a:gd name="csY85" fmla="*/ 340482 h 415018"/>
                <a:gd name="csX86" fmla="*/ 556279 w 647016"/>
                <a:gd name="csY86" fmla="*/ 351738 h 415018"/>
                <a:gd name="csX87" fmla="*/ 548360 w 647016"/>
                <a:gd name="csY87" fmla="*/ 356812 h 415018"/>
                <a:gd name="csX88" fmla="*/ 530813 w 647016"/>
                <a:gd name="csY88" fmla="*/ 366920 h 415018"/>
                <a:gd name="csX89" fmla="*/ 524692 w 647016"/>
                <a:gd name="csY89" fmla="*/ 370146 h 415018"/>
                <a:gd name="csX90" fmla="*/ 501025 w 647016"/>
                <a:gd name="csY90" fmla="*/ 381149 h 415018"/>
                <a:gd name="csX91" fmla="*/ 498668 w 647016"/>
                <a:gd name="csY91" fmla="*/ 382103 h 415018"/>
                <a:gd name="csX92" fmla="*/ 477358 w 647016"/>
                <a:gd name="csY92" fmla="*/ 390165 h 415018"/>
                <a:gd name="csX93" fmla="*/ 454863 w 647016"/>
                <a:gd name="csY93" fmla="*/ 397285 h 415018"/>
                <a:gd name="csX94" fmla="*/ 453690 w 647016"/>
                <a:gd name="csY94" fmla="*/ 397637 h 415018"/>
                <a:gd name="csX95" fmla="*/ 430023 w 647016"/>
                <a:gd name="csY95" fmla="*/ 403571 h 415018"/>
                <a:gd name="csX96" fmla="*/ 406355 w 647016"/>
                <a:gd name="csY96" fmla="*/ 408226 h 415018"/>
                <a:gd name="csX97" fmla="*/ 382677 w 647016"/>
                <a:gd name="csY97" fmla="*/ 411663 h 415018"/>
                <a:gd name="csX98" fmla="*/ 374334 w 647016"/>
                <a:gd name="csY98" fmla="*/ 412467 h 415018"/>
                <a:gd name="csX99" fmla="*/ 359009 w 647016"/>
                <a:gd name="csY99" fmla="*/ 413909 h 415018"/>
                <a:gd name="csX100" fmla="*/ 335342 w 647016"/>
                <a:gd name="csY100" fmla="*/ 415018 h 415018"/>
                <a:gd name="csX101" fmla="*/ 311675 w 647016"/>
                <a:gd name="csY101" fmla="*/ 415018 h 415018"/>
                <a:gd name="csX102" fmla="*/ 288007 w 647016"/>
                <a:gd name="csY102" fmla="*/ 413909 h 415018"/>
                <a:gd name="csX103" fmla="*/ 272683 w 647016"/>
                <a:gd name="csY103" fmla="*/ 412467 h 415018"/>
                <a:gd name="csX104" fmla="*/ 264340 w 647016"/>
                <a:gd name="csY104" fmla="*/ 411663 h 415018"/>
                <a:gd name="csX105" fmla="*/ 240672 w 647016"/>
                <a:gd name="csY105" fmla="*/ 408226 h 415018"/>
                <a:gd name="csX106" fmla="*/ 217005 w 647016"/>
                <a:gd name="csY106" fmla="*/ 403571 h 415018"/>
                <a:gd name="csX107" fmla="*/ 193326 w 647016"/>
                <a:gd name="csY107" fmla="*/ 397637 h 415018"/>
                <a:gd name="csX108" fmla="*/ 192165 w 647016"/>
                <a:gd name="csY108" fmla="*/ 397285 h 415018"/>
                <a:gd name="csX109" fmla="*/ 169659 w 647016"/>
                <a:gd name="csY109" fmla="*/ 390165 h 415018"/>
                <a:gd name="csX110" fmla="*/ 148348 w 647016"/>
                <a:gd name="csY110" fmla="*/ 382103 h 415018"/>
                <a:gd name="csX111" fmla="*/ 145992 w 647016"/>
                <a:gd name="csY111" fmla="*/ 381149 h 415018"/>
                <a:gd name="csX112" fmla="*/ 122324 w 647016"/>
                <a:gd name="csY112" fmla="*/ 370146 h 4150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47016" h="415018">
                  <a:moveTo>
                    <a:pt x="122324" y="370146"/>
                  </a:moveTo>
                  <a:lnTo>
                    <a:pt x="116204" y="366920"/>
                  </a:lnTo>
                  <a:lnTo>
                    <a:pt x="98657" y="356812"/>
                  </a:lnTo>
                  <a:lnTo>
                    <a:pt x="90749" y="351738"/>
                  </a:lnTo>
                  <a:lnTo>
                    <a:pt x="74990" y="340482"/>
                  </a:lnTo>
                  <a:lnTo>
                    <a:pt x="69963" y="336557"/>
                  </a:lnTo>
                  <a:lnTo>
                    <a:pt x="52808" y="321375"/>
                  </a:lnTo>
                  <a:lnTo>
                    <a:pt x="51322" y="319862"/>
                  </a:lnTo>
                  <a:lnTo>
                    <a:pt x="38746" y="306193"/>
                  </a:lnTo>
                  <a:lnTo>
                    <a:pt x="27655" y="291761"/>
                  </a:lnTo>
                  <a:lnTo>
                    <a:pt x="27096" y="291011"/>
                  </a:lnTo>
                  <a:lnTo>
                    <a:pt x="17848" y="275828"/>
                  </a:lnTo>
                  <a:lnTo>
                    <a:pt x="10588" y="260646"/>
                  </a:lnTo>
                  <a:lnTo>
                    <a:pt x="5238" y="245464"/>
                  </a:lnTo>
                  <a:lnTo>
                    <a:pt x="3976" y="240112"/>
                  </a:lnTo>
                  <a:lnTo>
                    <a:pt x="1731" y="230282"/>
                  </a:lnTo>
                  <a:lnTo>
                    <a:pt x="0" y="215100"/>
                  </a:lnTo>
                  <a:lnTo>
                    <a:pt x="0" y="199919"/>
                  </a:lnTo>
                  <a:lnTo>
                    <a:pt x="1731" y="184736"/>
                  </a:lnTo>
                  <a:lnTo>
                    <a:pt x="3976" y="174906"/>
                  </a:lnTo>
                  <a:lnTo>
                    <a:pt x="5238" y="169554"/>
                  </a:lnTo>
                  <a:lnTo>
                    <a:pt x="10588" y="154372"/>
                  </a:lnTo>
                  <a:lnTo>
                    <a:pt x="17848" y="139190"/>
                  </a:lnTo>
                  <a:lnTo>
                    <a:pt x="27096" y="124007"/>
                  </a:lnTo>
                  <a:lnTo>
                    <a:pt x="27655" y="123257"/>
                  </a:lnTo>
                  <a:lnTo>
                    <a:pt x="38746" y="108825"/>
                  </a:lnTo>
                  <a:lnTo>
                    <a:pt x="51322" y="95155"/>
                  </a:lnTo>
                  <a:lnTo>
                    <a:pt x="52808" y="93643"/>
                  </a:lnTo>
                  <a:lnTo>
                    <a:pt x="69963" y="78461"/>
                  </a:lnTo>
                  <a:lnTo>
                    <a:pt x="74990" y="74536"/>
                  </a:lnTo>
                  <a:lnTo>
                    <a:pt x="90749" y="63280"/>
                  </a:lnTo>
                  <a:lnTo>
                    <a:pt x="98657" y="58206"/>
                  </a:lnTo>
                  <a:lnTo>
                    <a:pt x="116204" y="48098"/>
                  </a:lnTo>
                  <a:lnTo>
                    <a:pt x="122324" y="44872"/>
                  </a:lnTo>
                  <a:lnTo>
                    <a:pt x="145992" y="33869"/>
                  </a:lnTo>
                  <a:lnTo>
                    <a:pt x="148348" y="32915"/>
                  </a:lnTo>
                  <a:lnTo>
                    <a:pt x="169659" y="24854"/>
                  </a:lnTo>
                  <a:lnTo>
                    <a:pt x="192165" y="17733"/>
                  </a:lnTo>
                  <a:lnTo>
                    <a:pt x="193326" y="17381"/>
                  </a:lnTo>
                  <a:lnTo>
                    <a:pt x="217005" y="11446"/>
                  </a:lnTo>
                  <a:lnTo>
                    <a:pt x="240672" y="6792"/>
                  </a:lnTo>
                  <a:lnTo>
                    <a:pt x="264340" y="3355"/>
                  </a:lnTo>
                  <a:lnTo>
                    <a:pt x="272683" y="2551"/>
                  </a:lnTo>
                  <a:lnTo>
                    <a:pt x="288007" y="1109"/>
                  </a:lnTo>
                  <a:lnTo>
                    <a:pt x="311675" y="0"/>
                  </a:lnTo>
                  <a:lnTo>
                    <a:pt x="335342" y="0"/>
                  </a:lnTo>
                  <a:lnTo>
                    <a:pt x="359009" y="1109"/>
                  </a:lnTo>
                  <a:lnTo>
                    <a:pt x="374334" y="2551"/>
                  </a:lnTo>
                  <a:lnTo>
                    <a:pt x="382677" y="3355"/>
                  </a:lnTo>
                  <a:lnTo>
                    <a:pt x="406355" y="6792"/>
                  </a:lnTo>
                  <a:lnTo>
                    <a:pt x="430023" y="11446"/>
                  </a:lnTo>
                  <a:lnTo>
                    <a:pt x="453690" y="17381"/>
                  </a:lnTo>
                  <a:lnTo>
                    <a:pt x="454863" y="17733"/>
                  </a:lnTo>
                  <a:lnTo>
                    <a:pt x="477358" y="24854"/>
                  </a:lnTo>
                  <a:lnTo>
                    <a:pt x="498668" y="32915"/>
                  </a:lnTo>
                  <a:lnTo>
                    <a:pt x="501025" y="33869"/>
                  </a:lnTo>
                  <a:lnTo>
                    <a:pt x="524692" y="44872"/>
                  </a:lnTo>
                  <a:lnTo>
                    <a:pt x="530813" y="48098"/>
                  </a:lnTo>
                  <a:lnTo>
                    <a:pt x="548360" y="58206"/>
                  </a:lnTo>
                  <a:lnTo>
                    <a:pt x="556279" y="63280"/>
                  </a:lnTo>
                  <a:lnTo>
                    <a:pt x="572038" y="74536"/>
                  </a:lnTo>
                  <a:lnTo>
                    <a:pt x="577065" y="78461"/>
                  </a:lnTo>
                  <a:lnTo>
                    <a:pt x="594209" y="93643"/>
                  </a:lnTo>
                  <a:lnTo>
                    <a:pt x="595706" y="95155"/>
                  </a:lnTo>
                  <a:lnTo>
                    <a:pt x="608271" y="108825"/>
                  </a:lnTo>
                  <a:lnTo>
                    <a:pt x="619373" y="123257"/>
                  </a:lnTo>
                  <a:lnTo>
                    <a:pt x="619920" y="124007"/>
                  </a:lnTo>
                  <a:lnTo>
                    <a:pt x="629168" y="139190"/>
                  </a:lnTo>
                  <a:lnTo>
                    <a:pt x="636428" y="154372"/>
                  </a:lnTo>
                  <a:lnTo>
                    <a:pt x="641790" y="169554"/>
                  </a:lnTo>
                  <a:lnTo>
                    <a:pt x="643041" y="174906"/>
                  </a:lnTo>
                  <a:lnTo>
                    <a:pt x="645286" y="184736"/>
                  </a:lnTo>
                  <a:lnTo>
                    <a:pt x="647017" y="199919"/>
                  </a:lnTo>
                  <a:lnTo>
                    <a:pt x="647017" y="215100"/>
                  </a:lnTo>
                  <a:lnTo>
                    <a:pt x="645286" y="230282"/>
                  </a:lnTo>
                  <a:lnTo>
                    <a:pt x="643041" y="240112"/>
                  </a:lnTo>
                  <a:lnTo>
                    <a:pt x="641790" y="245464"/>
                  </a:lnTo>
                  <a:lnTo>
                    <a:pt x="636428" y="260646"/>
                  </a:lnTo>
                  <a:lnTo>
                    <a:pt x="629168" y="275828"/>
                  </a:lnTo>
                  <a:lnTo>
                    <a:pt x="619920" y="291011"/>
                  </a:lnTo>
                  <a:lnTo>
                    <a:pt x="619373" y="291761"/>
                  </a:lnTo>
                  <a:lnTo>
                    <a:pt x="608271" y="306193"/>
                  </a:lnTo>
                  <a:lnTo>
                    <a:pt x="595706" y="319862"/>
                  </a:lnTo>
                  <a:lnTo>
                    <a:pt x="594209" y="321375"/>
                  </a:lnTo>
                  <a:lnTo>
                    <a:pt x="577065" y="336557"/>
                  </a:lnTo>
                  <a:lnTo>
                    <a:pt x="572038" y="340482"/>
                  </a:lnTo>
                  <a:lnTo>
                    <a:pt x="556279" y="351738"/>
                  </a:lnTo>
                  <a:lnTo>
                    <a:pt x="548360" y="356812"/>
                  </a:lnTo>
                  <a:lnTo>
                    <a:pt x="530813" y="366920"/>
                  </a:lnTo>
                  <a:lnTo>
                    <a:pt x="524692" y="370146"/>
                  </a:lnTo>
                  <a:lnTo>
                    <a:pt x="501025" y="381149"/>
                  </a:lnTo>
                  <a:lnTo>
                    <a:pt x="498668" y="382103"/>
                  </a:lnTo>
                  <a:lnTo>
                    <a:pt x="477358" y="390165"/>
                  </a:lnTo>
                  <a:lnTo>
                    <a:pt x="454863" y="397285"/>
                  </a:lnTo>
                  <a:lnTo>
                    <a:pt x="453690" y="397637"/>
                  </a:lnTo>
                  <a:lnTo>
                    <a:pt x="430023" y="403571"/>
                  </a:lnTo>
                  <a:lnTo>
                    <a:pt x="406355" y="408226"/>
                  </a:lnTo>
                  <a:lnTo>
                    <a:pt x="382677" y="411663"/>
                  </a:lnTo>
                  <a:lnTo>
                    <a:pt x="374334" y="412467"/>
                  </a:lnTo>
                  <a:lnTo>
                    <a:pt x="359009" y="413909"/>
                  </a:lnTo>
                  <a:lnTo>
                    <a:pt x="335342" y="415018"/>
                  </a:lnTo>
                  <a:lnTo>
                    <a:pt x="311675" y="415018"/>
                  </a:lnTo>
                  <a:lnTo>
                    <a:pt x="288007" y="413909"/>
                  </a:lnTo>
                  <a:lnTo>
                    <a:pt x="272683" y="412467"/>
                  </a:lnTo>
                  <a:lnTo>
                    <a:pt x="264340" y="411663"/>
                  </a:lnTo>
                  <a:lnTo>
                    <a:pt x="240672" y="408226"/>
                  </a:lnTo>
                  <a:lnTo>
                    <a:pt x="217005" y="403571"/>
                  </a:lnTo>
                  <a:lnTo>
                    <a:pt x="193326" y="397637"/>
                  </a:lnTo>
                  <a:lnTo>
                    <a:pt x="192165" y="397285"/>
                  </a:lnTo>
                  <a:lnTo>
                    <a:pt x="169659" y="390165"/>
                  </a:lnTo>
                  <a:lnTo>
                    <a:pt x="148348" y="382103"/>
                  </a:lnTo>
                  <a:lnTo>
                    <a:pt x="145992" y="381149"/>
                  </a:lnTo>
                  <a:lnTo>
                    <a:pt x="122324" y="37014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D859CC79-7CF4-4EE1-981A-F254F6CFCA8E}"/>
                </a:ext>
              </a:extLst>
            </p:cNvPr>
            <p:cNvSpPr/>
            <p:nvPr/>
          </p:nvSpPr>
          <p:spPr>
            <a:xfrm>
              <a:off x="7446080" y="3441784"/>
              <a:ext cx="531684" cy="341047"/>
            </a:xfrm>
            <a:custGeom>
              <a:avLst/>
              <a:gdLst>
                <a:gd name="csX0" fmla="*/ 123765 w 531684"/>
                <a:gd name="csY0" fmla="*/ 314753 h 341047"/>
                <a:gd name="csX1" fmla="*/ 135660 w 531684"/>
                <a:gd name="csY1" fmla="*/ 319376 h 341047"/>
                <a:gd name="csX2" fmla="*/ 159339 w 531684"/>
                <a:gd name="csY2" fmla="*/ 326949 h 341047"/>
                <a:gd name="csX3" fmla="*/ 171133 w 531684"/>
                <a:gd name="csY3" fmla="*/ 329935 h 341047"/>
                <a:gd name="csX4" fmla="*/ 183006 w 531684"/>
                <a:gd name="csY4" fmla="*/ 332747 h 341047"/>
                <a:gd name="csX5" fmla="*/ 206674 w 531684"/>
                <a:gd name="csY5" fmla="*/ 336925 h 341047"/>
                <a:gd name="csX6" fmla="*/ 230341 w 531684"/>
                <a:gd name="csY6" fmla="*/ 339679 h 341047"/>
                <a:gd name="csX7" fmla="*/ 254008 w 531684"/>
                <a:gd name="csY7" fmla="*/ 341047 h 341047"/>
                <a:gd name="csX8" fmla="*/ 277676 w 531684"/>
                <a:gd name="csY8" fmla="*/ 341047 h 341047"/>
                <a:gd name="csX9" fmla="*/ 301343 w 531684"/>
                <a:gd name="csY9" fmla="*/ 339679 h 341047"/>
                <a:gd name="csX10" fmla="*/ 325011 w 531684"/>
                <a:gd name="csY10" fmla="*/ 336925 h 341047"/>
                <a:gd name="csX11" fmla="*/ 348689 w 531684"/>
                <a:gd name="csY11" fmla="*/ 332747 h 341047"/>
                <a:gd name="csX12" fmla="*/ 360562 w 531684"/>
                <a:gd name="csY12" fmla="*/ 329935 h 341047"/>
                <a:gd name="csX13" fmla="*/ 372357 w 531684"/>
                <a:gd name="csY13" fmla="*/ 326949 h 341047"/>
                <a:gd name="csX14" fmla="*/ 396024 w 531684"/>
                <a:gd name="csY14" fmla="*/ 319376 h 341047"/>
                <a:gd name="csX15" fmla="*/ 407930 w 531684"/>
                <a:gd name="csY15" fmla="*/ 314753 h 341047"/>
                <a:gd name="csX16" fmla="*/ 419691 w 531684"/>
                <a:gd name="csY16" fmla="*/ 309756 h 341047"/>
                <a:gd name="csX17" fmla="*/ 440019 w 531684"/>
                <a:gd name="csY17" fmla="*/ 299572 h 341047"/>
                <a:gd name="csX18" fmla="*/ 443359 w 531684"/>
                <a:gd name="csY18" fmla="*/ 297699 h 341047"/>
                <a:gd name="csX19" fmla="*/ 464111 w 531684"/>
                <a:gd name="csY19" fmla="*/ 284390 h 341047"/>
                <a:gd name="csX20" fmla="*/ 467026 w 531684"/>
                <a:gd name="csY20" fmla="*/ 282245 h 341047"/>
                <a:gd name="csX21" fmla="*/ 482909 w 531684"/>
                <a:gd name="csY21" fmla="*/ 269207 h 341047"/>
                <a:gd name="csX22" fmla="*/ 490694 w 531684"/>
                <a:gd name="csY22" fmla="*/ 261661 h 341047"/>
                <a:gd name="csX23" fmla="*/ 497909 w 531684"/>
                <a:gd name="csY23" fmla="*/ 254025 h 341047"/>
                <a:gd name="csX24" fmla="*/ 509715 w 531684"/>
                <a:gd name="csY24" fmla="*/ 238843 h 341047"/>
                <a:gd name="csX25" fmla="*/ 514372 w 531684"/>
                <a:gd name="csY25" fmla="*/ 231278 h 341047"/>
                <a:gd name="csX26" fmla="*/ 518750 w 531684"/>
                <a:gd name="csY26" fmla="*/ 223661 h 341047"/>
                <a:gd name="csX27" fmla="*/ 525262 w 531684"/>
                <a:gd name="csY27" fmla="*/ 208478 h 341047"/>
                <a:gd name="csX28" fmla="*/ 529562 w 531684"/>
                <a:gd name="csY28" fmla="*/ 193296 h 341047"/>
                <a:gd name="csX29" fmla="*/ 531684 w 531684"/>
                <a:gd name="csY29" fmla="*/ 178114 h 341047"/>
                <a:gd name="csX30" fmla="*/ 531684 w 531684"/>
                <a:gd name="csY30" fmla="*/ 162933 h 341047"/>
                <a:gd name="csX31" fmla="*/ 529562 w 531684"/>
                <a:gd name="csY31" fmla="*/ 147751 h 341047"/>
                <a:gd name="csX32" fmla="*/ 525262 w 531684"/>
                <a:gd name="csY32" fmla="*/ 132569 h 341047"/>
                <a:gd name="csX33" fmla="*/ 518750 w 531684"/>
                <a:gd name="csY33" fmla="*/ 117386 h 341047"/>
                <a:gd name="csX34" fmla="*/ 514372 w 531684"/>
                <a:gd name="csY34" fmla="*/ 109769 h 341047"/>
                <a:gd name="csX35" fmla="*/ 509715 w 531684"/>
                <a:gd name="csY35" fmla="*/ 102204 h 341047"/>
                <a:gd name="csX36" fmla="*/ 497909 w 531684"/>
                <a:gd name="csY36" fmla="*/ 87022 h 341047"/>
                <a:gd name="csX37" fmla="*/ 490694 w 531684"/>
                <a:gd name="csY37" fmla="*/ 79386 h 341047"/>
                <a:gd name="csX38" fmla="*/ 482909 w 531684"/>
                <a:gd name="csY38" fmla="*/ 71840 h 341047"/>
                <a:gd name="csX39" fmla="*/ 467026 w 531684"/>
                <a:gd name="csY39" fmla="*/ 58802 h 341047"/>
                <a:gd name="csX40" fmla="*/ 464111 w 531684"/>
                <a:gd name="csY40" fmla="*/ 56658 h 341047"/>
                <a:gd name="csX41" fmla="*/ 443359 w 531684"/>
                <a:gd name="csY41" fmla="*/ 43348 h 341047"/>
                <a:gd name="csX42" fmla="*/ 440019 w 531684"/>
                <a:gd name="csY42" fmla="*/ 41475 h 341047"/>
                <a:gd name="csX43" fmla="*/ 419691 w 531684"/>
                <a:gd name="csY43" fmla="*/ 31291 h 341047"/>
                <a:gd name="csX44" fmla="*/ 407930 w 531684"/>
                <a:gd name="csY44" fmla="*/ 26294 h 341047"/>
                <a:gd name="csX45" fmla="*/ 396024 w 531684"/>
                <a:gd name="csY45" fmla="*/ 21671 h 341047"/>
                <a:gd name="csX46" fmla="*/ 372357 w 531684"/>
                <a:gd name="csY46" fmla="*/ 14098 h 341047"/>
                <a:gd name="csX47" fmla="*/ 360562 w 531684"/>
                <a:gd name="csY47" fmla="*/ 11112 h 341047"/>
                <a:gd name="csX48" fmla="*/ 348689 w 531684"/>
                <a:gd name="csY48" fmla="*/ 8299 h 341047"/>
                <a:gd name="csX49" fmla="*/ 325011 w 531684"/>
                <a:gd name="csY49" fmla="*/ 4123 h 341047"/>
                <a:gd name="csX50" fmla="*/ 301343 w 531684"/>
                <a:gd name="csY50" fmla="*/ 1368 h 341047"/>
                <a:gd name="csX51" fmla="*/ 277676 w 531684"/>
                <a:gd name="csY51" fmla="*/ 0 h 341047"/>
                <a:gd name="csX52" fmla="*/ 254008 w 531684"/>
                <a:gd name="csY52" fmla="*/ 0 h 341047"/>
                <a:gd name="csX53" fmla="*/ 230341 w 531684"/>
                <a:gd name="csY53" fmla="*/ 1368 h 341047"/>
                <a:gd name="csX54" fmla="*/ 206674 w 531684"/>
                <a:gd name="csY54" fmla="*/ 4123 h 341047"/>
                <a:gd name="csX55" fmla="*/ 183006 w 531684"/>
                <a:gd name="csY55" fmla="*/ 8299 h 341047"/>
                <a:gd name="csX56" fmla="*/ 171133 w 531684"/>
                <a:gd name="csY56" fmla="*/ 11112 h 341047"/>
                <a:gd name="csX57" fmla="*/ 159339 w 531684"/>
                <a:gd name="csY57" fmla="*/ 14098 h 341047"/>
                <a:gd name="csX58" fmla="*/ 135660 w 531684"/>
                <a:gd name="csY58" fmla="*/ 21671 h 341047"/>
                <a:gd name="csX59" fmla="*/ 123765 w 531684"/>
                <a:gd name="csY59" fmla="*/ 26294 h 341047"/>
                <a:gd name="csX60" fmla="*/ 111993 w 531684"/>
                <a:gd name="csY60" fmla="*/ 31291 h 341047"/>
                <a:gd name="csX61" fmla="*/ 91676 w 531684"/>
                <a:gd name="csY61" fmla="*/ 41475 h 341047"/>
                <a:gd name="csX62" fmla="*/ 88325 w 531684"/>
                <a:gd name="csY62" fmla="*/ 43348 h 341047"/>
                <a:gd name="csX63" fmla="*/ 67573 w 531684"/>
                <a:gd name="csY63" fmla="*/ 56658 h 341047"/>
                <a:gd name="csX64" fmla="*/ 64658 w 531684"/>
                <a:gd name="csY64" fmla="*/ 58802 h 341047"/>
                <a:gd name="csX65" fmla="*/ 48776 w 531684"/>
                <a:gd name="csY65" fmla="*/ 71840 h 341047"/>
                <a:gd name="csX66" fmla="*/ 40991 w 531684"/>
                <a:gd name="csY66" fmla="*/ 79386 h 341047"/>
                <a:gd name="csX67" fmla="*/ 33787 w 531684"/>
                <a:gd name="csY67" fmla="*/ 87022 h 341047"/>
                <a:gd name="csX68" fmla="*/ 21981 w 531684"/>
                <a:gd name="csY68" fmla="*/ 102204 h 341047"/>
                <a:gd name="csX69" fmla="*/ 17323 w 531684"/>
                <a:gd name="csY69" fmla="*/ 109769 h 341047"/>
                <a:gd name="csX70" fmla="*/ 12934 w 531684"/>
                <a:gd name="csY70" fmla="*/ 117386 h 341047"/>
                <a:gd name="csX71" fmla="*/ 6422 w 531684"/>
                <a:gd name="csY71" fmla="*/ 132569 h 341047"/>
                <a:gd name="csX72" fmla="*/ 2133 w 531684"/>
                <a:gd name="csY72" fmla="*/ 147751 h 341047"/>
                <a:gd name="csX73" fmla="*/ 0 w 531684"/>
                <a:gd name="csY73" fmla="*/ 162933 h 341047"/>
                <a:gd name="csX74" fmla="*/ 0 w 531684"/>
                <a:gd name="csY74" fmla="*/ 178114 h 341047"/>
                <a:gd name="csX75" fmla="*/ 2133 w 531684"/>
                <a:gd name="csY75" fmla="*/ 193296 h 341047"/>
                <a:gd name="csX76" fmla="*/ 6422 w 531684"/>
                <a:gd name="csY76" fmla="*/ 208478 h 341047"/>
                <a:gd name="csX77" fmla="*/ 12934 w 531684"/>
                <a:gd name="csY77" fmla="*/ 223661 h 341047"/>
                <a:gd name="csX78" fmla="*/ 17323 w 531684"/>
                <a:gd name="csY78" fmla="*/ 231278 h 341047"/>
                <a:gd name="csX79" fmla="*/ 21981 w 531684"/>
                <a:gd name="csY79" fmla="*/ 238843 h 341047"/>
                <a:gd name="csX80" fmla="*/ 33787 w 531684"/>
                <a:gd name="csY80" fmla="*/ 254025 h 341047"/>
                <a:gd name="csX81" fmla="*/ 40991 w 531684"/>
                <a:gd name="csY81" fmla="*/ 261661 h 341047"/>
                <a:gd name="csX82" fmla="*/ 48776 w 531684"/>
                <a:gd name="csY82" fmla="*/ 269207 h 341047"/>
                <a:gd name="csX83" fmla="*/ 64658 w 531684"/>
                <a:gd name="csY83" fmla="*/ 282245 h 341047"/>
                <a:gd name="csX84" fmla="*/ 67573 w 531684"/>
                <a:gd name="csY84" fmla="*/ 284390 h 341047"/>
                <a:gd name="csX85" fmla="*/ 88325 w 531684"/>
                <a:gd name="csY85" fmla="*/ 297699 h 341047"/>
                <a:gd name="csX86" fmla="*/ 91676 w 531684"/>
                <a:gd name="csY86" fmla="*/ 299572 h 341047"/>
                <a:gd name="csX87" fmla="*/ 111993 w 531684"/>
                <a:gd name="csY87" fmla="*/ 309756 h 341047"/>
                <a:gd name="csX88" fmla="*/ 123765 w 531684"/>
                <a:gd name="csY88" fmla="*/ 314753 h 341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31684" h="341047">
                  <a:moveTo>
                    <a:pt x="123765" y="314753"/>
                  </a:moveTo>
                  <a:lnTo>
                    <a:pt x="135660" y="319376"/>
                  </a:lnTo>
                  <a:lnTo>
                    <a:pt x="159339" y="326949"/>
                  </a:lnTo>
                  <a:lnTo>
                    <a:pt x="171133" y="329935"/>
                  </a:lnTo>
                  <a:lnTo>
                    <a:pt x="183006" y="332747"/>
                  </a:lnTo>
                  <a:lnTo>
                    <a:pt x="206674" y="336925"/>
                  </a:lnTo>
                  <a:lnTo>
                    <a:pt x="230341" y="339679"/>
                  </a:lnTo>
                  <a:lnTo>
                    <a:pt x="254008" y="341047"/>
                  </a:lnTo>
                  <a:lnTo>
                    <a:pt x="277676" y="341047"/>
                  </a:lnTo>
                  <a:lnTo>
                    <a:pt x="301343" y="339679"/>
                  </a:lnTo>
                  <a:lnTo>
                    <a:pt x="325011" y="336925"/>
                  </a:lnTo>
                  <a:lnTo>
                    <a:pt x="348689" y="332747"/>
                  </a:lnTo>
                  <a:lnTo>
                    <a:pt x="360562" y="329935"/>
                  </a:lnTo>
                  <a:lnTo>
                    <a:pt x="372357" y="326949"/>
                  </a:lnTo>
                  <a:lnTo>
                    <a:pt x="396024" y="319376"/>
                  </a:lnTo>
                  <a:lnTo>
                    <a:pt x="407930" y="314753"/>
                  </a:lnTo>
                  <a:lnTo>
                    <a:pt x="419691" y="309756"/>
                  </a:lnTo>
                  <a:lnTo>
                    <a:pt x="440019" y="299572"/>
                  </a:lnTo>
                  <a:lnTo>
                    <a:pt x="443359" y="297699"/>
                  </a:lnTo>
                  <a:lnTo>
                    <a:pt x="464111" y="284390"/>
                  </a:lnTo>
                  <a:lnTo>
                    <a:pt x="467026" y="282245"/>
                  </a:lnTo>
                  <a:lnTo>
                    <a:pt x="482909" y="269207"/>
                  </a:lnTo>
                  <a:lnTo>
                    <a:pt x="490694" y="261661"/>
                  </a:lnTo>
                  <a:lnTo>
                    <a:pt x="497909" y="254025"/>
                  </a:lnTo>
                  <a:lnTo>
                    <a:pt x="509715" y="238843"/>
                  </a:lnTo>
                  <a:lnTo>
                    <a:pt x="514372" y="231278"/>
                  </a:lnTo>
                  <a:lnTo>
                    <a:pt x="518750" y="223661"/>
                  </a:lnTo>
                  <a:lnTo>
                    <a:pt x="525262" y="208478"/>
                  </a:lnTo>
                  <a:lnTo>
                    <a:pt x="529562" y="193296"/>
                  </a:lnTo>
                  <a:lnTo>
                    <a:pt x="531684" y="178114"/>
                  </a:lnTo>
                  <a:lnTo>
                    <a:pt x="531684" y="162933"/>
                  </a:lnTo>
                  <a:lnTo>
                    <a:pt x="529562" y="147751"/>
                  </a:lnTo>
                  <a:lnTo>
                    <a:pt x="525262" y="132569"/>
                  </a:lnTo>
                  <a:lnTo>
                    <a:pt x="518750" y="117386"/>
                  </a:lnTo>
                  <a:lnTo>
                    <a:pt x="514372" y="109769"/>
                  </a:lnTo>
                  <a:lnTo>
                    <a:pt x="509715" y="102204"/>
                  </a:lnTo>
                  <a:lnTo>
                    <a:pt x="497909" y="87022"/>
                  </a:lnTo>
                  <a:lnTo>
                    <a:pt x="490694" y="79386"/>
                  </a:lnTo>
                  <a:lnTo>
                    <a:pt x="482909" y="71840"/>
                  </a:lnTo>
                  <a:lnTo>
                    <a:pt x="467026" y="58802"/>
                  </a:lnTo>
                  <a:lnTo>
                    <a:pt x="464111" y="56658"/>
                  </a:lnTo>
                  <a:lnTo>
                    <a:pt x="443359" y="43348"/>
                  </a:lnTo>
                  <a:lnTo>
                    <a:pt x="440019" y="41475"/>
                  </a:lnTo>
                  <a:lnTo>
                    <a:pt x="419691" y="31291"/>
                  </a:lnTo>
                  <a:lnTo>
                    <a:pt x="407930" y="26294"/>
                  </a:lnTo>
                  <a:lnTo>
                    <a:pt x="396024" y="21671"/>
                  </a:lnTo>
                  <a:lnTo>
                    <a:pt x="372357" y="14098"/>
                  </a:lnTo>
                  <a:lnTo>
                    <a:pt x="360562" y="11112"/>
                  </a:lnTo>
                  <a:lnTo>
                    <a:pt x="348689" y="8299"/>
                  </a:lnTo>
                  <a:lnTo>
                    <a:pt x="325011" y="4123"/>
                  </a:lnTo>
                  <a:lnTo>
                    <a:pt x="301343" y="1368"/>
                  </a:lnTo>
                  <a:lnTo>
                    <a:pt x="277676" y="0"/>
                  </a:lnTo>
                  <a:lnTo>
                    <a:pt x="254008" y="0"/>
                  </a:lnTo>
                  <a:lnTo>
                    <a:pt x="230341" y="1368"/>
                  </a:lnTo>
                  <a:lnTo>
                    <a:pt x="206674" y="4123"/>
                  </a:lnTo>
                  <a:lnTo>
                    <a:pt x="183006" y="8299"/>
                  </a:lnTo>
                  <a:lnTo>
                    <a:pt x="171133" y="11112"/>
                  </a:lnTo>
                  <a:lnTo>
                    <a:pt x="159339" y="14098"/>
                  </a:lnTo>
                  <a:lnTo>
                    <a:pt x="135660" y="21671"/>
                  </a:lnTo>
                  <a:lnTo>
                    <a:pt x="123765" y="26294"/>
                  </a:lnTo>
                  <a:lnTo>
                    <a:pt x="111993" y="31291"/>
                  </a:lnTo>
                  <a:lnTo>
                    <a:pt x="91676" y="41475"/>
                  </a:lnTo>
                  <a:lnTo>
                    <a:pt x="88325" y="43348"/>
                  </a:lnTo>
                  <a:lnTo>
                    <a:pt x="67573" y="56658"/>
                  </a:lnTo>
                  <a:lnTo>
                    <a:pt x="64658" y="58802"/>
                  </a:lnTo>
                  <a:lnTo>
                    <a:pt x="48776" y="71840"/>
                  </a:lnTo>
                  <a:lnTo>
                    <a:pt x="40991" y="79386"/>
                  </a:lnTo>
                  <a:lnTo>
                    <a:pt x="33787" y="87022"/>
                  </a:lnTo>
                  <a:lnTo>
                    <a:pt x="21981" y="102204"/>
                  </a:lnTo>
                  <a:lnTo>
                    <a:pt x="17323" y="109769"/>
                  </a:lnTo>
                  <a:lnTo>
                    <a:pt x="12934" y="117386"/>
                  </a:lnTo>
                  <a:lnTo>
                    <a:pt x="6422" y="132569"/>
                  </a:lnTo>
                  <a:lnTo>
                    <a:pt x="2133" y="147751"/>
                  </a:lnTo>
                  <a:lnTo>
                    <a:pt x="0" y="162933"/>
                  </a:lnTo>
                  <a:lnTo>
                    <a:pt x="0" y="178114"/>
                  </a:lnTo>
                  <a:lnTo>
                    <a:pt x="2133" y="193296"/>
                  </a:lnTo>
                  <a:lnTo>
                    <a:pt x="6422" y="208478"/>
                  </a:lnTo>
                  <a:lnTo>
                    <a:pt x="12934" y="223661"/>
                  </a:lnTo>
                  <a:lnTo>
                    <a:pt x="17323" y="231278"/>
                  </a:lnTo>
                  <a:lnTo>
                    <a:pt x="21981" y="238843"/>
                  </a:lnTo>
                  <a:lnTo>
                    <a:pt x="33787" y="254025"/>
                  </a:lnTo>
                  <a:lnTo>
                    <a:pt x="40991" y="261661"/>
                  </a:lnTo>
                  <a:lnTo>
                    <a:pt x="48776" y="269207"/>
                  </a:lnTo>
                  <a:lnTo>
                    <a:pt x="64658" y="282245"/>
                  </a:lnTo>
                  <a:lnTo>
                    <a:pt x="67573" y="284390"/>
                  </a:lnTo>
                  <a:lnTo>
                    <a:pt x="88325" y="297699"/>
                  </a:lnTo>
                  <a:lnTo>
                    <a:pt x="91676" y="299572"/>
                  </a:lnTo>
                  <a:lnTo>
                    <a:pt x="111993" y="309756"/>
                  </a:lnTo>
                  <a:lnTo>
                    <a:pt x="123765" y="31475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7E31C4A3-2219-AEDB-1981-F99CEEC6F525}"/>
                </a:ext>
              </a:extLst>
            </p:cNvPr>
            <p:cNvSpPr/>
            <p:nvPr/>
          </p:nvSpPr>
          <p:spPr>
            <a:xfrm>
              <a:off x="7510001" y="3482785"/>
              <a:ext cx="403842" cy="259044"/>
            </a:xfrm>
            <a:custGeom>
              <a:avLst/>
              <a:gdLst>
                <a:gd name="csX0" fmla="*/ 105559 w 403842"/>
                <a:gd name="csY0" fmla="*/ 243389 h 259044"/>
                <a:gd name="csX1" fmla="*/ 119085 w 403842"/>
                <a:gd name="csY1" fmla="*/ 247763 h 259044"/>
                <a:gd name="csX2" fmla="*/ 142753 w 403842"/>
                <a:gd name="csY2" fmla="*/ 253461 h 259044"/>
                <a:gd name="csX3" fmla="*/ 166420 w 403842"/>
                <a:gd name="csY3" fmla="*/ 257218 h 259044"/>
                <a:gd name="csX4" fmla="*/ 183542 w 403842"/>
                <a:gd name="csY4" fmla="*/ 258571 h 259044"/>
                <a:gd name="csX5" fmla="*/ 190087 w 403842"/>
                <a:gd name="csY5" fmla="*/ 259045 h 259044"/>
                <a:gd name="csX6" fmla="*/ 213755 w 403842"/>
                <a:gd name="csY6" fmla="*/ 259045 h 259044"/>
                <a:gd name="csX7" fmla="*/ 220300 w 403842"/>
                <a:gd name="csY7" fmla="*/ 258571 h 259044"/>
                <a:gd name="csX8" fmla="*/ 237422 w 403842"/>
                <a:gd name="csY8" fmla="*/ 257218 h 259044"/>
                <a:gd name="csX9" fmla="*/ 261090 w 403842"/>
                <a:gd name="csY9" fmla="*/ 253461 h 259044"/>
                <a:gd name="csX10" fmla="*/ 284768 w 403842"/>
                <a:gd name="csY10" fmla="*/ 247763 h 259044"/>
                <a:gd name="csX11" fmla="*/ 298283 w 403842"/>
                <a:gd name="csY11" fmla="*/ 243389 h 259044"/>
                <a:gd name="csX12" fmla="*/ 308436 w 403842"/>
                <a:gd name="csY12" fmla="*/ 239693 h 259044"/>
                <a:gd name="csX13" fmla="*/ 332103 w 403842"/>
                <a:gd name="csY13" fmla="*/ 228814 h 259044"/>
                <a:gd name="csX14" fmla="*/ 333209 w 403842"/>
                <a:gd name="csY14" fmla="*/ 228207 h 259044"/>
                <a:gd name="csX15" fmla="*/ 355770 w 403842"/>
                <a:gd name="csY15" fmla="*/ 213731 h 259044"/>
                <a:gd name="csX16" fmla="*/ 356720 w 403842"/>
                <a:gd name="csY16" fmla="*/ 213024 h 259044"/>
                <a:gd name="csX17" fmla="*/ 373675 w 403842"/>
                <a:gd name="csY17" fmla="*/ 197842 h 259044"/>
                <a:gd name="csX18" fmla="*/ 379438 w 403842"/>
                <a:gd name="csY18" fmla="*/ 191332 h 259044"/>
                <a:gd name="csX19" fmla="*/ 386262 w 403842"/>
                <a:gd name="csY19" fmla="*/ 182660 h 259044"/>
                <a:gd name="csX20" fmla="*/ 395142 w 403842"/>
                <a:gd name="csY20" fmla="*/ 167478 h 259044"/>
                <a:gd name="csX21" fmla="*/ 401005 w 403842"/>
                <a:gd name="csY21" fmla="*/ 152296 h 259044"/>
                <a:gd name="csX22" fmla="*/ 403105 w 403842"/>
                <a:gd name="csY22" fmla="*/ 141311 h 259044"/>
                <a:gd name="csX23" fmla="*/ 403842 w 403842"/>
                <a:gd name="csY23" fmla="*/ 137113 h 259044"/>
                <a:gd name="csX24" fmla="*/ 403842 w 403842"/>
                <a:gd name="csY24" fmla="*/ 121932 h 259044"/>
                <a:gd name="csX25" fmla="*/ 403105 w 403842"/>
                <a:gd name="csY25" fmla="*/ 117735 h 259044"/>
                <a:gd name="csX26" fmla="*/ 401005 w 403842"/>
                <a:gd name="csY26" fmla="*/ 106750 h 259044"/>
                <a:gd name="csX27" fmla="*/ 395142 w 403842"/>
                <a:gd name="csY27" fmla="*/ 91568 h 259044"/>
                <a:gd name="csX28" fmla="*/ 386262 w 403842"/>
                <a:gd name="csY28" fmla="*/ 76386 h 259044"/>
                <a:gd name="csX29" fmla="*/ 379438 w 403842"/>
                <a:gd name="csY29" fmla="*/ 67714 h 259044"/>
                <a:gd name="csX30" fmla="*/ 373675 w 403842"/>
                <a:gd name="csY30" fmla="*/ 61203 h 259044"/>
                <a:gd name="csX31" fmla="*/ 356720 w 403842"/>
                <a:gd name="csY31" fmla="*/ 46021 h 259044"/>
                <a:gd name="csX32" fmla="*/ 355770 w 403842"/>
                <a:gd name="csY32" fmla="*/ 45314 h 259044"/>
                <a:gd name="csX33" fmla="*/ 333209 w 403842"/>
                <a:gd name="csY33" fmla="*/ 30839 h 259044"/>
                <a:gd name="csX34" fmla="*/ 332103 w 403842"/>
                <a:gd name="csY34" fmla="*/ 30231 h 259044"/>
                <a:gd name="csX35" fmla="*/ 308436 w 403842"/>
                <a:gd name="csY35" fmla="*/ 19353 h 259044"/>
                <a:gd name="csX36" fmla="*/ 298283 w 403842"/>
                <a:gd name="csY36" fmla="*/ 15657 h 259044"/>
                <a:gd name="csX37" fmla="*/ 284768 w 403842"/>
                <a:gd name="csY37" fmla="*/ 11283 h 259044"/>
                <a:gd name="csX38" fmla="*/ 261090 w 403842"/>
                <a:gd name="csY38" fmla="*/ 5585 h 259044"/>
                <a:gd name="csX39" fmla="*/ 237422 w 403842"/>
                <a:gd name="csY39" fmla="*/ 1827 h 259044"/>
                <a:gd name="csX40" fmla="*/ 220300 w 403842"/>
                <a:gd name="csY40" fmla="*/ 475 h 259044"/>
                <a:gd name="csX41" fmla="*/ 213755 w 403842"/>
                <a:gd name="csY41" fmla="*/ 0 h 259044"/>
                <a:gd name="csX42" fmla="*/ 190087 w 403842"/>
                <a:gd name="csY42" fmla="*/ 0 h 259044"/>
                <a:gd name="csX43" fmla="*/ 183542 w 403842"/>
                <a:gd name="csY43" fmla="*/ 475 h 259044"/>
                <a:gd name="csX44" fmla="*/ 166420 w 403842"/>
                <a:gd name="csY44" fmla="*/ 1827 h 259044"/>
                <a:gd name="csX45" fmla="*/ 142753 w 403842"/>
                <a:gd name="csY45" fmla="*/ 5585 h 259044"/>
                <a:gd name="csX46" fmla="*/ 119085 w 403842"/>
                <a:gd name="csY46" fmla="*/ 11283 h 259044"/>
                <a:gd name="csX47" fmla="*/ 105559 w 403842"/>
                <a:gd name="csY47" fmla="*/ 15657 h 259044"/>
                <a:gd name="csX48" fmla="*/ 95418 w 403842"/>
                <a:gd name="csY48" fmla="*/ 19353 h 259044"/>
                <a:gd name="csX49" fmla="*/ 71739 w 403842"/>
                <a:gd name="csY49" fmla="*/ 30231 h 259044"/>
                <a:gd name="csX50" fmla="*/ 70645 w 403842"/>
                <a:gd name="csY50" fmla="*/ 30839 h 259044"/>
                <a:gd name="csX51" fmla="*/ 48072 w 403842"/>
                <a:gd name="csY51" fmla="*/ 45314 h 259044"/>
                <a:gd name="csX52" fmla="*/ 47123 w 403842"/>
                <a:gd name="csY52" fmla="*/ 46021 h 259044"/>
                <a:gd name="csX53" fmla="*/ 30168 w 403842"/>
                <a:gd name="csY53" fmla="*/ 61203 h 259044"/>
                <a:gd name="csX54" fmla="*/ 24405 w 403842"/>
                <a:gd name="csY54" fmla="*/ 67714 h 259044"/>
                <a:gd name="csX55" fmla="*/ 17591 w 403842"/>
                <a:gd name="csY55" fmla="*/ 76386 h 259044"/>
                <a:gd name="csX56" fmla="*/ 8701 w 403842"/>
                <a:gd name="csY56" fmla="*/ 91568 h 259044"/>
                <a:gd name="csX57" fmla="*/ 2848 w 403842"/>
                <a:gd name="csY57" fmla="*/ 106750 h 259044"/>
                <a:gd name="csX58" fmla="*/ 737 w 403842"/>
                <a:gd name="csY58" fmla="*/ 117735 h 259044"/>
                <a:gd name="csX59" fmla="*/ 0 w 403842"/>
                <a:gd name="csY59" fmla="*/ 121932 h 259044"/>
                <a:gd name="csX60" fmla="*/ 0 w 403842"/>
                <a:gd name="csY60" fmla="*/ 137113 h 259044"/>
                <a:gd name="csX61" fmla="*/ 737 w 403842"/>
                <a:gd name="csY61" fmla="*/ 141311 h 259044"/>
                <a:gd name="csX62" fmla="*/ 2848 w 403842"/>
                <a:gd name="csY62" fmla="*/ 152296 h 259044"/>
                <a:gd name="csX63" fmla="*/ 8701 w 403842"/>
                <a:gd name="csY63" fmla="*/ 167478 h 259044"/>
                <a:gd name="csX64" fmla="*/ 17591 w 403842"/>
                <a:gd name="csY64" fmla="*/ 182660 h 259044"/>
                <a:gd name="csX65" fmla="*/ 24405 w 403842"/>
                <a:gd name="csY65" fmla="*/ 191332 h 259044"/>
                <a:gd name="csX66" fmla="*/ 30168 w 403842"/>
                <a:gd name="csY66" fmla="*/ 197842 h 259044"/>
                <a:gd name="csX67" fmla="*/ 47123 w 403842"/>
                <a:gd name="csY67" fmla="*/ 213024 h 259044"/>
                <a:gd name="csX68" fmla="*/ 48072 w 403842"/>
                <a:gd name="csY68" fmla="*/ 213731 h 259044"/>
                <a:gd name="csX69" fmla="*/ 70645 w 403842"/>
                <a:gd name="csY69" fmla="*/ 228207 h 259044"/>
                <a:gd name="csX70" fmla="*/ 71739 w 403842"/>
                <a:gd name="csY70" fmla="*/ 228814 h 259044"/>
                <a:gd name="csX71" fmla="*/ 95418 w 403842"/>
                <a:gd name="csY71" fmla="*/ 239693 h 259044"/>
                <a:gd name="csX72" fmla="*/ 105559 w 403842"/>
                <a:gd name="csY72" fmla="*/ 243389 h 259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03842" h="259044">
                  <a:moveTo>
                    <a:pt x="105559" y="243389"/>
                  </a:moveTo>
                  <a:lnTo>
                    <a:pt x="119085" y="247763"/>
                  </a:lnTo>
                  <a:lnTo>
                    <a:pt x="142753" y="253461"/>
                  </a:lnTo>
                  <a:lnTo>
                    <a:pt x="166420" y="257218"/>
                  </a:lnTo>
                  <a:lnTo>
                    <a:pt x="183542" y="258571"/>
                  </a:lnTo>
                  <a:lnTo>
                    <a:pt x="190087" y="259045"/>
                  </a:lnTo>
                  <a:lnTo>
                    <a:pt x="213755" y="259045"/>
                  </a:lnTo>
                  <a:lnTo>
                    <a:pt x="220300" y="258571"/>
                  </a:lnTo>
                  <a:lnTo>
                    <a:pt x="237422" y="257218"/>
                  </a:lnTo>
                  <a:lnTo>
                    <a:pt x="261090" y="253461"/>
                  </a:lnTo>
                  <a:lnTo>
                    <a:pt x="284768" y="247763"/>
                  </a:lnTo>
                  <a:lnTo>
                    <a:pt x="298283" y="243389"/>
                  </a:lnTo>
                  <a:lnTo>
                    <a:pt x="308436" y="239693"/>
                  </a:lnTo>
                  <a:lnTo>
                    <a:pt x="332103" y="228814"/>
                  </a:lnTo>
                  <a:lnTo>
                    <a:pt x="333209" y="228207"/>
                  </a:lnTo>
                  <a:lnTo>
                    <a:pt x="355770" y="213731"/>
                  </a:lnTo>
                  <a:lnTo>
                    <a:pt x="356720" y="213024"/>
                  </a:lnTo>
                  <a:lnTo>
                    <a:pt x="373675" y="197842"/>
                  </a:lnTo>
                  <a:lnTo>
                    <a:pt x="379438" y="191332"/>
                  </a:lnTo>
                  <a:lnTo>
                    <a:pt x="386262" y="182660"/>
                  </a:lnTo>
                  <a:lnTo>
                    <a:pt x="395142" y="167478"/>
                  </a:lnTo>
                  <a:lnTo>
                    <a:pt x="401005" y="152296"/>
                  </a:lnTo>
                  <a:lnTo>
                    <a:pt x="403105" y="141311"/>
                  </a:lnTo>
                  <a:lnTo>
                    <a:pt x="403842" y="137113"/>
                  </a:lnTo>
                  <a:lnTo>
                    <a:pt x="403842" y="121932"/>
                  </a:lnTo>
                  <a:lnTo>
                    <a:pt x="403105" y="117735"/>
                  </a:lnTo>
                  <a:lnTo>
                    <a:pt x="401005" y="106750"/>
                  </a:lnTo>
                  <a:lnTo>
                    <a:pt x="395142" y="91568"/>
                  </a:lnTo>
                  <a:lnTo>
                    <a:pt x="386262" y="76386"/>
                  </a:lnTo>
                  <a:lnTo>
                    <a:pt x="379438" y="67714"/>
                  </a:lnTo>
                  <a:lnTo>
                    <a:pt x="373675" y="61203"/>
                  </a:lnTo>
                  <a:lnTo>
                    <a:pt x="356720" y="46021"/>
                  </a:lnTo>
                  <a:lnTo>
                    <a:pt x="355770" y="45314"/>
                  </a:lnTo>
                  <a:lnTo>
                    <a:pt x="333209" y="30839"/>
                  </a:lnTo>
                  <a:lnTo>
                    <a:pt x="332103" y="30231"/>
                  </a:lnTo>
                  <a:lnTo>
                    <a:pt x="308436" y="19353"/>
                  </a:lnTo>
                  <a:lnTo>
                    <a:pt x="298283" y="15657"/>
                  </a:lnTo>
                  <a:lnTo>
                    <a:pt x="284768" y="11283"/>
                  </a:lnTo>
                  <a:lnTo>
                    <a:pt x="261090" y="5585"/>
                  </a:lnTo>
                  <a:lnTo>
                    <a:pt x="237422" y="1827"/>
                  </a:lnTo>
                  <a:lnTo>
                    <a:pt x="220300" y="475"/>
                  </a:lnTo>
                  <a:lnTo>
                    <a:pt x="213755" y="0"/>
                  </a:lnTo>
                  <a:lnTo>
                    <a:pt x="190087" y="0"/>
                  </a:lnTo>
                  <a:lnTo>
                    <a:pt x="183542" y="475"/>
                  </a:lnTo>
                  <a:lnTo>
                    <a:pt x="166420" y="1827"/>
                  </a:lnTo>
                  <a:lnTo>
                    <a:pt x="142753" y="5585"/>
                  </a:lnTo>
                  <a:lnTo>
                    <a:pt x="119085" y="11283"/>
                  </a:lnTo>
                  <a:lnTo>
                    <a:pt x="105559" y="15657"/>
                  </a:lnTo>
                  <a:lnTo>
                    <a:pt x="95418" y="19353"/>
                  </a:lnTo>
                  <a:lnTo>
                    <a:pt x="71739" y="30231"/>
                  </a:lnTo>
                  <a:lnTo>
                    <a:pt x="70645" y="30839"/>
                  </a:lnTo>
                  <a:lnTo>
                    <a:pt x="48072" y="45314"/>
                  </a:lnTo>
                  <a:lnTo>
                    <a:pt x="47123" y="46021"/>
                  </a:lnTo>
                  <a:lnTo>
                    <a:pt x="30168" y="61203"/>
                  </a:lnTo>
                  <a:lnTo>
                    <a:pt x="24405" y="67714"/>
                  </a:lnTo>
                  <a:lnTo>
                    <a:pt x="17591" y="76386"/>
                  </a:lnTo>
                  <a:lnTo>
                    <a:pt x="8701" y="91568"/>
                  </a:lnTo>
                  <a:lnTo>
                    <a:pt x="2848" y="106750"/>
                  </a:lnTo>
                  <a:lnTo>
                    <a:pt x="737" y="117735"/>
                  </a:lnTo>
                  <a:lnTo>
                    <a:pt x="0" y="121932"/>
                  </a:lnTo>
                  <a:lnTo>
                    <a:pt x="0" y="137113"/>
                  </a:lnTo>
                  <a:lnTo>
                    <a:pt x="737" y="141311"/>
                  </a:lnTo>
                  <a:lnTo>
                    <a:pt x="2848" y="152296"/>
                  </a:lnTo>
                  <a:lnTo>
                    <a:pt x="8701" y="167478"/>
                  </a:lnTo>
                  <a:lnTo>
                    <a:pt x="17591" y="182660"/>
                  </a:lnTo>
                  <a:lnTo>
                    <a:pt x="24405" y="191332"/>
                  </a:lnTo>
                  <a:lnTo>
                    <a:pt x="30168" y="197842"/>
                  </a:lnTo>
                  <a:lnTo>
                    <a:pt x="47123" y="213024"/>
                  </a:lnTo>
                  <a:lnTo>
                    <a:pt x="48072" y="213731"/>
                  </a:lnTo>
                  <a:lnTo>
                    <a:pt x="70645" y="228207"/>
                  </a:lnTo>
                  <a:lnTo>
                    <a:pt x="71739" y="228814"/>
                  </a:lnTo>
                  <a:lnTo>
                    <a:pt x="95418" y="239693"/>
                  </a:lnTo>
                  <a:lnTo>
                    <a:pt x="105559" y="24338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89FC7215-6F2A-FE48-AD1F-834AA72D5785}"/>
                </a:ext>
              </a:extLst>
            </p:cNvPr>
            <p:cNvSpPr/>
            <p:nvPr/>
          </p:nvSpPr>
          <p:spPr>
            <a:xfrm>
              <a:off x="7594116" y="3536743"/>
              <a:ext cx="235612" cy="151129"/>
            </a:xfrm>
            <a:custGeom>
              <a:avLst/>
              <a:gdLst>
                <a:gd name="csX0" fmla="*/ 82305 w 235612"/>
                <a:gd name="csY0" fmla="*/ 148085 h 151129"/>
                <a:gd name="csX1" fmla="*/ 66043 w 235612"/>
                <a:gd name="csY1" fmla="*/ 143884 h 151129"/>
                <a:gd name="csX2" fmla="*/ 58638 w 235612"/>
                <a:gd name="csY2" fmla="*/ 141520 h 151129"/>
                <a:gd name="csX3" fmla="*/ 34970 w 235612"/>
                <a:gd name="csY3" fmla="*/ 130127 h 151129"/>
                <a:gd name="csX4" fmla="*/ 32748 w 235612"/>
                <a:gd name="csY4" fmla="*/ 128702 h 151129"/>
                <a:gd name="csX5" fmla="*/ 14989 w 235612"/>
                <a:gd name="csY5" fmla="*/ 113520 h 151129"/>
                <a:gd name="csX6" fmla="*/ 11303 w 235612"/>
                <a:gd name="csY6" fmla="*/ 108771 h 151129"/>
                <a:gd name="csX7" fmla="*/ 4747 w 235612"/>
                <a:gd name="csY7" fmla="*/ 98338 h 151129"/>
                <a:gd name="csX8" fmla="*/ 0 w 235612"/>
                <a:gd name="csY8" fmla="*/ 83155 h 151129"/>
                <a:gd name="csX9" fmla="*/ 0 w 235612"/>
                <a:gd name="csY9" fmla="*/ 67974 h 151129"/>
                <a:gd name="csX10" fmla="*/ 4747 w 235612"/>
                <a:gd name="csY10" fmla="*/ 52792 h 151129"/>
                <a:gd name="csX11" fmla="*/ 11303 w 235612"/>
                <a:gd name="csY11" fmla="*/ 42359 h 151129"/>
                <a:gd name="csX12" fmla="*/ 14989 w 235612"/>
                <a:gd name="csY12" fmla="*/ 37610 h 151129"/>
                <a:gd name="csX13" fmla="*/ 32748 w 235612"/>
                <a:gd name="csY13" fmla="*/ 22428 h 151129"/>
                <a:gd name="csX14" fmla="*/ 34970 w 235612"/>
                <a:gd name="csY14" fmla="*/ 21002 h 151129"/>
                <a:gd name="csX15" fmla="*/ 58638 w 235612"/>
                <a:gd name="csY15" fmla="*/ 9610 h 151129"/>
                <a:gd name="csX16" fmla="*/ 66043 w 235612"/>
                <a:gd name="csY16" fmla="*/ 7245 h 151129"/>
                <a:gd name="csX17" fmla="*/ 82305 w 235612"/>
                <a:gd name="csY17" fmla="*/ 3045 h 151129"/>
                <a:gd name="csX18" fmla="*/ 105973 w 235612"/>
                <a:gd name="csY18" fmla="*/ 0 h 151129"/>
                <a:gd name="csX19" fmla="*/ 129640 w 235612"/>
                <a:gd name="csY19" fmla="*/ 0 h 151129"/>
                <a:gd name="csX20" fmla="*/ 153307 w 235612"/>
                <a:gd name="csY20" fmla="*/ 3045 h 151129"/>
                <a:gd name="csX21" fmla="*/ 169570 w 235612"/>
                <a:gd name="csY21" fmla="*/ 7245 h 151129"/>
                <a:gd name="csX22" fmla="*/ 176975 w 235612"/>
                <a:gd name="csY22" fmla="*/ 9610 h 151129"/>
                <a:gd name="csX23" fmla="*/ 200653 w 235612"/>
                <a:gd name="csY23" fmla="*/ 21002 h 151129"/>
                <a:gd name="csX24" fmla="*/ 202865 w 235612"/>
                <a:gd name="csY24" fmla="*/ 22428 h 151129"/>
                <a:gd name="csX25" fmla="*/ 220635 w 235612"/>
                <a:gd name="csY25" fmla="*/ 37610 h 151129"/>
                <a:gd name="csX26" fmla="*/ 224321 w 235612"/>
                <a:gd name="csY26" fmla="*/ 42359 h 151129"/>
                <a:gd name="csX27" fmla="*/ 230866 w 235612"/>
                <a:gd name="csY27" fmla="*/ 52792 h 151129"/>
                <a:gd name="csX28" fmla="*/ 235613 w 235612"/>
                <a:gd name="csY28" fmla="*/ 67974 h 151129"/>
                <a:gd name="csX29" fmla="*/ 235613 w 235612"/>
                <a:gd name="csY29" fmla="*/ 83155 h 151129"/>
                <a:gd name="csX30" fmla="*/ 230866 w 235612"/>
                <a:gd name="csY30" fmla="*/ 98338 h 151129"/>
                <a:gd name="csX31" fmla="*/ 224321 w 235612"/>
                <a:gd name="csY31" fmla="*/ 108771 h 151129"/>
                <a:gd name="csX32" fmla="*/ 220635 w 235612"/>
                <a:gd name="csY32" fmla="*/ 113520 h 151129"/>
                <a:gd name="csX33" fmla="*/ 202865 w 235612"/>
                <a:gd name="csY33" fmla="*/ 128702 h 151129"/>
                <a:gd name="csX34" fmla="*/ 200653 w 235612"/>
                <a:gd name="csY34" fmla="*/ 130127 h 151129"/>
                <a:gd name="csX35" fmla="*/ 176975 w 235612"/>
                <a:gd name="csY35" fmla="*/ 141520 h 151129"/>
                <a:gd name="csX36" fmla="*/ 169570 w 235612"/>
                <a:gd name="csY36" fmla="*/ 143884 h 151129"/>
                <a:gd name="csX37" fmla="*/ 153307 w 235612"/>
                <a:gd name="csY37" fmla="*/ 148085 h 151129"/>
                <a:gd name="csX38" fmla="*/ 129640 w 235612"/>
                <a:gd name="csY38" fmla="*/ 151130 h 151129"/>
                <a:gd name="csX39" fmla="*/ 105973 w 235612"/>
                <a:gd name="csY39" fmla="*/ 151130 h 151129"/>
                <a:gd name="csX40" fmla="*/ 82305 w 235612"/>
                <a:gd name="csY40" fmla="*/ 148085 h 151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35612" h="151129">
                  <a:moveTo>
                    <a:pt x="82305" y="148085"/>
                  </a:moveTo>
                  <a:lnTo>
                    <a:pt x="66043" y="143884"/>
                  </a:lnTo>
                  <a:lnTo>
                    <a:pt x="58638" y="141520"/>
                  </a:lnTo>
                  <a:lnTo>
                    <a:pt x="34970" y="130127"/>
                  </a:lnTo>
                  <a:lnTo>
                    <a:pt x="32748" y="128702"/>
                  </a:lnTo>
                  <a:lnTo>
                    <a:pt x="14989" y="113520"/>
                  </a:lnTo>
                  <a:lnTo>
                    <a:pt x="11303" y="108771"/>
                  </a:lnTo>
                  <a:lnTo>
                    <a:pt x="4747" y="98338"/>
                  </a:lnTo>
                  <a:lnTo>
                    <a:pt x="0" y="83155"/>
                  </a:lnTo>
                  <a:lnTo>
                    <a:pt x="0" y="67974"/>
                  </a:lnTo>
                  <a:lnTo>
                    <a:pt x="4747" y="52792"/>
                  </a:lnTo>
                  <a:lnTo>
                    <a:pt x="11303" y="42359"/>
                  </a:lnTo>
                  <a:lnTo>
                    <a:pt x="14989" y="37610"/>
                  </a:lnTo>
                  <a:lnTo>
                    <a:pt x="32748" y="22428"/>
                  </a:lnTo>
                  <a:lnTo>
                    <a:pt x="34970" y="21002"/>
                  </a:lnTo>
                  <a:lnTo>
                    <a:pt x="58638" y="9610"/>
                  </a:lnTo>
                  <a:lnTo>
                    <a:pt x="66043" y="7245"/>
                  </a:lnTo>
                  <a:lnTo>
                    <a:pt x="82305" y="3045"/>
                  </a:lnTo>
                  <a:lnTo>
                    <a:pt x="105973" y="0"/>
                  </a:lnTo>
                  <a:lnTo>
                    <a:pt x="129640" y="0"/>
                  </a:lnTo>
                  <a:lnTo>
                    <a:pt x="153307" y="3045"/>
                  </a:lnTo>
                  <a:lnTo>
                    <a:pt x="169570" y="7245"/>
                  </a:lnTo>
                  <a:lnTo>
                    <a:pt x="176975" y="9610"/>
                  </a:lnTo>
                  <a:lnTo>
                    <a:pt x="200653" y="21002"/>
                  </a:lnTo>
                  <a:lnTo>
                    <a:pt x="202865" y="22428"/>
                  </a:lnTo>
                  <a:lnTo>
                    <a:pt x="220635" y="37610"/>
                  </a:lnTo>
                  <a:lnTo>
                    <a:pt x="224321" y="42359"/>
                  </a:lnTo>
                  <a:lnTo>
                    <a:pt x="230866" y="52792"/>
                  </a:lnTo>
                  <a:lnTo>
                    <a:pt x="235613" y="67974"/>
                  </a:lnTo>
                  <a:lnTo>
                    <a:pt x="235613" y="83155"/>
                  </a:lnTo>
                  <a:lnTo>
                    <a:pt x="230866" y="98338"/>
                  </a:lnTo>
                  <a:lnTo>
                    <a:pt x="224321" y="108771"/>
                  </a:lnTo>
                  <a:lnTo>
                    <a:pt x="220635" y="113520"/>
                  </a:lnTo>
                  <a:lnTo>
                    <a:pt x="202865" y="128702"/>
                  </a:lnTo>
                  <a:lnTo>
                    <a:pt x="200653" y="130127"/>
                  </a:lnTo>
                  <a:lnTo>
                    <a:pt x="176975" y="141520"/>
                  </a:lnTo>
                  <a:lnTo>
                    <a:pt x="169570" y="143884"/>
                  </a:lnTo>
                  <a:lnTo>
                    <a:pt x="153307" y="148085"/>
                  </a:lnTo>
                  <a:lnTo>
                    <a:pt x="129640" y="151130"/>
                  </a:lnTo>
                  <a:lnTo>
                    <a:pt x="105973" y="151130"/>
                  </a:lnTo>
                  <a:lnTo>
                    <a:pt x="82305" y="14808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F8B4BD39-D128-3D2E-A44D-660B77C7A538}"/>
              </a:ext>
            </a:extLst>
          </p:cNvPr>
          <p:cNvGrpSpPr/>
          <p:nvPr/>
        </p:nvGrpSpPr>
        <p:grpSpPr>
          <a:xfrm>
            <a:off x="6946681" y="3121452"/>
            <a:ext cx="1530488" cy="981714"/>
            <a:chOff x="6946681" y="3121452"/>
            <a:chExt cx="1530488" cy="981714"/>
          </a:xfrm>
        </p:grpSpPr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059A6E9A-6444-E0DB-B58A-2A6A0EB43193}"/>
                </a:ext>
              </a:extLst>
            </p:cNvPr>
            <p:cNvSpPr/>
            <p:nvPr/>
          </p:nvSpPr>
          <p:spPr>
            <a:xfrm>
              <a:off x="6946681" y="3121452"/>
              <a:ext cx="1530488" cy="981714"/>
            </a:xfrm>
            <a:custGeom>
              <a:avLst/>
              <a:gdLst>
                <a:gd name="csX0" fmla="*/ 239694 w 1530488"/>
                <a:gd name="csY0" fmla="*/ 847629 h 981714"/>
                <a:gd name="csX1" fmla="*/ 256362 w 1530488"/>
                <a:gd name="csY1" fmla="*/ 857480 h 981714"/>
                <a:gd name="csX2" fmla="*/ 265938 w 1530488"/>
                <a:gd name="csY2" fmla="*/ 862819 h 981714"/>
                <a:gd name="csX3" fmla="*/ 280031 w 1530488"/>
                <a:gd name="csY3" fmla="*/ 870481 h 981714"/>
                <a:gd name="csX4" fmla="*/ 294857 w 1530488"/>
                <a:gd name="csY4" fmla="*/ 877998 h 981714"/>
                <a:gd name="csX5" fmla="*/ 303700 w 1530488"/>
                <a:gd name="csY5" fmla="*/ 882421 h 981714"/>
                <a:gd name="csX6" fmla="*/ 327032 w 1530488"/>
                <a:gd name="csY6" fmla="*/ 893177 h 981714"/>
                <a:gd name="csX7" fmla="*/ 327368 w 1530488"/>
                <a:gd name="csY7" fmla="*/ 893333 h 981714"/>
                <a:gd name="csX8" fmla="*/ 351038 w 1530488"/>
                <a:gd name="csY8" fmla="*/ 903653 h 981714"/>
                <a:gd name="csX9" fmla="*/ 362977 w 1530488"/>
                <a:gd name="csY9" fmla="*/ 908367 h 981714"/>
                <a:gd name="csX10" fmla="*/ 374707 w 1530488"/>
                <a:gd name="csY10" fmla="*/ 913046 h 981714"/>
                <a:gd name="csX11" fmla="*/ 398375 w 1530488"/>
                <a:gd name="csY11" fmla="*/ 921624 h 981714"/>
                <a:gd name="csX12" fmla="*/ 404127 w 1530488"/>
                <a:gd name="csY12" fmla="*/ 923545 h 981714"/>
                <a:gd name="csX13" fmla="*/ 422045 w 1530488"/>
                <a:gd name="csY13" fmla="*/ 929677 h 981714"/>
                <a:gd name="csX14" fmla="*/ 445709 w 1530488"/>
                <a:gd name="csY14" fmla="*/ 936881 h 981714"/>
                <a:gd name="csX15" fmla="*/ 452377 w 1530488"/>
                <a:gd name="csY15" fmla="*/ 938724 h 981714"/>
                <a:gd name="csX16" fmla="*/ 469387 w 1530488"/>
                <a:gd name="csY16" fmla="*/ 943639 h 981714"/>
                <a:gd name="csX17" fmla="*/ 493055 w 1530488"/>
                <a:gd name="csY17" fmla="*/ 949703 h 981714"/>
                <a:gd name="csX18" fmla="*/ 511763 w 1530488"/>
                <a:gd name="csY18" fmla="*/ 953914 h 981714"/>
                <a:gd name="csX19" fmla="*/ 516722 w 1530488"/>
                <a:gd name="csY19" fmla="*/ 955087 h 981714"/>
                <a:gd name="csX20" fmla="*/ 540389 w 1530488"/>
                <a:gd name="csY20" fmla="*/ 960169 h 981714"/>
                <a:gd name="csX21" fmla="*/ 564057 w 1530488"/>
                <a:gd name="csY21" fmla="*/ 964547 h 981714"/>
                <a:gd name="csX22" fmla="*/ 587724 w 1530488"/>
                <a:gd name="csY22" fmla="*/ 968289 h 981714"/>
                <a:gd name="csX23" fmla="*/ 593543 w 1530488"/>
                <a:gd name="csY23" fmla="*/ 969093 h 981714"/>
                <a:gd name="csX24" fmla="*/ 611392 w 1530488"/>
                <a:gd name="csY24" fmla="*/ 971740 h 981714"/>
                <a:gd name="csX25" fmla="*/ 635059 w 1530488"/>
                <a:gd name="csY25" fmla="*/ 974689 h 981714"/>
                <a:gd name="csX26" fmla="*/ 658738 w 1530488"/>
                <a:gd name="csY26" fmla="*/ 977079 h 981714"/>
                <a:gd name="csX27" fmla="*/ 682405 w 1530488"/>
                <a:gd name="csY27" fmla="*/ 978955 h 981714"/>
                <a:gd name="csX28" fmla="*/ 706073 w 1530488"/>
                <a:gd name="csY28" fmla="*/ 980340 h 981714"/>
                <a:gd name="csX29" fmla="*/ 729740 w 1530488"/>
                <a:gd name="csY29" fmla="*/ 981256 h 981714"/>
                <a:gd name="csX30" fmla="*/ 753407 w 1530488"/>
                <a:gd name="csY30" fmla="*/ 981714 h 981714"/>
                <a:gd name="csX31" fmla="*/ 777075 w 1530488"/>
                <a:gd name="csY31" fmla="*/ 981714 h 981714"/>
                <a:gd name="csX32" fmla="*/ 800742 w 1530488"/>
                <a:gd name="csY32" fmla="*/ 981256 h 981714"/>
                <a:gd name="csX33" fmla="*/ 824409 w 1530488"/>
                <a:gd name="csY33" fmla="*/ 980340 h 981714"/>
                <a:gd name="csX34" fmla="*/ 848088 w 1530488"/>
                <a:gd name="csY34" fmla="*/ 978955 h 981714"/>
                <a:gd name="csX35" fmla="*/ 871755 w 1530488"/>
                <a:gd name="csY35" fmla="*/ 977079 h 981714"/>
                <a:gd name="csX36" fmla="*/ 895423 w 1530488"/>
                <a:gd name="csY36" fmla="*/ 974689 h 981714"/>
                <a:gd name="csX37" fmla="*/ 919090 w 1530488"/>
                <a:gd name="csY37" fmla="*/ 971740 h 981714"/>
                <a:gd name="csX38" fmla="*/ 936938 w 1530488"/>
                <a:gd name="csY38" fmla="*/ 969093 h 981714"/>
                <a:gd name="csX39" fmla="*/ 942758 w 1530488"/>
                <a:gd name="csY39" fmla="*/ 968289 h 981714"/>
                <a:gd name="csX40" fmla="*/ 966425 w 1530488"/>
                <a:gd name="csY40" fmla="*/ 964547 h 981714"/>
                <a:gd name="csX41" fmla="*/ 990092 w 1530488"/>
                <a:gd name="csY41" fmla="*/ 960169 h 981714"/>
                <a:gd name="csX42" fmla="*/ 1013771 w 1530488"/>
                <a:gd name="csY42" fmla="*/ 955087 h 981714"/>
                <a:gd name="csX43" fmla="*/ 1018719 w 1530488"/>
                <a:gd name="csY43" fmla="*/ 953914 h 981714"/>
                <a:gd name="csX44" fmla="*/ 1037438 w 1530488"/>
                <a:gd name="csY44" fmla="*/ 949703 h 981714"/>
                <a:gd name="csX45" fmla="*/ 1061106 w 1530488"/>
                <a:gd name="csY45" fmla="*/ 943639 h 981714"/>
                <a:gd name="csX46" fmla="*/ 1078105 w 1530488"/>
                <a:gd name="csY46" fmla="*/ 938724 h 981714"/>
                <a:gd name="csX47" fmla="*/ 1084773 w 1530488"/>
                <a:gd name="csY47" fmla="*/ 936881 h 981714"/>
                <a:gd name="csX48" fmla="*/ 1108441 w 1530488"/>
                <a:gd name="csY48" fmla="*/ 929677 h 981714"/>
                <a:gd name="csX49" fmla="*/ 1126356 w 1530488"/>
                <a:gd name="csY49" fmla="*/ 923545 h 981714"/>
                <a:gd name="csX50" fmla="*/ 1132108 w 1530488"/>
                <a:gd name="csY50" fmla="*/ 921624 h 981714"/>
                <a:gd name="csX51" fmla="*/ 1155775 w 1530488"/>
                <a:gd name="csY51" fmla="*/ 913046 h 981714"/>
                <a:gd name="csX52" fmla="*/ 1167503 w 1530488"/>
                <a:gd name="csY52" fmla="*/ 908367 h 981714"/>
                <a:gd name="csX53" fmla="*/ 1179443 w 1530488"/>
                <a:gd name="csY53" fmla="*/ 903653 h 981714"/>
                <a:gd name="csX54" fmla="*/ 1203121 w 1530488"/>
                <a:gd name="csY54" fmla="*/ 893333 h 981714"/>
                <a:gd name="csX55" fmla="*/ 1203456 w 1530488"/>
                <a:gd name="csY55" fmla="*/ 893177 h 981714"/>
                <a:gd name="csX56" fmla="*/ 1226789 w 1530488"/>
                <a:gd name="csY56" fmla="*/ 882421 h 981714"/>
                <a:gd name="csX57" fmla="*/ 1235623 w 1530488"/>
                <a:gd name="csY57" fmla="*/ 877998 h 981714"/>
                <a:gd name="csX58" fmla="*/ 1250456 w 1530488"/>
                <a:gd name="csY58" fmla="*/ 870481 h 981714"/>
                <a:gd name="csX59" fmla="*/ 1264551 w 1530488"/>
                <a:gd name="csY59" fmla="*/ 862819 h 981714"/>
                <a:gd name="csX60" fmla="*/ 1274123 w 1530488"/>
                <a:gd name="csY60" fmla="*/ 857480 h 981714"/>
                <a:gd name="csX61" fmla="*/ 1290788 w 1530488"/>
                <a:gd name="csY61" fmla="*/ 847629 h 981714"/>
                <a:gd name="csX62" fmla="*/ 1297791 w 1530488"/>
                <a:gd name="csY62" fmla="*/ 843351 h 981714"/>
                <a:gd name="csX63" fmla="*/ 1314779 w 1530488"/>
                <a:gd name="csY63" fmla="*/ 832450 h 981714"/>
                <a:gd name="csX64" fmla="*/ 1321458 w 1530488"/>
                <a:gd name="csY64" fmla="*/ 827960 h 981714"/>
                <a:gd name="csX65" fmla="*/ 1336805 w 1530488"/>
                <a:gd name="csY65" fmla="*/ 817271 h 981714"/>
                <a:gd name="csX66" fmla="*/ 1345126 w 1530488"/>
                <a:gd name="csY66" fmla="*/ 811128 h 981714"/>
                <a:gd name="csX67" fmla="*/ 1357077 w 1530488"/>
                <a:gd name="csY67" fmla="*/ 802088 h 981714"/>
                <a:gd name="csX68" fmla="*/ 1368793 w 1530488"/>
                <a:gd name="csY68" fmla="*/ 792577 h 981714"/>
                <a:gd name="csX69" fmla="*/ 1375695 w 1530488"/>
                <a:gd name="csY69" fmla="*/ 786906 h 981714"/>
                <a:gd name="csX70" fmla="*/ 1392472 w 1530488"/>
                <a:gd name="csY70" fmla="*/ 771939 h 981714"/>
                <a:gd name="csX71" fmla="*/ 1392706 w 1530488"/>
                <a:gd name="csY71" fmla="*/ 771723 h 981714"/>
                <a:gd name="csX72" fmla="*/ 1408790 w 1530488"/>
                <a:gd name="csY72" fmla="*/ 756541 h 981714"/>
                <a:gd name="csX73" fmla="*/ 1416139 w 1530488"/>
                <a:gd name="csY73" fmla="*/ 748884 h 981714"/>
                <a:gd name="csX74" fmla="*/ 1423432 w 1530488"/>
                <a:gd name="csY74" fmla="*/ 741360 h 981714"/>
                <a:gd name="csX75" fmla="*/ 1436813 w 1530488"/>
                <a:gd name="csY75" fmla="*/ 726178 h 981714"/>
                <a:gd name="csX76" fmla="*/ 1439806 w 1530488"/>
                <a:gd name="csY76" fmla="*/ 722488 h 981714"/>
                <a:gd name="csX77" fmla="*/ 1449367 w 1530488"/>
                <a:gd name="csY77" fmla="*/ 710996 h 981714"/>
                <a:gd name="csX78" fmla="*/ 1460592 w 1530488"/>
                <a:gd name="csY78" fmla="*/ 695813 h 981714"/>
                <a:gd name="csX79" fmla="*/ 1463474 w 1530488"/>
                <a:gd name="csY79" fmla="*/ 691537 h 981714"/>
                <a:gd name="csX80" fmla="*/ 1471125 w 1530488"/>
                <a:gd name="csY80" fmla="*/ 680631 h 981714"/>
                <a:gd name="csX81" fmla="*/ 1480574 w 1530488"/>
                <a:gd name="csY81" fmla="*/ 665449 h 981714"/>
                <a:gd name="csX82" fmla="*/ 1487141 w 1530488"/>
                <a:gd name="csY82" fmla="*/ 653448 h 981714"/>
                <a:gd name="csX83" fmla="*/ 1488984 w 1530488"/>
                <a:gd name="csY83" fmla="*/ 650267 h 981714"/>
                <a:gd name="csX84" fmla="*/ 1496903 w 1530488"/>
                <a:gd name="csY84" fmla="*/ 635085 h 981714"/>
                <a:gd name="csX85" fmla="*/ 1503738 w 1530488"/>
                <a:gd name="csY85" fmla="*/ 619904 h 981714"/>
                <a:gd name="csX86" fmla="*/ 1509569 w 1530488"/>
                <a:gd name="csY86" fmla="*/ 604721 h 981714"/>
                <a:gd name="csX87" fmla="*/ 1510809 w 1530488"/>
                <a:gd name="csY87" fmla="*/ 600990 h 981714"/>
                <a:gd name="csX88" fmla="*/ 1514941 w 1530488"/>
                <a:gd name="csY88" fmla="*/ 589539 h 981714"/>
                <a:gd name="csX89" fmla="*/ 1519543 w 1530488"/>
                <a:gd name="csY89" fmla="*/ 574357 h 981714"/>
                <a:gd name="csX90" fmla="*/ 1523273 w 1530488"/>
                <a:gd name="csY90" fmla="*/ 559175 h 981714"/>
                <a:gd name="csX91" fmla="*/ 1526200 w 1530488"/>
                <a:gd name="csY91" fmla="*/ 543993 h 981714"/>
                <a:gd name="csX92" fmla="*/ 1528355 w 1530488"/>
                <a:gd name="csY92" fmla="*/ 528810 h 981714"/>
                <a:gd name="csX93" fmla="*/ 1529774 w 1530488"/>
                <a:gd name="csY93" fmla="*/ 513628 h 981714"/>
                <a:gd name="csX94" fmla="*/ 1530489 w 1530488"/>
                <a:gd name="csY94" fmla="*/ 498446 h 981714"/>
                <a:gd name="csX95" fmla="*/ 1530489 w 1530488"/>
                <a:gd name="csY95" fmla="*/ 483265 h 981714"/>
                <a:gd name="csX96" fmla="*/ 1529774 w 1530488"/>
                <a:gd name="csY96" fmla="*/ 468083 h 981714"/>
                <a:gd name="csX97" fmla="*/ 1528355 w 1530488"/>
                <a:gd name="csY97" fmla="*/ 452900 h 981714"/>
                <a:gd name="csX98" fmla="*/ 1526200 w 1530488"/>
                <a:gd name="csY98" fmla="*/ 437718 h 981714"/>
                <a:gd name="csX99" fmla="*/ 1523273 w 1530488"/>
                <a:gd name="csY99" fmla="*/ 422536 h 981714"/>
                <a:gd name="csX100" fmla="*/ 1519543 w 1530488"/>
                <a:gd name="csY100" fmla="*/ 407354 h 981714"/>
                <a:gd name="csX101" fmla="*/ 1514941 w 1530488"/>
                <a:gd name="csY101" fmla="*/ 392172 h 981714"/>
                <a:gd name="csX102" fmla="*/ 1510809 w 1530488"/>
                <a:gd name="csY102" fmla="*/ 380721 h 981714"/>
                <a:gd name="csX103" fmla="*/ 1509569 w 1530488"/>
                <a:gd name="csY103" fmla="*/ 376989 h 981714"/>
                <a:gd name="csX104" fmla="*/ 1503738 w 1530488"/>
                <a:gd name="csY104" fmla="*/ 361807 h 981714"/>
                <a:gd name="csX105" fmla="*/ 1496903 w 1530488"/>
                <a:gd name="csY105" fmla="*/ 346626 h 981714"/>
                <a:gd name="csX106" fmla="*/ 1488984 w 1530488"/>
                <a:gd name="csY106" fmla="*/ 331444 h 981714"/>
                <a:gd name="csX107" fmla="*/ 1487141 w 1530488"/>
                <a:gd name="csY107" fmla="*/ 328263 h 981714"/>
                <a:gd name="csX108" fmla="*/ 1480574 w 1530488"/>
                <a:gd name="csY108" fmla="*/ 316262 h 981714"/>
                <a:gd name="csX109" fmla="*/ 1471125 w 1530488"/>
                <a:gd name="csY109" fmla="*/ 301080 h 981714"/>
                <a:gd name="csX110" fmla="*/ 1463474 w 1530488"/>
                <a:gd name="csY110" fmla="*/ 290174 h 981714"/>
                <a:gd name="csX111" fmla="*/ 1460592 w 1530488"/>
                <a:gd name="csY111" fmla="*/ 285897 h 981714"/>
                <a:gd name="csX112" fmla="*/ 1449367 w 1530488"/>
                <a:gd name="csY112" fmla="*/ 270715 h 981714"/>
                <a:gd name="csX113" fmla="*/ 1439806 w 1530488"/>
                <a:gd name="csY113" fmla="*/ 259222 h 981714"/>
                <a:gd name="csX114" fmla="*/ 1436813 w 1530488"/>
                <a:gd name="csY114" fmla="*/ 255533 h 981714"/>
                <a:gd name="csX115" fmla="*/ 1423432 w 1530488"/>
                <a:gd name="csY115" fmla="*/ 240351 h 981714"/>
                <a:gd name="csX116" fmla="*/ 1416139 w 1530488"/>
                <a:gd name="csY116" fmla="*/ 232827 h 981714"/>
                <a:gd name="csX117" fmla="*/ 1408790 w 1530488"/>
                <a:gd name="csY117" fmla="*/ 225169 h 981714"/>
                <a:gd name="csX118" fmla="*/ 1392706 w 1530488"/>
                <a:gd name="csY118" fmla="*/ 209987 h 981714"/>
                <a:gd name="csX119" fmla="*/ 1392472 w 1530488"/>
                <a:gd name="csY119" fmla="*/ 209771 h 981714"/>
                <a:gd name="csX120" fmla="*/ 1375695 w 1530488"/>
                <a:gd name="csY120" fmla="*/ 194805 h 981714"/>
                <a:gd name="csX121" fmla="*/ 1368793 w 1530488"/>
                <a:gd name="csY121" fmla="*/ 189132 h 981714"/>
                <a:gd name="csX122" fmla="*/ 1357077 w 1530488"/>
                <a:gd name="csY122" fmla="*/ 179623 h 981714"/>
                <a:gd name="csX123" fmla="*/ 1345126 w 1530488"/>
                <a:gd name="csY123" fmla="*/ 170583 h 981714"/>
                <a:gd name="csX124" fmla="*/ 1336805 w 1530488"/>
                <a:gd name="csY124" fmla="*/ 164441 h 981714"/>
                <a:gd name="csX125" fmla="*/ 1321458 w 1530488"/>
                <a:gd name="csY125" fmla="*/ 153749 h 981714"/>
                <a:gd name="csX126" fmla="*/ 1314779 w 1530488"/>
                <a:gd name="csY126" fmla="*/ 149259 h 981714"/>
                <a:gd name="csX127" fmla="*/ 1297791 w 1530488"/>
                <a:gd name="csY127" fmla="*/ 138362 h 981714"/>
                <a:gd name="csX128" fmla="*/ 1290788 w 1530488"/>
                <a:gd name="csY128" fmla="*/ 134076 h 981714"/>
                <a:gd name="csX129" fmla="*/ 1274123 w 1530488"/>
                <a:gd name="csY129" fmla="*/ 124232 h 981714"/>
                <a:gd name="csX130" fmla="*/ 1264551 w 1530488"/>
                <a:gd name="csY130" fmla="*/ 118894 h 981714"/>
                <a:gd name="csX131" fmla="*/ 1250456 w 1530488"/>
                <a:gd name="csY131" fmla="*/ 111232 h 981714"/>
                <a:gd name="csX132" fmla="*/ 1235623 w 1530488"/>
                <a:gd name="csY132" fmla="*/ 103712 h 981714"/>
                <a:gd name="csX133" fmla="*/ 1226789 w 1530488"/>
                <a:gd name="csY133" fmla="*/ 99290 h 981714"/>
                <a:gd name="csX134" fmla="*/ 1203456 w 1530488"/>
                <a:gd name="csY134" fmla="*/ 88530 h 981714"/>
                <a:gd name="csX135" fmla="*/ 1203121 w 1530488"/>
                <a:gd name="csY135" fmla="*/ 88376 h 981714"/>
                <a:gd name="csX136" fmla="*/ 1179443 w 1530488"/>
                <a:gd name="csY136" fmla="*/ 78059 h 981714"/>
                <a:gd name="csX137" fmla="*/ 1167503 w 1530488"/>
                <a:gd name="csY137" fmla="*/ 73349 h 981714"/>
                <a:gd name="csX138" fmla="*/ 1155775 w 1530488"/>
                <a:gd name="csY138" fmla="*/ 68666 h 981714"/>
                <a:gd name="csX139" fmla="*/ 1132108 w 1530488"/>
                <a:gd name="csY139" fmla="*/ 60083 h 981714"/>
                <a:gd name="csX140" fmla="*/ 1126356 w 1530488"/>
                <a:gd name="csY140" fmla="*/ 58167 h 981714"/>
                <a:gd name="csX141" fmla="*/ 1108441 w 1530488"/>
                <a:gd name="csY141" fmla="*/ 52031 h 981714"/>
                <a:gd name="csX142" fmla="*/ 1084773 w 1530488"/>
                <a:gd name="csY142" fmla="*/ 44831 h 981714"/>
                <a:gd name="csX143" fmla="*/ 1078105 w 1530488"/>
                <a:gd name="csY143" fmla="*/ 42984 h 981714"/>
                <a:gd name="csX144" fmla="*/ 1061106 w 1530488"/>
                <a:gd name="csY144" fmla="*/ 38073 h 981714"/>
                <a:gd name="csX145" fmla="*/ 1037438 w 1530488"/>
                <a:gd name="csY145" fmla="*/ 32012 h 981714"/>
                <a:gd name="csX146" fmla="*/ 1018719 w 1530488"/>
                <a:gd name="csY146" fmla="*/ 27802 h 981714"/>
                <a:gd name="csX147" fmla="*/ 1013771 w 1530488"/>
                <a:gd name="csY147" fmla="*/ 26622 h 981714"/>
                <a:gd name="csX148" fmla="*/ 990092 w 1530488"/>
                <a:gd name="csY148" fmla="*/ 21539 h 981714"/>
                <a:gd name="csX149" fmla="*/ 966425 w 1530488"/>
                <a:gd name="csY149" fmla="*/ 17160 h 981714"/>
                <a:gd name="csX150" fmla="*/ 942758 w 1530488"/>
                <a:gd name="csY150" fmla="*/ 13416 h 981714"/>
                <a:gd name="csX151" fmla="*/ 936938 w 1530488"/>
                <a:gd name="csY151" fmla="*/ 12620 h 981714"/>
                <a:gd name="csX152" fmla="*/ 919090 w 1530488"/>
                <a:gd name="csY152" fmla="*/ 9970 h 981714"/>
                <a:gd name="csX153" fmla="*/ 895423 w 1530488"/>
                <a:gd name="csY153" fmla="*/ 7022 h 981714"/>
                <a:gd name="csX154" fmla="*/ 871755 w 1530488"/>
                <a:gd name="csY154" fmla="*/ 4627 h 981714"/>
                <a:gd name="csX155" fmla="*/ 848088 w 1530488"/>
                <a:gd name="csY155" fmla="*/ 2751 h 981714"/>
                <a:gd name="csX156" fmla="*/ 824409 w 1530488"/>
                <a:gd name="csY156" fmla="*/ 1366 h 981714"/>
                <a:gd name="csX157" fmla="*/ 800742 w 1530488"/>
                <a:gd name="csY157" fmla="*/ 453 h 981714"/>
                <a:gd name="csX158" fmla="*/ 777075 w 1530488"/>
                <a:gd name="csY158" fmla="*/ 0 h 981714"/>
                <a:gd name="csX159" fmla="*/ 753407 w 1530488"/>
                <a:gd name="csY159" fmla="*/ 0 h 981714"/>
                <a:gd name="csX160" fmla="*/ 729740 w 1530488"/>
                <a:gd name="csY160" fmla="*/ 453 h 981714"/>
                <a:gd name="csX161" fmla="*/ 706073 w 1530488"/>
                <a:gd name="csY161" fmla="*/ 1366 h 981714"/>
                <a:gd name="csX162" fmla="*/ 682405 w 1530488"/>
                <a:gd name="csY162" fmla="*/ 2751 h 981714"/>
                <a:gd name="csX163" fmla="*/ 658738 w 1530488"/>
                <a:gd name="csY163" fmla="*/ 4627 h 981714"/>
                <a:gd name="csX164" fmla="*/ 635059 w 1530488"/>
                <a:gd name="csY164" fmla="*/ 7022 h 981714"/>
                <a:gd name="csX165" fmla="*/ 611392 w 1530488"/>
                <a:gd name="csY165" fmla="*/ 9970 h 981714"/>
                <a:gd name="csX166" fmla="*/ 593543 w 1530488"/>
                <a:gd name="csY166" fmla="*/ 12620 h 981714"/>
                <a:gd name="csX167" fmla="*/ 587724 w 1530488"/>
                <a:gd name="csY167" fmla="*/ 13416 h 981714"/>
                <a:gd name="csX168" fmla="*/ 564057 w 1530488"/>
                <a:gd name="csY168" fmla="*/ 17160 h 981714"/>
                <a:gd name="csX169" fmla="*/ 540389 w 1530488"/>
                <a:gd name="csY169" fmla="*/ 21539 h 981714"/>
                <a:gd name="csX170" fmla="*/ 516722 w 1530488"/>
                <a:gd name="csY170" fmla="*/ 26622 h 981714"/>
                <a:gd name="csX171" fmla="*/ 511763 w 1530488"/>
                <a:gd name="csY171" fmla="*/ 27802 h 981714"/>
                <a:gd name="csX172" fmla="*/ 493055 w 1530488"/>
                <a:gd name="csY172" fmla="*/ 32012 h 981714"/>
                <a:gd name="csX173" fmla="*/ 469387 w 1530488"/>
                <a:gd name="csY173" fmla="*/ 38073 h 981714"/>
                <a:gd name="csX174" fmla="*/ 452377 w 1530488"/>
                <a:gd name="csY174" fmla="*/ 42984 h 981714"/>
                <a:gd name="csX175" fmla="*/ 445709 w 1530488"/>
                <a:gd name="csY175" fmla="*/ 44831 h 981714"/>
                <a:gd name="csX176" fmla="*/ 422045 w 1530488"/>
                <a:gd name="csY176" fmla="*/ 52031 h 981714"/>
                <a:gd name="csX177" fmla="*/ 404127 w 1530488"/>
                <a:gd name="csY177" fmla="*/ 58167 h 981714"/>
                <a:gd name="csX178" fmla="*/ 398375 w 1530488"/>
                <a:gd name="csY178" fmla="*/ 60083 h 981714"/>
                <a:gd name="csX179" fmla="*/ 374707 w 1530488"/>
                <a:gd name="csY179" fmla="*/ 68666 h 981714"/>
                <a:gd name="csX180" fmla="*/ 362977 w 1530488"/>
                <a:gd name="csY180" fmla="*/ 73349 h 981714"/>
                <a:gd name="csX181" fmla="*/ 351038 w 1530488"/>
                <a:gd name="csY181" fmla="*/ 78059 h 981714"/>
                <a:gd name="csX182" fmla="*/ 327368 w 1530488"/>
                <a:gd name="csY182" fmla="*/ 88376 h 981714"/>
                <a:gd name="csX183" fmla="*/ 327032 w 1530488"/>
                <a:gd name="csY183" fmla="*/ 88530 h 981714"/>
                <a:gd name="csX184" fmla="*/ 303700 w 1530488"/>
                <a:gd name="csY184" fmla="*/ 99290 h 981714"/>
                <a:gd name="csX185" fmla="*/ 294857 w 1530488"/>
                <a:gd name="csY185" fmla="*/ 103712 h 981714"/>
                <a:gd name="csX186" fmla="*/ 280031 w 1530488"/>
                <a:gd name="csY186" fmla="*/ 111232 h 981714"/>
                <a:gd name="csX187" fmla="*/ 265938 w 1530488"/>
                <a:gd name="csY187" fmla="*/ 118894 h 981714"/>
                <a:gd name="csX188" fmla="*/ 256362 w 1530488"/>
                <a:gd name="csY188" fmla="*/ 124232 h 981714"/>
                <a:gd name="csX189" fmla="*/ 239694 w 1530488"/>
                <a:gd name="csY189" fmla="*/ 134076 h 981714"/>
                <a:gd name="csX190" fmla="*/ 232693 w 1530488"/>
                <a:gd name="csY190" fmla="*/ 138362 h 981714"/>
                <a:gd name="csX191" fmla="*/ 215705 w 1530488"/>
                <a:gd name="csY191" fmla="*/ 149259 h 981714"/>
                <a:gd name="csX192" fmla="*/ 209025 w 1530488"/>
                <a:gd name="csY192" fmla="*/ 153749 h 981714"/>
                <a:gd name="csX193" fmla="*/ 193676 w 1530488"/>
                <a:gd name="csY193" fmla="*/ 164441 h 981714"/>
                <a:gd name="csX194" fmla="*/ 185355 w 1530488"/>
                <a:gd name="csY194" fmla="*/ 170583 h 981714"/>
                <a:gd name="csX195" fmla="*/ 173410 w 1530488"/>
                <a:gd name="csY195" fmla="*/ 179623 h 981714"/>
                <a:gd name="csX196" fmla="*/ 161687 w 1530488"/>
                <a:gd name="csY196" fmla="*/ 189132 h 981714"/>
                <a:gd name="csX197" fmla="*/ 154792 w 1530488"/>
                <a:gd name="csY197" fmla="*/ 194805 h 981714"/>
                <a:gd name="csX198" fmla="*/ 138018 w 1530488"/>
                <a:gd name="csY198" fmla="*/ 209771 h 981714"/>
                <a:gd name="csX199" fmla="*/ 137777 w 1530488"/>
                <a:gd name="csY199" fmla="*/ 209987 h 981714"/>
                <a:gd name="csX200" fmla="*/ 121693 w 1530488"/>
                <a:gd name="csY200" fmla="*/ 225169 h 981714"/>
                <a:gd name="csX201" fmla="*/ 114350 w 1530488"/>
                <a:gd name="csY201" fmla="*/ 232827 h 981714"/>
                <a:gd name="csX202" fmla="*/ 107048 w 1530488"/>
                <a:gd name="csY202" fmla="*/ 240351 h 981714"/>
                <a:gd name="csX203" fmla="*/ 93670 w 1530488"/>
                <a:gd name="csY203" fmla="*/ 255533 h 981714"/>
                <a:gd name="csX204" fmla="*/ 90680 w 1530488"/>
                <a:gd name="csY204" fmla="*/ 259222 h 981714"/>
                <a:gd name="csX205" fmla="*/ 81116 w 1530488"/>
                <a:gd name="csY205" fmla="*/ 270715 h 981714"/>
                <a:gd name="csX206" fmla="*/ 69891 w 1530488"/>
                <a:gd name="csY206" fmla="*/ 285897 h 981714"/>
                <a:gd name="csX207" fmla="*/ 67011 w 1530488"/>
                <a:gd name="csY207" fmla="*/ 290174 h 981714"/>
                <a:gd name="csX208" fmla="*/ 59356 w 1530488"/>
                <a:gd name="csY208" fmla="*/ 301080 h 981714"/>
                <a:gd name="csX209" fmla="*/ 49906 w 1530488"/>
                <a:gd name="csY209" fmla="*/ 316262 h 981714"/>
                <a:gd name="csX210" fmla="*/ 43343 w 1530488"/>
                <a:gd name="csY210" fmla="*/ 328263 h 981714"/>
                <a:gd name="csX211" fmla="*/ 41502 w 1530488"/>
                <a:gd name="csY211" fmla="*/ 331444 h 981714"/>
                <a:gd name="csX212" fmla="*/ 33579 w 1530488"/>
                <a:gd name="csY212" fmla="*/ 346626 h 981714"/>
                <a:gd name="csX213" fmla="*/ 26751 w 1530488"/>
                <a:gd name="csY213" fmla="*/ 361807 h 981714"/>
                <a:gd name="csX214" fmla="*/ 20915 w 1530488"/>
                <a:gd name="csY214" fmla="*/ 376989 h 981714"/>
                <a:gd name="csX215" fmla="*/ 19673 w 1530488"/>
                <a:gd name="csY215" fmla="*/ 380721 h 981714"/>
                <a:gd name="csX216" fmla="*/ 15542 w 1530488"/>
                <a:gd name="csY216" fmla="*/ 392172 h 981714"/>
                <a:gd name="csX217" fmla="*/ 10947 w 1530488"/>
                <a:gd name="csY217" fmla="*/ 407354 h 981714"/>
                <a:gd name="csX218" fmla="*/ 7214 w 1530488"/>
                <a:gd name="csY218" fmla="*/ 422536 h 981714"/>
                <a:gd name="csX219" fmla="*/ 4288 w 1530488"/>
                <a:gd name="csY219" fmla="*/ 437718 h 981714"/>
                <a:gd name="csX220" fmla="*/ 2129 w 1530488"/>
                <a:gd name="csY220" fmla="*/ 452900 h 981714"/>
                <a:gd name="csX221" fmla="*/ 706 w 1530488"/>
                <a:gd name="csY221" fmla="*/ 468083 h 981714"/>
                <a:gd name="csX222" fmla="*/ 0 w 1530488"/>
                <a:gd name="csY222" fmla="*/ 483265 h 981714"/>
                <a:gd name="csX223" fmla="*/ 0 w 1530488"/>
                <a:gd name="csY223" fmla="*/ 498446 h 981714"/>
                <a:gd name="csX224" fmla="*/ 706 w 1530488"/>
                <a:gd name="csY224" fmla="*/ 513628 h 981714"/>
                <a:gd name="csX225" fmla="*/ 2129 w 1530488"/>
                <a:gd name="csY225" fmla="*/ 528810 h 981714"/>
                <a:gd name="csX226" fmla="*/ 4288 w 1530488"/>
                <a:gd name="csY226" fmla="*/ 543993 h 981714"/>
                <a:gd name="csX227" fmla="*/ 7214 w 1530488"/>
                <a:gd name="csY227" fmla="*/ 559175 h 981714"/>
                <a:gd name="csX228" fmla="*/ 10947 w 1530488"/>
                <a:gd name="csY228" fmla="*/ 574357 h 981714"/>
                <a:gd name="csX229" fmla="*/ 15542 w 1530488"/>
                <a:gd name="csY229" fmla="*/ 589539 h 981714"/>
                <a:gd name="csX230" fmla="*/ 19673 w 1530488"/>
                <a:gd name="csY230" fmla="*/ 600990 h 981714"/>
                <a:gd name="csX231" fmla="*/ 20915 w 1530488"/>
                <a:gd name="csY231" fmla="*/ 604721 h 981714"/>
                <a:gd name="csX232" fmla="*/ 26751 w 1530488"/>
                <a:gd name="csY232" fmla="*/ 619904 h 981714"/>
                <a:gd name="csX233" fmla="*/ 33579 w 1530488"/>
                <a:gd name="csY233" fmla="*/ 635085 h 981714"/>
                <a:gd name="csX234" fmla="*/ 41502 w 1530488"/>
                <a:gd name="csY234" fmla="*/ 650267 h 981714"/>
                <a:gd name="csX235" fmla="*/ 43343 w 1530488"/>
                <a:gd name="csY235" fmla="*/ 653448 h 981714"/>
                <a:gd name="csX236" fmla="*/ 49906 w 1530488"/>
                <a:gd name="csY236" fmla="*/ 665449 h 981714"/>
                <a:gd name="csX237" fmla="*/ 59356 w 1530488"/>
                <a:gd name="csY237" fmla="*/ 680631 h 981714"/>
                <a:gd name="csX238" fmla="*/ 67011 w 1530488"/>
                <a:gd name="csY238" fmla="*/ 691537 h 981714"/>
                <a:gd name="csX239" fmla="*/ 69891 w 1530488"/>
                <a:gd name="csY239" fmla="*/ 695813 h 981714"/>
                <a:gd name="csX240" fmla="*/ 81116 w 1530488"/>
                <a:gd name="csY240" fmla="*/ 710996 h 981714"/>
                <a:gd name="csX241" fmla="*/ 90680 w 1530488"/>
                <a:gd name="csY241" fmla="*/ 722488 h 981714"/>
                <a:gd name="csX242" fmla="*/ 93670 w 1530488"/>
                <a:gd name="csY242" fmla="*/ 726178 h 981714"/>
                <a:gd name="csX243" fmla="*/ 107048 w 1530488"/>
                <a:gd name="csY243" fmla="*/ 741360 h 981714"/>
                <a:gd name="csX244" fmla="*/ 114350 w 1530488"/>
                <a:gd name="csY244" fmla="*/ 748884 h 981714"/>
                <a:gd name="csX245" fmla="*/ 121693 w 1530488"/>
                <a:gd name="csY245" fmla="*/ 756541 h 981714"/>
                <a:gd name="csX246" fmla="*/ 137777 w 1530488"/>
                <a:gd name="csY246" fmla="*/ 771723 h 981714"/>
                <a:gd name="csX247" fmla="*/ 138018 w 1530488"/>
                <a:gd name="csY247" fmla="*/ 771939 h 981714"/>
                <a:gd name="csX248" fmla="*/ 154792 w 1530488"/>
                <a:gd name="csY248" fmla="*/ 786906 h 981714"/>
                <a:gd name="csX249" fmla="*/ 161687 w 1530488"/>
                <a:gd name="csY249" fmla="*/ 792577 h 981714"/>
                <a:gd name="csX250" fmla="*/ 173410 w 1530488"/>
                <a:gd name="csY250" fmla="*/ 802088 h 981714"/>
                <a:gd name="csX251" fmla="*/ 185355 w 1530488"/>
                <a:gd name="csY251" fmla="*/ 811128 h 981714"/>
                <a:gd name="csX252" fmla="*/ 193676 w 1530488"/>
                <a:gd name="csY252" fmla="*/ 817271 h 981714"/>
                <a:gd name="csX253" fmla="*/ 209025 w 1530488"/>
                <a:gd name="csY253" fmla="*/ 827960 h 981714"/>
                <a:gd name="csX254" fmla="*/ 215705 w 1530488"/>
                <a:gd name="csY254" fmla="*/ 832450 h 981714"/>
                <a:gd name="csX255" fmla="*/ 232693 w 1530488"/>
                <a:gd name="csY255" fmla="*/ 843351 h 981714"/>
                <a:gd name="csX256" fmla="*/ 239694 w 1530488"/>
                <a:gd name="csY256" fmla="*/ 847629 h 981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</a:cxnLst>
              <a:rect l="l" t="t" r="r" b="b"/>
              <a:pathLst>
                <a:path w="1530488" h="981714">
                  <a:moveTo>
                    <a:pt x="239694" y="847629"/>
                  </a:moveTo>
                  <a:lnTo>
                    <a:pt x="256362" y="857480"/>
                  </a:lnTo>
                  <a:lnTo>
                    <a:pt x="265938" y="862819"/>
                  </a:lnTo>
                  <a:lnTo>
                    <a:pt x="280031" y="870481"/>
                  </a:lnTo>
                  <a:lnTo>
                    <a:pt x="294857" y="877998"/>
                  </a:lnTo>
                  <a:lnTo>
                    <a:pt x="303700" y="882421"/>
                  </a:lnTo>
                  <a:lnTo>
                    <a:pt x="327032" y="893177"/>
                  </a:lnTo>
                  <a:lnTo>
                    <a:pt x="327368" y="893333"/>
                  </a:lnTo>
                  <a:lnTo>
                    <a:pt x="351038" y="903653"/>
                  </a:lnTo>
                  <a:lnTo>
                    <a:pt x="362977" y="908367"/>
                  </a:lnTo>
                  <a:lnTo>
                    <a:pt x="374707" y="913046"/>
                  </a:lnTo>
                  <a:lnTo>
                    <a:pt x="398375" y="921624"/>
                  </a:lnTo>
                  <a:lnTo>
                    <a:pt x="404127" y="923545"/>
                  </a:lnTo>
                  <a:lnTo>
                    <a:pt x="422045" y="929677"/>
                  </a:lnTo>
                  <a:lnTo>
                    <a:pt x="445709" y="936881"/>
                  </a:lnTo>
                  <a:lnTo>
                    <a:pt x="452377" y="938724"/>
                  </a:lnTo>
                  <a:lnTo>
                    <a:pt x="469387" y="943639"/>
                  </a:lnTo>
                  <a:lnTo>
                    <a:pt x="493055" y="949703"/>
                  </a:lnTo>
                  <a:lnTo>
                    <a:pt x="511763" y="953914"/>
                  </a:lnTo>
                  <a:lnTo>
                    <a:pt x="516722" y="955087"/>
                  </a:lnTo>
                  <a:lnTo>
                    <a:pt x="540389" y="960169"/>
                  </a:lnTo>
                  <a:lnTo>
                    <a:pt x="564057" y="964547"/>
                  </a:lnTo>
                  <a:lnTo>
                    <a:pt x="587724" y="968289"/>
                  </a:lnTo>
                  <a:lnTo>
                    <a:pt x="593543" y="969093"/>
                  </a:lnTo>
                  <a:lnTo>
                    <a:pt x="611392" y="971740"/>
                  </a:lnTo>
                  <a:lnTo>
                    <a:pt x="635059" y="974689"/>
                  </a:lnTo>
                  <a:lnTo>
                    <a:pt x="658738" y="977079"/>
                  </a:lnTo>
                  <a:lnTo>
                    <a:pt x="682405" y="978955"/>
                  </a:lnTo>
                  <a:lnTo>
                    <a:pt x="706073" y="980340"/>
                  </a:lnTo>
                  <a:lnTo>
                    <a:pt x="729740" y="981256"/>
                  </a:lnTo>
                  <a:lnTo>
                    <a:pt x="753407" y="981714"/>
                  </a:lnTo>
                  <a:lnTo>
                    <a:pt x="777075" y="981714"/>
                  </a:lnTo>
                  <a:lnTo>
                    <a:pt x="800742" y="981256"/>
                  </a:lnTo>
                  <a:lnTo>
                    <a:pt x="824409" y="980340"/>
                  </a:lnTo>
                  <a:lnTo>
                    <a:pt x="848088" y="978955"/>
                  </a:lnTo>
                  <a:lnTo>
                    <a:pt x="871755" y="977079"/>
                  </a:lnTo>
                  <a:lnTo>
                    <a:pt x="895423" y="974689"/>
                  </a:lnTo>
                  <a:lnTo>
                    <a:pt x="919090" y="971740"/>
                  </a:lnTo>
                  <a:lnTo>
                    <a:pt x="936938" y="969093"/>
                  </a:lnTo>
                  <a:lnTo>
                    <a:pt x="942758" y="968289"/>
                  </a:lnTo>
                  <a:lnTo>
                    <a:pt x="966425" y="964547"/>
                  </a:lnTo>
                  <a:lnTo>
                    <a:pt x="990092" y="960169"/>
                  </a:lnTo>
                  <a:lnTo>
                    <a:pt x="1013771" y="955087"/>
                  </a:lnTo>
                  <a:lnTo>
                    <a:pt x="1018719" y="953914"/>
                  </a:lnTo>
                  <a:lnTo>
                    <a:pt x="1037438" y="949703"/>
                  </a:lnTo>
                  <a:lnTo>
                    <a:pt x="1061106" y="943639"/>
                  </a:lnTo>
                  <a:lnTo>
                    <a:pt x="1078105" y="938724"/>
                  </a:lnTo>
                  <a:lnTo>
                    <a:pt x="1084773" y="936881"/>
                  </a:lnTo>
                  <a:lnTo>
                    <a:pt x="1108441" y="929677"/>
                  </a:lnTo>
                  <a:lnTo>
                    <a:pt x="1126356" y="923545"/>
                  </a:lnTo>
                  <a:lnTo>
                    <a:pt x="1132108" y="921624"/>
                  </a:lnTo>
                  <a:lnTo>
                    <a:pt x="1155775" y="913046"/>
                  </a:lnTo>
                  <a:lnTo>
                    <a:pt x="1167503" y="908367"/>
                  </a:lnTo>
                  <a:lnTo>
                    <a:pt x="1179443" y="903653"/>
                  </a:lnTo>
                  <a:lnTo>
                    <a:pt x="1203121" y="893333"/>
                  </a:lnTo>
                  <a:lnTo>
                    <a:pt x="1203456" y="893177"/>
                  </a:lnTo>
                  <a:lnTo>
                    <a:pt x="1226789" y="882421"/>
                  </a:lnTo>
                  <a:lnTo>
                    <a:pt x="1235623" y="877998"/>
                  </a:lnTo>
                  <a:lnTo>
                    <a:pt x="1250456" y="870481"/>
                  </a:lnTo>
                  <a:lnTo>
                    <a:pt x="1264551" y="862819"/>
                  </a:lnTo>
                  <a:lnTo>
                    <a:pt x="1274123" y="857480"/>
                  </a:lnTo>
                  <a:lnTo>
                    <a:pt x="1290788" y="847629"/>
                  </a:lnTo>
                  <a:lnTo>
                    <a:pt x="1297791" y="843351"/>
                  </a:lnTo>
                  <a:lnTo>
                    <a:pt x="1314779" y="832450"/>
                  </a:lnTo>
                  <a:lnTo>
                    <a:pt x="1321458" y="827960"/>
                  </a:lnTo>
                  <a:lnTo>
                    <a:pt x="1336805" y="817271"/>
                  </a:lnTo>
                  <a:lnTo>
                    <a:pt x="1345126" y="811128"/>
                  </a:lnTo>
                  <a:lnTo>
                    <a:pt x="1357077" y="802088"/>
                  </a:lnTo>
                  <a:lnTo>
                    <a:pt x="1368793" y="792577"/>
                  </a:lnTo>
                  <a:lnTo>
                    <a:pt x="1375695" y="786906"/>
                  </a:lnTo>
                  <a:lnTo>
                    <a:pt x="1392472" y="771939"/>
                  </a:lnTo>
                  <a:lnTo>
                    <a:pt x="1392706" y="771723"/>
                  </a:lnTo>
                  <a:lnTo>
                    <a:pt x="1408790" y="756541"/>
                  </a:lnTo>
                  <a:lnTo>
                    <a:pt x="1416139" y="748884"/>
                  </a:lnTo>
                  <a:lnTo>
                    <a:pt x="1423432" y="741360"/>
                  </a:lnTo>
                  <a:lnTo>
                    <a:pt x="1436813" y="726178"/>
                  </a:lnTo>
                  <a:lnTo>
                    <a:pt x="1439806" y="722488"/>
                  </a:lnTo>
                  <a:lnTo>
                    <a:pt x="1449367" y="710996"/>
                  </a:lnTo>
                  <a:lnTo>
                    <a:pt x="1460592" y="695813"/>
                  </a:lnTo>
                  <a:lnTo>
                    <a:pt x="1463474" y="691537"/>
                  </a:lnTo>
                  <a:lnTo>
                    <a:pt x="1471125" y="680631"/>
                  </a:lnTo>
                  <a:lnTo>
                    <a:pt x="1480574" y="665449"/>
                  </a:lnTo>
                  <a:lnTo>
                    <a:pt x="1487141" y="653448"/>
                  </a:lnTo>
                  <a:lnTo>
                    <a:pt x="1488984" y="650267"/>
                  </a:lnTo>
                  <a:lnTo>
                    <a:pt x="1496903" y="635085"/>
                  </a:lnTo>
                  <a:lnTo>
                    <a:pt x="1503738" y="619904"/>
                  </a:lnTo>
                  <a:lnTo>
                    <a:pt x="1509569" y="604721"/>
                  </a:lnTo>
                  <a:lnTo>
                    <a:pt x="1510809" y="600990"/>
                  </a:lnTo>
                  <a:lnTo>
                    <a:pt x="1514941" y="589539"/>
                  </a:lnTo>
                  <a:lnTo>
                    <a:pt x="1519543" y="574357"/>
                  </a:lnTo>
                  <a:lnTo>
                    <a:pt x="1523273" y="559175"/>
                  </a:lnTo>
                  <a:lnTo>
                    <a:pt x="1526200" y="543993"/>
                  </a:lnTo>
                  <a:lnTo>
                    <a:pt x="1528355" y="528810"/>
                  </a:lnTo>
                  <a:lnTo>
                    <a:pt x="1529774" y="513628"/>
                  </a:lnTo>
                  <a:lnTo>
                    <a:pt x="1530489" y="498446"/>
                  </a:lnTo>
                  <a:lnTo>
                    <a:pt x="1530489" y="483265"/>
                  </a:lnTo>
                  <a:lnTo>
                    <a:pt x="1529774" y="468083"/>
                  </a:lnTo>
                  <a:lnTo>
                    <a:pt x="1528355" y="452900"/>
                  </a:lnTo>
                  <a:lnTo>
                    <a:pt x="1526200" y="437718"/>
                  </a:lnTo>
                  <a:lnTo>
                    <a:pt x="1523273" y="422536"/>
                  </a:lnTo>
                  <a:lnTo>
                    <a:pt x="1519543" y="407354"/>
                  </a:lnTo>
                  <a:lnTo>
                    <a:pt x="1514941" y="392172"/>
                  </a:lnTo>
                  <a:lnTo>
                    <a:pt x="1510809" y="380721"/>
                  </a:lnTo>
                  <a:lnTo>
                    <a:pt x="1509569" y="376989"/>
                  </a:lnTo>
                  <a:lnTo>
                    <a:pt x="1503738" y="361807"/>
                  </a:lnTo>
                  <a:lnTo>
                    <a:pt x="1496903" y="346626"/>
                  </a:lnTo>
                  <a:lnTo>
                    <a:pt x="1488984" y="331444"/>
                  </a:lnTo>
                  <a:lnTo>
                    <a:pt x="1487141" y="328263"/>
                  </a:lnTo>
                  <a:lnTo>
                    <a:pt x="1480574" y="316262"/>
                  </a:lnTo>
                  <a:lnTo>
                    <a:pt x="1471125" y="301080"/>
                  </a:lnTo>
                  <a:lnTo>
                    <a:pt x="1463474" y="290174"/>
                  </a:lnTo>
                  <a:lnTo>
                    <a:pt x="1460592" y="285897"/>
                  </a:lnTo>
                  <a:lnTo>
                    <a:pt x="1449367" y="270715"/>
                  </a:lnTo>
                  <a:lnTo>
                    <a:pt x="1439806" y="259222"/>
                  </a:lnTo>
                  <a:lnTo>
                    <a:pt x="1436813" y="255533"/>
                  </a:lnTo>
                  <a:lnTo>
                    <a:pt x="1423432" y="240351"/>
                  </a:lnTo>
                  <a:lnTo>
                    <a:pt x="1416139" y="232827"/>
                  </a:lnTo>
                  <a:lnTo>
                    <a:pt x="1408790" y="225169"/>
                  </a:lnTo>
                  <a:lnTo>
                    <a:pt x="1392706" y="209987"/>
                  </a:lnTo>
                  <a:lnTo>
                    <a:pt x="1392472" y="209771"/>
                  </a:lnTo>
                  <a:lnTo>
                    <a:pt x="1375695" y="194805"/>
                  </a:lnTo>
                  <a:lnTo>
                    <a:pt x="1368793" y="189132"/>
                  </a:lnTo>
                  <a:lnTo>
                    <a:pt x="1357077" y="179623"/>
                  </a:lnTo>
                  <a:lnTo>
                    <a:pt x="1345126" y="170583"/>
                  </a:lnTo>
                  <a:lnTo>
                    <a:pt x="1336805" y="164441"/>
                  </a:lnTo>
                  <a:lnTo>
                    <a:pt x="1321458" y="153749"/>
                  </a:lnTo>
                  <a:lnTo>
                    <a:pt x="1314779" y="149259"/>
                  </a:lnTo>
                  <a:lnTo>
                    <a:pt x="1297791" y="138362"/>
                  </a:lnTo>
                  <a:lnTo>
                    <a:pt x="1290788" y="134076"/>
                  </a:lnTo>
                  <a:lnTo>
                    <a:pt x="1274123" y="124232"/>
                  </a:lnTo>
                  <a:lnTo>
                    <a:pt x="1264551" y="118894"/>
                  </a:lnTo>
                  <a:lnTo>
                    <a:pt x="1250456" y="111232"/>
                  </a:lnTo>
                  <a:lnTo>
                    <a:pt x="1235623" y="103712"/>
                  </a:lnTo>
                  <a:lnTo>
                    <a:pt x="1226789" y="99290"/>
                  </a:lnTo>
                  <a:lnTo>
                    <a:pt x="1203456" y="88530"/>
                  </a:lnTo>
                  <a:lnTo>
                    <a:pt x="1203121" y="88376"/>
                  </a:lnTo>
                  <a:lnTo>
                    <a:pt x="1179443" y="78059"/>
                  </a:lnTo>
                  <a:lnTo>
                    <a:pt x="1167503" y="73349"/>
                  </a:lnTo>
                  <a:lnTo>
                    <a:pt x="1155775" y="68666"/>
                  </a:lnTo>
                  <a:lnTo>
                    <a:pt x="1132108" y="60083"/>
                  </a:lnTo>
                  <a:lnTo>
                    <a:pt x="1126356" y="58167"/>
                  </a:lnTo>
                  <a:lnTo>
                    <a:pt x="1108441" y="52031"/>
                  </a:lnTo>
                  <a:lnTo>
                    <a:pt x="1084773" y="44831"/>
                  </a:lnTo>
                  <a:lnTo>
                    <a:pt x="1078105" y="42984"/>
                  </a:lnTo>
                  <a:lnTo>
                    <a:pt x="1061106" y="38073"/>
                  </a:lnTo>
                  <a:lnTo>
                    <a:pt x="1037438" y="32012"/>
                  </a:lnTo>
                  <a:lnTo>
                    <a:pt x="1018719" y="27802"/>
                  </a:lnTo>
                  <a:lnTo>
                    <a:pt x="1013771" y="26622"/>
                  </a:lnTo>
                  <a:lnTo>
                    <a:pt x="990092" y="21539"/>
                  </a:lnTo>
                  <a:lnTo>
                    <a:pt x="966425" y="17160"/>
                  </a:lnTo>
                  <a:lnTo>
                    <a:pt x="942758" y="13416"/>
                  </a:lnTo>
                  <a:lnTo>
                    <a:pt x="936938" y="12620"/>
                  </a:lnTo>
                  <a:lnTo>
                    <a:pt x="919090" y="9970"/>
                  </a:lnTo>
                  <a:lnTo>
                    <a:pt x="895423" y="7022"/>
                  </a:lnTo>
                  <a:lnTo>
                    <a:pt x="871755" y="4627"/>
                  </a:lnTo>
                  <a:lnTo>
                    <a:pt x="848088" y="2751"/>
                  </a:lnTo>
                  <a:lnTo>
                    <a:pt x="824409" y="1366"/>
                  </a:lnTo>
                  <a:lnTo>
                    <a:pt x="800742" y="453"/>
                  </a:lnTo>
                  <a:lnTo>
                    <a:pt x="777075" y="0"/>
                  </a:lnTo>
                  <a:lnTo>
                    <a:pt x="753407" y="0"/>
                  </a:lnTo>
                  <a:lnTo>
                    <a:pt x="729740" y="453"/>
                  </a:lnTo>
                  <a:lnTo>
                    <a:pt x="706073" y="1366"/>
                  </a:lnTo>
                  <a:lnTo>
                    <a:pt x="682405" y="2751"/>
                  </a:lnTo>
                  <a:lnTo>
                    <a:pt x="658738" y="4627"/>
                  </a:lnTo>
                  <a:lnTo>
                    <a:pt x="635059" y="7022"/>
                  </a:lnTo>
                  <a:lnTo>
                    <a:pt x="611392" y="9970"/>
                  </a:lnTo>
                  <a:lnTo>
                    <a:pt x="593543" y="12620"/>
                  </a:lnTo>
                  <a:lnTo>
                    <a:pt x="587724" y="13416"/>
                  </a:lnTo>
                  <a:lnTo>
                    <a:pt x="564057" y="17160"/>
                  </a:lnTo>
                  <a:lnTo>
                    <a:pt x="540389" y="21539"/>
                  </a:lnTo>
                  <a:lnTo>
                    <a:pt x="516722" y="26622"/>
                  </a:lnTo>
                  <a:lnTo>
                    <a:pt x="511763" y="27802"/>
                  </a:lnTo>
                  <a:lnTo>
                    <a:pt x="493055" y="32012"/>
                  </a:lnTo>
                  <a:lnTo>
                    <a:pt x="469387" y="38073"/>
                  </a:lnTo>
                  <a:lnTo>
                    <a:pt x="452377" y="42984"/>
                  </a:lnTo>
                  <a:lnTo>
                    <a:pt x="445709" y="44831"/>
                  </a:lnTo>
                  <a:lnTo>
                    <a:pt x="422045" y="52031"/>
                  </a:lnTo>
                  <a:lnTo>
                    <a:pt x="404127" y="58167"/>
                  </a:lnTo>
                  <a:lnTo>
                    <a:pt x="398375" y="60083"/>
                  </a:lnTo>
                  <a:lnTo>
                    <a:pt x="374707" y="68666"/>
                  </a:lnTo>
                  <a:lnTo>
                    <a:pt x="362977" y="73349"/>
                  </a:lnTo>
                  <a:lnTo>
                    <a:pt x="351038" y="78059"/>
                  </a:lnTo>
                  <a:lnTo>
                    <a:pt x="327368" y="88376"/>
                  </a:lnTo>
                  <a:lnTo>
                    <a:pt x="327032" y="88530"/>
                  </a:lnTo>
                  <a:lnTo>
                    <a:pt x="303700" y="99290"/>
                  </a:lnTo>
                  <a:lnTo>
                    <a:pt x="294857" y="103712"/>
                  </a:lnTo>
                  <a:lnTo>
                    <a:pt x="280031" y="111232"/>
                  </a:lnTo>
                  <a:lnTo>
                    <a:pt x="265938" y="118894"/>
                  </a:lnTo>
                  <a:lnTo>
                    <a:pt x="256362" y="124232"/>
                  </a:lnTo>
                  <a:lnTo>
                    <a:pt x="239694" y="134076"/>
                  </a:lnTo>
                  <a:lnTo>
                    <a:pt x="232693" y="138362"/>
                  </a:lnTo>
                  <a:lnTo>
                    <a:pt x="215705" y="149259"/>
                  </a:lnTo>
                  <a:lnTo>
                    <a:pt x="209025" y="153749"/>
                  </a:lnTo>
                  <a:lnTo>
                    <a:pt x="193676" y="164441"/>
                  </a:lnTo>
                  <a:lnTo>
                    <a:pt x="185355" y="170583"/>
                  </a:lnTo>
                  <a:lnTo>
                    <a:pt x="173410" y="179623"/>
                  </a:lnTo>
                  <a:lnTo>
                    <a:pt x="161687" y="189132"/>
                  </a:lnTo>
                  <a:lnTo>
                    <a:pt x="154792" y="194805"/>
                  </a:lnTo>
                  <a:lnTo>
                    <a:pt x="138018" y="209771"/>
                  </a:lnTo>
                  <a:lnTo>
                    <a:pt x="137777" y="209987"/>
                  </a:lnTo>
                  <a:lnTo>
                    <a:pt x="121693" y="225169"/>
                  </a:lnTo>
                  <a:lnTo>
                    <a:pt x="114350" y="232827"/>
                  </a:lnTo>
                  <a:lnTo>
                    <a:pt x="107048" y="240351"/>
                  </a:lnTo>
                  <a:lnTo>
                    <a:pt x="93670" y="255533"/>
                  </a:lnTo>
                  <a:lnTo>
                    <a:pt x="90680" y="259222"/>
                  </a:lnTo>
                  <a:lnTo>
                    <a:pt x="81116" y="270715"/>
                  </a:lnTo>
                  <a:lnTo>
                    <a:pt x="69891" y="285897"/>
                  </a:lnTo>
                  <a:lnTo>
                    <a:pt x="67011" y="290174"/>
                  </a:lnTo>
                  <a:lnTo>
                    <a:pt x="59356" y="301080"/>
                  </a:lnTo>
                  <a:lnTo>
                    <a:pt x="49906" y="316262"/>
                  </a:lnTo>
                  <a:lnTo>
                    <a:pt x="43343" y="328263"/>
                  </a:lnTo>
                  <a:lnTo>
                    <a:pt x="41502" y="331444"/>
                  </a:lnTo>
                  <a:lnTo>
                    <a:pt x="33579" y="346626"/>
                  </a:lnTo>
                  <a:lnTo>
                    <a:pt x="26751" y="361807"/>
                  </a:lnTo>
                  <a:lnTo>
                    <a:pt x="20915" y="376989"/>
                  </a:lnTo>
                  <a:lnTo>
                    <a:pt x="19673" y="380721"/>
                  </a:lnTo>
                  <a:lnTo>
                    <a:pt x="15542" y="392172"/>
                  </a:lnTo>
                  <a:lnTo>
                    <a:pt x="10947" y="407354"/>
                  </a:lnTo>
                  <a:lnTo>
                    <a:pt x="7214" y="422536"/>
                  </a:lnTo>
                  <a:lnTo>
                    <a:pt x="4288" y="437718"/>
                  </a:lnTo>
                  <a:lnTo>
                    <a:pt x="2129" y="452900"/>
                  </a:lnTo>
                  <a:lnTo>
                    <a:pt x="706" y="468083"/>
                  </a:lnTo>
                  <a:lnTo>
                    <a:pt x="0" y="483265"/>
                  </a:lnTo>
                  <a:lnTo>
                    <a:pt x="0" y="498446"/>
                  </a:lnTo>
                  <a:lnTo>
                    <a:pt x="706" y="513628"/>
                  </a:lnTo>
                  <a:lnTo>
                    <a:pt x="2129" y="528810"/>
                  </a:lnTo>
                  <a:lnTo>
                    <a:pt x="4288" y="543993"/>
                  </a:lnTo>
                  <a:lnTo>
                    <a:pt x="7214" y="559175"/>
                  </a:lnTo>
                  <a:lnTo>
                    <a:pt x="10947" y="574357"/>
                  </a:lnTo>
                  <a:lnTo>
                    <a:pt x="15542" y="589539"/>
                  </a:lnTo>
                  <a:lnTo>
                    <a:pt x="19673" y="600990"/>
                  </a:lnTo>
                  <a:lnTo>
                    <a:pt x="20915" y="604721"/>
                  </a:lnTo>
                  <a:lnTo>
                    <a:pt x="26751" y="619904"/>
                  </a:lnTo>
                  <a:lnTo>
                    <a:pt x="33579" y="635085"/>
                  </a:lnTo>
                  <a:lnTo>
                    <a:pt x="41502" y="650267"/>
                  </a:lnTo>
                  <a:lnTo>
                    <a:pt x="43343" y="653448"/>
                  </a:lnTo>
                  <a:lnTo>
                    <a:pt x="49906" y="665449"/>
                  </a:lnTo>
                  <a:lnTo>
                    <a:pt x="59356" y="680631"/>
                  </a:lnTo>
                  <a:lnTo>
                    <a:pt x="67011" y="691537"/>
                  </a:lnTo>
                  <a:lnTo>
                    <a:pt x="69891" y="695813"/>
                  </a:lnTo>
                  <a:lnTo>
                    <a:pt x="81116" y="710996"/>
                  </a:lnTo>
                  <a:lnTo>
                    <a:pt x="90680" y="722488"/>
                  </a:lnTo>
                  <a:lnTo>
                    <a:pt x="93670" y="726178"/>
                  </a:lnTo>
                  <a:lnTo>
                    <a:pt x="107048" y="741360"/>
                  </a:lnTo>
                  <a:lnTo>
                    <a:pt x="114350" y="748884"/>
                  </a:lnTo>
                  <a:lnTo>
                    <a:pt x="121693" y="756541"/>
                  </a:lnTo>
                  <a:lnTo>
                    <a:pt x="137777" y="771723"/>
                  </a:lnTo>
                  <a:lnTo>
                    <a:pt x="138018" y="771939"/>
                  </a:lnTo>
                  <a:lnTo>
                    <a:pt x="154792" y="786906"/>
                  </a:lnTo>
                  <a:lnTo>
                    <a:pt x="161687" y="792577"/>
                  </a:lnTo>
                  <a:lnTo>
                    <a:pt x="173410" y="802088"/>
                  </a:lnTo>
                  <a:lnTo>
                    <a:pt x="185355" y="811128"/>
                  </a:lnTo>
                  <a:lnTo>
                    <a:pt x="193676" y="817271"/>
                  </a:lnTo>
                  <a:lnTo>
                    <a:pt x="209025" y="827960"/>
                  </a:lnTo>
                  <a:lnTo>
                    <a:pt x="215705" y="832450"/>
                  </a:lnTo>
                  <a:lnTo>
                    <a:pt x="232693" y="843351"/>
                  </a:lnTo>
                  <a:lnTo>
                    <a:pt x="239694" y="84762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730A771A-3844-F4F0-F715-9294AAD21837}"/>
                </a:ext>
              </a:extLst>
            </p:cNvPr>
            <p:cNvSpPr/>
            <p:nvPr/>
          </p:nvSpPr>
          <p:spPr>
            <a:xfrm>
              <a:off x="7066639" y="3198399"/>
              <a:ext cx="1290574" cy="827823"/>
            </a:xfrm>
            <a:custGeom>
              <a:avLst/>
              <a:gdLst>
                <a:gd name="csX0" fmla="*/ 219933 w 1290574"/>
                <a:gd name="csY0" fmla="*/ 725141 h 827823"/>
                <a:gd name="csX1" fmla="*/ 231080 w 1290574"/>
                <a:gd name="csY1" fmla="*/ 731311 h 827823"/>
                <a:gd name="csX2" fmla="*/ 248597 w 1290574"/>
                <a:gd name="csY2" fmla="*/ 740325 h 827823"/>
                <a:gd name="csX3" fmla="*/ 254749 w 1290574"/>
                <a:gd name="csY3" fmla="*/ 743407 h 827823"/>
                <a:gd name="csX4" fmla="*/ 278417 w 1290574"/>
                <a:gd name="csY4" fmla="*/ 754387 h 827823"/>
                <a:gd name="csX5" fmla="*/ 281030 w 1290574"/>
                <a:gd name="csY5" fmla="*/ 755504 h 827823"/>
                <a:gd name="csX6" fmla="*/ 302087 w 1290574"/>
                <a:gd name="csY6" fmla="*/ 764472 h 827823"/>
                <a:gd name="csX7" fmla="*/ 318335 w 1290574"/>
                <a:gd name="csY7" fmla="*/ 770682 h 827823"/>
                <a:gd name="csX8" fmla="*/ 325751 w 1290574"/>
                <a:gd name="csY8" fmla="*/ 773530 h 827823"/>
                <a:gd name="csX9" fmla="*/ 349430 w 1290574"/>
                <a:gd name="csY9" fmla="*/ 781796 h 827823"/>
                <a:gd name="csX10" fmla="*/ 362498 w 1290574"/>
                <a:gd name="csY10" fmla="*/ 785872 h 827823"/>
                <a:gd name="csX11" fmla="*/ 373097 w 1290574"/>
                <a:gd name="csY11" fmla="*/ 789234 h 827823"/>
                <a:gd name="csX12" fmla="*/ 396765 w 1290574"/>
                <a:gd name="csY12" fmla="*/ 795958 h 827823"/>
                <a:gd name="csX13" fmla="*/ 417305 w 1290574"/>
                <a:gd name="csY13" fmla="*/ 801051 h 827823"/>
                <a:gd name="csX14" fmla="*/ 420432 w 1290574"/>
                <a:gd name="csY14" fmla="*/ 801855 h 827823"/>
                <a:gd name="csX15" fmla="*/ 444099 w 1290574"/>
                <a:gd name="csY15" fmla="*/ 807284 h 827823"/>
                <a:gd name="csX16" fmla="*/ 467767 w 1290574"/>
                <a:gd name="csY16" fmla="*/ 811919 h 827823"/>
                <a:gd name="csX17" fmla="*/ 491434 w 1290574"/>
                <a:gd name="csY17" fmla="*/ 815839 h 827823"/>
                <a:gd name="csX18" fmla="*/ 494193 w 1290574"/>
                <a:gd name="csY18" fmla="*/ 816230 h 827823"/>
                <a:gd name="csX19" fmla="*/ 515101 w 1290574"/>
                <a:gd name="csY19" fmla="*/ 819357 h 827823"/>
                <a:gd name="csX20" fmla="*/ 538780 w 1290574"/>
                <a:gd name="csY20" fmla="*/ 822239 h 827823"/>
                <a:gd name="csX21" fmla="*/ 562447 w 1290574"/>
                <a:gd name="csY21" fmla="*/ 824506 h 827823"/>
                <a:gd name="csX22" fmla="*/ 586115 w 1290574"/>
                <a:gd name="csY22" fmla="*/ 826171 h 827823"/>
                <a:gd name="csX23" fmla="*/ 609782 w 1290574"/>
                <a:gd name="csY23" fmla="*/ 827276 h 827823"/>
                <a:gd name="csX24" fmla="*/ 633450 w 1290574"/>
                <a:gd name="csY24" fmla="*/ 827824 h 827823"/>
                <a:gd name="csX25" fmla="*/ 657117 w 1290574"/>
                <a:gd name="csY25" fmla="*/ 827824 h 827823"/>
                <a:gd name="csX26" fmla="*/ 680784 w 1290574"/>
                <a:gd name="csY26" fmla="*/ 827276 h 827823"/>
                <a:gd name="csX27" fmla="*/ 704452 w 1290574"/>
                <a:gd name="csY27" fmla="*/ 826171 h 827823"/>
                <a:gd name="csX28" fmla="*/ 728130 w 1290574"/>
                <a:gd name="csY28" fmla="*/ 824506 h 827823"/>
                <a:gd name="csX29" fmla="*/ 751798 w 1290574"/>
                <a:gd name="csY29" fmla="*/ 822239 h 827823"/>
                <a:gd name="csX30" fmla="*/ 775465 w 1290574"/>
                <a:gd name="csY30" fmla="*/ 819357 h 827823"/>
                <a:gd name="csX31" fmla="*/ 796374 w 1290574"/>
                <a:gd name="csY31" fmla="*/ 816230 h 827823"/>
                <a:gd name="csX32" fmla="*/ 799133 w 1290574"/>
                <a:gd name="csY32" fmla="*/ 815839 h 827823"/>
                <a:gd name="csX33" fmla="*/ 822800 w 1290574"/>
                <a:gd name="csY33" fmla="*/ 811919 h 827823"/>
                <a:gd name="csX34" fmla="*/ 846467 w 1290574"/>
                <a:gd name="csY34" fmla="*/ 807284 h 827823"/>
                <a:gd name="csX35" fmla="*/ 870135 w 1290574"/>
                <a:gd name="csY35" fmla="*/ 801855 h 827823"/>
                <a:gd name="csX36" fmla="*/ 873262 w 1290574"/>
                <a:gd name="csY36" fmla="*/ 801051 h 827823"/>
                <a:gd name="csX37" fmla="*/ 893813 w 1290574"/>
                <a:gd name="csY37" fmla="*/ 795958 h 827823"/>
                <a:gd name="csX38" fmla="*/ 917481 w 1290574"/>
                <a:gd name="csY38" fmla="*/ 789234 h 827823"/>
                <a:gd name="csX39" fmla="*/ 928080 w 1290574"/>
                <a:gd name="csY39" fmla="*/ 785872 h 827823"/>
                <a:gd name="csX40" fmla="*/ 941148 w 1290574"/>
                <a:gd name="csY40" fmla="*/ 781796 h 827823"/>
                <a:gd name="csX41" fmla="*/ 964815 w 1290574"/>
                <a:gd name="csY41" fmla="*/ 773530 h 827823"/>
                <a:gd name="csX42" fmla="*/ 972232 w 1290574"/>
                <a:gd name="csY42" fmla="*/ 770682 h 827823"/>
                <a:gd name="csX43" fmla="*/ 988483 w 1290574"/>
                <a:gd name="csY43" fmla="*/ 764472 h 827823"/>
                <a:gd name="csX44" fmla="*/ 1009537 w 1290574"/>
                <a:gd name="csY44" fmla="*/ 755504 h 827823"/>
                <a:gd name="csX45" fmla="*/ 1012150 w 1290574"/>
                <a:gd name="csY45" fmla="*/ 754387 h 827823"/>
                <a:gd name="csX46" fmla="*/ 1035818 w 1290574"/>
                <a:gd name="csY46" fmla="*/ 743407 h 827823"/>
                <a:gd name="csX47" fmla="*/ 1041972 w 1290574"/>
                <a:gd name="csY47" fmla="*/ 740325 h 827823"/>
                <a:gd name="csX48" fmla="*/ 1059485 w 1290574"/>
                <a:gd name="csY48" fmla="*/ 731311 h 827823"/>
                <a:gd name="csX49" fmla="*/ 1070643 w 1290574"/>
                <a:gd name="csY49" fmla="*/ 725141 h 827823"/>
                <a:gd name="csX50" fmla="*/ 1083164 w 1290574"/>
                <a:gd name="csY50" fmla="*/ 717947 h 827823"/>
                <a:gd name="csX51" fmla="*/ 1096232 w 1290574"/>
                <a:gd name="csY51" fmla="*/ 709959 h 827823"/>
                <a:gd name="csX52" fmla="*/ 1106831 w 1290574"/>
                <a:gd name="csY52" fmla="*/ 703166 h 827823"/>
                <a:gd name="csX53" fmla="*/ 1119285 w 1290574"/>
                <a:gd name="csY53" fmla="*/ 694777 h 827823"/>
                <a:gd name="csX54" fmla="*/ 1130498 w 1290574"/>
                <a:gd name="csY54" fmla="*/ 686746 h 827823"/>
                <a:gd name="csX55" fmla="*/ 1140115 w 1290574"/>
                <a:gd name="csY55" fmla="*/ 679595 h 827823"/>
                <a:gd name="csX56" fmla="*/ 1154166 w 1290574"/>
                <a:gd name="csY56" fmla="*/ 668360 h 827823"/>
                <a:gd name="csX57" fmla="*/ 1158968 w 1290574"/>
                <a:gd name="csY57" fmla="*/ 664414 h 827823"/>
                <a:gd name="csX58" fmla="*/ 1176080 w 1290574"/>
                <a:gd name="csY58" fmla="*/ 649231 h 827823"/>
                <a:gd name="csX59" fmla="*/ 1177833 w 1290574"/>
                <a:gd name="csY59" fmla="*/ 647555 h 827823"/>
                <a:gd name="csX60" fmla="*/ 1191817 w 1290574"/>
                <a:gd name="csY60" fmla="*/ 634049 h 827823"/>
                <a:gd name="csX61" fmla="*/ 1201501 w 1290574"/>
                <a:gd name="csY61" fmla="*/ 623626 h 827823"/>
                <a:gd name="csX62" fmla="*/ 1205935 w 1290574"/>
                <a:gd name="csY62" fmla="*/ 618867 h 827823"/>
                <a:gd name="csX63" fmla="*/ 1218813 w 1290574"/>
                <a:gd name="csY63" fmla="*/ 603685 h 827823"/>
                <a:gd name="csX64" fmla="*/ 1225168 w 1290574"/>
                <a:gd name="csY64" fmla="*/ 595302 h 827823"/>
                <a:gd name="csX65" fmla="*/ 1230406 w 1290574"/>
                <a:gd name="csY65" fmla="*/ 588503 h 827823"/>
                <a:gd name="csX66" fmla="*/ 1240905 w 1290574"/>
                <a:gd name="csY66" fmla="*/ 573320 h 827823"/>
                <a:gd name="csX67" fmla="*/ 1248835 w 1290574"/>
                <a:gd name="csY67" fmla="*/ 560141 h 827823"/>
                <a:gd name="csX68" fmla="*/ 1250086 w 1290574"/>
                <a:gd name="csY68" fmla="*/ 558138 h 827823"/>
                <a:gd name="csX69" fmla="*/ 1258553 w 1290574"/>
                <a:gd name="csY69" fmla="*/ 542957 h 827823"/>
                <a:gd name="csX70" fmla="*/ 1265790 w 1290574"/>
                <a:gd name="csY70" fmla="*/ 527775 h 827823"/>
                <a:gd name="csX71" fmla="*/ 1271900 w 1290574"/>
                <a:gd name="csY71" fmla="*/ 512593 h 827823"/>
                <a:gd name="csX72" fmla="*/ 1272514 w 1290574"/>
                <a:gd name="csY72" fmla="*/ 510825 h 827823"/>
                <a:gd name="csX73" fmla="*/ 1277384 w 1290574"/>
                <a:gd name="csY73" fmla="*/ 497411 h 827823"/>
                <a:gd name="csX74" fmla="*/ 1281885 w 1290574"/>
                <a:gd name="csY74" fmla="*/ 482228 h 827823"/>
                <a:gd name="csX75" fmla="*/ 1285403 w 1290574"/>
                <a:gd name="csY75" fmla="*/ 467046 h 827823"/>
                <a:gd name="csX76" fmla="*/ 1288006 w 1290574"/>
                <a:gd name="csY76" fmla="*/ 451864 h 827823"/>
                <a:gd name="csX77" fmla="*/ 1289714 w 1290574"/>
                <a:gd name="csY77" fmla="*/ 436682 h 827823"/>
                <a:gd name="csX78" fmla="*/ 1290574 w 1290574"/>
                <a:gd name="csY78" fmla="*/ 421500 h 827823"/>
                <a:gd name="csX79" fmla="*/ 1290574 w 1290574"/>
                <a:gd name="csY79" fmla="*/ 406319 h 827823"/>
                <a:gd name="csX80" fmla="*/ 1289714 w 1290574"/>
                <a:gd name="csY80" fmla="*/ 391136 h 827823"/>
                <a:gd name="csX81" fmla="*/ 1288006 w 1290574"/>
                <a:gd name="csY81" fmla="*/ 375954 h 827823"/>
                <a:gd name="csX82" fmla="*/ 1285403 w 1290574"/>
                <a:gd name="csY82" fmla="*/ 360772 h 827823"/>
                <a:gd name="csX83" fmla="*/ 1281885 w 1290574"/>
                <a:gd name="csY83" fmla="*/ 345590 h 827823"/>
                <a:gd name="csX84" fmla="*/ 1277384 w 1290574"/>
                <a:gd name="csY84" fmla="*/ 330407 h 827823"/>
                <a:gd name="csX85" fmla="*/ 1272514 w 1290574"/>
                <a:gd name="csY85" fmla="*/ 316993 h 827823"/>
                <a:gd name="csX86" fmla="*/ 1271900 w 1290574"/>
                <a:gd name="csY86" fmla="*/ 315225 h 827823"/>
                <a:gd name="csX87" fmla="*/ 1265790 w 1290574"/>
                <a:gd name="csY87" fmla="*/ 300043 h 827823"/>
                <a:gd name="csX88" fmla="*/ 1258553 w 1290574"/>
                <a:gd name="csY88" fmla="*/ 284861 h 827823"/>
                <a:gd name="csX89" fmla="*/ 1250086 w 1290574"/>
                <a:gd name="csY89" fmla="*/ 269680 h 827823"/>
                <a:gd name="csX90" fmla="*/ 1248835 w 1290574"/>
                <a:gd name="csY90" fmla="*/ 267677 h 827823"/>
                <a:gd name="csX91" fmla="*/ 1240905 w 1290574"/>
                <a:gd name="csY91" fmla="*/ 254498 h 827823"/>
                <a:gd name="csX92" fmla="*/ 1230406 w 1290574"/>
                <a:gd name="csY92" fmla="*/ 239315 h 827823"/>
                <a:gd name="csX93" fmla="*/ 1225168 w 1290574"/>
                <a:gd name="csY93" fmla="*/ 232516 h 827823"/>
                <a:gd name="csX94" fmla="*/ 1218813 w 1290574"/>
                <a:gd name="csY94" fmla="*/ 224133 h 827823"/>
                <a:gd name="csX95" fmla="*/ 1205935 w 1290574"/>
                <a:gd name="csY95" fmla="*/ 208951 h 827823"/>
                <a:gd name="csX96" fmla="*/ 1201501 w 1290574"/>
                <a:gd name="csY96" fmla="*/ 204192 h 827823"/>
                <a:gd name="csX97" fmla="*/ 1191817 w 1290574"/>
                <a:gd name="csY97" fmla="*/ 193769 h 827823"/>
                <a:gd name="csX98" fmla="*/ 1177833 w 1290574"/>
                <a:gd name="csY98" fmla="*/ 180262 h 827823"/>
                <a:gd name="csX99" fmla="*/ 1176080 w 1290574"/>
                <a:gd name="csY99" fmla="*/ 178587 h 827823"/>
                <a:gd name="csX100" fmla="*/ 1158968 w 1290574"/>
                <a:gd name="csY100" fmla="*/ 163404 h 827823"/>
                <a:gd name="csX101" fmla="*/ 1154166 w 1290574"/>
                <a:gd name="csY101" fmla="*/ 159458 h 827823"/>
                <a:gd name="csX102" fmla="*/ 1140115 w 1290574"/>
                <a:gd name="csY102" fmla="*/ 148222 h 827823"/>
                <a:gd name="csX103" fmla="*/ 1130498 w 1290574"/>
                <a:gd name="csY103" fmla="*/ 141072 h 827823"/>
                <a:gd name="csX104" fmla="*/ 1119285 w 1290574"/>
                <a:gd name="csY104" fmla="*/ 133041 h 827823"/>
                <a:gd name="csX105" fmla="*/ 1106831 w 1290574"/>
                <a:gd name="csY105" fmla="*/ 124652 h 827823"/>
                <a:gd name="csX106" fmla="*/ 1096232 w 1290574"/>
                <a:gd name="csY106" fmla="*/ 117859 h 827823"/>
                <a:gd name="csX107" fmla="*/ 1083164 w 1290574"/>
                <a:gd name="csY107" fmla="*/ 109871 h 827823"/>
                <a:gd name="csX108" fmla="*/ 1070643 w 1290574"/>
                <a:gd name="csY108" fmla="*/ 102677 h 827823"/>
                <a:gd name="csX109" fmla="*/ 1059485 w 1290574"/>
                <a:gd name="csY109" fmla="*/ 96506 h 827823"/>
                <a:gd name="csX110" fmla="*/ 1041972 w 1290574"/>
                <a:gd name="csY110" fmla="*/ 87495 h 827823"/>
                <a:gd name="csX111" fmla="*/ 1035818 w 1290574"/>
                <a:gd name="csY111" fmla="*/ 84411 h 827823"/>
                <a:gd name="csX112" fmla="*/ 1012150 w 1290574"/>
                <a:gd name="csY112" fmla="*/ 73436 h 827823"/>
                <a:gd name="csX113" fmla="*/ 1009537 w 1290574"/>
                <a:gd name="csY113" fmla="*/ 72312 h 827823"/>
                <a:gd name="csX114" fmla="*/ 988483 w 1290574"/>
                <a:gd name="csY114" fmla="*/ 63342 h 827823"/>
                <a:gd name="csX115" fmla="*/ 972232 w 1290574"/>
                <a:gd name="csY115" fmla="*/ 57130 h 827823"/>
                <a:gd name="csX116" fmla="*/ 964815 w 1290574"/>
                <a:gd name="csY116" fmla="*/ 54291 h 827823"/>
                <a:gd name="csX117" fmla="*/ 941148 w 1290574"/>
                <a:gd name="csY117" fmla="*/ 46024 h 827823"/>
                <a:gd name="csX118" fmla="*/ 928080 w 1290574"/>
                <a:gd name="csY118" fmla="*/ 41948 h 827823"/>
                <a:gd name="csX119" fmla="*/ 917481 w 1290574"/>
                <a:gd name="csY119" fmla="*/ 38587 h 827823"/>
                <a:gd name="csX120" fmla="*/ 893813 w 1290574"/>
                <a:gd name="csY120" fmla="*/ 31858 h 827823"/>
                <a:gd name="csX121" fmla="*/ 873262 w 1290574"/>
                <a:gd name="csY121" fmla="*/ 26766 h 827823"/>
                <a:gd name="csX122" fmla="*/ 870135 w 1290574"/>
                <a:gd name="csY122" fmla="*/ 25967 h 827823"/>
                <a:gd name="csX123" fmla="*/ 846467 w 1290574"/>
                <a:gd name="csY123" fmla="*/ 20538 h 827823"/>
                <a:gd name="csX124" fmla="*/ 822800 w 1290574"/>
                <a:gd name="csY124" fmla="*/ 15897 h 827823"/>
                <a:gd name="csX125" fmla="*/ 799133 w 1290574"/>
                <a:gd name="csY125" fmla="*/ 11973 h 827823"/>
                <a:gd name="csX126" fmla="*/ 796374 w 1290574"/>
                <a:gd name="csY126" fmla="*/ 11584 h 827823"/>
                <a:gd name="csX127" fmla="*/ 775465 w 1290574"/>
                <a:gd name="csY127" fmla="*/ 8457 h 827823"/>
                <a:gd name="csX128" fmla="*/ 751798 w 1290574"/>
                <a:gd name="csY128" fmla="*/ 5573 h 827823"/>
                <a:gd name="csX129" fmla="*/ 728130 w 1290574"/>
                <a:gd name="csY129" fmla="*/ 3313 h 827823"/>
                <a:gd name="csX130" fmla="*/ 704452 w 1290574"/>
                <a:gd name="csY130" fmla="*/ 1645 h 827823"/>
                <a:gd name="csX131" fmla="*/ 680784 w 1290574"/>
                <a:gd name="csY131" fmla="*/ 545 h 827823"/>
                <a:gd name="csX132" fmla="*/ 657117 w 1290574"/>
                <a:gd name="csY132" fmla="*/ 0 h 827823"/>
                <a:gd name="csX133" fmla="*/ 633450 w 1290574"/>
                <a:gd name="csY133" fmla="*/ 0 h 827823"/>
                <a:gd name="csX134" fmla="*/ 609782 w 1290574"/>
                <a:gd name="csY134" fmla="*/ 545 h 827823"/>
                <a:gd name="csX135" fmla="*/ 586115 w 1290574"/>
                <a:gd name="csY135" fmla="*/ 1645 h 827823"/>
                <a:gd name="csX136" fmla="*/ 562447 w 1290574"/>
                <a:gd name="csY136" fmla="*/ 3313 h 827823"/>
                <a:gd name="csX137" fmla="*/ 538780 w 1290574"/>
                <a:gd name="csY137" fmla="*/ 5573 h 827823"/>
                <a:gd name="csX138" fmla="*/ 515101 w 1290574"/>
                <a:gd name="csY138" fmla="*/ 8457 h 827823"/>
                <a:gd name="csX139" fmla="*/ 494193 w 1290574"/>
                <a:gd name="csY139" fmla="*/ 11584 h 827823"/>
                <a:gd name="csX140" fmla="*/ 491434 w 1290574"/>
                <a:gd name="csY140" fmla="*/ 11973 h 827823"/>
                <a:gd name="csX141" fmla="*/ 467767 w 1290574"/>
                <a:gd name="csY141" fmla="*/ 15897 h 827823"/>
                <a:gd name="csX142" fmla="*/ 444099 w 1290574"/>
                <a:gd name="csY142" fmla="*/ 20538 h 827823"/>
                <a:gd name="csX143" fmla="*/ 420432 w 1290574"/>
                <a:gd name="csY143" fmla="*/ 25967 h 827823"/>
                <a:gd name="csX144" fmla="*/ 417305 w 1290574"/>
                <a:gd name="csY144" fmla="*/ 26766 h 827823"/>
                <a:gd name="csX145" fmla="*/ 396765 w 1290574"/>
                <a:gd name="csY145" fmla="*/ 31858 h 827823"/>
                <a:gd name="csX146" fmla="*/ 373097 w 1290574"/>
                <a:gd name="csY146" fmla="*/ 38587 h 827823"/>
                <a:gd name="csX147" fmla="*/ 362498 w 1290574"/>
                <a:gd name="csY147" fmla="*/ 41948 h 827823"/>
                <a:gd name="csX148" fmla="*/ 349430 w 1290574"/>
                <a:gd name="csY148" fmla="*/ 46024 h 827823"/>
                <a:gd name="csX149" fmla="*/ 325751 w 1290574"/>
                <a:gd name="csY149" fmla="*/ 54291 h 827823"/>
                <a:gd name="csX150" fmla="*/ 318335 w 1290574"/>
                <a:gd name="csY150" fmla="*/ 57130 h 827823"/>
                <a:gd name="csX151" fmla="*/ 302087 w 1290574"/>
                <a:gd name="csY151" fmla="*/ 63342 h 827823"/>
                <a:gd name="csX152" fmla="*/ 281030 w 1290574"/>
                <a:gd name="csY152" fmla="*/ 72312 h 827823"/>
                <a:gd name="csX153" fmla="*/ 278417 w 1290574"/>
                <a:gd name="csY153" fmla="*/ 73436 h 827823"/>
                <a:gd name="csX154" fmla="*/ 254749 w 1290574"/>
                <a:gd name="csY154" fmla="*/ 84411 h 827823"/>
                <a:gd name="csX155" fmla="*/ 248597 w 1290574"/>
                <a:gd name="csY155" fmla="*/ 87495 h 827823"/>
                <a:gd name="csX156" fmla="*/ 231080 w 1290574"/>
                <a:gd name="csY156" fmla="*/ 96506 h 827823"/>
                <a:gd name="csX157" fmla="*/ 219933 w 1290574"/>
                <a:gd name="csY157" fmla="*/ 102677 h 827823"/>
                <a:gd name="csX158" fmla="*/ 207411 w 1290574"/>
                <a:gd name="csY158" fmla="*/ 109871 h 827823"/>
                <a:gd name="csX159" fmla="*/ 194333 w 1290574"/>
                <a:gd name="csY159" fmla="*/ 117859 h 827823"/>
                <a:gd name="csX160" fmla="*/ 183742 w 1290574"/>
                <a:gd name="csY160" fmla="*/ 124652 h 827823"/>
                <a:gd name="csX161" fmla="*/ 171290 w 1290574"/>
                <a:gd name="csY161" fmla="*/ 133041 h 827823"/>
                <a:gd name="csX162" fmla="*/ 160074 w 1290574"/>
                <a:gd name="csY162" fmla="*/ 141072 h 827823"/>
                <a:gd name="csX163" fmla="*/ 150453 w 1290574"/>
                <a:gd name="csY163" fmla="*/ 148222 h 827823"/>
                <a:gd name="csX164" fmla="*/ 136404 w 1290574"/>
                <a:gd name="csY164" fmla="*/ 159458 h 827823"/>
                <a:gd name="csX165" fmla="*/ 131597 w 1290574"/>
                <a:gd name="csY165" fmla="*/ 163404 h 827823"/>
                <a:gd name="csX166" fmla="*/ 114488 w 1290574"/>
                <a:gd name="csY166" fmla="*/ 178587 h 827823"/>
                <a:gd name="csX167" fmla="*/ 112736 w 1290574"/>
                <a:gd name="csY167" fmla="*/ 180262 h 827823"/>
                <a:gd name="csX168" fmla="*/ 98752 w 1290574"/>
                <a:gd name="csY168" fmla="*/ 193769 h 827823"/>
                <a:gd name="csX169" fmla="*/ 89067 w 1290574"/>
                <a:gd name="csY169" fmla="*/ 204192 h 827823"/>
                <a:gd name="csX170" fmla="*/ 84640 w 1290574"/>
                <a:gd name="csY170" fmla="*/ 208951 h 827823"/>
                <a:gd name="csX171" fmla="*/ 71753 w 1290574"/>
                <a:gd name="csY171" fmla="*/ 224133 h 827823"/>
                <a:gd name="csX172" fmla="*/ 65398 w 1290574"/>
                <a:gd name="csY172" fmla="*/ 232516 h 827823"/>
                <a:gd name="csX173" fmla="*/ 60158 w 1290574"/>
                <a:gd name="csY173" fmla="*/ 239315 h 827823"/>
                <a:gd name="csX174" fmla="*/ 49666 w 1290574"/>
                <a:gd name="csY174" fmla="*/ 254498 h 827823"/>
                <a:gd name="csX175" fmla="*/ 41729 w 1290574"/>
                <a:gd name="csY175" fmla="*/ 267677 h 827823"/>
                <a:gd name="csX176" fmla="*/ 40485 w 1290574"/>
                <a:gd name="csY176" fmla="*/ 269680 h 827823"/>
                <a:gd name="csX177" fmla="*/ 32020 w 1290574"/>
                <a:gd name="csY177" fmla="*/ 284861 h 827823"/>
                <a:gd name="csX178" fmla="*/ 24784 w 1290574"/>
                <a:gd name="csY178" fmla="*/ 300043 h 827823"/>
                <a:gd name="csX179" fmla="*/ 18667 w 1290574"/>
                <a:gd name="csY179" fmla="*/ 315225 h 827823"/>
                <a:gd name="csX180" fmla="*/ 18060 w 1290574"/>
                <a:gd name="csY180" fmla="*/ 316993 h 827823"/>
                <a:gd name="csX181" fmla="*/ 13186 w 1290574"/>
                <a:gd name="csY181" fmla="*/ 330407 h 827823"/>
                <a:gd name="csX182" fmla="*/ 8690 w 1290574"/>
                <a:gd name="csY182" fmla="*/ 345590 h 827823"/>
                <a:gd name="csX183" fmla="*/ 5166 w 1290574"/>
                <a:gd name="csY183" fmla="*/ 360772 h 827823"/>
                <a:gd name="csX184" fmla="*/ 2566 w 1290574"/>
                <a:gd name="csY184" fmla="*/ 375954 h 827823"/>
                <a:gd name="csX185" fmla="*/ 851 w 1290574"/>
                <a:gd name="csY185" fmla="*/ 391136 h 827823"/>
                <a:gd name="csX186" fmla="*/ 0 w 1290574"/>
                <a:gd name="csY186" fmla="*/ 406319 h 827823"/>
                <a:gd name="csX187" fmla="*/ 0 w 1290574"/>
                <a:gd name="csY187" fmla="*/ 421500 h 827823"/>
                <a:gd name="csX188" fmla="*/ 851 w 1290574"/>
                <a:gd name="csY188" fmla="*/ 436682 h 827823"/>
                <a:gd name="csX189" fmla="*/ 2566 w 1290574"/>
                <a:gd name="csY189" fmla="*/ 451864 h 827823"/>
                <a:gd name="csX190" fmla="*/ 5166 w 1290574"/>
                <a:gd name="csY190" fmla="*/ 467046 h 827823"/>
                <a:gd name="csX191" fmla="*/ 8690 w 1290574"/>
                <a:gd name="csY191" fmla="*/ 482228 h 827823"/>
                <a:gd name="csX192" fmla="*/ 13186 w 1290574"/>
                <a:gd name="csY192" fmla="*/ 497411 h 827823"/>
                <a:gd name="csX193" fmla="*/ 18060 w 1290574"/>
                <a:gd name="csY193" fmla="*/ 510825 h 827823"/>
                <a:gd name="csX194" fmla="*/ 18667 w 1290574"/>
                <a:gd name="csY194" fmla="*/ 512593 h 827823"/>
                <a:gd name="csX195" fmla="*/ 24784 w 1290574"/>
                <a:gd name="csY195" fmla="*/ 527775 h 827823"/>
                <a:gd name="csX196" fmla="*/ 32020 w 1290574"/>
                <a:gd name="csY196" fmla="*/ 542957 h 827823"/>
                <a:gd name="csX197" fmla="*/ 40485 w 1290574"/>
                <a:gd name="csY197" fmla="*/ 558138 h 827823"/>
                <a:gd name="csX198" fmla="*/ 41729 w 1290574"/>
                <a:gd name="csY198" fmla="*/ 560141 h 827823"/>
                <a:gd name="csX199" fmla="*/ 49666 w 1290574"/>
                <a:gd name="csY199" fmla="*/ 573320 h 827823"/>
                <a:gd name="csX200" fmla="*/ 60158 w 1290574"/>
                <a:gd name="csY200" fmla="*/ 588503 h 827823"/>
                <a:gd name="csX201" fmla="*/ 65398 w 1290574"/>
                <a:gd name="csY201" fmla="*/ 595302 h 827823"/>
                <a:gd name="csX202" fmla="*/ 71753 w 1290574"/>
                <a:gd name="csY202" fmla="*/ 603685 h 827823"/>
                <a:gd name="csX203" fmla="*/ 84640 w 1290574"/>
                <a:gd name="csY203" fmla="*/ 618867 h 827823"/>
                <a:gd name="csX204" fmla="*/ 89067 w 1290574"/>
                <a:gd name="csY204" fmla="*/ 623626 h 827823"/>
                <a:gd name="csX205" fmla="*/ 98752 w 1290574"/>
                <a:gd name="csY205" fmla="*/ 634049 h 827823"/>
                <a:gd name="csX206" fmla="*/ 112736 w 1290574"/>
                <a:gd name="csY206" fmla="*/ 647555 h 827823"/>
                <a:gd name="csX207" fmla="*/ 114488 w 1290574"/>
                <a:gd name="csY207" fmla="*/ 649231 h 827823"/>
                <a:gd name="csX208" fmla="*/ 131597 w 1290574"/>
                <a:gd name="csY208" fmla="*/ 664414 h 827823"/>
                <a:gd name="csX209" fmla="*/ 136404 w 1290574"/>
                <a:gd name="csY209" fmla="*/ 668360 h 827823"/>
                <a:gd name="csX210" fmla="*/ 150453 w 1290574"/>
                <a:gd name="csY210" fmla="*/ 679595 h 827823"/>
                <a:gd name="csX211" fmla="*/ 160074 w 1290574"/>
                <a:gd name="csY211" fmla="*/ 686746 h 827823"/>
                <a:gd name="csX212" fmla="*/ 171290 w 1290574"/>
                <a:gd name="csY212" fmla="*/ 694777 h 827823"/>
                <a:gd name="csX213" fmla="*/ 183742 w 1290574"/>
                <a:gd name="csY213" fmla="*/ 703166 h 827823"/>
                <a:gd name="csX214" fmla="*/ 194333 w 1290574"/>
                <a:gd name="csY214" fmla="*/ 709959 h 827823"/>
                <a:gd name="csX215" fmla="*/ 207411 w 1290574"/>
                <a:gd name="csY215" fmla="*/ 717947 h 827823"/>
                <a:gd name="csX216" fmla="*/ 219933 w 1290574"/>
                <a:gd name="csY216" fmla="*/ 725141 h 827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290574" h="827823">
                  <a:moveTo>
                    <a:pt x="219933" y="725141"/>
                  </a:moveTo>
                  <a:lnTo>
                    <a:pt x="231080" y="731311"/>
                  </a:lnTo>
                  <a:lnTo>
                    <a:pt x="248597" y="740325"/>
                  </a:lnTo>
                  <a:lnTo>
                    <a:pt x="254749" y="743407"/>
                  </a:lnTo>
                  <a:lnTo>
                    <a:pt x="278417" y="754387"/>
                  </a:lnTo>
                  <a:lnTo>
                    <a:pt x="281030" y="755504"/>
                  </a:lnTo>
                  <a:lnTo>
                    <a:pt x="302087" y="764472"/>
                  </a:lnTo>
                  <a:lnTo>
                    <a:pt x="318335" y="770682"/>
                  </a:lnTo>
                  <a:lnTo>
                    <a:pt x="325751" y="773530"/>
                  </a:lnTo>
                  <a:lnTo>
                    <a:pt x="349430" y="781796"/>
                  </a:lnTo>
                  <a:lnTo>
                    <a:pt x="362498" y="785872"/>
                  </a:lnTo>
                  <a:lnTo>
                    <a:pt x="373097" y="789234"/>
                  </a:lnTo>
                  <a:lnTo>
                    <a:pt x="396765" y="795958"/>
                  </a:lnTo>
                  <a:lnTo>
                    <a:pt x="417305" y="801051"/>
                  </a:lnTo>
                  <a:lnTo>
                    <a:pt x="420432" y="801855"/>
                  </a:lnTo>
                  <a:lnTo>
                    <a:pt x="444099" y="807284"/>
                  </a:lnTo>
                  <a:lnTo>
                    <a:pt x="467767" y="811919"/>
                  </a:lnTo>
                  <a:lnTo>
                    <a:pt x="491434" y="815839"/>
                  </a:lnTo>
                  <a:lnTo>
                    <a:pt x="494193" y="816230"/>
                  </a:lnTo>
                  <a:lnTo>
                    <a:pt x="515101" y="819357"/>
                  </a:lnTo>
                  <a:lnTo>
                    <a:pt x="538780" y="822239"/>
                  </a:lnTo>
                  <a:lnTo>
                    <a:pt x="562447" y="824506"/>
                  </a:lnTo>
                  <a:lnTo>
                    <a:pt x="586115" y="826171"/>
                  </a:lnTo>
                  <a:lnTo>
                    <a:pt x="609782" y="827276"/>
                  </a:lnTo>
                  <a:lnTo>
                    <a:pt x="633450" y="827824"/>
                  </a:lnTo>
                  <a:lnTo>
                    <a:pt x="657117" y="827824"/>
                  </a:lnTo>
                  <a:lnTo>
                    <a:pt x="680784" y="827276"/>
                  </a:lnTo>
                  <a:lnTo>
                    <a:pt x="704452" y="826171"/>
                  </a:lnTo>
                  <a:lnTo>
                    <a:pt x="728130" y="824506"/>
                  </a:lnTo>
                  <a:lnTo>
                    <a:pt x="751798" y="822239"/>
                  </a:lnTo>
                  <a:lnTo>
                    <a:pt x="775465" y="819357"/>
                  </a:lnTo>
                  <a:lnTo>
                    <a:pt x="796374" y="816230"/>
                  </a:lnTo>
                  <a:lnTo>
                    <a:pt x="799133" y="815839"/>
                  </a:lnTo>
                  <a:lnTo>
                    <a:pt x="822800" y="811919"/>
                  </a:lnTo>
                  <a:lnTo>
                    <a:pt x="846467" y="807284"/>
                  </a:lnTo>
                  <a:lnTo>
                    <a:pt x="870135" y="801855"/>
                  </a:lnTo>
                  <a:lnTo>
                    <a:pt x="873262" y="801051"/>
                  </a:lnTo>
                  <a:lnTo>
                    <a:pt x="893813" y="795958"/>
                  </a:lnTo>
                  <a:lnTo>
                    <a:pt x="917481" y="789234"/>
                  </a:lnTo>
                  <a:lnTo>
                    <a:pt x="928080" y="785872"/>
                  </a:lnTo>
                  <a:lnTo>
                    <a:pt x="941148" y="781796"/>
                  </a:lnTo>
                  <a:lnTo>
                    <a:pt x="964815" y="773530"/>
                  </a:lnTo>
                  <a:lnTo>
                    <a:pt x="972232" y="770682"/>
                  </a:lnTo>
                  <a:lnTo>
                    <a:pt x="988483" y="764472"/>
                  </a:lnTo>
                  <a:lnTo>
                    <a:pt x="1009537" y="755504"/>
                  </a:lnTo>
                  <a:lnTo>
                    <a:pt x="1012150" y="754387"/>
                  </a:lnTo>
                  <a:lnTo>
                    <a:pt x="1035818" y="743407"/>
                  </a:lnTo>
                  <a:lnTo>
                    <a:pt x="1041972" y="740325"/>
                  </a:lnTo>
                  <a:lnTo>
                    <a:pt x="1059485" y="731311"/>
                  </a:lnTo>
                  <a:lnTo>
                    <a:pt x="1070643" y="725141"/>
                  </a:lnTo>
                  <a:lnTo>
                    <a:pt x="1083164" y="717947"/>
                  </a:lnTo>
                  <a:lnTo>
                    <a:pt x="1096232" y="709959"/>
                  </a:lnTo>
                  <a:lnTo>
                    <a:pt x="1106831" y="703166"/>
                  </a:lnTo>
                  <a:lnTo>
                    <a:pt x="1119285" y="694777"/>
                  </a:lnTo>
                  <a:lnTo>
                    <a:pt x="1130498" y="686746"/>
                  </a:lnTo>
                  <a:lnTo>
                    <a:pt x="1140115" y="679595"/>
                  </a:lnTo>
                  <a:lnTo>
                    <a:pt x="1154166" y="668360"/>
                  </a:lnTo>
                  <a:lnTo>
                    <a:pt x="1158968" y="664414"/>
                  </a:lnTo>
                  <a:lnTo>
                    <a:pt x="1176080" y="649231"/>
                  </a:lnTo>
                  <a:lnTo>
                    <a:pt x="1177833" y="647555"/>
                  </a:lnTo>
                  <a:lnTo>
                    <a:pt x="1191817" y="634049"/>
                  </a:lnTo>
                  <a:lnTo>
                    <a:pt x="1201501" y="623626"/>
                  </a:lnTo>
                  <a:lnTo>
                    <a:pt x="1205935" y="618867"/>
                  </a:lnTo>
                  <a:lnTo>
                    <a:pt x="1218813" y="603685"/>
                  </a:lnTo>
                  <a:lnTo>
                    <a:pt x="1225168" y="595302"/>
                  </a:lnTo>
                  <a:lnTo>
                    <a:pt x="1230406" y="588503"/>
                  </a:lnTo>
                  <a:lnTo>
                    <a:pt x="1240905" y="573320"/>
                  </a:lnTo>
                  <a:lnTo>
                    <a:pt x="1248835" y="560141"/>
                  </a:lnTo>
                  <a:lnTo>
                    <a:pt x="1250086" y="558138"/>
                  </a:lnTo>
                  <a:lnTo>
                    <a:pt x="1258553" y="542957"/>
                  </a:lnTo>
                  <a:lnTo>
                    <a:pt x="1265790" y="527775"/>
                  </a:lnTo>
                  <a:lnTo>
                    <a:pt x="1271900" y="512593"/>
                  </a:lnTo>
                  <a:lnTo>
                    <a:pt x="1272514" y="510825"/>
                  </a:lnTo>
                  <a:lnTo>
                    <a:pt x="1277384" y="497411"/>
                  </a:lnTo>
                  <a:lnTo>
                    <a:pt x="1281885" y="482228"/>
                  </a:lnTo>
                  <a:lnTo>
                    <a:pt x="1285403" y="467046"/>
                  </a:lnTo>
                  <a:lnTo>
                    <a:pt x="1288006" y="451864"/>
                  </a:lnTo>
                  <a:lnTo>
                    <a:pt x="1289714" y="436682"/>
                  </a:lnTo>
                  <a:lnTo>
                    <a:pt x="1290574" y="421500"/>
                  </a:lnTo>
                  <a:lnTo>
                    <a:pt x="1290574" y="406319"/>
                  </a:lnTo>
                  <a:lnTo>
                    <a:pt x="1289714" y="391136"/>
                  </a:lnTo>
                  <a:lnTo>
                    <a:pt x="1288006" y="375954"/>
                  </a:lnTo>
                  <a:lnTo>
                    <a:pt x="1285403" y="360772"/>
                  </a:lnTo>
                  <a:lnTo>
                    <a:pt x="1281885" y="345590"/>
                  </a:lnTo>
                  <a:lnTo>
                    <a:pt x="1277384" y="330407"/>
                  </a:lnTo>
                  <a:lnTo>
                    <a:pt x="1272514" y="316993"/>
                  </a:lnTo>
                  <a:lnTo>
                    <a:pt x="1271900" y="315225"/>
                  </a:lnTo>
                  <a:lnTo>
                    <a:pt x="1265790" y="300043"/>
                  </a:lnTo>
                  <a:lnTo>
                    <a:pt x="1258553" y="284861"/>
                  </a:lnTo>
                  <a:lnTo>
                    <a:pt x="1250086" y="269680"/>
                  </a:lnTo>
                  <a:lnTo>
                    <a:pt x="1248835" y="267677"/>
                  </a:lnTo>
                  <a:lnTo>
                    <a:pt x="1240905" y="254498"/>
                  </a:lnTo>
                  <a:lnTo>
                    <a:pt x="1230406" y="239315"/>
                  </a:lnTo>
                  <a:lnTo>
                    <a:pt x="1225168" y="232516"/>
                  </a:lnTo>
                  <a:lnTo>
                    <a:pt x="1218813" y="224133"/>
                  </a:lnTo>
                  <a:lnTo>
                    <a:pt x="1205935" y="208951"/>
                  </a:lnTo>
                  <a:lnTo>
                    <a:pt x="1201501" y="204192"/>
                  </a:lnTo>
                  <a:lnTo>
                    <a:pt x="1191817" y="193769"/>
                  </a:lnTo>
                  <a:lnTo>
                    <a:pt x="1177833" y="180262"/>
                  </a:lnTo>
                  <a:lnTo>
                    <a:pt x="1176080" y="178587"/>
                  </a:lnTo>
                  <a:lnTo>
                    <a:pt x="1158968" y="163404"/>
                  </a:lnTo>
                  <a:lnTo>
                    <a:pt x="1154166" y="159458"/>
                  </a:lnTo>
                  <a:lnTo>
                    <a:pt x="1140115" y="148222"/>
                  </a:lnTo>
                  <a:lnTo>
                    <a:pt x="1130498" y="141072"/>
                  </a:lnTo>
                  <a:lnTo>
                    <a:pt x="1119285" y="133041"/>
                  </a:lnTo>
                  <a:lnTo>
                    <a:pt x="1106831" y="124652"/>
                  </a:lnTo>
                  <a:lnTo>
                    <a:pt x="1096232" y="117859"/>
                  </a:lnTo>
                  <a:lnTo>
                    <a:pt x="1083164" y="109871"/>
                  </a:lnTo>
                  <a:lnTo>
                    <a:pt x="1070643" y="102677"/>
                  </a:lnTo>
                  <a:lnTo>
                    <a:pt x="1059485" y="96506"/>
                  </a:lnTo>
                  <a:lnTo>
                    <a:pt x="1041972" y="87495"/>
                  </a:lnTo>
                  <a:lnTo>
                    <a:pt x="1035818" y="84411"/>
                  </a:lnTo>
                  <a:lnTo>
                    <a:pt x="1012150" y="73436"/>
                  </a:lnTo>
                  <a:lnTo>
                    <a:pt x="1009537" y="72312"/>
                  </a:lnTo>
                  <a:lnTo>
                    <a:pt x="988483" y="63342"/>
                  </a:lnTo>
                  <a:lnTo>
                    <a:pt x="972232" y="57130"/>
                  </a:lnTo>
                  <a:lnTo>
                    <a:pt x="964815" y="54291"/>
                  </a:lnTo>
                  <a:lnTo>
                    <a:pt x="941148" y="46024"/>
                  </a:lnTo>
                  <a:lnTo>
                    <a:pt x="928080" y="41948"/>
                  </a:lnTo>
                  <a:lnTo>
                    <a:pt x="917481" y="38587"/>
                  </a:lnTo>
                  <a:lnTo>
                    <a:pt x="893813" y="31858"/>
                  </a:lnTo>
                  <a:lnTo>
                    <a:pt x="873262" y="26766"/>
                  </a:lnTo>
                  <a:lnTo>
                    <a:pt x="870135" y="25967"/>
                  </a:lnTo>
                  <a:lnTo>
                    <a:pt x="846467" y="20538"/>
                  </a:lnTo>
                  <a:lnTo>
                    <a:pt x="822800" y="15897"/>
                  </a:lnTo>
                  <a:lnTo>
                    <a:pt x="799133" y="11973"/>
                  </a:lnTo>
                  <a:lnTo>
                    <a:pt x="796374" y="11584"/>
                  </a:lnTo>
                  <a:lnTo>
                    <a:pt x="775465" y="8457"/>
                  </a:lnTo>
                  <a:lnTo>
                    <a:pt x="751798" y="5573"/>
                  </a:lnTo>
                  <a:lnTo>
                    <a:pt x="728130" y="3313"/>
                  </a:lnTo>
                  <a:lnTo>
                    <a:pt x="704452" y="1645"/>
                  </a:lnTo>
                  <a:lnTo>
                    <a:pt x="680784" y="545"/>
                  </a:lnTo>
                  <a:lnTo>
                    <a:pt x="657117" y="0"/>
                  </a:lnTo>
                  <a:lnTo>
                    <a:pt x="633450" y="0"/>
                  </a:lnTo>
                  <a:lnTo>
                    <a:pt x="609782" y="545"/>
                  </a:lnTo>
                  <a:lnTo>
                    <a:pt x="586115" y="1645"/>
                  </a:lnTo>
                  <a:lnTo>
                    <a:pt x="562447" y="3313"/>
                  </a:lnTo>
                  <a:lnTo>
                    <a:pt x="538780" y="5573"/>
                  </a:lnTo>
                  <a:lnTo>
                    <a:pt x="515101" y="8457"/>
                  </a:lnTo>
                  <a:lnTo>
                    <a:pt x="494193" y="11584"/>
                  </a:lnTo>
                  <a:lnTo>
                    <a:pt x="491434" y="11973"/>
                  </a:lnTo>
                  <a:lnTo>
                    <a:pt x="467767" y="15897"/>
                  </a:lnTo>
                  <a:lnTo>
                    <a:pt x="444099" y="20538"/>
                  </a:lnTo>
                  <a:lnTo>
                    <a:pt x="420432" y="25967"/>
                  </a:lnTo>
                  <a:lnTo>
                    <a:pt x="417305" y="26766"/>
                  </a:lnTo>
                  <a:lnTo>
                    <a:pt x="396765" y="31858"/>
                  </a:lnTo>
                  <a:lnTo>
                    <a:pt x="373097" y="38587"/>
                  </a:lnTo>
                  <a:lnTo>
                    <a:pt x="362498" y="41948"/>
                  </a:lnTo>
                  <a:lnTo>
                    <a:pt x="349430" y="46024"/>
                  </a:lnTo>
                  <a:lnTo>
                    <a:pt x="325751" y="54291"/>
                  </a:lnTo>
                  <a:lnTo>
                    <a:pt x="318335" y="57130"/>
                  </a:lnTo>
                  <a:lnTo>
                    <a:pt x="302087" y="63342"/>
                  </a:lnTo>
                  <a:lnTo>
                    <a:pt x="281030" y="72312"/>
                  </a:lnTo>
                  <a:lnTo>
                    <a:pt x="278417" y="73436"/>
                  </a:lnTo>
                  <a:lnTo>
                    <a:pt x="254749" y="84411"/>
                  </a:lnTo>
                  <a:lnTo>
                    <a:pt x="248597" y="87495"/>
                  </a:lnTo>
                  <a:lnTo>
                    <a:pt x="231080" y="96506"/>
                  </a:lnTo>
                  <a:lnTo>
                    <a:pt x="219933" y="102677"/>
                  </a:lnTo>
                  <a:lnTo>
                    <a:pt x="207411" y="109871"/>
                  </a:lnTo>
                  <a:lnTo>
                    <a:pt x="194333" y="117859"/>
                  </a:lnTo>
                  <a:lnTo>
                    <a:pt x="183742" y="124652"/>
                  </a:lnTo>
                  <a:lnTo>
                    <a:pt x="171290" y="133041"/>
                  </a:lnTo>
                  <a:lnTo>
                    <a:pt x="160074" y="141072"/>
                  </a:lnTo>
                  <a:lnTo>
                    <a:pt x="150453" y="148222"/>
                  </a:lnTo>
                  <a:lnTo>
                    <a:pt x="136404" y="159458"/>
                  </a:lnTo>
                  <a:lnTo>
                    <a:pt x="131597" y="163404"/>
                  </a:lnTo>
                  <a:lnTo>
                    <a:pt x="114488" y="178587"/>
                  </a:lnTo>
                  <a:lnTo>
                    <a:pt x="112736" y="180262"/>
                  </a:lnTo>
                  <a:lnTo>
                    <a:pt x="98752" y="193769"/>
                  </a:lnTo>
                  <a:lnTo>
                    <a:pt x="89067" y="204192"/>
                  </a:lnTo>
                  <a:lnTo>
                    <a:pt x="84640" y="208951"/>
                  </a:lnTo>
                  <a:lnTo>
                    <a:pt x="71753" y="224133"/>
                  </a:lnTo>
                  <a:lnTo>
                    <a:pt x="65398" y="232516"/>
                  </a:lnTo>
                  <a:lnTo>
                    <a:pt x="60158" y="239315"/>
                  </a:lnTo>
                  <a:lnTo>
                    <a:pt x="49666" y="254498"/>
                  </a:lnTo>
                  <a:lnTo>
                    <a:pt x="41729" y="267677"/>
                  </a:lnTo>
                  <a:lnTo>
                    <a:pt x="40485" y="269680"/>
                  </a:lnTo>
                  <a:lnTo>
                    <a:pt x="32020" y="284861"/>
                  </a:lnTo>
                  <a:lnTo>
                    <a:pt x="24784" y="300043"/>
                  </a:lnTo>
                  <a:lnTo>
                    <a:pt x="18667" y="315225"/>
                  </a:lnTo>
                  <a:lnTo>
                    <a:pt x="18060" y="316993"/>
                  </a:lnTo>
                  <a:lnTo>
                    <a:pt x="13186" y="330407"/>
                  </a:lnTo>
                  <a:lnTo>
                    <a:pt x="8690" y="345590"/>
                  </a:lnTo>
                  <a:lnTo>
                    <a:pt x="5166" y="360772"/>
                  </a:lnTo>
                  <a:lnTo>
                    <a:pt x="2566" y="375954"/>
                  </a:lnTo>
                  <a:lnTo>
                    <a:pt x="851" y="391136"/>
                  </a:lnTo>
                  <a:lnTo>
                    <a:pt x="0" y="406319"/>
                  </a:lnTo>
                  <a:lnTo>
                    <a:pt x="0" y="421500"/>
                  </a:lnTo>
                  <a:lnTo>
                    <a:pt x="851" y="436682"/>
                  </a:lnTo>
                  <a:lnTo>
                    <a:pt x="2566" y="451864"/>
                  </a:lnTo>
                  <a:lnTo>
                    <a:pt x="5166" y="467046"/>
                  </a:lnTo>
                  <a:lnTo>
                    <a:pt x="8690" y="482228"/>
                  </a:lnTo>
                  <a:lnTo>
                    <a:pt x="13186" y="497411"/>
                  </a:lnTo>
                  <a:lnTo>
                    <a:pt x="18060" y="510825"/>
                  </a:lnTo>
                  <a:lnTo>
                    <a:pt x="18667" y="512593"/>
                  </a:lnTo>
                  <a:lnTo>
                    <a:pt x="24784" y="527775"/>
                  </a:lnTo>
                  <a:lnTo>
                    <a:pt x="32020" y="542957"/>
                  </a:lnTo>
                  <a:lnTo>
                    <a:pt x="40485" y="558138"/>
                  </a:lnTo>
                  <a:lnTo>
                    <a:pt x="41729" y="560141"/>
                  </a:lnTo>
                  <a:lnTo>
                    <a:pt x="49666" y="573320"/>
                  </a:lnTo>
                  <a:lnTo>
                    <a:pt x="60158" y="588503"/>
                  </a:lnTo>
                  <a:lnTo>
                    <a:pt x="65398" y="595302"/>
                  </a:lnTo>
                  <a:lnTo>
                    <a:pt x="71753" y="603685"/>
                  </a:lnTo>
                  <a:lnTo>
                    <a:pt x="84640" y="618867"/>
                  </a:lnTo>
                  <a:lnTo>
                    <a:pt x="89067" y="623626"/>
                  </a:lnTo>
                  <a:lnTo>
                    <a:pt x="98752" y="634049"/>
                  </a:lnTo>
                  <a:lnTo>
                    <a:pt x="112736" y="647555"/>
                  </a:lnTo>
                  <a:lnTo>
                    <a:pt x="114488" y="649231"/>
                  </a:lnTo>
                  <a:lnTo>
                    <a:pt x="131597" y="664414"/>
                  </a:lnTo>
                  <a:lnTo>
                    <a:pt x="136404" y="668360"/>
                  </a:lnTo>
                  <a:lnTo>
                    <a:pt x="150453" y="679595"/>
                  </a:lnTo>
                  <a:lnTo>
                    <a:pt x="160074" y="686746"/>
                  </a:lnTo>
                  <a:lnTo>
                    <a:pt x="171290" y="694777"/>
                  </a:lnTo>
                  <a:lnTo>
                    <a:pt x="183742" y="703166"/>
                  </a:lnTo>
                  <a:lnTo>
                    <a:pt x="194333" y="709959"/>
                  </a:lnTo>
                  <a:lnTo>
                    <a:pt x="207411" y="717947"/>
                  </a:lnTo>
                  <a:lnTo>
                    <a:pt x="219933" y="72514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7BF6C6E3-8639-9061-E51E-93AF7D19A3EE}"/>
                </a:ext>
              </a:extLst>
            </p:cNvPr>
            <p:cNvSpPr/>
            <p:nvPr/>
          </p:nvSpPr>
          <p:spPr>
            <a:xfrm>
              <a:off x="7148548" y="3250937"/>
              <a:ext cx="1126751" cy="722745"/>
            </a:xfrm>
            <a:custGeom>
              <a:avLst/>
              <a:gdLst>
                <a:gd name="csX0" fmla="*/ 208956 w 1126751"/>
                <a:gd name="csY0" fmla="*/ 642238 h 722745"/>
                <a:gd name="csX1" fmla="*/ 220178 w 1126751"/>
                <a:gd name="csY1" fmla="*/ 647973 h 722745"/>
                <a:gd name="csX2" fmla="*/ 240402 w 1126751"/>
                <a:gd name="csY2" fmla="*/ 657421 h 722745"/>
                <a:gd name="csX3" fmla="*/ 243842 w 1126751"/>
                <a:gd name="csY3" fmla="*/ 658989 h 722745"/>
                <a:gd name="csX4" fmla="*/ 267521 w 1126751"/>
                <a:gd name="csY4" fmla="*/ 668925 h 722745"/>
                <a:gd name="csX5" fmla="*/ 277249 w 1126751"/>
                <a:gd name="csY5" fmla="*/ 672603 h 722745"/>
                <a:gd name="csX6" fmla="*/ 291188 w 1126751"/>
                <a:gd name="csY6" fmla="*/ 677812 h 722745"/>
                <a:gd name="csX7" fmla="*/ 314856 w 1126751"/>
                <a:gd name="csY7" fmla="*/ 685698 h 722745"/>
                <a:gd name="csX8" fmla="*/ 321881 w 1126751"/>
                <a:gd name="csY8" fmla="*/ 687786 h 722745"/>
                <a:gd name="csX9" fmla="*/ 338523 w 1126751"/>
                <a:gd name="csY9" fmla="*/ 692768 h 722745"/>
                <a:gd name="csX10" fmla="*/ 362190 w 1126751"/>
                <a:gd name="csY10" fmla="*/ 698966 h 722745"/>
                <a:gd name="csX11" fmla="*/ 379916 w 1126751"/>
                <a:gd name="csY11" fmla="*/ 702965 h 722745"/>
                <a:gd name="csX12" fmla="*/ 385858 w 1126751"/>
                <a:gd name="csY12" fmla="*/ 704339 h 722745"/>
                <a:gd name="csX13" fmla="*/ 409525 w 1126751"/>
                <a:gd name="csY13" fmla="*/ 709086 h 722745"/>
                <a:gd name="csX14" fmla="*/ 433193 w 1126751"/>
                <a:gd name="csY14" fmla="*/ 713040 h 722745"/>
                <a:gd name="csX15" fmla="*/ 456871 w 1126751"/>
                <a:gd name="csY15" fmla="*/ 716245 h 722745"/>
                <a:gd name="csX16" fmla="*/ 474675 w 1126751"/>
                <a:gd name="csY16" fmla="*/ 718144 h 722745"/>
                <a:gd name="csX17" fmla="*/ 480539 w 1126751"/>
                <a:gd name="csY17" fmla="*/ 718803 h 722745"/>
                <a:gd name="csX18" fmla="*/ 504206 w 1126751"/>
                <a:gd name="csY18" fmla="*/ 720791 h 722745"/>
                <a:gd name="csX19" fmla="*/ 527873 w 1126751"/>
                <a:gd name="csY19" fmla="*/ 722087 h 722745"/>
                <a:gd name="csX20" fmla="*/ 551541 w 1126751"/>
                <a:gd name="csY20" fmla="*/ 722746 h 722745"/>
                <a:gd name="csX21" fmla="*/ 575208 w 1126751"/>
                <a:gd name="csY21" fmla="*/ 722746 h 722745"/>
                <a:gd name="csX22" fmla="*/ 598875 w 1126751"/>
                <a:gd name="csY22" fmla="*/ 722087 h 722745"/>
                <a:gd name="csX23" fmla="*/ 622543 w 1126751"/>
                <a:gd name="csY23" fmla="*/ 720791 h 722745"/>
                <a:gd name="csX24" fmla="*/ 646221 w 1126751"/>
                <a:gd name="csY24" fmla="*/ 718803 h 722745"/>
                <a:gd name="csX25" fmla="*/ 652074 w 1126751"/>
                <a:gd name="csY25" fmla="*/ 718144 h 722745"/>
                <a:gd name="csX26" fmla="*/ 669889 w 1126751"/>
                <a:gd name="csY26" fmla="*/ 716245 h 722745"/>
                <a:gd name="csX27" fmla="*/ 693556 w 1126751"/>
                <a:gd name="csY27" fmla="*/ 713040 h 722745"/>
                <a:gd name="csX28" fmla="*/ 717224 w 1126751"/>
                <a:gd name="csY28" fmla="*/ 709086 h 722745"/>
                <a:gd name="csX29" fmla="*/ 740891 w 1126751"/>
                <a:gd name="csY29" fmla="*/ 704339 h 722745"/>
                <a:gd name="csX30" fmla="*/ 746844 w 1126751"/>
                <a:gd name="csY30" fmla="*/ 702965 h 722745"/>
                <a:gd name="csX31" fmla="*/ 764558 w 1126751"/>
                <a:gd name="csY31" fmla="*/ 698966 h 722745"/>
                <a:gd name="csX32" fmla="*/ 788226 w 1126751"/>
                <a:gd name="csY32" fmla="*/ 692768 h 722745"/>
                <a:gd name="csX33" fmla="*/ 804868 w 1126751"/>
                <a:gd name="csY33" fmla="*/ 687786 h 722745"/>
                <a:gd name="csX34" fmla="*/ 811904 w 1126751"/>
                <a:gd name="csY34" fmla="*/ 685698 h 722745"/>
                <a:gd name="csX35" fmla="*/ 835572 w 1126751"/>
                <a:gd name="csY35" fmla="*/ 677812 h 722745"/>
                <a:gd name="csX36" fmla="*/ 849500 w 1126751"/>
                <a:gd name="csY36" fmla="*/ 672603 h 722745"/>
                <a:gd name="csX37" fmla="*/ 859239 w 1126751"/>
                <a:gd name="csY37" fmla="*/ 668925 h 722745"/>
                <a:gd name="csX38" fmla="*/ 882907 w 1126751"/>
                <a:gd name="csY38" fmla="*/ 658989 h 722745"/>
                <a:gd name="csX39" fmla="*/ 886347 w 1126751"/>
                <a:gd name="csY39" fmla="*/ 657421 h 722745"/>
                <a:gd name="csX40" fmla="*/ 906574 w 1126751"/>
                <a:gd name="csY40" fmla="*/ 647973 h 722745"/>
                <a:gd name="csX41" fmla="*/ 917799 w 1126751"/>
                <a:gd name="csY41" fmla="*/ 642238 h 722745"/>
                <a:gd name="csX42" fmla="*/ 930241 w 1126751"/>
                <a:gd name="csY42" fmla="*/ 635632 h 722745"/>
                <a:gd name="csX43" fmla="*/ 945219 w 1126751"/>
                <a:gd name="csY43" fmla="*/ 627056 h 722745"/>
                <a:gd name="csX44" fmla="*/ 953909 w 1126751"/>
                <a:gd name="csY44" fmla="*/ 621818 h 722745"/>
                <a:gd name="csX45" fmla="*/ 969411 w 1126751"/>
                <a:gd name="csY45" fmla="*/ 611875 h 722745"/>
                <a:gd name="csX46" fmla="*/ 977576 w 1126751"/>
                <a:gd name="csY46" fmla="*/ 606296 h 722745"/>
                <a:gd name="csX47" fmla="*/ 990946 w 1126751"/>
                <a:gd name="csY47" fmla="*/ 596693 h 722745"/>
                <a:gd name="csX48" fmla="*/ 1001255 w 1126751"/>
                <a:gd name="csY48" fmla="*/ 588708 h 722745"/>
                <a:gd name="csX49" fmla="*/ 1010190 w 1126751"/>
                <a:gd name="csY49" fmla="*/ 581511 h 722745"/>
                <a:gd name="csX50" fmla="*/ 1024922 w 1126751"/>
                <a:gd name="csY50" fmla="*/ 568539 h 722745"/>
                <a:gd name="csX51" fmla="*/ 1027368 w 1126751"/>
                <a:gd name="csY51" fmla="*/ 566329 h 722745"/>
                <a:gd name="csX52" fmla="*/ 1042849 w 1126751"/>
                <a:gd name="csY52" fmla="*/ 551146 h 722745"/>
                <a:gd name="csX53" fmla="*/ 1048590 w 1126751"/>
                <a:gd name="csY53" fmla="*/ 544901 h 722745"/>
                <a:gd name="csX54" fmla="*/ 1056709 w 1126751"/>
                <a:gd name="csY54" fmla="*/ 535964 h 722745"/>
                <a:gd name="csX55" fmla="*/ 1068996 w 1126751"/>
                <a:gd name="csY55" fmla="*/ 520782 h 722745"/>
                <a:gd name="csX56" fmla="*/ 1072257 w 1126751"/>
                <a:gd name="csY56" fmla="*/ 516275 h 722745"/>
                <a:gd name="csX57" fmla="*/ 1080031 w 1126751"/>
                <a:gd name="csY57" fmla="*/ 505600 h 722745"/>
                <a:gd name="csX58" fmla="*/ 1089692 w 1126751"/>
                <a:gd name="csY58" fmla="*/ 490419 h 722745"/>
                <a:gd name="csX59" fmla="*/ 1095924 w 1126751"/>
                <a:gd name="csY59" fmla="*/ 479052 h 722745"/>
                <a:gd name="csX60" fmla="*/ 1098069 w 1126751"/>
                <a:gd name="csY60" fmla="*/ 475236 h 722745"/>
                <a:gd name="csX61" fmla="*/ 1105463 w 1126751"/>
                <a:gd name="csY61" fmla="*/ 460054 h 722745"/>
                <a:gd name="csX62" fmla="*/ 1111628 w 1126751"/>
                <a:gd name="csY62" fmla="*/ 444872 h 722745"/>
                <a:gd name="csX63" fmla="*/ 1116632 w 1126751"/>
                <a:gd name="csY63" fmla="*/ 429690 h 722745"/>
                <a:gd name="csX64" fmla="*/ 1119592 w 1126751"/>
                <a:gd name="csY64" fmla="*/ 418265 h 722745"/>
                <a:gd name="csX65" fmla="*/ 1120619 w 1126751"/>
                <a:gd name="csY65" fmla="*/ 414508 h 722745"/>
                <a:gd name="csX66" fmla="*/ 1123702 w 1126751"/>
                <a:gd name="csY66" fmla="*/ 399325 h 722745"/>
                <a:gd name="csX67" fmla="*/ 1125746 w 1126751"/>
                <a:gd name="csY67" fmla="*/ 384143 h 722745"/>
                <a:gd name="csX68" fmla="*/ 1126751 w 1126751"/>
                <a:gd name="csY68" fmla="*/ 368961 h 722745"/>
                <a:gd name="csX69" fmla="*/ 1126751 w 1126751"/>
                <a:gd name="csY69" fmla="*/ 353780 h 722745"/>
                <a:gd name="csX70" fmla="*/ 1125746 w 1126751"/>
                <a:gd name="csY70" fmla="*/ 338598 h 722745"/>
                <a:gd name="csX71" fmla="*/ 1123702 w 1126751"/>
                <a:gd name="csY71" fmla="*/ 323416 h 722745"/>
                <a:gd name="csX72" fmla="*/ 1120619 w 1126751"/>
                <a:gd name="csY72" fmla="*/ 308233 h 722745"/>
                <a:gd name="csX73" fmla="*/ 1119592 w 1126751"/>
                <a:gd name="csY73" fmla="*/ 304476 h 722745"/>
                <a:gd name="csX74" fmla="*/ 1116632 w 1126751"/>
                <a:gd name="csY74" fmla="*/ 293051 h 722745"/>
                <a:gd name="csX75" fmla="*/ 1111628 w 1126751"/>
                <a:gd name="csY75" fmla="*/ 277869 h 722745"/>
                <a:gd name="csX76" fmla="*/ 1105463 w 1126751"/>
                <a:gd name="csY76" fmla="*/ 262687 h 722745"/>
                <a:gd name="csX77" fmla="*/ 1098069 w 1126751"/>
                <a:gd name="csY77" fmla="*/ 247505 h 722745"/>
                <a:gd name="csX78" fmla="*/ 1095924 w 1126751"/>
                <a:gd name="csY78" fmla="*/ 243689 h 722745"/>
                <a:gd name="csX79" fmla="*/ 1089692 w 1126751"/>
                <a:gd name="csY79" fmla="*/ 232322 h 722745"/>
                <a:gd name="csX80" fmla="*/ 1080031 w 1126751"/>
                <a:gd name="csY80" fmla="*/ 217141 h 722745"/>
                <a:gd name="csX81" fmla="*/ 1072257 w 1126751"/>
                <a:gd name="csY81" fmla="*/ 206466 h 722745"/>
                <a:gd name="csX82" fmla="*/ 1068996 w 1126751"/>
                <a:gd name="csY82" fmla="*/ 201959 h 722745"/>
                <a:gd name="csX83" fmla="*/ 1056709 w 1126751"/>
                <a:gd name="csY83" fmla="*/ 186777 h 722745"/>
                <a:gd name="csX84" fmla="*/ 1048590 w 1126751"/>
                <a:gd name="csY84" fmla="*/ 177841 h 722745"/>
                <a:gd name="csX85" fmla="*/ 1042849 w 1126751"/>
                <a:gd name="csY85" fmla="*/ 171595 h 722745"/>
                <a:gd name="csX86" fmla="*/ 1027368 w 1126751"/>
                <a:gd name="csY86" fmla="*/ 156413 h 722745"/>
                <a:gd name="csX87" fmla="*/ 1024922 w 1126751"/>
                <a:gd name="csY87" fmla="*/ 154202 h 722745"/>
                <a:gd name="csX88" fmla="*/ 1010190 w 1126751"/>
                <a:gd name="csY88" fmla="*/ 141230 h 722745"/>
                <a:gd name="csX89" fmla="*/ 1001255 w 1126751"/>
                <a:gd name="csY89" fmla="*/ 134033 h 722745"/>
                <a:gd name="csX90" fmla="*/ 990946 w 1126751"/>
                <a:gd name="csY90" fmla="*/ 126048 h 722745"/>
                <a:gd name="csX91" fmla="*/ 977576 w 1126751"/>
                <a:gd name="csY91" fmla="*/ 116445 h 722745"/>
                <a:gd name="csX92" fmla="*/ 969411 w 1126751"/>
                <a:gd name="csY92" fmla="*/ 110866 h 722745"/>
                <a:gd name="csX93" fmla="*/ 953909 w 1126751"/>
                <a:gd name="csY93" fmla="*/ 100923 h 722745"/>
                <a:gd name="csX94" fmla="*/ 945219 w 1126751"/>
                <a:gd name="csY94" fmla="*/ 95684 h 722745"/>
                <a:gd name="csX95" fmla="*/ 930241 w 1126751"/>
                <a:gd name="csY95" fmla="*/ 87109 h 722745"/>
                <a:gd name="csX96" fmla="*/ 917799 w 1126751"/>
                <a:gd name="csY96" fmla="*/ 80503 h 722745"/>
                <a:gd name="csX97" fmla="*/ 906574 w 1126751"/>
                <a:gd name="csY97" fmla="*/ 74767 h 722745"/>
                <a:gd name="csX98" fmla="*/ 886347 w 1126751"/>
                <a:gd name="csY98" fmla="*/ 65320 h 722745"/>
                <a:gd name="csX99" fmla="*/ 882907 w 1126751"/>
                <a:gd name="csY99" fmla="*/ 63751 h 722745"/>
                <a:gd name="csX100" fmla="*/ 859239 w 1126751"/>
                <a:gd name="csY100" fmla="*/ 53816 h 722745"/>
                <a:gd name="csX101" fmla="*/ 849500 w 1126751"/>
                <a:gd name="csY101" fmla="*/ 50138 h 722745"/>
                <a:gd name="csX102" fmla="*/ 835572 w 1126751"/>
                <a:gd name="csY102" fmla="*/ 44927 h 722745"/>
                <a:gd name="csX103" fmla="*/ 811904 w 1126751"/>
                <a:gd name="csY103" fmla="*/ 37048 h 722745"/>
                <a:gd name="csX104" fmla="*/ 804868 w 1126751"/>
                <a:gd name="csY104" fmla="*/ 34956 h 722745"/>
                <a:gd name="csX105" fmla="*/ 788226 w 1126751"/>
                <a:gd name="csY105" fmla="*/ 29970 h 722745"/>
                <a:gd name="csX106" fmla="*/ 764558 w 1126751"/>
                <a:gd name="csY106" fmla="*/ 23775 h 722745"/>
                <a:gd name="csX107" fmla="*/ 746844 w 1126751"/>
                <a:gd name="csY107" fmla="*/ 19774 h 722745"/>
                <a:gd name="csX108" fmla="*/ 740891 w 1126751"/>
                <a:gd name="csY108" fmla="*/ 18401 h 722745"/>
                <a:gd name="csX109" fmla="*/ 717224 w 1126751"/>
                <a:gd name="csY109" fmla="*/ 13653 h 722745"/>
                <a:gd name="csX110" fmla="*/ 693556 w 1126751"/>
                <a:gd name="csY110" fmla="*/ 9703 h 722745"/>
                <a:gd name="csX111" fmla="*/ 669889 w 1126751"/>
                <a:gd name="csY111" fmla="*/ 6493 h 722745"/>
                <a:gd name="csX112" fmla="*/ 652074 w 1126751"/>
                <a:gd name="csY112" fmla="*/ 4592 h 722745"/>
                <a:gd name="csX113" fmla="*/ 646221 w 1126751"/>
                <a:gd name="csY113" fmla="*/ 3936 h 722745"/>
                <a:gd name="csX114" fmla="*/ 622543 w 1126751"/>
                <a:gd name="csY114" fmla="*/ 1955 h 722745"/>
                <a:gd name="csX115" fmla="*/ 598875 w 1126751"/>
                <a:gd name="csY115" fmla="*/ 649 h 722745"/>
                <a:gd name="csX116" fmla="*/ 575208 w 1126751"/>
                <a:gd name="csY116" fmla="*/ 0 h 722745"/>
                <a:gd name="csX117" fmla="*/ 551541 w 1126751"/>
                <a:gd name="csY117" fmla="*/ 0 h 722745"/>
                <a:gd name="csX118" fmla="*/ 527873 w 1126751"/>
                <a:gd name="csY118" fmla="*/ 649 h 722745"/>
                <a:gd name="csX119" fmla="*/ 504206 w 1126751"/>
                <a:gd name="csY119" fmla="*/ 1955 h 722745"/>
                <a:gd name="csX120" fmla="*/ 480539 w 1126751"/>
                <a:gd name="csY120" fmla="*/ 3936 h 722745"/>
                <a:gd name="csX121" fmla="*/ 474675 w 1126751"/>
                <a:gd name="csY121" fmla="*/ 4592 h 722745"/>
                <a:gd name="csX122" fmla="*/ 456871 w 1126751"/>
                <a:gd name="csY122" fmla="*/ 6493 h 722745"/>
                <a:gd name="csX123" fmla="*/ 433193 w 1126751"/>
                <a:gd name="csY123" fmla="*/ 9703 h 722745"/>
                <a:gd name="csX124" fmla="*/ 409525 w 1126751"/>
                <a:gd name="csY124" fmla="*/ 13653 h 722745"/>
                <a:gd name="csX125" fmla="*/ 385858 w 1126751"/>
                <a:gd name="csY125" fmla="*/ 18401 h 722745"/>
                <a:gd name="csX126" fmla="*/ 379916 w 1126751"/>
                <a:gd name="csY126" fmla="*/ 19774 h 722745"/>
                <a:gd name="csX127" fmla="*/ 362190 w 1126751"/>
                <a:gd name="csY127" fmla="*/ 23775 h 722745"/>
                <a:gd name="csX128" fmla="*/ 338523 w 1126751"/>
                <a:gd name="csY128" fmla="*/ 29970 h 722745"/>
                <a:gd name="csX129" fmla="*/ 321881 w 1126751"/>
                <a:gd name="csY129" fmla="*/ 34956 h 722745"/>
                <a:gd name="csX130" fmla="*/ 314856 w 1126751"/>
                <a:gd name="csY130" fmla="*/ 37048 h 722745"/>
                <a:gd name="csX131" fmla="*/ 291188 w 1126751"/>
                <a:gd name="csY131" fmla="*/ 44927 h 722745"/>
                <a:gd name="csX132" fmla="*/ 277249 w 1126751"/>
                <a:gd name="csY132" fmla="*/ 50138 h 722745"/>
                <a:gd name="csX133" fmla="*/ 267521 w 1126751"/>
                <a:gd name="csY133" fmla="*/ 53816 h 722745"/>
                <a:gd name="csX134" fmla="*/ 243842 w 1126751"/>
                <a:gd name="csY134" fmla="*/ 63751 h 722745"/>
                <a:gd name="csX135" fmla="*/ 240402 w 1126751"/>
                <a:gd name="csY135" fmla="*/ 65320 h 722745"/>
                <a:gd name="csX136" fmla="*/ 220178 w 1126751"/>
                <a:gd name="csY136" fmla="*/ 74767 h 722745"/>
                <a:gd name="csX137" fmla="*/ 208956 w 1126751"/>
                <a:gd name="csY137" fmla="*/ 80503 h 722745"/>
                <a:gd name="csX138" fmla="*/ 196509 w 1126751"/>
                <a:gd name="csY138" fmla="*/ 87109 h 722745"/>
                <a:gd name="csX139" fmla="*/ 181537 w 1126751"/>
                <a:gd name="csY139" fmla="*/ 95684 h 722745"/>
                <a:gd name="csX140" fmla="*/ 172840 w 1126751"/>
                <a:gd name="csY140" fmla="*/ 100923 h 722745"/>
                <a:gd name="csX141" fmla="*/ 157338 w 1126751"/>
                <a:gd name="csY141" fmla="*/ 110866 h 722745"/>
                <a:gd name="csX142" fmla="*/ 149172 w 1126751"/>
                <a:gd name="csY142" fmla="*/ 116445 h 722745"/>
                <a:gd name="csX143" fmla="*/ 135803 w 1126751"/>
                <a:gd name="csY143" fmla="*/ 126048 h 722745"/>
                <a:gd name="csX144" fmla="*/ 125502 w 1126751"/>
                <a:gd name="csY144" fmla="*/ 134033 h 722745"/>
                <a:gd name="csX145" fmla="*/ 116562 w 1126751"/>
                <a:gd name="csY145" fmla="*/ 141230 h 722745"/>
                <a:gd name="csX146" fmla="*/ 101833 w 1126751"/>
                <a:gd name="csY146" fmla="*/ 154202 h 722745"/>
                <a:gd name="csX147" fmla="*/ 99389 w 1126751"/>
                <a:gd name="csY147" fmla="*/ 156413 h 722745"/>
                <a:gd name="csX148" fmla="*/ 83899 w 1126751"/>
                <a:gd name="csY148" fmla="*/ 171595 h 722745"/>
                <a:gd name="csX149" fmla="*/ 78165 w 1126751"/>
                <a:gd name="csY149" fmla="*/ 177841 h 722745"/>
                <a:gd name="csX150" fmla="*/ 70039 w 1126751"/>
                <a:gd name="csY150" fmla="*/ 186777 h 722745"/>
                <a:gd name="csX151" fmla="*/ 57758 w 1126751"/>
                <a:gd name="csY151" fmla="*/ 201959 h 722745"/>
                <a:gd name="csX152" fmla="*/ 54495 w 1126751"/>
                <a:gd name="csY152" fmla="*/ 206466 h 722745"/>
                <a:gd name="csX153" fmla="*/ 46723 w 1126751"/>
                <a:gd name="csY153" fmla="*/ 217141 h 722745"/>
                <a:gd name="csX154" fmla="*/ 37065 w 1126751"/>
                <a:gd name="csY154" fmla="*/ 232322 h 722745"/>
                <a:gd name="csX155" fmla="*/ 30827 w 1126751"/>
                <a:gd name="csY155" fmla="*/ 243689 h 722745"/>
                <a:gd name="csX156" fmla="*/ 28687 w 1126751"/>
                <a:gd name="csY156" fmla="*/ 247505 h 722745"/>
                <a:gd name="csX157" fmla="*/ 21284 w 1126751"/>
                <a:gd name="csY157" fmla="*/ 262687 h 722745"/>
                <a:gd name="csX158" fmla="*/ 15126 w 1126751"/>
                <a:gd name="csY158" fmla="*/ 277869 h 722745"/>
                <a:gd name="csX159" fmla="*/ 10123 w 1126751"/>
                <a:gd name="csY159" fmla="*/ 293051 h 722745"/>
                <a:gd name="csX160" fmla="*/ 7158 w 1126751"/>
                <a:gd name="csY160" fmla="*/ 304476 h 722745"/>
                <a:gd name="csX161" fmla="*/ 6136 w 1126751"/>
                <a:gd name="csY161" fmla="*/ 308233 h 722745"/>
                <a:gd name="csX162" fmla="*/ 3047 w 1126751"/>
                <a:gd name="csY162" fmla="*/ 323416 h 722745"/>
                <a:gd name="csX163" fmla="*/ 1011 w 1126751"/>
                <a:gd name="csY163" fmla="*/ 338598 h 722745"/>
                <a:gd name="csX164" fmla="*/ 0 w 1126751"/>
                <a:gd name="csY164" fmla="*/ 353780 h 722745"/>
                <a:gd name="csX165" fmla="*/ 0 w 1126751"/>
                <a:gd name="csY165" fmla="*/ 368961 h 722745"/>
                <a:gd name="csX166" fmla="*/ 1011 w 1126751"/>
                <a:gd name="csY166" fmla="*/ 384143 h 722745"/>
                <a:gd name="csX167" fmla="*/ 3047 w 1126751"/>
                <a:gd name="csY167" fmla="*/ 399325 h 722745"/>
                <a:gd name="csX168" fmla="*/ 6136 w 1126751"/>
                <a:gd name="csY168" fmla="*/ 414508 h 722745"/>
                <a:gd name="csX169" fmla="*/ 7158 w 1126751"/>
                <a:gd name="csY169" fmla="*/ 418265 h 722745"/>
                <a:gd name="csX170" fmla="*/ 10123 w 1126751"/>
                <a:gd name="csY170" fmla="*/ 429690 h 722745"/>
                <a:gd name="csX171" fmla="*/ 15126 w 1126751"/>
                <a:gd name="csY171" fmla="*/ 444872 h 722745"/>
                <a:gd name="csX172" fmla="*/ 21284 w 1126751"/>
                <a:gd name="csY172" fmla="*/ 460054 h 722745"/>
                <a:gd name="csX173" fmla="*/ 28687 w 1126751"/>
                <a:gd name="csY173" fmla="*/ 475236 h 722745"/>
                <a:gd name="csX174" fmla="*/ 30827 w 1126751"/>
                <a:gd name="csY174" fmla="*/ 479052 h 722745"/>
                <a:gd name="csX175" fmla="*/ 37065 w 1126751"/>
                <a:gd name="csY175" fmla="*/ 490419 h 722745"/>
                <a:gd name="csX176" fmla="*/ 46723 w 1126751"/>
                <a:gd name="csY176" fmla="*/ 505600 h 722745"/>
                <a:gd name="csX177" fmla="*/ 54495 w 1126751"/>
                <a:gd name="csY177" fmla="*/ 516275 h 722745"/>
                <a:gd name="csX178" fmla="*/ 57758 w 1126751"/>
                <a:gd name="csY178" fmla="*/ 520782 h 722745"/>
                <a:gd name="csX179" fmla="*/ 70039 w 1126751"/>
                <a:gd name="csY179" fmla="*/ 535964 h 722745"/>
                <a:gd name="csX180" fmla="*/ 78165 w 1126751"/>
                <a:gd name="csY180" fmla="*/ 544901 h 722745"/>
                <a:gd name="csX181" fmla="*/ 83899 w 1126751"/>
                <a:gd name="csY181" fmla="*/ 551146 h 722745"/>
                <a:gd name="csX182" fmla="*/ 99389 w 1126751"/>
                <a:gd name="csY182" fmla="*/ 566329 h 722745"/>
                <a:gd name="csX183" fmla="*/ 101833 w 1126751"/>
                <a:gd name="csY183" fmla="*/ 568539 h 722745"/>
                <a:gd name="csX184" fmla="*/ 116562 w 1126751"/>
                <a:gd name="csY184" fmla="*/ 581511 h 722745"/>
                <a:gd name="csX185" fmla="*/ 125502 w 1126751"/>
                <a:gd name="csY185" fmla="*/ 588708 h 722745"/>
                <a:gd name="csX186" fmla="*/ 135803 w 1126751"/>
                <a:gd name="csY186" fmla="*/ 596693 h 722745"/>
                <a:gd name="csX187" fmla="*/ 149172 w 1126751"/>
                <a:gd name="csY187" fmla="*/ 606296 h 722745"/>
                <a:gd name="csX188" fmla="*/ 157338 w 1126751"/>
                <a:gd name="csY188" fmla="*/ 611875 h 722745"/>
                <a:gd name="csX189" fmla="*/ 172840 w 1126751"/>
                <a:gd name="csY189" fmla="*/ 621818 h 722745"/>
                <a:gd name="csX190" fmla="*/ 181537 w 1126751"/>
                <a:gd name="csY190" fmla="*/ 627056 h 722745"/>
                <a:gd name="csX191" fmla="*/ 196509 w 1126751"/>
                <a:gd name="csY191" fmla="*/ 635632 h 722745"/>
                <a:gd name="csX192" fmla="*/ 208956 w 1126751"/>
                <a:gd name="csY192" fmla="*/ 642238 h 722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26751" h="722745">
                  <a:moveTo>
                    <a:pt x="208956" y="642238"/>
                  </a:moveTo>
                  <a:lnTo>
                    <a:pt x="220178" y="647973"/>
                  </a:lnTo>
                  <a:lnTo>
                    <a:pt x="240402" y="657421"/>
                  </a:lnTo>
                  <a:lnTo>
                    <a:pt x="243842" y="658989"/>
                  </a:lnTo>
                  <a:lnTo>
                    <a:pt x="267521" y="668925"/>
                  </a:lnTo>
                  <a:lnTo>
                    <a:pt x="277249" y="672603"/>
                  </a:lnTo>
                  <a:lnTo>
                    <a:pt x="291188" y="677812"/>
                  </a:lnTo>
                  <a:lnTo>
                    <a:pt x="314856" y="685698"/>
                  </a:lnTo>
                  <a:lnTo>
                    <a:pt x="321881" y="687786"/>
                  </a:lnTo>
                  <a:lnTo>
                    <a:pt x="338523" y="692768"/>
                  </a:lnTo>
                  <a:lnTo>
                    <a:pt x="362190" y="698966"/>
                  </a:lnTo>
                  <a:lnTo>
                    <a:pt x="379916" y="702965"/>
                  </a:lnTo>
                  <a:lnTo>
                    <a:pt x="385858" y="704339"/>
                  </a:lnTo>
                  <a:lnTo>
                    <a:pt x="409525" y="709086"/>
                  </a:lnTo>
                  <a:lnTo>
                    <a:pt x="433193" y="713040"/>
                  </a:lnTo>
                  <a:lnTo>
                    <a:pt x="456871" y="716245"/>
                  </a:lnTo>
                  <a:lnTo>
                    <a:pt x="474675" y="718144"/>
                  </a:lnTo>
                  <a:lnTo>
                    <a:pt x="480539" y="718803"/>
                  </a:lnTo>
                  <a:lnTo>
                    <a:pt x="504206" y="720791"/>
                  </a:lnTo>
                  <a:lnTo>
                    <a:pt x="527873" y="722087"/>
                  </a:lnTo>
                  <a:lnTo>
                    <a:pt x="551541" y="722746"/>
                  </a:lnTo>
                  <a:lnTo>
                    <a:pt x="575208" y="722746"/>
                  </a:lnTo>
                  <a:lnTo>
                    <a:pt x="598875" y="722087"/>
                  </a:lnTo>
                  <a:lnTo>
                    <a:pt x="622543" y="720791"/>
                  </a:lnTo>
                  <a:lnTo>
                    <a:pt x="646221" y="718803"/>
                  </a:lnTo>
                  <a:lnTo>
                    <a:pt x="652074" y="718144"/>
                  </a:lnTo>
                  <a:lnTo>
                    <a:pt x="669889" y="716245"/>
                  </a:lnTo>
                  <a:lnTo>
                    <a:pt x="693556" y="713040"/>
                  </a:lnTo>
                  <a:lnTo>
                    <a:pt x="717224" y="709086"/>
                  </a:lnTo>
                  <a:lnTo>
                    <a:pt x="740891" y="704339"/>
                  </a:lnTo>
                  <a:lnTo>
                    <a:pt x="746844" y="702965"/>
                  </a:lnTo>
                  <a:lnTo>
                    <a:pt x="764558" y="698966"/>
                  </a:lnTo>
                  <a:lnTo>
                    <a:pt x="788226" y="692768"/>
                  </a:lnTo>
                  <a:lnTo>
                    <a:pt x="804868" y="687786"/>
                  </a:lnTo>
                  <a:lnTo>
                    <a:pt x="811904" y="685698"/>
                  </a:lnTo>
                  <a:lnTo>
                    <a:pt x="835572" y="677812"/>
                  </a:lnTo>
                  <a:lnTo>
                    <a:pt x="849500" y="672603"/>
                  </a:lnTo>
                  <a:lnTo>
                    <a:pt x="859239" y="668925"/>
                  </a:lnTo>
                  <a:lnTo>
                    <a:pt x="882907" y="658989"/>
                  </a:lnTo>
                  <a:lnTo>
                    <a:pt x="886347" y="657421"/>
                  </a:lnTo>
                  <a:lnTo>
                    <a:pt x="906574" y="647973"/>
                  </a:lnTo>
                  <a:lnTo>
                    <a:pt x="917799" y="642238"/>
                  </a:lnTo>
                  <a:lnTo>
                    <a:pt x="930241" y="635632"/>
                  </a:lnTo>
                  <a:lnTo>
                    <a:pt x="945219" y="627056"/>
                  </a:lnTo>
                  <a:lnTo>
                    <a:pt x="953909" y="621818"/>
                  </a:lnTo>
                  <a:lnTo>
                    <a:pt x="969411" y="611875"/>
                  </a:lnTo>
                  <a:lnTo>
                    <a:pt x="977576" y="606296"/>
                  </a:lnTo>
                  <a:lnTo>
                    <a:pt x="990946" y="596693"/>
                  </a:lnTo>
                  <a:lnTo>
                    <a:pt x="1001255" y="588708"/>
                  </a:lnTo>
                  <a:lnTo>
                    <a:pt x="1010190" y="581511"/>
                  </a:lnTo>
                  <a:lnTo>
                    <a:pt x="1024922" y="568539"/>
                  </a:lnTo>
                  <a:lnTo>
                    <a:pt x="1027368" y="566329"/>
                  </a:lnTo>
                  <a:lnTo>
                    <a:pt x="1042849" y="551146"/>
                  </a:lnTo>
                  <a:lnTo>
                    <a:pt x="1048590" y="544901"/>
                  </a:lnTo>
                  <a:lnTo>
                    <a:pt x="1056709" y="535964"/>
                  </a:lnTo>
                  <a:lnTo>
                    <a:pt x="1068996" y="520782"/>
                  </a:lnTo>
                  <a:lnTo>
                    <a:pt x="1072257" y="516275"/>
                  </a:lnTo>
                  <a:lnTo>
                    <a:pt x="1080031" y="505600"/>
                  </a:lnTo>
                  <a:lnTo>
                    <a:pt x="1089692" y="490419"/>
                  </a:lnTo>
                  <a:lnTo>
                    <a:pt x="1095924" y="479052"/>
                  </a:lnTo>
                  <a:lnTo>
                    <a:pt x="1098069" y="475236"/>
                  </a:lnTo>
                  <a:lnTo>
                    <a:pt x="1105463" y="460054"/>
                  </a:lnTo>
                  <a:lnTo>
                    <a:pt x="1111628" y="444872"/>
                  </a:lnTo>
                  <a:lnTo>
                    <a:pt x="1116632" y="429690"/>
                  </a:lnTo>
                  <a:lnTo>
                    <a:pt x="1119592" y="418265"/>
                  </a:lnTo>
                  <a:lnTo>
                    <a:pt x="1120619" y="414508"/>
                  </a:lnTo>
                  <a:lnTo>
                    <a:pt x="1123702" y="399325"/>
                  </a:lnTo>
                  <a:lnTo>
                    <a:pt x="1125746" y="384143"/>
                  </a:lnTo>
                  <a:lnTo>
                    <a:pt x="1126751" y="368961"/>
                  </a:lnTo>
                  <a:lnTo>
                    <a:pt x="1126751" y="353780"/>
                  </a:lnTo>
                  <a:lnTo>
                    <a:pt x="1125746" y="338598"/>
                  </a:lnTo>
                  <a:lnTo>
                    <a:pt x="1123702" y="323416"/>
                  </a:lnTo>
                  <a:lnTo>
                    <a:pt x="1120619" y="308233"/>
                  </a:lnTo>
                  <a:lnTo>
                    <a:pt x="1119592" y="304476"/>
                  </a:lnTo>
                  <a:lnTo>
                    <a:pt x="1116632" y="293051"/>
                  </a:lnTo>
                  <a:lnTo>
                    <a:pt x="1111628" y="277869"/>
                  </a:lnTo>
                  <a:lnTo>
                    <a:pt x="1105463" y="262687"/>
                  </a:lnTo>
                  <a:lnTo>
                    <a:pt x="1098069" y="247505"/>
                  </a:lnTo>
                  <a:lnTo>
                    <a:pt x="1095924" y="243689"/>
                  </a:lnTo>
                  <a:lnTo>
                    <a:pt x="1089692" y="232322"/>
                  </a:lnTo>
                  <a:lnTo>
                    <a:pt x="1080031" y="217141"/>
                  </a:lnTo>
                  <a:lnTo>
                    <a:pt x="1072257" y="206466"/>
                  </a:lnTo>
                  <a:lnTo>
                    <a:pt x="1068996" y="201959"/>
                  </a:lnTo>
                  <a:lnTo>
                    <a:pt x="1056709" y="186777"/>
                  </a:lnTo>
                  <a:lnTo>
                    <a:pt x="1048590" y="177841"/>
                  </a:lnTo>
                  <a:lnTo>
                    <a:pt x="1042849" y="171595"/>
                  </a:lnTo>
                  <a:lnTo>
                    <a:pt x="1027368" y="156413"/>
                  </a:lnTo>
                  <a:lnTo>
                    <a:pt x="1024922" y="154202"/>
                  </a:lnTo>
                  <a:lnTo>
                    <a:pt x="1010190" y="141230"/>
                  </a:lnTo>
                  <a:lnTo>
                    <a:pt x="1001255" y="134033"/>
                  </a:lnTo>
                  <a:lnTo>
                    <a:pt x="990946" y="126048"/>
                  </a:lnTo>
                  <a:lnTo>
                    <a:pt x="977576" y="116445"/>
                  </a:lnTo>
                  <a:lnTo>
                    <a:pt x="969411" y="110866"/>
                  </a:lnTo>
                  <a:lnTo>
                    <a:pt x="953909" y="100923"/>
                  </a:lnTo>
                  <a:lnTo>
                    <a:pt x="945219" y="95684"/>
                  </a:lnTo>
                  <a:lnTo>
                    <a:pt x="930241" y="87109"/>
                  </a:lnTo>
                  <a:lnTo>
                    <a:pt x="917799" y="80503"/>
                  </a:lnTo>
                  <a:lnTo>
                    <a:pt x="906574" y="74767"/>
                  </a:lnTo>
                  <a:lnTo>
                    <a:pt x="886347" y="65320"/>
                  </a:lnTo>
                  <a:lnTo>
                    <a:pt x="882907" y="63751"/>
                  </a:lnTo>
                  <a:lnTo>
                    <a:pt x="859239" y="53816"/>
                  </a:lnTo>
                  <a:lnTo>
                    <a:pt x="849500" y="50138"/>
                  </a:lnTo>
                  <a:lnTo>
                    <a:pt x="835572" y="44927"/>
                  </a:lnTo>
                  <a:lnTo>
                    <a:pt x="811904" y="37048"/>
                  </a:lnTo>
                  <a:lnTo>
                    <a:pt x="804868" y="34956"/>
                  </a:lnTo>
                  <a:lnTo>
                    <a:pt x="788226" y="29970"/>
                  </a:lnTo>
                  <a:lnTo>
                    <a:pt x="764558" y="23775"/>
                  </a:lnTo>
                  <a:lnTo>
                    <a:pt x="746844" y="19774"/>
                  </a:lnTo>
                  <a:lnTo>
                    <a:pt x="740891" y="18401"/>
                  </a:lnTo>
                  <a:lnTo>
                    <a:pt x="717224" y="13653"/>
                  </a:lnTo>
                  <a:lnTo>
                    <a:pt x="693556" y="9703"/>
                  </a:lnTo>
                  <a:lnTo>
                    <a:pt x="669889" y="6493"/>
                  </a:lnTo>
                  <a:lnTo>
                    <a:pt x="652074" y="4592"/>
                  </a:lnTo>
                  <a:lnTo>
                    <a:pt x="646221" y="3936"/>
                  </a:lnTo>
                  <a:lnTo>
                    <a:pt x="622543" y="1955"/>
                  </a:lnTo>
                  <a:lnTo>
                    <a:pt x="598875" y="649"/>
                  </a:lnTo>
                  <a:lnTo>
                    <a:pt x="575208" y="0"/>
                  </a:lnTo>
                  <a:lnTo>
                    <a:pt x="551541" y="0"/>
                  </a:lnTo>
                  <a:lnTo>
                    <a:pt x="527873" y="649"/>
                  </a:lnTo>
                  <a:lnTo>
                    <a:pt x="504206" y="1955"/>
                  </a:lnTo>
                  <a:lnTo>
                    <a:pt x="480539" y="3936"/>
                  </a:lnTo>
                  <a:lnTo>
                    <a:pt x="474675" y="4592"/>
                  </a:lnTo>
                  <a:lnTo>
                    <a:pt x="456871" y="6493"/>
                  </a:lnTo>
                  <a:lnTo>
                    <a:pt x="433193" y="9703"/>
                  </a:lnTo>
                  <a:lnTo>
                    <a:pt x="409525" y="13653"/>
                  </a:lnTo>
                  <a:lnTo>
                    <a:pt x="385858" y="18401"/>
                  </a:lnTo>
                  <a:lnTo>
                    <a:pt x="379916" y="19774"/>
                  </a:lnTo>
                  <a:lnTo>
                    <a:pt x="362190" y="23775"/>
                  </a:lnTo>
                  <a:lnTo>
                    <a:pt x="338523" y="29970"/>
                  </a:lnTo>
                  <a:lnTo>
                    <a:pt x="321881" y="34956"/>
                  </a:lnTo>
                  <a:lnTo>
                    <a:pt x="314856" y="37048"/>
                  </a:lnTo>
                  <a:lnTo>
                    <a:pt x="291188" y="44927"/>
                  </a:lnTo>
                  <a:lnTo>
                    <a:pt x="277249" y="50138"/>
                  </a:lnTo>
                  <a:lnTo>
                    <a:pt x="267521" y="53816"/>
                  </a:lnTo>
                  <a:lnTo>
                    <a:pt x="243842" y="63751"/>
                  </a:lnTo>
                  <a:lnTo>
                    <a:pt x="240402" y="65320"/>
                  </a:lnTo>
                  <a:lnTo>
                    <a:pt x="220178" y="74767"/>
                  </a:lnTo>
                  <a:lnTo>
                    <a:pt x="208956" y="80503"/>
                  </a:lnTo>
                  <a:lnTo>
                    <a:pt x="196509" y="87109"/>
                  </a:lnTo>
                  <a:lnTo>
                    <a:pt x="181537" y="95684"/>
                  </a:lnTo>
                  <a:lnTo>
                    <a:pt x="172840" y="100923"/>
                  </a:lnTo>
                  <a:lnTo>
                    <a:pt x="157338" y="110866"/>
                  </a:lnTo>
                  <a:lnTo>
                    <a:pt x="149172" y="116445"/>
                  </a:lnTo>
                  <a:lnTo>
                    <a:pt x="135803" y="126048"/>
                  </a:lnTo>
                  <a:lnTo>
                    <a:pt x="125502" y="134033"/>
                  </a:lnTo>
                  <a:lnTo>
                    <a:pt x="116562" y="141230"/>
                  </a:lnTo>
                  <a:lnTo>
                    <a:pt x="101833" y="154202"/>
                  </a:lnTo>
                  <a:lnTo>
                    <a:pt x="99389" y="156413"/>
                  </a:lnTo>
                  <a:lnTo>
                    <a:pt x="83899" y="171595"/>
                  </a:lnTo>
                  <a:lnTo>
                    <a:pt x="78165" y="177841"/>
                  </a:lnTo>
                  <a:lnTo>
                    <a:pt x="70039" y="186777"/>
                  </a:lnTo>
                  <a:lnTo>
                    <a:pt x="57758" y="201959"/>
                  </a:lnTo>
                  <a:lnTo>
                    <a:pt x="54495" y="206466"/>
                  </a:lnTo>
                  <a:lnTo>
                    <a:pt x="46723" y="217141"/>
                  </a:lnTo>
                  <a:lnTo>
                    <a:pt x="37065" y="232322"/>
                  </a:lnTo>
                  <a:lnTo>
                    <a:pt x="30827" y="243689"/>
                  </a:lnTo>
                  <a:lnTo>
                    <a:pt x="28687" y="247505"/>
                  </a:lnTo>
                  <a:lnTo>
                    <a:pt x="21284" y="262687"/>
                  </a:lnTo>
                  <a:lnTo>
                    <a:pt x="15126" y="277869"/>
                  </a:lnTo>
                  <a:lnTo>
                    <a:pt x="10123" y="293051"/>
                  </a:lnTo>
                  <a:lnTo>
                    <a:pt x="7158" y="304476"/>
                  </a:lnTo>
                  <a:lnTo>
                    <a:pt x="6136" y="308233"/>
                  </a:lnTo>
                  <a:lnTo>
                    <a:pt x="3047" y="323416"/>
                  </a:lnTo>
                  <a:lnTo>
                    <a:pt x="1011" y="338598"/>
                  </a:lnTo>
                  <a:lnTo>
                    <a:pt x="0" y="353780"/>
                  </a:lnTo>
                  <a:lnTo>
                    <a:pt x="0" y="368961"/>
                  </a:lnTo>
                  <a:lnTo>
                    <a:pt x="1011" y="384143"/>
                  </a:lnTo>
                  <a:lnTo>
                    <a:pt x="3047" y="399325"/>
                  </a:lnTo>
                  <a:lnTo>
                    <a:pt x="6136" y="414508"/>
                  </a:lnTo>
                  <a:lnTo>
                    <a:pt x="7158" y="418265"/>
                  </a:lnTo>
                  <a:lnTo>
                    <a:pt x="10123" y="429690"/>
                  </a:lnTo>
                  <a:lnTo>
                    <a:pt x="15126" y="444872"/>
                  </a:lnTo>
                  <a:lnTo>
                    <a:pt x="21284" y="460054"/>
                  </a:lnTo>
                  <a:lnTo>
                    <a:pt x="28687" y="475236"/>
                  </a:lnTo>
                  <a:lnTo>
                    <a:pt x="30827" y="479052"/>
                  </a:lnTo>
                  <a:lnTo>
                    <a:pt x="37065" y="490419"/>
                  </a:lnTo>
                  <a:lnTo>
                    <a:pt x="46723" y="505600"/>
                  </a:lnTo>
                  <a:lnTo>
                    <a:pt x="54495" y="516275"/>
                  </a:lnTo>
                  <a:lnTo>
                    <a:pt x="57758" y="520782"/>
                  </a:lnTo>
                  <a:lnTo>
                    <a:pt x="70039" y="535964"/>
                  </a:lnTo>
                  <a:lnTo>
                    <a:pt x="78165" y="544901"/>
                  </a:lnTo>
                  <a:lnTo>
                    <a:pt x="83899" y="551146"/>
                  </a:lnTo>
                  <a:lnTo>
                    <a:pt x="99389" y="566329"/>
                  </a:lnTo>
                  <a:lnTo>
                    <a:pt x="101833" y="568539"/>
                  </a:lnTo>
                  <a:lnTo>
                    <a:pt x="116562" y="581511"/>
                  </a:lnTo>
                  <a:lnTo>
                    <a:pt x="125502" y="588708"/>
                  </a:lnTo>
                  <a:lnTo>
                    <a:pt x="135803" y="596693"/>
                  </a:lnTo>
                  <a:lnTo>
                    <a:pt x="149172" y="606296"/>
                  </a:lnTo>
                  <a:lnTo>
                    <a:pt x="157338" y="611875"/>
                  </a:lnTo>
                  <a:lnTo>
                    <a:pt x="172840" y="621818"/>
                  </a:lnTo>
                  <a:lnTo>
                    <a:pt x="181537" y="627056"/>
                  </a:lnTo>
                  <a:lnTo>
                    <a:pt x="196509" y="635632"/>
                  </a:lnTo>
                  <a:lnTo>
                    <a:pt x="208956" y="64223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BB1CFDA6-8237-684E-D8B5-1AF32E0D8F66}"/>
                </a:ext>
              </a:extLst>
            </p:cNvPr>
            <p:cNvSpPr/>
            <p:nvPr/>
          </p:nvSpPr>
          <p:spPr>
            <a:xfrm>
              <a:off x="7214789" y="3293427"/>
              <a:ext cx="994266" cy="637757"/>
            </a:xfrm>
            <a:custGeom>
              <a:avLst/>
              <a:gdLst>
                <a:gd name="csX0" fmla="*/ 189575 w 994266"/>
                <a:gd name="csY0" fmla="*/ 569386 h 637757"/>
                <a:gd name="csX1" fmla="*/ 201280 w 994266"/>
                <a:gd name="csY1" fmla="*/ 575173 h 637757"/>
                <a:gd name="csX2" fmla="*/ 222267 w 994266"/>
                <a:gd name="csY2" fmla="*/ 584567 h 637757"/>
                <a:gd name="csX3" fmla="*/ 224947 w 994266"/>
                <a:gd name="csY3" fmla="*/ 585729 h 637757"/>
                <a:gd name="csX4" fmla="*/ 248615 w 994266"/>
                <a:gd name="csY4" fmla="*/ 595098 h 637757"/>
                <a:gd name="csX5" fmla="*/ 261906 w 994266"/>
                <a:gd name="csY5" fmla="*/ 599749 h 637757"/>
                <a:gd name="csX6" fmla="*/ 272282 w 994266"/>
                <a:gd name="csY6" fmla="*/ 603323 h 637757"/>
                <a:gd name="csX7" fmla="*/ 295950 w 994266"/>
                <a:gd name="csY7" fmla="*/ 610536 h 637757"/>
                <a:gd name="csX8" fmla="*/ 312647 w 994266"/>
                <a:gd name="csY8" fmla="*/ 614931 h 637757"/>
                <a:gd name="csX9" fmla="*/ 319617 w 994266"/>
                <a:gd name="csY9" fmla="*/ 616770 h 637757"/>
                <a:gd name="csX10" fmla="*/ 343284 w 994266"/>
                <a:gd name="csY10" fmla="*/ 622184 h 637757"/>
                <a:gd name="csX11" fmla="*/ 366952 w 994266"/>
                <a:gd name="csY11" fmla="*/ 626689 h 637757"/>
                <a:gd name="csX12" fmla="*/ 389067 w 994266"/>
                <a:gd name="csY12" fmla="*/ 630113 h 637757"/>
                <a:gd name="csX13" fmla="*/ 390630 w 994266"/>
                <a:gd name="csY13" fmla="*/ 630360 h 637757"/>
                <a:gd name="csX14" fmla="*/ 414298 w 994266"/>
                <a:gd name="csY14" fmla="*/ 633357 h 637757"/>
                <a:gd name="csX15" fmla="*/ 437965 w 994266"/>
                <a:gd name="csY15" fmla="*/ 635579 h 637757"/>
                <a:gd name="csX16" fmla="*/ 461633 w 994266"/>
                <a:gd name="csY16" fmla="*/ 637031 h 637757"/>
                <a:gd name="csX17" fmla="*/ 485300 w 994266"/>
                <a:gd name="csY17" fmla="*/ 637757 h 637757"/>
                <a:gd name="csX18" fmla="*/ 508967 w 994266"/>
                <a:gd name="csY18" fmla="*/ 637757 h 637757"/>
                <a:gd name="csX19" fmla="*/ 532635 w 994266"/>
                <a:gd name="csY19" fmla="*/ 637031 h 637757"/>
                <a:gd name="csX20" fmla="*/ 556302 w 994266"/>
                <a:gd name="csY20" fmla="*/ 635579 h 637757"/>
                <a:gd name="csX21" fmla="*/ 579981 w 994266"/>
                <a:gd name="csY21" fmla="*/ 633357 h 637757"/>
                <a:gd name="csX22" fmla="*/ 603648 w 994266"/>
                <a:gd name="csY22" fmla="*/ 630360 h 637757"/>
                <a:gd name="csX23" fmla="*/ 605201 w 994266"/>
                <a:gd name="csY23" fmla="*/ 630113 h 637757"/>
                <a:gd name="csX24" fmla="*/ 627315 w 994266"/>
                <a:gd name="csY24" fmla="*/ 626689 h 637757"/>
                <a:gd name="csX25" fmla="*/ 650983 w 994266"/>
                <a:gd name="csY25" fmla="*/ 622184 h 637757"/>
                <a:gd name="csX26" fmla="*/ 674650 w 994266"/>
                <a:gd name="csY26" fmla="*/ 616770 h 637757"/>
                <a:gd name="csX27" fmla="*/ 681620 w 994266"/>
                <a:gd name="csY27" fmla="*/ 614931 h 637757"/>
                <a:gd name="csX28" fmla="*/ 698318 w 994266"/>
                <a:gd name="csY28" fmla="*/ 610536 h 637757"/>
                <a:gd name="csX29" fmla="*/ 721985 w 994266"/>
                <a:gd name="csY29" fmla="*/ 603323 h 637757"/>
                <a:gd name="csX30" fmla="*/ 732361 w 994266"/>
                <a:gd name="csY30" fmla="*/ 599749 h 637757"/>
                <a:gd name="csX31" fmla="*/ 745664 w 994266"/>
                <a:gd name="csY31" fmla="*/ 595098 h 637757"/>
                <a:gd name="csX32" fmla="*/ 769331 w 994266"/>
                <a:gd name="csY32" fmla="*/ 585729 h 637757"/>
                <a:gd name="csX33" fmla="*/ 772012 w 994266"/>
                <a:gd name="csY33" fmla="*/ 584567 h 637757"/>
                <a:gd name="csX34" fmla="*/ 792998 w 994266"/>
                <a:gd name="csY34" fmla="*/ 575173 h 637757"/>
                <a:gd name="csX35" fmla="*/ 804693 w 994266"/>
                <a:gd name="csY35" fmla="*/ 569386 h 637757"/>
                <a:gd name="csX36" fmla="*/ 816666 w 994266"/>
                <a:gd name="csY36" fmla="*/ 563188 h 637757"/>
                <a:gd name="csX37" fmla="*/ 832604 w 994266"/>
                <a:gd name="csY37" fmla="*/ 554203 h 637757"/>
                <a:gd name="csX38" fmla="*/ 840333 w 994266"/>
                <a:gd name="csY38" fmla="*/ 549584 h 637757"/>
                <a:gd name="csX39" fmla="*/ 856797 w 994266"/>
                <a:gd name="csY39" fmla="*/ 539021 h 637757"/>
                <a:gd name="csX40" fmla="*/ 864001 w 994266"/>
                <a:gd name="csY40" fmla="*/ 534061 h 637757"/>
                <a:gd name="csX41" fmla="*/ 878007 w 994266"/>
                <a:gd name="csY41" fmla="*/ 523839 h 637757"/>
                <a:gd name="csX42" fmla="*/ 887668 w 994266"/>
                <a:gd name="csY42" fmla="*/ 516158 h 637757"/>
                <a:gd name="csX43" fmla="*/ 896693 w 994266"/>
                <a:gd name="csY43" fmla="*/ 508657 h 637757"/>
                <a:gd name="csX44" fmla="*/ 911335 w 994266"/>
                <a:gd name="csY44" fmla="*/ 495193 h 637757"/>
                <a:gd name="csX45" fmla="*/ 913156 w 994266"/>
                <a:gd name="csY45" fmla="*/ 493475 h 637757"/>
                <a:gd name="csX46" fmla="*/ 927754 w 994266"/>
                <a:gd name="csY46" fmla="*/ 478292 h 637757"/>
                <a:gd name="csX47" fmla="*/ 935014 w 994266"/>
                <a:gd name="csY47" fmla="*/ 469765 h 637757"/>
                <a:gd name="csX48" fmla="*/ 940576 w 994266"/>
                <a:gd name="csY48" fmla="*/ 463110 h 637757"/>
                <a:gd name="csX49" fmla="*/ 951823 w 994266"/>
                <a:gd name="csY49" fmla="*/ 447929 h 637757"/>
                <a:gd name="csX50" fmla="*/ 958681 w 994266"/>
                <a:gd name="csY50" fmla="*/ 437219 h 637757"/>
                <a:gd name="csX51" fmla="*/ 961541 w 994266"/>
                <a:gd name="csY51" fmla="*/ 432747 h 637757"/>
                <a:gd name="csX52" fmla="*/ 969985 w 994266"/>
                <a:gd name="csY52" fmla="*/ 417565 h 637757"/>
                <a:gd name="csX53" fmla="*/ 977010 w 994266"/>
                <a:gd name="csY53" fmla="*/ 402383 h 637757"/>
                <a:gd name="csX54" fmla="*/ 982349 w 994266"/>
                <a:gd name="csY54" fmla="*/ 388201 h 637757"/>
                <a:gd name="csX55" fmla="*/ 982729 w 994266"/>
                <a:gd name="csY55" fmla="*/ 387200 h 637757"/>
                <a:gd name="csX56" fmla="*/ 987408 w 994266"/>
                <a:gd name="csY56" fmla="*/ 372018 h 637757"/>
                <a:gd name="csX57" fmla="*/ 990860 w 994266"/>
                <a:gd name="csY57" fmla="*/ 356836 h 637757"/>
                <a:gd name="csX58" fmla="*/ 993138 w 994266"/>
                <a:gd name="csY58" fmla="*/ 341654 h 637757"/>
                <a:gd name="csX59" fmla="*/ 994266 w 994266"/>
                <a:gd name="csY59" fmla="*/ 326471 h 637757"/>
                <a:gd name="csX60" fmla="*/ 994266 w 994266"/>
                <a:gd name="csY60" fmla="*/ 311290 h 637757"/>
                <a:gd name="csX61" fmla="*/ 993138 w 994266"/>
                <a:gd name="csY61" fmla="*/ 296108 h 637757"/>
                <a:gd name="csX62" fmla="*/ 990860 w 994266"/>
                <a:gd name="csY62" fmla="*/ 280926 h 637757"/>
                <a:gd name="csX63" fmla="*/ 987408 w 994266"/>
                <a:gd name="csY63" fmla="*/ 265744 h 637757"/>
                <a:gd name="csX64" fmla="*/ 982729 w 994266"/>
                <a:gd name="csY64" fmla="*/ 250562 h 637757"/>
                <a:gd name="csX65" fmla="*/ 982349 w 994266"/>
                <a:gd name="csY65" fmla="*/ 249561 h 637757"/>
                <a:gd name="csX66" fmla="*/ 977010 w 994266"/>
                <a:gd name="csY66" fmla="*/ 235379 h 637757"/>
                <a:gd name="csX67" fmla="*/ 969985 w 994266"/>
                <a:gd name="csY67" fmla="*/ 220197 h 637757"/>
                <a:gd name="csX68" fmla="*/ 961541 w 994266"/>
                <a:gd name="csY68" fmla="*/ 205015 h 637757"/>
                <a:gd name="csX69" fmla="*/ 958681 w 994266"/>
                <a:gd name="csY69" fmla="*/ 200543 h 637757"/>
                <a:gd name="csX70" fmla="*/ 951823 w 994266"/>
                <a:gd name="csY70" fmla="*/ 189833 h 637757"/>
                <a:gd name="csX71" fmla="*/ 940576 w 994266"/>
                <a:gd name="csY71" fmla="*/ 174652 h 637757"/>
                <a:gd name="csX72" fmla="*/ 935014 w 994266"/>
                <a:gd name="csY72" fmla="*/ 167997 h 637757"/>
                <a:gd name="csX73" fmla="*/ 927754 w 994266"/>
                <a:gd name="csY73" fmla="*/ 159470 h 637757"/>
                <a:gd name="csX74" fmla="*/ 913156 w 994266"/>
                <a:gd name="csY74" fmla="*/ 144287 h 637757"/>
                <a:gd name="csX75" fmla="*/ 911335 w 994266"/>
                <a:gd name="csY75" fmla="*/ 142568 h 637757"/>
                <a:gd name="csX76" fmla="*/ 896693 w 994266"/>
                <a:gd name="csY76" fmla="*/ 129105 h 637757"/>
                <a:gd name="csX77" fmla="*/ 887668 w 994266"/>
                <a:gd name="csY77" fmla="*/ 121604 h 637757"/>
                <a:gd name="csX78" fmla="*/ 878007 w 994266"/>
                <a:gd name="csY78" fmla="*/ 113923 h 637757"/>
                <a:gd name="csX79" fmla="*/ 864001 w 994266"/>
                <a:gd name="csY79" fmla="*/ 103701 h 637757"/>
                <a:gd name="csX80" fmla="*/ 856797 w 994266"/>
                <a:gd name="csY80" fmla="*/ 98741 h 637757"/>
                <a:gd name="csX81" fmla="*/ 840333 w 994266"/>
                <a:gd name="csY81" fmla="*/ 88178 h 637757"/>
                <a:gd name="csX82" fmla="*/ 832604 w 994266"/>
                <a:gd name="csY82" fmla="*/ 83559 h 637757"/>
                <a:gd name="csX83" fmla="*/ 816666 w 994266"/>
                <a:gd name="csY83" fmla="*/ 74574 h 637757"/>
                <a:gd name="csX84" fmla="*/ 804693 w 994266"/>
                <a:gd name="csY84" fmla="*/ 68376 h 637757"/>
                <a:gd name="csX85" fmla="*/ 792998 w 994266"/>
                <a:gd name="csY85" fmla="*/ 62588 h 637757"/>
                <a:gd name="csX86" fmla="*/ 772012 w 994266"/>
                <a:gd name="csY86" fmla="*/ 53194 h 637757"/>
                <a:gd name="csX87" fmla="*/ 769331 w 994266"/>
                <a:gd name="csY87" fmla="*/ 52033 h 637757"/>
                <a:gd name="csX88" fmla="*/ 745664 w 994266"/>
                <a:gd name="csY88" fmla="*/ 42664 h 637757"/>
                <a:gd name="csX89" fmla="*/ 732361 w 994266"/>
                <a:gd name="csY89" fmla="*/ 38013 h 637757"/>
                <a:gd name="csX90" fmla="*/ 721985 w 994266"/>
                <a:gd name="csY90" fmla="*/ 34438 h 637757"/>
                <a:gd name="csX91" fmla="*/ 698318 w 994266"/>
                <a:gd name="csY91" fmla="*/ 27226 h 637757"/>
                <a:gd name="csX92" fmla="*/ 681620 w 994266"/>
                <a:gd name="csY92" fmla="*/ 22831 h 637757"/>
                <a:gd name="csX93" fmla="*/ 674650 w 994266"/>
                <a:gd name="csY93" fmla="*/ 20992 h 637757"/>
                <a:gd name="csX94" fmla="*/ 650983 w 994266"/>
                <a:gd name="csY94" fmla="*/ 15578 h 637757"/>
                <a:gd name="csX95" fmla="*/ 627315 w 994266"/>
                <a:gd name="csY95" fmla="*/ 11073 h 637757"/>
                <a:gd name="csX96" fmla="*/ 605201 w 994266"/>
                <a:gd name="csY96" fmla="*/ 7649 h 637757"/>
                <a:gd name="csX97" fmla="*/ 603648 w 994266"/>
                <a:gd name="csY97" fmla="*/ 7402 h 637757"/>
                <a:gd name="csX98" fmla="*/ 579981 w 994266"/>
                <a:gd name="csY98" fmla="*/ 4400 h 637757"/>
                <a:gd name="csX99" fmla="*/ 556302 w 994266"/>
                <a:gd name="csY99" fmla="*/ 2185 h 637757"/>
                <a:gd name="csX100" fmla="*/ 532635 w 994266"/>
                <a:gd name="csY100" fmla="*/ 725 h 637757"/>
                <a:gd name="csX101" fmla="*/ 508967 w 994266"/>
                <a:gd name="csY101" fmla="*/ 0 h 637757"/>
                <a:gd name="csX102" fmla="*/ 485300 w 994266"/>
                <a:gd name="csY102" fmla="*/ 0 h 637757"/>
                <a:gd name="csX103" fmla="*/ 461633 w 994266"/>
                <a:gd name="csY103" fmla="*/ 725 h 637757"/>
                <a:gd name="csX104" fmla="*/ 437965 w 994266"/>
                <a:gd name="csY104" fmla="*/ 2185 h 637757"/>
                <a:gd name="csX105" fmla="*/ 414298 w 994266"/>
                <a:gd name="csY105" fmla="*/ 4400 h 637757"/>
                <a:gd name="csX106" fmla="*/ 390630 w 994266"/>
                <a:gd name="csY106" fmla="*/ 7402 h 637757"/>
                <a:gd name="csX107" fmla="*/ 389067 w 994266"/>
                <a:gd name="csY107" fmla="*/ 7649 h 637757"/>
                <a:gd name="csX108" fmla="*/ 366952 w 994266"/>
                <a:gd name="csY108" fmla="*/ 11073 h 637757"/>
                <a:gd name="csX109" fmla="*/ 343284 w 994266"/>
                <a:gd name="csY109" fmla="*/ 15578 h 637757"/>
                <a:gd name="csX110" fmla="*/ 319617 w 994266"/>
                <a:gd name="csY110" fmla="*/ 20992 h 637757"/>
                <a:gd name="csX111" fmla="*/ 312647 w 994266"/>
                <a:gd name="csY111" fmla="*/ 22831 h 637757"/>
                <a:gd name="csX112" fmla="*/ 295950 w 994266"/>
                <a:gd name="csY112" fmla="*/ 27226 h 637757"/>
                <a:gd name="csX113" fmla="*/ 272282 w 994266"/>
                <a:gd name="csY113" fmla="*/ 34438 h 637757"/>
                <a:gd name="csX114" fmla="*/ 261906 w 994266"/>
                <a:gd name="csY114" fmla="*/ 38013 h 637757"/>
                <a:gd name="csX115" fmla="*/ 248615 w 994266"/>
                <a:gd name="csY115" fmla="*/ 42664 h 637757"/>
                <a:gd name="csX116" fmla="*/ 224947 w 994266"/>
                <a:gd name="csY116" fmla="*/ 52033 h 637757"/>
                <a:gd name="csX117" fmla="*/ 222267 w 994266"/>
                <a:gd name="csY117" fmla="*/ 53194 h 637757"/>
                <a:gd name="csX118" fmla="*/ 201280 w 994266"/>
                <a:gd name="csY118" fmla="*/ 62588 h 637757"/>
                <a:gd name="csX119" fmla="*/ 189575 w 994266"/>
                <a:gd name="csY119" fmla="*/ 68376 h 637757"/>
                <a:gd name="csX120" fmla="*/ 177601 w 994266"/>
                <a:gd name="csY120" fmla="*/ 74574 h 637757"/>
                <a:gd name="csX121" fmla="*/ 161674 w 994266"/>
                <a:gd name="csY121" fmla="*/ 83559 h 637757"/>
                <a:gd name="csX122" fmla="*/ 153937 w 994266"/>
                <a:gd name="csY122" fmla="*/ 88178 h 637757"/>
                <a:gd name="csX123" fmla="*/ 137469 w 994266"/>
                <a:gd name="csY123" fmla="*/ 98741 h 637757"/>
                <a:gd name="csX124" fmla="*/ 130268 w 994266"/>
                <a:gd name="csY124" fmla="*/ 103701 h 637757"/>
                <a:gd name="csX125" fmla="*/ 116261 w 994266"/>
                <a:gd name="csY125" fmla="*/ 113923 h 637757"/>
                <a:gd name="csX126" fmla="*/ 106599 w 994266"/>
                <a:gd name="csY126" fmla="*/ 121604 h 637757"/>
                <a:gd name="csX127" fmla="*/ 97575 w 994266"/>
                <a:gd name="csY127" fmla="*/ 129105 h 637757"/>
                <a:gd name="csX128" fmla="*/ 82931 w 994266"/>
                <a:gd name="csY128" fmla="*/ 142568 h 637757"/>
                <a:gd name="csX129" fmla="*/ 81119 w 994266"/>
                <a:gd name="csY129" fmla="*/ 144287 h 637757"/>
                <a:gd name="csX130" fmla="*/ 66512 w 994266"/>
                <a:gd name="csY130" fmla="*/ 159470 h 637757"/>
                <a:gd name="csX131" fmla="*/ 59261 w 994266"/>
                <a:gd name="csY131" fmla="*/ 167997 h 637757"/>
                <a:gd name="csX132" fmla="*/ 53689 w 994266"/>
                <a:gd name="csY132" fmla="*/ 174652 h 637757"/>
                <a:gd name="csX133" fmla="*/ 42446 w 994266"/>
                <a:gd name="csY133" fmla="*/ 189833 h 637757"/>
                <a:gd name="csX134" fmla="*/ 35593 w 994266"/>
                <a:gd name="csY134" fmla="*/ 200543 h 637757"/>
                <a:gd name="csX135" fmla="*/ 32727 w 994266"/>
                <a:gd name="csY135" fmla="*/ 205015 h 637757"/>
                <a:gd name="csX136" fmla="*/ 24285 w 994266"/>
                <a:gd name="csY136" fmla="*/ 220197 h 637757"/>
                <a:gd name="csX137" fmla="*/ 17262 w 994266"/>
                <a:gd name="csY137" fmla="*/ 235379 h 637757"/>
                <a:gd name="csX138" fmla="*/ 11924 w 994266"/>
                <a:gd name="csY138" fmla="*/ 249561 h 637757"/>
                <a:gd name="csX139" fmla="*/ 11539 w 994266"/>
                <a:gd name="csY139" fmla="*/ 250562 h 637757"/>
                <a:gd name="csX140" fmla="*/ 6859 w 994266"/>
                <a:gd name="csY140" fmla="*/ 265744 h 637757"/>
                <a:gd name="csX141" fmla="*/ 3407 w 994266"/>
                <a:gd name="csY141" fmla="*/ 280926 h 637757"/>
                <a:gd name="csX142" fmla="*/ 1130 w 994266"/>
                <a:gd name="csY142" fmla="*/ 296108 h 637757"/>
                <a:gd name="csX143" fmla="*/ 0 w 994266"/>
                <a:gd name="csY143" fmla="*/ 311290 h 637757"/>
                <a:gd name="csX144" fmla="*/ 0 w 994266"/>
                <a:gd name="csY144" fmla="*/ 326471 h 637757"/>
                <a:gd name="csX145" fmla="*/ 1130 w 994266"/>
                <a:gd name="csY145" fmla="*/ 341654 h 637757"/>
                <a:gd name="csX146" fmla="*/ 3407 w 994266"/>
                <a:gd name="csY146" fmla="*/ 356836 h 637757"/>
                <a:gd name="csX147" fmla="*/ 6859 w 994266"/>
                <a:gd name="csY147" fmla="*/ 372018 h 637757"/>
                <a:gd name="csX148" fmla="*/ 11539 w 994266"/>
                <a:gd name="csY148" fmla="*/ 387200 h 637757"/>
                <a:gd name="csX149" fmla="*/ 11924 w 994266"/>
                <a:gd name="csY149" fmla="*/ 388201 h 637757"/>
                <a:gd name="csX150" fmla="*/ 17262 w 994266"/>
                <a:gd name="csY150" fmla="*/ 402383 h 637757"/>
                <a:gd name="csX151" fmla="*/ 24285 w 994266"/>
                <a:gd name="csY151" fmla="*/ 417565 h 637757"/>
                <a:gd name="csX152" fmla="*/ 32727 w 994266"/>
                <a:gd name="csY152" fmla="*/ 432747 h 637757"/>
                <a:gd name="csX153" fmla="*/ 35593 w 994266"/>
                <a:gd name="csY153" fmla="*/ 437219 h 637757"/>
                <a:gd name="csX154" fmla="*/ 42446 w 994266"/>
                <a:gd name="csY154" fmla="*/ 447929 h 637757"/>
                <a:gd name="csX155" fmla="*/ 53689 w 994266"/>
                <a:gd name="csY155" fmla="*/ 463110 h 637757"/>
                <a:gd name="csX156" fmla="*/ 59261 w 994266"/>
                <a:gd name="csY156" fmla="*/ 469765 h 637757"/>
                <a:gd name="csX157" fmla="*/ 66512 w 994266"/>
                <a:gd name="csY157" fmla="*/ 478292 h 637757"/>
                <a:gd name="csX158" fmla="*/ 81119 w 994266"/>
                <a:gd name="csY158" fmla="*/ 493475 h 637757"/>
                <a:gd name="csX159" fmla="*/ 82931 w 994266"/>
                <a:gd name="csY159" fmla="*/ 495193 h 637757"/>
                <a:gd name="csX160" fmla="*/ 97575 w 994266"/>
                <a:gd name="csY160" fmla="*/ 508657 h 637757"/>
                <a:gd name="csX161" fmla="*/ 106599 w 994266"/>
                <a:gd name="csY161" fmla="*/ 516158 h 637757"/>
                <a:gd name="csX162" fmla="*/ 116261 w 994266"/>
                <a:gd name="csY162" fmla="*/ 523839 h 637757"/>
                <a:gd name="csX163" fmla="*/ 130268 w 994266"/>
                <a:gd name="csY163" fmla="*/ 534061 h 637757"/>
                <a:gd name="csX164" fmla="*/ 137469 w 994266"/>
                <a:gd name="csY164" fmla="*/ 539021 h 637757"/>
                <a:gd name="csX165" fmla="*/ 153937 w 994266"/>
                <a:gd name="csY165" fmla="*/ 549584 h 637757"/>
                <a:gd name="csX166" fmla="*/ 161674 w 994266"/>
                <a:gd name="csY166" fmla="*/ 554203 h 637757"/>
                <a:gd name="csX167" fmla="*/ 177601 w 994266"/>
                <a:gd name="csY167" fmla="*/ 563188 h 637757"/>
                <a:gd name="csX168" fmla="*/ 189575 w 994266"/>
                <a:gd name="csY168" fmla="*/ 569386 h 6377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994266" h="637757">
                  <a:moveTo>
                    <a:pt x="189575" y="569386"/>
                  </a:moveTo>
                  <a:lnTo>
                    <a:pt x="201280" y="575173"/>
                  </a:lnTo>
                  <a:lnTo>
                    <a:pt x="222267" y="584567"/>
                  </a:lnTo>
                  <a:lnTo>
                    <a:pt x="224947" y="585729"/>
                  </a:lnTo>
                  <a:lnTo>
                    <a:pt x="248615" y="595098"/>
                  </a:lnTo>
                  <a:lnTo>
                    <a:pt x="261906" y="599749"/>
                  </a:lnTo>
                  <a:lnTo>
                    <a:pt x="272282" y="603323"/>
                  </a:lnTo>
                  <a:lnTo>
                    <a:pt x="295950" y="610536"/>
                  </a:lnTo>
                  <a:lnTo>
                    <a:pt x="312647" y="614931"/>
                  </a:lnTo>
                  <a:lnTo>
                    <a:pt x="319617" y="616770"/>
                  </a:lnTo>
                  <a:lnTo>
                    <a:pt x="343284" y="622184"/>
                  </a:lnTo>
                  <a:lnTo>
                    <a:pt x="366952" y="626689"/>
                  </a:lnTo>
                  <a:lnTo>
                    <a:pt x="389067" y="630113"/>
                  </a:lnTo>
                  <a:lnTo>
                    <a:pt x="390630" y="630360"/>
                  </a:lnTo>
                  <a:lnTo>
                    <a:pt x="414298" y="633357"/>
                  </a:lnTo>
                  <a:lnTo>
                    <a:pt x="437965" y="635579"/>
                  </a:lnTo>
                  <a:lnTo>
                    <a:pt x="461633" y="637031"/>
                  </a:lnTo>
                  <a:lnTo>
                    <a:pt x="485300" y="637757"/>
                  </a:lnTo>
                  <a:lnTo>
                    <a:pt x="508967" y="637757"/>
                  </a:lnTo>
                  <a:lnTo>
                    <a:pt x="532635" y="637031"/>
                  </a:lnTo>
                  <a:lnTo>
                    <a:pt x="556302" y="635579"/>
                  </a:lnTo>
                  <a:lnTo>
                    <a:pt x="579981" y="633357"/>
                  </a:lnTo>
                  <a:lnTo>
                    <a:pt x="603648" y="630360"/>
                  </a:lnTo>
                  <a:lnTo>
                    <a:pt x="605201" y="630113"/>
                  </a:lnTo>
                  <a:lnTo>
                    <a:pt x="627315" y="626689"/>
                  </a:lnTo>
                  <a:lnTo>
                    <a:pt x="650983" y="622184"/>
                  </a:lnTo>
                  <a:lnTo>
                    <a:pt x="674650" y="616770"/>
                  </a:lnTo>
                  <a:lnTo>
                    <a:pt x="681620" y="614931"/>
                  </a:lnTo>
                  <a:lnTo>
                    <a:pt x="698318" y="610536"/>
                  </a:lnTo>
                  <a:lnTo>
                    <a:pt x="721985" y="603323"/>
                  </a:lnTo>
                  <a:lnTo>
                    <a:pt x="732361" y="599749"/>
                  </a:lnTo>
                  <a:lnTo>
                    <a:pt x="745664" y="595098"/>
                  </a:lnTo>
                  <a:lnTo>
                    <a:pt x="769331" y="585729"/>
                  </a:lnTo>
                  <a:lnTo>
                    <a:pt x="772012" y="584567"/>
                  </a:lnTo>
                  <a:lnTo>
                    <a:pt x="792998" y="575173"/>
                  </a:lnTo>
                  <a:lnTo>
                    <a:pt x="804693" y="569386"/>
                  </a:lnTo>
                  <a:lnTo>
                    <a:pt x="816666" y="563188"/>
                  </a:lnTo>
                  <a:lnTo>
                    <a:pt x="832604" y="554203"/>
                  </a:lnTo>
                  <a:lnTo>
                    <a:pt x="840333" y="549584"/>
                  </a:lnTo>
                  <a:lnTo>
                    <a:pt x="856797" y="539021"/>
                  </a:lnTo>
                  <a:lnTo>
                    <a:pt x="864001" y="534061"/>
                  </a:lnTo>
                  <a:lnTo>
                    <a:pt x="878007" y="523839"/>
                  </a:lnTo>
                  <a:lnTo>
                    <a:pt x="887668" y="516158"/>
                  </a:lnTo>
                  <a:lnTo>
                    <a:pt x="896693" y="508657"/>
                  </a:lnTo>
                  <a:lnTo>
                    <a:pt x="911335" y="495193"/>
                  </a:lnTo>
                  <a:lnTo>
                    <a:pt x="913156" y="493475"/>
                  </a:lnTo>
                  <a:lnTo>
                    <a:pt x="927754" y="478292"/>
                  </a:lnTo>
                  <a:lnTo>
                    <a:pt x="935014" y="469765"/>
                  </a:lnTo>
                  <a:lnTo>
                    <a:pt x="940576" y="463110"/>
                  </a:lnTo>
                  <a:lnTo>
                    <a:pt x="951823" y="447929"/>
                  </a:lnTo>
                  <a:lnTo>
                    <a:pt x="958681" y="437219"/>
                  </a:lnTo>
                  <a:lnTo>
                    <a:pt x="961541" y="432747"/>
                  </a:lnTo>
                  <a:lnTo>
                    <a:pt x="969985" y="417565"/>
                  </a:lnTo>
                  <a:lnTo>
                    <a:pt x="977010" y="402383"/>
                  </a:lnTo>
                  <a:lnTo>
                    <a:pt x="982349" y="388201"/>
                  </a:lnTo>
                  <a:lnTo>
                    <a:pt x="982729" y="387200"/>
                  </a:lnTo>
                  <a:lnTo>
                    <a:pt x="987408" y="372018"/>
                  </a:lnTo>
                  <a:lnTo>
                    <a:pt x="990860" y="356836"/>
                  </a:lnTo>
                  <a:lnTo>
                    <a:pt x="993138" y="341654"/>
                  </a:lnTo>
                  <a:lnTo>
                    <a:pt x="994266" y="326471"/>
                  </a:lnTo>
                  <a:lnTo>
                    <a:pt x="994266" y="311290"/>
                  </a:lnTo>
                  <a:lnTo>
                    <a:pt x="993138" y="296108"/>
                  </a:lnTo>
                  <a:lnTo>
                    <a:pt x="990860" y="280926"/>
                  </a:lnTo>
                  <a:lnTo>
                    <a:pt x="987408" y="265744"/>
                  </a:lnTo>
                  <a:lnTo>
                    <a:pt x="982729" y="250562"/>
                  </a:lnTo>
                  <a:lnTo>
                    <a:pt x="982349" y="249561"/>
                  </a:lnTo>
                  <a:lnTo>
                    <a:pt x="977010" y="235379"/>
                  </a:lnTo>
                  <a:lnTo>
                    <a:pt x="969985" y="220197"/>
                  </a:lnTo>
                  <a:lnTo>
                    <a:pt x="961541" y="205015"/>
                  </a:lnTo>
                  <a:lnTo>
                    <a:pt x="958681" y="200543"/>
                  </a:lnTo>
                  <a:lnTo>
                    <a:pt x="951823" y="189833"/>
                  </a:lnTo>
                  <a:lnTo>
                    <a:pt x="940576" y="174652"/>
                  </a:lnTo>
                  <a:lnTo>
                    <a:pt x="935014" y="167997"/>
                  </a:lnTo>
                  <a:lnTo>
                    <a:pt x="927754" y="159470"/>
                  </a:lnTo>
                  <a:lnTo>
                    <a:pt x="913156" y="144287"/>
                  </a:lnTo>
                  <a:lnTo>
                    <a:pt x="911335" y="142568"/>
                  </a:lnTo>
                  <a:lnTo>
                    <a:pt x="896693" y="129105"/>
                  </a:lnTo>
                  <a:lnTo>
                    <a:pt x="887668" y="121604"/>
                  </a:lnTo>
                  <a:lnTo>
                    <a:pt x="878007" y="113923"/>
                  </a:lnTo>
                  <a:lnTo>
                    <a:pt x="864001" y="103701"/>
                  </a:lnTo>
                  <a:lnTo>
                    <a:pt x="856797" y="98741"/>
                  </a:lnTo>
                  <a:lnTo>
                    <a:pt x="840333" y="88178"/>
                  </a:lnTo>
                  <a:lnTo>
                    <a:pt x="832604" y="83559"/>
                  </a:lnTo>
                  <a:lnTo>
                    <a:pt x="816666" y="74574"/>
                  </a:lnTo>
                  <a:lnTo>
                    <a:pt x="804693" y="68376"/>
                  </a:lnTo>
                  <a:lnTo>
                    <a:pt x="792998" y="62588"/>
                  </a:lnTo>
                  <a:lnTo>
                    <a:pt x="772012" y="53194"/>
                  </a:lnTo>
                  <a:lnTo>
                    <a:pt x="769331" y="52033"/>
                  </a:lnTo>
                  <a:lnTo>
                    <a:pt x="745664" y="42664"/>
                  </a:lnTo>
                  <a:lnTo>
                    <a:pt x="732361" y="38013"/>
                  </a:lnTo>
                  <a:lnTo>
                    <a:pt x="721985" y="34438"/>
                  </a:lnTo>
                  <a:lnTo>
                    <a:pt x="698318" y="27226"/>
                  </a:lnTo>
                  <a:lnTo>
                    <a:pt x="681620" y="22831"/>
                  </a:lnTo>
                  <a:lnTo>
                    <a:pt x="674650" y="20992"/>
                  </a:lnTo>
                  <a:lnTo>
                    <a:pt x="650983" y="15578"/>
                  </a:lnTo>
                  <a:lnTo>
                    <a:pt x="627315" y="11073"/>
                  </a:lnTo>
                  <a:lnTo>
                    <a:pt x="605201" y="7649"/>
                  </a:lnTo>
                  <a:lnTo>
                    <a:pt x="603648" y="7402"/>
                  </a:lnTo>
                  <a:lnTo>
                    <a:pt x="579981" y="4400"/>
                  </a:lnTo>
                  <a:lnTo>
                    <a:pt x="556302" y="2185"/>
                  </a:lnTo>
                  <a:lnTo>
                    <a:pt x="532635" y="725"/>
                  </a:lnTo>
                  <a:lnTo>
                    <a:pt x="508967" y="0"/>
                  </a:lnTo>
                  <a:lnTo>
                    <a:pt x="485300" y="0"/>
                  </a:lnTo>
                  <a:lnTo>
                    <a:pt x="461633" y="725"/>
                  </a:lnTo>
                  <a:lnTo>
                    <a:pt x="437965" y="2185"/>
                  </a:lnTo>
                  <a:lnTo>
                    <a:pt x="414298" y="4400"/>
                  </a:lnTo>
                  <a:lnTo>
                    <a:pt x="390630" y="7402"/>
                  </a:lnTo>
                  <a:lnTo>
                    <a:pt x="389067" y="7649"/>
                  </a:lnTo>
                  <a:lnTo>
                    <a:pt x="366952" y="11073"/>
                  </a:lnTo>
                  <a:lnTo>
                    <a:pt x="343284" y="15578"/>
                  </a:lnTo>
                  <a:lnTo>
                    <a:pt x="319617" y="20992"/>
                  </a:lnTo>
                  <a:lnTo>
                    <a:pt x="312647" y="22831"/>
                  </a:lnTo>
                  <a:lnTo>
                    <a:pt x="295950" y="27226"/>
                  </a:lnTo>
                  <a:lnTo>
                    <a:pt x="272282" y="34438"/>
                  </a:lnTo>
                  <a:lnTo>
                    <a:pt x="261906" y="38013"/>
                  </a:lnTo>
                  <a:lnTo>
                    <a:pt x="248615" y="42664"/>
                  </a:lnTo>
                  <a:lnTo>
                    <a:pt x="224947" y="52033"/>
                  </a:lnTo>
                  <a:lnTo>
                    <a:pt x="222267" y="53194"/>
                  </a:lnTo>
                  <a:lnTo>
                    <a:pt x="201280" y="62588"/>
                  </a:lnTo>
                  <a:lnTo>
                    <a:pt x="189575" y="68376"/>
                  </a:lnTo>
                  <a:lnTo>
                    <a:pt x="177601" y="74574"/>
                  </a:lnTo>
                  <a:lnTo>
                    <a:pt x="161674" y="83559"/>
                  </a:lnTo>
                  <a:lnTo>
                    <a:pt x="153937" y="88178"/>
                  </a:lnTo>
                  <a:lnTo>
                    <a:pt x="137469" y="98741"/>
                  </a:lnTo>
                  <a:lnTo>
                    <a:pt x="130268" y="103701"/>
                  </a:lnTo>
                  <a:lnTo>
                    <a:pt x="116261" y="113923"/>
                  </a:lnTo>
                  <a:lnTo>
                    <a:pt x="106599" y="121604"/>
                  </a:lnTo>
                  <a:lnTo>
                    <a:pt x="97575" y="129105"/>
                  </a:lnTo>
                  <a:lnTo>
                    <a:pt x="82931" y="142568"/>
                  </a:lnTo>
                  <a:lnTo>
                    <a:pt x="81119" y="144287"/>
                  </a:lnTo>
                  <a:lnTo>
                    <a:pt x="66512" y="159470"/>
                  </a:lnTo>
                  <a:lnTo>
                    <a:pt x="59261" y="167997"/>
                  </a:lnTo>
                  <a:lnTo>
                    <a:pt x="53689" y="174652"/>
                  </a:lnTo>
                  <a:lnTo>
                    <a:pt x="42446" y="189833"/>
                  </a:lnTo>
                  <a:lnTo>
                    <a:pt x="35593" y="200543"/>
                  </a:lnTo>
                  <a:lnTo>
                    <a:pt x="32727" y="205015"/>
                  </a:lnTo>
                  <a:lnTo>
                    <a:pt x="24285" y="220197"/>
                  </a:lnTo>
                  <a:lnTo>
                    <a:pt x="17262" y="235379"/>
                  </a:lnTo>
                  <a:lnTo>
                    <a:pt x="11924" y="249561"/>
                  </a:lnTo>
                  <a:lnTo>
                    <a:pt x="11539" y="250562"/>
                  </a:lnTo>
                  <a:lnTo>
                    <a:pt x="6859" y="265744"/>
                  </a:lnTo>
                  <a:lnTo>
                    <a:pt x="3407" y="280926"/>
                  </a:lnTo>
                  <a:lnTo>
                    <a:pt x="1130" y="296108"/>
                  </a:lnTo>
                  <a:lnTo>
                    <a:pt x="0" y="311290"/>
                  </a:lnTo>
                  <a:lnTo>
                    <a:pt x="0" y="326471"/>
                  </a:lnTo>
                  <a:lnTo>
                    <a:pt x="1130" y="341654"/>
                  </a:lnTo>
                  <a:lnTo>
                    <a:pt x="3407" y="356836"/>
                  </a:lnTo>
                  <a:lnTo>
                    <a:pt x="6859" y="372018"/>
                  </a:lnTo>
                  <a:lnTo>
                    <a:pt x="11539" y="387200"/>
                  </a:lnTo>
                  <a:lnTo>
                    <a:pt x="11924" y="388201"/>
                  </a:lnTo>
                  <a:lnTo>
                    <a:pt x="17262" y="402383"/>
                  </a:lnTo>
                  <a:lnTo>
                    <a:pt x="24285" y="417565"/>
                  </a:lnTo>
                  <a:lnTo>
                    <a:pt x="32727" y="432747"/>
                  </a:lnTo>
                  <a:lnTo>
                    <a:pt x="35593" y="437219"/>
                  </a:lnTo>
                  <a:lnTo>
                    <a:pt x="42446" y="447929"/>
                  </a:lnTo>
                  <a:lnTo>
                    <a:pt x="53689" y="463110"/>
                  </a:lnTo>
                  <a:lnTo>
                    <a:pt x="59261" y="469765"/>
                  </a:lnTo>
                  <a:lnTo>
                    <a:pt x="66512" y="478292"/>
                  </a:lnTo>
                  <a:lnTo>
                    <a:pt x="81119" y="493475"/>
                  </a:lnTo>
                  <a:lnTo>
                    <a:pt x="82931" y="495193"/>
                  </a:lnTo>
                  <a:lnTo>
                    <a:pt x="97575" y="508657"/>
                  </a:lnTo>
                  <a:lnTo>
                    <a:pt x="106599" y="516158"/>
                  </a:lnTo>
                  <a:lnTo>
                    <a:pt x="116261" y="523839"/>
                  </a:lnTo>
                  <a:lnTo>
                    <a:pt x="130268" y="534061"/>
                  </a:lnTo>
                  <a:lnTo>
                    <a:pt x="137469" y="539021"/>
                  </a:lnTo>
                  <a:lnTo>
                    <a:pt x="153937" y="549584"/>
                  </a:lnTo>
                  <a:lnTo>
                    <a:pt x="161674" y="554203"/>
                  </a:lnTo>
                  <a:lnTo>
                    <a:pt x="177601" y="563188"/>
                  </a:lnTo>
                  <a:lnTo>
                    <a:pt x="189575" y="56938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83843488-CC3E-B8FA-6628-8CC67CE5FCED}"/>
                </a:ext>
              </a:extLst>
            </p:cNvPr>
            <p:cNvSpPr/>
            <p:nvPr/>
          </p:nvSpPr>
          <p:spPr>
            <a:xfrm>
              <a:off x="7273108" y="3330834"/>
              <a:ext cx="877632" cy="562946"/>
            </a:xfrm>
            <a:custGeom>
              <a:avLst/>
              <a:gdLst>
                <a:gd name="csX0" fmla="*/ 166628 w 877632"/>
                <a:gd name="csY0" fmla="*/ 502372 h 562946"/>
                <a:gd name="csX1" fmla="*/ 165154 w 877632"/>
                <a:gd name="csY1" fmla="*/ 501614 h 562946"/>
                <a:gd name="csX2" fmla="*/ 142960 w 877632"/>
                <a:gd name="csY2" fmla="*/ 489464 h 562946"/>
                <a:gd name="csX3" fmla="*/ 137878 w 877632"/>
                <a:gd name="csY3" fmla="*/ 486431 h 562946"/>
                <a:gd name="csX4" fmla="*/ 119282 w 877632"/>
                <a:gd name="csY4" fmla="*/ 474508 h 562946"/>
                <a:gd name="csX5" fmla="*/ 114557 w 877632"/>
                <a:gd name="csY5" fmla="*/ 471249 h 562946"/>
                <a:gd name="csX6" fmla="*/ 95618 w 877632"/>
                <a:gd name="csY6" fmla="*/ 457010 h 562946"/>
                <a:gd name="csX7" fmla="*/ 94434 w 877632"/>
                <a:gd name="csY7" fmla="*/ 456067 h 562946"/>
                <a:gd name="csX8" fmla="*/ 76977 w 877632"/>
                <a:gd name="csY8" fmla="*/ 440885 h 562946"/>
                <a:gd name="csX9" fmla="*/ 71948 w 877632"/>
                <a:gd name="csY9" fmla="*/ 435990 h 562946"/>
                <a:gd name="csX10" fmla="*/ 61787 w 877632"/>
                <a:gd name="csY10" fmla="*/ 425703 h 562946"/>
                <a:gd name="csX11" fmla="*/ 48671 w 877632"/>
                <a:gd name="csY11" fmla="*/ 410521 h 562946"/>
                <a:gd name="csX12" fmla="*/ 48280 w 877632"/>
                <a:gd name="csY12" fmla="*/ 410010 h 562946"/>
                <a:gd name="csX13" fmla="*/ 37294 w 877632"/>
                <a:gd name="csY13" fmla="*/ 395339 h 562946"/>
                <a:gd name="csX14" fmla="*/ 27672 w 877632"/>
                <a:gd name="csY14" fmla="*/ 380157 h 562946"/>
                <a:gd name="csX15" fmla="*/ 24611 w 877632"/>
                <a:gd name="csY15" fmla="*/ 374451 h 562946"/>
                <a:gd name="csX16" fmla="*/ 19550 w 877632"/>
                <a:gd name="csY16" fmla="*/ 364975 h 562946"/>
                <a:gd name="csX17" fmla="*/ 12893 w 877632"/>
                <a:gd name="csY17" fmla="*/ 349793 h 562946"/>
                <a:gd name="csX18" fmla="*/ 7675 w 877632"/>
                <a:gd name="csY18" fmla="*/ 334610 h 562946"/>
                <a:gd name="csX19" fmla="*/ 3825 w 877632"/>
                <a:gd name="csY19" fmla="*/ 319428 h 562946"/>
                <a:gd name="csX20" fmla="*/ 1288 w 877632"/>
                <a:gd name="csY20" fmla="*/ 304246 h 562946"/>
                <a:gd name="csX21" fmla="*/ 942 w 877632"/>
                <a:gd name="csY21" fmla="*/ 300088 h 562946"/>
                <a:gd name="csX22" fmla="*/ 0 w 877632"/>
                <a:gd name="csY22" fmla="*/ 289064 h 562946"/>
                <a:gd name="csX23" fmla="*/ 0 w 877632"/>
                <a:gd name="csY23" fmla="*/ 273883 h 562946"/>
                <a:gd name="csX24" fmla="*/ 942 w 877632"/>
                <a:gd name="csY24" fmla="*/ 262858 h 562946"/>
                <a:gd name="csX25" fmla="*/ 1288 w 877632"/>
                <a:gd name="csY25" fmla="*/ 258701 h 562946"/>
                <a:gd name="csX26" fmla="*/ 3825 w 877632"/>
                <a:gd name="csY26" fmla="*/ 243518 h 562946"/>
                <a:gd name="csX27" fmla="*/ 7675 w 877632"/>
                <a:gd name="csY27" fmla="*/ 228336 h 562946"/>
                <a:gd name="csX28" fmla="*/ 12893 w 877632"/>
                <a:gd name="csY28" fmla="*/ 213154 h 562946"/>
                <a:gd name="csX29" fmla="*/ 19550 w 877632"/>
                <a:gd name="csY29" fmla="*/ 197972 h 562946"/>
                <a:gd name="csX30" fmla="*/ 24611 w 877632"/>
                <a:gd name="csY30" fmla="*/ 188496 h 562946"/>
                <a:gd name="csX31" fmla="*/ 27672 w 877632"/>
                <a:gd name="csY31" fmla="*/ 182790 h 562946"/>
                <a:gd name="csX32" fmla="*/ 37294 w 877632"/>
                <a:gd name="csY32" fmla="*/ 167607 h 562946"/>
                <a:gd name="csX33" fmla="*/ 48280 w 877632"/>
                <a:gd name="csY33" fmla="*/ 152937 h 562946"/>
                <a:gd name="csX34" fmla="*/ 48671 w 877632"/>
                <a:gd name="csY34" fmla="*/ 152425 h 562946"/>
                <a:gd name="csX35" fmla="*/ 61787 w 877632"/>
                <a:gd name="csY35" fmla="*/ 137244 h 562946"/>
                <a:gd name="csX36" fmla="*/ 71948 w 877632"/>
                <a:gd name="csY36" fmla="*/ 126956 h 562946"/>
                <a:gd name="csX37" fmla="*/ 76977 w 877632"/>
                <a:gd name="csY37" fmla="*/ 122062 h 562946"/>
                <a:gd name="csX38" fmla="*/ 94434 w 877632"/>
                <a:gd name="csY38" fmla="*/ 106880 h 562946"/>
                <a:gd name="csX39" fmla="*/ 95618 w 877632"/>
                <a:gd name="csY39" fmla="*/ 105937 h 562946"/>
                <a:gd name="csX40" fmla="*/ 114557 w 877632"/>
                <a:gd name="csY40" fmla="*/ 91697 h 562946"/>
                <a:gd name="csX41" fmla="*/ 119282 w 877632"/>
                <a:gd name="csY41" fmla="*/ 88438 h 562946"/>
                <a:gd name="csX42" fmla="*/ 137878 w 877632"/>
                <a:gd name="csY42" fmla="*/ 76515 h 562946"/>
                <a:gd name="csX43" fmla="*/ 142960 w 877632"/>
                <a:gd name="csY43" fmla="*/ 73483 h 562946"/>
                <a:gd name="csX44" fmla="*/ 165154 w 877632"/>
                <a:gd name="csY44" fmla="*/ 61333 h 562946"/>
                <a:gd name="csX45" fmla="*/ 166628 w 877632"/>
                <a:gd name="csY45" fmla="*/ 60575 h 562946"/>
                <a:gd name="csX46" fmla="*/ 190295 w 877632"/>
                <a:gd name="csY46" fmla="*/ 49376 h 562946"/>
                <a:gd name="csX47" fmla="*/ 197924 w 877632"/>
                <a:gd name="csY47" fmla="*/ 46151 h 562946"/>
                <a:gd name="csX48" fmla="*/ 213963 w 877632"/>
                <a:gd name="csY48" fmla="*/ 39634 h 562946"/>
                <a:gd name="csX49" fmla="*/ 237630 w 877632"/>
                <a:gd name="csY49" fmla="*/ 31220 h 562946"/>
                <a:gd name="csX50" fmla="*/ 238423 w 877632"/>
                <a:gd name="csY50" fmla="*/ 30969 h 562946"/>
                <a:gd name="csX51" fmla="*/ 261297 w 877632"/>
                <a:gd name="csY51" fmla="*/ 23922 h 562946"/>
                <a:gd name="csX52" fmla="*/ 284965 w 877632"/>
                <a:gd name="csY52" fmla="*/ 17750 h 562946"/>
                <a:gd name="csX53" fmla="*/ 293867 w 877632"/>
                <a:gd name="csY53" fmla="*/ 15786 h 562946"/>
                <a:gd name="csX54" fmla="*/ 308632 w 877632"/>
                <a:gd name="csY54" fmla="*/ 12541 h 562946"/>
                <a:gd name="csX55" fmla="*/ 332311 w 877632"/>
                <a:gd name="csY55" fmla="*/ 8271 h 562946"/>
                <a:gd name="csX56" fmla="*/ 355978 w 877632"/>
                <a:gd name="csY56" fmla="*/ 4924 h 562946"/>
                <a:gd name="csX57" fmla="*/ 379646 w 877632"/>
                <a:gd name="csY57" fmla="*/ 2455 h 562946"/>
                <a:gd name="csX58" fmla="*/ 403313 w 877632"/>
                <a:gd name="csY58" fmla="*/ 827 h 562946"/>
                <a:gd name="csX59" fmla="*/ 409791 w 877632"/>
                <a:gd name="csY59" fmla="*/ 605 h 562946"/>
                <a:gd name="csX60" fmla="*/ 426980 w 877632"/>
                <a:gd name="csY60" fmla="*/ 0 h 562946"/>
                <a:gd name="csX61" fmla="*/ 450648 w 877632"/>
                <a:gd name="csY61" fmla="*/ 0 h 562946"/>
                <a:gd name="csX62" fmla="*/ 467837 w 877632"/>
                <a:gd name="csY62" fmla="*/ 605 h 562946"/>
                <a:gd name="csX63" fmla="*/ 474315 w 877632"/>
                <a:gd name="csY63" fmla="*/ 827 h 562946"/>
                <a:gd name="csX64" fmla="*/ 497983 w 877632"/>
                <a:gd name="csY64" fmla="*/ 2455 h 562946"/>
                <a:gd name="csX65" fmla="*/ 521661 w 877632"/>
                <a:gd name="csY65" fmla="*/ 4924 h 562946"/>
                <a:gd name="csX66" fmla="*/ 545329 w 877632"/>
                <a:gd name="csY66" fmla="*/ 8271 h 562946"/>
                <a:gd name="csX67" fmla="*/ 568996 w 877632"/>
                <a:gd name="csY67" fmla="*/ 12541 h 562946"/>
                <a:gd name="csX68" fmla="*/ 583773 w 877632"/>
                <a:gd name="csY68" fmla="*/ 15786 h 562946"/>
                <a:gd name="csX69" fmla="*/ 592663 w 877632"/>
                <a:gd name="csY69" fmla="*/ 17750 h 562946"/>
                <a:gd name="csX70" fmla="*/ 616331 w 877632"/>
                <a:gd name="csY70" fmla="*/ 23922 h 562946"/>
                <a:gd name="csX71" fmla="*/ 639205 w 877632"/>
                <a:gd name="csY71" fmla="*/ 30969 h 562946"/>
                <a:gd name="csX72" fmla="*/ 639998 w 877632"/>
                <a:gd name="csY72" fmla="*/ 31220 h 562946"/>
                <a:gd name="csX73" fmla="*/ 663665 w 877632"/>
                <a:gd name="csY73" fmla="*/ 39634 h 562946"/>
                <a:gd name="csX74" fmla="*/ 679704 w 877632"/>
                <a:gd name="csY74" fmla="*/ 46151 h 562946"/>
                <a:gd name="csX75" fmla="*/ 687344 w 877632"/>
                <a:gd name="csY75" fmla="*/ 49376 h 562946"/>
                <a:gd name="csX76" fmla="*/ 711011 w 877632"/>
                <a:gd name="csY76" fmla="*/ 60575 h 562946"/>
                <a:gd name="csX77" fmla="*/ 712475 w 877632"/>
                <a:gd name="csY77" fmla="*/ 61333 h 562946"/>
                <a:gd name="csX78" fmla="*/ 734679 w 877632"/>
                <a:gd name="csY78" fmla="*/ 73483 h 562946"/>
                <a:gd name="csX79" fmla="*/ 739761 w 877632"/>
                <a:gd name="csY79" fmla="*/ 76515 h 562946"/>
                <a:gd name="csX80" fmla="*/ 758346 w 877632"/>
                <a:gd name="csY80" fmla="*/ 88438 h 562946"/>
                <a:gd name="csX81" fmla="*/ 763071 w 877632"/>
                <a:gd name="csY81" fmla="*/ 91697 h 562946"/>
                <a:gd name="csX82" fmla="*/ 782014 w 877632"/>
                <a:gd name="csY82" fmla="*/ 105937 h 562946"/>
                <a:gd name="csX83" fmla="*/ 783198 w 877632"/>
                <a:gd name="csY83" fmla="*/ 106880 h 562946"/>
                <a:gd name="csX84" fmla="*/ 800655 w 877632"/>
                <a:gd name="csY84" fmla="*/ 122062 h 562946"/>
                <a:gd name="csX85" fmla="*/ 805681 w 877632"/>
                <a:gd name="csY85" fmla="*/ 126956 h 562946"/>
                <a:gd name="csX86" fmla="*/ 815845 w 877632"/>
                <a:gd name="csY86" fmla="*/ 137244 h 562946"/>
                <a:gd name="csX87" fmla="*/ 828957 w 877632"/>
                <a:gd name="csY87" fmla="*/ 152425 h 562946"/>
                <a:gd name="csX88" fmla="*/ 829348 w 877632"/>
                <a:gd name="csY88" fmla="*/ 152937 h 562946"/>
                <a:gd name="csX89" fmla="*/ 840339 w 877632"/>
                <a:gd name="csY89" fmla="*/ 167607 h 562946"/>
                <a:gd name="csX90" fmla="*/ 849955 w 877632"/>
                <a:gd name="csY90" fmla="*/ 182790 h 562946"/>
                <a:gd name="csX91" fmla="*/ 853016 w 877632"/>
                <a:gd name="csY91" fmla="*/ 188496 h 562946"/>
                <a:gd name="csX92" fmla="*/ 858087 w 877632"/>
                <a:gd name="csY92" fmla="*/ 197972 h 562946"/>
                <a:gd name="csX93" fmla="*/ 864743 w 877632"/>
                <a:gd name="csY93" fmla="*/ 213154 h 562946"/>
                <a:gd name="csX94" fmla="*/ 869959 w 877632"/>
                <a:gd name="csY94" fmla="*/ 228336 h 562946"/>
                <a:gd name="csX95" fmla="*/ 873802 w 877632"/>
                <a:gd name="csY95" fmla="*/ 243518 h 562946"/>
                <a:gd name="csX96" fmla="*/ 876348 w 877632"/>
                <a:gd name="csY96" fmla="*/ 258701 h 562946"/>
                <a:gd name="csX97" fmla="*/ 876694 w 877632"/>
                <a:gd name="csY97" fmla="*/ 262858 h 562946"/>
                <a:gd name="csX98" fmla="*/ 877633 w 877632"/>
                <a:gd name="csY98" fmla="*/ 273883 h 562946"/>
                <a:gd name="csX99" fmla="*/ 877633 w 877632"/>
                <a:gd name="csY99" fmla="*/ 289064 h 562946"/>
                <a:gd name="csX100" fmla="*/ 876694 w 877632"/>
                <a:gd name="csY100" fmla="*/ 300088 h 562946"/>
                <a:gd name="csX101" fmla="*/ 876348 w 877632"/>
                <a:gd name="csY101" fmla="*/ 304246 h 562946"/>
                <a:gd name="csX102" fmla="*/ 873802 w 877632"/>
                <a:gd name="csY102" fmla="*/ 319428 h 562946"/>
                <a:gd name="csX103" fmla="*/ 869959 w 877632"/>
                <a:gd name="csY103" fmla="*/ 334610 h 562946"/>
                <a:gd name="csX104" fmla="*/ 864743 w 877632"/>
                <a:gd name="csY104" fmla="*/ 349793 h 562946"/>
                <a:gd name="csX105" fmla="*/ 858087 w 877632"/>
                <a:gd name="csY105" fmla="*/ 364975 h 562946"/>
                <a:gd name="csX106" fmla="*/ 853016 w 877632"/>
                <a:gd name="csY106" fmla="*/ 374451 h 562946"/>
                <a:gd name="csX107" fmla="*/ 849955 w 877632"/>
                <a:gd name="csY107" fmla="*/ 380157 h 562946"/>
                <a:gd name="csX108" fmla="*/ 840339 w 877632"/>
                <a:gd name="csY108" fmla="*/ 395339 h 562946"/>
                <a:gd name="csX109" fmla="*/ 829348 w 877632"/>
                <a:gd name="csY109" fmla="*/ 410010 h 562946"/>
                <a:gd name="csX110" fmla="*/ 828957 w 877632"/>
                <a:gd name="csY110" fmla="*/ 410521 h 562946"/>
                <a:gd name="csX111" fmla="*/ 815845 w 877632"/>
                <a:gd name="csY111" fmla="*/ 425703 h 562946"/>
                <a:gd name="csX112" fmla="*/ 805681 w 877632"/>
                <a:gd name="csY112" fmla="*/ 435990 h 562946"/>
                <a:gd name="csX113" fmla="*/ 800655 w 877632"/>
                <a:gd name="csY113" fmla="*/ 440885 h 562946"/>
                <a:gd name="csX114" fmla="*/ 783198 w 877632"/>
                <a:gd name="csY114" fmla="*/ 456067 h 562946"/>
                <a:gd name="csX115" fmla="*/ 782014 w 877632"/>
                <a:gd name="csY115" fmla="*/ 457010 h 562946"/>
                <a:gd name="csX116" fmla="*/ 763071 w 877632"/>
                <a:gd name="csY116" fmla="*/ 471249 h 562946"/>
                <a:gd name="csX117" fmla="*/ 758346 w 877632"/>
                <a:gd name="csY117" fmla="*/ 474508 h 562946"/>
                <a:gd name="csX118" fmla="*/ 739761 w 877632"/>
                <a:gd name="csY118" fmla="*/ 486431 h 562946"/>
                <a:gd name="csX119" fmla="*/ 734679 w 877632"/>
                <a:gd name="csY119" fmla="*/ 489464 h 562946"/>
                <a:gd name="csX120" fmla="*/ 712475 w 877632"/>
                <a:gd name="csY120" fmla="*/ 501614 h 562946"/>
                <a:gd name="csX121" fmla="*/ 711011 w 877632"/>
                <a:gd name="csY121" fmla="*/ 502372 h 562946"/>
                <a:gd name="csX122" fmla="*/ 687344 w 877632"/>
                <a:gd name="csY122" fmla="*/ 513570 h 562946"/>
                <a:gd name="csX123" fmla="*/ 679704 w 877632"/>
                <a:gd name="csY123" fmla="*/ 516796 h 562946"/>
                <a:gd name="csX124" fmla="*/ 663665 w 877632"/>
                <a:gd name="csY124" fmla="*/ 523313 h 562946"/>
                <a:gd name="csX125" fmla="*/ 639998 w 877632"/>
                <a:gd name="csY125" fmla="*/ 531727 h 562946"/>
                <a:gd name="csX126" fmla="*/ 639205 w 877632"/>
                <a:gd name="csY126" fmla="*/ 531978 h 562946"/>
                <a:gd name="csX127" fmla="*/ 616331 w 877632"/>
                <a:gd name="csY127" fmla="*/ 539025 h 562946"/>
                <a:gd name="csX128" fmla="*/ 592663 w 877632"/>
                <a:gd name="csY128" fmla="*/ 545197 h 562946"/>
                <a:gd name="csX129" fmla="*/ 583773 w 877632"/>
                <a:gd name="csY129" fmla="*/ 547159 h 562946"/>
                <a:gd name="csX130" fmla="*/ 568996 w 877632"/>
                <a:gd name="csY130" fmla="*/ 550406 h 562946"/>
                <a:gd name="csX131" fmla="*/ 545329 w 877632"/>
                <a:gd name="csY131" fmla="*/ 554676 h 562946"/>
                <a:gd name="csX132" fmla="*/ 521661 w 877632"/>
                <a:gd name="csY132" fmla="*/ 558022 h 562946"/>
                <a:gd name="csX133" fmla="*/ 497983 w 877632"/>
                <a:gd name="csY133" fmla="*/ 560492 h 562946"/>
                <a:gd name="csX134" fmla="*/ 474315 w 877632"/>
                <a:gd name="csY134" fmla="*/ 562120 h 562946"/>
                <a:gd name="csX135" fmla="*/ 467837 w 877632"/>
                <a:gd name="csY135" fmla="*/ 562341 h 562946"/>
                <a:gd name="csX136" fmla="*/ 450648 w 877632"/>
                <a:gd name="csY136" fmla="*/ 562947 h 562946"/>
                <a:gd name="csX137" fmla="*/ 426980 w 877632"/>
                <a:gd name="csY137" fmla="*/ 562947 h 562946"/>
                <a:gd name="csX138" fmla="*/ 409791 w 877632"/>
                <a:gd name="csY138" fmla="*/ 562341 h 562946"/>
                <a:gd name="csX139" fmla="*/ 403313 w 877632"/>
                <a:gd name="csY139" fmla="*/ 562120 h 562946"/>
                <a:gd name="csX140" fmla="*/ 379646 w 877632"/>
                <a:gd name="csY140" fmla="*/ 560492 h 562946"/>
                <a:gd name="csX141" fmla="*/ 355978 w 877632"/>
                <a:gd name="csY141" fmla="*/ 558022 h 562946"/>
                <a:gd name="csX142" fmla="*/ 332311 w 877632"/>
                <a:gd name="csY142" fmla="*/ 554676 h 562946"/>
                <a:gd name="csX143" fmla="*/ 308632 w 877632"/>
                <a:gd name="csY143" fmla="*/ 550406 h 562946"/>
                <a:gd name="csX144" fmla="*/ 293867 w 877632"/>
                <a:gd name="csY144" fmla="*/ 547159 h 562946"/>
                <a:gd name="csX145" fmla="*/ 284965 w 877632"/>
                <a:gd name="csY145" fmla="*/ 545197 h 562946"/>
                <a:gd name="csX146" fmla="*/ 261297 w 877632"/>
                <a:gd name="csY146" fmla="*/ 539025 h 562946"/>
                <a:gd name="csX147" fmla="*/ 238423 w 877632"/>
                <a:gd name="csY147" fmla="*/ 531978 h 562946"/>
                <a:gd name="csX148" fmla="*/ 237630 w 877632"/>
                <a:gd name="csY148" fmla="*/ 531727 h 562946"/>
                <a:gd name="csX149" fmla="*/ 213963 w 877632"/>
                <a:gd name="csY149" fmla="*/ 523313 h 562946"/>
                <a:gd name="csX150" fmla="*/ 197924 w 877632"/>
                <a:gd name="csY150" fmla="*/ 516796 h 562946"/>
                <a:gd name="csX151" fmla="*/ 190295 w 877632"/>
                <a:gd name="csY151" fmla="*/ 513570 h 562946"/>
                <a:gd name="csX152" fmla="*/ 166628 w 877632"/>
                <a:gd name="csY152" fmla="*/ 502372 h 562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77632" h="562946">
                  <a:moveTo>
                    <a:pt x="166628" y="502372"/>
                  </a:moveTo>
                  <a:lnTo>
                    <a:pt x="165154" y="501614"/>
                  </a:lnTo>
                  <a:lnTo>
                    <a:pt x="142960" y="489464"/>
                  </a:lnTo>
                  <a:lnTo>
                    <a:pt x="137878" y="486431"/>
                  </a:lnTo>
                  <a:lnTo>
                    <a:pt x="119282" y="474508"/>
                  </a:lnTo>
                  <a:lnTo>
                    <a:pt x="114557" y="471249"/>
                  </a:lnTo>
                  <a:lnTo>
                    <a:pt x="95618" y="457010"/>
                  </a:lnTo>
                  <a:lnTo>
                    <a:pt x="94434" y="456067"/>
                  </a:lnTo>
                  <a:lnTo>
                    <a:pt x="76977" y="440885"/>
                  </a:lnTo>
                  <a:lnTo>
                    <a:pt x="71948" y="435990"/>
                  </a:lnTo>
                  <a:lnTo>
                    <a:pt x="61787" y="425703"/>
                  </a:lnTo>
                  <a:lnTo>
                    <a:pt x="48671" y="410521"/>
                  </a:lnTo>
                  <a:lnTo>
                    <a:pt x="48280" y="410010"/>
                  </a:lnTo>
                  <a:lnTo>
                    <a:pt x="37294" y="395339"/>
                  </a:lnTo>
                  <a:lnTo>
                    <a:pt x="27672" y="380157"/>
                  </a:lnTo>
                  <a:lnTo>
                    <a:pt x="24611" y="374451"/>
                  </a:lnTo>
                  <a:lnTo>
                    <a:pt x="19550" y="364975"/>
                  </a:lnTo>
                  <a:lnTo>
                    <a:pt x="12893" y="349793"/>
                  </a:lnTo>
                  <a:lnTo>
                    <a:pt x="7675" y="334610"/>
                  </a:lnTo>
                  <a:lnTo>
                    <a:pt x="3825" y="319428"/>
                  </a:lnTo>
                  <a:lnTo>
                    <a:pt x="1288" y="304246"/>
                  </a:lnTo>
                  <a:lnTo>
                    <a:pt x="942" y="300088"/>
                  </a:lnTo>
                  <a:lnTo>
                    <a:pt x="0" y="289064"/>
                  </a:lnTo>
                  <a:lnTo>
                    <a:pt x="0" y="273883"/>
                  </a:lnTo>
                  <a:lnTo>
                    <a:pt x="942" y="262858"/>
                  </a:lnTo>
                  <a:lnTo>
                    <a:pt x="1288" y="258701"/>
                  </a:lnTo>
                  <a:lnTo>
                    <a:pt x="3825" y="243518"/>
                  </a:lnTo>
                  <a:lnTo>
                    <a:pt x="7675" y="228336"/>
                  </a:lnTo>
                  <a:lnTo>
                    <a:pt x="12893" y="213154"/>
                  </a:lnTo>
                  <a:lnTo>
                    <a:pt x="19550" y="197972"/>
                  </a:lnTo>
                  <a:lnTo>
                    <a:pt x="24611" y="188496"/>
                  </a:lnTo>
                  <a:lnTo>
                    <a:pt x="27672" y="182790"/>
                  </a:lnTo>
                  <a:lnTo>
                    <a:pt x="37294" y="167607"/>
                  </a:lnTo>
                  <a:lnTo>
                    <a:pt x="48280" y="152937"/>
                  </a:lnTo>
                  <a:lnTo>
                    <a:pt x="48671" y="152425"/>
                  </a:lnTo>
                  <a:lnTo>
                    <a:pt x="61787" y="137244"/>
                  </a:lnTo>
                  <a:lnTo>
                    <a:pt x="71948" y="126956"/>
                  </a:lnTo>
                  <a:lnTo>
                    <a:pt x="76977" y="122062"/>
                  </a:lnTo>
                  <a:lnTo>
                    <a:pt x="94434" y="106880"/>
                  </a:lnTo>
                  <a:lnTo>
                    <a:pt x="95618" y="105937"/>
                  </a:lnTo>
                  <a:lnTo>
                    <a:pt x="114557" y="91697"/>
                  </a:lnTo>
                  <a:lnTo>
                    <a:pt x="119282" y="88438"/>
                  </a:lnTo>
                  <a:lnTo>
                    <a:pt x="137878" y="76515"/>
                  </a:lnTo>
                  <a:lnTo>
                    <a:pt x="142960" y="73483"/>
                  </a:lnTo>
                  <a:lnTo>
                    <a:pt x="165154" y="61333"/>
                  </a:lnTo>
                  <a:lnTo>
                    <a:pt x="166628" y="60575"/>
                  </a:lnTo>
                  <a:lnTo>
                    <a:pt x="190295" y="49376"/>
                  </a:lnTo>
                  <a:lnTo>
                    <a:pt x="197924" y="46151"/>
                  </a:lnTo>
                  <a:lnTo>
                    <a:pt x="213963" y="39634"/>
                  </a:lnTo>
                  <a:lnTo>
                    <a:pt x="237630" y="31220"/>
                  </a:lnTo>
                  <a:lnTo>
                    <a:pt x="238423" y="30969"/>
                  </a:lnTo>
                  <a:lnTo>
                    <a:pt x="261297" y="23922"/>
                  </a:lnTo>
                  <a:lnTo>
                    <a:pt x="284965" y="17750"/>
                  </a:lnTo>
                  <a:lnTo>
                    <a:pt x="293867" y="15786"/>
                  </a:lnTo>
                  <a:lnTo>
                    <a:pt x="308632" y="12541"/>
                  </a:lnTo>
                  <a:lnTo>
                    <a:pt x="332311" y="8271"/>
                  </a:lnTo>
                  <a:lnTo>
                    <a:pt x="355978" y="4924"/>
                  </a:lnTo>
                  <a:lnTo>
                    <a:pt x="379646" y="2455"/>
                  </a:lnTo>
                  <a:lnTo>
                    <a:pt x="403313" y="827"/>
                  </a:lnTo>
                  <a:lnTo>
                    <a:pt x="409791" y="605"/>
                  </a:lnTo>
                  <a:lnTo>
                    <a:pt x="426980" y="0"/>
                  </a:lnTo>
                  <a:lnTo>
                    <a:pt x="450648" y="0"/>
                  </a:lnTo>
                  <a:lnTo>
                    <a:pt x="467837" y="605"/>
                  </a:lnTo>
                  <a:lnTo>
                    <a:pt x="474315" y="827"/>
                  </a:lnTo>
                  <a:lnTo>
                    <a:pt x="497983" y="2455"/>
                  </a:lnTo>
                  <a:lnTo>
                    <a:pt x="521661" y="4924"/>
                  </a:lnTo>
                  <a:lnTo>
                    <a:pt x="545329" y="8271"/>
                  </a:lnTo>
                  <a:lnTo>
                    <a:pt x="568996" y="12541"/>
                  </a:lnTo>
                  <a:lnTo>
                    <a:pt x="583773" y="15786"/>
                  </a:lnTo>
                  <a:lnTo>
                    <a:pt x="592663" y="17750"/>
                  </a:lnTo>
                  <a:lnTo>
                    <a:pt x="616331" y="23922"/>
                  </a:lnTo>
                  <a:lnTo>
                    <a:pt x="639205" y="30969"/>
                  </a:lnTo>
                  <a:lnTo>
                    <a:pt x="639998" y="31220"/>
                  </a:lnTo>
                  <a:lnTo>
                    <a:pt x="663665" y="39634"/>
                  </a:lnTo>
                  <a:lnTo>
                    <a:pt x="679704" y="46151"/>
                  </a:lnTo>
                  <a:lnTo>
                    <a:pt x="687344" y="49376"/>
                  </a:lnTo>
                  <a:lnTo>
                    <a:pt x="711011" y="60575"/>
                  </a:lnTo>
                  <a:lnTo>
                    <a:pt x="712475" y="61333"/>
                  </a:lnTo>
                  <a:lnTo>
                    <a:pt x="734679" y="73483"/>
                  </a:lnTo>
                  <a:lnTo>
                    <a:pt x="739761" y="76515"/>
                  </a:lnTo>
                  <a:lnTo>
                    <a:pt x="758346" y="88438"/>
                  </a:lnTo>
                  <a:lnTo>
                    <a:pt x="763071" y="91697"/>
                  </a:lnTo>
                  <a:lnTo>
                    <a:pt x="782014" y="105937"/>
                  </a:lnTo>
                  <a:lnTo>
                    <a:pt x="783198" y="106880"/>
                  </a:lnTo>
                  <a:lnTo>
                    <a:pt x="800655" y="122062"/>
                  </a:lnTo>
                  <a:lnTo>
                    <a:pt x="805681" y="126956"/>
                  </a:lnTo>
                  <a:lnTo>
                    <a:pt x="815845" y="137244"/>
                  </a:lnTo>
                  <a:lnTo>
                    <a:pt x="828957" y="152425"/>
                  </a:lnTo>
                  <a:lnTo>
                    <a:pt x="829348" y="152937"/>
                  </a:lnTo>
                  <a:lnTo>
                    <a:pt x="840339" y="167607"/>
                  </a:lnTo>
                  <a:lnTo>
                    <a:pt x="849955" y="182790"/>
                  </a:lnTo>
                  <a:lnTo>
                    <a:pt x="853016" y="188496"/>
                  </a:lnTo>
                  <a:lnTo>
                    <a:pt x="858087" y="197972"/>
                  </a:lnTo>
                  <a:lnTo>
                    <a:pt x="864743" y="213154"/>
                  </a:lnTo>
                  <a:lnTo>
                    <a:pt x="869959" y="228336"/>
                  </a:lnTo>
                  <a:lnTo>
                    <a:pt x="873802" y="243518"/>
                  </a:lnTo>
                  <a:lnTo>
                    <a:pt x="876348" y="258701"/>
                  </a:lnTo>
                  <a:lnTo>
                    <a:pt x="876694" y="262858"/>
                  </a:lnTo>
                  <a:lnTo>
                    <a:pt x="877633" y="273883"/>
                  </a:lnTo>
                  <a:lnTo>
                    <a:pt x="877633" y="289064"/>
                  </a:lnTo>
                  <a:lnTo>
                    <a:pt x="876694" y="300088"/>
                  </a:lnTo>
                  <a:lnTo>
                    <a:pt x="876348" y="304246"/>
                  </a:lnTo>
                  <a:lnTo>
                    <a:pt x="873802" y="319428"/>
                  </a:lnTo>
                  <a:lnTo>
                    <a:pt x="869959" y="334610"/>
                  </a:lnTo>
                  <a:lnTo>
                    <a:pt x="864743" y="349793"/>
                  </a:lnTo>
                  <a:lnTo>
                    <a:pt x="858087" y="364975"/>
                  </a:lnTo>
                  <a:lnTo>
                    <a:pt x="853016" y="374451"/>
                  </a:lnTo>
                  <a:lnTo>
                    <a:pt x="849955" y="380157"/>
                  </a:lnTo>
                  <a:lnTo>
                    <a:pt x="840339" y="395339"/>
                  </a:lnTo>
                  <a:lnTo>
                    <a:pt x="829348" y="410010"/>
                  </a:lnTo>
                  <a:lnTo>
                    <a:pt x="828957" y="410521"/>
                  </a:lnTo>
                  <a:lnTo>
                    <a:pt x="815845" y="425703"/>
                  </a:lnTo>
                  <a:lnTo>
                    <a:pt x="805681" y="435990"/>
                  </a:lnTo>
                  <a:lnTo>
                    <a:pt x="800655" y="440885"/>
                  </a:lnTo>
                  <a:lnTo>
                    <a:pt x="783198" y="456067"/>
                  </a:lnTo>
                  <a:lnTo>
                    <a:pt x="782014" y="457010"/>
                  </a:lnTo>
                  <a:lnTo>
                    <a:pt x="763071" y="471249"/>
                  </a:lnTo>
                  <a:lnTo>
                    <a:pt x="758346" y="474508"/>
                  </a:lnTo>
                  <a:lnTo>
                    <a:pt x="739761" y="486431"/>
                  </a:lnTo>
                  <a:lnTo>
                    <a:pt x="734679" y="489464"/>
                  </a:lnTo>
                  <a:lnTo>
                    <a:pt x="712475" y="501614"/>
                  </a:lnTo>
                  <a:lnTo>
                    <a:pt x="711011" y="502372"/>
                  </a:lnTo>
                  <a:lnTo>
                    <a:pt x="687344" y="513570"/>
                  </a:lnTo>
                  <a:lnTo>
                    <a:pt x="679704" y="516796"/>
                  </a:lnTo>
                  <a:lnTo>
                    <a:pt x="663665" y="523313"/>
                  </a:lnTo>
                  <a:lnTo>
                    <a:pt x="639998" y="531727"/>
                  </a:lnTo>
                  <a:lnTo>
                    <a:pt x="639205" y="531978"/>
                  </a:lnTo>
                  <a:lnTo>
                    <a:pt x="616331" y="539025"/>
                  </a:lnTo>
                  <a:lnTo>
                    <a:pt x="592663" y="545197"/>
                  </a:lnTo>
                  <a:lnTo>
                    <a:pt x="583773" y="547159"/>
                  </a:lnTo>
                  <a:lnTo>
                    <a:pt x="568996" y="550406"/>
                  </a:lnTo>
                  <a:lnTo>
                    <a:pt x="545329" y="554676"/>
                  </a:lnTo>
                  <a:lnTo>
                    <a:pt x="521661" y="558022"/>
                  </a:lnTo>
                  <a:lnTo>
                    <a:pt x="497983" y="560492"/>
                  </a:lnTo>
                  <a:lnTo>
                    <a:pt x="474315" y="562120"/>
                  </a:lnTo>
                  <a:lnTo>
                    <a:pt x="467837" y="562341"/>
                  </a:lnTo>
                  <a:lnTo>
                    <a:pt x="450648" y="562947"/>
                  </a:lnTo>
                  <a:lnTo>
                    <a:pt x="426980" y="562947"/>
                  </a:lnTo>
                  <a:lnTo>
                    <a:pt x="409791" y="562341"/>
                  </a:lnTo>
                  <a:lnTo>
                    <a:pt x="403313" y="562120"/>
                  </a:lnTo>
                  <a:lnTo>
                    <a:pt x="379646" y="560492"/>
                  </a:lnTo>
                  <a:lnTo>
                    <a:pt x="355978" y="558022"/>
                  </a:lnTo>
                  <a:lnTo>
                    <a:pt x="332311" y="554676"/>
                  </a:lnTo>
                  <a:lnTo>
                    <a:pt x="308632" y="550406"/>
                  </a:lnTo>
                  <a:lnTo>
                    <a:pt x="293867" y="547159"/>
                  </a:lnTo>
                  <a:lnTo>
                    <a:pt x="284965" y="545197"/>
                  </a:lnTo>
                  <a:lnTo>
                    <a:pt x="261297" y="539025"/>
                  </a:lnTo>
                  <a:lnTo>
                    <a:pt x="238423" y="531978"/>
                  </a:lnTo>
                  <a:lnTo>
                    <a:pt x="237630" y="531727"/>
                  </a:lnTo>
                  <a:lnTo>
                    <a:pt x="213963" y="523313"/>
                  </a:lnTo>
                  <a:lnTo>
                    <a:pt x="197924" y="516796"/>
                  </a:lnTo>
                  <a:lnTo>
                    <a:pt x="190295" y="513570"/>
                  </a:lnTo>
                  <a:lnTo>
                    <a:pt x="166628" y="50237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397E9E37-6D36-03E7-7EDC-0D4B558D62C2}"/>
                </a:ext>
              </a:extLst>
            </p:cNvPr>
            <p:cNvSpPr/>
            <p:nvPr/>
          </p:nvSpPr>
          <p:spPr>
            <a:xfrm>
              <a:off x="7327120" y="3365480"/>
              <a:ext cx="769606" cy="493655"/>
            </a:xfrm>
            <a:custGeom>
              <a:avLst/>
              <a:gdLst>
                <a:gd name="csX0" fmla="*/ 170305 w 769606"/>
                <a:gd name="csY0" fmla="*/ 451786 h 493655"/>
                <a:gd name="csX1" fmla="*/ 183618 w 769606"/>
                <a:gd name="csY1" fmla="*/ 457338 h 493655"/>
                <a:gd name="csX2" fmla="*/ 207286 w 769606"/>
                <a:gd name="csY2" fmla="*/ 465933 h 493655"/>
                <a:gd name="csX3" fmla="*/ 210569 w 769606"/>
                <a:gd name="csY3" fmla="*/ 466968 h 493655"/>
                <a:gd name="csX4" fmla="*/ 230953 w 769606"/>
                <a:gd name="csY4" fmla="*/ 473182 h 493655"/>
                <a:gd name="csX5" fmla="*/ 254620 w 769606"/>
                <a:gd name="csY5" fmla="*/ 479213 h 493655"/>
                <a:gd name="csX6" fmla="*/ 268682 w 769606"/>
                <a:gd name="csY6" fmla="*/ 482150 h 493655"/>
                <a:gd name="csX7" fmla="*/ 278299 w 769606"/>
                <a:gd name="csY7" fmla="*/ 484125 h 493655"/>
                <a:gd name="csX8" fmla="*/ 301966 w 769606"/>
                <a:gd name="csY8" fmla="*/ 487989 h 493655"/>
                <a:gd name="csX9" fmla="*/ 325634 w 769606"/>
                <a:gd name="csY9" fmla="*/ 490842 h 493655"/>
                <a:gd name="csX10" fmla="*/ 349301 w 769606"/>
                <a:gd name="csY10" fmla="*/ 492722 h 493655"/>
                <a:gd name="csX11" fmla="*/ 372969 w 769606"/>
                <a:gd name="csY11" fmla="*/ 493656 h 493655"/>
                <a:gd name="csX12" fmla="*/ 396636 w 769606"/>
                <a:gd name="csY12" fmla="*/ 493656 h 493655"/>
                <a:gd name="csX13" fmla="*/ 420303 w 769606"/>
                <a:gd name="csY13" fmla="*/ 492722 h 493655"/>
                <a:gd name="csX14" fmla="*/ 443971 w 769606"/>
                <a:gd name="csY14" fmla="*/ 490842 h 493655"/>
                <a:gd name="csX15" fmla="*/ 467649 w 769606"/>
                <a:gd name="csY15" fmla="*/ 487989 h 493655"/>
                <a:gd name="csX16" fmla="*/ 491317 w 769606"/>
                <a:gd name="csY16" fmla="*/ 484125 h 493655"/>
                <a:gd name="csX17" fmla="*/ 500922 w 769606"/>
                <a:gd name="csY17" fmla="*/ 482150 h 493655"/>
                <a:gd name="csX18" fmla="*/ 514984 w 769606"/>
                <a:gd name="csY18" fmla="*/ 479213 h 493655"/>
                <a:gd name="csX19" fmla="*/ 538652 w 769606"/>
                <a:gd name="csY19" fmla="*/ 473182 h 493655"/>
                <a:gd name="csX20" fmla="*/ 559035 w 769606"/>
                <a:gd name="csY20" fmla="*/ 466968 h 493655"/>
                <a:gd name="csX21" fmla="*/ 562319 w 769606"/>
                <a:gd name="csY21" fmla="*/ 465933 h 493655"/>
                <a:gd name="csX22" fmla="*/ 585986 w 769606"/>
                <a:gd name="csY22" fmla="*/ 457338 h 493655"/>
                <a:gd name="csX23" fmla="*/ 599300 w 769606"/>
                <a:gd name="csY23" fmla="*/ 451786 h 493655"/>
                <a:gd name="csX24" fmla="*/ 609654 w 769606"/>
                <a:gd name="csY24" fmla="*/ 447229 h 493655"/>
                <a:gd name="csX25" fmla="*/ 631043 w 769606"/>
                <a:gd name="csY25" fmla="*/ 436604 h 493655"/>
                <a:gd name="csX26" fmla="*/ 633332 w 769606"/>
                <a:gd name="csY26" fmla="*/ 435391 h 493655"/>
                <a:gd name="csX27" fmla="*/ 657000 w 769606"/>
                <a:gd name="csY27" fmla="*/ 421443 h 493655"/>
                <a:gd name="csX28" fmla="*/ 657033 w 769606"/>
                <a:gd name="csY28" fmla="*/ 421421 h 493655"/>
                <a:gd name="csX29" fmla="*/ 678768 w 769606"/>
                <a:gd name="csY29" fmla="*/ 406239 h 493655"/>
                <a:gd name="csX30" fmla="*/ 680667 w 769606"/>
                <a:gd name="csY30" fmla="*/ 404776 h 493655"/>
                <a:gd name="csX31" fmla="*/ 697231 w 769606"/>
                <a:gd name="csY31" fmla="*/ 391057 h 493655"/>
                <a:gd name="csX32" fmla="*/ 704334 w 769606"/>
                <a:gd name="csY32" fmla="*/ 384415 h 493655"/>
                <a:gd name="csX33" fmla="*/ 712991 w 769606"/>
                <a:gd name="csY33" fmla="*/ 375876 h 493655"/>
                <a:gd name="csX34" fmla="*/ 726394 w 769606"/>
                <a:gd name="csY34" fmla="*/ 360694 h 493655"/>
                <a:gd name="csX35" fmla="*/ 728002 w 769606"/>
                <a:gd name="csY35" fmla="*/ 358588 h 493655"/>
                <a:gd name="csX36" fmla="*/ 737697 w 769606"/>
                <a:gd name="csY36" fmla="*/ 345511 h 493655"/>
                <a:gd name="csX37" fmla="*/ 747090 w 769606"/>
                <a:gd name="csY37" fmla="*/ 330329 h 493655"/>
                <a:gd name="csX38" fmla="*/ 751669 w 769606"/>
                <a:gd name="csY38" fmla="*/ 321311 h 493655"/>
                <a:gd name="csX39" fmla="*/ 754752 w 769606"/>
                <a:gd name="csY39" fmla="*/ 315147 h 493655"/>
                <a:gd name="csX40" fmla="*/ 760772 w 769606"/>
                <a:gd name="csY40" fmla="*/ 299965 h 493655"/>
                <a:gd name="csX41" fmla="*/ 765217 w 769606"/>
                <a:gd name="csY41" fmla="*/ 284783 h 493655"/>
                <a:gd name="csX42" fmla="*/ 768155 w 769606"/>
                <a:gd name="csY42" fmla="*/ 269601 h 493655"/>
                <a:gd name="csX43" fmla="*/ 769607 w 769606"/>
                <a:gd name="csY43" fmla="*/ 254418 h 493655"/>
                <a:gd name="csX44" fmla="*/ 769607 w 769606"/>
                <a:gd name="csY44" fmla="*/ 239237 h 493655"/>
                <a:gd name="csX45" fmla="*/ 768155 w 769606"/>
                <a:gd name="csY45" fmla="*/ 224055 h 493655"/>
                <a:gd name="csX46" fmla="*/ 765217 w 769606"/>
                <a:gd name="csY46" fmla="*/ 208873 h 493655"/>
                <a:gd name="csX47" fmla="*/ 760772 w 769606"/>
                <a:gd name="csY47" fmla="*/ 193691 h 493655"/>
                <a:gd name="csX48" fmla="*/ 754752 w 769606"/>
                <a:gd name="csY48" fmla="*/ 178508 h 493655"/>
                <a:gd name="csX49" fmla="*/ 751669 w 769606"/>
                <a:gd name="csY49" fmla="*/ 172344 h 493655"/>
                <a:gd name="csX50" fmla="*/ 747090 w 769606"/>
                <a:gd name="csY50" fmla="*/ 163326 h 493655"/>
                <a:gd name="csX51" fmla="*/ 737697 w 769606"/>
                <a:gd name="csY51" fmla="*/ 148144 h 493655"/>
                <a:gd name="csX52" fmla="*/ 728002 w 769606"/>
                <a:gd name="csY52" fmla="*/ 135067 h 493655"/>
                <a:gd name="csX53" fmla="*/ 726394 w 769606"/>
                <a:gd name="csY53" fmla="*/ 132962 h 493655"/>
                <a:gd name="csX54" fmla="*/ 712991 w 769606"/>
                <a:gd name="csY54" fmla="*/ 117780 h 493655"/>
                <a:gd name="csX55" fmla="*/ 704334 w 769606"/>
                <a:gd name="csY55" fmla="*/ 109241 h 493655"/>
                <a:gd name="csX56" fmla="*/ 697231 w 769606"/>
                <a:gd name="csY56" fmla="*/ 102599 h 493655"/>
                <a:gd name="csX57" fmla="*/ 680667 w 769606"/>
                <a:gd name="csY57" fmla="*/ 88879 h 493655"/>
                <a:gd name="csX58" fmla="*/ 678768 w 769606"/>
                <a:gd name="csY58" fmla="*/ 87416 h 493655"/>
                <a:gd name="csX59" fmla="*/ 657033 w 769606"/>
                <a:gd name="csY59" fmla="*/ 72234 h 493655"/>
                <a:gd name="csX60" fmla="*/ 657000 w 769606"/>
                <a:gd name="csY60" fmla="*/ 72213 h 493655"/>
                <a:gd name="csX61" fmla="*/ 633332 w 769606"/>
                <a:gd name="csY61" fmla="*/ 58265 h 493655"/>
                <a:gd name="csX62" fmla="*/ 631043 w 769606"/>
                <a:gd name="csY62" fmla="*/ 57052 h 493655"/>
                <a:gd name="csX63" fmla="*/ 609654 w 769606"/>
                <a:gd name="csY63" fmla="*/ 46427 h 493655"/>
                <a:gd name="csX64" fmla="*/ 599300 w 769606"/>
                <a:gd name="csY64" fmla="*/ 41870 h 493655"/>
                <a:gd name="csX65" fmla="*/ 585986 w 769606"/>
                <a:gd name="csY65" fmla="*/ 36318 h 493655"/>
                <a:gd name="csX66" fmla="*/ 562319 w 769606"/>
                <a:gd name="csY66" fmla="*/ 27723 h 493655"/>
                <a:gd name="csX67" fmla="*/ 559035 w 769606"/>
                <a:gd name="csY67" fmla="*/ 26688 h 493655"/>
                <a:gd name="csX68" fmla="*/ 538652 w 769606"/>
                <a:gd name="csY68" fmla="*/ 20473 h 493655"/>
                <a:gd name="csX69" fmla="*/ 514984 w 769606"/>
                <a:gd name="csY69" fmla="*/ 14443 h 493655"/>
                <a:gd name="csX70" fmla="*/ 500922 w 769606"/>
                <a:gd name="csY70" fmla="*/ 11505 h 493655"/>
                <a:gd name="csX71" fmla="*/ 491317 w 769606"/>
                <a:gd name="csY71" fmla="*/ 9531 h 493655"/>
                <a:gd name="csX72" fmla="*/ 467649 w 769606"/>
                <a:gd name="csY72" fmla="*/ 5666 h 493655"/>
                <a:gd name="csX73" fmla="*/ 443971 w 769606"/>
                <a:gd name="csY73" fmla="*/ 2813 h 493655"/>
                <a:gd name="csX74" fmla="*/ 420303 w 769606"/>
                <a:gd name="csY74" fmla="*/ 934 h 493655"/>
                <a:gd name="csX75" fmla="*/ 396636 w 769606"/>
                <a:gd name="csY75" fmla="*/ 0 h 493655"/>
                <a:gd name="csX76" fmla="*/ 372969 w 769606"/>
                <a:gd name="csY76" fmla="*/ 0 h 493655"/>
                <a:gd name="csX77" fmla="*/ 349301 w 769606"/>
                <a:gd name="csY77" fmla="*/ 934 h 493655"/>
                <a:gd name="csX78" fmla="*/ 325634 w 769606"/>
                <a:gd name="csY78" fmla="*/ 2813 h 493655"/>
                <a:gd name="csX79" fmla="*/ 301966 w 769606"/>
                <a:gd name="csY79" fmla="*/ 5666 h 493655"/>
                <a:gd name="csX80" fmla="*/ 278299 w 769606"/>
                <a:gd name="csY80" fmla="*/ 9531 h 493655"/>
                <a:gd name="csX81" fmla="*/ 268682 w 769606"/>
                <a:gd name="csY81" fmla="*/ 11505 h 493655"/>
                <a:gd name="csX82" fmla="*/ 254620 w 769606"/>
                <a:gd name="csY82" fmla="*/ 14443 h 493655"/>
                <a:gd name="csX83" fmla="*/ 230953 w 769606"/>
                <a:gd name="csY83" fmla="*/ 20473 h 493655"/>
                <a:gd name="csX84" fmla="*/ 210569 w 769606"/>
                <a:gd name="csY84" fmla="*/ 26688 h 493655"/>
                <a:gd name="csX85" fmla="*/ 207286 w 769606"/>
                <a:gd name="csY85" fmla="*/ 27723 h 493655"/>
                <a:gd name="csX86" fmla="*/ 183618 w 769606"/>
                <a:gd name="csY86" fmla="*/ 36318 h 493655"/>
                <a:gd name="csX87" fmla="*/ 170305 w 769606"/>
                <a:gd name="csY87" fmla="*/ 41870 h 493655"/>
                <a:gd name="csX88" fmla="*/ 159951 w 769606"/>
                <a:gd name="csY88" fmla="*/ 46427 h 493655"/>
                <a:gd name="csX89" fmla="*/ 138562 w 769606"/>
                <a:gd name="csY89" fmla="*/ 57052 h 493655"/>
                <a:gd name="csX90" fmla="*/ 136284 w 769606"/>
                <a:gd name="csY90" fmla="*/ 58265 h 493655"/>
                <a:gd name="csX91" fmla="*/ 112616 w 769606"/>
                <a:gd name="csY91" fmla="*/ 72213 h 493655"/>
                <a:gd name="csX92" fmla="*/ 112583 w 769606"/>
                <a:gd name="csY92" fmla="*/ 72234 h 493655"/>
                <a:gd name="csX93" fmla="*/ 90836 w 769606"/>
                <a:gd name="csY93" fmla="*/ 87416 h 493655"/>
                <a:gd name="csX94" fmla="*/ 88949 w 769606"/>
                <a:gd name="csY94" fmla="*/ 88879 h 493655"/>
                <a:gd name="csX95" fmla="*/ 72374 w 769606"/>
                <a:gd name="csY95" fmla="*/ 102599 h 493655"/>
                <a:gd name="csX96" fmla="*/ 65270 w 769606"/>
                <a:gd name="csY96" fmla="*/ 109241 h 493655"/>
                <a:gd name="csX97" fmla="*/ 56614 w 769606"/>
                <a:gd name="csY97" fmla="*/ 117780 h 493655"/>
                <a:gd name="csX98" fmla="*/ 43220 w 769606"/>
                <a:gd name="csY98" fmla="*/ 132962 h 493655"/>
                <a:gd name="csX99" fmla="*/ 41606 w 769606"/>
                <a:gd name="csY99" fmla="*/ 135067 h 493655"/>
                <a:gd name="csX100" fmla="*/ 31917 w 769606"/>
                <a:gd name="csY100" fmla="*/ 148144 h 493655"/>
                <a:gd name="csX101" fmla="*/ 22516 w 769606"/>
                <a:gd name="csY101" fmla="*/ 163326 h 493655"/>
                <a:gd name="csX102" fmla="*/ 17936 w 769606"/>
                <a:gd name="csY102" fmla="*/ 172344 h 493655"/>
                <a:gd name="csX103" fmla="*/ 14857 w 769606"/>
                <a:gd name="csY103" fmla="*/ 178508 h 493655"/>
                <a:gd name="csX104" fmla="*/ 8833 w 769606"/>
                <a:gd name="csY104" fmla="*/ 193691 h 493655"/>
                <a:gd name="csX105" fmla="*/ 4386 w 769606"/>
                <a:gd name="csY105" fmla="*/ 208873 h 493655"/>
                <a:gd name="csX106" fmla="*/ 1455 w 769606"/>
                <a:gd name="csY106" fmla="*/ 224055 h 493655"/>
                <a:gd name="csX107" fmla="*/ 0 w 769606"/>
                <a:gd name="csY107" fmla="*/ 239237 h 493655"/>
                <a:gd name="csX108" fmla="*/ 0 w 769606"/>
                <a:gd name="csY108" fmla="*/ 254418 h 493655"/>
                <a:gd name="csX109" fmla="*/ 1455 w 769606"/>
                <a:gd name="csY109" fmla="*/ 269601 h 493655"/>
                <a:gd name="csX110" fmla="*/ 4386 w 769606"/>
                <a:gd name="csY110" fmla="*/ 284783 h 493655"/>
                <a:gd name="csX111" fmla="*/ 8833 w 769606"/>
                <a:gd name="csY111" fmla="*/ 299965 h 493655"/>
                <a:gd name="csX112" fmla="*/ 14857 w 769606"/>
                <a:gd name="csY112" fmla="*/ 315147 h 493655"/>
                <a:gd name="csX113" fmla="*/ 17936 w 769606"/>
                <a:gd name="csY113" fmla="*/ 321311 h 493655"/>
                <a:gd name="csX114" fmla="*/ 22516 w 769606"/>
                <a:gd name="csY114" fmla="*/ 330329 h 493655"/>
                <a:gd name="csX115" fmla="*/ 31917 w 769606"/>
                <a:gd name="csY115" fmla="*/ 345511 h 493655"/>
                <a:gd name="csX116" fmla="*/ 41606 w 769606"/>
                <a:gd name="csY116" fmla="*/ 358588 h 493655"/>
                <a:gd name="csX117" fmla="*/ 43220 w 769606"/>
                <a:gd name="csY117" fmla="*/ 360694 h 493655"/>
                <a:gd name="csX118" fmla="*/ 56614 w 769606"/>
                <a:gd name="csY118" fmla="*/ 375876 h 493655"/>
                <a:gd name="csX119" fmla="*/ 65270 w 769606"/>
                <a:gd name="csY119" fmla="*/ 384415 h 493655"/>
                <a:gd name="csX120" fmla="*/ 72374 w 769606"/>
                <a:gd name="csY120" fmla="*/ 391057 h 493655"/>
                <a:gd name="csX121" fmla="*/ 88949 w 769606"/>
                <a:gd name="csY121" fmla="*/ 404776 h 493655"/>
                <a:gd name="csX122" fmla="*/ 90836 w 769606"/>
                <a:gd name="csY122" fmla="*/ 406239 h 493655"/>
                <a:gd name="csX123" fmla="*/ 112583 w 769606"/>
                <a:gd name="csY123" fmla="*/ 421421 h 493655"/>
                <a:gd name="csX124" fmla="*/ 112616 w 769606"/>
                <a:gd name="csY124" fmla="*/ 421443 h 493655"/>
                <a:gd name="csX125" fmla="*/ 136284 w 769606"/>
                <a:gd name="csY125" fmla="*/ 435391 h 493655"/>
                <a:gd name="csX126" fmla="*/ 138562 w 769606"/>
                <a:gd name="csY126" fmla="*/ 436604 h 493655"/>
                <a:gd name="csX127" fmla="*/ 159951 w 769606"/>
                <a:gd name="csY127" fmla="*/ 447229 h 493655"/>
                <a:gd name="csX128" fmla="*/ 170305 w 769606"/>
                <a:gd name="csY128" fmla="*/ 451786 h 493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9606" h="493655">
                  <a:moveTo>
                    <a:pt x="170305" y="451786"/>
                  </a:moveTo>
                  <a:lnTo>
                    <a:pt x="183618" y="457338"/>
                  </a:lnTo>
                  <a:lnTo>
                    <a:pt x="207286" y="465933"/>
                  </a:lnTo>
                  <a:lnTo>
                    <a:pt x="210569" y="466968"/>
                  </a:lnTo>
                  <a:lnTo>
                    <a:pt x="230953" y="473182"/>
                  </a:lnTo>
                  <a:lnTo>
                    <a:pt x="254620" y="479213"/>
                  </a:lnTo>
                  <a:lnTo>
                    <a:pt x="268682" y="482150"/>
                  </a:lnTo>
                  <a:lnTo>
                    <a:pt x="278299" y="484125"/>
                  </a:lnTo>
                  <a:lnTo>
                    <a:pt x="301966" y="487989"/>
                  </a:lnTo>
                  <a:lnTo>
                    <a:pt x="325634" y="490842"/>
                  </a:lnTo>
                  <a:lnTo>
                    <a:pt x="349301" y="492722"/>
                  </a:lnTo>
                  <a:lnTo>
                    <a:pt x="372969" y="493656"/>
                  </a:lnTo>
                  <a:lnTo>
                    <a:pt x="396636" y="493656"/>
                  </a:lnTo>
                  <a:lnTo>
                    <a:pt x="420303" y="492722"/>
                  </a:lnTo>
                  <a:lnTo>
                    <a:pt x="443971" y="490842"/>
                  </a:lnTo>
                  <a:lnTo>
                    <a:pt x="467649" y="487989"/>
                  </a:lnTo>
                  <a:lnTo>
                    <a:pt x="491317" y="484125"/>
                  </a:lnTo>
                  <a:lnTo>
                    <a:pt x="500922" y="482150"/>
                  </a:lnTo>
                  <a:lnTo>
                    <a:pt x="514984" y="479213"/>
                  </a:lnTo>
                  <a:lnTo>
                    <a:pt x="538652" y="473182"/>
                  </a:lnTo>
                  <a:lnTo>
                    <a:pt x="559035" y="466968"/>
                  </a:lnTo>
                  <a:lnTo>
                    <a:pt x="562319" y="465933"/>
                  </a:lnTo>
                  <a:lnTo>
                    <a:pt x="585986" y="457338"/>
                  </a:lnTo>
                  <a:lnTo>
                    <a:pt x="599300" y="451786"/>
                  </a:lnTo>
                  <a:lnTo>
                    <a:pt x="609654" y="447229"/>
                  </a:lnTo>
                  <a:lnTo>
                    <a:pt x="631043" y="436604"/>
                  </a:lnTo>
                  <a:lnTo>
                    <a:pt x="633332" y="435391"/>
                  </a:lnTo>
                  <a:lnTo>
                    <a:pt x="657000" y="421443"/>
                  </a:lnTo>
                  <a:lnTo>
                    <a:pt x="657033" y="421421"/>
                  </a:lnTo>
                  <a:lnTo>
                    <a:pt x="678768" y="406239"/>
                  </a:lnTo>
                  <a:lnTo>
                    <a:pt x="680667" y="404776"/>
                  </a:lnTo>
                  <a:lnTo>
                    <a:pt x="697231" y="391057"/>
                  </a:lnTo>
                  <a:lnTo>
                    <a:pt x="704334" y="384415"/>
                  </a:lnTo>
                  <a:lnTo>
                    <a:pt x="712991" y="375876"/>
                  </a:lnTo>
                  <a:lnTo>
                    <a:pt x="726394" y="360694"/>
                  </a:lnTo>
                  <a:lnTo>
                    <a:pt x="728002" y="358588"/>
                  </a:lnTo>
                  <a:lnTo>
                    <a:pt x="737697" y="345511"/>
                  </a:lnTo>
                  <a:lnTo>
                    <a:pt x="747090" y="330329"/>
                  </a:lnTo>
                  <a:lnTo>
                    <a:pt x="751669" y="321311"/>
                  </a:lnTo>
                  <a:lnTo>
                    <a:pt x="754752" y="315147"/>
                  </a:lnTo>
                  <a:lnTo>
                    <a:pt x="760772" y="299965"/>
                  </a:lnTo>
                  <a:lnTo>
                    <a:pt x="765217" y="284783"/>
                  </a:lnTo>
                  <a:lnTo>
                    <a:pt x="768155" y="269601"/>
                  </a:lnTo>
                  <a:lnTo>
                    <a:pt x="769607" y="254418"/>
                  </a:lnTo>
                  <a:lnTo>
                    <a:pt x="769607" y="239237"/>
                  </a:lnTo>
                  <a:lnTo>
                    <a:pt x="768155" y="224055"/>
                  </a:lnTo>
                  <a:lnTo>
                    <a:pt x="765217" y="208873"/>
                  </a:lnTo>
                  <a:lnTo>
                    <a:pt x="760772" y="193691"/>
                  </a:lnTo>
                  <a:lnTo>
                    <a:pt x="754752" y="178508"/>
                  </a:lnTo>
                  <a:lnTo>
                    <a:pt x="751669" y="172344"/>
                  </a:lnTo>
                  <a:lnTo>
                    <a:pt x="747090" y="163326"/>
                  </a:lnTo>
                  <a:lnTo>
                    <a:pt x="737697" y="148144"/>
                  </a:lnTo>
                  <a:lnTo>
                    <a:pt x="728002" y="135067"/>
                  </a:lnTo>
                  <a:lnTo>
                    <a:pt x="726394" y="132962"/>
                  </a:lnTo>
                  <a:lnTo>
                    <a:pt x="712991" y="117780"/>
                  </a:lnTo>
                  <a:lnTo>
                    <a:pt x="704334" y="109241"/>
                  </a:lnTo>
                  <a:lnTo>
                    <a:pt x="697231" y="102599"/>
                  </a:lnTo>
                  <a:lnTo>
                    <a:pt x="680667" y="88879"/>
                  </a:lnTo>
                  <a:lnTo>
                    <a:pt x="678768" y="87416"/>
                  </a:lnTo>
                  <a:lnTo>
                    <a:pt x="657033" y="72234"/>
                  </a:lnTo>
                  <a:lnTo>
                    <a:pt x="657000" y="72213"/>
                  </a:lnTo>
                  <a:lnTo>
                    <a:pt x="633332" y="58265"/>
                  </a:lnTo>
                  <a:lnTo>
                    <a:pt x="631043" y="57052"/>
                  </a:lnTo>
                  <a:lnTo>
                    <a:pt x="609654" y="46427"/>
                  </a:lnTo>
                  <a:lnTo>
                    <a:pt x="599300" y="41870"/>
                  </a:lnTo>
                  <a:lnTo>
                    <a:pt x="585986" y="36318"/>
                  </a:lnTo>
                  <a:lnTo>
                    <a:pt x="562319" y="27723"/>
                  </a:lnTo>
                  <a:lnTo>
                    <a:pt x="559035" y="26688"/>
                  </a:lnTo>
                  <a:lnTo>
                    <a:pt x="538652" y="20473"/>
                  </a:lnTo>
                  <a:lnTo>
                    <a:pt x="514984" y="14443"/>
                  </a:lnTo>
                  <a:lnTo>
                    <a:pt x="500922" y="11505"/>
                  </a:lnTo>
                  <a:lnTo>
                    <a:pt x="491317" y="9531"/>
                  </a:lnTo>
                  <a:lnTo>
                    <a:pt x="467649" y="5666"/>
                  </a:lnTo>
                  <a:lnTo>
                    <a:pt x="443971" y="2813"/>
                  </a:lnTo>
                  <a:lnTo>
                    <a:pt x="420303" y="934"/>
                  </a:lnTo>
                  <a:lnTo>
                    <a:pt x="396636" y="0"/>
                  </a:lnTo>
                  <a:lnTo>
                    <a:pt x="372969" y="0"/>
                  </a:lnTo>
                  <a:lnTo>
                    <a:pt x="349301" y="934"/>
                  </a:lnTo>
                  <a:lnTo>
                    <a:pt x="325634" y="2813"/>
                  </a:lnTo>
                  <a:lnTo>
                    <a:pt x="301966" y="5666"/>
                  </a:lnTo>
                  <a:lnTo>
                    <a:pt x="278299" y="9531"/>
                  </a:lnTo>
                  <a:lnTo>
                    <a:pt x="268682" y="11505"/>
                  </a:lnTo>
                  <a:lnTo>
                    <a:pt x="254620" y="14443"/>
                  </a:lnTo>
                  <a:lnTo>
                    <a:pt x="230953" y="20473"/>
                  </a:lnTo>
                  <a:lnTo>
                    <a:pt x="210569" y="26688"/>
                  </a:lnTo>
                  <a:lnTo>
                    <a:pt x="207286" y="27723"/>
                  </a:lnTo>
                  <a:lnTo>
                    <a:pt x="183618" y="36318"/>
                  </a:lnTo>
                  <a:lnTo>
                    <a:pt x="170305" y="41870"/>
                  </a:lnTo>
                  <a:lnTo>
                    <a:pt x="159951" y="46427"/>
                  </a:lnTo>
                  <a:lnTo>
                    <a:pt x="138562" y="57052"/>
                  </a:lnTo>
                  <a:lnTo>
                    <a:pt x="136284" y="58265"/>
                  </a:lnTo>
                  <a:lnTo>
                    <a:pt x="112616" y="72213"/>
                  </a:lnTo>
                  <a:lnTo>
                    <a:pt x="112583" y="72234"/>
                  </a:lnTo>
                  <a:lnTo>
                    <a:pt x="90836" y="87416"/>
                  </a:lnTo>
                  <a:lnTo>
                    <a:pt x="88949" y="88879"/>
                  </a:lnTo>
                  <a:lnTo>
                    <a:pt x="72374" y="102599"/>
                  </a:lnTo>
                  <a:lnTo>
                    <a:pt x="65270" y="109241"/>
                  </a:lnTo>
                  <a:lnTo>
                    <a:pt x="56614" y="117780"/>
                  </a:lnTo>
                  <a:lnTo>
                    <a:pt x="43220" y="132962"/>
                  </a:lnTo>
                  <a:lnTo>
                    <a:pt x="41606" y="135067"/>
                  </a:lnTo>
                  <a:lnTo>
                    <a:pt x="31917" y="148144"/>
                  </a:lnTo>
                  <a:lnTo>
                    <a:pt x="22516" y="163326"/>
                  </a:lnTo>
                  <a:lnTo>
                    <a:pt x="17936" y="172344"/>
                  </a:lnTo>
                  <a:lnTo>
                    <a:pt x="14857" y="178508"/>
                  </a:lnTo>
                  <a:lnTo>
                    <a:pt x="8833" y="193691"/>
                  </a:lnTo>
                  <a:lnTo>
                    <a:pt x="4386" y="208873"/>
                  </a:lnTo>
                  <a:lnTo>
                    <a:pt x="1455" y="224055"/>
                  </a:lnTo>
                  <a:lnTo>
                    <a:pt x="0" y="239237"/>
                  </a:lnTo>
                  <a:lnTo>
                    <a:pt x="0" y="254418"/>
                  </a:lnTo>
                  <a:lnTo>
                    <a:pt x="1455" y="269601"/>
                  </a:lnTo>
                  <a:lnTo>
                    <a:pt x="4386" y="284783"/>
                  </a:lnTo>
                  <a:lnTo>
                    <a:pt x="8833" y="299965"/>
                  </a:lnTo>
                  <a:lnTo>
                    <a:pt x="14857" y="315147"/>
                  </a:lnTo>
                  <a:lnTo>
                    <a:pt x="17936" y="321311"/>
                  </a:lnTo>
                  <a:lnTo>
                    <a:pt x="22516" y="330329"/>
                  </a:lnTo>
                  <a:lnTo>
                    <a:pt x="31917" y="345511"/>
                  </a:lnTo>
                  <a:lnTo>
                    <a:pt x="41606" y="358588"/>
                  </a:lnTo>
                  <a:lnTo>
                    <a:pt x="43220" y="360694"/>
                  </a:lnTo>
                  <a:lnTo>
                    <a:pt x="56614" y="375876"/>
                  </a:lnTo>
                  <a:lnTo>
                    <a:pt x="65270" y="384415"/>
                  </a:lnTo>
                  <a:lnTo>
                    <a:pt x="72374" y="391057"/>
                  </a:lnTo>
                  <a:lnTo>
                    <a:pt x="88949" y="404776"/>
                  </a:lnTo>
                  <a:lnTo>
                    <a:pt x="90836" y="406239"/>
                  </a:lnTo>
                  <a:lnTo>
                    <a:pt x="112583" y="421421"/>
                  </a:lnTo>
                  <a:lnTo>
                    <a:pt x="112616" y="421443"/>
                  </a:lnTo>
                  <a:lnTo>
                    <a:pt x="136284" y="435391"/>
                  </a:lnTo>
                  <a:lnTo>
                    <a:pt x="138562" y="436604"/>
                  </a:lnTo>
                  <a:lnTo>
                    <a:pt x="159951" y="447229"/>
                  </a:lnTo>
                  <a:lnTo>
                    <a:pt x="170305" y="45178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B87425E1-837B-F8A5-0224-EE3E2F4D2D36}"/>
                </a:ext>
              </a:extLst>
            </p:cNvPr>
            <p:cNvSpPr/>
            <p:nvPr/>
          </p:nvSpPr>
          <p:spPr>
            <a:xfrm>
              <a:off x="7379624" y="3399158"/>
              <a:ext cx="664596" cy="426298"/>
            </a:xfrm>
            <a:custGeom>
              <a:avLst/>
              <a:gdLst>
                <a:gd name="csX0" fmla="*/ 154782 w 664596"/>
                <a:gd name="csY0" fmla="*/ 393462 h 426298"/>
                <a:gd name="csX1" fmla="*/ 141535 w 664596"/>
                <a:gd name="csY1" fmla="*/ 387743 h 426298"/>
                <a:gd name="csX2" fmla="*/ 131114 w 664596"/>
                <a:gd name="csY2" fmla="*/ 382917 h 426298"/>
                <a:gd name="csX3" fmla="*/ 111468 w 664596"/>
                <a:gd name="csY3" fmla="*/ 372561 h 426298"/>
                <a:gd name="csX4" fmla="*/ 107447 w 664596"/>
                <a:gd name="csY4" fmla="*/ 370242 h 426298"/>
                <a:gd name="csX5" fmla="*/ 87398 w 664596"/>
                <a:gd name="csY5" fmla="*/ 357379 h 426298"/>
                <a:gd name="csX6" fmla="*/ 83780 w 664596"/>
                <a:gd name="csY6" fmla="*/ 354796 h 426298"/>
                <a:gd name="csX7" fmla="*/ 67629 w 664596"/>
                <a:gd name="csY7" fmla="*/ 342198 h 426298"/>
                <a:gd name="csX8" fmla="*/ 60112 w 664596"/>
                <a:gd name="csY8" fmla="*/ 335514 h 426298"/>
                <a:gd name="csX9" fmla="*/ 51199 w 664596"/>
                <a:gd name="csY9" fmla="*/ 327015 h 426298"/>
                <a:gd name="csX10" fmla="*/ 37506 w 664596"/>
                <a:gd name="csY10" fmla="*/ 311833 h 426298"/>
                <a:gd name="csX11" fmla="*/ 36445 w 664596"/>
                <a:gd name="csY11" fmla="*/ 310439 h 426298"/>
                <a:gd name="csX12" fmla="*/ 26359 w 664596"/>
                <a:gd name="csY12" fmla="*/ 296651 h 426298"/>
                <a:gd name="csX13" fmla="*/ 17312 w 664596"/>
                <a:gd name="csY13" fmla="*/ 281469 h 426298"/>
                <a:gd name="csX14" fmla="*/ 12766 w 664596"/>
                <a:gd name="csY14" fmla="*/ 271793 h 426298"/>
                <a:gd name="csX15" fmla="*/ 10264 w 664596"/>
                <a:gd name="csY15" fmla="*/ 266287 h 426298"/>
                <a:gd name="csX16" fmla="*/ 5093 w 664596"/>
                <a:gd name="csY16" fmla="*/ 251104 h 426298"/>
                <a:gd name="csX17" fmla="*/ 1687 w 664596"/>
                <a:gd name="csY17" fmla="*/ 235922 h 426298"/>
                <a:gd name="csX18" fmla="*/ 0 w 664596"/>
                <a:gd name="csY18" fmla="*/ 220740 h 426298"/>
                <a:gd name="csX19" fmla="*/ 0 w 664596"/>
                <a:gd name="csY19" fmla="*/ 205559 h 426298"/>
                <a:gd name="csX20" fmla="*/ 1687 w 664596"/>
                <a:gd name="csY20" fmla="*/ 190377 h 426298"/>
                <a:gd name="csX21" fmla="*/ 5093 w 664596"/>
                <a:gd name="csY21" fmla="*/ 175194 h 426298"/>
                <a:gd name="csX22" fmla="*/ 10264 w 664596"/>
                <a:gd name="csY22" fmla="*/ 160012 h 426298"/>
                <a:gd name="csX23" fmla="*/ 12766 w 664596"/>
                <a:gd name="csY23" fmla="*/ 154506 h 426298"/>
                <a:gd name="csX24" fmla="*/ 17312 w 664596"/>
                <a:gd name="csY24" fmla="*/ 144830 h 426298"/>
                <a:gd name="csX25" fmla="*/ 26359 w 664596"/>
                <a:gd name="csY25" fmla="*/ 129648 h 426298"/>
                <a:gd name="csX26" fmla="*/ 36445 w 664596"/>
                <a:gd name="csY26" fmla="*/ 115860 h 426298"/>
                <a:gd name="csX27" fmla="*/ 37506 w 664596"/>
                <a:gd name="csY27" fmla="*/ 114466 h 426298"/>
                <a:gd name="csX28" fmla="*/ 51199 w 664596"/>
                <a:gd name="csY28" fmla="*/ 99284 h 426298"/>
                <a:gd name="csX29" fmla="*/ 60112 w 664596"/>
                <a:gd name="csY29" fmla="*/ 90785 h 426298"/>
                <a:gd name="csX30" fmla="*/ 67629 w 664596"/>
                <a:gd name="csY30" fmla="*/ 84101 h 426298"/>
                <a:gd name="csX31" fmla="*/ 83780 w 664596"/>
                <a:gd name="csY31" fmla="*/ 71502 h 426298"/>
                <a:gd name="csX32" fmla="*/ 87398 w 664596"/>
                <a:gd name="csY32" fmla="*/ 68920 h 426298"/>
                <a:gd name="csX33" fmla="*/ 107447 w 664596"/>
                <a:gd name="csY33" fmla="*/ 56057 h 426298"/>
                <a:gd name="csX34" fmla="*/ 111468 w 664596"/>
                <a:gd name="csY34" fmla="*/ 53738 h 426298"/>
                <a:gd name="csX35" fmla="*/ 131114 w 664596"/>
                <a:gd name="csY35" fmla="*/ 43382 h 426298"/>
                <a:gd name="csX36" fmla="*/ 141535 w 664596"/>
                <a:gd name="csY36" fmla="*/ 38556 h 426298"/>
                <a:gd name="csX37" fmla="*/ 154782 w 664596"/>
                <a:gd name="csY37" fmla="*/ 32837 h 426298"/>
                <a:gd name="csX38" fmla="*/ 178449 w 664596"/>
                <a:gd name="csY38" fmla="*/ 24061 h 426298"/>
                <a:gd name="csX39" fmla="*/ 180627 w 664596"/>
                <a:gd name="csY39" fmla="*/ 23374 h 426298"/>
                <a:gd name="csX40" fmla="*/ 202117 w 664596"/>
                <a:gd name="csY40" fmla="*/ 16908 h 426298"/>
                <a:gd name="csX41" fmla="*/ 225795 w 664596"/>
                <a:gd name="csY41" fmla="*/ 11108 h 426298"/>
                <a:gd name="csX42" fmla="*/ 240874 w 664596"/>
                <a:gd name="csY42" fmla="*/ 8191 h 426298"/>
                <a:gd name="csX43" fmla="*/ 249463 w 664596"/>
                <a:gd name="csY43" fmla="*/ 6582 h 426298"/>
                <a:gd name="csX44" fmla="*/ 273130 w 664596"/>
                <a:gd name="csY44" fmla="*/ 3268 h 426298"/>
                <a:gd name="csX45" fmla="*/ 296797 w 664596"/>
                <a:gd name="csY45" fmla="*/ 1084 h 426298"/>
                <a:gd name="csX46" fmla="*/ 320465 w 664596"/>
                <a:gd name="csY46" fmla="*/ 0 h 426298"/>
                <a:gd name="csX47" fmla="*/ 344132 w 664596"/>
                <a:gd name="csY47" fmla="*/ 0 h 426298"/>
                <a:gd name="csX48" fmla="*/ 367799 w 664596"/>
                <a:gd name="csY48" fmla="*/ 1084 h 426298"/>
                <a:gd name="csX49" fmla="*/ 391467 w 664596"/>
                <a:gd name="csY49" fmla="*/ 3268 h 426298"/>
                <a:gd name="csX50" fmla="*/ 415145 w 664596"/>
                <a:gd name="csY50" fmla="*/ 6582 h 426298"/>
                <a:gd name="csX51" fmla="*/ 423723 w 664596"/>
                <a:gd name="csY51" fmla="*/ 8191 h 426298"/>
                <a:gd name="csX52" fmla="*/ 438813 w 664596"/>
                <a:gd name="csY52" fmla="*/ 11108 h 426298"/>
                <a:gd name="csX53" fmla="*/ 462480 w 664596"/>
                <a:gd name="csY53" fmla="*/ 16908 h 426298"/>
                <a:gd name="csX54" fmla="*/ 483970 w 664596"/>
                <a:gd name="csY54" fmla="*/ 23374 h 426298"/>
                <a:gd name="csX55" fmla="*/ 486148 w 664596"/>
                <a:gd name="csY55" fmla="*/ 24061 h 426298"/>
                <a:gd name="csX56" fmla="*/ 509815 w 664596"/>
                <a:gd name="csY56" fmla="*/ 32837 h 426298"/>
                <a:gd name="csX57" fmla="*/ 523062 w 664596"/>
                <a:gd name="csY57" fmla="*/ 38556 h 426298"/>
                <a:gd name="csX58" fmla="*/ 533483 w 664596"/>
                <a:gd name="csY58" fmla="*/ 43382 h 426298"/>
                <a:gd name="csX59" fmla="*/ 553129 w 664596"/>
                <a:gd name="csY59" fmla="*/ 53738 h 426298"/>
                <a:gd name="csX60" fmla="*/ 557150 w 664596"/>
                <a:gd name="csY60" fmla="*/ 56057 h 426298"/>
                <a:gd name="csX61" fmla="*/ 577210 w 664596"/>
                <a:gd name="csY61" fmla="*/ 68920 h 426298"/>
                <a:gd name="csX62" fmla="*/ 580829 w 664596"/>
                <a:gd name="csY62" fmla="*/ 71502 h 426298"/>
                <a:gd name="csX63" fmla="*/ 596968 w 664596"/>
                <a:gd name="csY63" fmla="*/ 84101 h 426298"/>
                <a:gd name="csX64" fmla="*/ 604496 w 664596"/>
                <a:gd name="csY64" fmla="*/ 90785 h 426298"/>
                <a:gd name="csX65" fmla="*/ 613409 w 664596"/>
                <a:gd name="csY65" fmla="*/ 99284 h 426298"/>
                <a:gd name="csX66" fmla="*/ 627091 w 664596"/>
                <a:gd name="csY66" fmla="*/ 114466 h 426298"/>
                <a:gd name="csX67" fmla="*/ 628163 w 664596"/>
                <a:gd name="csY67" fmla="*/ 115860 h 426298"/>
                <a:gd name="csX68" fmla="*/ 638238 w 664596"/>
                <a:gd name="csY68" fmla="*/ 129648 h 426298"/>
                <a:gd name="csX69" fmla="*/ 647285 w 664596"/>
                <a:gd name="csY69" fmla="*/ 144830 h 426298"/>
                <a:gd name="csX70" fmla="*/ 651831 w 664596"/>
                <a:gd name="csY70" fmla="*/ 154506 h 426298"/>
                <a:gd name="csX71" fmla="*/ 654344 w 664596"/>
                <a:gd name="csY71" fmla="*/ 160012 h 426298"/>
                <a:gd name="csX72" fmla="*/ 659504 w 664596"/>
                <a:gd name="csY72" fmla="*/ 175194 h 426298"/>
                <a:gd name="csX73" fmla="*/ 662910 w 664596"/>
                <a:gd name="csY73" fmla="*/ 190377 h 426298"/>
                <a:gd name="csX74" fmla="*/ 664597 w 664596"/>
                <a:gd name="csY74" fmla="*/ 205559 h 426298"/>
                <a:gd name="csX75" fmla="*/ 664597 w 664596"/>
                <a:gd name="csY75" fmla="*/ 220740 h 426298"/>
                <a:gd name="csX76" fmla="*/ 662910 w 664596"/>
                <a:gd name="csY76" fmla="*/ 235922 h 426298"/>
                <a:gd name="csX77" fmla="*/ 659504 w 664596"/>
                <a:gd name="csY77" fmla="*/ 251104 h 426298"/>
                <a:gd name="csX78" fmla="*/ 654344 w 664596"/>
                <a:gd name="csY78" fmla="*/ 266287 h 426298"/>
                <a:gd name="csX79" fmla="*/ 651831 w 664596"/>
                <a:gd name="csY79" fmla="*/ 271793 h 426298"/>
                <a:gd name="csX80" fmla="*/ 647285 w 664596"/>
                <a:gd name="csY80" fmla="*/ 281469 h 426298"/>
                <a:gd name="csX81" fmla="*/ 638238 w 664596"/>
                <a:gd name="csY81" fmla="*/ 296651 h 426298"/>
                <a:gd name="csX82" fmla="*/ 628163 w 664596"/>
                <a:gd name="csY82" fmla="*/ 310439 h 426298"/>
                <a:gd name="csX83" fmla="*/ 627091 w 664596"/>
                <a:gd name="csY83" fmla="*/ 311833 h 426298"/>
                <a:gd name="csX84" fmla="*/ 613409 w 664596"/>
                <a:gd name="csY84" fmla="*/ 327015 h 426298"/>
                <a:gd name="csX85" fmla="*/ 604496 w 664596"/>
                <a:gd name="csY85" fmla="*/ 335514 h 426298"/>
                <a:gd name="csX86" fmla="*/ 596968 w 664596"/>
                <a:gd name="csY86" fmla="*/ 342198 h 426298"/>
                <a:gd name="csX87" fmla="*/ 580829 w 664596"/>
                <a:gd name="csY87" fmla="*/ 354796 h 426298"/>
                <a:gd name="csX88" fmla="*/ 577210 w 664596"/>
                <a:gd name="csY88" fmla="*/ 357379 h 426298"/>
                <a:gd name="csX89" fmla="*/ 557150 w 664596"/>
                <a:gd name="csY89" fmla="*/ 370242 h 426298"/>
                <a:gd name="csX90" fmla="*/ 553129 w 664596"/>
                <a:gd name="csY90" fmla="*/ 372561 h 426298"/>
                <a:gd name="csX91" fmla="*/ 533483 w 664596"/>
                <a:gd name="csY91" fmla="*/ 382917 h 426298"/>
                <a:gd name="csX92" fmla="*/ 523062 w 664596"/>
                <a:gd name="csY92" fmla="*/ 387743 h 426298"/>
                <a:gd name="csX93" fmla="*/ 509815 w 664596"/>
                <a:gd name="csY93" fmla="*/ 393462 h 426298"/>
                <a:gd name="csX94" fmla="*/ 486148 w 664596"/>
                <a:gd name="csY94" fmla="*/ 402238 h 426298"/>
                <a:gd name="csX95" fmla="*/ 483970 w 664596"/>
                <a:gd name="csY95" fmla="*/ 402925 h 426298"/>
                <a:gd name="csX96" fmla="*/ 462480 w 664596"/>
                <a:gd name="csY96" fmla="*/ 409391 h 426298"/>
                <a:gd name="csX97" fmla="*/ 438813 w 664596"/>
                <a:gd name="csY97" fmla="*/ 415191 h 426298"/>
                <a:gd name="csX98" fmla="*/ 423723 w 664596"/>
                <a:gd name="csY98" fmla="*/ 418107 h 426298"/>
                <a:gd name="csX99" fmla="*/ 415145 w 664596"/>
                <a:gd name="csY99" fmla="*/ 419717 h 426298"/>
                <a:gd name="csX100" fmla="*/ 391467 w 664596"/>
                <a:gd name="csY100" fmla="*/ 423031 h 426298"/>
                <a:gd name="csX101" fmla="*/ 367799 w 664596"/>
                <a:gd name="csY101" fmla="*/ 425214 h 426298"/>
                <a:gd name="csX102" fmla="*/ 344132 w 664596"/>
                <a:gd name="csY102" fmla="*/ 426299 h 426298"/>
                <a:gd name="csX103" fmla="*/ 320465 w 664596"/>
                <a:gd name="csY103" fmla="*/ 426299 h 426298"/>
                <a:gd name="csX104" fmla="*/ 296797 w 664596"/>
                <a:gd name="csY104" fmla="*/ 425214 h 426298"/>
                <a:gd name="csX105" fmla="*/ 273130 w 664596"/>
                <a:gd name="csY105" fmla="*/ 423031 h 426298"/>
                <a:gd name="csX106" fmla="*/ 249463 w 664596"/>
                <a:gd name="csY106" fmla="*/ 419717 h 426298"/>
                <a:gd name="csX107" fmla="*/ 240874 w 664596"/>
                <a:gd name="csY107" fmla="*/ 418107 h 426298"/>
                <a:gd name="csX108" fmla="*/ 225795 w 664596"/>
                <a:gd name="csY108" fmla="*/ 415191 h 426298"/>
                <a:gd name="csX109" fmla="*/ 202117 w 664596"/>
                <a:gd name="csY109" fmla="*/ 409391 h 426298"/>
                <a:gd name="csX110" fmla="*/ 180627 w 664596"/>
                <a:gd name="csY110" fmla="*/ 402925 h 426298"/>
                <a:gd name="csX111" fmla="*/ 178449 w 664596"/>
                <a:gd name="csY111" fmla="*/ 402238 h 426298"/>
                <a:gd name="csX112" fmla="*/ 154782 w 664596"/>
                <a:gd name="csY112" fmla="*/ 393462 h 426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64596" h="426298">
                  <a:moveTo>
                    <a:pt x="154782" y="393462"/>
                  </a:moveTo>
                  <a:lnTo>
                    <a:pt x="141535" y="387743"/>
                  </a:lnTo>
                  <a:lnTo>
                    <a:pt x="131114" y="382917"/>
                  </a:lnTo>
                  <a:lnTo>
                    <a:pt x="111468" y="372561"/>
                  </a:lnTo>
                  <a:lnTo>
                    <a:pt x="107447" y="370242"/>
                  </a:lnTo>
                  <a:lnTo>
                    <a:pt x="87398" y="357379"/>
                  </a:lnTo>
                  <a:lnTo>
                    <a:pt x="83780" y="354796"/>
                  </a:lnTo>
                  <a:lnTo>
                    <a:pt x="67629" y="342198"/>
                  </a:lnTo>
                  <a:lnTo>
                    <a:pt x="60112" y="335514"/>
                  </a:lnTo>
                  <a:lnTo>
                    <a:pt x="51199" y="327015"/>
                  </a:lnTo>
                  <a:lnTo>
                    <a:pt x="37506" y="311833"/>
                  </a:lnTo>
                  <a:lnTo>
                    <a:pt x="36445" y="310439"/>
                  </a:lnTo>
                  <a:lnTo>
                    <a:pt x="26359" y="296651"/>
                  </a:lnTo>
                  <a:lnTo>
                    <a:pt x="17312" y="281469"/>
                  </a:lnTo>
                  <a:lnTo>
                    <a:pt x="12766" y="271793"/>
                  </a:lnTo>
                  <a:lnTo>
                    <a:pt x="10264" y="266287"/>
                  </a:lnTo>
                  <a:lnTo>
                    <a:pt x="5093" y="251104"/>
                  </a:lnTo>
                  <a:lnTo>
                    <a:pt x="1687" y="235922"/>
                  </a:lnTo>
                  <a:lnTo>
                    <a:pt x="0" y="220740"/>
                  </a:lnTo>
                  <a:lnTo>
                    <a:pt x="0" y="205559"/>
                  </a:lnTo>
                  <a:lnTo>
                    <a:pt x="1687" y="190377"/>
                  </a:lnTo>
                  <a:lnTo>
                    <a:pt x="5093" y="175194"/>
                  </a:lnTo>
                  <a:lnTo>
                    <a:pt x="10264" y="160012"/>
                  </a:lnTo>
                  <a:lnTo>
                    <a:pt x="12766" y="154506"/>
                  </a:lnTo>
                  <a:lnTo>
                    <a:pt x="17312" y="144830"/>
                  </a:lnTo>
                  <a:lnTo>
                    <a:pt x="26359" y="129648"/>
                  </a:lnTo>
                  <a:lnTo>
                    <a:pt x="36445" y="115860"/>
                  </a:lnTo>
                  <a:lnTo>
                    <a:pt x="37506" y="114466"/>
                  </a:lnTo>
                  <a:lnTo>
                    <a:pt x="51199" y="99284"/>
                  </a:lnTo>
                  <a:lnTo>
                    <a:pt x="60112" y="90785"/>
                  </a:lnTo>
                  <a:lnTo>
                    <a:pt x="67629" y="84101"/>
                  </a:lnTo>
                  <a:lnTo>
                    <a:pt x="83780" y="71502"/>
                  </a:lnTo>
                  <a:lnTo>
                    <a:pt x="87398" y="68920"/>
                  </a:lnTo>
                  <a:lnTo>
                    <a:pt x="107447" y="56057"/>
                  </a:lnTo>
                  <a:lnTo>
                    <a:pt x="111468" y="53738"/>
                  </a:lnTo>
                  <a:lnTo>
                    <a:pt x="131114" y="43382"/>
                  </a:lnTo>
                  <a:lnTo>
                    <a:pt x="141535" y="38556"/>
                  </a:lnTo>
                  <a:lnTo>
                    <a:pt x="154782" y="32837"/>
                  </a:lnTo>
                  <a:lnTo>
                    <a:pt x="178449" y="24061"/>
                  </a:lnTo>
                  <a:lnTo>
                    <a:pt x="180627" y="23374"/>
                  </a:lnTo>
                  <a:lnTo>
                    <a:pt x="202117" y="16908"/>
                  </a:lnTo>
                  <a:lnTo>
                    <a:pt x="225795" y="11108"/>
                  </a:lnTo>
                  <a:lnTo>
                    <a:pt x="240874" y="8191"/>
                  </a:lnTo>
                  <a:lnTo>
                    <a:pt x="249463" y="6582"/>
                  </a:lnTo>
                  <a:lnTo>
                    <a:pt x="273130" y="3268"/>
                  </a:lnTo>
                  <a:lnTo>
                    <a:pt x="296797" y="1084"/>
                  </a:lnTo>
                  <a:lnTo>
                    <a:pt x="320465" y="0"/>
                  </a:lnTo>
                  <a:lnTo>
                    <a:pt x="344132" y="0"/>
                  </a:lnTo>
                  <a:lnTo>
                    <a:pt x="367799" y="1084"/>
                  </a:lnTo>
                  <a:lnTo>
                    <a:pt x="391467" y="3268"/>
                  </a:lnTo>
                  <a:lnTo>
                    <a:pt x="415145" y="6582"/>
                  </a:lnTo>
                  <a:lnTo>
                    <a:pt x="423723" y="8191"/>
                  </a:lnTo>
                  <a:lnTo>
                    <a:pt x="438813" y="11108"/>
                  </a:lnTo>
                  <a:lnTo>
                    <a:pt x="462480" y="16908"/>
                  </a:lnTo>
                  <a:lnTo>
                    <a:pt x="483970" y="23374"/>
                  </a:lnTo>
                  <a:lnTo>
                    <a:pt x="486148" y="24061"/>
                  </a:lnTo>
                  <a:lnTo>
                    <a:pt x="509815" y="32837"/>
                  </a:lnTo>
                  <a:lnTo>
                    <a:pt x="523062" y="38556"/>
                  </a:lnTo>
                  <a:lnTo>
                    <a:pt x="533483" y="43382"/>
                  </a:lnTo>
                  <a:lnTo>
                    <a:pt x="553129" y="53738"/>
                  </a:lnTo>
                  <a:lnTo>
                    <a:pt x="557150" y="56057"/>
                  </a:lnTo>
                  <a:lnTo>
                    <a:pt x="577210" y="68920"/>
                  </a:lnTo>
                  <a:lnTo>
                    <a:pt x="580829" y="71502"/>
                  </a:lnTo>
                  <a:lnTo>
                    <a:pt x="596968" y="84101"/>
                  </a:lnTo>
                  <a:lnTo>
                    <a:pt x="604496" y="90785"/>
                  </a:lnTo>
                  <a:lnTo>
                    <a:pt x="613409" y="99284"/>
                  </a:lnTo>
                  <a:lnTo>
                    <a:pt x="627091" y="114466"/>
                  </a:lnTo>
                  <a:lnTo>
                    <a:pt x="628163" y="115860"/>
                  </a:lnTo>
                  <a:lnTo>
                    <a:pt x="638238" y="129648"/>
                  </a:lnTo>
                  <a:lnTo>
                    <a:pt x="647285" y="144830"/>
                  </a:lnTo>
                  <a:lnTo>
                    <a:pt x="651831" y="154506"/>
                  </a:lnTo>
                  <a:lnTo>
                    <a:pt x="654344" y="160012"/>
                  </a:lnTo>
                  <a:lnTo>
                    <a:pt x="659504" y="175194"/>
                  </a:lnTo>
                  <a:lnTo>
                    <a:pt x="662910" y="190377"/>
                  </a:lnTo>
                  <a:lnTo>
                    <a:pt x="664597" y="205559"/>
                  </a:lnTo>
                  <a:lnTo>
                    <a:pt x="664597" y="220740"/>
                  </a:lnTo>
                  <a:lnTo>
                    <a:pt x="662910" y="235922"/>
                  </a:lnTo>
                  <a:lnTo>
                    <a:pt x="659504" y="251104"/>
                  </a:lnTo>
                  <a:lnTo>
                    <a:pt x="654344" y="266287"/>
                  </a:lnTo>
                  <a:lnTo>
                    <a:pt x="651831" y="271793"/>
                  </a:lnTo>
                  <a:lnTo>
                    <a:pt x="647285" y="281469"/>
                  </a:lnTo>
                  <a:lnTo>
                    <a:pt x="638238" y="296651"/>
                  </a:lnTo>
                  <a:lnTo>
                    <a:pt x="628163" y="310439"/>
                  </a:lnTo>
                  <a:lnTo>
                    <a:pt x="627091" y="311833"/>
                  </a:lnTo>
                  <a:lnTo>
                    <a:pt x="613409" y="327015"/>
                  </a:lnTo>
                  <a:lnTo>
                    <a:pt x="604496" y="335514"/>
                  </a:lnTo>
                  <a:lnTo>
                    <a:pt x="596968" y="342198"/>
                  </a:lnTo>
                  <a:lnTo>
                    <a:pt x="580829" y="354796"/>
                  </a:lnTo>
                  <a:lnTo>
                    <a:pt x="577210" y="357379"/>
                  </a:lnTo>
                  <a:lnTo>
                    <a:pt x="557150" y="370242"/>
                  </a:lnTo>
                  <a:lnTo>
                    <a:pt x="553129" y="372561"/>
                  </a:lnTo>
                  <a:lnTo>
                    <a:pt x="533483" y="382917"/>
                  </a:lnTo>
                  <a:lnTo>
                    <a:pt x="523062" y="387743"/>
                  </a:lnTo>
                  <a:lnTo>
                    <a:pt x="509815" y="393462"/>
                  </a:lnTo>
                  <a:lnTo>
                    <a:pt x="486148" y="402238"/>
                  </a:lnTo>
                  <a:lnTo>
                    <a:pt x="483970" y="402925"/>
                  </a:lnTo>
                  <a:lnTo>
                    <a:pt x="462480" y="409391"/>
                  </a:lnTo>
                  <a:lnTo>
                    <a:pt x="438813" y="415191"/>
                  </a:lnTo>
                  <a:lnTo>
                    <a:pt x="423723" y="418107"/>
                  </a:lnTo>
                  <a:lnTo>
                    <a:pt x="415145" y="419717"/>
                  </a:lnTo>
                  <a:lnTo>
                    <a:pt x="391467" y="423031"/>
                  </a:lnTo>
                  <a:lnTo>
                    <a:pt x="367799" y="425214"/>
                  </a:lnTo>
                  <a:lnTo>
                    <a:pt x="344132" y="426299"/>
                  </a:lnTo>
                  <a:lnTo>
                    <a:pt x="320465" y="426299"/>
                  </a:lnTo>
                  <a:lnTo>
                    <a:pt x="296797" y="425214"/>
                  </a:lnTo>
                  <a:lnTo>
                    <a:pt x="273130" y="423031"/>
                  </a:lnTo>
                  <a:lnTo>
                    <a:pt x="249463" y="419717"/>
                  </a:lnTo>
                  <a:lnTo>
                    <a:pt x="240874" y="418107"/>
                  </a:lnTo>
                  <a:lnTo>
                    <a:pt x="225795" y="415191"/>
                  </a:lnTo>
                  <a:lnTo>
                    <a:pt x="202117" y="409391"/>
                  </a:lnTo>
                  <a:lnTo>
                    <a:pt x="180627" y="402925"/>
                  </a:lnTo>
                  <a:lnTo>
                    <a:pt x="178449" y="402238"/>
                  </a:lnTo>
                  <a:lnTo>
                    <a:pt x="154782" y="39346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8DF5C317-7202-B1AF-EEC1-AB56459A702D}"/>
                </a:ext>
              </a:extLst>
            </p:cNvPr>
            <p:cNvSpPr/>
            <p:nvPr/>
          </p:nvSpPr>
          <p:spPr>
            <a:xfrm>
              <a:off x="7432979" y="3433379"/>
              <a:ext cx="557898" cy="357856"/>
            </a:xfrm>
            <a:custGeom>
              <a:avLst/>
              <a:gdLst>
                <a:gd name="csX0" fmla="*/ 151766 w 557898"/>
                <a:gd name="csY0" fmla="*/ 338340 h 357856"/>
                <a:gd name="csX1" fmla="*/ 172440 w 557898"/>
                <a:gd name="csY1" fmla="*/ 344448 h 357856"/>
                <a:gd name="csX2" fmla="*/ 196108 w 557898"/>
                <a:gd name="csY2" fmla="*/ 349947 h 357856"/>
                <a:gd name="csX3" fmla="*/ 216927 w 557898"/>
                <a:gd name="csY3" fmla="*/ 353522 h 357856"/>
                <a:gd name="csX4" fmla="*/ 219775 w 557898"/>
                <a:gd name="csY4" fmla="*/ 353989 h 357856"/>
                <a:gd name="csX5" fmla="*/ 243442 w 557898"/>
                <a:gd name="csY5" fmla="*/ 356573 h 357856"/>
                <a:gd name="csX6" fmla="*/ 267110 w 557898"/>
                <a:gd name="csY6" fmla="*/ 357857 h 357856"/>
                <a:gd name="csX7" fmla="*/ 290777 w 557898"/>
                <a:gd name="csY7" fmla="*/ 357857 h 357856"/>
                <a:gd name="csX8" fmla="*/ 314445 w 557898"/>
                <a:gd name="csY8" fmla="*/ 356573 h 357856"/>
                <a:gd name="csX9" fmla="*/ 338112 w 557898"/>
                <a:gd name="csY9" fmla="*/ 353989 h 357856"/>
                <a:gd name="csX10" fmla="*/ 340971 w 557898"/>
                <a:gd name="csY10" fmla="*/ 353522 h 357856"/>
                <a:gd name="csX11" fmla="*/ 361790 w 557898"/>
                <a:gd name="csY11" fmla="*/ 349947 h 357856"/>
                <a:gd name="csX12" fmla="*/ 385458 w 557898"/>
                <a:gd name="csY12" fmla="*/ 344448 h 357856"/>
                <a:gd name="csX13" fmla="*/ 406121 w 557898"/>
                <a:gd name="csY13" fmla="*/ 338340 h 357856"/>
                <a:gd name="csX14" fmla="*/ 409125 w 557898"/>
                <a:gd name="csY14" fmla="*/ 337388 h 357856"/>
                <a:gd name="csX15" fmla="*/ 432793 w 557898"/>
                <a:gd name="csY15" fmla="*/ 328336 h 357856"/>
                <a:gd name="csX16" fmla="*/ 444241 w 557898"/>
                <a:gd name="csY16" fmla="*/ 323158 h 357856"/>
                <a:gd name="csX17" fmla="*/ 456460 w 557898"/>
                <a:gd name="csY17" fmla="*/ 317092 h 357856"/>
                <a:gd name="csX18" fmla="*/ 472410 w 557898"/>
                <a:gd name="csY18" fmla="*/ 307977 h 357856"/>
                <a:gd name="csX19" fmla="*/ 480128 w 557898"/>
                <a:gd name="csY19" fmla="*/ 303025 h 357856"/>
                <a:gd name="csX20" fmla="*/ 494346 w 557898"/>
                <a:gd name="csY20" fmla="*/ 292794 h 357856"/>
                <a:gd name="csX21" fmla="*/ 503795 w 557898"/>
                <a:gd name="csY21" fmla="*/ 284958 h 357856"/>
                <a:gd name="csX22" fmla="*/ 511870 w 557898"/>
                <a:gd name="csY22" fmla="*/ 277612 h 357856"/>
                <a:gd name="csX23" fmla="*/ 525988 w 557898"/>
                <a:gd name="csY23" fmla="*/ 262430 h 357856"/>
                <a:gd name="csX24" fmla="*/ 527474 w 557898"/>
                <a:gd name="csY24" fmla="*/ 260503 h 357856"/>
                <a:gd name="csX25" fmla="*/ 536990 w 557898"/>
                <a:gd name="csY25" fmla="*/ 247248 h 357856"/>
                <a:gd name="csX26" fmla="*/ 545567 w 557898"/>
                <a:gd name="csY26" fmla="*/ 232066 h 357856"/>
                <a:gd name="csX27" fmla="*/ 551141 w 557898"/>
                <a:gd name="csY27" fmla="*/ 218712 h 357856"/>
                <a:gd name="csX28" fmla="*/ 551867 w 557898"/>
                <a:gd name="csY28" fmla="*/ 216883 h 357856"/>
                <a:gd name="csX29" fmla="*/ 555899 w 557898"/>
                <a:gd name="csY29" fmla="*/ 201701 h 357856"/>
                <a:gd name="csX30" fmla="*/ 557898 w 557898"/>
                <a:gd name="csY30" fmla="*/ 186519 h 357856"/>
                <a:gd name="csX31" fmla="*/ 557898 w 557898"/>
                <a:gd name="csY31" fmla="*/ 171338 h 357856"/>
                <a:gd name="csX32" fmla="*/ 555899 w 557898"/>
                <a:gd name="csY32" fmla="*/ 156156 h 357856"/>
                <a:gd name="csX33" fmla="*/ 551867 w 557898"/>
                <a:gd name="csY33" fmla="*/ 140973 h 357856"/>
                <a:gd name="csX34" fmla="*/ 551141 w 557898"/>
                <a:gd name="csY34" fmla="*/ 139145 h 357856"/>
                <a:gd name="csX35" fmla="*/ 545567 w 557898"/>
                <a:gd name="csY35" fmla="*/ 125791 h 357856"/>
                <a:gd name="csX36" fmla="*/ 536990 w 557898"/>
                <a:gd name="csY36" fmla="*/ 110609 h 357856"/>
                <a:gd name="csX37" fmla="*/ 527474 w 557898"/>
                <a:gd name="csY37" fmla="*/ 97354 h 357856"/>
                <a:gd name="csX38" fmla="*/ 525988 w 557898"/>
                <a:gd name="csY38" fmla="*/ 95427 h 357856"/>
                <a:gd name="csX39" fmla="*/ 511870 w 557898"/>
                <a:gd name="csY39" fmla="*/ 80245 h 357856"/>
                <a:gd name="csX40" fmla="*/ 503795 w 557898"/>
                <a:gd name="csY40" fmla="*/ 72899 h 357856"/>
                <a:gd name="csX41" fmla="*/ 494346 w 557898"/>
                <a:gd name="csY41" fmla="*/ 65062 h 357856"/>
                <a:gd name="csX42" fmla="*/ 480128 w 557898"/>
                <a:gd name="csY42" fmla="*/ 54831 h 357856"/>
                <a:gd name="csX43" fmla="*/ 472410 w 557898"/>
                <a:gd name="csY43" fmla="*/ 49880 h 357856"/>
                <a:gd name="csX44" fmla="*/ 456460 w 557898"/>
                <a:gd name="csY44" fmla="*/ 40765 h 357856"/>
                <a:gd name="csX45" fmla="*/ 444241 w 557898"/>
                <a:gd name="csY45" fmla="*/ 34699 h 357856"/>
                <a:gd name="csX46" fmla="*/ 432793 w 557898"/>
                <a:gd name="csY46" fmla="*/ 29521 h 357856"/>
                <a:gd name="csX47" fmla="*/ 409125 w 557898"/>
                <a:gd name="csY47" fmla="*/ 20469 h 357856"/>
                <a:gd name="csX48" fmla="*/ 406121 w 557898"/>
                <a:gd name="csY48" fmla="*/ 19517 h 357856"/>
                <a:gd name="csX49" fmla="*/ 385458 w 557898"/>
                <a:gd name="csY49" fmla="*/ 13409 h 357856"/>
                <a:gd name="csX50" fmla="*/ 361790 w 557898"/>
                <a:gd name="csY50" fmla="*/ 7910 h 357856"/>
                <a:gd name="csX51" fmla="*/ 340971 w 557898"/>
                <a:gd name="csY51" fmla="*/ 4335 h 357856"/>
                <a:gd name="csX52" fmla="*/ 338112 w 557898"/>
                <a:gd name="csY52" fmla="*/ 3868 h 357856"/>
                <a:gd name="csX53" fmla="*/ 314445 w 557898"/>
                <a:gd name="csY53" fmla="*/ 1283 h 357856"/>
                <a:gd name="csX54" fmla="*/ 290777 w 557898"/>
                <a:gd name="csY54" fmla="*/ 0 h 357856"/>
                <a:gd name="csX55" fmla="*/ 267110 w 557898"/>
                <a:gd name="csY55" fmla="*/ 0 h 357856"/>
                <a:gd name="csX56" fmla="*/ 243442 w 557898"/>
                <a:gd name="csY56" fmla="*/ 1283 h 357856"/>
                <a:gd name="csX57" fmla="*/ 219775 w 557898"/>
                <a:gd name="csY57" fmla="*/ 3868 h 357856"/>
                <a:gd name="csX58" fmla="*/ 216927 w 557898"/>
                <a:gd name="csY58" fmla="*/ 4335 h 357856"/>
                <a:gd name="csX59" fmla="*/ 196108 w 557898"/>
                <a:gd name="csY59" fmla="*/ 7910 h 357856"/>
                <a:gd name="csX60" fmla="*/ 172440 w 557898"/>
                <a:gd name="csY60" fmla="*/ 13409 h 357856"/>
                <a:gd name="csX61" fmla="*/ 151766 w 557898"/>
                <a:gd name="csY61" fmla="*/ 19517 h 357856"/>
                <a:gd name="csX62" fmla="*/ 148762 w 557898"/>
                <a:gd name="csY62" fmla="*/ 20469 h 357856"/>
                <a:gd name="csX63" fmla="*/ 125094 w 557898"/>
                <a:gd name="csY63" fmla="*/ 29521 h 357856"/>
                <a:gd name="csX64" fmla="*/ 113646 w 557898"/>
                <a:gd name="csY64" fmla="*/ 34699 h 357856"/>
                <a:gd name="csX65" fmla="*/ 101427 w 557898"/>
                <a:gd name="csY65" fmla="*/ 40765 h 357856"/>
                <a:gd name="csX66" fmla="*/ 85477 w 557898"/>
                <a:gd name="csY66" fmla="*/ 49880 h 357856"/>
                <a:gd name="csX67" fmla="*/ 77760 w 557898"/>
                <a:gd name="csY67" fmla="*/ 54831 h 357856"/>
                <a:gd name="csX68" fmla="*/ 63552 w 557898"/>
                <a:gd name="csY68" fmla="*/ 65062 h 357856"/>
                <a:gd name="csX69" fmla="*/ 54092 w 557898"/>
                <a:gd name="csY69" fmla="*/ 72899 h 357856"/>
                <a:gd name="csX70" fmla="*/ 46017 w 557898"/>
                <a:gd name="csY70" fmla="*/ 80245 h 357856"/>
                <a:gd name="csX71" fmla="*/ 31910 w 557898"/>
                <a:gd name="csY71" fmla="*/ 95427 h 357856"/>
                <a:gd name="csX72" fmla="*/ 30425 w 557898"/>
                <a:gd name="csY72" fmla="*/ 97354 h 357856"/>
                <a:gd name="csX73" fmla="*/ 20897 w 557898"/>
                <a:gd name="csY73" fmla="*/ 110609 h 357856"/>
                <a:gd name="csX74" fmla="*/ 12331 w 557898"/>
                <a:gd name="csY74" fmla="*/ 125791 h 357856"/>
                <a:gd name="csX75" fmla="*/ 6757 w 557898"/>
                <a:gd name="csY75" fmla="*/ 139145 h 357856"/>
                <a:gd name="csX76" fmla="*/ 6031 w 557898"/>
                <a:gd name="csY76" fmla="*/ 140973 h 357856"/>
                <a:gd name="csX77" fmla="*/ 1999 w 557898"/>
                <a:gd name="csY77" fmla="*/ 156156 h 357856"/>
                <a:gd name="csX78" fmla="*/ 0 w 557898"/>
                <a:gd name="csY78" fmla="*/ 171338 h 357856"/>
                <a:gd name="csX79" fmla="*/ 0 w 557898"/>
                <a:gd name="csY79" fmla="*/ 186519 h 357856"/>
                <a:gd name="csX80" fmla="*/ 1999 w 557898"/>
                <a:gd name="csY80" fmla="*/ 201701 h 357856"/>
                <a:gd name="csX81" fmla="*/ 6031 w 557898"/>
                <a:gd name="csY81" fmla="*/ 216883 h 357856"/>
                <a:gd name="csX82" fmla="*/ 6757 w 557898"/>
                <a:gd name="csY82" fmla="*/ 218712 h 357856"/>
                <a:gd name="csX83" fmla="*/ 12331 w 557898"/>
                <a:gd name="csY83" fmla="*/ 232066 h 357856"/>
                <a:gd name="csX84" fmla="*/ 20897 w 557898"/>
                <a:gd name="csY84" fmla="*/ 247248 h 357856"/>
                <a:gd name="csX85" fmla="*/ 30425 w 557898"/>
                <a:gd name="csY85" fmla="*/ 260503 h 357856"/>
                <a:gd name="csX86" fmla="*/ 31910 w 557898"/>
                <a:gd name="csY86" fmla="*/ 262430 h 357856"/>
                <a:gd name="csX87" fmla="*/ 46017 w 557898"/>
                <a:gd name="csY87" fmla="*/ 277612 h 357856"/>
                <a:gd name="csX88" fmla="*/ 54092 w 557898"/>
                <a:gd name="csY88" fmla="*/ 284958 h 357856"/>
                <a:gd name="csX89" fmla="*/ 63552 w 557898"/>
                <a:gd name="csY89" fmla="*/ 292794 h 357856"/>
                <a:gd name="csX90" fmla="*/ 77760 w 557898"/>
                <a:gd name="csY90" fmla="*/ 303025 h 357856"/>
                <a:gd name="csX91" fmla="*/ 85477 w 557898"/>
                <a:gd name="csY91" fmla="*/ 307977 h 357856"/>
                <a:gd name="csX92" fmla="*/ 101427 w 557898"/>
                <a:gd name="csY92" fmla="*/ 317092 h 357856"/>
                <a:gd name="csX93" fmla="*/ 113646 w 557898"/>
                <a:gd name="csY93" fmla="*/ 323158 h 357856"/>
                <a:gd name="csX94" fmla="*/ 125094 w 557898"/>
                <a:gd name="csY94" fmla="*/ 328336 h 357856"/>
                <a:gd name="csX95" fmla="*/ 148762 w 557898"/>
                <a:gd name="csY95" fmla="*/ 337388 h 357856"/>
                <a:gd name="csX96" fmla="*/ 151766 w 557898"/>
                <a:gd name="csY96" fmla="*/ 338340 h 357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57898" h="357856">
                  <a:moveTo>
                    <a:pt x="151766" y="338340"/>
                  </a:moveTo>
                  <a:lnTo>
                    <a:pt x="172440" y="344448"/>
                  </a:lnTo>
                  <a:lnTo>
                    <a:pt x="196108" y="349947"/>
                  </a:lnTo>
                  <a:lnTo>
                    <a:pt x="216927" y="353522"/>
                  </a:lnTo>
                  <a:lnTo>
                    <a:pt x="219775" y="353989"/>
                  </a:lnTo>
                  <a:lnTo>
                    <a:pt x="243442" y="356573"/>
                  </a:lnTo>
                  <a:lnTo>
                    <a:pt x="267110" y="357857"/>
                  </a:lnTo>
                  <a:lnTo>
                    <a:pt x="290777" y="357857"/>
                  </a:lnTo>
                  <a:lnTo>
                    <a:pt x="314445" y="356573"/>
                  </a:lnTo>
                  <a:lnTo>
                    <a:pt x="338112" y="353989"/>
                  </a:lnTo>
                  <a:lnTo>
                    <a:pt x="340971" y="353522"/>
                  </a:lnTo>
                  <a:lnTo>
                    <a:pt x="361790" y="349947"/>
                  </a:lnTo>
                  <a:lnTo>
                    <a:pt x="385458" y="344448"/>
                  </a:lnTo>
                  <a:lnTo>
                    <a:pt x="406121" y="338340"/>
                  </a:lnTo>
                  <a:lnTo>
                    <a:pt x="409125" y="337388"/>
                  </a:lnTo>
                  <a:lnTo>
                    <a:pt x="432793" y="328336"/>
                  </a:lnTo>
                  <a:lnTo>
                    <a:pt x="444241" y="323158"/>
                  </a:lnTo>
                  <a:lnTo>
                    <a:pt x="456460" y="317092"/>
                  </a:lnTo>
                  <a:lnTo>
                    <a:pt x="472410" y="307977"/>
                  </a:lnTo>
                  <a:lnTo>
                    <a:pt x="480128" y="303025"/>
                  </a:lnTo>
                  <a:lnTo>
                    <a:pt x="494346" y="292794"/>
                  </a:lnTo>
                  <a:lnTo>
                    <a:pt x="503795" y="284958"/>
                  </a:lnTo>
                  <a:lnTo>
                    <a:pt x="511870" y="277612"/>
                  </a:lnTo>
                  <a:lnTo>
                    <a:pt x="525988" y="262430"/>
                  </a:lnTo>
                  <a:lnTo>
                    <a:pt x="527474" y="260503"/>
                  </a:lnTo>
                  <a:lnTo>
                    <a:pt x="536990" y="247248"/>
                  </a:lnTo>
                  <a:lnTo>
                    <a:pt x="545567" y="232066"/>
                  </a:lnTo>
                  <a:lnTo>
                    <a:pt x="551141" y="218712"/>
                  </a:lnTo>
                  <a:lnTo>
                    <a:pt x="551867" y="216883"/>
                  </a:lnTo>
                  <a:lnTo>
                    <a:pt x="555899" y="201701"/>
                  </a:lnTo>
                  <a:lnTo>
                    <a:pt x="557898" y="186519"/>
                  </a:lnTo>
                  <a:lnTo>
                    <a:pt x="557898" y="171338"/>
                  </a:lnTo>
                  <a:lnTo>
                    <a:pt x="555899" y="156156"/>
                  </a:lnTo>
                  <a:lnTo>
                    <a:pt x="551867" y="140973"/>
                  </a:lnTo>
                  <a:lnTo>
                    <a:pt x="551141" y="139145"/>
                  </a:lnTo>
                  <a:lnTo>
                    <a:pt x="545567" y="125791"/>
                  </a:lnTo>
                  <a:lnTo>
                    <a:pt x="536990" y="110609"/>
                  </a:lnTo>
                  <a:lnTo>
                    <a:pt x="527474" y="97354"/>
                  </a:lnTo>
                  <a:lnTo>
                    <a:pt x="525988" y="95427"/>
                  </a:lnTo>
                  <a:lnTo>
                    <a:pt x="511870" y="80245"/>
                  </a:lnTo>
                  <a:lnTo>
                    <a:pt x="503795" y="72899"/>
                  </a:lnTo>
                  <a:lnTo>
                    <a:pt x="494346" y="65062"/>
                  </a:lnTo>
                  <a:lnTo>
                    <a:pt x="480128" y="54831"/>
                  </a:lnTo>
                  <a:lnTo>
                    <a:pt x="472410" y="49880"/>
                  </a:lnTo>
                  <a:lnTo>
                    <a:pt x="456460" y="40765"/>
                  </a:lnTo>
                  <a:lnTo>
                    <a:pt x="444241" y="34699"/>
                  </a:lnTo>
                  <a:lnTo>
                    <a:pt x="432793" y="29521"/>
                  </a:lnTo>
                  <a:lnTo>
                    <a:pt x="409125" y="20469"/>
                  </a:lnTo>
                  <a:lnTo>
                    <a:pt x="406121" y="19517"/>
                  </a:lnTo>
                  <a:lnTo>
                    <a:pt x="385458" y="13409"/>
                  </a:lnTo>
                  <a:lnTo>
                    <a:pt x="361790" y="7910"/>
                  </a:lnTo>
                  <a:lnTo>
                    <a:pt x="340971" y="4335"/>
                  </a:lnTo>
                  <a:lnTo>
                    <a:pt x="338112" y="3868"/>
                  </a:lnTo>
                  <a:lnTo>
                    <a:pt x="314445" y="1283"/>
                  </a:lnTo>
                  <a:lnTo>
                    <a:pt x="290777" y="0"/>
                  </a:lnTo>
                  <a:lnTo>
                    <a:pt x="267110" y="0"/>
                  </a:lnTo>
                  <a:lnTo>
                    <a:pt x="243442" y="1283"/>
                  </a:lnTo>
                  <a:lnTo>
                    <a:pt x="219775" y="3868"/>
                  </a:lnTo>
                  <a:lnTo>
                    <a:pt x="216927" y="4335"/>
                  </a:lnTo>
                  <a:lnTo>
                    <a:pt x="196108" y="7910"/>
                  </a:lnTo>
                  <a:lnTo>
                    <a:pt x="172440" y="13409"/>
                  </a:lnTo>
                  <a:lnTo>
                    <a:pt x="151766" y="19517"/>
                  </a:lnTo>
                  <a:lnTo>
                    <a:pt x="148762" y="20469"/>
                  </a:lnTo>
                  <a:lnTo>
                    <a:pt x="125094" y="29521"/>
                  </a:lnTo>
                  <a:lnTo>
                    <a:pt x="113646" y="34699"/>
                  </a:lnTo>
                  <a:lnTo>
                    <a:pt x="101427" y="40765"/>
                  </a:lnTo>
                  <a:lnTo>
                    <a:pt x="85477" y="49880"/>
                  </a:lnTo>
                  <a:lnTo>
                    <a:pt x="77760" y="54831"/>
                  </a:lnTo>
                  <a:lnTo>
                    <a:pt x="63552" y="65062"/>
                  </a:lnTo>
                  <a:lnTo>
                    <a:pt x="54092" y="72899"/>
                  </a:lnTo>
                  <a:lnTo>
                    <a:pt x="46017" y="80245"/>
                  </a:lnTo>
                  <a:lnTo>
                    <a:pt x="31910" y="95427"/>
                  </a:lnTo>
                  <a:lnTo>
                    <a:pt x="30425" y="97354"/>
                  </a:lnTo>
                  <a:lnTo>
                    <a:pt x="20897" y="110609"/>
                  </a:lnTo>
                  <a:lnTo>
                    <a:pt x="12331" y="125791"/>
                  </a:lnTo>
                  <a:lnTo>
                    <a:pt x="6757" y="139145"/>
                  </a:lnTo>
                  <a:lnTo>
                    <a:pt x="6031" y="140973"/>
                  </a:lnTo>
                  <a:lnTo>
                    <a:pt x="1999" y="156156"/>
                  </a:lnTo>
                  <a:lnTo>
                    <a:pt x="0" y="171338"/>
                  </a:lnTo>
                  <a:lnTo>
                    <a:pt x="0" y="186519"/>
                  </a:lnTo>
                  <a:lnTo>
                    <a:pt x="1999" y="201701"/>
                  </a:lnTo>
                  <a:lnTo>
                    <a:pt x="6031" y="216883"/>
                  </a:lnTo>
                  <a:lnTo>
                    <a:pt x="6757" y="218712"/>
                  </a:lnTo>
                  <a:lnTo>
                    <a:pt x="12331" y="232066"/>
                  </a:lnTo>
                  <a:lnTo>
                    <a:pt x="20897" y="247248"/>
                  </a:lnTo>
                  <a:lnTo>
                    <a:pt x="30425" y="260503"/>
                  </a:lnTo>
                  <a:lnTo>
                    <a:pt x="31910" y="262430"/>
                  </a:lnTo>
                  <a:lnTo>
                    <a:pt x="46017" y="277612"/>
                  </a:lnTo>
                  <a:lnTo>
                    <a:pt x="54092" y="284958"/>
                  </a:lnTo>
                  <a:lnTo>
                    <a:pt x="63552" y="292794"/>
                  </a:lnTo>
                  <a:lnTo>
                    <a:pt x="77760" y="303025"/>
                  </a:lnTo>
                  <a:lnTo>
                    <a:pt x="85477" y="307977"/>
                  </a:lnTo>
                  <a:lnTo>
                    <a:pt x="101427" y="317092"/>
                  </a:lnTo>
                  <a:lnTo>
                    <a:pt x="113646" y="323158"/>
                  </a:lnTo>
                  <a:lnTo>
                    <a:pt x="125094" y="328336"/>
                  </a:lnTo>
                  <a:lnTo>
                    <a:pt x="148762" y="337388"/>
                  </a:lnTo>
                  <a:lnTo>
                    <a:pt x="151766" y="338340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265D739D-E7D4-A904-7783-EF6D6B09CE83}"/>
                </a:ext>
              </a:extLst>
            </p:cNvPr>
            <p:cNvSpPr/>
            <p:nvPr/>
          </p:nvSpPr>
          <p:spPr>
            <a:xfrm>
              <a:off x="7490410" y="3470222"/>
              <a:ext cx="443023" cy="284170"/>
            </a:xfrm>
            <a:custGeom>
              <a:avLst/>
              <a:gdLst>
                <a:gd name="csX0" fmla="*/ 138676 w 443023"/>
                <a:gd name="csY0" fmla="*/ 274059 h 284170"/>
                <a:gd name="csX1" fmla="*/ 128523 w 443023"/>
                <a:gd name="csY1" fmla="*/ 271134 h 284170"/>
                <a:gd name="csX2" fmla="*/ 115009 w 443023"/>
                <a:gd name="csY2" fmla="*/ 266837 h 284170"/>
                <a:gd name="csX3" fmla="*/ 91330 w 443023"/>
                <a:gd name="csY3" fmla="*/ 257313 h 284170"/>
                <a:gd name="csX4" fmla="*/ 88515 w 443023"/>
                <a:gd name="csY4" fmla="*/ 255952 h 284170"/>
                <a:gd name="csX5" fmla="*/ 67663 w 443023"/>
                <a:gd name="csY5" fmla="*/ 244515 h 284170"/>
                <a:gd name="csX6" fmla="*/ 61832 w 443023"/>
                <a:gd name="csY6" fmla="*/ 240770 h 284170"/>
                <a:gd name="csX7" fmla="*/ 43995 w 443023"/>
                <a:gd name="csY7" fmla="*/ 227396 h 284170"/>
                <a:gd name="csX8" fmla="*/ 41873 w 443023"/>
                <a:gd name="csY8" fmla="*/ 225587 h 284170"/>
                <a:gd name="csX9" fmla="*/ 27029 w 443023"/>
                <a:gd name="csY9" fmla="*/ 210405 h 284170"/>
                <a:gd name="csX10" fmla="*/ 20328 w 443023"/>
                <a:gd name="csY10" fmla="*/ 201732 h 284170"/>
                <a:gd name="csX11" fmla="*/ 15771 w 443023"/>
                <a:gd name="csY11" fmla="*/ 195223 h 284170"/>
                <a:gd name="csX12" fmla="*/ 7830 w 443023"/>
                <a:gd name="csY12" fmla="*/ 180041 h 284170"/>
                <a:gd name="csX13" fmla="*/ 2602 w 443023"/>
                <a:gd name="csY13" fmla="*/ 164859 h 284170"/>
                <a:gd name="csX14" fmla="*/ 0 w 443023"/>
                <a:gd name="csY14" fmla="*/ 149676 h 284170"/>
                <a:gd name="csX15" fmla="*/ 0 w 443023"/>
                <a:gd name="csY15" fmla="*/ 134495 h 284170"/>
                <a:gd name="csX16" fmla="*/ 2602 w 443023"/>
                <a:gd name="csY16" fmla="*/ 119313 h 284170"/>
                <a:gd name="csX17" fmla="*/ 7830 w 443023"/>
                <a:gd name="csY17" fmla="*/ 104131 h 284170"/>
                <a:gd name="csX18" fmla="*/ 15771 w 443023"/>
                <a:gd name="csY18" fmla="*/ 88949 h 284170"/>
                <a:gd name="csX19" fmla="*/ 20328 w 443023"/>
                <a:gd name="csY19" fmla="*/ 82439 h 284170"/>
                <a:gd name="csX20" fmla="*/ 27029 w 443023"/>
                <a:gd name="csY20" fmla="*/ 73767 h 284170"/>
                <a:gd name="csX21" fmla="*/ 41873 w 443023"/>
                <a:gd name="csY21" fmla="*/ 58584 h 284170"/>
                <a:gd name="csX22" fmla="*/ 43995 w 443023"/>
                <a:gd name="csY22" fmla="*/ 56776 h 284170"/>
                <a:gd name="csX23" fmla="*/ 61832 w 443023"/>
                <a:gd name="csY23" fmla="*/ 43402 h 284170"/>
                <a:gd name="csX24" fmla="*/ 67663 w 443023"/>
                <a:gd name="csY24" fmla="*/ 39657 h 284170"/>
                <a:gd name="csX25" fmla="*/ 88515 w 443023"/>
                <a:gd name="csY25" fmla="*/ 28220 h 284170"/>
                <a:gd name="csX26" fmla="*/ 91330 w 443023"/>
                <a:gd name="csY26" fmla="*/ 26858 h 284170"/>
                <a:gd name="csX27" fmla="*/ 115009 w 443023"/>
                <a:gd name="csY27" fmla="*/ 17334 h 284170"/>
                <a:gd name="csX28" fmla="*/ 128523 w 443023"/>
                <a:gd name="csY28" fmla="*/ 13038 h 284170"/>
                <a:gd name="csX29" fmla="*/ 138676 w 443023"/>
                <a:gd name="csY29" fmla="*/ 10111 h 284170"/>
                <a:gd name="csX30" fmla="*/ 162343 w 443023"/>
                <a:gd name="csY30" fmla="*/ 5022 h 284170"/>
                <a:gd name="csX31" fmla="*/ 186011 w 443023"/>
                <a:gd name="csY31" fmla="*/ 1666 h 284170"/>
                <a:gd name="csX32" fmla="*/ 209678 w 443023"/>
                <a:gd name="csY32" fmla="*/ 0 h 284170"/>
                <a:gd name="csX33" fmla="*/ 233346 w 443023"/>
                <a:gd name="csY33" fmla="*/ 0 h 284170"/>
                <a:gd name="csX34" fmla="*/ 257013 w 443023"/>
                <a:gd name="csY34" fmla="*/ 1666 h 284170"/>
                <a:gd name="csX35" fmla="*/ 280680 w 443023"/>
                <a:gd name="csY35" fmla="*/ 5022 h 284170"/>
                <a:gd name="csX36" fmla="*/ 304359 w 443023"/>
                <a:gd name="csY36" fmla="*/ 10111 h 284170"/>
                <a:gd name="csX37" fmla="*/ 314501 w 443023"/>
                <a:gd name="csY37" fmla="*/ 13038 h 284170"/>
                <a:gd name="csX38" fmla="*/ 328026 w 443023"/>
                <a:gd name="csY38" fmla="*/ 17334 h 284170"/>
                <a:gd name="csX39" fmla="*/ 351694 w 443023"/>
                <a:gd name="csY39" fmla="*/ 26858 h 284170"/>
                <a:gd name="csX40" fmla="*/ 354508 w 443023"/>
                <a:gd name="csY40" fmla="*/ 28220 h 284170"/>
                <a:gd name="csX41" fmla="*/ 375361 w 443023"/>
                <a:gd name="csY41" fmla="*/ 39657 h 284170"/>
                <a:gd name="csX42" fmla="*/ 381203 w 443023"/>
                <a:gd name="csY42" fmla="*/ 43402 h 284170"/>
                <a:gd name="csX43" fmla="*/ 399028 w 443023"/>
                <a:gd name="csY43" fmla="*/ 56776 h 284170"/>
                <a:gd name="csX44" fmla="*/ 401151 w 443023"/>
                <a:gd name="csY44" fmla="*/ 58584 h 284170"/>
                <a:gd name="csX45" fmla="*/ 416006 w 443023"/>
                <a:gd name="csY45" fmla="*/ 73767 h 284170"/>
                <a:gd name="csX46" fmla="*/ 422696 w 443023"/>
                <a:gd name="csY46" fmla="*/ 82439 h 284170"/>
                <a:gd name="csX47" fmla="*/ 427264 w 443023"/>
                <a:gd name="csY47" fmla="*/ 88949 h 284170"/>
                <a:gd name="csX48" fmla="*/ 435194 w 443023"/>
                <a:gd name="csY48" fmla="*/ 104131 h 284170"/>
                <a:gd name="csX49" fmla="*/ 440433 w 443023"/>
                <a:gd name="csY49" fmla="*/ 119313 h 284170"/>
                <a:gd name="csX50" fmla="*/ 443024 w 443023"/>
                <a:gd name="csY50" fmla="*/ 134495 h 284170"/>
                <a:gd name="csX51" fmla="*/ 443024 w 443023"/>
                <a:gd name="csY51" fmla="*/ 149676 h 284170"/>
                <a:gd name="csX52" fmla="*/ 440433 w 443023"/>
                <a:gd name="csY52" fmla="*/ 164859 h 284170"/>
                <a:gd name="csX53" fmla="*/ 435194 w 443023"/>
                <a:gd name="csY53" fmla="*/ 180041 h 284170"/>
                <a:gd name="csX54" fmla="*/ 427264 w 443023"/>
                <a:gd name="csY54" fmla="*/ 195223 h 284170"/>
                <a:gd name="csX55" fmla="*/ 422696 w 443023"/>
                <a:gd name="csY55" fmla="*/ 201732 h 284170"/>
                <a:gd name="csX56" fmla="*/ 416006 w 443023"/>
                <a:gd name="csY56" fmla="*/ 210405 h 284170"/>
                <a:gd name="csX57" fmla="*/ 401151 w 443023"/>
                <a:gd name="csY57" fmla="*/ 225587 h 284170"/>
                <a:gd name="csX58" fmla="*/ 399028 w 443023"/>
                <a:gd name="csY58" fmla="*/ 227396 h 284170"/>
                <a:gd name="csX59" fmla="*/ 381203 w 443023"/>
                <a:gd name="csY59" fmla="*/ 240770 h 284170"/>
                <a:gd name="csX60" fmla="*/ 375361 w 443023"/>
                <a:gd name="csY60" fmla="*/ 244515 h 284170"/>
                <a:gd name="csX61" fmla="*/ 354508 w 443023"/>
                <a:gd name="csY61" fmla="*/ 255952 h 284170"/>
                <a:gd name="csX62" fmla="*/ 351694 w 443023"/>
                <a:gd name="csY62" fmla="*/ 257313 h 284170"/>
                <a:gd name="csX63" fmla="*/ 328026 w 443023"/>
                <a:gd name="csY63" fmla="*/ 266837 h 284170"/>
                <a:gd name="csX64" fmla="*/ 314501 w 443023"/>
                <a:gd name="csY64" fmla="*/ 271134 h 284170"/>
                <a:gd name="csX65" fmla="*/ 304359 w 443023"/>
                <a:gd name="csY65" fmla="*/ 274059 h 284170"/>
                <a:gd name="csX66" fmla="*/ 280680 w 443023"/>
                <a:gd name="csY66" fmla="*/ 279150 h 284170"/>
                <a:gd name="csX67" fmla="*/ 257013 w 443023"/>
                <a:gd name="csY67" fmla="*/ 282505 h 284170"/>
                <a:gd name="csX68" fmla="*/ 233346 w 443023"/>
                <a:gd name="csY68" fmla="*/ 284171 h 284170"/>
                <a:gd name="csX69" fmla="*/ 209678 w 443023"/>
                <a:gd name="csY69" fmla="*/ 284171 h 284170"/>
                <a:gd name="csX70" fmla="*/ 186011 w 443023"/>
                <a:gd name="csY70" fmla="*/ 282505 h 284170"/>
                <a:gd name="csX71" fmla="*/ 162343 w 443023"/>
                <a:gd name="csY71" fmla="*/ 279150 h 284170"/>
                <a:gd name="csX72" fmla="*/ 138676 w 443023"/>
                <a:gd name="csY72" fmla="*/ 274059 h 284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43023" h="284170">
                  <a:moveTo>
                    <a:pt x="138676" y="274059"/>
                  </a:moveTo>
                  <a:lnTo>
                    <a:pt x="128523" y="271134"/>
                  </a:lnTo>
                  <a:lnTo>
                    <a:pt x="115009" y="266837"/>
                  </a:lnTo>
                  <a:lnTo>
                    <a:pt x="91330" y="257313"/>
                  </a:lnTo>
                  <a:lnTo>
                    <a:pt x="88515" y="255952"/>
                  </a:lnTo>
                  <a:lnTo>
                    <a:pt x="67663" y="244515"/>
                  </a:lnTo>
                  <a:lnTo>
                    <a:pt x="61832" y="240770"/>
                  </a:lnTo>
                  <a:lnTo>
                    <a:pt x="43995" y="227396"/>
                  </a:lnTo>
                  <a:lnTo>
                    <a:pt x="41873" y="225587"/>
                  </a:lnTo>
                  <a:lnTo>
                    <a:pt x="27029" y="210405"/>
                  </a:lnTo>
                  <a:lnTo>
                    <a:pt x="20328" y="201732"/>
                  </a:lnTo>
                  <a:lnTo>
                    <a:pt x="15771" y="195223"/>
                  </a:lnTo>
                  <a:lnTo>
                    <a:pt x="7830" y="180041"/>
                  </a:lnTo>
                  <a:lnTo>
                    <a:pt x="2602" y="164859"/>
                  </a:lnTo>
                  <a:lnTo>
                    <a:pt x="0" y="149676"/>
                  </a:lnTo>
                  <a:lnTo>
                    <a:pt x="0" y="134495"/>
                  </a:lnTo>
                  <a:lnTo>
                    <a:pt x="2602" y="119313"/>
                  </a:lnTo>
                  <a:lnTo>
                    <a:pt x="7830" y="104131"/>
                  </a:lnTo>
                  <a:lnTo>
                    <a:pt x="15771" y="88949"/>
                  </a:lnTo>
                  <a:lnTo>
                    <a:pt x="20328" y="82439"/>
                  </a:lnTo>
                  <a:lnTo>
                    <a:pt x="27029" y="73767"/>
                  </a:lnTo>
                  <a:lnTo>
                    <a:pt x="41873" y="58584"/>
                  </a:lnTo>
                  <a:lnTo>
                    <a:pt x="43995" y="56776"/>
                  </a:lnTo>
                  <a:lnTo>
                    <a:pt x="61832" y="43402"/>
                  </a:lnTo>
                  <a:lnTo>
                    <a:pt x="67663" y="39657"/>
                  </a:lnTo>
                  <a:lnTo>
                    <a:pt x="88515" y="28220"/>
                  </a:lnTo>
                  <a:lnTo>
                    <a:pt x="91330" y="26858"/>
                  </a:lnTo>
                  <a:lnTo>
                    <a:pt x="115009" y="17334"/>
                  </a:lnTo>
                  <a:lnTo>
                    <a:pt x="128523" y="13038"/>
                  </a:lnTo>
                  <a:lnTo>
                    <a:pt x="138676" y="10111"/>
                  </a:lnTo>
                  <a:lnTo>
                    <a:pt x="162343" y="5022"/>
                  </a:lnTo>
                  <a:lnTo>
                    <a:pt x="186011" y="1666"/>
                  </a:lnTo>
                  <a:lnTo>
                    <a:pt x="209678" y="0"/>
                  </a:lnTo>
                  <a:lnTo>
                    <a:pt x="233346" y="0"/>
                  </a:lnTo>
                  <a:lnTo>
                    <a:pt x="257013" y="1666"/>
                  </a:lnTo>
                  <a:lnTo>
                    <a:pt x="280680" y="5022"/>
                  </a:lnTo>
                  <a:lnTo>
                    <a:pt x="304359" y="10111"/>
                  </a:lnTo>
                  <a:lnTo>
                    <a:pt x="314501" y="13038"/>
                  </a:lnTo>
                  <a:lnTo>
                    <a:pt x="328026" y="17334"/>
                  </a:lnTo>
                  <a:lnTo>
                    <a:pt x="351694" y="26858"/>
                  </a:lnTo>
                  <a:lnTo>
                    <a:pt x="354508" y="28220"/>
                  </a:lnTo>
                  <a:lnTo>
                    <a:pt x="375361" y="39657"/>
                  </a:lnTo>
                  <a:lnTo>
                    <a:pt x="381203" y="43402"/>
                  </a:lnTo>
                  <a:lnTo>
                    <a:pt x="399028" y="56776"/>
                  </a:lnTo>
                  <a:lnTo>
                    <a:pt x="401151" y="58584"/>
                  </a:lnTo>
                  <a:lnTo>
                    <a:pt x="416006" y="73767"/>
                  </a:lnTo>
                  <a:lnTo>
                    <a:pt x="422696" y="82439"/>
                  </a:lnTo>
                  <a:lnTo>
                    <a:pt x="427264" y="88949"/>
                  </a:lnTo>
                  <a:lnTo>
                    <a:pt x="435194" y="104131"/>
                  </a:lnTo>
                  <a:lnTo>
                    <a:pt x="440433" y="119313"/>
                  </a:lnTo>
                  <a:lnTo>
                    <a:pt x="443024" y="134495"/>
                  </a:lnTo>
                  <a:lnTo>
                    <a:pt x="443024" y="149676"/>
                  </a:lnTo>
                  <a:lnTo>
                    <a:pt x="440433" y="164859"/>
                  </a:lnTo>
                  <a:lnTo>
                    <a:pt x="435194" y="180041"/>
                  </a:lnTo>
                  <a:lnTo>
                    <a:pt x="427264" y="195223"/>
                  </a:lnTo>
                  <a:lnTo>
                    <a:pt x="422696" y="201732"/>
                  </a:lnTo>
                  <a:lnTo>
                    <a:pt x="416006" y="210405"/>
                  </a:lnTo>
                  <a:lnTo>
                    <a:pt x="401151" y="225587"/>
                  </a:lnTo>
                  <a:lnTo>
                    <a:pt x="399028" y="227396"/>
                  </a:lnTo>
                  <a:lnTo>
                    <a:pt x="381203" y="240770"/>
                  </a:lnTo>
                  <a:lnTo>
                    <a:pt x="375361" y="244515"/>
                  </a:lnTo>
                  <a:lnTo>
                    <a:pt x="354508" y="255952"/>
                  </a:lnTo>
                  <a:lnTo>
                    <a:pt x="351694" y="257313"/>
                  </a:lnTo>
                  <a:lnTo>
                    <a:pt x="328026" y="266837"/>
                  </a:lnTo>
                  <a:lnTo>
                    <a:pt x="314501" y="271134"/>
                  </a:lnTo>
                  <a:lnTo>
                    <a:pt x="304359" y="274059"/>
                  </a:lnTo>
                  <a:lnTo>
                    <a:pt x="280680" y="279150"/>
                  </a:lnTo>
                  <a:lnTo>
                    <a:pt x="257013" y="282505"/>
                  </a:lnTo>
                  <a:lnTo>
                    <a:pt x="233346" y="284171"/>
                  </a:lnTo>
                  <a:lnTo>
                    <a:pt x="209678" y="284171"/>
                  </a:lnTo>
                  <a:lnTo>
                    <a:pt x="186011" y="282505"/>
                  </a:lnTo>
                  <a:lnTo>
                    <a:pt x="162343" y="279150"/>
                  </a:lnTo>
                  <a:lnTo>
                    <a:pt x="138676" y="27405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8FBF0260-E535-82E5-8E5E-529B3428ED93}"/>
                </a:ext>
              </a:extLst>
            </p:cNvPr>
            <p:cNvSpPr/>
            <p:nvPr/>
          </p:nvSpPr>
          <p:spPr>
            <a:xfrm>
              <a:off x="7559011" y="3514227"/>
              <a:ext cx="305821" cy="196161"/>
            </a:xfrm>
            <a:custGeom>
              <a:avLst/>
              <a:gdLst>
                <a:gd name="csX0" fmla="*/ 141077 w 305821"/>
                <a:gd name="csY0" fmla="*/ 196161 h 196161"/>
                <a:gd name="csX1" fmla="*/ 117410 w 305821"/>
                <a:gd name="csY1" fmla="*/ 193657 h 196161"/>
                <a:gd name="csX2" fmla="*/ 93743 w 305821"/>
                <a:gd name="csY2" fmla="*/ 188614 h 196161"/>
                <a:gd name="csX3" fmla="*/ 71963 w 305821"/>
                <a:gd name="csY3" fmla="*/ 181582 h 196161"/>
                <a:gd name="csX4" fmla="*/ 70075 w 305821"/>
                <a:gd name="csY4" fmla="*/ 180857 h 196161"/>
                <a:gd name="csX5" fmla="*/ 46408 w 305821"/>
                <a:gd name="csY5" fmla="*/ 168725 h 196161"/>
                <a:gd name="csX6" fmla="*/ 42778 w 305821"/>
                <a:gd name="csY6" fmla="*/ 166400 h 196161"/>
                <a:gd name="csX7" fmla="*/ 23868 w 305821"/>
                <a:gd name="csY7" fmla="*/ 151218 h 196161"/>
                <a:gd name="csX8" fmla="*/ 22729 w 305821"/>
                <a:gd name="csY8" fmla="*/ 150004 h 196161"/>
                <a:gd name="csX9" fmla="*/ 11772 w 305821"/>
                <a:gd name="csY9" fmla="*/ 136036 h 196161"/>
                <a:gd name="csX10" fmla="*/ 3909 w 305821"/>
                <a:gd name="csY10" fmla="*/ 120853 h 196161"/>
                <a:gd name="csX11" fmla="*/ 0 w 305821"/>
                <a:gd name="csY11" fmla="*/ 105671 h 196161"/>
                <a:gd name="csX12" fmla="*/ 0 w 305821"/>
                <a:gd name="csY12" fmla="*/ 90490 h 196161"/>
                <a:gd name="csX13" fmla="*/ 3909 w 305821"/>
                <a:gd name="csY13" fmla="*/ 75308 h 196161"/>
                <a:gd name="csX14" fmla="*/ 11772 w 305821"/>
                <a:gd name="csY14" fmla="*/ 60126 h 196161"/>
                <a:gd name="csX15" fmla="*/ 22729 w 305821"/>
                <a:gd name="csY15" fmla="*/ 46158 h 196161"/>
                <a:gd name="csX16" fmla="*/ 23868 w 305821"/>
                <a:gd name="csY16" fmla="*/ 44943 h 196161"/>
                <a:gd name="csX17" fmla="*/ 42778 w 305821"/>
                <a:gd name="csY17" fmla="*/ 29761 h 196161"/>
                <a:gd name="csX18" fmla="*/ 46408 w 305821"/>
                <a:gd name="csY18" fmla="*/ 27436 h 196161"/>
                <a:gd name="csX19" fmla="*/ 70075 w 305821"/>
                <a:gd name="csY19" fmla="*/ 15304 h 196161"/>
                <a:gd name="csX20" fmla="*/ 71963 w 305821"/>
                <a:gd name="csY20" fmla="*/ 14579 h 196161"/>
                <a:gd name="csX21" fmla="*/ 93743 w 305821"/>
                <a:gd name="csY21" fmla="*/ 7547 h 196161"/>
                <a:gd name="csX22" fmla="*/ 117410 w 305821"/>
                <a:gd name="csY22" fmla="*/ 2504 h 196161"/>
                <a:gd name="csX23" fmla="*/ 141077 w 305821"/>
                <a:gd name="csY23" fmla="*/ 0 h 196161"/>
                <a:gd name="csX24" fmla="*/ 164745 w 305821"/>
                <a:gd name="csY24" fmla="*/ 0 h 196161"/>
                <a:gd name="csX25" fmla="*/ 188412 w 305821"/>
                <a:gd name="csY25" fmla="*/ 2504 h 196161"/>
                <a:gd name="csX26" fmla="*/ 212080 w 305821"/>
                <a:gd name="csY26" fmla="*/ 7547 h 196161"/>
                <a:gd name="csX27" fmla="*/ 233859 w 305821"/>
                <a:gd name="csY27" fmla="*/ 14579 h 196161"/>
                <a:gd name="csX28" fmla="*/ 235758 w 305821"/>
                <a:gd name="csY28" fmla="*/ 15304 h 196161"/>
                <a:gd name="csX29" fmla="*/ 259425 w 305821"/>
                <a:gd name="csY29" fmla="*/ 27436 h 196161"/>
                <a:gd name="csX30" fmla="*/ 263044 w 305821"/>
                <a:gd name="csY30" fmla="*/ 29761 h 196161"/>
                <a:gd name="csX31" fmla="*/ 281965 w 305821"/>
                <a:gd name="csY31" fmla="*/ 44943 h 196161"/>
                <a:gd name="csX32" fmla="*/ 283093 w 305821"/>
                <a:gd name="csY32" fmla="*/ 46158 h 196161"/>
                <a:gd name="csX33" fmla="*/ 294050 w 305821"/>
                <a:gd name="csY33" fmla="*/ 60126 h 196161"/>
                <a:gd name="csX34" fmla="*/ 301913 w 305821"/>
                <a:gd name="csY34" fmla="*/ 75308 h 196161"/>
                <a:gd name="csX35" fmla="*/ 305822 w 305821"/>
                <a:gd name="csY35" fmla="*/ 90490 h 196161"/>
                <a:gd name="csX36" fmla="*/ 305822 w 305821"/>
                <a:gd name="csY36" fmla="*/ 105671 h 196161"/>
                <a:gd name="csX37" fmla="*/ 301913 w 305821"/>
                <a:gd name="csY37" fmla="*/ 120853 h 196161"/>
                <a:gd name="csX38" fmla="*/ 294050 w 305821"/>
                <a:gd name="csY38" fmla="*/ 136036 h 196161"/>
                <a:gd name="csX39" fmla="*/ 283093 w 305821"/>
                <a:gd name="csY39" fmla="*/ 150004 h 196161"/>
                <a:gd name="csX40" fmla="*/ 281965 w 305821"/>
                <a:gd name="csY40" fmla="*/ 151218 h 196161"/>
                <a:gd name="csX41" fmla="*/ 263044 w 305821"/>
                <a:gd name="csY41" fmla="*/ 166400 h 196161"/>
                <a:gd name="csX42" fmla="*/ 259425 w 305821"/>
                <a:gd name="csY42" fmla="*/ 168725 h 196161"/>
                <a:gd name="csX43" fmla="*/ 235758 w 305821"/>
                <a:gd name="csY43" fmla="*/ 180857 h 196161"/>
                <a:gd name="csX44" fmla="*/ 233859 w 305821"/>
                <a:gd name="csY44" fmla="*/ 181582 h 196161"/>
                <a:gd name="csX45" fmla="*/ 212080 w 305821"/>
                <a:gd name="csY45" fmla="*/ 188614 h 196161"/>
                <a:gd name="csX46" fmla="*/ 188412 w 305821"/>
                <a:gd name="csY46" fmla="*/ 193657 h 196161"/>
                <a:gd name="csX47" fmla="*/ 164745 w 305821"/>
                <a:gd name="csY47" fmla="*/ 196161 h 196161"/>
                <a:gd name="csX48" fmla="*/ 141077 w 305821"/>
                <a:gd name="csY48" fmla="*/ 196161 h 196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305821" h="196161">
                  <a:moveTo>
                    <a:pt x="141077" y="196161"/>
                  </a:moveTo>
                  <a:lnTo>
                    <a:pt x="117410" y="193657"/>
                  </a:lnTo>
                  <a:lnTo>
                    <a:pt x="93743" y="188614"/>
                  </a:lnTo>
                  <a:lnTo>
                    <a:pt x="71963" y="181582"/>
                  </a:lnTo>
                  <a:lnTo>
                    <a:pt x="70075" y="180857"/>
                  </a:lnTo>
                  <a:lnTo>
                    <a:pt x="46408" y="168725"/>
                  </a:lnTo>
                  <a:lnTo>
                    <a:pt x="42778" y="166400"/>
                  </a:lnTo>
                  <a:lnTo>
                    <a:pt x="23868" y="151218"/>
                  </a:lnTo>
                  <a:lnTo>
                    <a:pt x="22729" y="150004"/>
                  </a:lnTo>
                  <a:lnTo>
                    <a:pt x="11772" y="136036"/>
                  </a:lnTo>
                  <a:lnTo>
                    <a:pt x="3909" y="120853"/>
                  </a:lnTo>
                  <a:lnTo>
                    <a:pt x="0" y="105671"/>
                  </a:lnTo>
                  <a:lnTo>
                    <a:pt x="0" y="90490"/>
                  </a:lnTo>
                  <a:lnTo>
                    <a:pt x="3909" y="75308"/>
                  </a:lnTo>
                  <a:lnTo>
                    <a:pt x="11772" y="60126"/>
                  </a:lnTo>
                  <a:lnTo>
                    <a:pt x="22729" y="46158"/>
                  </a:lnTo>
                  <a:lnTo>
                    <a:pt x="23868" y="44943"/>
                  </a:lnTo>
                  <a:lnTo>
                    <a:pt x="42778" y="29761"/>
                  </a:lnTo>
                  <a:lnTo>
                    <a:pt x="46408" y="27436"/>
                  </a:lnTo>
                  <a:lnTo>
                    <a:pt x="70075" y="15304"/>
                  </a:lnTo>
                  <a:lnTo>
                    <a:pt x="71963" y="14579"/>
                  </a:lnTo>
                  <a:lnTo>
                    <a:pt x="93743" y="7547"/>
                  </a:lnTo>
                  <a:lnTo>
                    <a:pt x="117410" y="2504"/>
                  </a:lnTo>
                  <a:lnTo>
                    <a:pt x="141077" y="0"/>
                  </a:lnTo>
                  <a:lnTo>
                    <a:pt x="164745" y="0"/>
                  </a:lnTo>
                  <a:lnTo>
                    <a:pt x="188412" y="2504"/>
                  </a:lnTo>
                  <a:lnTo>
                    <a:pt x="212080" y="7547"/>
                  </a:lnTo>
                  <a:lnTo>
                    <a:pt x="233859" y="14579"/>
                  </a:lnTo>
                  <a:lnTo>
                    <a:pt x="235758" y="15304"/>
                  </a:lnTo>
                  <a:lnTo>
                    <a:pt x="259425" y="27436"/>
                  </a:lnTo>
                  <a:lnTo>
                    <a:pt x="263044" y="29761"/>
                  </a:lnTo>
                  <a:lnTo>
                    <a:pt x="281965" y="44943"/>
                  </a:lnTo>
                  <a:lnTo>
                    <a:pt x="283093" y="46158"/>
                  </a:lnTo>
                  <a:lnTo>
                    <a:pt x="294050" y="60126"/>
                  </a:lnTo>
                  <a:lnTo>
                    <a:pt x="301913" y="75308"/>
                  </a:lnTo>
                  <a:lnTo>
                    <a:pt x="305822" y="90490"/>
                  </a:lnTo>
                  <a:lnTo>
                    <a:pt x="305822" y="105671"/>
                  </a:lnTo>
                  <a:lnTo>
                    <a:pt x="301913" y="120853"/>
                  </a:lnTo>
                  <a:lnTo>
                    <a:pt x="294050" y="136036"/>
                  </a:lnTo>
                  <a:lnTo>
                    <a:pt x="283093" y="150004"/>
                  </a:lnTo>
                  <a:lnTo>
                    <a:pt x="281965" y="151218"/>
                  </a:lnTo>
                  <a:lnTo>
                    <a:pt x="263044" y="166400"/>
                  </a:lnTo>
                  <a:lnTo>
                    <a:pt x="259425" y="168725"/>
                  </a:lnTo>
                  <a:lnTo>
                    <a:pt x="235758" y="180857"/>
                  </a:lnTo>
                  <a:lnTo>
                    <a:pt x="233859" y="181582"/>
                  </a:lnTo>
                  <a:lnTo>
                    <a:pt x="212080" y="188614"/>
                  </a:lnTo>
                  <a:lnTo>
                    <a:pt x="188412" y="193657"/>
                  </a:lnTo>
                  <a:lnTo>
                    <a:pt x="164745" y="196161"/>
                  </a:lnTo>
                  <a:lnTo>
                    <a:pt x="141077" y="19616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916AFE94-2ACA-2D04-8B7D-C8219587E0E4}"/>
              </a:ext>
            </a:extLst>
          </p:cNvPr>
          <p:cNvGrpSpPr/>
          <p:nvPr/>
        </p:nvGrpSpPr>
        <p:grpSpPr>
          <a:xfrm>
            <a:off x="3374379" y="2808027"/>
            <a:ext cx="2680592" cy="1787061"/>
            <a:chOff x="3374379" y="2808027"/>
            <a:chExt cx="2680592" cy="1787061"/>
          </a:xfrm>
        </p:grpSpPr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63A4FBB-6D86-4C0E-84A4-1485C6F3E42C}"/>
                </a:ext>
              </a:extLst>
            </p:cNvPr>
            <p:cNvSpPr/>
            <p:nvPr/>
          </p:nvSpPr>
          <p:spPr>
            <a:xfrm>
              <a:off x="3374379" y="2808027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4FB6ECED-7733-3490-E3C9-F9A9A855F27A}"/>
                </a:ext>
              </a:extLst>
            </p:cNvPr>
            <p:cNvSpPr/>
            <p:nvPr/>
          </p:nvSpPr>
          <p:spPr>
            <a:xfrm>
              <a:off x="3658987" y="2860794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5ACE3BB8-0E2E-BD80-2DE9-B8525F1FCAA3}"/>
                </a:ext>
              </a:extLst>
            </p:cNvPr>
            <p:cNvSpPr/>
            <p:nvPr/>
          </p:nvSpPr>
          <p:spPr>
            <a:xfrm>
              <a:off x="3658987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E1D2045A-1B72-3DC5-B8B3-50C0B2DCF7AE}"/>
                </a:ext>
              </a:extLst>
            </p:cNvPr>
            <p:cNvSpPr/>
            <p:nvPr/>
          </p:nvSpPr>
          <p:spPr>
            <a:xfrm>
              <a:off x="4049522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FD47C29E-25C4-E15B-C4DE-831A1944B334}"/>
                </a:ext>
              </a:extLst>
            </p:cNvPr>
            <p:cNvSpPr/>
            <p:nvPr/>
          </p:nvSpPr>
          <p:spPr>
            <a:xfrm>
              <a:off x="4440059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5C4515C-6CAC-1163-18E1-297DFFA3DF96}"/>
                </a:ext>
              </a:extLst>
            </p:cNvPr>
            <p:cNvSpPr/>
            <p:nvPr/>
          </p:nvSpPr>
          <p:spPr>
            <a:xfrm>
              <a:off x="4830599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823C2A4B-098B-24F6-F8AA-D683F8DBEA4F}"/>
                </a:ext>
              </a:extLst>
            </p:cNvPr>
            <p:cNvSpPr/>
            <p:nvPr/>
          </p:nvSpPr>
          <p:spPr>
            <a:xfrm>
              <a:off x="522112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D34B88AE-C011-40E7-8E24-2FA017095073}"/>
                </a:ext>
              </a:extLst>
            </p:cNvPr>
            <p:cNvSpPr/>
            <p:nvPr/>
          </p:nvSpPr>
          <p:spPr>
            <a:xfrm>
              <a:off x="561166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321AEDF-23DA-EE81-7684-2D63D09793A4}"/>
                </a:ext>
              </a:extLst>
            </p:cNvPr>
            <p:cNvSpPr/>
            <p:nvPr/>
          </p:nvSpPr>
          <p:spPr>
            <a:xfrm>
              <a:off x="600220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EBBE534A-9AA8-19FB-AA06-B1C086A3FABA}"/>
                </a:ext>
              </a:extLst>
            </p:cNvPr>
            <p:cNvSpPr/>
            <p:nvPr/>
          </p:nvSpPr>
          <p:spPr>
            <a:xfrm>
              <a:off x="3658987" y="43638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1986972A-03AC-2B8E-760F-FDCB3CA3B581}"/>
                </a:ext>
              </a:extLst>
            </p:cNvPr>
            <p:cNvSpPr/>
            <p:nvPr/>
          </p:nvSpPr>
          <p:spPr>
            <a:xfrm>
              <a:off x="3658987" y="411331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6CCE122-AAD9-72F5-5D0A-0E810EC1AFE0}"/>
                </a:ext>
              </a:extLst>
            </p:cNvPr>
            <p:cNvSpPr/>
            <p:nvPr/>
          </p:nvSpPr>
          <p:spPr>
            <a:xfrm>
              <a:off x="3658987" y="3862811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BC47F8B7-D9A4-5C7C-20CA-3F11C0ECD288}"/>
                </a:ext>
              </a:extLst>
            </p:cNvPr>
            <p:cNvSpPr/>
            <p:nvPr/>
          </p:nvSpPr>
          <p:spPr>
            <a:xfrm>
              <a:off x="3658987" y="3612307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1B483B7-A800-853E-1144-81EAED316B42}"/>
                </a:ext>
              </a:extLst>
            </p:cNvPr>
            <p:cNvSpPr/>
            <p:nvPr/>
          </p:nvSpPr>
          <p:spPr>
            <a:xfrm>
              <a:off x="3658987" y="336180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B45192A-EC1C-A8A6-286D-C1EEF206C4C9}"/>
                </a:ext>
              </a:extLst>
            </p:cNvPr>
            <p:cNvSpPr/>
            <p:nvPr/>
          </p:nvSpPr>
          <p:spPr>
            <a:xfrm>
              <a:off x="3658987" y="311129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C182ED30-F579-33AB-B858-3955F86B3E06}"/>
                </a:ext>
              </a:extLst>
            </p:cNvPr>
            <p:cNvSpPr/>
            <p:nvPr/>
          </p:nvSpPr>
          <p:spPr>
            <a:xfrm>
              <a:off x="3658987" y="2860794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B35CB765-3578-6AEE-5375-6A10B6CED8DD}"/>
                </a:ext>
              </a:extLst>
            </p:cNvPr>
            <p:cNvSpPr/>
            <p:nvPr/>
          </p:nvSpPr>
          <p:spPr>
            <a:xfrm>
              <a:off x="3658987" y="43638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C9AEE38-8A04-4C7D-7078-BFACCBFC7112}"/>
                </a:ext>
              </a:extLst>
            </p:cNvPr>
            <p:cNvSpPr/>
            <p:nvPr/>
          </p:nvSpPr>
          <p:spPr>
            <a:xfrm>
              <a:off x="3658987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0DDB9700-65C4-25CA-C0B9-DD4AD4E355F3}"/>
                </a:ext>
              </a:extLst>
            </p:cNvPr>
            <p:cNvSpPr/>
            <p:nvPr/>
          </p:nvSpPr>
          <p:spPr>
            <a:xfrm>
              <a:off x="4049522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7240EC04-883F-E517-2A93-8BA7B374A9CC}"/>
                </a:ext>
              </a:extLst>
            </p:cNvPr>
            <p:cNvSpPr/>
            <p:nvPr/>
          </p:nvSpPr>
          <p:spPr>
            <a:xfrm>
              <a:off x="4440059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7EF5596E-D40F-8C4A-3D3C-0FD3963DDA9D}"/>
                </a:ext>
              </a:extLst>
            </p:cNvPr>
            <p:cNvSpPr/>
            <p:nvPr/>
          </p:nvSpPr>
          <p:spPr>
            <a:xfrm>
              <a:off x="4830599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13C14AD-732C-E9FD-6658-1AACC774B240}"/>
                </a:ext>
              </a:extLst>
            </p:cNvPr>
            <p:cNvSpPr/>
            <p:nvPr/>
          </p:nvSpPr>
          <p:spPr>
            <a:xfrm>
              <a:off x="522112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82D96183-AE48-CAC2-78B7-B3518B574C11}"/>
                </a:ext>
              </a:extLst>
            </p:cNvPr>
            <p:cNvSpPr/>
            <p:nvPr/>
          </p:nvSpPr>
          <p:spPr>
            <a:xfrm>
              <a:off x="561166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E75FE47-082B-5180-BD68-812AAF4E85B8}"/>
                </a:ext>
              </a:extLst>
            </p:cNvPr>
            <p:cNvSpPr/>
            <p:nvPr/>
          </p:nvSpPr>
          <p:spPr>
            <a:xfrm>
              <a:off x="600220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2C0C9E10-6279-0F0F-597D-92F4F6A0DE87}"/>
                </a:ext>
              </a:extLst>
            </p:cNvPr>
            <p:cNvSpPr/>
            <p:nvPr/>
          </p:nvSpPr>
          <p:spPr>
            <a:xfrm>
              <a:off x="3607835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F80DB5-BCD3-025A-4E45-4D0CECACAD13}"/>
                </a:ext>
              </a:extLst>
            </p:cNvPr>
            <p:cNvSpPr/>
            <p:nvPr/>
          </p:nvSpPr>
          <p:spPr>
            <a:xfrm>
              <a:off x="3672017" y="439869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F09E674-C1CA-7E35-65D0-76DD8085EE79}"/>
                </a:ext>
              </a:extLst>
            </p:cNvPr>
            <p:cNvSpPr/>
            <p:nvPr/>
          </p:nvSpPr>
          <p:spPr>
            <a:xfrm>
              <a:off x="3999165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B2CAD91D-F812-617D-982C-2EFECA968612}"/>
                </a:ext>
              </a:extLst>
            </p:cNvPr>
            <p:cNvSpPr/>
            <p:nvPr/>
          </p:nvSpPr>
          <p:spPr>
            <a:xfrm>
              <a:off x="4063115" y="4398690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3408BE7B-C1CD-5774-3498-B7D39879EA3A}"/>
                </a:ext>
              </a:extLst>
            </p:cNvPr>
            <p:cNvSpPr/>
            <p:nvPr/>
          </p:nvSpPr>
          <p:spPr>
            <a:xfrm>
              <a:off x="4389391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5B507C27-6F4A-7F8E-D310-FE5A3E5CBED0}"/>
                </a:ext>
              </a:extLst>
            </p:cNvPr>
            <p:cNvSpPr/>
            <p:nvPr/>
          </p:nvSpPr>
          <p:spPr>
            <a:xfrm>
              <a:off x="4456250" y="4399739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6FA44C1-0181-40D5-9420-00766E79FF29}"/>
                </a:ext>
              </a:extLst>
            </p:cNvPr>
            <p:cNvSpPr/>
            <p:nvPr/>
          </p:nvSpPr>
          <p:spPr>
            <a:xfrm>
              <a:off x="4810584" y="4398690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15AD966F-69B8-72AD-F8F3-AF9F584AD6BC}"/>
                </a:ext>
              </a:extLst>
            </p:cNvPr>
            <p:cNvSpPr/>
            <p:nvPr/>
          </p:nvSpPr>
          <p:spPr>
            <a:xfrm>
              <a:off x="5203894" y="4399739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46E44C39-E9A5-3928-8427-4C2EC7D79A3C}"/>
                </a:ext>
              </a:extLst>
            </p:cNvPr>
            <p:cNvSpPr/>
            <p:nvPr/>
          </p:nvSpPr>
          <p:spPr>
            <a:xfrm>
              <a:off x="5593283" y="4398690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0138292-8459-1303-0672-8002DB90754B}"/>
                </a:ext>
              </a:extLst>
            </p:cNvPr>
            <p:cNvSpPr/>
            <p:nvPr/>
          </p:nvSpPr>
          <p:spPr>
            <a:xfrm>
              <a:off x="5983142" y="4398690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114821D-ED32-804B-EF62-28ADE2497B3C}"/>
                </a:ext>
              </a:extLst>
            </p:cNvPr>
            <p:cNvSpPr/>
            <p:nvPr/>
          </p:nvSpPr>
          <p:spPr>
            <a:xfrm>
              <a:off x="4804050" y="4509968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190ECB9F-E7FC-3B7E-7F41-F7CB00C85913}"/>
                </a:ext>
              </a:extLst>
            </p:cNvPr>
            <p:cNvSpPr/>
            <p:nvPr/>
          </p:nvSpPr>
          <p:spPr>
            <a:xfrm>
              <a:off x="3658987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69BEEDFE-4ABB-497B-3435-843D06B0D96C}"/>
                </a:ext>
              </a:extLst>
            </p:cNvPr>
            <p:cNvSpPr/>
            <p:nvPr/>
          </p:nvSpPr>
          <p:spPr>
            <a:xfrm>
              <a:off x="3658987" y="43638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393EBAB-E216-58CD-FE36-651B84DF2C18}"/>
                </a:ext>
              </a:extLst>
            </p:cNvPr>
            <p:cNvSpPr/>
            <p:nvPr/>
          </p:nvSpPr>
          <p:spPr>
            <a:xfrm>
              <a:off x="3658987" y="411331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EF5E17BC-0EB1-6674-A0C2-736606FC50D4}"/>
                </a:ext>
              </a:extLst>
            </p:cNvPr>
            <p:cNvSpPr/>
            <p:nvPr/>
          </p:nvSpPr>
          <p:spPr>
            <a:xfrm>
              <a:off x="3658987" y="3862811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E85F06A0-EF52-8F11-96D4-2741AB7A391B}"/>
                </a:ext>
              </a:extLst>
            </p:cNvPr>
            <p:cNvSpPr/>
            <p:nvPr/>
          </p:nvSpPr>
          <p:spPr>
            <a:xfrm>
              <a:off x="3658987" y="3612307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8FEE3A7B-4A74-8E56-B6E9-F519EC14CD9E}"/>
                </a:ext>
              </a:extLst>
            </p:cNvPr>
            <p:cNvSpPr/>
            <p:nvPr/>
          </p:nvSpPr>
          <p:spPr>
            <a:xfrm>
              <a:off x="3658987" y="336180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C0B1531E-D673-0B29-3785-E96F7D1A03CD}"/>
                </a:ext>
              </a:extLst>
            </p:cNvPr>
            <p:cNvSpPr/>
            <p:nvPr/>
          </p:nvSpPr>
          <p:spPr>
            <a:xfrm>
              <a:off x="3658987" y="311129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CD80B2E-66C7-4C72-8F94-0E2FE894EF0B}"/>
                </a:ext>
              </a:extLst>
            </p:cNvPr>
            <p:cNvSpPr/>
            <p:nvPr/>
          </p:nvSpPr>
          <p:spPr>
            <a:xfrm>
              <a:off x="3658987" y="2860794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0DEF7EED-6EB4-7B44-33EF-A01C9C1B6351}"/>
                </a:ext>
              </a:extLst>
            </p:cNvPr>
            <p:cNvSpPr/>
            <p:nvPr/>
          </p:nvSpPr>
          <p:spPr>
            <a:xfrm>
              <a:off x="3516472" y="4364579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5879603F-0BA0-CEC4-1D3A-E8202D941D0A}"/>
                </a:ext>
              </a:extLst>
            </p:cNvPr>
            <p:cNvSpPr/>
            <p:nvPr/>
          </p:nvSpPr>
          <p:spPr>
            <a:xfrm>
              <a:off x="3580656" y="4333819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F36FEA26-FDAB-8884-9A1F-0F03C77A35E3}"/>
                </a:ext>
              </a:extLst>
            </p:cNvPr>
            <p:cNvSpPr/>
            <p:nvPr/>
          </p:nvSpPr>
          <p:spPr>
            <a:xfrm>
              <a:off x="3518063" y="4114066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8EC032D0-C174-65DD-8E46-58F9962EB466}"/>
                </a:ext>
              </a:extLst>
            </p:cNvPr>
            <p:cNvSpPr/>
            <p:nvPr/>
          </p:nvSpPr>
          <p:spPr>
            <a:xfrm>
              <a:off x="3582013" y="4083318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F38487A-4395-804E-9C20-DCF03CBF9982}"/>
                </a:ext>
              </a:extLst>
            </p:cNvPr>
            <p:cNvSpPr/>
            <p:nvPr/>
          </p:nvSpPr>
          <p:spPr>
            <a:xfrm>
              <a:off x="3517442" y="3863567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111F5696-C672-4FC4-EE43-49437FDD50F5}"/>
                </a:ext>
              </a:extLst>
            </p:cNvPr>
            <p:cNvSpPr/>
            <p:nvPr/>
          </p:nvSpPr>
          <p:spPr>
            <a:xfrm>
              <a:off x="3584301" y="3833861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BC384866-B4E3-186C-708E-6E119DF937E3}"/>
                </a:ext>
              </a:extLst>
            </p:cNvPr>
            <p:cNvSpPr/>
            <p:nvPr/>
          </p:nvSpPr>
          <p:spPr>
            <a:xfrm>
              <a:off x="3578756" y="3582309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2F21880D-0E3C-8682-2055-C0B7DC9784A8}"/>
                </a:ext>
              </a:extLst>
            </p:cNvPr>
            <p:cNvSpPr/>
            <p:nvPr/>
          </p:nvSpPr>
          <p:spPr>
            <a:xfrm>
              <a:off x="3584301" y="3332852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CF3814A2-9898-EAFA-1637-71E9C242023D}"/>
                </a:ext>
              </a:extLst>
            </p:cNvPr>
            <p:cNvSpPr/>
            <p:nvPr/>
          </p:nvSpPr>
          <p:spPr>
            <a:xfrm>
              <a:off x="3582013" y="3081301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0C136614-5EDD-093C-A1D9-4601DA187F2E}"/>
                </a:ext>
              </a:extLst>
            </p:cNvPr>
            <p:cNvSpPr/>
            <p:nvPr/>
          </p:nvSpPr>
          <p:spPr>
            <a:xfrm>
              <a:off x="3580656" y="2830797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519D42FB-AE8B-E0DD-28D4-865BF2913302}"/>
                </a:ext>
              </a:extLst>
            </p:cNvPr>
            <p:cNvSpPr/>
            <p:nvPr/>
          </p:nvSpPr>
          <p:spPr>
            <a:xfrm>
              <a:off x="3405295" y="3591782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BFC93C1E-C534-F17C-D9CF-6F8327AA7B77}"/>
              </a:ext>
            </a:extLst>
          </p:cNvPr>
          <p:cNvGrpSpPr/>
          <p:nvPr/>
        </p:nvGrpSpPr>
        <p:grpSpPr>
          <a:xfrm>
            <a:off x="4153164" y="3177777"/>
            <a:ext cx="1354865" cy="869062"/>
            <a:chOff x="4153164" y="3177777"/>
            <a:chExt cx="1354865" cy="869062"/>
          </a:xfrm>
        </p:grpSpPr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03584293-A424-225E-85F1-89D96A057CA6}"/>
                </a:ext>
              </a:extLst>
            </p:cNvPr>
            <p:cNvSpPr/>
            <p:nvPr/>
          </p:nvSpPr>
          <p:spPr>
            <a:xfrm>
              <a:off x="4153164" y="3177777"/>
              <a:ext cx="1354865" cy="869062"/>
            </a:xfrm>
            <a:custGeom>
              <a:avLst/>
              <a:gdLst>
                <a:gd name="csX0" fmla="*/ 109485 w 1354865"/>
                <a:gd name="csY0" fmla="*/ 821672 h 869062"/>
                <a:gd name="csX1" fmla="*/ 121213 w 1354865"/>
                <a:gd name="csY1" fmla="*/ 827681 h 869062"/>
                <a:gd name="csX2" fmla="*/ 142480 w 1354865"/>
                <a:gd name="csY2" fmla="*/ 836851 h 869062"/>
                <a:gd name="csX3" fmla="*/ 144882 w 1354865"/>
                <a:gd name="csY3" fmla="*/ 837833 h 869062"/>
                <a:gd name="csX4" fmla="*/ 168550 w 1354865"/>
                <a:gd name="csY4" fmla="*/ 846143 h 869062"/>
                <a:gd name="csX5" fmla="*/ 189852 w 1354865"/>
                <a:gd name="csY5" fmla="*/ 852041 h 869062"/>
                <a:gd name="csX6" fmla="*/ 192220 w 1354865"/>
                <a:gd name="csY6" fmla="*/ 852677 h 869062"/>
                <a:gd name="csX7" fmla="*/ 215888 w 1354865"/>
                <a:gd name="csY7" fmla="*/ 858061 h 869062"/>
                <a:gd name="csX8" fmla="*/ 239557 w 1354865"/>
                <a:gd name="csY8" fmla="*/ 862160 h 869062"/>
                <a:gd name="csX9" fmla="*/ 263226 w 1354865"/>
                <a:gd name="csY9" fmla="*/ 865142 h 869062"/>
                <a:gd name="csX10" fmla="*/ 286895 w 1354865"/>
                <a:gd name="csY10" fmla="*/ 867186 h 869062"/>
                <a:gd name="csX11" fmla="*/ 287458 w 1354865"/>
                <a:gd name="csY11" fmla="*/ 867219 h 869062"/>
                <a:gd name="csX12" fmla="*/ 310563 w 1354865"/>
                <a:gd name="csY12" fmla="*/ 868526 h 869062"/>
                <a:gd name="csX13" fmla="*/ 334233 w 1354865"/>
                <a:gd name="csY13" fmla="*/ 869062 h 869062"/>
                <a:gd name="csX14" fmla="*/ 357897 w 1354865"/>
                <a:gd name="csY14" fmla="*/ 868839 h 869062"/>
                <a:gd name="csX15" fmla="*/ 381576 w 1354865"/>
                <a:gd name="csY15" fmla="*/ 867912 h 869062"/>
                <a:gd name="csX16" fmla="*/ 391695 w 1354865"/>
                <a:gd name="csY16" fmla="*/ 867219 h 869062"/>
                <a:gd name="csX17" fmla="*/ 405243 w 1354865"/>
                <a:gd name="csY17" fmla="*/ 866404 h 869062"/>
                <a:gd name="csX18" fmla="*/ 428910 w 1354865"/>
                <a:gd name="csY18" fmla="*/ 864382 h 869062"/>
                <a:gd name="csX19" fmla="*/ 452578 w 1354865"/>
                <a:gd name="csY19" fmla="*/ 861780 h 869062"/>
                <a:gd name="csX20" fmla="*/ 476245 w 1354865"/>
                <a:gd name="csY20" fmla="*/ 858563 h 869062"/>
                <a:gd name="csX21" fmla="*/ 499913 w 1354865"/>
                <a:gd name="csY21" fmla="*/ 854699 h 869062"/>
                <a:gd name="csX22" fmla="*/ 513941 w 1354865"/>
                <a:gd name="csY22" fmla="*/ 852041 h 869062"/>
                <a:gd name="csX23" fmla="*/ 523580 w 1354865"/>
                <a:gd name="csY23" fmla="*/ 850388 h 869062"/>
                <a:gd name="csX24" fmla="*/ 547247 w 1354865"/>
                <a:gd name="csY24" fmla="*/ 845764 h 869062"/>
                <a:gd name="csX25" fmla="*/ 570926 w 1354865"/>
                <a:gd name="csY25" fmla="*/ 840447 h 869062"/>
                <a:gd name="csX26" fmla="*/ 585077 w 1354865"/>
                <a:gd name="csY26" fmla="*/ 836851 h 869062"/>
                <a:gd name="csX27" fmla="*/ 594593 w 1354865"/>
                <a:gd name="csY27" fmla="*/ 834650 h 869062"/>
                <a:gd name="csX28" fmla="*/ 618261 w 1354865"/>
                <a:gd name="csY28" fmla="*/ 828585 h 869062"/>
                <a:gd name="csX29" fmla="*/ 641839 w 1354865"/>
                <a:gd name="csY29" fmla="*/ 821672 h 869062"/>
                <a:gd name="csX30" fmla="*/ 641928 w 1354865"/>
                <a:gd name="csY30" fmla="*/ 821649 h 869062"/>
                <a:gd name="csX31" fmla="*/ 665595 w 1354865"/>
                <a:gd name="csY31" fmla="*/ 814780 h 869062"/>
                <a:gd name="csX32" fmla="*/ 689263 w 1354865"/>
                <a:gd name="csY32" fmla="*/ 806951 h 869062"/>
                <a:gd name="csX33" fmla="*/ 690592 w 1354865"/>
                <a:gd name="csY33" fmla="*/ 806493 h 869062"/>
                <a:gd name="csX34" fmla="*/ 712930 w 1354865"/>
                <a:gd name="csY34" fmla="*/ 799144 h 869062"/>
                <a:gd name="csX35" fmla="*/ 734062 w 1354865"/>
                <a:gd name="csY35" fmla="*/ 791303 h 869062"/>
                <a:gd name="csX36" fmla="*/ 736598 w 1354865"/>
                <a:gd name="csY36" fmla="*/ 790420 h 869062"/>
                <a:gd name="csX37" fmla="*/ 760276 w 1354865"/>
                <a:gd name="csY37" fmla="*/ 781630 h 869062"/>
                <a:gd name="csX38" fmla="*/ 773724 w 1354865"/>
                <a:gd name="csY38" fmla="*/ 776124 h 869062"/>
                <a:gd name="csX39" fmla="*/ 783944 w 1354865"/>
                <a:gd name="csY39" fmla="*/ 772148 h 869062"/>
                <a:gd name="csX40" fmla="*/ 807611 w 1354865"/>
                <a:gd name="csY40" fmla="*/ 762084 h 869062"/>
                <a:gd name="csX41" fmla="*/ 810158 w 1354865"/>
                <a:gd name="csY41" fmla="*/ 760945 h 869062"/>
                <a:gd name="csX42" fmla="*/ 831278 w 1354865"/>
                <a:gd name="csY42" fmla="*/ 751842 h 869062"/>
                <a:gd name="csX43" fmla="*/ 844291 w 1354865"/>
                <a:gd name="csY43" fmla="*/ 745762 h 869062"/>
                <a:gd name="csX44" fmla="*/ 854946 w 1354865"/>
                <a:gd name="csY44" fmla="*/ 740914 h 869062"/>
                <a:gd name="csX45" fmla="*/ 876044 w 1354865"/>
                <a:gd name="csY45" fmla="*/ 730580 h 869062"/>
                <a:gd name="csX46" fmla="*/ 878613 w 1354865"/>
                <a:gd name="csY46" fmla="*/ 729348 h 869062"/>
                <a:gd name="csX47" fmla="*/ 902281 w 1354865"/>
                <a:gd name="csY47" fmla="*/ 717436 h 869062"/>
                <a:gd name="csX48" fmla="*/ 906145 w 1354865"/>
                <a:gd name="csY48" fmla="*/ 715397 h 869062"/>
                <a:gd name="csX49" fmla="*/ 925959 w 1354865"/>
                <a:gd name="csY49" fmla="*/ 705035 h 869062"/>
                <a:gd name="csX50" fmla="*/ 934682 w 1354865"/>
                <a:gd name="csY50" fmla="*/ 700215 h 869062"/>
                <a:gd name="csX51" fmla="*/ 949627 w 1354865"/>
                <a:gd name="csY51" fmla="*/ 691992 h 869062"/>
                <a:gd name="csX52" fmla="*/ 961700 w 1354865"/>
                <a:gd name="csY52" fmla="*/ 685034 h 869062"/>
                <a:gd name="csX53" fmla="*/ 973294 w 1354865"/>
                <a:gd name="csY53" fmla="*/ 678319 h 869062"/>
                <a:gd name="csX54" fmla="*/ 987367 w 1354865"/>
                <a:gd name="csY54" fmla="*/ 669852 h 869062"/>
                <a:gd name="csX55" fmla="*/ 996961 w 1354865"/>
                <a:gd name="csY55" fmla="*/ 664005 h 869062"/>
                <a:gd name="csX56" fmla="*/ 1011828 w 1354865"/>
                <a:gd name="csY56" fmla="*/ 654670 h 869062"/>
                <a:gd name="csX57" fmla="*/ 1020629 w 1354865"/>
                <a:gd name="csY57" fmla="*/ 649026 h 869062"/>
                <a:gd name="csX58" fmla="*/ 1035182 w 1354865"/>
                <a:gd name="csY58" fmla="*/ 639488 h 869062"/>
                <a:gd name="csX59" fmla="*/ 1044296 w 1354865"/>
                <a:gd name="csY59" fmla="*/ 633336 h 869062"/>
                <a:gd name="csX60" fmla="*/ 1057498 w 1354865"/>
                <a:gd name="csY60" fmla="*/ 624305 h 869062"/>
                <a:gd name="csX61" fmla="*/ 1067963 w 1354865"/>
                <a:gd name="csY61" fmla="*/ 616871 h 869062"/>
                <a:gd name="csX62" fmla="*/ 1078820 w 1354865"/>
                <a:gd name="csY62" fmla="*/ 609123 h 869062"/>
                <a:gd name="csX63" fmla="*/ 1091631 w 1354865"/>
                <a:gd name="csY63" fmla="*/ 599543 h 869062"/>
                <a:gd name="csX64" fmla="*/ 1099148 w 1354865"/>
                <a:gd name="csY64" fmla="*/ 593941 h 869062"/>
                <a:gd name="csX65" fmla="*/ 1115309 w 1354865"/>
                <a:gd name="csY65" fmla="*/ 581234 h 869062"/>
                <a:gd name="csX66" fmla="*/ 1118482 w 1354865"/>
                <a:gd name="csY66" fmla="*/ 578759 h 869062"/>
                <a:gd name="csX67" fmla="*/ 1137056 w 1354865"/>
                <a:gd name="csY67" fmla="*/ 563578 h 869062"/>
                <a:gd name="csX68" fmla="*/ 1138977 w 1354865"/>
                <a:gd name="csY68" fmla="*/ 561930 h 869062"/>
                <a:gd name="csX69" fmla="*/ 1155083 w 1354865"/>
                <a:gd name="csY69" fmla="*/ 548395 h 869062"/>
                <a:gd name="csX70" fmla="*/ 1162644 w 1354865"/>
                <a:gd name="csY70" fmla="*/ 541557 h 869062"/>
                <a:gd name="csX71" fmla="*/ 1172127 w 1354865"/>
                <a:gd name="csY71" fmla="*/ 533213 h 869062"/>
                <a:gd name="csX72" fmla="*/ 1186312 w 1354865"/>
                <a:gd name="csY72" fmla="*/ 519666 h 869062"/>
                <a:gd name="csX73" fmla="*/ 1188088 w 1354865"/>
                <a:gd name="csY73" fmla="*/ 518031 h 869062"/>
                <a:gd name="csX74" fmla="*/ 1203769 w 1354865"/>
                <a:gd name="csY74" fmla="*/ 502849 h 869062"/>
                <a:gd name="csX75" fmla="*/ 1209979 w 1354865"/>
                <a:gd name="csY75" fmla="*/ 496297 h 869062"/>
                <a:gd name="csX76" fmla="*/ 1218557 w 1354865"/>
                <a:gd name="csY76" fmla="*/ 487667 h 869062"/>
                <a:gd name="csX77" fmla="*/ 1232262 w 1354865"/>
                <a:gd name="csY77" fmla="*/ 472484 h 869062"/>
                <a:gd name="csX78" fmla="*/ 1233647 w 1354865"/>
                <a:gd name="csY78" fmla="*/ 470857 h 869062"/>
                <a:gd name="csX79" fmla="*/ 1245865 w 1354865"/>
                <a:gd name="csY79" fmla="*/ 457302 h 869062"/>
                <a:gd name="csX80" fmla="*/ 1257314 w 1354865"/>
                <a:gd name="csY80" fmla="*/ 442970 h 869062"/>
                <a:gd name="csX81" fmla="*/ 1258040 w 1354865"/>
                <a:gd name="csY81" fmla="*/ 442120 h 869062"/>
                <a:gd name="csX82" fmla="*/ 1270248 w 1354865"/>
                <a:gd name="csY82" fmla="*/ 426939 h 869062"/>
                <a:gd name="csX83" fmla="*/ 1280948 w 1354865"/>
                <a:gd name="csY83" fmla="*/ 411757 h 869062"/>
                <a:gd name="csX84" fmla="*/ 1280981 w 1354865"/>
                <a:gd name="csY84" fmla="*/ 411700 h 869062"/>
                <a:gd name="csX85" fmla="*/ 1291760 w 1354865"/>
                <a:gd name="csY85" fmla="*/ 396575 h 869062"/>
                <a:gd name="csX86" fmla="*/ 1301231 w 1354865"/>
                <a:gd name="csY86" fmla="*/ 381392 h 869062"/>
                <a:gd name="csX87" fmla="*/ 1304660 w 1354865"/>
                <a:gd name="csY87" fmla="*/ 375293 h 869062"/>
                <a:gd name="csX88" fmla="*/ 1310256 w 1354865"/>
                <a:gd name="csY88" fmla="*/ 366210 h 869062"/>
                <a:gd name="csX89" fmla="*/ 1318554 w 1354865"/>
                <a:gd name="csY89" fmla="*/ 351028 h 869062"/>
                <a:gd name="csX90" fmla="*/ 1325747 w 1354865"/>
                <a:gd name="csY90" fmla="*/ 335846 h 869062"/>
                <a:gd name="csX91" fmla="*/ 1328327 w 1354865"/>
                <a:gd name="csY91" fmla="*/ 329658 h 869062"/>
                <a:gd name="csX92" fmla="*/ 1332482 w 1354865"/>
                <a:gd name="csY92" fmla="*/ 320664 h 869062"/>
                <a:gd name="csX93" fmla="*/ 1338502 w 1354865"/>
                <a:gd name="csY93" fmla="*/ 305481 h 869062"/>
                <a:gd name="csX94" fmla="*/ 1343517 w 1354865"/>
                <a:gd name="csY94" fmla="*/ 290300 h 869062"/>
                <a:gd name="csX95" fmla="*/ 1347583 w 1354865"/>
                <a:gd name="csY95" fmla="*/ 275118 h 869062"/>
                <a:gd name="csX96" fmla="*/ 1350721 w 1354865"/>
                <a:gd name="csY96" fmla="*/ 259936 h 869062"/>
                <a:gd name="csX97" fmla="*/ 1351995 w 1354865"/>
                <a:gd name="csY97" fmla="*/ 251250 h 869062"/>
                <a:gd name="csX98" fmla="*/ 1353067 w 1354865"/>
                <a:gd name="csY98" fmla="*/ 244754 h 869062"/>
                <a:gd name="csX99" fmla="*/ 1354519 w 1354865"/>
                <a:gd name="csY99" fmla="*/ 229571 h 869062"/>
                <a:gd name="csX100" fmla="*/ 1354865 w 1354865"/>
                <a:gd name="csY100" fmla="*/ 214389 h 869062"/>
                <a:gd name="csX101" fmla="*/ 1354039 w 1354865"/>
                <a:gd name="csY101" fmla="*/ 199207 h 869062"/>
                <a:gd name="csX102" fmla="*/ 1351995 w 1354865"/>
                <a:gd name="csY102" fmla="*/ 184387 h 869062"/>
                <a:gd name="csX103" fmla="*/ 1351950 w 1354865"/>
                <a:gd name="csY103" fmla="*/ 184025 h 869062"/>
                <a:gd name="csX104" fmla="*/ 1348767 w 1354865"/>
                <a:gd name="csY104" fmla="*/ 168843 h 869062"/>
                <a:gd name="csX105" fmla="*/ 1344098 w 1354865"/>
                <a:gd name="csY105" fmla="*/ 153662 h 869062"/>
                <a:gd name="csX106" fmla="*/ 1337720 w 1354865"/>
                <a:gd name="csY106" fmla="*/ 138479 h 869062"/>
                <a:gd name="csX107" fmla="*/ 1329332 w 1354865"/>
                <a:gd name="csY107" fmla="*/ 123297 h 869062"/>
                <a:gd name="csX108" fmla="*/ 1328327 w 1354865"/>
                <a:gd name="csY108" fmla="*/ 121778 h 869062"/>
                <a:gd name="csX109" fmla="*/ 1319135 w 1354865"/>
                <a:gd name="csY109" fmla="*/ 108115 h 869062"/>
                <a:gd name="csX110" fmla="*/ 1306179 w 1354865"/>
                <a:gd name="csY110" fmla="*/ 92933 h 869062"/>
                <a:gd name="csX111" fmla="*/ 1304660 w 1354865"/>
                <a:gd name="csY111" fmla="*/ 91393 h 869062"/>
                <a:gd name="csX112" fmla="*/ 1290341 w 1354865"/>
                <a:gd name="csY112" fmla="*/ 77751 h 869062"/>
                <a:gd name="csX113" fmla="*/ 1280981 w 1354865"/>
                <a:gd name="csY113" fmla="*/ 70228 h 869062"/>
                <a:gd name="csX114" fmla="*/ 1270505 w 1354865"/>
                <a:gd name="csY114" fmla="*/ 62568 h 869062"/>
                <a:gd name="csX115" fmla="*/ 1257314 w 1354865"/>
                <a:gd name="csY115" fmla="*/ 54108 h 869062"/>
                <a:gd name="csX116" fmla="*/ 1245374 w 1354865"/>
                <a:gd name="csY116" fmla="*/ 47386 h 869062"/>
                <a:gd name="csX117" fmla="*/ 1233647 w 1354865"/>
                <a:gd name="csY117" fmla="*/ 41383 h 869062"/>
                <a:gd name="csX118" fmla="*/ 1212380 w 1354865"/>
                <a:gd name="csY118" fmla="*/ 32204 h 869062"/>
                <a:gd name="csX119" fmla="*/ 1209979 w 1354865"/>
                <a:gd name="csY119" fmla="*/ 31230 h 869062"/>
                <a:gd name="csX120" fmla="*/ 1186312 w 1354865"/>
                <a:gd name="csY120" fmla="*/ 22917 h 869062"/>
                <a:gd name="csX121" fmla="*/ 1165012 w 1354865"/>
                <a:gd name="csY121" fmla="*/ 17023 h 869062"/>
                <a:gd name="csX122" fmla="*/ 1162644 w 1354865"/>
                <a:gd name="csY122" fmla="*/ 16378 h 869062"/>
                <a:gd name="csX123" fmla="*/ 1138977 w 1354865"/>
                <a:gd name="csY123" fmla="*/ 10993 h 869062"/>
                <a:gd name="csX124" fmla="*/ 1115309 w 1354865"/>
                <a:gd name="csY124" fmla="*/ 6901 h 869062"/>
                <a:gd name="csX125" fmla="*/ 1091631 w 1354865"/>
                <a:gd name="csY125" fmla="*/ 3911 h 869062"/>
                <a:gd name="csX126" fmla="*/ 1067963 w 1354865"/>
                <a:gd name="csY126" fmla="*/ 1870 h 869062"/>
                <a:gd name="csX127" fmla="*/ 1067405 w 1354865"/>
                <a:gd name="csY127" fmla="*/ 1841 h 869062"/>
                <a:gd name="csX128" fmla="*/ 1044296 w 1354865"/>
                <a:gd name="csY128" fmla="*/ 531 h 869062"/>
                <a:gd name="csX129" fmla="*/ 1020629 w 1354865"/>
                <a:gd name="csY129" fmla="*/ 0 h 869062"/>
                <a:gd name="csX130" fmla="*/ 996961 w 1354865"/>
                <a:gd name="csY130" fmla="*/ 220 h 869062"/>
                <a:gd name="csX131" fmla="*/ 973294 w 1354865"/>
                <a:gd name="csY131" fmla="*/ 1148 h 869062"/>
                <a:gd name="csX132" fmla="*/ 963164 w 1354865"/>
                <a:gd name="csY132" fmla="*/ 1841 h 869062"/>
                <a:gd name="csX133" fmla="*/ 949627 w 1354865"/>
                <a:gd name="csY133" fmla="*/ 2656 h 869062"/>
                <a:gd name="csX134" fmla="*/ 925959 w 1354865"/>
                <a:gd name="csY134" fmla="*/ 4672 h 869062"/>
                <a:gd name="csX135" fmla="*/ 902281 w 1354865"/>
                <a:gd name="csY135" fmla="*/ 7279 h 869062"/>
                <a:gd name="csX136" fmla="*/ 878613 w 1354865"/>
                <a:gd name="csY136" fmla="*/ 10495 h 869062"/>
                <a:gd name="csX137" fmla="*/ 854946 w 1354865"/>
                <a:gd name="csY137" fmla="*/ 14356 h 869062"/>
                <a:gd name="csX138" fmla="*/ 840929 w 1354865"/>
                <a:gd name="csY138" fmla="*/ 17023 h 869062"/>
                <a:gd name="csX139" fmla="*/ 831278 w 1354865"/>
                <a:gd name="csY139" fmla="*/ 18673 h 869062"/>
                <a:gd name="csX140" fmla="*/ 807611 w 1354865"/>
                <a:gd name="csY140" fmla="*/ 23291 h 869062"/>
                <a:gd name="csX141" fmla="*/ 783944 w 1354865"/>
                <a:gd name="csY141" fmla="*/ 28615 h 869062"/>
                <a:gd name="csX142" fmla="*/ 769781 w 1354865"/>
                <a:gd name="csY142" fmla="*/ 32204 h 869062"/>
                <a:gd name="csX143" fmla="*/ 760276 w 1354865"/>
                <a:gd name="csY143" fmla="*/ 34404 h 869062"/>
                <a:gd name="csX144" fmla="*/ 736598 w 1354865"/>
                <a:gd name="csY144" fmla="*/ 40478 h 869062"/>
                <a:gd name="csX145" fmla="*/ 713020 w 1354865"/>
                <a:gd name="csY145" fmla="*/ 47386 h 869062"/>
                <a:gd name="csX146" fmla="*/ 712930 w 1354865"/>
                <a:gd name="csY146" fmla="*/ 47411 h 869062"/>
                <a:gd name="csX147" fmla="*/ 689263 w 1354865"/>
                <a:gd name="csY147" fmla="*/ 54276 h 869062"/>
                <a:gd name="csX148" fmla="*/ 665595 w 1354865"/>
                <a:gd name="csY148" fmla="*/ 62104 h 869062"/>
                <a:gd name="csX149" fmla="*/ 664278 w 1354865"/>
                <a:gd name="csY149" fmla="*/ 62568 h 869062"/>
                <a:gd name="csX150" fmla="*/ 641928 w 1354865"/>
                <a:gd name="csY150" fmla="*/ 69918 h 869062"/>
                <a:gd name="csX151" fmla="*/ 620796 w 1354865"/>
                <a:gd name="csY151" fmla="*/ 77751 h 869062"/>
                <a:gd name="csX152" fmla="*/ 618261 w 1354865"/>
                <a:gd name="csY152" fmla="*/ 78637 h 869062"/>
                <a:gd name="csX153" fmla="*/ 594593 w 1354865"/>
                <a:gd name="csY153" fmla="*/ 87431 h 869062"/>
                <a:gd name="csX154" fmla="*/ 581134 w 1354865"/>
                <a:gd name="csY154" fmla="*/ 92933 h 869062"/>
                <a:gd name="csX155" fmla="*/ 570926 w 1354865"/>
                <a:gd name="csY155" fmla="*/ 96916 h 869062"/>
                <a:gd name="csX156" fmla="*/ 547247 w 1354865"/>
                <a:gd name="csY156" fmla="*/ 106976 h 869062"/>
                <a:gd name="csX157" fmla="*/ 544701 w 1354865"/>
                <a:gd name="csY157" fmla="*/ 108115 h 869062"/>
                <a:gd name="csX158" fmla="*/ 523580 w 1354865"/>
                <a:gd name="csY158" fmla="*/ 117211 h 869062"/>
                <a:gd name="csX159" fmla="*/ 510579 w 1354865"/>
                <a:gd name="csY159" fmla="*/ 123297 h 869062"/>
                <a:gd name="csX160" fmla="*/ 499913 w 1354865"/>
                <a:gd name="csY160" fmla="*/ 128143 h 869062"/>
                <a:gd name="csX161" fmla="*/ 478814 w 1354865"/>
                <a:gd name="csY161" fmla="*/ 138479 h 869062"/>
                <a:gd name="csX162" fmla="*/ 476245 w 1354865"/>
                <a:gd name="csY162" fmla="*/ 139711 h 869062"/>
                <a:gd name="csX163" fmla="*/ 452578 w 1354865"/>
                <a:gd name="csY163" fmla="*/ 151622 h 869062"/>
                <a:gd name="csX164" fmla="*/ 448713 w 1354865"/>
                <a:gd name="csY164" fmla="*/ 153662 h 869062"/>
                <a:gd name="csX165" fmla="*/ 428910 w 1354865"/>
                <a:gd name="csY165" fmla="*/ 164024 h 869062"/>
                <a:gd name="csX166" fmla="*/ 420176 w 1354865"/>
                <a:gd name="csY166" fmla="*/ 168843 h 869062"/>
                <a:gd name="csX167" fmla="*/ 405243 w 1354865"/>
                <a:gd name="csY167" fmla="*/ 177066 h 869062"/>
                <a:gd name="csX168" fmla="*/ 393158 w 1354865"/>
                <a:gd name="csY168" fmla="*/ 184025 h 869062"/>
                <a:gd name="csX169" fmla="*/ 381576 w 1354865"/>
                <a:gd name="csY169" fmla="*/ 190740 h 869062"/>
                <a:gd name="csX170" fmla="*/ 367491 w 1354865"/>
                <a:gd name="csY170" fmla="*/ 199207 h 869062"/>
                <a:gd name="csX171" fmla="*/ 357897 w 1354865"/>
                <a:gd name="csY171" fmla="*/ 205054 h 869062"/>
                <a:gd name="csX172" fmla="*/ 343031 w 1354865"/>
                <a:gd name="csY172" fmla="*/ 214389 h 869062"/>
                <a:gd name="csX173" fmla="*/ 334233 w 1354865"/>
                <a:gd name="csY173" fmla="*/ 220033 h 869062"/>
                <a:gd name="csX174" fmla="*/ 319678 w 1354865"/>
                <a:gd name="csY174" fmla="*/ 229571 h 869062"/>
                <a:gd name="csX175" fmla="*/ 310563 w 1354865"/>
                <a:gd name="csY175" fmla="*/ 235722 h 869062"/>
                <a:gd name="csX176" fmla="*/ 297364 w 1354865"/>
                <a:gd name="csY176" fmla="*/ 244754 h 869062"/>
                <a:gd name="csX177" fmla="*/ 286895 w 1354865"/>
                <a:gd name="csY177" fmla="*/ 252188 h 869062"/>
                <a:gd name="csX178" fmla="*/ 276046 w 1354865"/>
                <a:gd name="csY178" fmla="*/ 259936 h 869062"/>
                <a:gd name="csX179" fmla="*/ 263226 w 1354865"/>
                <a:gd name="csY179" fmla="*/ 269516 h 869062"/>
                <a:gd name="csX180" fmla="*/ 255714 w 1354865"/>
                <a:gd name="csY180" fmla="*/ 275118 h 869062"/>
                <a:gd name="csX181" fmla="*/ 239557 w 1354865"/>
                <a:gd name="csY181" fmla="*/ 287825 h 869062"/>
                <a:gd name="csX182" fmla="*/ 236379 w 1354865"/>
                <a:gd name="csY182" fmla="*/ 290300 h 869062"/>
                <a:gd name="csX183" fmla="*/ 217809 w 1354865"/>
                <a:gd name="csY183" fmla="*/ 305481 h 869062"/>
                <a:gd name="csX184" fmla="*/ 215888 w 1354865"/>
                <a:gd name="csY184" fmla="*/ 307129 h 869062"/>
                <a:gd name="csX185" fmla="*/ 199776 w 1354865"/>
                <a:gd name="csY185" fmla="*/ 320664 h 869062"/>
                <a:gd name="csX186" fmla="*/ 192220 w 1354865"/>
                <a:gd name="csY186" fmla="*/ 327502 h 869062"/>
                <a:gd name="csX187" fmla="*/ 182733 w 1354865"/>
                <a:gd name="csY187" fmla="*/ 335846 h 869062"/>
                <a:gd name="csX188" fmla="*/ 168550 w 1354865"/>
                <a:gd name="csY188" fmla="*/ 349393 h 869062"/>
                <a:gd name="csX189" fmla="*/ 166775 w 1354865"/>
                <a:gd name="csY189" fmla="*/ 351028 h 869062"/>
                <a:gd name="csX190" fmla="*/ 151092 w 1354865"/>
                <a:gd name="csY190" fmla="*/ 366210 h 869062"/>
                <a:gd name="csX191" fmla="*/ 144882 w 1354865"/>
                <a:gd name="csY191" fmla="*/ 372762 h 869062"/>
                <a:gd name="csX192" fmla="*/ 136305 w 1354865"/>
                <a:gd name="csY192" fmla="*/ 381392 h 869062"/>
                <a:gd name="csX193" fmla="*/ 122596 w 1354865"/>
                <a:gd name="csY193" fmla="*/ 396575 h 869062"/>
                <a:gd name="csX194" fmla="*/ 121213 w 1354865"/>
                <a:gd name="csY194" fmla="*/ 398202 h 869062"/>
                <a:gd name="csX195" fmla="*/ 109001 w 1354865"/>
                <a:gd name="csY195" fmla="*/ 411757 h 869062"/>
                <a:gd name="csX196" fmla="*/ 97543 w 1354865"/>
                <a:gd name="csY196" fmla="*/ 426089 h 869062"/>
                <a:gd name="csX197" fmla="*/ 96819 w 1354865"/>
                <a:gd name="csY197" fmla="*/ 426939 h 869062"/>
                <a:gd name="csX198" fmla="*/ 84616 w 1354865"/>
                <a:gd name="csY198" fmla="*/ 442120 h 869062"/>
                <a:gd name="csX199" fmla="*/ 73913 w 1354865"/>
                <a:gd name="csY199" fmla="*/ 457302 h 869062"/>
                <a:gd name="csX200" fmla="*/ 73875 w 1354865"/>
                <a:gd name="csY200" fmla="*/ 457359 h 869062"/>
                <a:gd name="csX201" fmla="*/ 63105 w 1354865"/>
                <a:gd name="csY201" fmla="*/ 472484 h 869062"/>
                <a:gd name="csX202" fmla="*/ 53635 w 1354865"/>
                <a:gd name="csY202" fmla="*/ 487667 h 869062"/>
                <a:gd name="csX203" fmla="*/ 50206 w 1354865"/>
                <a:gd name="csY203" fmla="*/ 493766 h 869062"/>
                <a:gd name="csX204" fmla="*/ 44611 w 1354865"/>
                <a:gd name="csY204" fmla="*/ 502849 h 869062"/>
                <a:gd name="csX205" fmla="*/ 36311 w 1354865"/>
                <a:gd name="csY205" fmla="*/ 518031 h 869062"/>
                <a:gd name="csX206" fmla="*/ 29110 w 1354865"/>
                <a:gd name="csY206" fmla="*/ 533213 h 869062"/>
                <a:gd name="csX207" fmla="*/ 26538 w 1354865"/>
                <a:gd name="csY207" fmla="*/ 539401 h 869062"/>
                <a:gd name="csX208" fmla="*/ 22381 w 1354865"/>
                <a:gd name="csY208" fmla="*/ 548395 h 869062"/>
                <a:gd name="csX209" fmla="*/ 16361 w 1354865"/>
                <a:gd name="csY209" fmla="*/ 563578 h 869062"/>
                <a:gd name="csX210" fmla="*/ 11347 w 1354865"/>
                <a:gd name="csY210" fmla="*/ 578759 h 869062"/>
                <a:gd name="csX211" fmla="*/ 7283 w 1354865"/>
                <a:gd name="csY211" fmla="*/ 593941 h 869062"/>
                <a:gd name="csX212" fmla="*/ 4139 w 1354865"/>
                <a:gd name="csY212" fmla="*/ 609123 h 869062"/>
                <a:gd name="csX213" fmla="*/ 2868 w 1354865"/>
                <a:gd name="csY213" fmla="*/ 617809 h 869062"/>
                <a:gd name="csX214" fmla="*/ 1790 w 1354865"/>
                <a:gd name="csY214" fmla="*/ 624305 h 869062"/>
                <a:gd name="csX215" fmla="*/ 343 w 1354865"/>
                <a:gd name="csY215" fmla="*/ 639488 h 869062"/>
                <a:gd name="csX216" fmla="*/ 0 w 1354865"/>
                <a:gd name="csY216" fmla="*/ 654670 h 869062"/>
                <a:gd name="csX217" fmla="*/ 827 w 1354865"/>
                <a:gd name="csY217" fmla="*/ 669852 h 869062"/>
                <a:gd name="csX218" fmla="*/ 2868 w 1354865"/>
                <a:gd name="csY218" fmla="*/ 684672 h 869062"/>
                <a:gd name="csX219" fmla="*/ 2915 w 1354865"/>
                <a:gd name="csY219" fmla="*/ 685034 h 869062"/>
                <a:gd name="csX220" fmla="*/ 6097 w 1354865"/>
                <a:gd name="csY220" fmla="*/ 700215 h 869062"/>
                <a:gd name="csX221" fmla="*/ 10759 w 1354865"/>
                <a:gd name="csY221" fmla="*/ 715397 h 869062"/>
                <a:gd name="csX222" fmla="*/ 17137 w 1354865"/>
                <a:gd name="csY222" fmla="*/ 730580 h 869062"/>
                <a:gd name="csX223" fmla="*/ 25533 w 1354865"/>
                <a:gd name="csY223" fmla="*/ 745762 h 869062"/>
                <a:gd name="csX224" fmla="*/ 26538 w 1354865"/>
                <a:gd name="csY224" fmla="*/ 747285 h 869062"/>
                <a:gd name="csX225" fmla="*/ 35728 w 1354865"/>
                <a:gd name="csY225" fmla="*/ 760945 h 869062"/>
                <a:gd name="csX226" fmla="*/ 48686 w 1354865"/>
                <a:gd name="csY226" fmla="*/ 776124 h 869062"/>
                <a:gd name="csX227" fmla="*/ 50206 w 1354865"/>
                <a:gd name="csY227" fmla="*/ 777665 h 869062"/>
                <a:gd name="csX228" fmla="*/ 64515 w 1354865"/>
                <a:gd name="csY228" fmla="*/ 791303 h 869062"/>
                <a:gd name="csX229" fmla="*/ 73875 w 1354865"/>
                <a:gd name="csY229" fmla="*/ 798831 h 869062"/>
                <a:gd name="csX230" fmla="*/ 84353 w 1354865"/>
                <a:gd name="csY230" fmla="*/ 806493 h 869062"/>
                <a:gd name="csX231" fmla="*/ 97543 w 1354865"/>
                <a:gd name="csY231" fmla="*/ 814948 h 869062"/>
                <a:gd name="csX232" fmla="*/ 109485 w 1354865"/>
                <a:gd name="csY232" fmla="*/ 821672 h 869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</a:cxnLst>
              <a:rect l="l" t="t" r="r" b="b"/>
              <a:pathLst>
                <a:path w="1354865" h="869062">
                  <a:moveTo>
                    <a:pt x="109485" y="821672"/>
                  </a:moveTo>
                  <a:lnTo>
                    <a:pt x="121213" y="827681"/>
                  </a:lnTo>
                  <a:lnTo>
                    <a:pt x="142480" y="836851"/>
                  </a:lnTo>
                  <a:lnTo>
                    <a:pt x="144882" y="837833"/>
                  </a:lnTo>
                  <a:lnTo>
                    <a:pt x="168550" y="846143"/>
                  </a:lnTo>
                  <a:lnTo>
                    <a:pt x="189852" y="852041"/>
                  </a:lnTo>
                  <a:lnTo>
                    <a:pt x="192220" y="852677"/>
                  </a:lnTo>
                  <a:lnTo>
                    <a:pt x="215888" y="858061"/>
                  </a:lnTo>
                  <a:lnTo>
                    <a:pt x="239557" y="862160"/>
                  </a:lnTo>
                  <a:lnTo>
                    <a:pt x="263226" y="865142"/>
                  </a:lnTo>
                  <a:lnTo>
                    <a:pt x="286895" y="867186"/>
                  </a:lnTo>
                  <a:lnTo>
                    <a:pt x="287458" y="867219"/>
                  </a:lnTo>
                  <a:lnTo>
                    <a:pt x="310563" y="868526"/>
                  </a:lnTo>
                  <a:lnTo>
                    <a:pt x="334233" y="869062"/>
                  </a:lnTo>
                  <a:lnTo>
                    <a:pt x="357897" y="868839"/>
                  </a:lnTo>
                  <a:lnTo>
                    <a:pt x="381576" y="867912"/>
                  </a:lnTo>
                  <a:lnTo>
                    <a:pt x="391695" y="867219"/>
                  </a:lnTo>
                  <a:lnTo>
                    <a:pt x="405243" y="866404"/>
                  </a:lnTo>
                  <a:lnTo>
                    <a:pt x="428910" y="864382"/>
                  </a:lnTo>
                  <a:lnTo>
                    <a:pt x="452578" y="861780"/>
                  </a:lnTo>
                  <a:lnTo>
                    <a:pt x="476245" y="858563"/>
                  </a:lnTo>
                  <a:lnTo>
                    <a:pt x="499913" y="854699"/>
                  </a:lnTo>
                  <a:lnTo>
                    <a:pt x="513941" y="852041"/>
                  </a:lnTo>
                  <a:lnTo>
                    <a:pt x="523580" y="850388"/>
                  </a:lnTo>
                  <a:lnTo>
                    <a:pt x="547247" y="845764"/>
                  </a:lnTo>
                  <a:lnTo>
                    <a:pt x="570926" y="840447"/>
                  </a:lnTo>
                  <a:lnTo>
                    <a:pt x="585077" y="836851"/>
                  </a:lnTo>
                  <a:lnTo>
                    <a:pt x="594593" y="834650"/>
                  </a:lnTo>
                  <a:lnTo>
                    <a:pt x="618261" y="828585"/>
                  </a:lnTo>
                  <a:lnTo>
                    <a:pt x="641839" y="821672"/>
                  </a:lnTo>
                  <a:lnTo>
                    <a:pt x="641928" y="821649"/>
                  </a:lnTo>
                  <a:lnTo>
                    <a:pt x="665595" y="814780"/>
                  </a:lnTo>
                  <a:lnTo>
                    <a:pt x="689263" y="806951"/>
                  </a:lnTo>
                  <a:lnTo>
                    <a:pt x="690592" y="806493"/>
                  </a:lnTo>
                  <a:lnTo>
                    <a:pt x="712930" y="799144"/>
                  </a:lnTo>
                  <a:lnTo>
                    <a:pt x="734062" y="791303"/>
                  </a:lnTo>
                  <a:lnTo>
                    <a:pt x="736598" y="790420"/>
                  </a:lnTo>
                  <a:lnTo>
                    <a:pt x="760276" y="781630"/>
                  </a:lnTo>
                  <a:lnTo>
                    <a:pt x="773724" y="776124"/>
                  </a:lnTo>
                  <a:lnTo>
                    <a:pt x="783944" y="772148"/>
                  </a:lnTo>
                  <a:lnTo>
                    <a:pt x="807611" y="762084"/>
                  </a:lnTo>
                  <a:lnTo>
                    <a:pt x="810158" y="760945"/>
                  </a:lnTo>
                  <a:lnTo>
                    <a:pt x="831278" y="751842"/>
                  </a:lnTo>
                  <a:lnTo>
                    <a:pt x="844291" y="745762"/>
                  </a:lnTo>
                  <a:lnTo>
                    <a:pt x="854946" y="740914"/>
                  </a:lnTo>
                  <a:lnTo>
                    <a:pt x="876044" y="730580"/>
                  </a:lnTo>
                  <a:lnTo>
                    <a:pt x="878613" y="729348"/>
                  </a:lnTo>
                  <a:lnTo>
                    <a:pt x="902281" y="717436"/>
                  </a:lnTo>
                  <a:lnTo>
                    <a:pt x="906145" y="715397"/>
                  </a:lnTo>
                  <a:lnTo>
                    <a:pt x="925959" y="705035"/>
                  </a:lnTo>
                  <a:lnTo>
                    <a:pt x="934682" y="700215"/>
                  </a:lnTo>
                  <a:lnTo>
                    <a:pt x="949627" y="691992"/>
                  </a:lnTo>
                  <a:lnTo>
                    <a:pt x="961700" y="685034"/>
                  </a:lnTo>
                  <a:lnTo>
                    <a:pt x="973294" y="678319"/>
                  </a:lnTo>
                  <a:lnTo>
                    <a:pt x="987367" y="669852"/>
                  </a:lnTo>
                  <a:lnTo>
                    <a:pt x="996961" y="664005"/>
                  </a:lnTo>
                  <a:lnTo>
                    <a:pt x="1011828" y="654670"/>
                  </a:lnTo>
                  <a:lnTo>
                    <a:pt x="1020629" y="649026"/>
                  </a:lnTo>
                  <a:lnTo>
                    <a:pt x="1035182" y="639488"/>
                  </a:lnTo>
                  <a:lnTo>
                    <a:pt x="1044296" y="633336"/>
                  </a:lnTo>
                  <a:lnTo>
                    <a:pt x="1057498" y="624305"/>
                  </a:lnTo>
                  <a:lnTo>
                    <a:pt x="1067963" y="616871"/>
                  </a:lnTo>
                  <a:lnTo>
                    <a:pt x="1078820" y="609123"/>
                  </a:lnTo>
                  <a:lnTo>
                    <a:pt x="1091631" y="599543"/>
                  </a:lnTo>
                  <a:lnTo>
                    <a:pt x="1099148" y="593941"/>
                  </a:lnTo>
                  <a:lnTo>
                    <a:pt x="1115309" y="581234"/>
                  </a:lnTo>
                  <a:lnTo>
                    <a:pt x="1118482" y="578759"/>
                  </a:lnTo>
                  <a:lnTo>
                    <a:pt x="1137056" y="563578"/>
                  </a:lnTo>
                  <a:lnTo>
                    <a:pt x="1138977" y="561930"/>
                  </a:lnTo>
                  <a:lnTo>
                    <a:pt x="1155083" y="548395"/>
                  </a:lnTo>
                  <a:lnTo>
                    <a:pt x="1162644" y="541557"/>
                  </a:lnTo>
                  <a:lnTo>
                    <a:pt x="1172127" y="533213"/>
                  </a:lnTo>
                  <a:lnTo>
                    <a:pt x="1186312" y="519666"/>
                  </a:lnTo>
                  <a:lnTo>
                    <a:pt x="1188088" y="518031"/>
                  </a:lnTo>
                  <a:lnTo>
                    <a:pt x="1203769" y="502849"/>
                  </a:lnTo>
                  <a:lnTo>
                    <a:pt x="1209979" y="496297"/>
                  </a:lnTo>
                  <a:lnTo>
                    <a:pt x="1218557" y="487667"/>
                  </a:lnTo>
                  <a:lnTo>
                    <a:pt x="1232262" y="472484"/>
                  </a:lnTo>
                  <a:lnTo>
                    <a:pt x="1233647" y="470857"/>
                  </a:lnTo>
                  <a:lnTo>
                    <a:pt x="1245865" y="457302"/>
                  </a:lnTo>
                  <a:lnTo>
                    <a:pt x="1257314" y="442970"/>
                  </a:lnTo>
                  <a:lnTo>
                    <a:pt x="1258040" y="442120"/>
                  </a:lnTo>
                  <a:lnTo>
                    <a:pt x="1270248" y="426939"/>
                  </a:lnTo>
                  <a:lnTo>
                    <a:pt x="1280948" y="411757"/>
                  </a:lnTo>
                  <a:lnTo>
                    <a:pt x="1280981" y="411700"/>
                  </a:lnTo>
                  <a:lnTo>
                    <a:pt x="1291760" y="396575"/>
                  </a:lnTo>
                  <a:lnTo>
                    <a:pt x="1301231" y="381392"/>
                  </a:lnTo>
                  <a:lnTo>
                    <a:pt x="1304660" y="375293"/>
                  </a:lnTo>
                  <a:lnTo>
                    <a:pt x="1310256" y="366210"/>
                  </a:lnTo>
                  <a:lnTo>
                    <a:pt x="1318554" y="351028"/>
                  </a:lnTo>
                  <a:lnTo>
                    <a:pt x="1325747" y="335846"/>
                  </a:lnTo>
                  <a:lnTo>
                    <a:pt x="1328327" y="329658"/>
                  </a:lnTo>
                  <a:lnTo>
                    <a:pt x="1332482" y="320664"/>
                  </a:lnTo>
                  <a:lnTo>
                    <a:pt x="1338502" y="305481"/>
                  </a:lnTo>
                  <a:lnTo>
                    <a:pt x="1343517" y="290300"/>
                  </a:lnTo>
                  <a:lnTo>
                    <a:pt x="1347583" y="275118"/>
                  </a:lnTo>
                  <a:lnTo>
                    <a:pt x="1350721" y="259936"/>
                  </a:lnTo>
                  <a:lnTo>
                    <a:pt x="1351995" y="251250"/>
                  </a:lnTo>
                  <a:lnTo>
                    <a:pt x="1353067" y="244754"/>
                  </a:lnTo>
                  <a:lnTo>
                    <a:pt x="1354519" y="229571"/>
                  </a:lnTo>
                  <a:lnTo>
                    <a:pt x="1354865" y="214389"/>
                  </a:lnTo>
                  <a:lnTo>
                    <a:pt x="1354039" y="199207"/>
                  </a:lnTo>
                  <a:lnTo>
                    <a:pt x="1351995" y="184387"/>
                  </a:lnTo>
                  <a:lnTo>
                    <a:pt x="1351950" y="184025"/>
                  </a:lnTo>
                  <a:lnTo>
                    <a:pt x="1348767" y="168843"/>
                  </a:lnTo>
                  <a:lnTo>
                    <a:pt x="1344098" y="153662"/>
                  </a:lnTo>
                  <a:lnTo>
                    <a:pt x="1337720" y="138479"/>
                  </a:lnTo>
                  <a:lnTo>
                    <a:pt x="1329332" y="123297"/>
                  </a:lnTo>
                  <a:lnTo>
                    <a:pt x="1328327" y="121778"/>
                  </a:lnTo>
                  <a:lnTo>
                    <a:pt x="1319135" y="108115"/>
                  </a:lnTo>
                  <a:lnTo>
                    <a:pt x="1306179" y="92933"/>
                  </a:lnTo>
                  <a:lnTo>
                    <a:pt x="1304660" y="91393"/>
                  </a:lnTo>
                  <a:lnTo>
                    <a:pt x="1290341" y="77751"/>
                  </a:lnTo>
                  <a:lnTo>
                    <a:pt x="1280981" y="70228"/>
                  </a:lnTo>
                  <a:lnTo>
                    <a:pt x="1270505" y="62568"/>
                  </a:lnTo>
                  <a:lnTo>
                    <a:pt x="1257314" y="54108"/>
                  </a:lnTo>
                  <a:lnTo>
                    <a:pt x="1245374" y="47386"/>
                  </a:lnTo>
                  <a:lnTo>
                    <a:pt x="1233647" y="41383"/>
                  </a:lnTo>
                  <a:lnTo>
                    <a:pt x="1212380" y="32204"/>
                  </a:lnTo>
                  <a:lnTo>
                    <a:pt x="1209979" y="31230"/>
                  </a:lnTo>
                  <a:lnTo>
                    <a:pt x="1186312" y="22917"/>
                  </a:lnTo>
                  <a:lnTo>
                    <a:pt x="1165012" y="17023"/>
                  </a:lnTo>
                  <a:lnTo>
                    <a:pt x="1162644" y="16378"/>
                  </a:lnTo>
                  <a:lnTo>
                    <a:pt x="1138977" y="10993"/>
                  </a:lnTo>
                  <a:lnTo>
                    <a:pt x="1115309" y="6901"/>
                  </a:lnTo>
                  <a:lnTo>
                    <a:pt x="1091631" y="3911"/>
                  </a:lnTo>
                  <a:lnTo>
                    <a:pt x="1067963" y="1870"/>
                  </a:lnTo>
                  <a:lnTo>
                    <a:pt x="1067405" y="1841"/>
                  </a:lnTo>
                  <a:lnTo>
                    <a:pt x="1044296" y="531"/>
                  </a:lnTo>
                  <a:lnTo>
                    <a:pt x="1020629" y="0"/>
                  </a:lnTo>
                  <a:lnTo>
                    <a:pt x="996961" y="220"/>
                  </a:lnTo>
                  <a:lnTo>
                    <a:pt x="973294" y="1148"/>
                  </a:lnTo>
                  <a:lnTo>
                    <a:pt x="963164" y="1841"/>
                  </a:lnTo>
                  <a:lnTo>
                    <a:pt x="949627" y="2656"/>
                  </a:lnTo>
                  <a:lnTo>
                    <a:pt x="925959" y="4672"/>
                  </a:lnTo>
                  <a:lnTo>
                    <a:pt x="902281" y="7279"/>
                  </a:lnTo>
                  <a:lnTo>
                    <a:pt x="878613" y="10495"/>
                  </a:lnTo>
                  <a:lnTo>
                    <a:pt x="854946" y="14356"/>
                  </a:lnTo>
                  <a:lnTo>
                    <a:pt x="840929" y="17023"/>
                  </a:lnTo>
                  <a:lnTo>
                    <a:pt x="831278" y="18673"/>
                  </a:lnTo>
                  <a:lnTo>
                    <a:pt x="807611" y="23291"/>
                  </a:lnTo>
                  <a:lnTo>
                    <a:pt x="783944" y="28615"/>
                  </a:lnTo>
                  <a:lnTo>
                    <a:pt x="769781" y="32204"/>
                  </a:lnTo>
                  <a:lnTo>
                    <a:pt x="760276" y="34404"/>
                  </a:lnTo>
                  <a:lnTo>
                    <a:pt x="736598" y="40478"/>
                  </a:lnTo>
                  <a:lnTo>
                    <a:pt x="713020" y="47386"/>
                  </a:lnTo>
                  <a:lnTo>
                    <a:pt x="712930" y="47411"/>
                  </a:lnTo>
                  <a:lnTo>
                    <a:pt x="689263" y="54276"/>
                  </a:lnTo>
                  <a:lnTo>
                    <a:pt x="665595" y="62104"/>
                  </a:lnTo>
                  <a:lnTo>
                    <a:pt x="664278" y="62568"/>
                  </a:lnTo>
                  <a:lnTo>
                    <a:pt x="641928" y="69918"/>
                  </a:lnTo>
                  <a:lnTo>
                    <a:pt x="620796" y="77751"/>
                  </a:lnTo>
                  <a:lnTo>
                    <a:pt x="618261" y="78637"/>
                  </a:lnTo>
                  <a:lnTo>
                    <a:pt x="594593" y="87431"/>
                  </a:lnTo>
                  <a:lnTo>
                    <a:pt x="581134" y="92933"/>
                  </a:lnTo>
                  <a:lnTo>
                    <a:pt x="570926" y="96916"/>
                  </a:lnTo>
                  <a:lnTo>
                    <a:pt x="547247" y="106976"/>
                  </a:lnTo>
                  <a:lnTo>
                    <a:pt x="544701" y="108115"/>
                  </a:lnTo>
                  <a:lnTo>
                    <a:pt x="523580" y="117211"/>
                  </a:lnTo>
                  <a:lnTo>
                    <a:pt x="510579" y="123297"/>
                  </a:lnTo>
                  <a:lnTo>
                    <a:pt x="499913" y="128143"/>
                  </a:lnTo>
                  <a:lnTo>
                    <a:pt x="478814" y="138479"/>
                  </a:lnTo>
                  <a:lnTo>
                    <a:pt x="476245" y="139711"/>
                  </a:lnTo>
                  <a:lnTo>
                    <a:pt x="452578" y="151622"/>
                  </a:lnTo>
                  <a:lnTo>
                    <a:pt x="448713" y="153662"/>
                  </a:lnTo>
                  <a:lnTo>
                    <a:pt x="428910" y="164024"/>
                  </a:lnTo>
                  <a:lnTo>
                    <a:pt x="420176" y="168843"/>
                  </a:lnTo>
                  <a:lnTo>
                    <a:pt x="405243" y="177066"/>
                  </a:lnTo>
                  <a:lnTo>
                    <a:pt x="393158" y="184025"/>
                  </a:lnTo>
                  <a:lnTo>
                    <a:pt x="381576" y="190740"/>
                  </a:lnTo>
                  <a:lnTo>
                    <a:pt x="367491" y="199207"/>
                  </a:lnTo>
                  <a:lnTo>
                    <a:pt x="357897" y="205054"/>
                  </a:lnTo>
                  <a:lnTo>
                    <a:pt x="343031" y="214389"/>
                  </a:lnTo>
                  <a:lnTo>
                    <a:pt x="334233" y="220033"/>
                  </a:lnTo>
                  <a:lnTo>
                    <a:pt x="319678" y="229571"/>
                  </a:lnTo>
                  <a:lnTo>
                    <a:pt x="310563" y="235722"/>
                  </a:lnTo>
                  <a:lnTo>
                    <a:pt x="297364" y="244754"/>
                  </a:lnTo>
                  <a:lnTo>
                    <a:pt x="286895" y="252188"/>
                  </a:lnTo>
                  <a:lnTo>
                    <a:pt x="276046" y="259936"/>
                  </a:lnTo>
                  <a:lnTo>
                    <a:pt x="263226" y="269516"/>
                  </a:lnTo>
                  <a:lnTo>
                    <a:pt x="255714" y="275118"/>
                  </a:lnTo>
                  <a:lnTo>
                    <a:pt x="239557" y="287825"/>
                  </a:lnTo>
                  <a:lnTo>
                    <a:pt x="236379" y="290300"/>
                  </a:lnTo>
                  <a:lnTo>
                    <a:pt x="217809" y="305481"/>
                  </a:lnTo>
                  <a:lnTo>
                    <a:pt x="215888" y="307129"/>
                  </a:lnTo>
                  <a:lnTo>
                    <a:pt x="199776" y="320664"/>
                  </a:lnTo>
                  <a:lnTo>
                    <a:pt x="192220" y="327502"/>
                  </a:lnTo>
                  <a:lnTo>
                    <a:pt x="182733" y="335846"/>
                  </a:lnTo>
                  <a:lnTo>
                    <a:pt x="168550" y="349393"/>
                  </a:lnTo>
                  <a:lnTo>
                    <a:pt x="166775" y="351028"/>
                  </a:lnTo>
                  <a:lnTo>
                    <a:pt x="151092" y="366210"/>
                  </a:lnTo>
                  <a:lnTo>
                    <a:pt x="144882" y="372762"/>
                  </a:lnTo>
                  <a:lnTo>
                    <a:pt x="136305" y="381392"/>
                  </a:lnTo>
                  <a:lnTo>
                    <a:pt x="122596" y="396575"/>
                  </a:lnTo>
                  <a:lnTo>
                    <a:pt x="121213" y="398202"/>
                  </a:lnTo>
                  <a:lnTo>
                    <a:pt x="109001" y="411757"/>
                  </a:lnTo>
                  <a:lnTo>
                    <a:pt x="97543" y="426089"/>
                  </a:lnTo>
                  <a:lnTo>
                    <a:pt x="96819" y="426939"/>
                  </a:lnTo>
                  <a:lnTo>
                    <a:pt x="84616" y="442120"/>
                  </a:lnTo>
                  <a:lnTo>
                    <a:pt x="73913" y="457302"/>
                  </a:lnTo>
                  <a:lnTo>
                    <a:pt x="73875" y="457359"/>
                  </a:lnTo>
                  <a:lnTo>
                    <a:pt x="63105" y="472484"/>
                  </a:lnTo>
                  <a:lnTo>
                    <a:pt x="53635" y="487667"/>
                  </a:lnTo>
                  <a:lnTo>
                    <a:pt x="50206" y="493766"/>
                  </a:lnTo>
                  <a:lnTo>
                    <a:pt x="44611" y="502849"/>
                  </a:lnTo>
                  <a:lnTo>
                    <a:pt x="36311" y="518031"/>
                  </a:lnTo>
                  <a:lnTo>
                    <a:pt x="29110" y="533213"/>
                  </a:lnTo>
                  <a:lnTo>
                    <a:pt x="26538" y="539401"/>
                  </a:lnTo>
                  <a:lnTo>
                    <a:pt x="22381" y="548395"/>
                  </a:lnTo>
                  <a:lnTo>
                    <a:pt x="16361" y="563578"/>
                  </a:lnTo>
                  <a:lnTo>
                    <a:pt x="11347" y="578759"/>
                  </a:lnTo>
                  <a:lnTo>
                    <a:pt x="7283" y="593941"/>
                  </a:lnTo>
                  <a:lnTo>
                    <a:pt x="4139" y="609123"/>
                  </a:lnTo>
                  <a:lnTo>
                    <a:pt x="2868" y="617809"/>
                  </a:lnTo>
                  <a:lnTo>
                    <a:pt x="1790" y="624305"/>
                  </a:lnTo>
                  <a:lnTo>
                    <a:pt x="343" y="639488"/>
                  </a:lnTo>
                  <a:lnTo>
                    <a:pt x="0" y="654670"/>
                  </a:lnTo>
                  <a:lnTo>
                    <a:pt x="827" y="669852"/>
                  </a:lnTo>
                  <a:lnTo>
                    <a:pt x="2868" y="684672"/>
                  </a:lnTo>
                  <a:lnTo>
                    <a:pt x="2915" y="685034"/>
                  </a:lnTo>
                  <a:lnTo>
                    <a:pt x="6097" y="700215"/>
                  </a:lnTo>
                  <a:lnTo>
                    <a:pt x="10759" y="715397"/>
                  </a:lnTo>
                  <a:lnTo>
                    <a:pt x="17137" y="730580"/>
                  </a:lnTo>
                  <a:lnTo>
                    <a:pt x="25533" y="745762"/>
                  </a:lnTo>
                  <a:lnTo>
                    <a:pt x="26538" y="747285"/>
                  </a:lnTo>
                  <a:lnTo>
                    <a:pt x="35728" y="760945"/>
                  </a:lnTo>
                  <a:lnTo>
                    <a:pt x="48686" y="776124"/>
                  </a:lnTo>
                  <a:lnTo>
                    <a:pt x="50206" y="777665"/>
                  </a:lnTo>
                  <a:lnTo>
                    <a:pt x="64515" y="791303"/>
                  </a:lnTo>
                  <a:lnTo>
                    <a:pt x="73875" y="798831"/>
                  </a:lnTo>
                  <a:lnTo>
                    <a:pt x="84353" y="806493"/>
                  </a:lnTo>
                  <a:lnTo>
                    <a:pt x="97543" y="814948"/>
                  </a:lnTo>
                  <a:lnTo>
                    <a:pt x="109485" y="821672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E52B909E-A459-DAF3-D93B-773411B07CBA}"/>
                </a:ext>
              </a:extLst>
            </p:cNvPr>
            <p:cNvSpPr/>
            <p:nvPr/>
          </p:nvSpPr>
          <p:spPr>
            <a:xfrm>
              <a:off x="4266769" y="3250648"/>
              <a:ext cx="1127647" cy="723312"/>
            </a:xfrm>
            <a:custGeom>
              <a:avLst/>
              <a:gdLst>
                <a:gd name="csX0" fmla="*/ 99375 w 1127647"/>
                <a:gd name="csY0" fmla="*/ 688074 h 723312"/>
                <a:gd name="csX1" fmla="*/ 102284 w 1127647"/>
                <a:gd name="csY1" fmla="*/ 689493 h 723312"/>
                <a:gd name="csX2" fmla="*/ 125952 w 1127647"/>
                <a:gd name="csY2" fmla="*/ 699344 h 723312"/>
                <a:gd name="csX3" fmla="*/ 137715 w 1127647"/>
                <a:gd name="csY3" fmla="*/ 703253 h 723312"/>
                <a:gd name="csX4" fmla="*/ 149622 w 1127647"/>
                <a:gd name="csY4" fmla="*/ 706973 h 723312"/>
                <a:gd name="csX5" fmla="*/ 173290 w 1127647"/>
                <a:gd name="csY5" fmla="*/ 712814 h 723312"/>
                <a:gd name="csX6" fmla="*/ 196959 w 1127647"/>
                <a:gd name="csY6" fmla="*/ 717114 h 723312"/>
                <a:gd name="csX7" fmla="*/ 207060 w 1127647"/>
                <a:gd name="csY7" fmla="*/ 718432 h 723312"/>
                <a:gd name="csX8" fmla="*/ 220628 w 1127647"/>
                <a:gd name="csY8" fmla="*/ 720208 h 723312"/>
                <a:gd name="csX9" fmla="*/ 244292 w 1127647"/>
                <a:gd name="csY9" fmla="*/ 722230 h 723312"/>
                <a:gd name="csX10" fmla="*/ 267971 w 1127647"/>
                <a:gd name="csY10" fmla="*/ 723224 h 723312"/>
                <a:gd name="csX11" fmla="*/ 291638 w 1127647"/>
                <a:gd name="csY11" fmla="*/ 723313 h 723312"/>
                <a:gd name="csX12" fmla="*/ 315306 w 1127647"/>
                <a:gd name="csY12" fmla="*/ 722565 h 723312"/>
                <a:gd name="csX13" fmla="*/ 338973 w 1127647"/>
                <a:gd name="csY13" fmla="*/ 721034 h 723312"/>
                <a:gd name="csX14" fmla="*/ 362641 w 1127647"/>
                <a:gd name="csY14" fmla="*/ 718734 h 723312"/>
                <a:gd name="csX15" fmla="*/ 364897 w 1127647"/>
                <a:gd name="csY15" fmla="*/ 718432 h 723312"/>
                <a:gd name="csX16" fmla="*/ 386308 w 1127647"/>
                <a:gd name="csY16" fmla="*/ 715908 h 723312"/>
                <a:gd name="csX17" fmla="*/ 409975 w 1127647"/>
                <a:gd name="csY17" fmla="*/ 712445 h 723312"/>
                <a:gd name="csX18" fmla="*/ 433643 w 1127647"/>
                <a:gd name="csY18" fmla="*/ 708268 h 723312"/>
                <a:gd name="csX19" fmla="*/ 457321 w 1127647"/>
                <a:gd name="csY19" fmla="*/ 703331 h 723312"/>
                <a:gd name="csX20" fmla="*/ 457668 w 1127647"/>
                <a:gd name="csY20" fmla="*/ 703253 h 723312"/>
                <a:gd name="csX21" fmla="*/ 480989 w 1127647"/>
                <a:gd name="csY21" fmla="*/ 698149 h 723312"/>
                <a:gd name="csX22" fmla="*/ 504656 w 1127647"/>
                <a:gd name="csY22" fmla="*/ 692218 h 723312"/>
                <a:gd name="csX23" fmla="*/ 519310 w 1127647"/>
                <a:gd name="csY23" fmla="*/ 688074 h 723312"/>
                <a:gd name="csX24" fmla="*/ 528323 w 1127647"/>
                <a:gd name="csY24" fmla="*/ 685684 h 723312"/>
                <a:gd name="csX25" fmla="*/ 551991 w 1127647"/>
                <a:gd name="csY25" fmla="*/ 678726 h 723312"/>
                <a:gd name="csX26" fmla="*/ 569716 w 1127647"/>
                <a:gd name="csY26" fmla="*/ 672891 h 723312"/>
                <a:gd name="csX27" fmla="*/ 575658 w 1127647"/>
                <a:gd name="csY27" fmla="*/ 671032 h 723312"/>
                <a:gd name="csX28" fmla="*/ 599326 w 1127647"/>
                <a:gd name="csY28" fmla="*/ 662982 h 723312"/>
                <a:gd name="csX29" fmla="*/ 613388 w 1127647"/>
                <a:gd name="csY29" fmla="*/ 657709 h 723312"/>
                <a:gd name="csX30" fmla="*/ 622993 w 1127647"/>
                <a:gd name="csY30" fmla="*/ 654242 h 723312"/>
                <a:gd name="csX31" fmla="*/ 646672 w 1127647"/>
                <a:gd name="csY31" fmla="*/ 644947 h 723312"/>
                <a:gd name="csX32" fmla="*/ 652424 w 1127647"/>
                <a:gd name="csY32" fmla="*/ 642527 h 723312"/>
                <a:gd name="csX33" fmla="*/ 670339 w 1127647"/>
                <a:gd name="csY33" fmla="*/ 635202 h 723312"/>
                <a:gd name="csX34" fmla="*/ 687964 w 1127647"/>
                <a:gd name="csY34" fmla="*/ 627344 h 723312"/>
                <a:gd name="csX35" fmla="*/ 694006 w 1127647"/>
                <a:gd name="csY35" fmla="*/ 624705 h 723312"/>
                <a:gd name="csX36" fmla="*/ 717674 w 1127647"/>
                <a:gd name="csY36" fmla="*/ 613649 h 723312"/>
                <a:gd name="csX37" fmla="*/ 720689 w 1127647"/>
                <a:gd name="csY37" fmla="*/ 612163 h 723312"/>
                <a:gd name="csX38" fmla="*/ 741341 w 1127647"/>
                <a:gd name="csY38" fmla="*/ 602107 h 723312"/>
                <a:gd name="csX39" fmla="*/ 751226 w 1127647"/>
                <a:gd name="csY39" fmla="*/ 596981 h 723312"/>
                <a:gd name="csX40" fmla="*/ 765009 w 1127647"/>
                <a:gd name="csY40" fmla="*/ 589839 h 723312"/>
                <a:gd name="csX41" fmla="*/ 779696 w 1127647"/>
                <a:gd name="csY41" fmla="*/ 581799 h 723312"/>
                <a:gd name="csX42" fmla="*/ 788676 w 1127647"/>
                <a:gd name="csY42" fmla="*/ 576852 h 723312"/>
                <a:gd name="csX43" fmla="*/ 806413 w 1127647"/>
                <a:gd name="csY43" fmla="*/ 566617 h 723312"/>
                <a:gd name="csX44" fmla="*/ 812355 w 1127647"/>
                <a:gd name="csY44" fmla="*/ 563143 h 723312"/>
                <a:gd name="csX45" fmla="*/ 831588 w 1127647"/>
                <a:gd name="csY45" fmla="*/ 551435 h 723312"/>
                <a:gd name="csX46" fmla="*/ 836022 w 1127647"/>
                <a:gd name="csY46" fmla="*/ 548680 h 723312"/>
                <a:gd name="csX47" fmla="*/ 855389 w 1127647"/>
                <a:gd name="csY47" fmla="*/ 536252 h 723312"/>
                <a:gd name="csX48" fmla="*/ 859689 w 1127647"/>
                <a:gd name="csY48" fmla="*/ 533413 h 723312"/>
                <a:gd name="csX49" fmla="*/ 877940 w 1127647"/>
                <a:gd name="csY49" fmla="*/ 521070 h 723312"/>
                <a:gd name="csX50" fmla="*/ 883357 w 1127647"/>
                <a:gd name="csY50" fmla="*/ 517265 h 723312"/>
                <a:gd name="csX51" fmla="*/ 899317 w 1127647"/>
                <a:gd name="csY51" fmla="*/ 505888 h 723312"/>
                <a:gd name="csX52" fmla="*/ 907024 w 1127647"/>
                <a:gd name="csY52" fmla="*/ 500128 h 723312"/>
                <a:gd name="csX53" fmla="*/ 919556 w 1127647"/>
                <a:gd name="csY53" fmla="*/ 490707 h 723312"/>
                <a:gd name="csX54" fmla="*/ 930692 w 1127647"/>
                <a:gd name="csY54" fmla="*/ 481861 h 723312"/>
                <a:gd name="csX55" fmla="*/ 938689 w 1127647"/>
                <a:gd name="csY55" fmla="*/ 475525 h 723312"/>
                <a:gd name="csX56" fmla="*/ 954359 w 1127647"/>
                <a:gd name="csY56" fmla="*/ 462279 h 723312"/>
                <a:gd name="csX57" fmla="*/ 956682 w 1127647"/>
                <a:gd name="csY57" fmla="*/ 460342 h 723312"/>
                <a:gd name="csX58" fmla="*/ 973916 w 1127647"/>
                <a:gd name="csY58" fmla="*/ 445160 h 723312"/>
                <a:gd name="csX59" fmla="*/ 978026 w 1127647"/>
                <a:gd name="csY59" fmla="*/ 441282 h 723312"/>
                <a:gd name="csX60" fmla="*/ 990279 w 1127647"/>
                <a:gd name="csY60" fmla="*/ 429978 h 723312"/>
                <a:gd name="csX61" fmla="*/ 1001705 w 1127647"/>
                <a:gd name="csY61" fmla="*/ 418486 h 723312"/>
                <a:gd name="csX62" fmla="*/ 1005469 w 1127647"/>
                <a:gd name="csY62" fmla="*/ 414796 h 723312"/>
                <a:gd name="csX63" fmla="*/ 1019966 w 1127647"/>
                <a:gd name="csY63" fmla="*/ 399614 h 723312"/>
                <a:gd name="csX64" fmla="*/ 1025372 w 1127647"/>
                <a:gd name="csY64" fmla="*/ 393446 h 723312"/>
                <a:gd name="csX65" fmla="*/ 1033593 w 1127647"/>
                <a:gd name="csY65" fmla="*/ 384431 h 723312"/>
                <a:gd name="csX66" fmla="*/ 1046136 w 1127647"/>
                <a:gd name="csY66" fmla="*/ 369249 h 723312"/>
                <a:gd name="csX67" fmla="*/ 1049040 w 1127647"/>
                <a:gd name="csY67" fmla="*/ 365438 h 723312"/>
                <a:gd name="csX68" fmla="*/ 1058131 w 1127647"/>
                <a:gd name="csY68" fmla="*/ 354068 h 723312"/>
                <a:gd name="csX69" fmla="*/ 1068977 w 1127647"/>
                <a:gd name="csY69" fmla="*/ 338886 h 723312"/>
                <a:gd name="csX70" fmla="*/ 1072707 w 1127647"/>
                <a:gd name="csY70" fmla="*/ 333108 h 723312"/>
                <a:gd name="csX71" fmla="*/ 1079163 w 1127647"/>
                <a:gd name="csY71" fmla="*/ 323704 h 723312"/>
                <a:gd name="csX72" fmla="*/ 1088422 w 1127647"/>
                <a:gd name="csY72" fmla="*/ 308522 h 723312"/>
                <a:gd name="csX73" fmla="*/ 1096374 w 1127647"/>
                <a:gd name="csY73" fmla="*/ 293562 h 723312"/>
                <a:gd name="csX74" fmla="*/ 1096497 w 1127647"/>
                <a:gd name="csY74" fmla="*/ 293339 h 723312"/>
                <a:gd name="csX75" fmla="*/ 1104182 w 1127647"/>
                <a:gd name="csY75" fmla="*/ 278157 h 723312"/>
                <a:gd name="csX76" fmla="*/ 1110693 w 1127647"/>
                <a:gd name="csY76" fmla="*/ 262975 h 723312"/>
                <a:gd name="csX77" fmla="*/ 1116110 w 1127647"/>
                <a:gd name="csY77" fmla="*/ 247793 h 723312"/>
                <a:gd name="csX78" fmla="*/ 1120042 w 1127647"/>
                <a:gd name="csY78" fmla="*/ 234060 h 723312"/>
                <a:gd name="csX79" fmla="*/ 1120500 w 1127647"/>
                <a:gd name="csY79" fmla="*/ 232611 h 723312"/>
                <a:gd name="csX80" fmla="*/ 1124085 w 1127647"/>
                <a:gd name="csY80" fmla="*/ 217430 h 723312"/>
                <a:gd name="csX81" fmla="*/ 1126487 w 1127647"/>
                <a:gd name="csY81" fmla="*/ 202247 h 723312"/>
                <a:gd name="csX82" fmla="*/ 1127648 w 1127647"/>
                <a:gd name="csY82" fmla="*/ 187065 h 723312"/>
                <a:gd name="csX83" fmla="*/ 1127514 w 1127647"/>
                <a:gd name="csY83" fmla="*/ 171883 h 723312"/>
                <a:gd name="csX84" fmla="*/ 1125950 w 1127647"/>
                <a:gd name="csY84" fmla="*/ 156701 h 723312"/>
                <a:gd name="csX85" fmla="*/ 1122812 w 1127647"/>
                <a:gd name="csY85" fmla="*/ 141518 h 723312"/>
                <a:gd name="csX86" fmla="*/ 1120042 w 1127647"/>
                <a:gd name="csY86" fmla="*/ 132815 h 723312"/>
                <a:gd name="csX87" fmla="*/ 1117987 w 1127647"/>
                <a:gd name="csY87" fmla="*/ 126336 h 723312"/>
                <a:gd name="csX88" fmla="*/ 1111285 w 1127647"/>
                <a:gd name="csY88" fmla="*/ 111154 h 723312"/>
                <a:gd name="csX89" fmla="*/ 1102171 w 1127647"/>
                <a:gd name="csY89" fmla="*/ 95972 h 723312"/>
                <a:gd name="csX90" fmla="*/ 1096374 w 1127647"/>
                <a:gd name="csY90" fmla="*/ 88336 h 723312"/>
                <a:gd name="csX91" fmla="*/ 1090287 w 1127647"/>
                <a:gd name="csY91" fmla="*/ 80791 h 723312"/>
                <a:gd name="csX92" fmla="*/ 1074930 w 1127647"/>
                <a:gd name="csY92" fmla="*/ 65609 h 723312"/>
                <a:gd name="csX93" fmla="*/ 1072707 w 1127647"/>
                <a:gd name="csY93" fmla="*/ 63742 h 723312"/>
                <a:gd name="csX94" fmla="*/ 1054937 w 1127647"/>
                <a:gd name="csY94" fmla="*/ 50426 h 723312"/>
                <a:gd name="csX95" fmla="*/ 1049040 w 1127647"/>
                <a:gd name="csY95" fmla="*/ 46639 h 723312"/>
                <a:gd name="csX96" fmla="*/ 1028276 w 1127647"/>
                <a:gd name="csY96" fmla="*/ 35244 h 723312"/>
                <a:gd name="csX97" fmla="*/ 1025372 w 1127647"/>
                <a:gd name="csY97" fmla="*/ 33820 h 723312"/>
                <a:gd name="csX98" fmla="*/ 1001705 w 1127647"/>
                <a:gd name="csY98" fmla="*/ 23969 h 723312"/>
                <a:gd name="csX99" fmla="*/ 989933 w 1127647"/>
                <a:gd name="csY99" fmla="*/ 20062 h 723312"/>
                <a:gd name="csX100" fmla="*/ 978026 w 1127647"/>
                <a:gd name="csY100" fmla="*/ 16345 h 723312"/>
                <a:gd name="csX101" fmla="*/ 954359 w 1127647"/>
                <a:gd name="csY101" fmla="*/ 10498 h 723312"/>
                <a:gd name="csX102" fmla="*/ 930692 w 1127647"/>
                <a:gd name="csY102" fmla="*/ 6201 h 723312"/>
                <a:gd name="csX103" fmla="*/ 920595 w 1127647"/>
                <a:gd name="csY103" fmla="*/ 4880 h 723312"/>
                <a:gd name="csX104" fmla="*/ 907024 w 1127647"/>
                <a:gd name="csY104" fmla="*/ 3106 h 723312"/>
                <a:gd name="csX105" fmla="*/ 883357 w 1127647"/>
                <a:gd name="csY105" fmla="*/ 1092 h 723312"/>
                <a:gd name="csX106" fmla="*/ 859689 w 1127647"/>
                <a:gd name="csY106" fmla="*/ 90 h 723312"/>
                <a:gd name="csX107" fmla="*/ 836022 w 1127647"/>
                <a:gd name="csY107" fmla="*/ 0 h 723312"/>
                <a:gd name="csX108" fmla="*/ 812355 w 1127647"/>
                <a:gd name="csY108" fmla="*/ 747 h 723312"/>
                <a:gd name="csX109" fmla="*/ 788676 w 1127647"/>
                <a:gd name="csY109" fmla="*/ 2285 h 723312"/>
                <a:gd name="csX110" fmla="*/ 765009 w 1127647"/>
                <a:gd name="csY110" fmla="*/ 4588 h 723312"/>
                <a:gd name="csX111" fmla="*/ 762752 w 1127647"/>
                <a:gd name="csY111" fmla="*/ 4880 h 723312"/>
                <a:gd name="csX112" fmla="*/ 741341 w 1127647"/>
                <a:gd name="csY112" fmla="*/ 7405 h 723312"/>
                <a:gd name="csX113" fmla="*/ 717674 w 1127647"/>
                <a:gd name="csY113" fmla="*/ 10877 h 723312"/>
                <a:gd name="csX114" fmla="*/ 694006 w 1127647"/>
                <a:gd name="csY114" fmla="*/ 15054 h 723312"/>
                <a:gd name="csX115" fmla="*/ 670339 w 1127647"/>
                <a:gd name="csY115" fmla="*/ 19980 h 723312"/>
                <a:gd name="csX116" fmla="*/ 669993 w 1127647"/>
                <a:gd name="csY116" fmla="*/ 20062 h 723312"/>
                <a:gd name="csX117" fmla="*/ 646672 w 1127647"/>
                <a:gd name="csY117" fmla="*/ 25164 h 723312"/>
                <a:gd name="csX118" fmla="*/ 622993 w 1127647"/>
                <a:gd name="csY118" fmla="*/ 31103 h 723312"/>
                <a:gd name="csX119" fmla="*/ 608339 w 1127647"/>
                <a:gd name="csY119" fmla="*/ 35244 h 723312"/>
                <a:gd name="csX120" fmla="*/ 599326 w 1127647"/>
                <a:gd name="csY120" fmla="*/ 37635 h 723312"/>
                <a:gd name="csX121" fmla="*/ 575658 w 1127647"/>
                <a:gd name="csY121" fmla="*/ 44593 h 723312"/>
                <a:gd name="csX122" fmla="*/ 557933 w 1127647"/>
                <a:gd name="csY122" fmla="*/ 50426 h 723312"/>
                <a:gd name="csX123" fmla="*/ 551991 w 1127647"/>
                <a:gd name="csY123" fmla="*/ 52285 h 723312"/>
                <a:gd name="csX124" fmla="*/ 528323 w 1127647"/>
                <a:gd name="csY124" fmla="*/ 60336 h 723312"/>
                <a:gd name="csX125" fmla="*/ 514273 w 1127647"/>
                <a:gd name="csY125" fmla="*/ 65609 h 723312"/>
                <a:gd name="csX126" fmla="*/ 504656 w 1127647"/>
                <a:gd name="csY126" fmla="*/ 69075 h 723312"/>
                <a:gd name="csX127" fmla="*/ 480989 w 1127647"/>
                <a:gd name="csY127" fmla="*/ 78369 h 723312"/>
                <a:gd name="csX128" fmla="*/ 475237 w 1127647"/>
                <a:gd name="csY128" fmla="*/ 80791 h 723312"/>
                <a:gd name="csX129" fmla="*/ 457321 w 1127647"/>
                <a:gd name="csY129" fmla="*/ 88116 h 723312"/>
                <a:gd name="csX130" fmla="*/ 439696 w 1127647"/>
                <a:gd name="csY130" fmla="*/ 95972 h 723312"/>
                <a:gd name="csX131" fmla="*/ 433643 w 1127647"/>
                <a:gd name="csY131" fmla="*/ 98612 h 723312"/>
                <a:gd name="csX132" fmla="*/ 409975 w 1127647"/>
                <a:gd name="csY132" fmla="*/ 109669 h 723312"/>
                <a:gd name="csX133" fmla="*/ 406960 w 1127647"/>
                <a:gd name="csY133" fmla="*/ 111154 h 723312"/>
                <a:gd name="csX134" fmla="*/ 386308 w 1127647"/>
                <a:gd name="csY134" fmla="*/ 121211 h 723312"/>
                <a:gd name="csX135" fmla="*/ 376434 w 1127647"/>
                <a:gd name="csY135" fmla="*/ 126336 h 723312"/>
                <a:gd name="csX136" fmla="*/ 362641 w 1127647"/>
                <a:gd name="csY136" fmla="*/ 133479 h 723312"/>
                <a:gd name="csX137" fmla="*/ 347953 w 1127647"/>
                <a:gd name="csY137" fmla="*/ 141518 h 723312"/>
                <a:gd name="csX138" fmla="*/ 338973 w 1127647"/>
                <a:gd name="csY138" fmla="*/ 146464 h 723312"/>
                <a:gd name="csX139" fmla="*/ 321237 w 1127647"/>
                <a:gd name="csY139" fmla="*/ 156701 h 723312"/>
                <a:gd name="csX140" fmla="*/ 315306 w 1127647"/>
                <a:gd name="csY140" fmla="*/ 160174 h 723312"/>
                <a:gd name="csX141" fmla="*/ 296061 w 1127647"/>
                <a:gd name="csY141" fmla="*/ 171883 h 723312"/>
                <a:gd name="csX142" fmla="*/ 291638 w 1127647"/>
                <a:gd name="csY142" fmla="*/ 174637 h 723312"/>
                <a:gd name="csX143" fmla="*/ 272260 w 1127647"/>
                <a:gd name="csY143" fmla="*/ 187065 h 723312"/>
                <a:gd name="csX144" fmla="*/ 267971 w 1127647"/>
                <a:gd name="csY144" fmla="*/ 189904 h 723312"/>
                <a:gd name="csX145" fmla="*/ 249709 w 1127647"/>
                <a:gd name="csY145" fmla="*/ 202247 h 723312"/>
                <a:gd name="csX146" fmla="*/ 244292 w 1127647"/>
                <a:gd name="csY146" fmla="*/ 206053 h 723312"/>
                <a:gd name="csX147" fmla="*/ 228343 w 1127647"/>
                <a:gd name="csY147" fmla="*/ 217430 h 723312"/>
                <a:gd name="csX148" fmla="*/ 220628 w 1127647"/>
                <a:gd name="csY148" fmla="*/ 223189 h 723312"/>
                <a:gd name="csX149" fmla="*/ 208094 w 1127647"/>
                <a:gd name="csY149" fmla="*/ 232611 h 723312"/>
                <a:gd name="csX150" fmla="*/ 196959 w 1127647"/>
                <a:gd name="csY150" fmla="*/ 241456 h 723312"/>
                <a:gd name="csX151" fmla="*/ 188967 w 1127647"/>
                <a:gd name="csY151" fmla="*/ 247793 h 723312"/>
                <a:gd name="csX152" fmla="*/ 173290 w 1127647"/>
                <a:gd name="csY152" fmla="*/ 261038 h 723312"/>
                <a:gd name="csX153" fmla="*/ 170975 w 1127647"/>
                <a:gd name="csY153" fmla="*/ 262975 h 723312"/>
                <a:gd name="csX154" fmla="*/ 153736 w 1127647"/>
                <a:gd name="csY154" fmla="*/ 278157 h 723312"/>
                <a:gd name="csX155" fmla="*/ 149622 w 1127647"/>
                <a:gd name="csY155" fmla="*/ 282035 h 723312"/>
                <a:gd name="csX156" fmla="*/ 137373 w 1127647"/>
                <a:gd name="csY156" fmla="*/ 293339 h 723312"/>
                <a:gd name="csX157" fmla="*/ 125952 w 1127647"/>
                <a:gd name="csY157" fmla="*/ 304831 h 723312"/>
                <a:gd name="csX158" fmla="*/ 122179 w 1127647"/>
                <a:gd name="csY158" fmla="*/ 308522 h 723312"/>
                <a:gd name="csX159" fmla="*/ 107688 w 1127647"/>
                <a:gd name="csY159" fmla="*/ 323704 h 723312"/>
                <a:gd name="csX160" fmla="*/ 102284 w 1127647"/>
                <a:gd name="csY160" fmla="*/ 329871 h 723312"/>
                <a:gd name="csX161" fmla="*/ 94064 w 1127647"/>
                <a:gd name="csY161" fmla="*/ 338886 h 723312"/>
                <a:gd name="csX162" fmla="*/ 81511 w 1127647"/>
                <a:gd name="csY162" fmla="*/ 354068 h 723312"/>
                <a:gd name="csX163" fmla="*/ 78615 w 1127647"/>
                <a:gd name="csY163" fmla="*/ 357879 h 723312"/>
                <a:gd name="csX164" fmla="*/ 69520 w 1127647"/>
                <a:gd name="csY164" fmla="*/ 369249 h 723312"/>
                <a:gd name="csX165" fmla="*/ 58674 w 1127647"/>
                <a:gd name="csY165" fmla="*/ 384431 h 723312"/>
                <a:gd name="csX166" fmla="*/ 54945 w 1127647"/>
                <a:gd name="csY166" fmla="*/ 390209 h 723312"/>
                <a:gd name="csX167" fmla="*/ 48490 w 1127647"/>
                <a:gd name="csY167" fmla="*/ 399614 h 723312"/>
                <a:gd name="csX168" fmla="*/ 39232 w 1127647"/>
                <a:gd name="csY168" fmla="*/ 414796 h 723312"/>
                <a:gd name="csX169" fmla="*/ 31277 w 1127647"/>
                <a:gd name="csY169" fmla="*/ 429756 h 723312"/>
                <a:gd name="csX170" fmla="*/ 31150 w 1127647"/>
                <a:gd name="csY170" fmla="*/ 429978 h 723312"/>
                <a:gd name="csX171" fmla="*/ 23469 w 1127647"/>
                <a:gd name="csY171" fmla="*/ 445160 h 723312"/>
                <a:gd name="csX172" fmla="*/ 16957 w 1127647"/>
                <a:gd name="csY172" fmla="*/ 460342 h 723312"/>
                <a:gd name="csX173" fmla="*/ 11544 w 1127647"/>
                <a:gd name="csY173" fmla="*/ 475525 h 723312"/>
                <a:gd name="csX174" fmla="*/ 7608 w 1127647"/>
                <a:gd name="csY174" fmla="*/ 489257 h 723312"/>
                <a:gd name="csX175" fmla="*/ 7154 w 1127647"/>
                <a:gd name="csY175" fmla="*/ 490707 h 723312"/>
                <a:gd name="csX176" fmla="*/ 3563 w 1127647"/>
                <a:gd name="csY176" fmla="*/ 505888 h 723312"/>
                <a:gd name="csX177" fmla="*/ 1165 w 1127647"/>
                <a:gd name="csY177" fmla="*/ 521070 h 723312"/>
                <a:gd name="csX178" fmla="*/ 0 w 1127647"/>
                <a:gd name="csY178" fmla="*/ 536252 h 723312"/>
                <a:gd name="csX179" fmla="*/ 142 w 1127647"/>
                <a:gd name="csY179" fmla="*/ 551435 h 723312"/>
                <a:gd name="csX180" fmla="*/ 1703 w 1127647"/>
                <a:gd name="csY180" fmla="*/ 566617 h 723312"/>
                <a:gd name="csX181" fmla="*/ 4844 w 1127647"/>
                <a:gd name="csY181" fmla="*/ 581799 h 723312"/>
                <a:gd name="csX182" fmla="*/ 7608 w 1127647"/>
                <a:gd name="csY182" fmla="*/ 590502 h 723312"/>
                <a:gd name="csX183" fmla="*/ 9667 w 1127647"/>
                <a:gd name="csY183" fmla="*/ 596981 h 723312"/>
                <a:gd name="csX184" fmla="*/ 16367 w 1127647"/>
                <a:gd name="csY184" fmla="*/ 612163 h 723312"/>
                <a:gd name="csX185" fmla="*/ 25482 w 1127647"/>
                <a:gd name="csY185" fmla="*/ 627344 h 723312"/>
                <a:gd name="csX186" fmla="*/ 31277 w 1127647"/>
                <a:gd name="csY186" fmla="*/ 634982 h 723312"/>
                <a:gd name="csX187" fmla="*/ 37367 w 1127647"/>
                <a:gd name="csY187" fmla="*/ 642527 h 723312"/>
                <a:gd name="csX188" fmla="*/ 52725 w 1127647"/>
                <a:gd name="csY188" fmla="*/ 657709 h 723312"/>
                <a:gd name="csX189" fmla="*/ 54945 w 1127647"/>
                <a:gd name="csY189" fmla="*/ 659575 h 723312"/>
                <a:gd name="csX190" fmla="*/ 72710 w 1127647"/>
                <a:gd name="csY190" fmla="*/ 672891 h 723312"/>
                <a:gd name="csX191" fmla="*/ 78615 w 1127647"/>
                <a:gd name="csY191" fmla="*/ 676682 h 723312"/>
                <a:gd name="csX192" fmla="*/ 99375 w 1127647"/>
                <a:gd name="csY192" fmla="*/ 688074 h 723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27647" h="723312">
                  <a:moveTo>
                    <a:pt x="99375" y="688074"/>
                  </a:moveTo>
                  <a:lnTo>
                    <a:pt x="102284" y="689493"/>
                  </a:lnTo>
                  <a:lnTo>
                    <a:pt x="125952" y="699344"/>
                  </a:lnTo>
                  <a:lnTo>
                    <a:pt x="137715" y="703253"/>
                  </a:lnTo>
                  <a:lnTo>
                    <a:pt x="149622" y="706973"/>
                  </a:lnTo>
                  <a:lnTo>
                    <a:pt x="173290" y="712814"/>
                  </a:lnTo>
                  <a:lnTo>
                    <a:pt x="196959" y="717114"/>
                  </a:lnTo>
                  <a:lnTo>
                    <a:pt x="207060" y="718432"/>
                  </a:lnTo>
                  <a:lnTo>
                    <a:pt x="220628" y="720208"/>
                  </a:lnTo>
                  <a:lnTo>
                    <a:pt x="244292" y="722230"/>
                  </a:lnTo>
                  <a:lnTo>
                    <a:pt x="267971" y="723224"/>
                  </a:lnTo>
                  <a:lnTo>
                    <a:pt x="291638" y="723313"/>
                  </a:lnTo>
                  <a:lnTo>
                    <a:pt x="315306" y="722565"/>
                  </a:lnTo>
                  <a:lnTo>
                    <a:pt x="338973" y="721034"/>
                  </a:lnTo>
                  <a:lnTo>
                    <a:pt x="362641" y="718734"/>
                  </a:lnTo>
                  <a:lnTo>
                    <a:pt x="364897" y="718432"/>
                  </a:lnTo>
                  <a:lnTo>
                    <a:pt x="386308" y="715908"/>
                  </a:lnTo>
                  <a:lnTo>
                    <a:pt x="409975" y="712445"/>
                  </a:lnTo>
                  <a:lnTo>
                    <a:pt x="433643" y="708268"/>
                  </a:lnTo>
                  <a:lnTo>
                    <a:pt x="457321" y="703331"/>
                  </a:lnTo>
                  <a:lnTo>
                    <a:pt x="457668" y="703253"/>
                  </a:lnTo>
                  <a:lnTo>
                    <a:pt x="480989" y="698149"/>
                  </a:lnTo>
                  <a:lnTo>
                    <a:pt x="504656" y="692218"/>
                  </a:lnTo>
                  <a:lnTo>
                    <a:pt x="519310" y="688074"/>
                  </a:lnTo>
                  <a:lnTo>
                    <a:pt x="528323" y="685684"/>
                  </a:lnTo>
                  <a:lnTo>
                    <a:pt x="551991" y="678726"/>
                  </a:lnTo>
                  <a:lnTo>
                    <a:pt x="569716" y="672891"/>
                  </a:lnTo>
                  <a:lnTo>
                    <a:pt x="575658" y="671032"/>
                  </a:lnTo>
                  <a:lnTo>
                    <a:pt x="599326" y="662982"/>
                  </a:lnTo>
                  <a:lnTo>
                    <a:pt x="613388" y="657709"/>
                  </a:lnTo>
                  <a:lnTo>
                    <a:pt x="622993" y="654242"/>
                  </a:lnTo>
                  <a:lnTo>
                    <a:pt x="646672" y="644947"/>
                  </a:lnTo>
                  <a:lnTo>
                    <a:pt x="652424" y="642527"/>
                  </a:lnTo>
                  <a:lnTo>
                    <a:pt x="670339" y="635202"/>
                  </a:lnTo>
                  <a:lnTo>
                    <a:pt x="687964" y="627344"/>
                  </a:lnTo>
                  <a:lnTo>
                    <a:pt x="694006" y="624705"/>
                  </a:lnTo>
                  <a:lnTo>
                    <a:pt x="717674" y="613649"/>
                  </a:lnTo>
                  <a:lnTo>
                    <a:pt x="720689" y="612163"/>
                  </a:lnTo>
                  <a:lnTo>
                    <a:pt x="741341" y="602107"/>
                  </a:lnTo>
                  <a:lnTo>
                    <a:pt x="751226" y="596981"/>
                  </a:lnTo>
                  <a:lnTo>
                    <a:pt x="765009" y="589839"/>
                  </a:lnTo>
                  <a:lnTo>
                    <a:pt x="779696" y="581799"/>
                  </a:lnTo>
                  <a:lnTo>
                    <a:pt x="788676" y="576852"/>
                  </a:lnTo>
                  <a:lnTo>
                    <a:pt x="806413" y="566617"/>
                  </a:lnTo>
                  <a:lnTo>
                    <a:pt x="812355" y="563143"/>
                  </a:lnTo>
                  <a:lnTo>
                    <a:pt x="831588" y="551435"/>
                  </a:lnTo>
                  <a:lnTo>
                    <a:pt x="836022" y="548680"/>
                  </a:lnTo>
                  <a:lnTo>
                    <a:pt x="855389" y="536252"/>
                  </a:lnTo>
                  <a:lnTo>
                    <a:pt x="859689" y="533413"/>
                  </a:lnTo>
                  <a:lnTo>
                    <a:pt x="877940" y="521070"/>
                  </a:lnTo>
                  <a:lnTo>
                    <a:pt x="883357" y="517265"/>
                  </a:lnTo>
                  <a:lnTo>
                    <a:pt x="899317" y="505888"/>
                  </a:lnTo>
                  <a:lnTo>
                    <a:pt x="907024" y="500128"/>
                  </a:lnTo>
                  <a:lnTo>
                    <a:pt x="919556" y="490707"/>
                  </a:lnTo>
                  <a:lnTo>
                    <a:pt x="930692" y="481861"/>
                  </a:lnTo>
                  <a:lnTo>
                    <a:pt x="938689" y="475525"/>
                  </a:lnTo>
                  <a:lnTo>
                    <a:pt x="954359" y="462279"/>
                  </a:lnTo>
                  <a:lnTo>
                    <a:pt x="956682" y="460342"/>
                  </a:lnTo>
                  <a:lnTo>
                    <a:pt x="973916" y="445160"/>
                  </a:lnTo>
                  <a:lnTo>
                    <a:pt x="978026" y="441282"/>
                  </a:lnTo>
                  <a:lnTo>
                    <a:pt x="990279" y="429978"/>
                  </a:lnTo>
                  <a:lnTo>
                    <a:pt x="1001705" y="418486"/>
                  </a:lnTo>
                  <a:lnTo>
                    <a:pt x="1005469" y="414796"/>
                  </a:lnTo>
                  <a:lnTo>
                    <a:pt x="1019966" y="399614"/>
                  </a:lnTo>
                  <a:lnTo>
                    <a:pt x="1025372" y="393446"/>
                  </a:lnTo>
                  <a:lnTo>
                    <a:pt x="1033593" y="384431"/>
                  </a:lnTo>
                  <a:lnTo>
                    <a:pt x="1046136" y="369249"/>
                  </a:lnTo>
                  <a:lnTo>
                    <a:pt x="1049040" y="365438"/>
                  </a:lnTo>
                  <a:lnTo>
                    <a:pt x="1058131" y="354068"/>
                  </a:lnTo>
                  <a:lnTo>
                    <a:pt x="1068977" y="338886"/>
                  </a:lnTo>
                  <a:lnTo>
                    <a:pt x="1072707" y="333108"/>
                  </a:lnTo>
                  <a:lnTo>
                    <a:pt x="1079163" y="323704"/>
                  </a:lnTo>
                  <a:lnTo>
                    <a:pt x="1088422" y="308522"/>
                  </a:lnTo>
                  <a:lnTo>
                    <a:pt x="1096374" y="293562"/>
                  </a:lnTo>
                  <a:lnTo>
                    <a:pt x="1096497" y="293339"/>
                  </a:lnTo>
                  <a:lnTo>
                    <a:pt x="1104182" y="278157"/>
                  </a:lnTo>
                  <a:lnTo>
                    <a:pt x="1110693" y="262975"/>
                  </a:lnTo>
                  <a:lnTo>
                    <a:pt x="1116110" y="247793"/>
                  </a:lnTo>
                  <a:lnTo>
                    <a:pt x="1120042" y="234060"/>
                  </a:lnTo>
                  <a:lnTo>
                    <a:pt x="1120500" y="232611"/>
                  </a:lnTo>
                  <a:lnTo>
                    <a:pt x="1124085" y="217430"/>
                  </a:lnTo>
                  <a:lnTo>
                    <a:pt x="1126487" y="202247"/>
                  </a:lnTo>
                  <a:lnTo>
                    <a:pt x="1127648" y="187065"/>
                  </a:lnTo>
                  <a:lnTo>
                    <a:pt x="1127514" y="171883"/>
                  </a:lnTo>
                  <a:lnTo>
                    <a:pt x="1125950" y="156701"/>
                  </a:lnTo>
                  <a:lnTo>
                    <a:pt x="1122812" y="141518"/>
                  </a:lnTo>
                  <a:lnTo>
                    <a:pt x="1120042" y="132815"/>
                  </a:lnTo>
                  <a:lnTo>
                    <a:pt x="1117987" y="126336"/>
                  </a:lnTo>
                  <a:lnTo>
                    <a:pt x="1111285" y="111154"/>
                  </a:lnTo>
                  <a:lnTo>
                    <a:pt x="1102171" y="95972"/>
                  </a:lnTo>
                  <a:lnTo>
                    <a:pt x="1096374" y="88336"/>
                  </a:lnTo>
                  <a:lnTo>
                    <a:pt x="1090287" y="80791"/>
                  </a:lnTo>
                  <a:lnTo>
                    <a:pt x="1074930" y="65609"/>
                  </a:lnTo>
                  <a:lnTo>
                    <a:pt x="1072707" y="63742"/>
                  </a:lnTo>
                  <a:lnTo>
                    <a:pt x="1054937" y="50426"/>
                  </a:lnTo>
                  <a:lnTo>
                    <a:pt x="1049040" y="46639"/>
                  </a:lnTo>
                  <a:lnTo>
                    <a:pt x="1028276" y="35244"/>
                  </a:lnTo>
                  <a:lnTo>
                    <a:pt x="1025372" y="33820"/>
                  </a:lnTo>
                  <a:lnTo>
                    <a:pt x="1001705" y="23969"/>
                  </a:lnTo>
                  <a:lnTo>
                    <a:pt x="989933" y="20062"/>
                  </a:lnTo>
                  <a:lnTo>
                    <a:pt x="978026" y="16345"/>
                  </a:lnTo>
                  <a:lnTo>
                    <a:pt x="954359" y="10498"/>
                  </a:lnTo>
                  <a:lnTo>
                    <a:pt x="930692" y="6201"/>
                  </a:lnTo>
                  <a:lnTo>
                    <a:pt x="920595" y="4880"/>
                  </a:lnTo>
                  <a:lnTo>
                    <a:pt x="907024" y="3106"/>
                  </a:lnTo>
                  <a:lnTo>
                    <a:pt x="883357" y="1092"/>
                  </a:lnTo>
                  <a:lnTo>
                    <a:pt x="859689" y="90"/>
                  </a:lnTo>
                  <a:lnTo>
                    <a:pt x="836022" y="0"/>
                  </a:lnTo>
                  <a:lnTo>
                    <a:pt x="812355" y="747"/>
                  </a:lnTo>
                  <a:lnTo>
                    <a:pt x="788676" y="2285"/>
                  </a:lnTo>
                  <a:lnTo>
                    <a:pt x="765009" y="4588"/>
                  </a:lnTo>
                  <a:lnTo>
                    <a:pt x="762752" y="4880"/>
                  </a:lnTo>
                  <a:lnTo>
                    <a:pt x="741341" y="7405"/>
                  </a:lnTo>
                  <a:lnTo>
                    <a:pt x="717674" y="10877"/>
                  </a:lnTo>
                  <a:lnTo>
                    <a:pt x="694006" y="15054"/>
                  </a:lnTo>
                  <a:lnTo>
                    <a:pt x="670339" y="19980"/>
                  </a:lnTo>
                  <a:lnTo>
                    <a:pt x="669993" y="20062"/>
                  </a:lnTo>
                  <a:lnTo>
                    <a:pt x="646672" y="25164"/>
                  </a:lnTo>
                  <a:lnTo>
                    <a:pt x="622993" y="31103"/>
                  </a:lnTo>
                  <a:lnTo>
                    <a:pt x="608339" y="35244"/>
                  </a:lnTo>
                  <a:lnTo>
                    <a:pt x="599326" y="37635"/>
                  </a:lnTo>
                  <a:lnTo>
                    <a:pt x="575658" y="44593"/>
                  </a:lnTo>
                  <a:lnTo>
                    <a:pt x="557933" y="50426"/>
                  </a:lnTo>
                  <a:lnTo>
                    <a:pt x="551991" y="52285"/>
                  </a:lnTo>
                  <a:lnTo>
                    <a:pt x="528323" y="60336"/>
                  </a:lnTo>
                  <a:lnTo>
                    <a:pt x="514273" y="65609"/>
                  </a:lnTo>
                  <a:lnTo>
                    <a:pt x="504656" y="69075"/>
                  </a:lnTo>
                  <a:lnTo>
                    <a:pt x="480989" y="78369"/>
                  </a:lnTo>
                  <a:lnTo>
                    <a:pt x="475237" y="80791"/>
                  </a:lnTo>
                  <a:lnTo>
                    <a:pt x="457321" y="88116"/>
                  </a:lnTo>
                  <a:lnTo>
                    <a:pt x="439696" y="95972"/>
                  </a:lnTo>
                  <a:lnTo>
                    <a:pt x="433643" y="98612"/>
                  </a:lnTo>
                  <a:lnTo>
                    <a:pt x="409975" y="109669"/>
                  </a:lnTo>
                  <a:lnTo>
                    <a:pt x="406960" y="111154"/>
                  </a:lnTo>
                  <a:lnTo>
                    <a:pt x="386308" y="121211"/>
                  </a:lnTo>
                  <a:lnTo>
                    <a:pt x="376434" y="126336"/>
                  </a:lnTo>
                  <a:lnTo>
                    <a:pt x="362641" y="133479"/>
                  </a:lnTo>
                  <a:lnTo>
                    <a:pt x="347953" y="141518"/>
                  </a:lnTo>
                  <a:lnTo>
                    <a:pt x="338973" y="146464"/>
                  </a:lnTo>
                  <a:lnTo>
                    <a:pt x="321237" y="156701"/>
                  </a:lnTo>
                  <a:lnTo>
                    <a:pt x="315306" y="160174"/>
                  </a:lnTo>
                  <a:lnTo>
                    <a:pt x="296061" y="171883"/>
                  </a:lnTo>
                  <a:lnTo>
                    <a:pt x="291638" y="174637"/>
                  </a:lnTo>
                  <a:lnTo>
                    <a:pt x="272260" y="187065"/>
                  </a:lnTo>
                  <a:lnTo>
                    <a:pt x="267971" y="189904"/>
                  </a:lnTo>
                  <a:lnTo>
                    <a:pt x="249709" y="202247"/>
                  </a:lnTo>
                  <a:lnTo>
                    <a:pt x="244292" y="206053"/>
                  </a:lnTo>
                  <a:lnTo>
                    <a:pt x="228343" y="217430"/>
                  </a:lnTo>
                  <a:lnTo>
                    <a:pt x="220628" y="223189"/>
                  </a:lnTo>
                  <a:lnTo>
                    <a:pt x="208094" y="232611"/>
                  </a:lnTo>
                  <a:lnTo>
                    <a:pt x="196959" y="241456"/>
                  </a:lnTo>
                  <a:lnTo>
                    <a:pt x="188967" y="247793"/>
                  </a:lnTo>
                  <a:lnTo>
                    <a:pt x="173290" y="261038"/>
                  </a:lnTo>
                  <a:lnTo>
                    <a:pt x="170975" y="262975"/>
                  </a:lnTo>
                  <a:lnTo>
                    <a:pt x="153736" y="278157"/>
                  </a:lnTo>
                  <a:lnTo>
                    <a:pt x="149622" y="282035"/>
                  </a:lnTo>
                  <a:lnTo>
                    <a:pt x="137373" y="293339"/>
                  </a:lnTo>
                  <a:lnTo>
                    <a:pt x="125952" y="304831"/>
                  </a:lnTo>
                  <a:lnTo>
                    <a:pt x="122179" y="308522"/>
                  </a:lnTo>
                  <a:lnTo>
                    <a:pt x="107688" y="323704"/>
                  </a:lnTo>
                  <a:lnTo>
                    <a:pt x="102284" y="329871"/>
                  </a:lnTo>
                  <a:lnTo>
                    <a:pt x="94064" y="338886"/>
                  </a:lnTo>
                  <a:lnTo>
                    <a:pt x="81511" y="354068"/>
                  </a:lnTo>
                  <a:lnTo>
                    <a:pt x="78615" y="357879"/>
                  </a:lnTo>
                  <a:lnTo>
                    <a:pt x="69520" y="369249"/>
                  </a:lnTo>
                  <a:lnTo>
                    <a:pt x="58674" y="384431"/>
                  </a:lnTo>
                  <a:lnTo>
                    <a:pt x="54945" y="390209"/>
                  </a:lnTo>
                  <a:lnTo>
                    <a:pt x="48490" y="399614"/>
                  </a:lnTo>
                  <a:lnTo>
                    <a:pt x="39232" y="414796"/>
                  </a:lnTo>
                  <a:lnTo>
                    <a:pt x="31277" y="429756"/>
                  </a:lnTo>
                  <a:lnTo>
                    <a:pt x="31150" y="429978"/>
                  </a:lnTo>
                  <a:lnTo>
                    <a:pt x="23469" y="445160"/>
                  </a:lnTo>
                  <a:lnTo>
                    <a:pt x="16957" y="460342"/>
                  </a:lnTo>
                  <a:lnTo>
                    <a:pt x="11544" y="475525"/>
                  </a:lnTo>
                  <a:lnTo>
                    <a:pt x="7608" y="489257"/>
                  </a:lnTo>
                  <a:lnTo>
                    <a:pt x="7154" y="490707"/>
                  </a:lnTo>
                  <a:lnTo>
                    <a:pt x="3563" y="505888"/>
                  </a:lnTo>
                  <a:lnTo>
                    <a:pt x="1165" y="521070"/>
                  </a:lnTo>
                  <a:lnTo>
                    <a:pt x="0" y="536252"/>
                  </a:lnTo>
                  <a:lnTo>
                    <a:pt x="142" y="551435"/>
                  </a:lnTo>
                  <a:lnTo>
                    <a:pt x="1703" y="566617"/>
                  </a:lnTo>
                  <a:lnTo>
                    <a:pt x="4844" y="581799"/>
                  </a:lnTo>
                  <a:lnTo>
                    <a:pt x="7608" y="590502"/>
                  </a:lnTo>
                  <a:lnTo>
                    <a:pt x="9667" y="596981"/>
                  </a:lnTo>
                  <a:lnTo>
                    <a:pt x="16367" y="612163"/>
                  </a:lnTo>
                  <a:lnTo>
                    <a:pt x="25482" y="627344"/>
                  </a:lnTo>
                  <a:lnTo>
                    <a:pt x="31277" y="634982"/>
                  </a:lnTo>
                  <a:lnTo>
                    <a:pt x="37367" y="642527"/>
                  </a:lnTo>
                  <a:lnTo>
                    <a:pt x="52725" y="657709"/>
                  </a:lnTo>
                  <a:lnTo>
                    <a:pt x="54945" y="659575"/>
                  </a:lnTo>
                  <a:lnTo>
                    <a:pt x="72710" y="672891"/>
                  </a:lnTo>
                  <a:lnTo>
                    <a:pt x="78615" y="676682"/>
                  </a:lnTo>
                  <a:lnTo>
                    <a:pt x="99375" y="688074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B32F391-7392-0D73-5947-096341743A6B}"/>
                </a:ext>
              </a:extLst>
            </p:cNvPr>
            <p:cNvSpPr/>
            <p:nvPr/>
          </p:nvSpPr>
          <p:spPr>
            <a:xfrm>
              <a:off x="4345521" y="3301163"/>
              <a:ext cx="970153" cy="622288"/>
            </a:xfrm>
            <a:custGeom>
              <a:avLst/>
              <a:gdLst>
                <a:gd name="csX0" fmla="*/ 85493 w 970153"/>
                <a:gd name="csY0" fmla="*/ 592012 h 622288"/>
                <a:gd name="csX1" fmla="*/ 94538 w 970153"/>
                <a:gd name="csY1" fmla="*/ 596241 h 622288"/>
                <a:gd name="csX2" fmla="*/ 118206 w 970153"/>
                <a:gd name="csY2" fmla="*/ 605123 h 622288"/>
                <a:gd name="csX3" fmla="*/ 125281 w 970153"/>
                <a:gd name="csY3" fmla="*/ 607194 h 622288"/>
                <a:gd name="csX4" fmla="*/ 141876 w 970153"/>
                <a:gd name="csY4" fmla="*/ 611699 h 622288"/>
                <a:gd name="csX5" fmla="*/ 165540 w 970153"/>
                <a:gd name="csY5" fmla="*/ 616434 h 622288"/>
                <a:gd name="csX6" fmla="*/ 189219 w 970153"/>
                <a:gd name="csY6" fmla="*/ 619632 h 622288"/>
                <a:gd name="csX7" fmla="*/ 212886 w 970153"/>
                <a:gd name="csY7" fmla="*/ 621524 h 622288"/>
                <a:gd name="csX8" fmla="*/ 236553 w 970153"/>
                <a:gd name="csY8" fmla="*/ 622288 h 622288"/>
                <a:gd name="csX9" fmla="*/ 260221 w 970153"/>
                <a:gd name="csY9" fmla="*/ 622056 h 622288"/>
                <a:gd name="csX10" fmla="*/ 283888 w 970153"/>
                <a:gd name="csY10" fmla="*/ 620922 h 622288"/>
                <a:gd name="csX11" fmla="*/ 307556 w 970153"/>
                <a:gd name="csY11" fmla="*/ 618951 h 622288"/>
                <a:gd name="csX12" fmla="*/ 331223 w 970153"/>
                <a:gd name="csY12" fmla="*/ 616178 h 622288"/>
                <a:gd name="csX13" fmla="*/ 354890 w 970153"/>
                <a:gd name="csY13" fmla="*/ 612613 h 622288"/>
                <a:gd name="csX14" fmla="*/ 378569 w 970153"/>
                <a:gd name="csY14" fmla="*/ 608247 h 622288"/>
                <a:gd name="csX15" fmla="*/ 383416 w 970153"/>
                <a:gd name="csY15" fmla="*/ 607194 h 622288"/>
                <a:gd name="csX16" fmla="*/ 402236 w 970153"/>
                <a:gd name="csY16" fmla="*/ 603340 h 622288"/>
                <a:gd name="csX17" fmla="*/ 425904 w 970153"/>
                <a:gd name="csY17" fmla="*/ 597724 h 622288"/>
                <a:gd name="csX18" fmla="*/ 446890 w 970153"/>
                <a:gd name="csY18" fmla="*/ 592012 h 622288"/>
                <a:gd name="csX19" fmla="*/ 449571 w 970153"/>
                <a:gd name="csY19" fmla="*/ 591316 h 622288"/>
                <a:gd name="csX20" fmla="*/ 473238 w 970153"/>
                <a:gd name="csY20" fmla="*/ 584484 h 622288"/>
                <a:gd name="csX21" fmla="*/ 496671 w 970153"/>
                <a:gd name="csY21" fmla="*/ 576830 h 622288"/>
                <a:gd name="csX22" fmla="*/ 496906 w 970153"/>
                <a:gd name="csY22" fmla="*/ 576756 h 622288"/>
                <a:gd name="csX23" fmla="*/ 520573 w 970153"/>
                <a:gd name="csY23" fmla="*/ 568658 h 622288"/>
                <a:gd name="csX24" fmla="*/ 539002 w 970153"/>
                <a:gd name="csY24" fmla="*/ 561649 h 622288"/>
                <a:gd name="csX25" fmla="*/ 544241 w 970153"/>
                <a:gd name="csY25" fmla="*/ 559700 h 622288"/>
                <a:gd name="csX26" fmla="*/ 567919 w 970153"/>
                <a:gd name="csY26" fmla="*/ 550204 h 622288"/>
                <a:gd name="csX27" fmla="*/ 576531 w 970153"/>
                <a:gd name="csY27" fmla="*/ 546467 h 622288"/>
                <a:gd name="csX28" fmla="*/ 591587 w 970153"/>
                <a:gd name="csY28" fmla="*/ 540022 h 622288"/>
                <a:gd name="csX29" fmla="*/ 610418 w 970153"/>
                <a:gd name="csY29" fmla="*/ 531284 h 622288"/>
                <a:gd name="csX30" fmla="*/ 615254 w 970153"/>
                <a:gd name="csY30" fmla="*/ 529056 h 622288"/>
                <a:gd name="csX31" fmla="*/ 638921 w 970153"/>
                <a:gd name="csY31" fmla="*/ 517416 h 622288"/>
                <a:gd name="csX32" fmla="*/ 641457 w 970153"/>
                <a:gd name="csY32" fmla="*/ 516102 h 622288"/>
                <a:gd name="csX33" fmla="*/ 662589 w 970153"/>
                <a:gd name="csY33" fmla="*/ 505099 h 622288"/>
                <a:gd name="csX34" fmla="*/ 670184 w 970153"/>
                <a:gd name="csY34" fmla="*/ 500920 h 622288"/>
                <a:gd name="csX35" fmla="*/ 686256 w 970153"/>
                <a:gd name="csY35" fmla="*/ 491943 h 622288"/>
                <a:gd name="csX36" fmla="*/ 696856 w 970153"/>
                <a:gd name="csY36" fmla="*/ 485738 h 622288"/>
                <a:gd name="csX37" fmla="*/ 709924 w 970153"/>
                <a:gd name="csY37" fmla="*/ 477917 h 622288"/>
                <a:gd name="csX38" fmla="*/ 721763 w 970153"/>
                <a:gd name="csY38" fmla="*/ 470556 h 622288"/>
                <a:gd name="csX39" fmla="*/ 733602 w 970153"/>
                <a:gd name="csY39" fmla="*/ 462963 h 622288"/>
                <a:gd name="csX40" fmla="*/ 745073 w 970153"/>
                <a:gd name="csY40" fmla="*/ 455373 h 622288"/>
                <a:gd name="csX41" fmla="*/ 757270 w 970153"/>
                <a:gd name="csY41" fmla="*/ 446992 h 622288"/>
                <a:gd name="csX42" fmla="*/ 766942 w 970153"/>
                <a:gd name="csY42" fmla="*/ 440192 h 622288"/>
                <a:gd name="csX43" fmla="*/ 780937 w 970153"/>
                <a:gd name="csY43" fmla="*/ 429879 h 622288"/>
                <a:gd name="csX44" fmla="*/ 787449 w 970153"/>
                <a:gd name="csY44" fmla="*/ 425010 h 622288"/>
                <a:gd name="csX45" fmla="*/ 804604 w 970153"/>
                <a:gd name="csY45" fmla="*/ 411455 h 622288"/>
                <a:gd name="csX46" fmla="*/ 806648 w 970153"/>
                <a:gd name="csY46" fmla="*/ 409828 h 622288"/>
                <a:gd name="csX47" fmla="*/ 824798 w 970153"/>
                <a:gd name="csY47" fmla="*/ 394646 h 622288"/>
                <a:gd name="csX48" fmla="*/ 828272 w 970153"/>
                <a:gd name="csY48" fmla="*/ 391547 h 622288"/>
                <a:gd name="csX49" fmla="*/ 841898 w 970153"/>
                <a:gd name="csY49" fmla="*/ 379463 h 622288"/>
                <a:gd name="csX50" fmla="*/ 851939 w 970153"/>
                <a:gd name="csY50" fmla="*/ 369807 h 622288"/>
                <a:gd name="csX51" fmla="*/ 857769 w 970153"/>
                <a:gd name="csY51" fmla="*/ 364281 h 622288"/>
                <a:gd name="csX52" fmla="*/ 872568 w 970153"/>
                <a:gd name="csY52" fmla="*/ 349099 h 622288"/>
                <a:gd name="csX53" fmla="*/ 875606 w 970153"/>
                <a:gd name="csY53" fmla="*/ 345733 h 622288"/>
                <a:gd name="csX54" fmla="*/ 886541 w 970153"/>
                <a:gd name="csY54" fmla="*/ 333917 h 622288"/>
                <a:gd name="csX55" fmla="*/ 899162 w 970153"/>
                <a:gd name="csY55" fmla="*/ 318735 h 622288"/>
                <a:gd name="csX56" fmla="*/ 899274 w 970153"/>
                <a:gd name="csY56" fmla="*/ 318583 h 622288"/>
                <a:gd name="csX57" fmla="*/ 911214 w 970153"/>
                <a:gd name="csY57" fmla="*/ 303554 h 622288"/>
                <a:gd name="csX58" fmla="*/ 921858 w 970153"/>
                <a:gd name="csY58" fmla="*/ 288371 h 622288"/>
                <a:gd name="csX59" fmla="*/ 922952 w 970153"/>
                <a:gd name="csY59" fmla="*/ 286652 h 622288"/>
                <a:gd name="csX60" fmla="*/ 931854 w 970153"/>
                <a:gd name="csY60" fmla="*/ 273189 h 622288"/>
                <a:gd name="csX61" fmla="*/ 940611 w 970153"/>
                <a:gd name="csY61" fmla="*/ 258007 h 622288"/>
                <a:gd name="csX62" fmla="*/ 946620 w 970153"/>
                <a:gd name="csY62" fmla="*/ 245939 h 622288"/>
                <a:gd name="csX63" fmla="*/ 948262 w 970153"/>
                <a:gd name="csY63" fmla="*/ 242825 h 622288"/>
                <a:gd name="csX64" fmla="*/ 955064 w 970153"/>
                <a:gd name="csY64" fmla="*/ 227643 h 622288"/>
                <a:gd name="csX65" fmla="*/ 960615 w 970153"/>
                <a:gd name="csY65" fmla="*/ 212460 h 622288"/>
                <a:gd name="csX66" fmla="*/ 964948 w 970153"/>
                <a:gd name="csY66" fmla="*/ 197278 h 622288"/>
                <a:gd name="csX67" fmla="*/ 968020 w 970153"/>
                <a:gd name="csY67" fmla="*/ 182096 h 622288"/>
                <a:gd name="csX68" fmla="*/ 969785 w 970153"/>
                <a:gd name="csY68" fmla="*/ 166915 h 622288"/>
                <a:gd name="csX69" fmla="*/ 970153 w 970153"/>
                <a:gd name="csY69" fmla="*/ 151733 h 622288"/>
                <a:gd name="csX70" fmla="*/ 968958 w 970153"/>
                <a:gd name="csY70" fmla="*/ 136550 h 622288"/>
                <a:gd name="csX71" fmla="*/ 966009 w 970153"/>
                <a:gd name="csY71" fmla="*/ 121368 h 622288"/>
                <a:gd name="csX72" fmla="*/ 961017 w 970153"/>
                <a:gd name="csY72" fmla="*/ 106186 h 622288"/>
                <a:gd name="csX73" fmla="*/ 953634 w 970153"/>
                <a:gd name="csY73" fmla="*/ 91004 h 622288"/>
                <a:gd name="csX74" fmla="*/ 946620 w 970153"/>
                <a:gd name="csY74" fmla="*/ 80360 h 622288"/>
                <a:gd name="csX75" fmla="*/ 943392 w 970153"/>
                <a:gd name="csY75" fmla="*/ 75822 h 622288"/>
                <a:gd name="csX76" fmla="*/ 929542 w 970153"/>
                <a:gd name="csY76" fmla="*/ 60639 h 622288"/>
                <a:gd name="csX77" fmla="*/ 922952 w 970153"/>
                <a:gd name="csY77" fmla="*/ 54838 h 622288"/>
                <a:gd name="csX78" fmla="*/ 910767 w 970153"/>
                <a:gd name="csY78" fmla="*/ 45457 h 622288"/>
                <a:gd name="csX79" fmla="*/ 899274 w 970153"/>
                <a:gd name="csY79" fmla="*/ 38091 h 622288"/>
                <a:gd name="csX80" fmla="*/ 884654 w 970153"/>
                <a:gd name="csY80" fmla="*/ 30276 h 622288"/>
                <a:gd name="csX81" fmla="*/ 875606 w 970153"/>
                <a:gd name="csY81" fmla="*/ 26048 h 622288"/>
                <a:gd name="csX82" fmla="*/ 851939 w 970153"/>
                <a:gd name="csY82" fmla="*/ 17165 h 622288"/>
                <a:gd name="csX83" fmla="*/ 844869 w 970153"/>
                <a:gd name="csY83" fmla="*/ 15094 h 622288"/>
                <a:gd name="csX84" fmla="*/ 828272 w 970153"/>
                <a:gd name="csY84" fmla="*/ 10589 h 622288"/>
                <a:gd name="csX85" fmla="*/ 804604 w 970153"/>
                <a:gd name="csY85" fmla="*/ 5854 h 622288"/>
                <a:gd name="csX86" fmla="*/ 780937 w 970153"/>
                <a:gd name="csY86" fmla="*/ 2656 h 622288"/>
                <a:gd name="csX87" fmla="*/ 757270 w 970153"/>
                <a:gd name="csY87" fmla="*/ 764 h 622288"/>
                <a:gd name="csX88" fmla="*/ 733602 w 970153"/>
                <a:gd name="csY88" fmla="*/ 0 h 622288"/>
                <a:gd name="csX89" fmla="*/ 709924 w 970153"/>
                <a:gd name="csY89" fmla="*/ 232 h 622288"/>
                <a:gd name="csX90" fmla="*/ 686256 w 970153"/>
                <a:gd name="csY90" fmla="*/ 1366 h 622288"/>
                <a:gd name="csX91" fmla="*/ 662589 w 970153"/>
                <a:gd name="csY91" fmla="*/ 3337 h 622288"/>
                <a:gd name="csX92" fmla="*/ 638921 w 970153"/>
                <a:gd name="csY92" fmla="*/ 6111 h 622288"/>
                <a:gd name="csX93" fmla="*/ 615254 w 970153"/>
                <a:gd name="csY93" fmla="*/ 9675 h 622288"/>
                <a:gd name="csX94" fmla="*/ 591587 w 970153"/>
                <a:gd name="csY94" fmla="*/ 14041 h 622288"/>
                <a:gd name="csX95" fmla="*/ 586728 w 970153"/>
                <a:gd name="csY95" fmla="*/ 15094 h 622288"/>
                <a:gd name="csX96" fmla="*/ 567919 w 970153"/>
                <a:gd name="csY96" fmla="*/ 18947 h 622288"/>
                <a:gd name="csX97" fmla="*/ 544241 w 970153"/>
                <a:gd name="csY97" fmla="*/ 24564 h 622288"/>
                <a:gd name="csX98" fmla="*/ 523254 w 970153"/>
                <a:gd name="csY98" fmla="*/ 30276 h 622288"/>
                <a:gd name="csX99" fmla="*/ 520573 w 970153"/>
                <a:gd name="csY99" fmla="*/ 30972 h 622288"/>
                <a:gd name="csX100" fmla="*/ 496906 w 970153"/>
                <a:gd name="csY100" fmla="*/ 37804 h 622288"/>
                <a:gd name="csX101" fmla="*/ 473473 w 970153"/>
                <a:gd name="csY101" fmla="*/ 45457 h 622288"/>
                <a:gd name="csX102" fmla="*/ 473238 w 970153"/>
                <a:gd name="csY102" fmla="*/ 45532 h 622288"/>
                <a:gd name="csX103" fmla="*/ 449571 w 970153"/>
                <a:gd name="csY103" fmla="*/ 53630 h 622288"/>
                <a:gd name="csX104" fmla="*/ 431153 w 970153"/>
                <a:gd name="csY104" fmla="*/ 60639 h 622288"/>
                <a:gd name="csX105" fmla="*/ 425904 w 970153"/>
                <a:gd name="csY105" fmla="*/ 62588 h 622288"/>
                <a:gd name="csX106" fmla="*/ 402236 w 970153"/>
                <a:gd name="csY106" fmla="*/ 72084 h 622288"/>
                <a:gd name="csX107" fmla="*/ 393625 w 970153"/>
                <a:gd name="csY107" fmla="*/ 75822 h 622288"/>
                <a:gd name="csX108" fmla="*/ 378569 w 970153"/>
                <a:gd name="csY108" fmla="*/ 82266 h 622288"/>
                <a:gd name="csX109" fmla="*/ 359727 w 970153"/>
                <a:gd name="csY109" fmla="*/ 91004 h 622288"/>
                <a:gd name="csX110" fmla="*/ 354890 w 970153"/>
                <a:gd name="csY110" fmla="*/ 93232 h 622288"/>
                <a:gd name="csX111" fmla="*/ 331223 w 970153"/>
                <a:gd name="csY111" fmla="*/ 104873 h 622288"/>
                <a:gd name="csX112" fmla="*/ 328688 w 970153"/>
                <a:gd name="csY112" fmla="*/ 106186 h 622288"/>
                <a:gd name="csX113" fmla="*/ 307556 w 970153"/>
                <a:gd name="csY113" fmla="*/ 117189 h 622288"/>
                <a:gd name="csX114" fmla="*/ 299972 w 970153"/>
                <a:gd name="csY114" fmla="*/ 121368 h 622288"/>
                <a:gd name="csX115" fmla="*/ 283888 w 970153"/>
                <a:gd name="csY115" fmla="*/ 130345 h 622288"/>
                <a:gd name="csX116" fmla="*/ 273289 w 970153"/>
                <a:gd name="csY116" fmla="*/ 136550 h 622288"/>
                <a:gd name="csX117" fmla="*/ 260221 w 970153"/>
                <a:gd name="csY117" fmla="*/ 144371 h 622288"/>
                <a:gd name="csX118" fmla="*/ 248393 w 970153"/>
                <a:gd name="csY118" fmla="*/ 151733 h 622288"/>
                <a:gd name="csX119" fmla="*/ 236553 w 970153"/>
                <a:gd name="csY119" fmla="*/ 159325 h 622288"/>
                <a:gd name="csX120" fmla="*/ 225071 w 970153"/>
                <a:gd name="csY120" fmla="*/ 166915 h 622288"/>
                <a:gd name="csX121" fmla="*/ 212886 w 970153"/>
                <a:gd name="csY121" fmla="*/ 175296 h 622288"/>
                <a:gd name="csX122" fmla="*/ 203202 w 970153"/>
                <a:gd name="csY122" fmla="*/ 182096 h 622288"/>
                <a:gd name="csX123" fmla="*/ 189219 w 970153"/>
                <a:gd name="csY123" fmla="*/ 192410 h 622288"/>
                <a:gd name="csX124" fmla="*/ 182696 w 970153"/>
                <a:gd name="csY124" fmla="*/ 197278 h 622288"/>
                <a:gd name="csX125" fmla="*/ 165540 w 970153"/>
                <a:gd name="csY125" fmla="*/ 210833 h 622288"/>
                <a:gd name="csX126" fmla="*/ 163496 w 970153"/>
                <a:gd name="csY126" fmla="*/ 212460 h 622288"/>
                <a:gd name="csX127" fmla="*/ 145348 w 970153"/>
                <a:gd name="csY127" fmla="*/ 227643 h 622288"/>
                <a:gd name="csX128" fmla="*/ 141876 w 970153"/>
                <a:gd name="csY128" fmla="*/ 230740 h 622288"/>
                <a:gd name="csX129" fmla="*/ 128253 w 970153"/>
                <a:gd name="csY129" fmla="*/ 242825 h 622288"/>
                <a:gd name="csX130" fmla="*/ 118206 w 970153"/>
                <a:gd name="csY130" fmla="*/ 252482 h 622288"/>
                <a:gd name="csX131" fmla="*/ 112380 w 970153"/>
                <a:gd name="csY131" fmla="*/ 258007 h 622288"/>
                <a:gd name="csX132" fmla="*/ 97576 w 970153"/>
                <a:gd name="csY132" fmla="*/ 273189 h 622288"/>
                <a:gd name="csX133" fmla="*/ 94538 w 970153"/>
                <a:gd name="csY133" fmla="*/ 276556 h 622288"/>
                <a:gd name="csX134" fmla="*/ 83609 w 970153"/>
                <a:gd name="csY134" fmla="*/ 288371 h 622288"/>
                <a:gd name="csX135" fmla="*/ 70985 w 970153"/>
                <a:gd name="csY135" fmla="*/ 303554 h 622288"/>
                <a:gd name="csX136" fmla="*/ 70869 w 970153"/>
                <a:gd name="csY136" fmla="*/ 303705 h 622288"/>
                <a:gd name="csX137" fmla="*/ 58936 w 970153"/>
                <a:gd name="csY137" fmla="*/ 318735 h 622288"/>
                <a:gd name="csX138" fmla="*/ 48285 w 970153"/>
                <a:gd name="csY138" fmla="*/ 333917 h 622288"/>
                <a:gd name="csX139" fmla="*/ 47200 w 970153"/>
                <a:gd name="csY139" fmla="*/ 335636 h 622288"/>
                <a:gd name="csX140" fmla="*/ 38296 w 970153"/>
                <a:gd name="csY140" fmla="*/ 349099 h 622288"/>
                <a:gd name="csX141" fmla="*/ 29540 w 970153"/>
                <a:gd name="csY141" fmla="*/ 364281 h 622288"/>
                <a:gd name="csX142" fmla="*/ 23531 w 970153"/>
                <a:gd name="csY142" fmla="*/ 376349 h 622288"/>
                <a:gd name="csX143" fmla="*/ 21889 w 970153"/>
                <a:gd name="csY143" fmla="*/ 379463 h 622288"/>
                <a:gd name="csX144" fmla="*/ 15083 w 970153"/>
                <a:gd name="csY144" fmla="*/ 394646 h 622288"/>
                <a:gd name="csX145" fmla="*/ 9527 w 970153"/>
                <a:gd name="csY145" fmla="*/ 409828 h 622288"/>
                <a:gd name="csX146" fmla="*/ 5204 w 970153"/>
                <a:gd name="csY146" fmla="*/ 425010 h 622288"/>
                <a:gd name="csX147" fmla="*/ 2130 w 970153"/>
                <a:gd name="csY147" fmla="*/ 440192 h 622288"/>
                <a:gd name="csX148" fmla="*/ 362 w 970153"/>
                <a:gd name="csY148" fmla="*/ 455373 h 622288"/>
                <a:gd name="csX149" fmla="*/ 0 w 970153"/>
                <a:gd name="csY149" fmla="*/ 470556 h 622288"/>
                <a:gd name="csX150" fmla="*/ 1191 w 970153"/>
                <a:gd name="csY150" fmla="*/ 485738 h 622288"/>
                <a:gd name="csX151" fmla="*/ 4140 w 970153"/>
                <a:gd name="csY151" fmla="*/ 500920 h 622288"/>
                <a:gd name="csX152" fmla="*/ 9126 w 970153"/>
                <a:gd name="csY152" fmla="*/ 516102 h 622288"/>
                <a:gd name="csX153" fmla="*/ 16509 w 970153"/>
                <a:gd name="csY153" fmla="*/ 531284 h 622288"/>
                <a:gd name="csX154" fmla="*/ 23531 w 970153"/>
                <a:gd name="csY154" fmla="*/ 541929 h 622288"/>
                <a:gd name="csX155" fmla="*/ 26760 w 970153"/>
                <a:gd name="csY155" fmla="*/ 546467 h 622288"/>
                <a:gd name="csX156" fmla="*/ 40609 w 970153"/>
                <a:gd name="csY156" fmla="*/ 561649 h 622288"/>
                <a:gd name="csX157" fmla="*/ 47200 w 970153"/>
                <a:gd name="csY157" fmla="*/ 567450 h 622288"/>
                <a:gd name="csX158" fmla="*/ 59385 w 970153"/>
                <a:gd name="csY158" fmla="*/ 576830 h 622288"/>
                <a:gd name="csX159" fmla="*/ 70869 w 970153"/>
                <a:gd name="csY159" fmla="*/ 584197 h 622288"/>
                <a:gd name="csX160" fmla="*/ 85493 w 970153"/>
                <a:gd name="csY160" fmla="*/ 592012 h 622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</a:cxnLst>
              <a:rect l="l" t="t" r="r" b="b"/>
              <a:pathLst>
                <a:path w="970153" h="622288">
                  <a:moveTo>
                    <a:pt x="85493" y="592012"/>
                  </a:moveTo>
                  <a:lnTo>
                    <a:pt x="94538" y="596241"/>
                  </a:lnTo>
                  <a:lnTo>
                    <a:pt x="118206" y="605123"/>
                  </a:lnTo>
                  <a:lnTo>
                    <a:pt x="125281" y="607194"/>
                  </a:lnTo>
                  <a:lnTo>
                    <a:pt x="141876" y="611699"/>
                  </a:lnTo>
                  <a:lnTo>
                    <a:pt x="165540" y="616434"/>
                  </a:lnTo>
                  <a:lnTo>
                    <a:pt x="189219" y="619632"/>
                  </a:lnTo>
                  <a:lnTo>
                    <a:pt x="212886" y="621524"/>
                  </a:lnTo>
                  <a:lnTo>
                    <a:pt x="236553" y="622288"/>
                  </a:lnTo>
                  <a:lnTo>
                    <a:pt x="260221" y="622056"/>
                  </a:lnTo>
                  <a:lnTo>
                    <a:pt x="283888" y="620922"/>
                  </a:lnTo>
                  <a:lnTo>
                    <a:pt x="307556" y="618951"/>
                  </a:lnTo>
                  <a:lnTo>
                    <a:pt x="331223" y="616178"/>
                  </a:lnTo>
                  <a:lnTo>
                    <a:pt x="354890" y="612613"/>
                  </a:lnTo>
                  <a:lnTo>
                    <a:pt x="378569" y="608247"/>
                  </a:lnTo>
                  <a:lnTo>
                    <a:pt x="383416" y="607194"/>
                  </a:lnTo>
                  <a:lnTo>
                    <a:pt x="402236" y="603340"/>
                  </a:lnTo>
                  <a:lnTo>
                    <a:pt x="425904" y="597724"/>
                  </a:lnTo>
                  <a:lnTo>
                    <a:pt x="446890" y="592012"/>
                  </a:lnTo>
                  <a:lnTo>
                    <a:pt x="449571" y="591316"/>
                  </a:lnTo>
                  <a:lnTo>
                    <a:pt x="473238" y="584484"/>
                  </a:lnTo>
                  <a:lnTo>
                    <a:pt x="496671" y="576830"/>
                  </a:lnTo>
                  <a:lnTo>
                    <a:pt x="496906" y="576756"/>
                  </a:lnTo>
                  <a:lnTo>
                    <a:pt x="520573" y="568658"/>
                  </a:lnTo>
                  <a:lnTo>
                    <a:pt x="539002" y="561649"/>
                  </a:lnTo>
                  <a:lnTo>
                    <a:pt x="544241" y="559700"/>
                  </a:lnTo>
                  <a:lnTo>
                    <a:pt x="567919" y="550204"/>
                  </a:lnTo>
                  <a:lnTo>
                    <a:pt x="576531" y="546467"/>
                  </a:lnTo>
                  <a:lnTo>
                    <a:pt x="591587" y="540022"/>
                  </a:lnTo>
                  <a:lnTo>
                    <a:pt x="610418" y="531284"/>
                  </a:lnTo>
                  <a:lnTo>
                    <a:pt x="615254" y="529056"/>
                  </a:lnTo>
                  <a:lnTo>
                    <a:pt x="638921" y="517416"/>
                  </a:lnTo>
                  <a:lnTo>
                    <a:pt x="641457" y="516102"/>
                  </a:lnTo>
                  <a:lnTo>
                    <a:pt x="662589" y="505099"/>
                  </a:lnTo>
                  <a:lnTo>
                    <a:pt x="670184" y="500920"/>
                  </a:lnTo>
                  <a:lnTo>
                    <a:pt x="686256" y="491943"/>
                  </a:lnTo>
                  <a:lnTo>
                    <a:pt x="696856" y="485738"/>
                  </a:lnTo>
                  <a:lnTo>
                    <a:pt x="709924" y="477917"/>
                  </a:lnTo>
                  <a:lnTo>
                    <a:pt x="721763" y="470556"/>
                  </a:lnTo>
                  <a:lnTo>
                    <a:pt x="733602" y="462963"/>
                  </a:lnTo>
                  <a:lnTo>
                    <a:pt x="745073" y="455373"/>
                  </a:lnTo>
                  <a:lnTo>
                    <a:pt x="757270" y="446992"/>
                  </a:lnTo>
                  <a:lnTo>
                    <a:pt x="766942" y="440192"/>
                  </a:lnTo>
                  <a:lnTo>
                    <a:pt x="780937" y="429879"/>
                  </a:lnTo>
                  <a:lnTo>
                    <a:pt x="787449" y="425010"/>
                  </a:lnTo>
                  <a:lnTo>
                    <a:pt x="804604" y="411455"/>
                  </a:lnTo>
                  <a:lnTo>
                    <a:pt x="806648" y="409828"/>
                  </a:lnTo>
                  <a:lnTo>
                    <a:pt x="824798" y="394646"/>
                  </a:lnTo>
                  <a:lnTo>
                    <a:pt x="828272" y="391547"/>
                  </a:lnTo>
                  <a:lnTo>
                    <a:pt x="841898" y="379463"/>
                  </a:lnTo>
                  <a:lnTo>
                    <a:pt x="851939" y="369807"/>
                  </a:lnTo>
                  <a:lnTo>
                    <a:pt x="857769" y="364281"/>
                  </a:lnTo>
                  <a:lnTo>
                    <a:pt x="872568" y="349099"/>
                  </a:lnTo>
                  <a:lnTo>
                    <a:pt x="875606" y="345733"/>
                  </a:lnTo>
                  <a:lnTo>
                    <a:pt x="886541" y="333917"/>
                  </a:lnTo>
                  <a:lnTo>
                    <a:pt x="899162" y="318735"/>
                  </a:lnTo>
                  <a:lnTo>
                    <a:pt x="899274" y="318583"/>
                  </a:lnTo>
                  <a:lnTo>
                    <a:pt x="911214" y="303554"/>
                  </a:lnTo>
                  <a:lnTo>
                    <a:pt x="921858" y="288371"/>
                  </a:lnTo>
                  <a:lnTo>
                    <a:pt x="922952" y="286652"/>
                  </a:lnTo>
                  <a:lnTo>
                    <a:pt x="931854" y="273189"/>
                  </a:lnTo>
                  <a:lnTo>
                    <a:pt x="940611" y="258007"/>
                  </a:lnTo>
                  <a:lnTo>
                    <a:pt x="946620" y="245939"/>
                  </a:lnTo>
                  <a:lnTo>
                    <a:pt x="948262" y="242825"/>
                  </a:lnTo>
                  <a:lnTo>
                    <a:pt x="955064" y="227643"/>
                  </a:lnTo>
                  <a:lnTo>
                    <a:pt x="960615" y="212460"/>
                  </a:lnTo>
                  <a:lnTo>
                    <a:pt x="964948" y="197278"/>
                  </a:lnTo>
                  <a:lnTo>
                    <a:pt x="968020" y="182096"/>
                  </a:lnTo>
                  <a:lnTo>
                    <a:pt x="969785" y="166915"/>
                  </a:lnTo>
                  <a:lnTo>
                    <a:pt x="970153" y="151733"/>
                  </a:lnTo>
                  <a:lnTo>
                    <a:pt x="968958" y="136550"/>
                  </a:lnTo>
                  <a:lnTo>
                    <a:pt x="966009" y="121368"/>
                  </a:lnTo>
                  <a:lnTo>
                    <a:pt x="961017" y="106186"/>
                  </a:lnTo>
                  <a:lnTo>
                    <a:pt x="953634" y="91004"/>
                  </a:lnTo>
                  <a:lnTo>
                    <a:pt x="946620" y="80360"/>
                  </a:lnTo>
                  <a:lnTo>
                    <a:pt x="943392" y="75822"/>
                  </a:lnTo>
                  <a:lnTo>
                    <a:pt x="929542" y="60639"/>
                  </a:lnTo>
                  <a:lnTo>
                    <a:pt x="922952" y="54838"/>
                  </a:lnTo>
                  <a:lnTo>
                    <a:pt x="910767" y="45457"/>
                  </a:lnTo>
                  <a:lnTo>
                    <a:pt x="899274" y="38091"/>
                  </a:lnTo>
                  <a:lnTo>
                    <a:pt x="884654" y="30276"/>
                  </a:lnTo>
                  <a:lnTo>
                    <a:pt x="875606" y="26048"/>
                  </a:lnTo>
                  <a:lnTo>
                    <a:pt x="851939" y="17165"/>
                  </a:lnTo>
                  <a:lnTo>
                    <a:pt x="844869" y="15094"/>
                  </a:lnTo>
                  <a:lnTo>
                    <a:pt x="828272" y="10589"/>
                  </a:lnTo>
                  <a:lnTo>
                    <a:pt x="804604" y="5854"/>
                  </a:lnTo>
                  <a:lnTo>
                    <a:pt x="780937" y="2656"/>
                  </a:lnTo>
                  <a:lnTo>
                    <a:pt x="757270" y="764"/>
                  </a:lnTo>
                  <a:lnTo>
                    <a:pt x="733602" y="0"/>
                  </a:lnTo>
                  <a:lnTo>
                    <a:pt x="709924" y="232"/>
                  </a:lnTo>
                  <a:lnTo>
                    <a:pt x="686256" y="1366"/>
                  </a:lnTo>
                  <a:lnTo>
                    <a:pt x="662589" y="3337"/>
                  </a:lnTo>
                  <a:lnTo>
                    <a:pt x="638921" y="6111"/>
                  </a:lnTo>
                  <a:lnTo>
                    <a:pt x="615254" y="9675"/>
                  </a:lnTo>
                  <a:lnTo>
                    <a:pt x="591587" y="14041"/>
                  </a:lnTo>
                  <a:lnTo>
                    <a:pt x="586728" y="15094"/>
                  </a:lnTo>
                  <a:lnTo>
                    <a:pt x="567919" y="18947"/>
                  </a:lnTo>
                  <a:lnTo>
                    <a:pt x="544241" y="24564"/>
                  </a:lnTo>
                  <a:lnTo>
                    <a:pt x="523254" y="30276"/>
                  </a:lnTo>
                  <a:lnTo>
                    <a:pt x="520573" y="30972"/>
                  </a:lnTo>
                  <a:lnTo>
                    <a:pt x="496906" y="37804"/>
                  </a:lnTo>
                  <a:lnTo>
                    <a:pt x="473473" y="45457"/>
                  </a:lnTo>
                  <a:lnTo>
                    <a:pt x="473238" y="45532"/>
                  </a:lnTo>
                  <a:lnTo>
                    <a:pt x="449571" y="53630"/>
                  </a:lnTo>
                  <a:lnTo>
                    <a:pt x="431153" y="60639"/>
                  </a:lnTo>
                  <a:lnTo>
                    <a:pt x="425904" y="62588"/>
                  </a:lnTo>
                  <a:lnTo>
                    <a:pt x="402236" y="72084"/>
                  </a:lnTo>
                  <a:lnTo>
                    <a:pt x="393625" y="75822"/>
                  </a:lnTo>
                  <a:lnTo>
                    <a:pt x="378569" y="82266"/>
                  </a:lnTo>
                  <a:lnTo>
                    <a:pt x="359727" y="91004"/>
                  </a:lnTo>
                  <a:lnTo>
                    <a:pt x="354890" y="93232"/>
                  </a:lnTo>
                  <a:lnTo>
                    <a:pt x="331223" y="104873"/>
                  </a:lnTo>
                  <a:lnTo>
                    <a:pt x="328688" y="106186"/>
                  </a:lnTo>
                  <a:lnTo>
                    <a:pt x="307556" y="117189"/>
                  </a:lnTo>
                  <a:lnTo>
                    <a:pt x="299972" y="121368"/>
                  </a:lnTo>
                  <a:lnTo>
                    <a:pt x="283888" y="130345"/>
                  </a:lnTo>
                  <a:lnTo>
                    <a:pt x="273289" y="136550"/>
                  </a:lnTo>
                  <a:lnTo>
                    <a:pt x="260221" y="144371"/>
                  </a:lnTo>
                  <a:lnTo>
                    <a:pt x="248393" y="151733"/>
                  </a:lnTo>
                  <a:lnTo>
                    <a:pt x="236553" y="159325"/>
                  </a:lnTo>
                  <a:lnTo>
                    <a:pt x="225071" y="166915"/>
                  </a:lnTo>
                  <a:lnTo>
                    <a:pt x="212886" y="175296"/>
                  </a:lnTo>
                  <a:lnTo>
                    <a:pt x="203202" y="182096"/>
                  </a:lnTo>
                  <a:lnTo>
                    <a:pt x="189219" y="192410"/>
                  </a:lnTo>
                  <a:lnTo>
                    <a:pt x="182696" y="197278"/>
                  </a:lnTo>
                  <a:lnTo>
                    <a:pt x="165540" y="210833"/>
                  </a:lnTo>
                  <a:lnTo>
                    <a:pt x="163496" y="212460"/>
                  </a:lnTo>
                  <a:lnTo>
                    <a:pt x="145348" y="227643"/>
                  </a:lnTo>
                  <a:lnTo>
                    <a:pt x="141876" y="230740"/>
                  </a:lnTo>
                  <a:lnTo>
                    <a:pt x="128253" y="242825"/>
                  </a:lnTo>
                  <a:lnTo>
                    <a:pt x="118206" y="252482"/>
                  </a:lnTo>
                  <a:lnTo>
                    <a:pt x="112380" y="258007"/>
                  </a:lnTo>
                  <a:lnTo>
                    <a:pt x="97576" y="273189"/>
                  </a:lnTo>
                  <a:lnTo>
                    <a:pt x="94538" y="276556"/>
                  </a:lnTo>
                  <a:lnTo>
                    <a:pt x="83609" y="288371"/>
                  </a:lnTo>
                  <a:lnTo>
                    <a:pt x="70985" y="303554"/>
                  </a:lnTo>
                  <a:lnTo>
                    <a:pt x="70869" y="303705"/>
                  </a:lnTo>
                  <a:lnTo>
                    <a:pt x="58936" y="318735"/>
                  </a:lnTo>
                  <a:lnTo>
                    <a:pt x="48285" y="333917"/>
                  </a:lnTo>
                  <a:lnTo>
                    <a:pt x="47200" y="335636"/>
                  </a:lnTo>
                  <a:lnTo>
                    <a:pt x="38296" y="349099"/>
                  </a:lnTo>
                  <a:lnTo>
                    <a:pt x="29540" y="364281"/>
                  </a:lnTo>
                  <a:lnTo>
                    <a:pt x="23531" y="376349"/>
                  </a:lnTo>
                  <a:lnTo>
                    <a:pt x="21889" y="379463"/>
                  </a:lnTo>
                  <a:lnTo>
                    <a:pt x="15083" y="394646"/>
                  </a:lnTo>
                  <a:lnTo>
                    <a:pt x="9527" y="409828"/>
                  </a:lnTo>
                  <a:lnTo>
                    <a:pt x="5204" y="425010"/>
                  </a:lnTo>
                  <a:lnTo>
                    <a:pt x="2130" y="440192"/>
                  </a:lnTo>
                  <a:lnTo>
                    <a:pt x="362" y="455373"/>
                  </a:lnTo>
                  <a:lnTo>
                    <a:pt x="0" y="470556"/>
                  </a:lnTo>
                  <a:lnTo>
                    <a:pt x="1191" y="485738"/>
                  </a:lnTo>
                  <a:lnTo>
                    <a:pt x="4140" y="500920"/>
                  </a:lnTo>
                  <a:lnTo>
                    <a:pt x="9126" y="516102"/>
                  </a:lnTo>
                  <a:lnTo>
                    <a:pt x="16509" y="531284"/>
                  </a:lnTo>
                  <a:lnTo>
                    <a:pt x="23531" y="541929"/>
                  </a:lnTo>
                  <a:lnTo>
                    <a:pt x="26760" y="546467"/>
                  </a:lnTo>
                  <a:lnTo>
                    <a:pt x="40609" y="561649"/>
                  </a:lnTo>
                  <a:lnTo>
                    <a:pt x="47200" y="567450"/>
                  </a:lnTo>
                  <a:lnTo>
                    <a:pt x="59385" y="576830"/>
                  </a:lnTo>
                  <a:lnTo>
                    <a:pt x="70869" y="584197"/>
                  </a:lnTo>
                  <a:lnTo>
                    <a:pt x="85493" y="592012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946BA0AD-1597-80BE-50D4-14A90A3E632F}"/>
                </a:ext>
              </a:extLst>
            </p:cNvPr>
            <p:cNvSpPr/>
            <p:nvPr/>
          </p:nvSpPr>
          <p:spPr>
            <a:xfrm>
              <a:off x="4410139" y="3342610"/>
              <a:ext cx="840910" cy="539393"/>
            </a:xfrm>
            <a:custGeom>
              <a:avLst/>
              <a:gdLst>
                <a:gd name="csX0" fmla="*/ 90512 w 840910"/>
                <a:gd name="csY0" fmla="*/ 520201 h 539393"/>
                <a:gd name="csX1" fmla="*/ 100922 w 840910"/>
                <a:gd name="csY1" fmla="*/ 524008 h 539393"/>
                <a:gd name="csX2" fmla="*/ 124601 w 840910"/>
                <a:gd name="csY2" fmla="*/ 530570 h 539393"/>
                <a:gd name="csX3" fmla="*/ 148268 w 840910"/>
                <a:gd name="csY3" fmla="*/ 535057 h 539393"/>
                <a:gd name="csX4" fmla="*/ 150882 w 840910"/>
                <a:gd name="csY4" fmla="*/ 535382 h 539393"/>
                <a:gd name="csX5" fmla="*/ 171935 w 840910"/>
                <a:gd name="csY5" fmla="*/ 537857 h 539393"/>
                <a:gd name="csX6" fmla="*/ 195603 w 840910"/>
                <a:gd name="csY6" fmla="*/ 539243 h 539393"/>
                <a:gd name="csX7" fmla="*/ 219270 w 840910"/>
                <a:gd name="csY7" fmla="*/ 539393 h 539393"/>
                <a:gd name="csX8" fmla="*/ 242938 w 840910"/>
                <a:gd name="csY8" fmla="*/ 538436 h 539393"/>
                <a:gd name="csX9" fmla="*/ 266605 w 840910"/>
                <a:gd name="csY9" fmla="*/ 536463 h 539393"/>
                <a:gd name="csX10" fmla="*/ 275261 w 840910"/>
                <a:gd name="csY10" fmla="*/ 535382 h 539393"/>
                <a:gd name="csX11" fmla="*/ 290272 w 840910"/>
                <a:gd name="csY11" fmla="*/ 533602 h 539393"/>
                <a:gd name="csX12" fmla="*/ 313951 w 840910"/>
                <a:gd name="csY12" fmla="*/ 529912 h 539393"/>
                <a:gd name="csX13" fmla="*/ 337618 w 840910"/>
                <a:gd name="csY13" fmla="*/ 525366 h 539393"/>
                <a:gd name="csX14" fmla="*/ 360169 w 840910"/>
                <a:gd name="csY14" fmla="*/ 520201 h 539393"/>
                <a:gd name="csX15" fmla="*/ 361286 w 840910"/>
                <a:gd name="csY15" fmla="*/ 519955 h 539393"/>
                <a:gd name="csX16" fmla="*/ 384953 w 840910"/>
                <a:gd name="csY16" fmla="*/ 513936 h 539393"/>
                <a:gd name="csX17" fmla="*/ 408620 w 840910"/>
                <a:gd name="csY17" fmla="*/ 507044 h 539393"/>
                <a:gd name="csX18" fmla="*/ 414853 w 840910"/>
                <a:gd name="csY18" fmla="*/ 505019 h 539393"/>
                <a:gd name="csX19" fmla="*/ 432288 w 840910"/>
                <a:gd name="csY19" fmla="*/ 499491 h 539393"/>
                <a:gd name="csX20" fmla="*/ 455955 w 840910"/>
                <a:gd name="csY20" fmla="*/ 491106 h 539393"/>
                <a:gd name="csX21" fmla="*/ 459250 w 840910"/>
                <a:gd name="csY21" fmla="*/ 489837 h 539393"/>
                <a:gd name="csX22" fmla="*/ 479623 w 840910"/>
                <a:gd name="csY22" fmla="*/ 482083 h 539393"/>
                <a:gd name="csX23" fmla="*/ 497382 w 840910"/>
                <a:gd name="csY23" fmla="*/ 474655 h 539393"/>
                <a:gd name="csX24" fmla="*/ 503301 w 840910"/>
                <a:gd name="csY24" fmla="*/ 472194 h 539393"/>
                <a:gd name="csX25" fmla="*/ 526969 w 840910"/>
                <a:gd name="csY25" fmla="*/ 461561 h 539393"/>
                <a:gd name="csX26" fmla="*/ 531314 w 840910"/>
                <a:gd name="csY26" fmla="*/ 459472 h 539393"/>
                <a:gd name="csX27" fmla="*/ 550636 w 840910"/>
                <a:gd name="csY27" fmla="*/ 450144 h 539393"/>
                <a:gd name="csX28" fmla="*/ 561962 w 840910"/>
                <a:gd name="csY28" fmla="*/ 444290 h 539393"/>
                <a:gd name="csX29" fmla="*/ 574304 w 840910"/>
                <a:gd name="csY29" fmla="*/ 437825 h 539393"/>
                <a:gd name="csX30" fmla="*/ 589996 w 840910"/>
                <a:gd name="csY30" fmla="*/ 429108 h 539393"/>
                <a:gd name="csX31" fmla="*/ 597971 w 840910"/>
                <a:gd name="csY31" fmla="*/ 424577 h 539393"/>
                <a:gd name="csX32" fmla="*/ 615819 w 840910"/>
                <a:gd name="csY32" fmla="*/ 413926 h 539393"/>
                <a:gd name="csX33" fmla="*/ 621638 w 840910"/>
                <a:gd name="csY33" fmla="*/ 410337 h 539393"/>
                <a:gd name="csX34" fmla="*/ 639710 w 840910"/>
                <a:gd name="csY34" fmla="*/ 398745 h 539393"/>
                <a:gd name="csX35" fmla="*/ 645306 w 840910"/>
                <a:gd name="csY35" fmla="*/ 395006 h 539393"/>
                <a:gd name="csX36" fmla="*/ 661914 w 840910"/>
                <a:gd name="csY36" fmla="*/ 383562 h 539393"/>
                <a:gd name="csX37" fmla="*/ 668984 w 840910"/>
                <a:gd name="csY37" fmla="*/ 378447 h 539393"/>
                <a:gd name="csX38" fmla="*/ 682566 w 840910"/>
                <a:gd name="csY38" fmla="*/ 368380 h 539393"/>
                <a:gd name="csX39" fmla="*/ 692652 w 840910"/>
                <a:gd name="csY39" fmla="*/ 360466 h 539393"/>
                <a:gd name="csX40" fmla="*/ 701777 w 840910"/>
                <a:gd name="csY40" fmla="*/ 353198 h 539393"/>
                <a:gd name="csX41" fmla="*/ 716319 w 840910"/>
                <a:gd name="csY41" fmla="*/ 340806 h 539393"/>
                <a:gd name="csX42" fmla="*/ 719569 w 840910"/>
                <a:gd name="csY42" fmla="*/ 338016 h 539393"/>
                <a:gd name="csX43" fmla="*/ 736155 w 840910"/>
                <a:gd name="csY43" fmla="*/ 322834 h 539393"/>
                <a:gd name="csX44" fmla="*/ 739986 w 840910"/>
                <a:gd name="csY44" fmla="*/ 319042 h 539393"/>
                <a:gd name="csX45" fmla="*/ 751569 w 840910"/>
                <a:gd name="csY45" fmla="*/ 307651 h 539393"/>
                <a:gd name="csX46" fmla="*/ 763654 w 840910"/>
                <a:gd name="csY46" fmla="*/ 294580 h 539393"/>
                <a:gd name="csX47" fmla="*/ 765631 w 840910"/>
                <a:gd name="csY47" fmla="*/ 292469 h 539393"/>
                <a:gd name="csX48" fmla="*/ 778710 w 840910"/>
                <a:gd name="csY48" fmla="*/ 277287 h 539393"/>
                <a:gd name="csX49" fmla="*/ 787321 w 840910"/>
                <a:gd name="csY49" fmla="*/ 266105 h 539393"/>
                <a:gd name="csX50" fmla="*/ 790482 w 840910"/>
                <a:gd name="csY50" fmla="*/ 262106 h 539393"/>
                <a:gd name="csX51" fmla="*/ 801227 w 840910"/>
                <a:gd name="csY51" fmla="*/ 246924 h 539393"/>
                <a:gd name="csX52" fmla="*/ 810609 w 840910"/>
                <a:gd name="csY52" fmla="*/ 231742 h 539393"/>
                <a:gd name="csX53" fmla="*/ 810989 w 840910"/>
                <a:gd name="csY53" fmla="*/ 231028 h 539393"/>
                <a:gd name="csX54" fmla="*/ 819042 w 840910"/>
                <a:gd name="csY54" fmla="*/ 216559 h 539393"/>
                <a:gd name="csX55" fmla="*/ 826134 w 840910"/>
                <a:gd name="csY55" fmla="*/ 201377 h 539393"/>
                <a:gd name="csX56" fmla="*/ 831886 w 840910"/>
                <a:gd name="csY56" fmla="*/ 186195 h 539393"/>
                <a:gd name="csX57" fmla="*/ 834656 w 840910"/>
                <a:gd name="csY57" fmla="*/ 176563 h 539393"/>
                <a:gd name="csX58" fmla="*/ 836343 w 840910"/>
                <a:gd name="csY58" fmla="*/ 171013 h 539393"/>
                <a:gd name="csX59" fmla="*/ 839425 w 840910"/>
                <a:gd name="csY59" fmla="*/ 155831 h 539393"/>
                <a:gd name="csX60" fmla="*/ 840911 w 840910"/>
                <a:gd name="csY60" fmla="*/ 140648 h 539393"/>
                <a:gd name="csX61" fmla="*/ 840676 w 840910"/>
                <a:gd name="csY61" fmla="*/ 125467 h 539393"/>
                <a:gd name="csX62" fmla="*/ 838520 w 840910"/>
                <a:gd name="csY62" fmla="*/ 110285 h 539393"/>
                <a:gd name="csX63" fmla="*/ 834656 w 840910"/>
                <a:gd name="csY63" fmla="*/ 96785 h 539393"/>
                <a:gd name="csX64" fmla="*/ 834153 w 840910"/>
                <a:gd name="csY64" fmla="*/ 95103 h 539393"/>
                <a:gd name="csX65" fmla="*/ 827162 w 840910"/>
                <a:gd name="csY65" fmla="*/ 79921 h 539393"/>
                <a:gd name="csX66" fmla="*/ 816931 w 840910"/>
                <a:gd name="csY66" fmla="*/ 64739 h 539393"/>
                <a:gd name="csX67" fmla="*/ 810989 w 840910"/>
                <a:gd name="csY67" fmla="*/ 58062 h 539393"/>
                <a:gd name="csX68" fmla="*/ 802377 w 840910"/>
                <a:gd name="csY68" fmla="*/ 49556 h 539393"/>
                <a:gd name="csX69" fmla="*/ 787321 w 840910"/>
                <a:gd name="csY69" fmla="*/ 37967 h 539393"/>
                <a:gd name="csX70" fmla="*/ 781725 w 840910"/>
                <a:gd name="csY70" fmla="*/ 34374 h 539393"/>
                <a:gd name="csX71" fmla="*/ 763654 w 840910"/>
                <a:gd name="csY71" fmla="*/ 24720 h 539393"/>
                <a:gd name="csX72" fmla="*/ 750396 w 840910"/>
                <a:gd name="csY72" fmla="*/ 19192 h 539393"/>
                <a:gd name="csX73" fmla="*/ 739986 w 840910"/>
                <a:gd name="csY73" fmla="*/ 15385 h 539393"/>
                <a:gd name="csX74" fmla="*/ 716319 w 840910"/>
                <a:gd name="csY74" fmla="*/ 8824 h 539393"/>
                <a:gd name="csX75" fmla="*/ 692652 w 840910"/>
                <a:gd name="csY75" fmla="*/ 4336 h 539393"/>
                <a:gd name="csX76" fmla="*/ 690027 w 840910"/>
                <a:gd name="csY76" fmla="*/ 4010 h 539393"/>
                <a:gd name="csX77" fmla="*/ 668984 w 840910"/>
                <a:gd name="csY77" fmla="*/ 1535 h 539393"/>
                <a:gd name="csX78" fmla="*/ 645306 w 840910"/>
                <a:gd name="csY78" fmla="*/ 150 h 539393"/>
                <a:gd name="csX79" fmla="*/ 621638 w 840910"/>
                <a:gd name="csY79" fmla="*/ 0 h 539393"/>
                <a:gd name="csX80" fmla="*/ 597971 w 840910"/>
                <a:gd name="csY80" fmla="*/ 956 h 539393"/>
                <a:gd name="csX81" fmla="*/ 574304 w 840910"/>
                <a:gd name="csY81" fmla="*/ 2930 h 539393"/>
                <a:gd name="csX82" fmla="*/ 565647 w 840910"/>
                <a:gd name="csY82" fmla="*/ 4010 h 539393"/>
                <a:gd name="csX83" fmla="*/ 550636 w 840910"/>
                <a:gd name="csY83" fmla="*/ 5791 h 539393"/>
                <a:gd name="csX84" fmla="*/ 526969 w 840910"/>
                <a:gd name="csY84" fmla="*/ 9481 h 539393"/>
                <a:gd name="csX85" fmla="*/ 503301 w 840910"/>
                <a:gd name="csY85" fmla="*/ 14027 h 539393"/>
                <a:gd name="csX86" fmla="*/ 480740 w 840910"/>
                <a:gd name="csY86" fmla="*/ 19192 h 539393"/>
                <a:gd name="csX87" fmla="*/ 479623 w 840910"/>
                <a:gd name="csY87" fmla="*/ 19438 h 539393"/>
                <a:gd name="csX88" fmla="*/ 455955 w 840910"/>
                <a:gd name="csY88" fmla="*/ 25457 h 539393"/>
                <a:gd name="csX89" fmla="*/ 432288 w 840910"/>
                <a:gd name="csY89" fmla="*/ 32349 h 539393"/>
                <a:gd name="csX90" fmla="*/ 426056 w 840910"/>
                <a:gd name="csY90" fmla="*/ 34374 h 539393"/>
                <a:gd name="csX91" fmla="*/ 408620 w 840910"/>
                <a:gd name="csY91" fmla="*/ 39901 h 539393"/>
                <a:gd name="csX92" fmla="*/ 384953 w 840910"/>
                <a:gd name="csY92" fmla="*/ 48288 h 539393"/>
                <a:gd name="csX93" fmla="*/ 381658 w 840910"/>
                <a:gd name="csY93" fmla="*/ 49556 h 539393"/>
                <a:gd name="csX94" fmla="*/ 361286 w 840910"/>
                <a:gd name="csY94" fmla="*/ 57310 h 539393"/>
                <a:gd name="csX95" fmla="*/ 343527 w 840910"/>
                <a:gd name="csY95" fmla="*/ 64739 h 539393"/>
                <a:gd name="csX96" fmla="*/ 337618 w 840910"/>
                <a:gd name="csY96" fmla="*/ 67199 h 539393"/>
                <a:gd name="csX97" fmla="*/ 313951 w 840910"/>
                <a:gd name="csY97" fmla="*/ 77832 h 539393"/>
                <a:gd name="csX98" fmla="*/ 309595 w 840910"/>
                <a:gd name="csY98" fmla="*/ 79921 h 539393"/>
                <a:gd name="csX99" fmla="*/ 290272 w 840910"/>
                <a:gd name="csY99" fmla="*/ 89249 h 539393"/>
                <a:gd name="csX100" fmla="*/ 278947 w 840910"/>
                <a:gd name="csY100" fmla="*/ 95103 h 539393"/>
                <a:gd name="csX101" fmla="*/ 266605 w 840910"/>
                <a:gd name="csY101" fmla="*/ 101568 h 539393"/>
                <a:gd name="csX102" fmla="*/ 250912 w 840910"/>
                <a:gd name="csY102" fmla="*/ 110285 h 539393"/>
                <a:gd name="csX103" fmla="*/ 242938 w 840910"/>
                <a:gd name="csY103" fmla="*/ 114816 h 539393"/>
                <a:gd name="csX104" fmla="*/ 225101 w 840910"/>
                <a:gd name="csY104" fmla="*/ 125467 h 539393"/>
                <a:gd name="csX105" fmla="*/ 219270 w 840910"/>
                <a:gd name="csY105" fmla="*/ 129056 h 539393"/>
                <a:gd name="csX106" fmla="*/ 201199 w 840910"/>
                <a:gd name="csY106" fmla="*/ 140648 h 539393"/>
                <a:gd name="csX107" fmla="*/ 195603 w 840910"/>
                <a:gd name="csY107" fmla="*/ 144387 h 539393"/>
                <a:gd name="csX108" fmla="*/ 178994 w 840910"/>
                <a:gd name="csY108" fmla="*/ 155831 h 539393"/>
                <a:gd name="csX109" fmla="*/ 171935 w 840910"/>
                <a:gd name="csY109" fmla="*/ 160946 h 539393"/>
                <a:gd name="csX110" fmla="*/ 158343 w 840910"/>
                <a:gd name="csY110" fmla="*/ 171013 h 539393"/>
                <a:gd name="csX111" fmla="*/ 148268 w 840910"/>
                <a:gd name="csY111" fmla="*/ 178927 h 539393"/>
                <a:gd name="csX112" fmla="*/ 139143 w 840910"/>
                <a:gd name="csY112" fmla="*/ 186195 h 539393"/>
                <a:gd name="csX113" fmla="*/ 124601 w 840910"/>
                <a:gd name="csY113" fmla="*/ 198587 h 539393"/>
                <a:gd name="csX114" fmla="*/ 121339 w 840910"/>
                <a:gd name="csY114" fmla="*/ 201377 h 539393"/>
                <a:gd name="csX115" fmla="*/ 104764 w 840910"/>
                <a:gd name="csY115" fmla="*/ 216559 h 539393"/>
                <a:gd name="csX116" fmla="*/ 100922 w 840910"/>
                <a:gd name="csY116" fmla="*/ 220351 h 539393"/>
                <a:gd name="csX117" fmla="*/ 89340 w 840910"/>
                <a:gd name="csY117" fmla="*/ 231742 h 539393"/>
                <a:gd name="csX118" fmla="*/ 77258 w 840910"/>
                <a:gd name="csY118" fmla="*/ 244813 h 539393"/>
                <a:gd name="csX119" fmla="*/ 75279 w 840910"/>
                <a:gd name="csY119" fmla="*/ 246924 h 539393"/>
                <a:gd name="csX120" fmla="*/ 62205 w 840910"/>
                <a:gd name="csY120" fmla="*/ 262106 h 539393"/>
                <a:gd name="csX121" fmla="*/ 53588 w 840910"/>
                <a:gd name="csY121" fmla="*/ 273289 h 539393"/>
                <a:gd name="csX122" fmla="*/ 50431 w 840910"/>
                <a:gd name="csY122" fmla="*/ 277287 h 539393"/>
                <a:gd name="csX123" fmla="*/ 39686 w 840910"/>
                <a:gd name="csY123" fmla="*/ 292469 h 539393"/>
                <a:gd name="csX124" fmla="*/ 30302 w 840910"/>
                <a:gd name="csY124" fmla="*/ 307651 h 539393"/>
                <a:gd name="csX125" fmla="*/ 29920 w 840910"/>
                <a:gd name="csY125" fmla="*/ 308365 h 539393"/>
                <a:gd name="csX126" fmla="*/ 21867 w 840910"/>
                <a:gd name="csY126" fmla="*/ 322834 h 539393"/>
                <a:gd name="csX127" fmla="*/ 14780 w 840910"/>
                <a:gd name="csY127" fmla="*/ 338016 h 539393"/>
                <a:gd name="csX128" fmla="*/ 9028 w 840910"/>
                <a:gd name="csY128" fmla="*/ 353198 h 539393"/>
                <a:gd name="csX129" fmla="*/ 6251 w 840910"/>
                <a:gd name="csY129" fmla="*/ 362830 h 539393"/>
                <a:gd name="csX130" fmla="*/ 4566 w 840910"/>
                <a:gd name="csY130" fmla="*/ 368380 h 539393"/>
                <a:gd name="csX131" fmla="*/ 1490 w 840910"/>
                <a:gd name="csY131" fmla="*/ 383562 h 539393"/>
                <a:gd name="csX132" fmla="*/ 0 w 840910"/>
                <a:gd name="csY132" fmla="*/ 398745 h 539393"/>
                <a:gd name="csX133" fmla="*/ 232 w 840910"/>
                <a:gd name="csY133" fmla="*/ 413926 h 539393"/>
                <a:gd name="csX134" fmla="*/ 2392 w 840910"/>
                <a:gd name="csY134" fmla="*/ 429108 h 539393"/>
                <a:gd name="csX135" fmla="*/ 6251 w 840910"/>
                <a:gd name="csY135" fmla="*/ 442608 h 539393"/>
                <a:gd name="csX136" fmla="*/ 6758 w 840910"/>
                <a:gd name="csY136" fmla="*/ 444290 h 539393"/>
                <a:gd name="csX137" fmla="*/ 13756 w 840910"/>
                <a:gd name="csY137" fmla="*/ 459472 h 539393"/>
                <a:gd name="csX138" fmla="*/ 23985 w 840910"/>
                <a:gd name="csY138" fmla="*/ 474655 h 539393"/>
                <a:gd name="csX139" fmla="*/ 29920 w 840910"/>
                <a:gd name="csY139" fmla="*/ 481331 h 539393"/>
                <a:gd name="csX140" fmla="*/ 38537 w 840910"/>
                <a:gd name="csY140" fmla="*/ 489837 h 539393"/>
                <a:gd name="csX141" fmla="*/ 53588 w 840910"/>
                <a:gd name="csY141" fmla="*/ 501425 h 539393"/>
                <a:gd name="csX142" fmla="*/ 59191 w 840910"/>
                <a:gd name="csY142" fmla="*/ 505019 h 539393"/>
                <a:gd name="csX143" fmla="*/ 77258 w 840910"/>
                <a:gd name="csY143" fmla="*/ 514674 h 539393"/>
                <a:gd name="csX144" fmla="*/ 90512 w 840910"/>
                <a:gd name="csY144" fmla="*/ 520201 h 539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</a:cxnLst>
              <a:rect l="l" t="t" r="r" b="b"/>
              <a:pathLst>
                <a:path w="840910" h="539393">
                  <a:moveTo>
                    <a:pt x="90512" y="520201"/>
                  </a:moveTo>
                  <a:lnTo>
                    <a:pt x="100922" y="524008"/>
                  </a:lnTo>
                  <a:lnTo>
                    <a:pt x="124601" y="530570"/>
                  </a:lnTo>
                  <a:lnTo>
                    <a:pt x="148268" y="535057"/>
                  </a:lnTo>
                  <a:lnTo>
                    <a:pt x="150882" y="535382"/>
                  </a:lnTo>
                  <a:lnTo>
                    <a:pt x="171935" y="537857"/>
                  </a:lnTo>
                  <a:lnTo>
                    <a:pt x="195603" y="539243"/>
                  </a:lnTo>
                  <a:lnTo>
                    <a:pt x="219270" y="539393"/>
                  </a:lnTo>
                  <a:lnTo>
                    <a:pt x="242938" y="538436"/>
                  </a:lnTo>
                  <a:lnTo>
                    <a:pt x="266605" y="536463"/>
                  </a:lnTo>
                  <a:lnTo>
                    <a:pt x="275261" y="535382"/>
                  </a:lnTo>
                  <a:lnTo>
                    <a:pt x="290272" y="533602"/>
                  </a:lnTo>
                  <a:lnTo>
                    <a:pt x="313951" y="529912"/>
                  </a:lnTo>
                  <a:lnTo>
                    <a:pt x="337618" y="525366"/>
                  </a:lnTo>
                  <a:lnTo>
                    <a:pt x="360169" y="520201"/>
                  </a:lnTo>
                  <a:lnTo>
                    <a:pt x="361286" y="519955"/>
                  </a:lnTo>
                  <a:lnTo>
                    <a:pt x="384953" y="513936"/>
                  </a:lnTo>
                  <a:lnTo>
                    <a:pt x="408620" y="507044"/>
                  </a:lnTo>
                  <a:lnTo>
                    <a:pt x="414853" y="505019"/>
                  </a:lnTo>
                  <a:lnTo>
                    <a:pt x="432288" y="499491"/>
                  </a:lnTo>
                  <a:lnTo>
                    <a:pt x="455955" y="491106"/>
                  </a:lnTo>
                  <a:lnTo>
                    <a:pt x="459250" y="489837"/>
                  </a:lnTo>
                  <a:lnTo>
                    <a:pt x="479623" y="482083"/>
                  </a:lnTo>
                  <a:lnTo>
                    <a:pt x="497382" y="474655"/>
                  </a:lnTo>
                  <a:lnTo>
                    <a:pt x="503301" y="472194"/>
                  </a:lnTo>
                  <a:lnTo>
                    <a:pt x="526969" y="461561"/>
                  </a:lnTo>
                  <a:lnTo>
                    <a:pt x="531314" y="459472"/>
                  </a:lnTo>
                  <a:lnTo>
                    <a:pt x="550636" y="450144"/>
                  </a:lnTo>
                  <a:lnTo>
                    <a:pt x="561962" y="444290"/>
                  </a:lnTo>
                  <a:lnTo>
                    <a:pt x="574304" y="437825"/>
                  </a:lnTo>
                  <a:lnTo>
                    <a:pt x="589996" y="429108"/>
                  </a:lnTo>
                  <a:lnTo>
                    <a:pt x="597971" y="424577"/>
                  </a:lnTo>
                  <a:lnTo>
                    <a:pt x="615819" y="413926"/>
                  </a:lnTo>
                  <a:lnTo>
                    <a:pt x="621638" y="410337"/>
                  </a:lnTo>
                  <a:lnTo>
                    <a:pt x="639710" y="398745"/>
                  </a:lnTo>
                  <a:lnTo>
                    <a:pt x="645306" y="395006"/>
                  </a:lnTo>
                  <a:lnTo>
                    <a:pt x="661914" y="383562"/>
                  </a:lnTo>
                  <a:lnTo>
                    <a:pt x="668984" y="378447"/>
                  </a:lnTo>
                  <a:lnTo>
                    <a:pt x="682566" y="368380"/>
                  </a:lnTo>
                  <a:lnTo>
                    <a:pt x="692652" y="360466"/>
                  </a:lnTo>
                  <a:lnTo>
                    <a:pt x="701777" y="353198"/>
                  </a:lnTo>
                  <a:lnTo>
                    <a:pt x="716319" y="340806"/>
                  </a:lnTo>
                  <a:lnTo>
                    <a:pt x="719569" y="338016"/>
                  </a:lnTo>
                  <a:lnTo>
                    <a:pt x="736155" y="322834"/>
                  </a:lnTo>
                  <a:lnTo>
                    <a:pt x="739986" y="319042"/>
                  </a:lnTo>
                  <a:lnTo>
                    <a:pt x="751569" y="307651"/>
                  </a:lnTo>
                  <a:lnTo>
                    <a:pt x="763654" y="294580"/>
                  </a:lnTo>
                  <a:lnTo>
                    <a:pt x="765631" y="292469"/>
                  </a:lnTo>
                  <a:lnTo>
                    <a:pt x="778710" y="277287"/>
                  </a:lnTo>
                  <a:lnTo>
                    <a:pt x="787321" y="266105"/>
                  </a:lnTo>
                  <a:lnTo>
                    <a:pt x="790482" y="262106"/>
                  </a:lnTo>
                  <a:lnTo>
                    <a:pt x="801227" y="246924"/>
                  </a:lnTo>
                  <a:lnTo>
                    <a:pt x="810609" y="231742"/>
                  </a:lnTo>
                  <a:lnTo>
                    <a:pt x="810989" y="231028"/>
                  </a:lnTo>
                  <a:lnTo>
                    <a:pt x="819042" y="216559"/>
                  </a:lnTo>
                  <a:lnTo>
                    <a:pt x="826134" y="201377"/>
                  </a:lnTo>
                  <a:lnTo>
                    <a:pt x="831886" y="186195"/>
                  </a:lnTo>
                  <a:lnTo>
                    <a:pt x="834656" y="176563"/>
                  </a:lnTo>
                  <a:lnTo>
                    <a:pt x="836343" y="171013"/>
                  </a:lnTo>
                  <a:lnTo>
                    <a:pt x="839425" y="155831"/>
                  </a:lnTo>
                  <a:lnTo>
                    <a:pt x="840911" y="140648"/>
                  </a:lnTo>
                  <a:lnTo>
                    <a:pt x="840676" y="125467"/>
                  </a:lnTo>
                  <a:lnTo>
                    <a:pt x="838520" y="110285"/>
                  </a:lnTo>
                  <a:lnTo>
                    <a:pt x="834656" y="96785"/>
                  </a:lnTo>
                  <a:lnTo>
                    <a:pt x="834153" y="95103"/>
                  </a:lnTo>
                  <a:lnTo>
                    <a:pt x="827162" y="79921"/>
                  </a:lnTo>
                  <a:lnTo>
                    <a:pt x="816931" y="64739"/>
                  </a:lnTo>
                  <a:lnTo>
                    <a:pt x="810989" y="58062"/>
                  </a:lnTo>
                  <a:lnTo>
                    <a:pt x="802377" y="49556"/>
                  </a:lnTo>
                  <a:lnTo>
                    <a:pt x="787321" y="37967"/>
                  </a:lnTo>
                  <a:lnTo>
                    <a:pt x="781725" y="34374"/>
                  </a:lnTo>
                  <a:lnTo>
                    <a:pt x="763654" y="24720"/>
                  </a:lnTo>
                  <a:lnTo>
                    <a:pt x="750396" y="19192"/>
                  </a:lnTo>
                  <a:lnTo>
                    <a:pt x="739986" y="15385"/>
                  </a:lnTo>
                  <a:lnTo>
                    <a:pt x="716319" y="8824"/>
                  </a:lnTo>
                  <a:lnTo>
                    <a:pt x="692652" y="4336"/>
                  </a:lnTo>
                  <a:lnTo>
                    <a:pt x="690027" y="4010"/>
                  </a:lnTo>
                  <a:lnTo>
                    <a:pt x="668984" y="1535"/>
                  </a:lnTo>
                  <a:lnTo>
                    <a:pt x="645306" y="150"/>
                  </a:lnTo>
                  <a:lnTo>
                    <a:pt x="621638" y="0"/>
                  </a:lnTo>
                  <a:lnTo>
                    <a:pt x="597971" y="956"/>
                  </a:lnTo>
                  <a:lnTo>
                    <a:pt x="574304" y="2930"/>
                  </a:lnTo>
                  <a:lnTo>
                    <a:pt x="565647" y="4010"/>
                  </a:lnTo>
                  <a:lnTo>
                    <a:pt x="550636" y="5791"/>
                  </a:lnTo>
                  <a:lnTo>
                    <a:pt x="526969" y="9481"/>
                  </a:lnTo>
                  <a:lnTo>
                    <a:pt x="503301" y="14027"/>
                  </a:lnTo>
                  <a:lnTo>
                    <a:pt x="480740" y="19192"/>
                  </a:lnTo>
                  <a:lnTo>
                    <a:pt x="479623" y="19438"/>
                  </a:lnTo>
                  <a:lnTo>
                    <a:pt x="455955" y="25457"/>
                  </a:lnTo>
                  <a:lnTo>
                    <a:pt x="432288" y="32349"/>
                  </a:lnTo>
                  <a:lnTo>
                    <a:pt x="426056" y="34374"/>
                  </a:lnTo>
                  <a:lnTo>
                    <a:pt x="408620" y="39901"/>
                  </a:lnTo>
                  <a:lnTo>
                    <a:pt x="384953" y="48288"/>
                  </a:lnTo>
                  <a:lnTo>
                    <a:pt x="381658" y="49556"/>
                  </a:lnTo>
                  <a:lnTo>
                    <a:pt x="361286" y="57310"/>
                  </a:lnTo>
                  <a:lnTo>
                    <a:pt x="343527" y="64739"/>
                  </a:lnTo>
                  <a:lnTo>
                    <a:pt x="337618" y="67199"/>
                  </a:lnTo>
                  <a:lnTo>
                    <a:pt x="313951" y="77832"/>
                  </a:lnTo>
                  <a:lnTo>
                    <a:pt x="309595" y="79921"/>
                  </a:lnTo>
                  <a:lnTo>
                    <a:pt x="290272" y="89249"/>
                  </a:lnTo>
                  <a:lnTo>
                    <a:pt x="278947" y="95103"/>
                  </a:lnTo>
                  <a:lnTo>
                    <a:pt x="266605" y="101568"/>
                  </a:lnTo>
                  <a:lnTo>
                    <a:pt x="250912" y="110285"/>
                  </a:lnTo>
                  <a:lnTo>
                    <a:pt x="242938" y="114816"/>
                  </a:lnTo>
                  <a:lnTo>
                    <a:pt x="225101" y="125467"/>
                  </a:lnTo>
                  <a:lnTo>
                    <a:pt x="219270" y="129056"/>
                  </a:lnTo>
                  <a:lnTo>
                    <a:pt x="201199" y="140648"/>
                  </a:lnTo>
                  <a:lnTo>
                    <a:pt x="195603" y="144387"/>
                  </a:lnTo>
                  <a:lnTo>
                    <a:pt x="178994" y="155831"/>
                  </a:lnTo>
                  <a:lnTo>
                    <a:pt x="171935" y="160946"/>
                  </a:lnTo>
                  <a:lnTo>
                    <a:pt x="158343" y="171013"/>
                  </a:lnTo>
                  <a:lnTo>
                    <a:pt x="148268" y="178927"/>
                  </a:lnTo>
                  <a:lnTo>
                    <a:pt x="139143" y="186195"/>
                  </a:lnTo>
                  <a:lnTo>
                    <a:pt x="124601" y="198587"/>
                  </a:lnTo>
                  <a:lnTo>
                    <a:pt x="121339" y="201377"/>
                  </a:lnTo>
                  <a:lnTo>
                    <a:pt x="104764" y="216559"/>
                  </a:lnTo>
                  <a:lnTo>
                    <a:pt x="100922" y="220351"/>
                  </a:lnTo>
                  <a:lnTo>
                    <a:pt x="89340" y="231742"/>
                  </a:lnTo>
                  <a:lnTo>
                    <a:pt x="77258" y="244813"/>
                  </a:lnTo>
                  <a:lnTo>
                    <a:pt x="75279" y="246924"/>
                  </a:lnTo>
                  <a:lnTo>
                    <a:pt x="62205" y="262106"/>
                  </a:lnTo>
                  <a:lnTo>
                    <a:pt x="53588" y="273289"/>
                  </a:lnTo>
                  <a:lnTo>
                    <a:pt x="50431" y="277287"/>
                  </a:lnTo>
                  <a:lnTo>
                    <a:pt x="39686" y="292469"/>
                  </a:lnTo>
                  <a:lnTo>
                    <a:pt x="30302" y="307651"/>
                  </a:lnTo>
                  <a:lnTo>
                    <a:pt x="29920" y="308365"/>
                  </a:lnTo>
                  <a:lnTo>
                    <a:pt x="21867" y="322834"/>
                  </a:lnTo>
                  <a:lnTo>
                    <a:pt x="14780" y="338016"/>
                  </a:lnTo>
                  <a:lnTo>
                    <a:pt x="9028" y="353198"/>
                  </a:lnTo>
                  <a:lnTo>
                    <a:pt x="6251" y="362830"/>
                  </a:lnTo>
                  <a:lnTo>
                    <a:pt x="4566" y="368380"/>
                  </a:lnTo>
                  <a:lnTo>
                    <a:pt x="1490" y="383562"/>
                  </a:lnTo>
                  <a:lnTo>
                    <a:pt x="0" y="398745"/>
                  </a:lnTo>
                  <a:lnTo>
                    <a:pt x="232" y="413926"/>
                  </a:lnTo>
                  <a:lnTo>
                    <a:pt x="2392" y="429108"/>
                  </a:lnTo>
                  <a:lnTo>
                    <a:pt x="6251" y="442608"/>
                  </a:lnTo>
                  <a:lnTo>
                    <a:pt x="6758" y="444290"/>
                  </a:lnTo>
                  <a:lnTo>
                    <a:pt x="13756" y="459472"/>
                  </a:lnTo>
                  <a:lnTo>
                    <a:pt x="23985" y="474655"/>
                  </a:lnTo>
                  <a:lnTo>
                    <a:pt x="29920" y="481331"/>
                  </a:lnTo>
                  <a:lnTo>
                    <a:pt x="38537" y="489837"/>
                  </a:lnTo>
                  <a:lnTo>
                    <a:pt x="53588" y="501425"/>
                  </a:lnTo>
                  <a:lnTo>
                    <a:pt x="59191" y="505019"/>
                  </a:lnTo>
                  <a:lnTo>
                    <a:pt x="77258" y="514674"/>
                  </a:lnTo>
                  <a:lnTo>
                    <a:pt x="90512" y="52020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5EA0D60-A8E7-6754-53E4-4CD0F7D8CA30}"/>
                </a:ext>
              </a:extLst>
            </p:cNvPr>
            <p:cNvSpPr/>
            <p:nvPr/>
          </p:nvSpPr>
          <p:spPr>
            <a:xfrm>
              <a:off x="4468053" y="3379759"/>
              <a:ext cx="725084" cy="465096"/>
            </a:xfrm>
            <a:custGeom>
              <a:avLst/>
              <a:gdLst>
                <a:gd name="csX0" fmla="*/ 89728 w 725084"/>
                <a:gd name="csY0" fmla="*/ 452688 h 465096"/>
                <a:gd name="csX1" fmla="*/ 90354 w 725084"/>
                <a:gd name="csY1" fmla="*/ 452897 h 465096"/>
                <a:gd name="csX2" fmla="*/ 114021 w 725084"/>
                <a:gd name="csY2" fmla="*/ 458850 h 465096"/>
                <a:gd name="csX3" fmla="*/ 137689 w 725084"/>
                <a:gd name="csY3" fmla="*/ 462629 h 465096"/>
                <a:gd name="csX4" fmla="*/ 161356 w 725084"/>
                <a:gd name="csY4" fmla="*/ 464616 h 465096"/>
                <a:gd name="csX5" fmla="*/ 185023 w 725084"/>
                <a:gd name="csY5" fmla="*/ 465096 h 465096"/>
                <a:gd name="csX6" fmla="*/ 208691 w 725084"/>
                <a:gd name="csY6" fmla="*/ 464274 h 465096"/>
                <a:gd name="csX7" fmla="*/ 232358 w 725084"/>
                <a:gd name="csY7" fmla="*/ 462296 h 465096"/>
                <a:gd name="csX8" fmla="*/ 256037 w 725084"/>
                <a:gd name="csY8" fmla="*/ 459260 h 465096"/>
                <a:gd name="csX9" fmla="*/ 279704 w 725084"/>
                <a:gd name="csY9" fmla="*/ 455221 h 465096"/>
                <a:gd name="csX10" fmla="*/ 291622 w 725084"/>
                <a:gd name="csY10" fmla="*/ 452688 h 465096"/>
                <a:gd name="csX11" fmla="*/ 303372 w 725084"/>
                <a:gd name="csY11" fmla="*/ 450253 h 465096"/>
                <a:gd name="csX12" fmla="*/ 327039 w 725084"/>
                <a:gd name="csY12" fmla="*/ 444419 h 465096"/>
                <a:gd name="csX13" fmla="*/ 350706 w 725084"/>
                <a:gd name="csY13" fmla="*/ 437649 h 465096"/>
                <a:gd name="csX14" fmla="*/ 351153 w 725084"/>
                <a:gd name="csY14" fmla="*/ 437506 h 465096"/>
                <a:gd name="csX15" fmla="*/ 374374 w 725084"/>
                <a:gd name="csY15" fmla="*/ 430098 h 465096"/>
                <a:gd name="csX16" fmla="*/ 396053 w 725084"/>
                <a:gd name="csY16" fmla="*/ 422324 h 465096"/>
                <a:gd name="csX17" fmla="*/ 398041 w 725084"/>
                <a:gd name="csY17" fmla="*/ 421610 h 465096"/>
                <a:gd name="csX18" fmla="*/ 421709 w 725084"/>
                <a:gd name="csY18" fmla="*/ 412317 h 465096"/>
                <a:gd name="csX19" fmla="*/ 433738 w 725084"/>
                <a:gd name="csY19" fmla="*/ 407142 h 465096"/>
                <a:gd name="csX20" fmla="*/ 445387 w 725084"/>
                <a:gd name="csY20" fmla="*/ 402090 h 465096"/>
                <a:gd name="csX21" fmla="*/ 466876 w 725084"/>
                <a:gd name="csY21" fmla="*/ 391959 h 465096"/>
                <a:gd name="csX22" fmla="*/ 469055 w 725084"/>
                <a:gd name="csY22" fmla="*/ 390919 h 465096"/>
                <a:gd name="csX23" fmla="*/ 492722 w 725084"/>
                <a:gd name="csY23" fmla="*/ 378791 h 465096"/>
                <a:gd name="csX24" fmla="*/ 496419 w 725084"/>
                <a:gd name="csY24" fmla="*/ 376777 h 465096"/>
                <a:gd name="csX25" fmla="*/ 516389 w 725084"/>
                <a:gd name="csY25" fmla="*/ 365597 h 465096"/>
                <a:gd name="csX26" fmla="*/ 523158 w 725084"/>
                <a:gd name="csY26" fmla="*/ 361596 h 465096"/>
                <a:gd name="csX27" fmla="*/ 540057 w 725084"/>
                <a:gd name="csY27" fmla="*/ 351236 h 465096"/>
                <a:gd name="csX28" fmla="*/ 547573 w 725084"/>
                <a:gd name="csY28" fmla="*/ 346414 h 465096"/>
                <a:gd name="csX29" fmla="*/ 563724 w 725084"/>
                <a:gd name="csY29" fmla="*/ 335573 h 465096"/>
                <a:gd name="csX30" fmla="*/ 569968 w 725084"/>
                <a:gd name="csY30" fmla="*/ 331232 h 465096"/>
                <a:gd name="csX31" fmla="*/ 587391 w 725084"/>
                <a:gd name="csY31" fmla="*/ 318420 h 465096"/>
                <a:gd name="csX32" fmla="*/ 590530 w 725084"/>
                <a:gd name="csY32" fmla="*/ 316050 h 465096"/>
                <a:gd name="csX33" fmla="*/ 609439 w 725084"/>
                <a:gd name="csY33" fmla="*/ 300867 h 465096"/>
                <a:gd name="csX34" fmla="*/ 611070 w 725084"/>
                <a:gd name="csY34" fmla="*/ 299472 h 465096"/>
                <a:gd name="csX35" fmla="*/ 626852 w 725084"/>
                <a:gd name="csY35" fmla="*/ 285685 h 465096"/>
                <a:gd name="csX36" fmla="*/ 634737 w 725084"/>
                <a:gd name="csY36" fmla="*/ 278213 h 465096"/>
                <a:gd name="csX37" fmla="*/ 642802 w 725084"/>
                <a:gd name="csY37" fmla="*/ 270503 h 465096"/>
                <a:gd name="csX38" fmla="*/ 657288 w 725084"/>
                <a:gd name="csY38" fmla="*/ 255321 h 465096"/>
                <a:gd name="csX39" fmla="*/ 658405 w 725084"/>
                <a:gd name="csY39" fmla="*/ 254041 h 465096"/>
                <a:gd name="csX40" fmla="*/ 670523 w 725084"/>
                <a:gd name="csY40" fmla="*/ 240139 h 465096"/>
                <a:gd name="csX41" fmla="*/ 682072 w 725084"/>
                <a:gd name="csY41" fmla="*/ 225241 h 465096"/>
                <a:gd name="csX42" fmla="*/ 682296 w 725084"/>
                <a:gd name="csY42" fmla="*/ 224958 h 465096"/>
                <a:gd name="csX43" fmla="*/ 692850 w 725084"/>
                <a:gd name="csY43" fmla="*/ 209775 h 465096"/>
                <a:gd name="csX44" fmla="*/ 701942 w 725084"/>
                <a:gd name="csY44" fmla="*/ 194593 h 465096"/>
                <a:gd name="csX45" fmla="*/ 705740 w 725084"/>
                <a:gd name="csY45" fmla="*/ 187055 h 465096"/>
                <a:gd name="csX46" fmla="*/ 709693 w 725084"/>
                <a:gd name="csY46" fmla="*/ 179411 h 465096"/>
                <a:gd name="csX47" fmla="*/ 715982 w 725084"/>
                <a:gd name="csY47" fmla="*/ 164229 h 465096"/>
                <a:gd name="csX48" fmla="*/ 720717 w 725084"/>
                <a:gd name="csY48" fmla="*/ 149046 h 465096"/>
                <a:gd name="csX49" fmla="*/ 723800 w 725084"/>
                <a:gd name="csY49" fmla="*/ 133864 h 465096"/>
                <a:gd name="csX50" fmla="*/ 725085 w 725084"/>
                <a:gd name="csY50" fmla="*/ 118682 h 465096"/>
                <a:gd name="csX51" fmla="*/ 724336 w 725084"/>
                <a:gd name="csY51" fmla="*/ 103500 h 465096"/>
                <a:gd name="csX52" fmla="*/ 721242 w 725084"/>
                <a:gd name="csY52" fmla="*/ 88319 h 465096"/>
                <a:gd name="csX53" fmla="*/ 715345 w 725084"/>
                <a:gd name="csY53" fmla="*/ 73137 h 465096"/>
                <a:gd name="csX54" fmla="*/ 706064 w 725084"/>
                <a:gd name="csY54" fmla="*/ 57954 h 465096"/>
                <a:gd name="csX55" fmla="*/ 705740 w 725084"/>
                <a:gd name="csY55" fmla="*/ 57553 h 465096"/>
                <a:gd name="csX56" fmla="*/ 691767 w 725084"/>
                <a:gd name="csY56" fmla="*/ 42772 h 465096"/>
                <a:gd name="csX57" fmla="*/ 682072 w 725084"/>
                <a:gd name="csY57" fmla="*/ 35098 h 465096"/>
                <a:gd name="csX58" fmla="*/ 670367 w 725084"/>
                <a:gd name="csY58" fmla="*/ 27590 h 465096"/>
                <a:gd name="csX59" fmla="*/ 658405 w 725084"/>
                <a:gd name="csY59" fmla="*/ 21368 h 465096"/>
                <a:gd name="csX60" fmla="*/ 635363 w 725084"/>
                <a:gd name="csY60" fmla="*/ 12408 h 465096"/>
                <a:gd name="csX61" fmla="*/ 634737 w 725084"/>
                <a:gd name="csY61" fmla="*/ 12199 h 465096"/>
                <a:gd name="csX62" fmla="*/ 611070 w 725084"/>
                <a:gd name="csY62" fmla="*/ 6246 h 465096"/>
                <a:gd name="csX63" fmla="*/ 587391 w 725084"/>
                <a:gd name="csY63" fmla="*/ 2467 h 465096"/>
                <a:gd name="csX64" fmla="*/ 563724 w 725084"/>
                <a:gd name="csY64" fmla="*/ 480 h 465096"/>
                <a:gd name="csX65" fmla="*/ 540057 w 725084"/>
                <a:gd name="csY65" fmla="*/ 0 h 465096"/>
                <a:gd name="csX66" fmla="*/ 516389 w 725084"/>
                <a:gd name="csY66" fmla="*/ 822 h 465096"/>
                <a:gd name="csX67" fmla="*/ 492722 w 725084"/>
                <a:gd name="csY67" fmla="*/ 2800 h 465096"/>
                <a:gd name="csX68" fmla="*/ 469055 w 725084"/>
                <a:gd name="csY68" fmla="*/ 5836 h 465096"/>
                <a:gd name="csX69" fmla="*/ 445387 w 725084"/>
                <a:gd name="csY69" fmla="*/ 9875 h 465096"/>
                <a:gd name="csX70" fmla="*/ 433470 w 725084"/>
                <a:gd name="csY70" fmla="*/ 12408 h 465096"/>
                <a:gd name="csX71" fmla="*/ 421709 w 725084"/>
                <a:gd name="csY71" fmla="*/ 14843 h 465096"/>
                <a:gd name="csX72" fmla="*/ 398041 w 725084"/>
                <a:gd name="csY72" fmla="*/ 20677 h 465096"/>
                <a:gd name="csX73" fmla="*/ 374374 w 725084"/>
                <a:gd name="csY73" fmla="*/ 27447 h 465096"/>
                <a:gd name="csX74" fmla="*/ 373938 w 725084"/>
                <a:gd name="csY74" fmla="*/ 27590 h 465096"/>
                <a:gd name="csX75" fmla="*/ 350706 w 725084"/>
                <a:gd name="csY75" fmla="*/ 34998 h 465096"/>
                <a:gd name="csX76" fmla="*/ 329038 w 725084"/>
                <a:gd name="csY76" fmla="*/ 42772 h 465096"/>
                <a:gd name="csX77" fmla="*/ 327039 w 725084"/>
                <a:gd name="csY77" fmla="*/ 43486 h 465096"/>
                <a:gd name="csX78" fmla="*/ 303372 w 725084"/>
                <a:gd name="csY78" fmla="*/ 52779 h 465096"/>
                <a:gd name="csX79" fmla="*/ 291354 w 725084"/>
                <a:gd name="csY79" fmla="*/ 57954 h 465096"/>
                <a:gd name="csX80" fmla="*/ 279704 w 725084"/>
                <a:gd name="csY80" fmla="*/ 63006 h 465096"/>
                <a:gd name="csX81" fmla="*/ 258204 w 725084"/>
                <a:gd name="csY81" fmla="*/ 73137 h 465096"/>
                <a:gd name="csX82" fmla="*/ 256037 w 725084"/>
                <a:gd name="csY82" fmla="*/ 74178 h 465096"/>
                <a:gd name="csX83" fmla="*/ 232358 w 725084"/>
                <a:gd name="csY83" fmla="*/ 86305 h 465096"/>
                <a:gd name="csX84" fmla="*/ 228672 w 725084"/>
                <a:gd name="csY84" fmla="*/ 88319 h 465096"/>
                <a:gd name="csX85" fmla="*/ 208691 w 725084"/>
                <a:gd name="csY85" fmla="*/ 99499 h 465096"/>
                <a:gd name="csX86" fmla="*/ 201922 w 725084"/>
                <a:gd name="csY86" fmla="*/ 103500 h 465096"/>
                <a:gd name="csX87" fmla="*/ 185023 w 725084"/>
                <a:gd name="csY87" fmla="*/ 113860 h 465096"/>
                <a:gd name="csX88" fmla="*/ 177507 w 725084"/>
                <a:gd name="csY88" fmla="*/ 118682 h 465096"/>
                <a:gd name="csX89" fmla="*/ 161356 w 725084"/>
                <a:gd name="csY89" fmla="*/ 129523 h 465096"/>
                <a:gd name="csX90" fmla="*/ 155112 w 725084"/>
                <a:gd name="csY90" fmla="*/ 133864 h 465096"/>
                <a:gd name="csX91" fmla="*/ 137689 w 725084"/>
                <a:gd name="csY91" fmla="*/ 146676 h 465096"/>
                <a:gd name="csX92" fmla="*/ 134550 w 725084"/>
                <a:gd name="csY92" fmla="*/ 149046 h 465096"/>
                <a:gd name="csX93" fmla="*/ 115641 w 725084"/>
                <a:gd name="csY93" fmla="*/ 164229 h 465096"/>
                <a:gd name="csX94" fmla="*/ 114021 w 725084"/>
                <a:gd name="csY94" fmla="*/ 165624 h 465096"/>
                <a:gd name="csX95" fmla="*/ 98228 w 725084"/>
                <a:gd name="csY95" fmla="*/ 179411 h 465096"/>
                <a:gd name="csX96" fmla="*/ 90354 w 725084"/>
                <a:gd name="csY96" fmla="*/ 186883 h 465096"/>
                <a:gd name="csX97" fmla="*/ 82279 w 725084"/>
                <a:gd name="csY97" fmla="*/ 194593 h 465096"/>
                <a:gd name="csX98" fmla="*/ 67792 w 725084"/>
                <a:gd name="csY98" fmla="*/ 209775 h 465096"/>
                <a:gd name="csX99" fmla="*/ 66686 w 725084"/>
                <a:gd name="csY99" fmla="*/ 211055 h 465096"/>
                <a:gd name="csX100" fmla="*/ 54557 w 725084"/>
                <a:gd name="csY100" fmla="*/ 224958 h 465096"/>
                <a:gd name="csX101" fmla="*/ 43008 w 725084"/>
                <a:gd name="csY101" fmla="*/ 239855 h 465096"/>
                <a:gd name="csX102" fmla="*/ 42785 w 725084"/>
                <a:gd name="csY102" fmla="*/ 240139 h 465096"/>
                <a:gd name="csX103" fmla="*/ 32241 w 725084"/>
                <a:gd name="csY103" fmla="*/ 255321 h 465096"/>
                <a:gd name="csX104" fmla="*/ 23139 w 725084"/>
                <a:gd name="csY104" fmla="*/ 270503 h 465096"/>
                <a:gd name="csX105" fmla="*/ 19344 w 725084"/>
                <a:gd name="csY105" fmla="*/ 278041 h 465096"/>
                <a:gd name="csX106" fmla="*/ 15393 w 725084"/>
                <a:gd name="csY106" fmla="*/ 285685 h 465096"/>
                <a:gd name="csX107" fmla="*/ 9097 w 725084"/>
                <a:gd name="csY107" fmla="*/ 300867 h 465096"/>
                <a:gd name="csX108" fmla="*/ 4365 w 725084"/>
                <a:gd name="csY108" fmla="*/ 316050 h 465096"/>
                <a:gd name="csX109" fmla="*/ 1281 w 725084"/>
                <a:gd name="csY109" fmla="*/ 331232 h 465096"/>
                <a:gd name="csX110" fmla="*/ 0 w 725084"/>
                <a:gd name="csY110" fmla="*/ 346414 h 465096"/>
                <a:gd name="csX111" fmla="*/ 747 w 725084"/>
                <a:gd name="csY111" fmla="*/ 361596 h 465096"/>
                <a:gd name="csX112" fmla="*/ 3846 w 725084"/>
                <a:gd name="csY112" fmla="*/ 376777 h 465096"/>
                <a:gd name="csX113" fmla="*/ 9737 w 725084"/>
                <a:gd name="csY113" fmla="*/ 391959 h 465096"/>
                <a:gd name="csX114" fmla="*/ 19017 w 725084"/>
                <a:gd name="csY114" fmla="*/ 407142 h 465096"/>
                <a:gd name="csX115" fmla="*/ 19344 w 725084"/>
                <a:gd name="csY115" fmla="*/ 407543 h 465096"/>
                <a:gd name="csX116" fmla="*/ 33313 w 725084"/>
                <a:gd name="csY116" fmla="*/ 422324 h 465096"/>
                <a:gd name="csX117" fmla="*/ 43008 w 725084"/>
                <a:gd name="csY117" fmla="*/ 429998 h 465096"/>
                <a:gd name="csX118" fmla="*/ 54713 w 725084"/>
                <a:gd name="csY118" fmla="*/ 437506 h 465096"/>
                <a:gd name="csX119" fmla="*/ 66686 w 725084"/>
                <a:gd name="csY119" fmla="*/ 443728 h 465096"/>
                <a:gd name="csX120" fmla="*/ 89728 w 725084"/>
                <a:gd name="csY120" fmla="*/ 452688 h 465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725084" h="465096">
                  <a:moveTo>
                    <a:pt x="89728" y="452688"/>
                  </a:moveTo>
                  <a:lnTo>
                    <a:pt x="90354" y="452897"/>
                  </a:lnTo>
                  <a:lnTo>
                    <a:pt x="114021" y="458850"/>
                  </a:lnTo>
                  <a:lnTo>
                    <a:pt x="137689" y="462629"/>
                  </a:lnTo>
                  <a:lnTo>
                    <a:pt x="161356" y="464616"/>
                  </a:lnTo>
                  <a:lnTo>
                    <a:pt x="185023" y="465096"/>
                  </a:lnTo>
                  <a:lnTo>
                    <a:pt x="208691" y="464274"/>
                  </a:lnTo>
                  <a:lnTo>
                    <a:pt x="232358" y="462296"/>
                  </a:lnTo>
                  <a:lnTo>
                    <a:pt x="256037" y="459260"/>
                  </a:lnTo>
                  <a:lnTo>
                    <a:pt x="279704" y="455221"/>
                  </a:lnTo>
                  <a:lnTo>
                    <a:pt x="291622" y="452688"/>
                  </a:lnTo>
                  <a:lnTo>
                    <a:pt x="303372" y="450253"/>
                  </a:lnTo>
                  <a:lnTo>
                    <a:pt x="327039" y="444419"/>
                  </a:lnTo>
                  <a:lnTo>
                    <a:pt x="350706" y="437649"/>
                  </a:lnTo>
                  <a:lnTo>
                    <a:pt x="351153" y="437506"/>
                  </a:lnTo>
                  <a:lnTo>
                    <a:pt x="374374" y="430098"/>
                  </a:lnTo>
                  <a:lnTo>
                    <a:pt x="396053" y="422324"/>
                  </a:lnTo>
                  <a:lnTo>
                    <a:pt x="398041" y="421610"/>
                  </a:lnTo>
                  <a:lnTo>
                    <a:pt x="421709" y="412317"/>
                  </a:lnTo>
                  <a:lnTo>
                    <a:pt x="433738" y="407142"/>
                  </a:lnTo>
                  <a:lnTo>
                    <a:pt x="445387" y="402090"/>
                  </a:lnTo>
                  <a:lnTo>
                    <a:pt x="466876" y="391959"/>
                  </a:lnTo>
                  <a:lnTo>
                    <a:pt x="469055" y="390919"/>
                  </a:lnTo>
                  <a:lnTo>
                    <a:pt x="492722" y="378791"/>
                  </a:lnTo>
                  <a:lnTo>
                    <a:pt x="496419" y="376777"/>
                  </a:lnTo>
                  <a:lnTo>
                    <a:pt x="516389" y="365597"/>
                  </a:lnTo>
                  <a:lnTo>
                    <a:pt x="523158" y="361596"/>
                  </a:lnTo>
                  <a:lnTo>
                    <a:pt x="540057" y="351236"/>
                  </a:lnTo>
                  <a:lnTo>
                    <a:pt x="547573" y="346414"/>
                  </a:lnTo>
                  <a:lnTo>
                    <a:pt x="563724" y="335573"/>
                  </a:lnTo>
                  <a:lnTo>
                    <a:pt x="569968" y="331232"/>
                  </a:lnTo>
                  <a:lnTo>
                    <a:pt x="587391" y="318420"/>
                  </a:lnTo>
                  <a:lnTo>
                    <a:pt x="590530" y="316050"/>
                  </a:lnTo>
                  <a:lnTo>
                    <a:pt x="609439" y="300867"/>
                  </a:lnTo>
                  <a:lnTo>
                    <a:pt x="611070" y="299472"/>
                  </a:lnTo>
                  <a:lnTo>
                    <a:pt x="626852" y="285685"/>
                  </a:lnTo>
                  <a:lnTo>
                    <a:pt x="634737" y="278213"/>
                  </a:lnTo>
                  <a:lnTo>
                    <a:pt x="642802" y="270503"/>
                  </a:lnTo>
                  <a:lnTo>
                    <a:pt x="657288" y="255321"/>
                  </a:lnTo>
                  <a:lnTo>
                    <a:pt x="658405" y="254041"/>
                  </a:lnTo>
                  <a:lnTo>
                    <a:pt x="670523" y="240139"/>
                  </a:lnTo>
                  <a:lnTo>
                    <a:pt x="682072" y="225241"/>
                  </a:lnTo>
                  <a:lnTo>
                    <a:pt x="682296" y="224958"/>
                  </a:lnTo>
                  <a:lnTo>
                    <a:pt x="692850" y="209775"/>
                  </a:lnTo>
                  <a:lnTo>
                    <a:pt x="701942" y="194593"/>
                  </a:lnTo>
                  <a:lnTo>
                    <a:pt x="705740" y="187055"/>
                  </a:lnTo>
                  <a:lnTo>
                    <a:pt x="709693" y="179411"/>
                  </a:lnTo>
                  <a:lnTo>
                    <a:pt x="715982" y="164229"/>
                  </a:lnTo>
                  <a:lnTo>
                    <a:pt x="720717" y="149046"/>
                  </a:lnTo>
                  <a:lnTo>
                    <a:pt x="723800" y="133864"/>
                  </a:lnTo>
                  <a:lnTo>
                    <a:pt x="725085" y="118682"/>
                  </a:lnTo>
                  <a:lnTo>
                    <a:pt x="724336" y="103500"/>
                  </a:lnTo>
                  <a:lnTo>
                    <a:pt x="721242" y="88319"/>
                  </a:lnTo>
                  <a:lnTo>
                    <a:pt x="715345" y="73137"/>
                  </a:lnTo>
                  <a:lnTo>
                    <a:pt x="706064" y="57954"/>
                  </a:lnTo>
                  <a:lnTo>
                    <a:pt x="705740" y="57553"/>
                  </a:lnTo>
                  <a:lnTo>
                    <a:pt x="691767" y="42772"/>
                  </a:lnTo>
                  <a:lnTo>
                    <a:pt x="682072" y="35098"/>
                  </a:lnTo>
                  <a:lnTo>
                    <a:pt x="670367" y="27590"/>
                  </a:lnTo>
                  <a:lnTo>
                    <a:pt x="658405" y="21368"/>
                  </a:lnTo>
                  <a:lnTo>
                    <a:pt x="635363" y="12408"/>
                  </a:lnTo>
                  <a:lnTo>
                    <a:pt x="634737" y="12199"/>
                  </a:lnTo>
                  <a:lnTo>
                    <a:pt x="611070" y="6246"/>
                  </a:lnTo>
                  <a:lnTo>
                    <a:pt x="587391" y="2467"/>
                  </a:lnTo>
                  <a:lnTo>
                    <a:pt x="563724" y="480"/>
                  </a:lnTo>
                  <a:lnTo>
                    <a:pt x="540057" y="0"/>
                  </a:lnTo>
                  <a:lnTo>
                    <a:pt x="516389" y="822"/>
                  </a:lnTo>
                  <a:lnTo>
                    <a:pt x="492722" y="2800"/>
                  </a:lnTo>
                  <a:lnTo>
                    <a:pt x="469055" y="5836"/>
                  </a:lnTo>
                  <a:lnTo>
                    <a:pt x="445387" y="9875"/>
                  </a:lnTo>
                  <a:lnTo>
                    <a:pt x="433470" y="12408"/>
                  </a:lnTo>
                  <a:lnTo>
                    <a:pt x="421709" y="14843"/>
                  </a:lnTo>
                  <a:lnTo>
                    <a:pt x="398041" y="20677"/>
                  </a:lnTo>
                  <a:lnTo>
                    <a:pt x="374374" y="27447"/>
                  </a:lnTo>
                  <a:lnTo>
                    <a:pt x="373938" y="27590"/>
                  </a:lnTo>
                  <a:lnTo>
                    <a:pt x="350706" y="34998"/>
                  </a:lnTo>
                  <a:lnTo>
                    <a:pt x="329038" y="42772"/>
                  </a:lnTo>
                  <a:lnTo>
                    <a:pt x="327039" y="43486"/>
                  </a:lnTo>
                  <a:lnTo>
                    <a:pt x="303372" y="52779"/>
                  </a:lnTo>
                  <a:lnTo>
                    <a:pt x="291354" y="57954"/>
                  </a:lnTo>
                  <a:lnTo>
                    <a:pt x="279704" y="63006"/>
                  </a:lnTo>
                  <a:lnTo>
                    <a:pt x="258204" y="73137"/>
                  </a:lnTo>
                  <a:lnTo>
                    <a:pt x="256037" y="74178"/>
                  </a:lnTo>
                  <a:lnTo>
                    <a:pt x="232358" y="86305"/>
                  </a:lnTo>
                  <a:lnTo>
                    <a:pt x="228672" y="88319"/>
                  </a:lnTo>
                  <a:lnTo>
                    <a:pt x="208691" y="99499"/>
                  </a:lnTo>
                  <a:lnTo>
                    <a:pt x="201922" y="103500"/>
                  </a:lnTo>
                  <a:lnTo>
                    <a:pt x="185023" y="113860"/>
                  </a:lnTo>
                  <a:lnTo>
                    <a:pt x="177507" y="118682"/>
                  </a:lnTo>
                  <a:lnTo>
                    <a:pt x="161356" y="129523"/>
                  </a:lnTo>
                  <a:lnTo>
                    <a:pt x="155112" y="133864"/>
                  </a:lnTo>
                  <a:lnTo>
                    <a:pt x="137689" y="146676"/>
                  </a:lnTo>
                  <a:lnTo>
                    <a:pt x="134550" y="149046"/>
                  </a:lnTo>
                  <a:lnTo>
                    <a:pt x="115641" y="164229"/>
                  </a:lnTo>
                  <a:lnTo>
                    <a:pt x="114021" y="165624"/>
                  </a:lnTo>
                  <a:lnTo>
                    <a:pt x="98228" y="179411"/>
                  </a:lnTo>
                  <a:lnTo>
                    <a:pt x="90354" y="186883"/>
                  </a:lnTo>
                  <a:lnTo>
                    <a:pt x="82279" y="194593"/>
                  </a:lnTo>
                  <a:lnTo>
                    <a:pt x="67792" y="209775"/>
                  </a:lnTo>
                  <a:lnTo>
                    <a:pt x="66686" y="211055"/>
                  </a:lnTo>
                  <a:lnTo>
                    <a:pt x="54557" y="224958"/>
                  </a:lnTo>
                  <a:lnTo>
                    <a:pt x="43008" y="239855"/>
                  </a:lnTo>
                  <a:lnTo>
                    <a:pt x="42785" y="240139"/>
                  </a:lnTo>
                  <a:lnTo>
                    <a:pt x="32241" y="255321"/>
                  </a:lnTo>
                  <a:lnTo>
                    <a:pt x="23139" y="270503"/>
                  </a:lnTo>
                  <a:lnTo>
                    <a:pt x="19344" y="278041"/>
                  </a:lnTo>
                  <a:lnTo>
                    <a:pt x="15393" y="285685"/>
                  </a:lnTo>
                  <a:lnTo>
                    <a:pt x="9097" y="300867"/>
                  </a:lnTo>
                  <a:lnTo>
                    <a:pt x="4365" y="316050"/>
                  </a:lnTo>
                  <a:lnTo>
                    <a:pt x="1281" y="331232"/>
                  </a:lnTo>
                  <a:lnTo>
                    <a:pt x="0" y="346414"/>
                  </a:lnTo>
                  <a:lnTo>
                    <a:pt x="747" y="361596"/>
                  </a:lnTo>
                  <a:lnTo>
                    <a:pt x="3846" y="376777"/>
                  </a:lnTo>
                  <a:lnTo>
                    <a:pt x="9737" y="391959"/>
                  </a:lnTo>
                  <a:lnTo>
                    <a:pt x="19017" y="407142"/>
                  </a:lnTo>
                  <a:lnTo>
                    <a:pt x="19344" y="407543"/>
                  </a:lnTo>
                  <a:lnTo>
                    <a:pt x="33313" y="422324"/>
                  </a:lnTo>
                  <a:lnTo>
                    <a:pt x="43008" y="429998"/>
                  </a:lnTo>
                  <a:lnTo>
                    <a:pt x="54713" y="437506"/>
                  </a:lnTo>
                  <a:lnTo>
                    <a:pt x="66686" y="443728"/>
                  </a:lnTo>
                  <a:lnTo>
                    <a:pt x="89728" y="45268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01A310F7-80B1-D430-856C-69B00719A794}"/>
                </a:ext>
              </a:extLst>
            </p:cNvPr>
            <p:cNvSpPr/>
            <p:nvPr/>
          </p:nvSpPr>
          <p:spPr>
            <a:xfrm>
              <a:off x="4523470" y="3415302"/>
              <a:ext cx="614257" cy="394007"/>
            </a:xfrm>
            <a:custGeom>
              <a:avLst/>
              <a:gdLst>
                <a:gd name="csX0" fmla="*/ 58604 w 614257"/>
                <a:gd name="csY0" fmla="*/ 376868 h 394007"/>
                <a:gd name="csX1" fmla="*/ 48094 w 614257"/>
                <a:gd name="csY1" fmla="*/ 371598 h 394007"/>
                <a:gd name="csX2" fmla="*/ 34937 w 614257"/>
                <a:gd name="csY2" fmla="*/ 363153 h 394007"/>
                <a:gd name="csX3" fmla="*/ 26716 w 614257"/>
                <a:gd name="csY3" fmla="*/ 356416 h 394007"/>
                <a:gd name="csX4" fmla="*/ 13481 w 614257"/>
                <a:gd name="csY4" fmla="*/ 341234 h 394007"/>
                <a:gd name="csX5" fmla="*/ 11270 w 614257"/>
                <a:gd name="csY5" fmla="*/ 337425 h 394007"/>
                <a:gd name="csX6" fmla="*/ 5573 w 614257"/>
                <a:gd name="csY6" fmla="*/ 326053 h 394007"/>
                <a:gd name="csX7" fmla="*/ 1329 w 614257"/>
                <a:gd name="csY7" fmla="*/ 310870 h 394007"/>
                <a:gd name="csX8" fmla="*/ 0 w 614257"/>
                <a:gd name="csY8" fmla="*/ 295688 h 394007"/>
                <a:gd name="csX9" fmla="*/ 1106 w 614257"/>
                <a:gd name="csY9" fmla="*/ 280506 h 394007"/>
                <a:gd name="csX10" fmla="*/ 4345 w 614257"/>
                <a:gd name="csY10" fmla="*/ 265324 h 394007"/>
                <a:gd name="csX11" fmla="*/ 9505 w 614257"/>
                <a:gd name="csY11" fmla="*/ 250142 h 394007"/>
                <a:gd name="csX12" fmla="*/ 11270 w 614257"/>
                <a:gd name="csY12" fmla="*/ 246348 h 394007"/>
                <a:gd name="csX13" fmla="*/ 16486 w 614257"/>
                <a:gd name="csY13" fmla="*/ 234959 h 394007"/>
                <a:gd name="csX14" fmla="*/ 25119 w 614257"/>
                <a:gd name="csY14" fmla="*/ 219777 h 394007"/>
                <a:gd name="csX15" fmla="*/ 34937 w 614257"/>
                <a:gd name="csY15" fmla="*/ 205209 h 394007"/>
                <a:gd name="csX16" fmla="*/ 35350 w 614257"/>
                <a:gd name="csY16" fmla="*/ 204595 h 394007"/>
                <a:gd name="csX17" fmla="*/ 47201 w 614257"/>
                <a:gd name="csY17" fmla="*/ 189414 h 394007"/>
                <a:gd name="csX18" fmla="*/ 58604 w 614257"/>
                <a:gd name="csY18" fmla="*/ 176482 h 394007"/>
                <a:gd name="csX19" fmla="*/ 60604 w 614257"/>
                <a:gd name="csY19" fmla="*/ 174232 h 394007"/>
                <a:gd name="csX20" fmla="*/ 75649 w 614257"/>
                <a:gd name="csY20" fmla="*/ 159050 h 394007"/>
                <a:gd name="csX21" fmla="*/ 82272 w 614257"/>
                <a:gd name="csY21" fmla="*/ 152961 h 394007"/>
                <a:gd name="csX22" fmla="*/ 92380 w 614257"/>
                <a:gd name="csY22" fmla="*/ 143867 h 394007"/>
                <a:gd name="csX23" fmla="*/ 105939 w 614257"/>
                <a:gd name="csY23" fmla="*/ 132636 h 394007"/>
                <a:gd name="csX24" fmla="*/ 110865 w 614257"/>
                <a:gd name="csY24" fmla="*/ 128685 h 394007"/>
                <a:gd name="csX25" fmla="*/ 129607 w 614257"/>
                <a:gd name="csY25" fmla="*/ 114674 h 394007"/>
                <a:gd name="csX26" fmla="*/ 131237 w 614257"/>
                <a:gd name="csY26" fmla="*/ 113503 h 394007"/>
                <a:gd name="csX27" fmla="*/ 153274 w 614257"/>
                <a:gd name="csY27" fmla="*/ 98631 h 394007"/>
                <a:gd name="csX28" fmla="*/ 153765 w 614257"/>
                <a:gd name="csY28" fmla="*/ 98321 h 394007"/>
                <a:gd name="csX29" fmla="*/ 176941 w 614257"/>
                <a:gd name="csY29" fmla="*/ 84186 h 394007"/>
                <a:gd name="csX30" fmla="*/ 178773 w 614257"/>
                <a:gd name="csY30" fmla="*/ 83139 h 394007"/>
                <a:gd name="csX31" fmla="*/ 200620 w 614257"/>
                <a:gd name="csY31" fmla="*/ 71113 h 394007"/>
                <a:gd name="csX32" fmla="*/ 206774 w 614257"/>
                <a:gd name="csY32" fmla="*/ 67956 h 394007"/>
                <a:gd name="csX33" fmla="*/ 224287 w 614257"/>
                <a:gd name="csY33" fmla="*/ 59259 h 394007"/>
                <a:gd name="csX34" fmla="*/ 238461 w 614257"/>
                <a:gd name="csY34" fmla="*/ 52775 h 394007"/>
                <a:gd name="csX35" fmla="*/ 247955 w 614257"/>
                <a:gd name="csY35" fmla="*/ 48528 h 394007"/>
                <a:gd name="csX36" fmla="*/ 271622 w 614257"/>
                <a:gd name="csY36" fmla="*/ 38880 h 394007"/>
                <a:gd name="csX37" fmla="*/ 275129 w 614257"/>
                <a:gd name="csY37" fmla="*/ 37593 h 394007"/>
                <a:gd name="csX38" fmla="*/ 295289 w 614257"/>
                <a:gd name="csY38" fmla="*/ 30277 h 394007"/>
                <a:gd name="csX39" fmla="*/ 318957 w 614257"/>
                <a:gd name="csY39" fmla="*/ 22676 h 394007"/>
                <a:gd name="csX40" fmla="*/ 319917 w 614257"/>
                <a:gd name="csY40" fmla="*/ 22411 h 394007"/>
                <a:gd name="csX41" fmla="*/ 342624 w 614257"/>
                <a:gd name="csY41" fmla="*/ 16113 h 394007"/>
                <a:gd name="csX42" fmla="*/ 366292 w 614257"/>
                <a:gd name="csY42" fmla="*/ 10577 h 394007"/>
                <a:gd name="csX43" fmla="*/ 384051 w 614257"/>
                <a:gd name="csY43" fmla="*/ 7229 h 394007"/>
                <a:gd name="csX44" fmla="*/ 389970 w 614257"/>
                <a:gd name="csY44" fmla="*/ 6101 h 394007"/>
                <a:gd name="csX45" fmla="*/ 413638 w 614257"/>
                <a:gd name="csY45" fmla="*/ 2791 h 394007"/>
                <a:gd name="csX46" fmla="*/ 437305 w 614257"/>
                <a:gd name="csY46" fmla="*/ 713 h 394007"/>
                <a:gd name="csX47" fmla="*/ 460972 w 614257"/>
                <a:gd name="csY47" fmla="*/ 0 h 394007"/>
                <a:gd name="csX48" fmla="*/ 484640 w 614257"/>
                <a:gd name="csY48" fmla="*/ 859 h 394007"/>
                <a:gd name="csX49" fmla="*/ 508307 w 614257"/>
                <a:gd name="csY49" fmla="*/ 3575 h 394007"/>
                <a:gd name="csX50" fmla="*/ 526044 w 614257"/>
                <a:gd name="csY50" fmla="*/ 7229 h 394007"/>
                <a:gd name="csX51" fmla="*/ 531975 w 614257"/>
                <a:gd name="csY51" fmla="*/ 8649 h 394007"/>
                <a:gd name="csX52" fmla="*/ 555653 w 614257"/>
                <a:gd name="csY52" fmla="*/ 17141 h 394007"/>
                <a:gd name="csX53" fmla="*/ 566152 w 614257"/>
                <a:gd name="csY53" fmla="*/ 22411 h 394007"/>
                <a:gd name="csX54" fmla="*/ 579321 w 614257"/>
                <a:gd name="csY54" fmla="*/ 30855 h 394007"/>
                <a:gd name="csX55" fmla="*/ 587530 w 614257"/>
                <a:gd name="csY55" fmla="*/ 37593 h 394007"/>
                <a:gd name="csX56" fmla="*/ 600765 w 614257"/>
                <a:gd name="csY56" fmla="*/ 52775 h 394007"/>
                <a:gd name="csX57" fmla="*/ 602988 w 614257"/>
                <a:gd name="csY57" fmla="*/ 56584 h 394007"/>
                <a:gd name="csX58" fmla="*/ 608684 w 614257"/>
                <a:gd name="csY58" fmla="*/ 67956 h 394007"/>
                <a:gd name="csX59" fmla="*/ 612917 w 614257"/>
                <a:gd name="csY59" fmla="*/ 83139 h 394007"/>
                <a:gd name="csX60" fmla="*/ 614258 w 614257"/>
                <a:gd name="csY60" fmla="*/ 98321 h 394007"/>
                <a:gd name="csX61" fmla="*/ 613141 w 614257"/>
                <a:gd name="csY61" fmla="*/ 113503 h 394007"/>
                <a:gd name="csX62" fmla="*/ 609902 w 614257"/>
                <a:gd name="csY62" fmla="*/ 128685 h 394007"/>
                <a:gd name="csX63" fmla="*/ 604742 w 614257"/>
                <a:gd name="csY63" fmla="*/ 143867 h 394007"/>
                <a:gd name="csX64" fmla="*/ 602988 w 614257"/>
                <a:gd name="csY64" fmla="*/ 147660 h 394007"/>
                <a:gd name="csX65" fmla="*/ 597761 w 614257"/>
                <a:gd name="csY65" fmla="*/ 159050 h 394007"/>
                <a:gd name="csX66" fmla="*/ 589138 w 614257"/>
                <a:gd name="csY66" fmla="*/ 174232 h 394007"/>
                <a:gd name="csX67" fmla="*/ 579321 w 614257"/>
                <a:gd name="csY67" fmla="*/ 188800 h 394007"/>
                <a:gd name="csX68" fmla="*/ 578907 w 614257"/>
                <a:gd name="csY68" fmla="*/ 189414 h 394007"/>
                <a:gd name="csX69" fmla="*/ 567057 w 614257"/>
                <a:gd name="csY69" fmla="*/ 204595 h 394007"/>
                <a:gd name="csX70" fmla="*/ 555653 w 614257"/>
                <a:gd name="csY70" fmla="*/ 217527 h 394007"/>
                <a:gd name="csX71" fmla="*/ 553643 w 614257"/>
                <a:gd name="csY71" fmla="*/ 219777 h 394007"/>
                <a:gd name="csX72" fmla="*/ 538598 w 614257"/>
                <a:gd name="csY72" fmla="*/ 234959 h 394007"/>
                <a:gd name="csX73" fmla="*/ 531975 w 614257"/>
                <a:gd name="csY73" fmla="*/ 241048 h 394007"/>
                <a:gd name="csX74" fmla="*/ 521867 w 614257"/>
                <a:gd name="csY74" fmla="*/ 250142 h 394007"/>
                <a:gd name="csX75" fmla="*/ 508307 w 614257"/>
                <a:gd name="csY75" fmla="*/ 261373 h 394007"/>
                <a:gd name="csX76" fmla="*/ 503393 w 614257"/>
                <a:gd name="csY76" fmla="*/ 265324 h 394007"/>
                <a:gd name="csX77" fmla="*/ 484640 w 614257"/>
                <a:gd name="csY77" fmla="*/ 279336 h 394007"/>
                <a:gd name="csX78" fmla="*/ 483009 w 614257"/>
                <a:gd name="csY78" fmla="*/ 280506 h 394007"/>
                <a:gd name="csX79" fmla="*/ 460972 w 614257"/>
                <a:gd name="csY79" fmla="*/ 295378 h 394007"/>
                <a:gd name="csX80" fmla="*/ 460492 w 614257"/>
                <a:gd name="csY80" fmla="*/ 295688 h 394007"/>
                <a:gd name="csX81" fmla="*/ 437305 w 614257"/>
                <a:gd name="csY81" fmla="*/ 309823 h 394007"/>
                <a:gd name="csX82" fmla="*/ 435473 w 614257"/>
                <a:gd name="csY82" fmla="*/ 310870 h 394007"/>
                <a:gd name="csX83" fmla="*/ 413638 w 614257"/>
                <a:gd name="csY83" fmla="*/ 322896 h 394007"/>
                <a:gd name="csX84" fmla="*/ 407472 w 614257"/>
                <a:gd name="csY84" fmla="*/ 326053 h 394007"/>
                <a:gd name="csX85" fmla="*/ 389970 w 614257"/>
                <a:gd name="csY85" fmla="*/ 334750 h 394007"/>
                <a:gd name="csX86" fmla="*/ 375785 w 614257"/>
                <a:gd name="csY86" fmla="*/ 341234 h 394007"/>
                <a:gd name="csX87" fmla="*/ 366292 w 614257"/>
                <a:gd name="csY87" fmla="*/ 345481 h 394007"/>
                <a:gd name="csX88" fmla="*/ 342624 w 614257"/>
                <a:gd name="csY88" fmla="*/ 355129 h 394007"/>
                <a:gd name="csX89" fmla="*/ 339117 w 614257"/>
                <a:gd name="csY89" fmla="*/ 356416 h 394007"/>
                <a:gd name="csX90" fmla="*/ 318957 w 614257"/>
                <a:gd name="csY90" fmla="*/ 363732 h 394007"/>
                <a:gd name="csX91" fmla="*/ 295289 w 614257"/>
                <a:gd name="csY91" fmla="*/ 371333 h 394007"/>
                <a:gd name="csX92" fmla="*/ 294329 w 614257"/>
                <a:gd name="csY92" fmla="*/ 371598 h 394007"/>
                <a:gd name="csX93" fmla="*/ 271622 w 614257"/>
                <a:gd name="csY93" fmla="*/ 377896 h 394007"/>
                <a:gd name="csX94" fmla="*/ 247955 w 614257"/>
                <a:gd name="csY94" fmla="*/ 383432 h 394007"/>
                <a:gd name="csX95" fmla="*/ 230196 w 614257"/>
                <a:gd name="csY95" fmla="*/ 386780 h 394007"/>
                <a:gd name="csX96" fmla="*/ 224287 w 614257"/>
                <a:gd name="csY96" fmla="*/ 387908 h 394007"/>
                <a:gd name="csX97" fmla="*/ 200620 w 614257"/>
                <a:gd name="csY97" fmla="*/ 391218 h 394007"/>
                <a:gd name="csX98" fmla="*/ 176941 w 614257"/>
                <a:gd name="csY98" fmla="*/ 393296 h 394007"/>
                <a:gd name="csX99" fmla="*/ 153274 w 614257"/>
                <a:gd name="csY99" fmla="*/ 394008 h 394007"/>
                <a:gd name="csX100" fmla="*/ 129607 w 614257"/>
                <a:gd name="csY100" fmla="*/ 393150 h 394007"/>
                <a:gd name="csX101" fmla="*/ 105939 w 614257"/>
                <a:gd name="csY101" fmla="*/ 390434 h 394007"/>
                <a:gd name="csX102" fmla="*/ 88214 w 614257"/>
                <a:gd name="csY102" fmla="*/ 386780 h 394007"/>
                <a:gd name="csX103" fmla="*/ 82272 w 614257"/>
                <a:gd name="csY103" fmla="*/ 385360 h 394007"/>
                <a:gd name="csX104" fmla="*/ 58604 w 614257"/>
                <a:gd name="csY104" fmla="*/ 376868 h 394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14257" h="394007">
                  <a:moveTo>
                    <a:pt x="58604" y="376868"/>
                  </a:moveTo>
                  <a:lnTo>
                    <a:pt x="48094" y="371598"/>
                  </a:lnTo>
                  <a:lnTo>
                    <a:pt x="34937" y="363153"/>
                  </a:lnTo>
                  <a:lnTo>
                    <a:pt x="26716" y="356416"/>
                  </a:lnTo>
                  <a:lnTo>
                    <a:pt x="13481" y="341234"/>
                  </a:lnTo>
                  <a:lnTo>
                    <a:pt x="11270" y="337425"/>
                  </a:lnTo>
                  <a:lnTo>
                    <a:pt x="5573" y="326053"/>
                  </a:lnTo>
                  <a:lnTo>
                    <a:pt x="1329" y="310870"/>
                  </a:lnTo>
                  <a:lnTo>
                    <a:pt x="0" y="295688"/>
                  </a:lnTo>
                  <a:lnTo>
                    <a:pt x="1106" y="280506"/>
                  </a:lnTo>
                  <a:lnTo>
                    <a:pt x="4345" y="265324"/>
                  </a:lnTo>
                  <a:lnTo>
                    <a:pt x="9505" y="250142"/>
                  </a:lnTo>
                  <a:lnTo>
                    <a:pt x="11270" y="246348"/>
                  </a:lnTo>
                  <a:lnTo>
                    <a:pt x="16486" y="234959"/>
                  </a:lnTo>
                  <a:lnTo>
                    <a:pt x="25119" y="219777"/>
                  </a:lnTo>
                  <a:lnTo>
                    <a:pt x="34937" y="205209"/>
                  </a:lnTo>
                  <a:lnTo>
                    <a:pt x="35350" y="204595"/>
                  </a:lnTo>
                  <a:lnTo>
                    <a:pt x="47201" y="189414"/>
                  </a:lnTo>
                  <a:lnTo>
                    <a:pt x="58604" y="176482"/>
                  </a:lnTo>
                  <a:lnTo>
                    <a:pt x="60604" y="174232"/>
                  </a:lnTo>
                  <a:lnTo>
                    <a:pt x="75649" y="159050"/>
                  </a:lnTo>
                  <a:lnTo>
                    <a:pt x="82272" y="152961"/>
                  </a:lnTo>
                  <a:lnTo>
                    <a:pt x="92380" y="143867"/>
                  </a:lnTo>
                  <a:lnTo>
                    <a:pt x="105939" y="132636"/>
                  </a:lnTo>
                  <a:lnTo>
                    <a:pt x="110865" y="128685"/>
                  </a:lnTo>
                  <a:lnTo>
                    <a:pt x="129607" y="114674"/>
                  </a:lnTo>
                  <a:lnTo>
                    <a:pt x="131237" y="113503"/>
                  </a:lnTo>
                  <a:lnTo>
                    <a:pt x="153274" y="98631"/>
                  </a:lnTo>
                  <a:lnTo>
                    <a:pt x="153765" y="98321"/>
                  </a:lnTo>
                  <a:lnTo>
                    <a:pt x="176941" y="84186"/>
                  </a:lnTo>
                  <a:lnTo>
                    <a:pt x="178773" y="83139"/>
                  </a:lnTo>
                  <a:lnTo>
                    <a:pt x="200620" y="71113"/>
                  </a:lnTo>
                  <a:lnTo>
                    <a:pt x="206774" y="67956"/>
                  </a:lnTo>
                  <a:lnTo>
                    <a:pt x="224287" y="59259"/>
                  </a:lnTo>
                  <a:lnTo>
                    <a:pt x="238461" y="52775"/>
                  </a:lnTo>
                  <a:lnTo>
                    <a:pt x="247955" y="48528"/>
                  </a:lnTo>
                  <a:lnTo>
                    <a:pt x="271622" y="38880"/>
                  </a:lnTo>
                  <a:lnTo>
                    <a:pt x="275129" y="37593"/>
                  </a:lnTo>
                  <a:lnTo>
                    <a:pt x="295289" y="30277"/>
                  </a:lnTo>
                  <a:lnTo>
                    <a:pt x="318957" y="22676"/>
                  </a:lnTo>
                  <a:lnTo>
                    <a:pt x="319917" y="22411"/>
                  </a:lnTo>
                  <a:lnTo>
                    <a:pt x="342624" y="16113"/>
                  </a:lnTo>
                  <a:lnTo>
                    <a:pt x="366292" y="10577"/>
                  </a:lnTo>
                  <a:lnTo>
                    <a:pt x="384051" y="7229"/>
                  </a:lnTo>
                  <a:lnTo>
                    <a:pt x="389970" y="6101"/>
                  </a:lnTo>
                  <a:lnTo>
                    <a:pt x="413638" y="2791"/>
                  </a:lnTo>
                  <a:lnTo>
                    <a:pt x="437305" y="713"/>
                  </a:lnTo>
                  <a:lnTo>
                    <a:pt x="460972" y="0"/>
                  </a:lnTo>
                  <a:lnTo>
                    <a:pt x="484640" y="859"/>
                  </a:lnTo>
                  <a:lnTo>
                    <a:pt x="508307" y="3575"/>
                  </a:lnTo>
                  <a:lnTo>
                    <a:pt x="526044" y="7229"/>
                  </a:lnTo>
                  <a:lnTo>
                    <a:pt x="531975" y="8649"/>
                  </a:lnTo>
                  <a:lnTo>
                    <a:pt x="555653" y="17141"/>
                  </a:lnTo>
                  <a:lnTo>
                    <a:pt x="566152" y="22411"/>
                  </a:lnTo>
                  <a:lnTo>
                    <a:pt x="579321" y="30855"/>
                  </a:lnTo>
                  <a:lnTo>
                    <a:pt x="587530" y="37593"/>
                  </a:lnTo>
                  <a:lnTo>
                    <a:pt x="600765" y="52775"/>
                  </a:lnTo>
                  <a:lnTo>
                    <a:pt x="602988" y="56584"/>
                  </a:lnTo>
                  <a:lnTo>
                    <a:pt x="608684" y="67956"/>
                  </a:lnTo>
                  <a:lnTo>
                    <a:pt x="612917" y="83139"/>
                  </a:lnTo>
                  <a:lnTo>
                    <a:pt x="614258" y="98321"/>
                  </a:lnTo>
                  <a:lnTo>
                    <a:pt x="613141" y="113503"/>
                  </a:lnTo>
                  <a:lnTo>
                    <a:pt x="609902" y="128685"/>
                  </a:lnTo>
                  <a:lnTo>
                    <a:pt x="604742" y="143867"/>
                  </a:lnTo>
                  <a:lnTo>
                    <a:pt x="602988" y="147660"/>
                  </a:lnTo>
                  <a:lnTo>
                    <a:pt x="597761" y="159050"/>
                  </a:lnTo>
                  <a:lnTo>
                    <a:pt x="589138" y="174232"/>
                  </a:lnTo>
                  <a:lnTo>
                    <a:pt x="579321" y="188800"/>
                  </a:lnTo>
                  <a:lnTo>
                    <a:pt x="578907" y="189414"/>
                  </a:lnTo>
                  <a:lnTo>
                    <a:pt x="567057" y="204595"/>
                  </a:lnTo>
                  <a:lnTo>
                    <a:pt x="555653" y="217527"/>
                  </a:lnTo>
                  <a:lnTo>
                    <a:pt x="553643" y="219777"/>
                  </a:lnTo>
                  <a:lnTo>
                    <a:pt x="538598" y="234959"/>
                  </a:lnTo>
                  <a:lnTo>
                    <a:pt x="531975" y="241048"/>
                  </a:lnTo>
                  <a:lnTo>
                    <a:pt x="521867" y="250142"/>
                  </a:lnTo>
                  <a:lnTo>
                    <a:pt x="508307" y="261373"/>
                  </a:lnTo>
                  <a:lnTo>
                    <a:pt x="503393" y="265324"/>
                  </a:lnTo>
                  <a:lnTo>
                    <a:pt x="484640" y="279336"/>
                  </a:lnTo>
                  <a:lnTo>
                    <a:pt x="483009" y="280506"/>
                  </a:lnTo>
                  <a:lnTo>
                    <a:pt x="460972" y="295378"/>
                  </a:lnTo>
                  <a:lnTo>
                    <a:pt x="460492" y="295688"/>
                  </a:lnTo>
                  <a:lnTo>
                    <a:pt x="437305" y="309823"/>
                  </a:lnTo>
                  <a:lnTo>
                    <a:pt x="435473" y="310870"/>
                  </a:lnTo>
                  <a:lnTo>
                    <a:pt x="413638" y="322896"/>
                  </a:lnTo>
                  <a:lnTo>
                    <a:pt x="407472" y="326053"/>
                  </a:lnTo>
                  <a:lnTo>
                    <a:pt x="389970" y="334750"/>
                  </a:lnTo>
                  <a:lnTo>
                    <a:pt x="375785" y="341234"/>
                  </a:lnTo>
                  <a:lnTo>
                    <a:pt x="366292" y="345481"/>
                  </a:lnTo>
                  <a:lnTo>
                    <a:pt x="342624" y="355129"/>
                  </a:lnTo>
                  <a:lnTo>
                    <a:pt x="339117" y="356416"/>
                  </a:lnTo>
                  <a:lnTo>
                    <a:pt x="318957" y="363732"/>
                  </a:lnTo>
                  <a:lnTo>
                    <a:pt x="295289" y="371333"/>
                  </a:lnTo>
                  <a:lnTo>
                    <a:pt x="294329" y="371598"/>
                  </a:lnTo>
                  <a:lnTo>
                    <a:pt x="271622" y="377896"/>
                  </a:lnTo>
                  <a:lnTo>
                    <a:pt x="247955" y="383432"/>
                  </a:lnTo>
                  <a:lnTo>
                    <a:pt x="230196" y="386780"/>
                  </a:lnTo>
                  <a:lnTo>
                    <a:pt x="224287" y="387908"/>
                  </a:lnTo>
                  <a:lnTo>
                    <a:pt x="200620" y="391218"/>
                  </a:lnTo>
                  <a:lnTo>
                    <a:pt x="176941" y="393296"/>
                  </a:lnTo>
                  <a:lnTo>
                    <a:pt x="153274" y="394008"/>
                  </a:lnTo>
                  <a:lnTo>
                    <a:pt x="129607" y="393150"/>
                  </a:lnTo>
                  <a:lnTo>
                    <a:pt x="105939" y="390434"/>
                  </a:lnTo>
                  <a:lnTo>
                    <a:pt x="88214" y="386780"/>
                  </a:lnTo>
                  <a:lnTo>
                    <a:pt x="82272" y="385360"/>
                  </a:lnTo>
                  <a:lnTo>
                    <a:pt x="58604" y="37686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674898E5-CB5D-0510-0681-BEF232E2747A}"/>
                </a:ext>
              </a:extLst>
            </p:cNvPr>
            <p:cNvSpPr/>
            <p:nvPr/>
          </p:nvSpPr>
          <p:spPr>
            <a:xfrm>
              <a:off x="4579651" y="3451343"/>
              <a:ext cx="501884" cy="321927"/>
            </a:xfrm>
            <a:custGeom>
              <a:avLst/>
              <a:gdLst>
                <a:gd name="csX0" fmla="*/ 49759 w 501884"/>
                <a:gd name="csY0" fmla="*/ 308738 h 321927"/>
                <a:gd name="csX1" fmla="*/ 42320 w 501884"/>
                <a:gd name="csY1" fmla="*/ 305193 h 321927"/>
                <a:gd name="csX2" fmla="*/ 26091 w 501884"/>
                <a:gd name="csY2" fmla="*/ 294781 h 321927"/>
                <a:gd name="csX3" fmla="*/ 20562 w 501884"/>
                <a:gd name="csY3" fmla="*/ 290012 h 321927"/>
                <a:gd name="csX4" fmla="*/ 8667 w 501884"/>
                <a:gd name="csY4" fmla="*/ 274830 h 321927"/>
                <a:gd name="csX5" fmla="*/ 2424 w 501884"/>
                <a:gd name="csY5" fmla="*/ 260269 h 321927"/>
                <a:gd name="csX6" fmla="*/ 2200 w 501884"/>
                <a:gd name="csY6" fmla="*/ 259648 h 321927"/>
                <a:gd name="csX7" fmla="*/ 0 w 501884"/>
                <a:gd name="csY7" fmla="*/ 244466 h 321927"/>
                <a:gd name="csX8" fmla="*/ 827 w 501884"/>
                <a:gd name="csY8" fmla="*/ 229283 h 321927"/>
                <a:gd name="csX9" fmla="*/ 2424 w 501884"/>
                <a:gd name="csY9" fmla="*/ 222329 h 321927"/>
                <a:gd name="csX10" fmla="*/ 4311 w 501884"/>
                <a:gd name="csY10" fmla="*/ 214101 h 321927"/>
                <a:gd name="csX11" fmla="*/ 10175 w 501884"/>
                <a:gd name="csY11" fmla="*/ 198919 h 321927"/>
                <a:gd name="csX12" fmla="*/ 18049 w 501884"/>
                <a:gd name="csY12" fmla="*/ 183737 h 321927"/>
                <a:gd name="csX13" fmla="*/ 26091 w 501884"/>
                <a:gd name="csY13" fmla="*/ 171273 h 321927"/>
                <a:gd name="csX14" fmla="*/ 27867 w 501884"/>
                <a:gd name="csY14" fmla="*/ 168554 h 321927"/>
                <a:gd name="csX15" fmla="*/ 39784 w 501884"/>
                <a:gd name="csY15" fmla="*/ 153373 h 321927"/>
                <a:gd name="csX16" fmla="*/ 49759 w 501884"/>
                <a:gd name="csY16" fmla="*/ 142265 h 321927"/>
                <a:gd name="csX17" fmla="*/ 53523 w 501884"/>
                <a:gd name="csY17" fmla="*/ 138191 h 321927"/>
                <a:gd name="csX18" fmla="*/ 69293 w 501884"/>
                <a:gd name="csY18" fmla="*/ 123009 h 321927"/>
                <a:gd name="csX19" fmla="*/ 73426 w 501884"/>
                <a:gd name="csY19" fmla="*/ 119407 h 321927"/>
                <a:gd name="csX20" fmla="*/ 87253 w 501884"/>
                <a:gd name="csY20" fmla="*/ 107827 h 321927"/>
                <a:gd name="csX21" fmla="*/ 97093 w 501884"/>
                <a:gd name="csY21" fmla="*/ 100247 h 321927"/>
                <a:gd name="csX22" fmla="*/ 107469 w 501884"/>
                <a:gd name="csY22" fmla="*/ 92645 h 321927"/>
                <a:gd name="csX23" fmla="*/ 120761 w 501884"/>
                <a:gd name="csY23" fmla="*/ 83585 h 321927"/>
                <a:gd name="csX24" fmla="*/ 130310 w 501884"/>
                <a:gd name="csY24" fmla="*/ 77462 h 321927"/>
                <a:gd name="csX25" fmla="*/ 144439 w 501884"/>
                <a:gd name="csY25" fmla="*/ 68937 h 321927"/>
                <a:gd name="csX26" fmla="*/ 156290 w 501884"/>
                <a:gd name="csY26" fmla="*/ 62280 h 321927"/>
                <a:gd name="csX27" fmla="*/ 168107 w 501884"/>
                <a:gd name="csY27" fmla="*/ 55966 h 321927"/>
                <a:gd name="csX28" fmla="*/ 186156 w 501884"/>
                <a:gd name="csY28" fmla="*/ 47098 h 321927"/>
                <a:gd name="csX29" fmla="*/ 191774 w 501884"/>
                <a:gd name="csY29" fmla="*/ 44446 h 321927"/>
                <a:gd name="csX30" fmla="*/ 215441 w 501884"/>
                <a:gd name="csY30" fmla="*/ 34329 h 321927"/>
                <a:gd name="csX31" fmla="*/ 221797 w 501884"/>
                <a:gd name="csY31" fmla="*/ 31916 h 321927"/>
                <a:gd name="csX32" fmla="*/ 239109 w 501884"/>
                <a:gd name="csY32" fmla="*/ 25519 h 321927"/>
                <a:gd name="csX33" fmla="*/ 262776 w 501884"/>
                <a:gd name="csY33" fmla="*/ 17877 h 321927"/>
                <a:gd name="csX34" fmla="*/ 267021 w 501884"/>
                <a:gd name="csY34" fmla="*/ 16735 h 321927"/>
                <a:gd name="csX35" fmla="*/ 286444 w 501884"/>
                <a:gd name="csY35" fmla="*/ 11579 h 321927"/>
                <a:gd name="csX36" fmla="*/ 310111 w 501884"/>
                <a:gd name="csY36" fmla="*/ 6526 h 321927"/>
                <a:gd name="csX37" fmla="*/ 333790 w 501884"/>
                <a:gd name="csY37" fmla="*/ 2767 h 321927"/>
                <a:gd name="csX38" fmla="*/ 346612 w 501884"/>
                <a:gd name="csY38" fmla="*/ 1553 h 321927"/>
                <a:gd name="csX39" fmla="*/ 357457 w 501884"/>
                <a:gd name="csY39" fmla="*/ 532 h 321927"/>
                <a:gd name="csX40" fmla="*/ 381124 w 501884"/>
                <a:gd name="csY40" fmla="*/ 0 h 321927"/>
                <a:gd name="csX41" fmla="*/ 404792 w 501884"/>
                <a:gd name="csY41" fmla="*/ 1408 h 321927"/>
                <a:gd name="csX42" fmla="*/ 405764 w 501884"/>
                <a:gd name="csY42" fmla="*/ 1553 h 321927"/>
                <a:gd name="csX43" fmla="*/ 428459 w 501884"/>
                <a:gd name="csY43" fmla="*/ 5562 h 321927"/>
                <a:gd name="csX44" fmla="*/ 452127 w 501884"/>
                <a:gd name="csY44" fmla="*/ 13188 h 321927"/>
                <a:gd name="csX45" fmla="*/ 459565 w 501884"/>
                <a:gd name="csY45" fmla="*/ 16735 h 321927"/>
                <a:gd name="csX46" fmla="*/ 475794 w 501884"/>
                <a:gd name="csY46" fmla="*/ 27147 h 321927"/>
                <a:gd name="csX47" fmla="*/ 481323 w 501884"/>
                <a:gd name="csY47" fmla="*/ 31916 h 321927"/>
                <a:gd name="csX48" fmla="*/ 493218 w 501884"/>
                <a:gd name="csY48" fmla="*/ 47098 h 321927"/>
                <a:gd name="csX49" fmla="*/ 499473 w 501884"/>
                <a:gd name="csY49" fmla="*/ 61659 h 321927"/>
                <a:gd name="csX50" fmla="*/ 499696 w 501884"/>
                <a:gd name="csY50" fmla="*/ 62280 h 321927"/>
                <a:gd name="csX51" fmla="*/ 501885 w 501884"/>
                <a:gd name="csY51" fmla="*/ 77462 h 321927"/>
                <a:gd name="csX52" fmla="*/ 501058 w 501884"/>
                <a:gd name="csY52" fmla="*/ 92645 h 321927"/>
                <a:gd name="csX53" fmla="*/ 499473 w 501884"/>
                <a:gd name="csY53" fmla="*/ 99599 h 321927"/>
                <a:gd name="csX54" fmla="*/ 497574 w 501884"/>
                <a:gd name="csY54" fmla="*/ 107827 h 321927"/>
                <a:gd name="csX55" fmla="*/ 491710 w 501884"/>
                <a:gd name="csY55" fmla="*/ 123009 h 321927"/>
                <a:gd name="csX56" fmla="*/ 483836 w 501884"/>
                <a:gd name="csY56" fmla="*/ 138191 h 321927"/>
                <a:gd name="csX57" fmla="*/ 475794 w 501884"/>
                <a:gd name="csY57" fmla="*/ 150655 h 321927"/>
                <a:gd name="csX58" fmla="*/ 474018 w 501884"/>
                <a:gd name="csY58" fmla="*/ 153373 h 321927"/>
                <a:gd name="csX59" fmla="*/ 462101 w 501884"/>
                <a:gd name="csY59" fmla="*/ 168554 h 321927"/>
                <a:gd name="csX60" fmla="*/ 452127 w 501884"/>
                <a:gd name="csY60" fmla="*/ 179663 h 321927"/>
                <a:gd name="csX61" fmla="*/ 448363 w 501884"/>
                <a:gd name="csY61" fmla="*/ 183737 h 321927"/>
                <a:gd name="csX62" fmla="*/ 432592 w 501884"/>
                <a:gd name="csY62" fmla="*/ 198919 h 321927"/>
                <a:gd name="csX63" fmla="*/ 428459 w 501884"/>
                <a:gd name="csY63" fmla="*/ 202520 h 321927"/>
                <a:gd name="csX64" fmla="*/ 414632 w 501884"/>
                <a:gd name="csY64" fmla="*/ 214101 h 321927"/>
                <a:gd name="csX65" fmla="*/ 404792 w 501884"/>
                <a:gd name="csY65" fmla="*/ 221680 h 321927"/>
                <a:gd name="csX66" fmla="*/ 394416 w 501884"/>
                <a:gd name="csY66" fmla="*/ 229283 h 321927"/>
                <a:gd name="csX67" fmla="*/ 381124 w 501884"/>
                <a:gd name="csY67" fmla="*/ 238343 h 321927"/>
                <a:gd name="csX68" fmla="*/ 371575 w 501884"/>
                <a:gd name="csY68" fmla="*/ 244466 h 321927"/>
                <a:gd name="csX69" fmla="*/ 357457 w 501884"/>
                <a:gd name="csY69" fmla="*/ 252991 h 321927"/>
                <a:gd name="csX70" fmla="*/ 345607 w 501884"/>
                <a:gd name="csY70" fmla="*/ 259648 h 321927"/>
                <a:gd name="csX71" fmla="*/ 333790 w 501884"/>
                <a:gd name="csY71" fmla="*/ 265962 h 321927"/>
                <a:gd name="csX72" fmla="*/ 315729 w 501884"/>
                <a:gd name="csY72" fmla="*/ 274830 h 321927"/>
                <a:gd name="csX73" fmla="*/ 310111 w 501884"/>
                <a:gd name="csY73" fmla="*/ 277481 h 321927"/>
                <a:gd name="csX74" fmla="*/ 286444 w 501884"/>
                <a:gd name="csY74" fmla="*/ 287598 h 321927"/>
                <a:gd name="csX75" fmla="*/ 280100 w 501884"/>
                <a:gd name="csY75" fmla="*/ 290012 h 321927"/>
                <a:gd name="csX76" fmla="*/ 262776 w 501884"/>
                <a:gd name="csY76" fmla="*/ 296409 h 321927"/>
                <a:gd name="csX77" fmla="*/ 239109 w 501884"/>
                <a:gd name="csY77" fmla="*/ 304051 h 321927"/>
                <a:gd name="csX78" fmla="*/ 234876 w 501884"/>
                <a:gd name="csY78" fmla="*/ 305193 h 321927"/>
                <a:gd name="csX79" fmla="*/ 215441 w 501884"/>
                <a:gd name="csY79" fmla="*/ 310349 h 321927"/>
                <a:gd name="csX80" fmla="*/ 191774 w 501884"/>
                <a:gd name="csY80" fmla="*/ 315402 h 321927"/>
                <a:gd name="csX81" fmla="*/ 168107 w 501884"/>
                <a:gd name="csY81" fmla="*/ 319161 h 321927"/>
                <a:gd name="csX82" fmla="*/ 155273 w 501884"/>
                <a:gd name="csY82" fmla="*/ 320375 h 321927"/>
                <a:gd name="csX83" fmla="*/ 144439 w 501884"/>
                <a:gd name="csY83" fmla="*/ 321396 h 321927"/>
                <a:gd name="csX84" fmla="*/ 120761 w 501884"/>
                <a:gd name="csY84" fmla="*/ 321928 h 321927"/>
                <a:gd name="csX85" fmla="*/ 97093 w 501884"/>
                <a:gd name="csY85" fmla="*/ 320519 h 321927"/>
                <a:gd name="csX86" fmla="*/ 96133 w 501884"/>
                <a:gd name="csY86" fmla="*/ 320375 h 321927"/>
                <a:gd name="csX87" fmla="*/ 73426 w 501884"/>
                <a:gd name="csY87" fmla="*/ 316366 h 321927"/>
                <a:gd name="csX88" fmla="*/ 49759 w 501884"/>
                <a:gd name="csY88" fmla="*/ 308738 h 32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01884" h="321927">
                  <a:moveTo>
                    <a:pt x="49759" y="308738"/>
                  </a:moveTo>
                  <a:lnTo>
                    <a:pt x="42320" y="305193"/>
                  </a:lnTo>
                  <a:lnTo>
                    <a:pt x="26091" y="294781"/>
                  </a:lnTo>
                  <a:lnTo>
                    <a:pt x="20562" y="290012"/>
                  </a:lnTo>
                  <a:lnTo>
                    <a:pt x="8667" y="274830"/>
                  </a:lnTo>
                  <a:lnTo>
                    <a:pt x="2424" y="260269"/>
                  </a:lnTo>
                  <a:lnTo>
                    <a:pt x="2200" y="259648"/>
                  </a:lnTo>
                  <a:lnTo>
                    <a:pt x="0" y="244466"/>
                  </a:lnTo>
                  <a:lnTo>
                    <a:pt x="827" y="229283"/>
                  </a:lnTo>
                  <a:lnTo>
                    <a:pt x="2424" y="222329"/>
                  </a:lnTo>
                  <a:lnTo>
                    <a:pt x="4311" y="214101"/>
                  </a:lnTo>
                  <a:lnTo>
                    <a:pt x="10175" y="198919"/>
                  </a:lnTo>
                  <a:lnTo>
                    <a:pt x="18049" y="183737"/>
                  </a:lnTo>
                  <a:lnTo>
                    <a:pt x="26091" y="171273"/>
                  </a:lnTo>
                  <a:lnTo>
                    <a:pt x="27867" y="168554"/>
                  </a:lnTo>
                  <a:lnTo>
                    <a:pt x="39784" y="153373"/>
                  </a:lnTo>
                  <a:lnTo>
                    <a:pt x="49759" y="142265"/>
                  </a:lnTo>
                  <a:lnTo>
                    <a:pt x="53523" y="138191"/>
                  </a:lnTo>
                  <a:lnTo>
                    <a:pt x="69293" y="123009"/>
                  </a:lnTo>
                  <a:lnTo>
                    <a:pt x="73426" y="119407"/>
                  </a:lnTo>
                  <a:lnTo>
                    <a:pt x="87253" y="107827"/>
                  </a:lnTo>
                  <a:lnTo>
                    <a:pt x="97093" y="100247"/>
                  </a:lnTo>
                  <a:lnTo>
                    <a:pt x="107469" y="92645"/>
                  </a:lnTo>
                  <a:lnTo>
                    <a:pt x="120761" y="83585"/>
                  </a:lnTo>
                  <a:lnTo>
                    <a:pt x="130310" y="77462"/>
                  </a:lnTo>
                  <a:lnTo>
                    <a:pt x="144439" y="68937"/>
                  </a:lnTo>
                  <a:lnTo>
                    <a:pt x="156290" y="62280"/>
                  </a:lnTo>
                  <a:lnTo>
                    <a:pt x="168107" y="55966"/>
                  </a:lnTo>
                  <a:lnTo>
                    <a:pt x="186156" y="47098"/>
                  </a:lnTo>
                  <a:lnTo>
                    <a:pt x="191774" y="44446"/>
                  </a:lnTo>
                  <a:lnTo>
                    <a:pt x="215441" y="34329"/>
                  </a:lnTo>
                  <a:lnTo>
                    <a:pt x="221797" y="31916"/>
                  </a:lnTo>
                  <a:lnTo>
                    <a:pt x="239109" y="25519"/>
                  </a:lnTo>
                  <a:lnTo>
                    <a:pt x="262776" y="17877"/>
                  </a:lnTo>
                  <a:lnTo>
                    <a:pt x="267021" y="16735"/>
                  </a:lnTo>
                  <a:lnTo>
                    <a:pt x="286444" y="11579"/>
                  </a:lnTo>
                  <a:lnTo>
                    <a:pt x="310111" y="6526"/>
                  </a:lnTo>
                  <a:lnTo>
                    <a:pt x="333790" y="2767"/>
                  </a:lnTo>
                  <a:lnTo>
                    <a:pt x="346612" y="1553"/>
                  </a:lnTo>
                  <a:lnTo>
                    <a:pt x="357457" y="532"/>
                  </a:lnTo>
                  <a:lnTo>
                    <a:pt x="381124" y="0"/>
                  </a:lnTo>
                  <a:lnTo>
                    <a:pt x="404792" y="1408"/>
                  </a:lnTo>
                  <a:lnTo>
                    <a:pt x="405764" y="1553"/>
                  </a:lnTo>
                  <a:lnTo>
                    <a:pt x="428459" y="5562"/>
                  </a:lnTo>
                  <a:lnTo>
                    <a:pt x="452127" y="13188"/>
                  </a:lnTo>
                  <a:lnTo>
                    <a:pt x="459565" y="16735"/>
                  </a:lnTo>
                  <a:lnTo>
                    <a:pt x="475794" y="27147"/>
                  </a:lnTo>
                  <a:lnTo>
                    <a:pt x="481323" y="31916"/>
                  </a:lnTo>
                  <a:lnTo>
                    <a:pt x="493218" y="47098"/>
                  </a:lnTo>
                  <a:lnTo>
                    <a:pt x="499473" y="61659"/>
                  </a:lnTo>
                  <a:lnTo>
                    <a:pt x="499696" y="62280"/>
                  </a:lnTo>
                  <a:lnTo>
                    <a:pt x="501885" y="77462"/>
                  </a:lnTo>
                  <a:lnTo>
                    <a:pt x="501058" y="92645"/>
                  </a:lnTo>
                  <a:lnTo>
                    <a:pt x="499473" y="99599"/>
                  </a:lnTo>
                  <a:lnTo>
                    <a:pt x="497574" y="107827"/>
                  </a:lnTo>
                  <a:lnTo>
                    <a:pt x="491710" y="123009"/>
                  </a:lnTo>
                  <a:lnTo>
                    <a:pt x="483836" y="138191"/>
                  </a:lnTo>
                  <a:lnTo>
                    <a:pt x="475794" y="150655"/>
                  </a:lnTo>
                  <a:lnTo>
                    <a:pt x="474018" y="153373"/>
                  </a:lnTo>
                  <a:lnTo>
                    <a:pt x="462101" y="168554"/>
                  </a:lnTo>
                  <a:lnTo>
                    <a:pt x="452127" y="179663"/>
                  </a:lnTo>
                  <a:lnTo>
                    <a:pt x="448363" y="183737"/>
                  </a:lnTo>
                  <a:lnTo>
                    <a:pt x="432592" y="198919"/>
                  </a:lnTo>
                  <a:lnTo>
                    <a:pt x="428459" y="202520"/>
                  </a:lnTo>
                  <a:lnTo>
                    <a:pt x="414632" y="214101"/>
                  </a:lnTo>
                  <a:lnTo>
                    <a:pt x="404792" y="221680"/>
                  </a:lnTo>
                  <a:lnTo>
                    <a:pt x="394416" y="229283"/>
                  </a:lnTo>
                  <a:lnTo>
                    <a:pt x="381124" y="238343"/>
                  </a:lnTo>
                  <a:lnTo>
                    <a:pt x="371575" y="244466"/>
                  </a:lnTo>
                  <a:lnTo>
                    <a:pt x="357457" y="252991"/>
                  </a:lnTo>
                  <a:lnTo>
                    <a:pt x="345607" y="259648"/>
                  </a:lnTo>
                  <a:lnTo>
                    <a:pt x="333790" y="265962"/>
                  </a:lnTo>
                  <a:lnTo>
                    <a:pt x="315729" y="274830"/>
                  </a:lnTo>
                  <a:lnTo>
                    <a:pt x="310111" y="277481"/>
                  </a:lnTo>
                  <a:lnTo>
                    <a:pt x="286444" y="287598"/>
                  </a:lnTo>
                  <a:lnTo>
                    <a:pt x="280100" y="290012"/>
                  </a:lnTo>
                  <a:lnTo>
                    <a:pt x="262776" y="296409"/>
                  </a:lnTo>
                  <a:lnTo>
                    <a:pt x="239109" y="304051"/>
                  </a:lnTo>
                  <a:lnTo>
                    <a:pt x="234876" y="305193"/>
                  </a:lnTo>
                  <a:lnTo>
                    <a:pt x="215441" y="310349"/>
                  </a:lnTo>
                  <a:lnTo>
                    <a:pt x="191774" y="315402"/>
                  </a:lnTo>
                  <a:lnTo>
                    <a:pt x="168107" y="319161"/>
                  </a:lnTo>
                  <a:lnTo>
                    <a:pt x="155273" y="320375"/>
                  </a:lnTo>
                  <a:lnTo>
                    <a:pt x="144439" y="321396"/>
                  </a:lnTo>
                  <a:lnTo>
                    <a:pt x="120761" y="321928"/>
                  </a:lnTo>
                  <a:lnTo>
                    <a:pt x="97093" y="320519"/>
                  </a:lnTo>
                  <a:lnTo>
                    <a:pt x="96133" y="320375"/>
                  </a:lnTo>
                  <a:lnTo>
                    <a:pt x="73426" y="316366"/>
                  </a:lnTo>
                  <a:lnTo>
                    <a:pt x="49759" y="3087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D4DFBD30-4100-A992-71C7-54CF3C0385CD}"/>
                </a:ext>
              </a:extLst>
            </p:cNvPr>
            <p:cNvSpPr/>
            <p:nvPr/>
          </p:nvSpPr>
          <p:spPr>
            <a:xfrm>
              <a:off x="4641986" y="3491324"/>
              <a:ext cx="377226" cy="241965"/>
            </a:xfrm>
            <a:custGeom>
              <a:avLst/>
              <a:gdLst>
                <a:gd name="csX0" fmla="*/ 58426 w 377226"/>
                <a:gd name="csY0" fmla="*/ 238938 h 241965"/>
                <a:gd name="csX1" fmla="*/ 43716 w 377226"/>
                <a:gd name="csY1" fmla="*/ 234849 h 241965"/>
                <a:gd name="csX2" fmla="*/ 34758 w 377226"/>
                <a:gd name="csY2" fmla="*/ 231420 h 241965"/>
                <a:gd name="csX3" fmla="*/ 16441 w 377226"/>
                <a:gd name="csY3" fmla="*/ 219667 h 241965"/>
                <a:gd name="csX4" fmla="*/ 11091 w 377226"/>
                <a:gd name="csY4" fmla="*/ 213921 h 241965"/>
                <a:gd name="csX5" fmla="*/ 4713 w 377226"/>
                <a:gd name="csY5" fmla="*/ 204484 h 241965"/>
                <a:gd name="csX6" fmla="*/ 89 w 377226"/>
                <a:gd name="csY6" fmla="*/ 189302 h 241965"/>
                <a:gd name="csX7" fmla="*/ 0 w 377226"/>
                <a:gd name="csY7" fmla="*/ 174120 h 241965"/>
                <a:gd name="csX8" fmla="*/ 3451 w 377226"/>
                <a:gd name="csY8" fmla="*/ 158938 h 241965"/>
                <a:gd name="csX9" fmla="*/ 9773 w 377226"/>
                <a:gd name="csY9" fmla="*/ 143756 h 241965"/>
                <a:gd name="csX10" fmla="*/ 11091 w 377226"/>
                <a:gd name="csY10" fmla="*/ 141561 h 241965"/>
                <a:gd name="csX11" fmla="*/ 19222 w 377226"/>
                <a:gd name="csY11" fmla="*/ 128573 h 241965"/>
                <a:gd name="csX12" fmla="*/ 30938 w 377226"/>
                <a:gd name="csY12" fmla="*/ 113392 h 241965"/>
                <a:gd name="csX13" fmla="*/ 34758 w 377226"/>
                <a:gd name="csY13" fmla="*/ 109258 h 241965"/>
                <a:gd name="csX14" fmla="*/ 45503 w 377226"/>
                <a:gd name="csY14" fmla="*/ 98210 h 241965"/>
                <a:gd name="csX15" fmla="*/ 58426 w 377226"/>
                <a:gd name="csY15" fmla="*/ 86515 h 241965"/>
                <a:gd name="csX16" fmla="*/ 62536 w 377226"/>
                <a:gd name="csY16" fmla="*/ 83028 h 241965"/>
                <a:gd name="csX17" fmla="*/ 82104 w 377226"/>
                <a:gd name="csY17" fmla="*/ 68146 h 241965"/>
                <a:gd name="csX18" fmla="*/ 82529 w 377226"/>
                <a:gd name="csY18" fmla="*/ 67846 h 241965"/>
                <a:gd name="csX19" fmla="*/ 105772 w 377226"/>
                <a:gd name="csY19" fmla="*/ 52937 h 241965"/>
                <a:gd name="csX20" fmla="*/ 106241 w 377226"/>
                <a:gd name="csY20" fmla="*/ 52664 h 241965"/>
                <a:gd name="csX21" fmla="*/ 129439 w 377226"/>
                <a:gd name="csY21" fmla="*/ 40117 h 241965"/>
                <a:gd name="csX22" fmla="*/ 134878 w 377226"/>
                <a:gd name="csY22" fmla="*/ 37481 h 241965"/>
                <a:gd name="csX23" fmla="*/ 153106 w 377226"/>
                <a:gd name="csY23" fmla="*/ 29192 h 241965"/>
                <a:gd name="csX24" fmla="*/ 170329 w 377226"/>
                <a:gd name="csY24" fmla="*/ 22299 h 241965"/>
                <a:gd name="csX25" fmla="*/ 176774 w 377226"/>
                <a:gd name="csY25" fmla="*/ 19850 h 241965"/>
                <a:gd name="csX26" fmla="*/ 200441 w 377226"/>
                <a:gd name="csY26" fmla="*/ 12331 h 241965"/>
                <a:gd name="csX27" fmla="*/ 220691 w 377226"/>
                <a:gd name="csY27" fmla="*/ 7117 h 241965"/>
                <a:gd name="csX28" fmla="*/ 224109 w 377226"/>
                <a:gd name="csY28" fmla="*/ 6271 h 241965"/>
                <a:gd name="csX29" fmla="*/ 247776 w 377226"/>
                <a:gd name="csY29" fmla="*/ 2213 h 241965"/>
                <a:gd name="csX30" fmla="*/ 271455 w 377226"/>
                <a:gd name="csY30" fmla="*/ 0 h 241965"/>
                <a:gd name="csX31" fmla="*/ 295122 w 377226"/>
                <a:gd name="csY31" fmla="*/ 56 h 241965"/>
                <a:gd name="csX32" fmla="*/ 318789 w 377226"/>
                <a:gd name="csY32" fmla="*/ 3028 h 241965"/>
                <a:gd name="csX33" fmla="*/ 333499 w 377226"/>
                <a:gd name="csY33" fmla="*/ 7117 h 241965"/>
                <a:gd name="csX34" fmla="*/ 342457 w 377226"/>
                <a:gd name="csY34" fmla="*/ 10546 h 241965"/>
                <a:gd name="csX35" fmla="*/ 360785 w 377226"/>
                <a:gd name="csY35" fmla="*/ 22299 h 241965"/>
                <a:gd name="csX36" fmla="*/ 366124 w 377226"/>
                <a:gd name="csY36" fmla="*/ 28045 h 241965"/>
                <a:gd name="csX37" fmla="*/ 372502 w 377226"/>
                <a:gd name="csY37" fmla="*/ 37481 h 241965"/>
                <a:gd name="csX38" fmla="*/ 377137 w 377226"/>
                <a:gd name="csY38" fmla="*/ 52664 h 241965"/>
                <a:gd name="csX39" fmla="*/ 377226 w 377226"/>
                <a:gd name="csY39" fmla="*/ 67846 h 241965"/>
                <a:gd name="csX40" fmla="*/ 373775 w 377226"/>
                <a:gd name="csY40" fmla="*/ 83028 h 241965"/>
                <a:gd name="csX41" fmla="*/ 367442 w 377226"/>
                <a:gd name="csY41" fmla="*/ 98210 h 241965"/>
                <a:gd name="csX42" fmla="*/ 366124 w 377226"/>
                <a:gd name="csY42" fmla="*/ 100405 h 241965"/>
                <a:gd name="csX43" fmla="*/ 357993 w 377226"/>
                <a:gd name="csY43" fmla="*/ 113392 h 241965"/>
                <a:gd name="csX44" fmla="*/ 346277 w 377226"/>
                <a:gd name="csY44" fmla="*/ 128573 h 241965"/>
                <a:gd name="csX45" fmla="*/ 342457 w 377226"/>
                <a:gd name="csY45" fmla="*/ 132708 h 241965"/>
                <a:gd name="csX46" fmla="*/ 331712 w 377226"/>
                <a:gd name="csY46" fmla="*/ 143756 h 241965"/>
                <a:gd name="csX47" fmla="*/ 318789 w 377226"/>
                <a:gd name="csY47" fmla="*/ 155451 h 241965"/>
                <a:gd name="csX48" fmla="*/ 314679 w 377226"/>
                <a:gd name="csY48" fmla="*/ 158938 h 241965"/>
                <a:gd name="csX49" fmla="*/ 295122 w 377226"/>
                <a:gd name="csY49" fmla="*/ 173820 h 241965"/>
                <a:gd name="csX50" fmla="*/ 294698 w 377226"/>
                <a:gd name="csY50" fmla="*/ 174120 h 241965"/>
                <a:gd name="csX51" fmla="*/ 271455 w 377226"/>
                <a:gd name="csY51" fmla="*/ 189029 h 241965"/>
                <a:gd name="csX52" fmla="*/ 270986 w 377226"/>
                <a:gd name="csY52" fmla="*/ 189302 h 241965"/>
                <a:gd name="csX53" fmla="*/ 247776 w 377226"/>
                <a:gd name="csY53" fmla="*/ 201849 h 241965"/>
                <a:gd name="csX54" fmla="*/ 242348 w 377226"/>
                <a:gd name="csY54" fmla="*/ 204484 h 241965"/>
                <a:gd name="csX55" fmla="*/ 224109 w 377226"/>
                <a:gd name="csY55" fmla="*/ 212774 h 241965"/>
                <a:gd name="csX56" fmla="*/ 206886 w 377226"/>
                <a:gd name="csY56" fmla="*/ 219667 h 241965"/>
                <a:gd name="csX57" fmla="*/ 200441 w 377226"/>
                <a:gd name="csY57" fmla="*/ 222116 h 241965"/>
                <a:gd name="csX58" fmla="*/ 176774 w 377226"/>
                <a:gd name="csY58" fmla="*/ 229635 h 241965"/>
                <a:gd name="csX59" fmla="*/ 156524 w 377226"/>
                <a:gd name="csY59" fmla="*/ 234849 h 241965"/>
                <a:gd name="csX60" fmla="*/ 153106 w 377226"/>
                <a:gd name="csY60" fmla="*/ 235694 h 241965"/>
                <a:gd name="csX61" fmla="*/ 129439 w 377226"/>
                <a:gd name="csY61" fmla="*/ 239753 h 241965"/>
                <a:gd name="csX62" fmla="*/ 105772 w 377226"/>
                <a:gd name="csY62" fmla="*/ 241966 h 241965"/>
                <a:gd name="csX63" fmla="*/ 82104 w 377226"/>
                <a:gd name="csY63" fmla="*/ 241910 h 241965"/>
                <a:gd name="csX64" fmla="*/ 58426 w 377226"/>
                <a:gd name="csY64" fmla="*/ 238938 h 2419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77226" h="241965">
                  <a:moveTo>
                    <a:pt x="58426" y="238938"/>
                  </a:moveTo>
                  <a:lnTo>
                    <a:pt x="43716" y="234849"/>
                  </a:lnTo>
                  <a:lnTo>
                    <a:pt x="34758" y="231420"/>
                  </a:lnTo>
                  <a:lnTo>
                    <a:pt x="16441" y="219667"/>
                  </a:lnTo>
                  <a:lnTo>
                    <a:pt x="11091" y="213921"/>
                  </a:lnTo>
                  <a:lnTo>
                    <a:pt x="4713" y="204484"/>
                  </a:lnTo>
                  <a:lnTo>
                    <a:pt x="89" y="189302"/>
                  </a:lnTo>
                  <a:lnTo>
                    <a:pt x="0" y="174120"/>
                  </a:lnTo>
                  <a:lnTo>
                    <a:pt x="3451" y="158938"/>
                  </a:lnTo>
                  <a:lnTo>
                    <a:pt x="9773" y="143756"/>
                  </a:lnTo>
                  <a:lnTo>
                    <a:pt x="11091" y="141561"/>
                  </a:lnTo>
                  <a:lnTo>
                    <a:pt x="19222" y="128573"/>
                  </a:lnTo>
                  <a:lnTo>
                    <a:pt x="30938" y="113392"/>
                  </a:lnTo>
                  <a:lnTo>
                    <a:pt x="34758" y="109258"/>
                  </a:lnTo>
                  <a:lnTo>
                    <a:pt x="45503" y="98210"/>
                  </a:lnTo>
                  <a:lnTo>
                    <a:pt x="58426" y="86515"/>
                  </a:lnTo>
                  <a:lnTo>
                    <a:pt x="62536" y="83028"/>
                  </a:lnTo>
                  <a:lnTo>
                    <a:pt x="82104" y="68146"/>
                  </a:lnTo>
                  <a:lnTo>
                    <a:pt x="82529" y="67846"/>
                  </a:lnTo>
                  <a:lnTo>
                    <a:pt x="105772" y="52937"/>
                  </a:lnTo>
                  <a:lnTo>
                    <a:pt x="106241" y="52664"/>
                  </a:lnTo>
                  <a:lnTo>
                    <a:pt x="129439" y="40117"/>
                  </a:lnTo>
                  <a:lnTo>
                    <a:pt x="134878" y="37481"/>
                  </a:lnTo>
                  <a:lnTo>
                    <a:pt x="153106" y="29192"/>
                  </a:lnTo>
                  <a:lnTo>
                    <a:pt x="170329" y="22299"/>
                  </a:lnTo>
                  <a:lnTo>
                    <a:pt x="176774" y="19850"/>
                  </a:lnTo>
                  <a:lnTo>
                    <a:pt x="200441" y="12331"/>
                  </a:lnTo>
                  <a:lnTo>
                    <a:pt x="220691" y="7117"/>
                  </a:lnTo>
                  <a:lnTo>
                    <a:pt x="224109" y="6271"/>
                  </a:lnTo>
                  <a:lnTo>
                    <a:pt x="247776" y="2213"/>
                  </a:lnTo>
                  <a:lnTo>
                    <a:pt x="271455" y="0"/>
                  </a:lnTo>
                  <a:lnTo>
                    <a:pt x="295122" y="56"/>
                  </a:lnTo>
                  <a:lnTo>
                    <a:pt x="318789" y="3028"/>
                  </a:lnTo>
                  <a:lnTo>
                    <a:pt x="333499" y="7117"/>
                  </a:lnTo>
                  <a:lnTo>
                    <a:pt x="342457" y="10546"/>
                  </a:lnTo>
                  <a:lnTo>
                    <a:pt x="360785" y="22299"/>
                  </a:lnTo>
                  <a:lnTo>
                    <a:pt x="366124" y="28045"/>
                  </a:lnTo>
                  <a:lnTo>
                    <a:pt x="372502" y="37481"/>
                  </a:lnTo>
                  <a:lnTo>
                    <a:pt x="377137" y="52664"/>
                  </a:lnTo>
                  <a:lnTo>
                    <a:pt x="377226" y="67846"/>
                  </a:lnTo>
                  <a:lnTo>
                    <a:pt x="373775" y="83028"/>
                  </a:lnTo>
                  <a:lnTo>
                    <a:pt x="367442" y="98210"/>
                  </a:lnTo>
                  <a:lnTo>
                    <a:pt x="366124" y="100405"/>
                  </a:lnTo>
                  <a:lnTo>
                    <a:pt x="357993" y="113392"/>
                  </a:lnTo>
                  <a:lnTo>
                    <a:pt x="346277" y="128573"/>
                  </a:lnTo>
                  <a:lnTo>
                    <a:pt x="342457" y="132708"/>
                  </a:lnTo>
                  <a:lnTo>
                    <a:pt x="331712" y="143756"/>
                  </a:lnTo>
                  <a:lnTo>
                    <a:pt x="318789" y="155451"/>
                  </a:lnTo>
                  <a:lnTo>
                    <a:pt x="314679" y="158938"/>
                  </a:lnTo>
                  <a:lnTo>
                    <a:pt x="295122" y="173820"/>
                  </a:lnTo>
                  <a:lnTo>
                    <a:pt x="294698" y="174120"/>
                  </a:lnTo>
                  <a:lnTo>
                    <a:pt x="271455" y="189029"/>
                  </a:lnTo>
                  <a:lnTo>
                    <a:pt x="270986" y="189302"/>
                  </a:lnTo>
                  <a:lnTo>
                    <a:pt x="247776" y="201849"/>
                  </a:lnTo>
                  <a:lnTo>
                    <a:pt x="242348" y="204484"/>
                  </a:lnTo>
                  <a:lnTo>
                    <a:pt x="224109" y="212774"/>
                  </a:lnTo>
                  <a:lnTo>
                    <a:pt x="206886" y="219667"/>
                  </a:lnTo>
                  <a:lnTo>
                    <a:pt x="200441" y="222116"/>
                  </a:lnTo>
                  <a:lnTo>
                    <a:pt x="176774" y="229635"/>
                  </a:lnTo>
                  <a:lnTo>
                    <a:pt x="156524" y="234849"/>
                  </a:lnTo>
                  <a:lnTo>
                    <a:pt x="153106" y="235694"/>
                  </a:lnTo>
                  <a:lnTo>
                    <a:pt x="129439" y="239753"/>
                  </a:lnTo>
                  <a:lnTo>
                    <a:pt x="105772" y="241966"/>
                  </a:lnTo>
                  <a:lnTo>
                    <a:pt x="82104" y="241910"/>
                  </a:lnTo>
                  <a:lnTo>
                    <a:pt x="58426" y="2389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2D1002C4-F194-4AEF-F277-64E6AB0C9C18}"/>
                </a:ext>
              </a:extLst>
            </p:cNvPr>
            <p:cNvSpPr/>
            <p:nvPr/>
          </p:nvSpPr>
          <p:spPr>
            <a:xfrm>
              <a:off x="4721778" y="3542507"/>
              <a:ext cx="217630" cy="139598"/>
            </a:xfrm>
            <a:custGeom>
              <a:avLst/>
              <a:gdLst>
                <a:gd name="csX0" fmla="*/ 49647 w 217630"/>
                <a:gd name="csY0" fmla="*/ 139599 h 139598"/>
                <a:gd name="csX1" fmla="*/ 38243 w 217630"/>
                <a:gd name="csY1" fmla="*/ 138119 h 139598"/>
                <a:gd name="csX2" fmla="*/ 25979 w 217630"/>
                <a:gd name="csY2" fmla="*/ 135512 h 139598"/>
                <a:gd name="csX3" fmla="*/ 6366 w 217630"/>
                <a:gd name="csY3" fmla="*/ 122936 h 139598"/>
                <a:gd name="csX4" fmla="*/ 2312 w 217630"/>
                <a:gd name="csY4" fmla="*/ 115071 h 139598"/>
                <a:gd name="csX5" fmla="*/ 0 w 217630"/>
                <a:gd name="csY5" fmla="*/ 107754 h 139598"/>
                <a:gd name="csX6" fmla="*/ 1675 w 217630"/>
                <a:gd name="csY6" fmla="*/ 92572 h 139598"/>
                <a:gd name="csX7" fmla="*/ 2312 w 217630"/>
                <a:gd name="csY7" fmla="*/ 91219 h 139598"/>
                <a:gd name="csX8" fmla="*/ 9427 w 217630"/>
                <a:gd name="csY8" fmla="*/ 77390 h 139598"/>
                <a:gd name="csX9" fmla="*/ 21121 w 217630"/>
                <a:gd name="csY9" fmla="*/ 62209 h 139598"/>
                <a:gd name="csX10" fmla="*/ 25979 w 217630"/>
                <a:gd name="csY10" fmla="*/ 57422 h 139598"/>
                <a:gd name="csX11" fmla="*/ 37819 w 217630"/>
                <a:gd name="csY11" fmla="*/ 47027 h 139598"/>
                <a:gd name="csX12" fmla="*/ 49647 w 217630"/>
                <a:gd name="csY12" fmla="*/ 38289 h 139598"/>
                <a:gd name="csX13" fmla="*/ 59688 w 217630"/>
                <a:gd name="csY13" fmla="*/ 31844 h 139598"/>
                <a:gd name="csX14" fmla="*/ 73314 w 217630"/>
                <a:gd name="csY14" fmla="*/ 24257 h 139598"/>
                <a:gd name="csX15" fmla="*/ 89521 w 217630"/>
                <a:gd name="csY15" fmla="*/ 16662 h 139598"/>
                <a:gd name="csX16" fmla="*/ 96982 w 217630"/>
                <a:gd name="csY16" fmla="*/ 13548 h 139598"/>
                <a:gd name="csX17" fmla="*/ 120649 w 217630"/>
                <a:gd name="csY17" fmla="*/ 6047 h 139598"/>
                <a:gd name="csX18" fmla="*/ 142205 w 217630"/>
                <a:gd name="csY18" fmla="*/ 1480 h 139598"/>
                <a:gd name="csX19" fmla="*/ 144316 w 217630"/>
                <a:gd name="csY19" fmla="*/ 1078 h 139598"/>
                <a:gd name="csX20" fmla="*/ 167984 w 217630"/>
                <a:gd name="csY20" fmla="*/ 0 h 139598"/>
                <a:gd name="csX21" fmla="*/ 179399 w 217630"/>
                <a:gd name="csY21" fmla="*/ 1480 h 139598"/>
                <a:gd name="csX22" fmla="*/ 191662 w 217630"/>
                <a:gd name="csY22" fmla="*/ 4087 h 139598"/>
                <a:gd name="csX23" fmla="*/ 211264 w 217630"/>
                <a:gd name="csY23" fmla="*/ 16662 h 139598"/>
                <a:gd name="csX24" fmla="*/ 215330 w 217630"/>
                <a:gd name="csY24" fmla="*/ 24527 h 139598"/>
                <a:gd name="csX25" fmla="*/ 217631 w 217630"/>
                <a:gd name="csY25" fmla="*/ 31844 h 139598"/>
                <a:gd name="csX26" fmla="*/ 215955 w 217630"/>
                <a:gd name="csY26" fmla="*/ 47027 h 139598"/>
                <a:gd name="csX27" fmla="*/ 215330 w 217630"/>
                <a:gd name="csY27" fmla="*/ 48379 h 139598"/>
                <a:gd name="csX28" fmla="*/ 208204 w 217630"/>
                <a:gd name="csY28" fmla="*/ 62209 h 139598"/>
                <a:gd name="csX29" fmla="*/ 196510 w 217630"/>
                <a:gd name="csY29" fmla="*/ 77390 h 139598"/>
                <a:gd name="csX30" fmla="*/ 191662 w 217630"/>
                <a:gd name="csY30" fmla="*/ 82176 h 139598"/>
                <a:gd name="csX31" fmla="*/ 179812 w 217630"/>
                <a:gd name="csY31" fmla="*/ 92572 h 139598"/>
                <a:gd name="csX32" fmla="*/ 167984 w 217630"/>
                <a:gd name="csY32" fmla="*/ 101310 h 139598"/>
                <a:gd name="csX33" fmla="*/ 157943 w 217630"/>
                <a:gd name="csY33" fmla="*/ 107754 h 139598"/>
                <a:gd name="csX34" fmla="*/ 144316 w 217630"/>
                <a:gd name="csY34" fmla="*/ 115340 h 139598"/>
                <a:gd name="csX35" fmla="*/ 128110 w 217630"/>
                <a:gd name="csY35" fmla="*/ 122936 h 139598"/>
                <a:gd name="csX36" fmla="*/ 120649 w 217630"/>
                <a:gd name="csY36" fmla="*/ 126050 h 139598"/>
                <a:gd name="csX37" fmla="*/ 96982 w 217630"/>
                <a:gd name="csY37" fmla="*/ 133552 h 139598"/>
                <a:gd name="csX38" fmla="*/ 75425 w 217630"/>
                <a:gd name="csY38" fmla="*/ 138119 h 139598"/>
                <a:gd name="csX39" fmla="*/ 73314 w 217630"/>
                <a:gd name="csY39" fmla="*/ 138521 h 139598"/>
                <a:gd name="csX40" fmla="*/ 49647 w 217630"/>
                <a:gd name="csY40" fmla="*/ 139599 h 139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7630" h="139598">
                  <a:moveTo>
                    <a:pt x="49647" y="139599"/>
                  </a:moveTo>
                  <a:lnTo>
                    <a:pt x="38243" y="138119"/>
                  </a:lnTo>
                  <a:lnTo>
                    <a:pt x="25979" y="135512"/>
                  </a:lnTo>
                  <a:lnTo>
                    <a:pt x="6366" y="122936"/>
                  </a:lnTo>
                  <a:lnTo>
                    <a:pt x="2312" y="115071"/>
                  </a:lnTo>
                  <a:lnTo>
                    <a:pt x="0" y="107754"/>
                  </a:lnTo>
                  <a:lnTo>
                    <a:pt x="1675" y="92572"/>
                  </a:lnTo>
                  <a:lnTo>
                    <a:pt x="2312" y="91219"/>
                  </a:lnTo>
                  <a:lnTo>
                    <a:pt x="9427" y="77390"/>
                  </a:lnTo>
                  <a:lnTo>
                    <a:pt x="21121" y="62209"/>
                  </a:lnTo>
                  <a:lnTo>
                    <a:pt x="25979" y="57422"/>
                  </a:lnTo>
                  <a:lnTo>
                    <a:pt x="37819" y="47027"/>
                  </a:lnTo>
                  <a:lnTo>
                    <a:pt x="49647" y="38289"/>
                  </a:lnTo>
                  <a:lnTo>
                    <a:pt x="59688" y="31844"/>
                  </a:lnTo>
                  <a:lnTo>
                    <a:pt x="73314" y="24257"/>
                  </a:lnTo>
                  <a:lnTo>
                    <a:pt x="89521" y="16662"/>
                  </a:lnTo>
                  <a:lnTo>
                    <a:pt x="96982" y="13548"/>
                  </a:lnTo>
                  <a:lnTo>
                    <a:pt x="120649" y="6047"/>
                  </a:lnTo>
                  <a:lnTo>
                    <a:pt x="142205" y="1480"/>
                  </a:lnTo>
                  <a:lnTo>
                    <a:pt x="144316" y="1078"/>
                  </a:lnTo>
                  <a:lnTo>
                    <a:pt x="167984" y="0"/>
                  </a:lnTo>
                  <a:lnTo>
                    <a:pt x="179399" y="1480"/>
                  </a:lnTo>
                  <a:lnTo>
                    <a:pt x="191662" y="4087"/>
                  </a:lnTo>
                  <a:lnTo>
                    <a:pt x="211264" y="16662"/>
                  </a:lnTo>
                  <a:lnTo>
                    <a:pt x="215330" y="24527"/>
                  </a:lnTo>
                  <a:lnTo>
                    <a:pt x="217631" y="31844"/>
                  </a:lnTo>
                  <a:lnTo>
                    <a:pt x="215955" y="47027"/>
                  </a:lnTo>
                  <a:lnTo>
                    <a:pt x="215330" y="48379"/>
                  </a:lnTo>
                  <a:lnTo>
                    <a:pt x="208204" y="62209"/>
                  </a:lnTo>
                  <a:lnTo>
                    <a:pt x="196510" y="77390"/>
                  </a:lnTo>
                  <a:lnTo>
                    <a:pt x="191662" y="82176"/>
                  </a:lnTo>
                  <a:lnTo>
                    <a:pt x="179812" y="92572"/>
                  </a:lnTo>
                  <a:lnTo>
                    <a:pt x="167984" y="101310"/>
                  </a:lnTo>
                  <a:lnTo>
                    <a:pt x="157943" y="107754"/>
                  </a:lnTo>
                  <a:lnTo>
                    <a:pt x="144316" y="115340"/>
                  </a:lnTo>
                  <a:lnTo>
                    <a:pt x="128110" y="122936"/>
                  </a:lnTo>
                  <a:lnTo>
                    <a:pt x="120649" y="126050"/>
                  </a:lnTo>
                  <a:lnTo>
                    <a:pt x="96982" y="133552"/>
                  </a:lnTo>
                  <a:lnTo>
                    <a:pt x="75425" y="138119"/>
                  </a:lnTo>
                  <a:lnTo>
                    <a:pt x="73314" y="138521"/>
                  </a:lnTo>
                  <a:lnTo>
                    <a:pt x="49647" y="13959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2094BC49-C848-6E1E-5D60-CE110EBC4170}"/>
              </a:ext>
            </a:extLst>
          </p:cNvPr>
          <p:cNvGrpSpPr/>
          <p:nvPr/>
        </p:nvGrpSpPr>
        <p:grpSpPr>
          <a:xfrm>
            <a:off x="4175126" y="3191865"/>
            <a:ext cx="1310933" cy="840879"/>
            <a:chOff x="4175126" y="3191865"/>
            <a:chExt cx="1310933" cy="840879"/>
          </a:xfrm>
        </p:grpSpPr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4FCF3646-6401-16DB-2681-E5A5F824C774}"/>
                </a:ext>
              </a:extLst>
            </p:cNvPr>
            <p:cNvSpPr/>
            <p:nvPr/>
          </p:nvSpPr>
          <p:spPr>
            <a:xfrm>
              <a:off x="4175126" y="3191865"/>
              <a:ext cx="1310933" cy="840879"/>
            </a:xfrm>
            <a:custGeom>
              <a:avLst/>
              <a:gdLst>
                <a:gd name="csX0" fmla="*/ 214873 w 1310933"/>
                <a:gd name="csY0" fmla="*/ 731674 h 840879"/>
                <a:gd name="csX1" fmla="*/ 217595 w 1310933"/>
                <a:gd name="csY1" fmla="*/ 733265 h 840879"/>
                <a:gd name="csX2" fmla="*/ 241264 w 1310933"/>
                <a:gd name="csY2" fmla="*/ 746232 h 840879"/>
                <a:gd name="csX3" fmla="*/ 242480 w 1310933"/>
                <a:gd name="csY3" fmla="*/ 746858 h 840879"/>
                <a:gd name="csX4" fmla="*/ 264933 w 1310933"/>
                <a:gd name="csY4" fmla="*/ 758138 h 840879"/>
                <a:gd name="csX5" fmla="*/ 273438 w 1310933"/>
                <a:gd name="csY5" fmla="*/ 762036 h 840879"/>
                <a:gd name="csX6" fmla="*/ 288601 w 1310933"/>
                <a:gd name="csY6" fmla="*/ 768939 h 840879"/>
                <a:gd name="csX7" fmla="*/ 308859 w 1310933"/>
                <a:gd name="csY7" fmla="*/ 777215 h 840879"/>
                <a:gd name="csX8" fmla="*/ 312271 w 1310933"/>
                <a:gd name="csY8" fmla="*/ 778623 h 840879"/>
                <a:gd name="csX9" fmla="*/ 335935 w 1310933"/>
                <a:gd name="csY9" fmla="*/ 787614 h 840879"/>
                <a:gd name="csX10" fmla="*/ 350142 w 1310933"/>
                <a:gd name="csY10" fmla="*/ 792405 h 840879"/>
                <a:gd name="csX11" fmla="*/ 359614 w 1310933"/>
                <a:gd name="csY11" fmla="*/ 795667 h 840879"/>
                <a:gd name="csX12" fmla="*/ 383281 w 1310933"/>
                <a:gd name="csY12" fmla="*/ 803005 h 840879"/>
                <a:gd name="csX13" fmla="*/ 400158 w 1310933"/>
                <a:gd name="csY13" fmla="*/ 807584 h 840879"/>
                <a:gd name="csX14" fmla="*/ 406949 w 1310933"/>
                <a:gd name="csY14" fmla="*/ 809505 h 840879"/>
                <a:gd name="csX15" fmla="*/ 430616 w 1310933"/>
                <a:gd name="csY15" fmla="*/ 815503 h 840879"/>
                <a:gd name="csX16" fmla="*/ 454283 w 1310933"/>
                <a:gd name="csY16" fmla="*/ 820618 h 840879"/>
                <a:gd name="csX17" fmla="*/ 465732 w 1310933"/>
                <a:gd name="csY17" fmla="*/ 822763 h 840879"/>
                <a:gd name="csX18" fmla="*/ 477951 w 1310933"/>
                <a:gd name="csY18" fmla="*/ 825209 h 840879"/>
                <a:gd name="csX19" fmla="*/ 501618 w 1310933"/>
                <a:gd name="csY19" fmla="*/ 829275 h 840879"/>
                <a:gd name="csX20" fmla="*/ 525285 w 1310933"/>
                <a:gd name="csY20" fmla="*/ 832636 h 840879"/>
                <a:gd name="csX21" fmla="*/ 548964 w 1310933"/>
                <a:gd name="csY21" fmla="*/ 835350 h 840879"/>
                <a:gd name="csX22" fmla="*/ 572631 w 1310933"/>
                <a:gd name="csY22" fmla="*/ 837473 h 840879"/>
                <a:gd name="csX23" fmla="*/ 579791 w 1310933"/>
                <a:gd name="csY23" fmla="*/ 837953 h 840879"/>
                <a:gd name="csX24" fmla="*/ 596299 w 1310933"/>
                <a:gd name="csY24" fmla="*/ 839159 h 840879"/>
                <a:gd name="csX25" fmla="*/ 619966 w 1310933"/>
                <a:gd name="csY25" fmla="*/ 840310 h 840879"/>
                <a:gd name="csX26" fmla="*/ 643634 w 1310933"/>
                <a:gd name="csY26" fmla="*/ 840879 h 840879"/>
                <a:gd name="csX27" fmla="*/ 667301 w 1310933"/>
                <a:gd name="csY27" fmla="*/ 840879 h 840879"/>
                <a:gd name="csX28" fmla="*/ 690968 w 1310933"/>
                <a:gd name="csY28" fmla="*/ 840310 h 840879"/>
                <a:gd name="csX29" fmla="*/ 714636 w 1310933"/>
                <a:gd name="csY29" fmla="*/ 839159 h 840879"/>
                <a:gd name="csX30" fmla="*/ 731144 w 1310933"/>
                <a:gd name="csY30" fmla="*/ 837953 h 840879"/>
                <a:gd name="csX31" fmla="*/ 738314 w 1310933"/>
                <a:gd name="csY31" fmla="*/ 837473 h 840879"/>
                <a:gd name="csX32" fmla="*/ 761982 w 1310933"/>
                <a:gd name="csY32" fmla="*/ 835350 h 840879"/>
                <a:gd name="csX33" fmla="*/ 785649 w 1310933"/>
                <a:gd name="csY33" fmla="*/ 832636 h 840879"/>
                <a:gd name="csX34" fmla="*/ 809317 w 1310933"/>
                <a:gd name="csY34" fmla="*/ 829275 h 840879"/>
                <a:gd name="csX35" fmla="*/ 832984 w 1310933"/>
                <a:gd name="csY35" fmla="*/ 825209 h 840879"/>
                <a:gd name="csX36" fmla="*/ 845203 w 1310933"/>
                <a:gd name="csY36" fmla="*/ 822763 h 840879"/>
                <a:gd name="csX37" fmla="*/ 856651 w 1310933"/>
                <a:gd name="csY37" fmla="*/ 820618 h 840879"/>
                <a:gd name="csX38" fmla="*/ 880319 w 1310933"/>
                <a:gd name="csY38" fmla="*/ 815503 h 840879"/>
                <a:gd name="csX39" fmla="*/ 903997 w 1310933"/>
                <a:gd name="csY39" fmla="*/ 809505 h 840879"/>
                <a:gd name="csX40" fmla="*/ 910777 w 1310933"/>
                <a:gd name="csY40" fmla="*/ 807584 h 840879"/>
                <a:gd name="csX41" fmla="*/ 927665 w 1310933"/>
                <a:gd name="csY41" fmla="*/ 803005 h 840879"/>
                <a:gd name="csX42" fmla="*/ 951332 w 1310933"/>
                <a:gd name="csY42" fmla="*/ 795667 h 840879"/>
                <a:gd name="csX43" fmla="*/ 960792 w 1310933"/>
                <a:gd name="csY43" fmla="*/ 792405 h 840879"/>
                <a:gd name="csX44" fmla="*/ 974999 w 1310933"/>
                <a:gd name="csY44" fmla="*/ 787614 h 840879"/>
                <a:gd name="csX45" fmla="*/ 998667 w 1310933"/>
                <a:gd name="csY45" fmla="*/ 778623 h 840879"/>
                <a:gd name="csX46" fmla="*/ 1002073 w 1310933"/>
                <a:gd name="csY46" fmla="*/ 777215 h 840879"/>
                <a:gd name="csX47" fmla="*/ 1022334 w 1310933"/>
                <a:gd name="csY47" fmla="*/ 768939 h 840879"/>
                <a:gd name="csX48" fmla="*/ 1037502 w 1310933"/>
                <a:gd name="csY48" fmla="*/ 762036 h 840879"/>
                <a:gd name="csX49" fmla="*/ 1046002 w 1310933"/>
                <a:gd name="csY49" fmla="*/ 758138 h 840879"/>
                <a:gd name="csX50" fmla="*/ 1068463 w 1310933"/>
                <a:gd name="csY50" fmla="*/ 746858 h 840879"/>
                <a:gd name="csX51" fmla="*/ 1069669 w 1310933"/>
                <a:gd name="csY51" fmla="*/ 746232 h 840879"/>
                <a:gd name="csX52" fmla="*/ 1093348 w 1310933"/>
                <a:gd name="csY52" fmla="*/ 733265 h 840879"/>
                <a:gd name="csX53" fmla="*/ 1096062 w 1310933"/>
                <a:gd name="csY53" fmla="*/ 731674 h 840879"/>
                <a:gd name="csX54" fmla="*/ 1117015 w 1310933"/>
                <a:gd name="csY54" fmla="*/ 718946 h 840879"/>
                <a:gd name="csX55" fmla="*/ 1120835 w 1310933"/>
                <a:gd name="csY55" fmla="*/ 716492 h 840879"/>
                <a:gd name="csX56" fmla="*/ 1140682 w 1310933"/>
                <a:gd name="csY56" fmla="*/ 703057 h 840879"/>
                <a:gd name="csX57" fmla="*/ 1143162 w 1310933"/>
                <a:gd name="csY57" fmla="*/ 701310 h 840879"/>
                <a:gd name="csX58" fmla="*/ 1163378 w 1310933"/>
                <a:gd name="csY58" fmla="*/ 686128 h 840879"/>
                <a:gd name="csX59" fmla="*/ 1164350 w 1310933"/>
                <a:gd name="csY59" fmla="*/ 685348 h 840879"/>
                <a:gd name="csX60" fmla="*/ 1181941 w 1310933"/>
                <a:gd name="csY60" fmla="*/ 670946 h 840879"/>
                <a:gd name="csX61" fmla="*/ 1188017 w 1310933"/>
                <a:gd name="csY61" fmla="*/ 665490 h 840879"/>
                <a:gd name="csX62" fmla="*/ 1198773 w 1310933"/>
                <a:gd name="csY62" fmla="*/ 655764 h 840879"/>
                <a:gd name="csX63" fmla="*/ 1211685 w 1310933"/>
                <a:gd name="csY63" fmla="*/ 642770 h 840879"/>
                <a:gd name="csX64" fmla="*/ 1213874 w 1310933"/>
                <a:gd name="csY64" fmla="*/ 640582 h 840879"/>
                <a:gd name="csX65" fmla="*/ 1227891 w 1310933"/>
                <a:gd name="csY65" fmla="*/ 625400 h 840879"/>
                <a:gd name="csX66" fmla="*/ 1235352 w 1310933"/>
                <a:gd name="csY66" fmla="*/ 616288 h 840879"/>
                <a:gd name="csX67" fmla="*/ 1240445 w 1310933"/>
                <a:gd name="csY67" fmla="*/ 610218 h 840879"/>
                <a:gd name="csX68" fmla="*/ 1251882 w 1310933"/>
                <a:gd name="csY68" fmla="*/ 595035 h 840879"/>
                <a:gd name="csX69" fmla="*/ 1259019 w 1310933"/>
                <a:gd name="csY69" fmla="*/ 584207 h 840879"/>
                <a:gd name="csX70" fmla="*/ 1262013 w 1310933"/>
                <a:gd name="csY70" fmla="*/ 579853 h 840879"/>
                <a:gd name="csX71" fmla="*/ 1271361 w 1310933"/>
                <a:gd name="csY71" fmla="*/ 564671 h 840879"/>
                <a:gd name="csX72" fmla="*/ 1279347 w 1310933"/>
                <a:gd name="csY72" fmla="*/ 549490 h 840879"/>
                <a:gd name="csX73" fmla="*/ 1282698 w 1310933"/>
                <a:gd name="csY73" fmla="*/ 542147 h 840879"/>
                <a:gd name="csX74" fmla="*/ 1286507 w 1310933"/>
                <a:gd name="csY74" fmla="*/ 534308 h 840879"/>
                <a:gd name="csX75" fmla="*/ 1292839 w 1310933"/>
                <a:gd name="csY75" fmla="*/ 519126 h 840879"/>
                <a:gd name="csX76" fmla="*/ 1298078 w 1310933"/>
                <a:gd name="csY76" fmla="*/ 503943 h 840879"/>
                <a:gd name="csX77" fmla="*/ 1302311 w 1310933"/>
                <a:gd name="csY77" fmla="*/ 488761 h 840879"/>
                <a:gd name="csX78" fmla="*/ 1305617 w 1310933"/>
                <a:gd name="csY78" fmla="*/ 473579 h 840879"/>
                <a:gd name="csX79" fmla="*/ 1306365 w 1310933"/>
                <a:gd name="csY79" fmla="*/ 468985 h 840879"/>
                <a:gd name="csX80" fmla="*/ 1308253 w 1310933"/>
                <a:gd name="csY80" fmla="*/ 458397 h 840879"/>
                <a:gd name="csX81" fmla="*/ 1310051 w 1310933"/>
                <a:gd name="csY81" fmla="*/ 443215 h 840879"/>
                <a:gd name="csX82" fmla="*/ 1310934 w 1310933"/>
                <a:gd name="csY82" fmla="*/ 428032 h 840879"/>
                <a:gd name="csX83" fmla="*/ 1310934 w 1310933"/>
                <a:gd name="csY83" fmla="*/ 412851 h 840879"/>
                <a:gd name="csX84" fmla="*/ 1310051 w 1310933"/>
                <a:gd name="csY84" fmla="*/ 397669 h 840879"/>
                <a:gd name="csX85" fmla="*/ 1308253 w 1310933"/>
                <a:gd name="csY85" fmla="*/ 382487 h 840879"/>
                <a:gd name="csX86" fmla="*/ 1306365 w 1310933"/>
                <a:gd name="csY86" fmla="*/ 371899 h 840879"/>
                <a:gd name="csX87" fmla="*/ 1305617 w 1310933"/>
                <a:gd name="csY87" fmla="*/ 367305 h 840879"/>
                <a:gd name="csX88" fmla="*/ 1302311 w 1310933"/>
                <a:gd name="csY88" fmla="*/ 352123 h 840879"/>
                <a:gd name="csX89" fmla="*/ 1298078 w 1310933"/>
                <a:gd name="csY89" fmla="*/ 336940 h 840879"/>
                <a:gd name="csX90" fmla="*/ 1292839 w 1310933"/>
                <a:gd name="csY90" fmla="*/ 321758 h 840879"/>
                <a:gd name="csX91" fmla="*/ 1286507 w 1310933"/>
                <a:gd name="csY91" fmla="*/ 306576 h 840879"/>
                <a:gd name="csX92" fmla="*/ 1282698 w 1310933"/>
                <a:gd name="csY92" fmla="*/ 298736 h 840879"/>
                <a:gd name="csX93" fmla="*/ 1279347 w 1310933"/>
                <a:gd name="csY93" fmla="*/ 291394 h 840879"/>
                <a:gd name="csX94" fmla="*/ 1271361 w 1310933"/>
                <a:gd name="csY94" fmla="*/ 276213 h 840879"/>
                <a:gd name="csX95" fmla="*/ 1262013 w 1310933"/>
                <a:gd name="csY95" fmla="*/ 261030 h 840879"/>
                <a:gd name="csX96" fmla="*/ 1259019 w 1310933"/>
                <a:gd name="csY96" fmla="*/ 256676 h 840879"/>
                <a:gd name="csX97" fmla="*/ 1251882 w 1310933"/>
                <a:gd name="csY97" fmla="*/ 245848 h 840879"/>
                <a:gd name="csX98" fmla="*/ 1240445 w 1310933"/>
                <a:gd name="csY98" fmla="*/ 230666 h 840879"/>
                <a:gd name="csX99" fmla="*/ 1235352 w 1310933"/>
                <a:gd name="csY99" fmla="*/ 224596 h 840879"/>
                <a:gd name="csX100" fmla="*/ 1227891 w 1310933"/>
                <a:gd name="csY100" fmla="*/ 215484 h 840879"/>
                <a:gd name="csX101" fmla="*/ 1213874 w 1310933"/>
                <a:gd name="csY101" fmla="*/ 200302 h 840879"/>
                <a:gd name="csX102" fmla="*/ 1211685 w 1310933"/>
                <a:gd name="csY102" fmla="*/ 198114 h 840879"/>
                <a:gd name="csX103" fmla="*/ 1198773 w 1310933"/>
                <a:gd name="csY103" fmla="*/ 185119 h 840879"/>
                <a:gd name="csX104" fmla="*/ 1188017 w 1310933"/>
                <a:gd name="csY104" fmla="*/ 175393 h 840879"/>
                <a:gd name="csX105" fmla="*/ 1181941 w 1310933"/>
                <a:gd name="csY105" fmla="*/ 169937 h 840879"/>
                <a:gd name="csX106" fmla="*/ 1164350 w 1310933"/>
                <a:gd name="csY106" fmla="*/ 155536 h 840879"/>
                <a:gd name="csX107" fmla="*/ 1163378 w 1310933"/>
                <a:gd name="csY107" fmla="*/ 154755 h 840879"/>
                <a:gd name="csX108" fmla="*/ 1143162 w 1310933"/>
                <a:gd name="csY108" fmla="*/ 139574 h 840879"/>
                <a:gd name="csX109" fmla="*/ 1140682 w 1310933"/>
                <a:gd name="csY109" fmla="*/ 137827 h 840879"/>
                <a:gd name="csX110" fmla="*/ 1120835 w 1310933"/>
                <a:gd name="csY110" fmla="*/ 124392 h 840879"/>
                <a:gd name="csX111" fmla="*/ 1117015 w 1310933"/>
                <a:gd name="csY111" fmla="*/ 121938 h 840879"/>
                <a:gd name="csX112" fmla="*/ 1096062 w 1310933"/>
                <a:gd name="csY112" fmla="*/ 109210 h 840879"/>
                <a:gd name="csX113" fmla="*/ 1093348 w 1310933"/>
                <a:gd name="csY113" fmla="*/ 107620 h 840879"/>
                <a:gd name="csX114" fmla="*/ 1069669 w 1310933"/>
                <a:gd name="csY114" fmla="*/ 94652 h 840879"/>
                <a:gd name="csX115" fmla="*/ 1068463 w 1310933"/>
                <a:gd name="csY115" fmla="*/ 94027 h 840879"/>
                <a:gd name="csX116" fmla="*/ 1046002 w 1310933"/>
                <a:gd name="csY116" fmla="*/ 82747 h 840879"/>
                <a:gd name="csX117" fmla="*/ 1037502 w 1310933"/>
                <a:gd name="csY117" fmla="*/ 78845 h 840879"/>
                <a:gd name="csX118" fmla="*/ 1022334 w 1310933"/>
                <a:gd name="csY118" fmla="*/ 71949 h 840879"/>
                <a:gd name="csX119" fmla="*/ 1002073 w 1310933"/>
                <a:gd name="csY119" fmla="*/ 63663 h 840879"/>
                <a:gd name="csX120" fmla="*/ 998667 w 1310933"/>
                <a:gd name="csY120" fmla="*/ 62261 h 840879"/>
                <a:gd name="csX121" fmla="*/ 974999 w 1310933"/>
                <a:gd name="csY121" fmla="*/ 53267 h 840879"/>
                <a:gd name="csX122" fmla="*/ 960792 w 1310933"/>
                <a:gd name="csY122" fmla="*/ 48481 h 840879"/>
                <a:gd name="csX123" fmla="*/ 951332 w 1310933"/>
                <a:gd name="csY123" fmla="*/ 45220 h 840879"/>
                <a:gd name="csX124" fmla="*/ 927665 w 1310933"/>
                <a:gd name="csY124" fmla="*/ 37880 h 840879"/>
                <a:gd name="csX125" fmla="*/ 910777 w 1310933"/>
                <a:gd name="csY125" fmla="*/ 33299 h 840879"/>
                <a:gd name="csX126" fmla="*/ 903997 w 1310933"/>
                <a:gd name="csY126" fmla="*/ 31381 h 840879"/>
                <a:gd name="csX127" fmla="*/ 880319 w 1310933"/>
                <a:gd name="csY127" fmla="*/ 25385 h 840879"/>
                <a:gd name="csX128" fmla="*/ 856651 w 1310933"/>
                <a:gd name="csY128" fmla="*/ 20265 h 840879"/>
                <a:gd name="csX129" fmla="*/ 845203 w 1310933"/>
                <a:gd name="csY129" fmla="*/ 18116 h 840879"/>
                <a:gd name="csX130" fmla="*/ 832984 w 1310933"/>
                <a:gd name="csY130" fmla="*/ 15671 h 840879"/>
                <a:gd name="csX131" fmla="*/ 809317 w 1310933"/>
                <a:gd name="csY131" fmla="*/ 11608 h 840879"/>
                <a:gd name="csX132" fmla="*/ 785649 w 1310933"/>
                <a:gd name="csY132" fmla="*/ 8248 h 840879"/>
                <a:gd name="csX133" fmla="*/ 761982 w 1310933"/>
                <a:gd name="csY133" fmla="*/ 5532 h 840879"/>
                <a:gd name="csX134" fmla="*/ 738314 w 1310933"/>
                <a:gd name="csY134" fmla="*/ 3412 h 840879"/>
                <a:gd name="csX135" fmla="*/ 731144 w 1310933"/>
                <a:gd name="csY135" fmla="*/ 2935 h 840879"/>
                <a:gd name="csX136" fmla="*/ 714636 w 1310933"/>
                <a:gd name="csY136" fmla="*/ 1721 h 840879"/>
                <a:gd name="csX137" fmla="*/ 690968 w 1310933"/>
                <a:gd name="csY137" fmla="*/ 570 h 840879"/>
                <a:gd name="csX138" fmla="*/ 667301 w 1310933"/>
                <a:gd name="csY138" fmla="*/ 0 h 840879"/>
                <a:gd name="csX139" fmla="*/ 643634 w 1310933"/>
                <a:gd name="csY139" fmla="*/ 0 h 840879"/>
                <a:gd name="csX140" fmla="*/ 619966 w 1310933"/>
                <a:gd name="csY140" fmla="*/ 570 h 840879"/>
                <a:gd name="csX141" fmla="*/ 596299 w 1310933"/>
                <a:gd name="csY141" fmla="*/ 1721 h 840879"/>
                <a:gd name="csX142" fmla="*/ 579791 w 1310933"/>
                <a:gd name="csY142" fmla="*/ 2935 h 840879"/>
                <a:gd name="csX143" fmla="*/ 572631 w 1310933"/>
                <a:gd name="csY143" fmla="*/ 3412 h 840879"/>
                <a:gd name="csX144" fmla="*/ 548964 w 1310933"/>
                <a:gd name="csY144" fmla="*/ 5532 h 840879"/>
                <a:gd name="csX145" fmla="*/ 525285 w 1310933"/>
                <a:gd name="csY145" fmla="*/ 8248 h 840879"/>
                <a:gd name="csX146" fmla="*/ 501618 w 1310933"/>
                <a:gd name="csY146" fmla="*/ 11608 h 840879"/>
                <a:gd name="csX147" fmla="*/ 477951 w 1310933"/>
                <a:gd name="csY147" fmla="*/ 15671 h 840879"/>
                <a:gd name="csX148" fmla="*/ 465732 w 1310933"/>
                <a:gd name="csY148" fmla="*/ 18116 h 840879"/>
                <a:gd name="csX149" fmla="*/ 454283 w 1310933"/>
                <a:gd name="csY149" fmla="*/ 20265 h 840879"/>
                <a:gd name="csX150" fmla="*/ 430616 w 1310933"/>
                <a:gd name="csY150" fmla="*/ 25385 h 840879"/>
                <a:gd name="csX151" fmla="*/ 406949 w 1310933"/>
                <a:gd name="csY151" fmla="*/ 31381 h 840879"/>
                <a:gd name="csX152" fmla="*/ 400158 w 1310933"/>
                <a:gd name="csY152" fmla="*/ 33299 h 840879"/>
                <a:gd name="csX153" fmla="*/ 383281 w 1310933"/>
                <a:gd name="csY153" fmla="*/ 37880 h 840879"/>
                <a:gd name="csX154" fmla="*/ 359614 w 1310933"/>
                <a:gd name="csY154" fmla="*/ 45220 h 840879"/>
                <a:gd name="csX155" fmla="*/ 350142 w 1310933"/>
                <a:gd name="csY155" fmla="*/ 48481 h 840879"/>
                <a:gd name="csX156" fmla="*/ 335935 w 1310933"/>
                <a:gd name="csY156" fmla="*/ 53267 h 840879"/>
                <a:gd name="csX157" fmla="*/ 312271 w 1310933"/>
                <a:gd name="csY157" fmla="*/ 62261 h 840879"/>
                <a:gd name="csX158" fmla="*/ 308859 w 1310933"/>
                <a:gd name="csY158" fmla="*/ 63663 h 840879"/>
                <a:gd name="csX159" fmla="*/ 288601 w 1310933"/>
                <a:gd name="csY159" fmla="*/ 71949 h 840879"/>
                <a:gd name="csX160" fmla="*/ 273438 w 1310933"/>
                <a:gd name="csY160" fmla="*/ 78845 h 840879"/>
                <a:gd name="csX161" fmla="*/ 264933 w 1310933"/>
                <a:gd name="csY161" fmla="*/ 82747 h 840879"/>
                <a:gd name="csX162" fmla="*/ 242480 w 1310933"/>
                <a:gd name="csY162" fmla="*/ 94027 h 840879"/>
                <a:gd name="csX163" fmla="*/ 241264 w 1310933"/>
                <a:gd name="csY163" fmla="*/ 94652 h 840879"/>
                <a:gd name="csX164" fmla="*/ 217595 w 1310933"/>
                <a:gd name="csY164" fmla="*/ 107620 h 840879"/>
                <a:gd name="csX165" fmla="*/ 214873 w 1310933"/>
                <a:gd name="csY165" fmla="*/ 109210 h 840879"/>
                <a:gd name="csX166" fmla="*/ 193926 w 1310933"/>
                <a:gd name="csY166" fmla="*/ 121938 h 840879"/>
                <a:gd name="csX167" fmla="*/ 190101 w 1310933"/>
                <a:gd name="csY167" fmla="*/ 124392 h 840879"/>
                <a:gd name="csX168" fmla="*/ 170258 w 1310933"/>
                <a:gd name="csY168" fmla="*/ 137827 h 840879"/>
                <a:gd name="csX169" fmla="*/ 167780 w 1310933"/>
                <a:gd name="csY169" fmla="*/ 139574 h 840879"/>
                <a:gd name="csX170" fmla="*/ 147562 w 1310933"/>
                <a:gd name="csY170" fmla="*/ 154755 h 840879"/>
                <a:gd name="csX171" fmla="*/ 146588 w 1310933"/>
                <a:gd name="csY171" fmla="*/ 155536 h 840879"/>
                <a:gd name="csX172" fmla="*/ 129002 w 1310933"/>
                <a:gd name="csY172" fmla="*/ 169937 h 840879"/>
                <a:gd name="csX173" fmla="*/ 122920 w 1310933"/>
                <a:gd name="csY173" fmla="*/ 175393 h 840879"/>
                <a:gd name="csX174" fmla="*/ 112169 w 1310933"/>
                <a:gd name="csY174" fmla="*/ 185119 h 840879"/>
                <a:gd name="csX175" fmla="*/ 99251 w 1310933"/>
                <a:gd name="csY175" fmla="*/ 198114 h 840879"/>
                <a:gd name="csX176" fmla="*/ 97066 w 1310933"/>
                <a:gd name="csY176" fmla="*/ 200302 h 840879"/>
                <a:gd name="csX177" fmla="*/ 83042 w 1310933"/>
                <a:gd name="csY177" fmla="*/ 215484 h 840879"/>
                <a:gd name="csX178" fmla="*/ 75582 w 1310933"/>
                <a:gd name="csY178" fmla="*/ 224596 h 840879"/>
                <a:gd name="csX179" fmla="*/ 70498 w 1310933"/>
                <a:gd name="csY179" fmla="*/ 230666 h 840879"/>
                <a:gd name="csX180" fmla="*/ 59056 w 1310933"/>
                <a:gd name="csY180" fmla="*/ 245848 h 840879"/>
                <a:gd name="csX181" fmla="*/ 51913 w 1310933"/>
                <a:gd name="csY181" fmla="*/ 256676 h 840879"/>
                <a:gd name="csX182" fmla="*/ 48922 w 1310933"/>
                <a:gd name="csY182" fmla="*/ 261030 h 840879"/>
                <a:gd name="csX183" fmla="*/ 39576 w 1310933"/>
                <a:gd name="csY183" fmla="*/ 276213 h 840879"/>
                <a:gd name="csX184" fmla="*/ 31593 w 1310933"/>
                <a:gd name="csY184" fmla="*/ 291394 h 840879"/>
                <a:gd name="csX185" fmla="*/ 28244 w 1310933"/>
                <a:gd name="csY185" fmla="*/ 298736 h 840879"/>
                <a:gd name="csX186" fmla="*/ 24431 w 1310933"/>
                <a:gd name="csY186" fmla="*/ 306576 h 840879"/>
                <a:gd name="csX187" fmla="*/ 18097 w 1310933"/>
                <a:gd name="csY187" fmla="*/ 321758 h 840879"/>
                <a:gd name="csX188" fmla="*/ 12859 w 1310933"/>
                <a:gd name="csY188" fmla="*/ 336940 h 840879"/>
                <a:gd name="csX189" fmla="*/ 8625 w 1310933"/>
                <a:gd name="csY189" fmla="*/ 352123 h 840879"/>
                <a:gd name="csX190" fmla="*/ 5320 w 1310933"/>
                <a:gd name="csY190" fmla="*/ 367305 h 840879"/>
                <a:gd name="csX191" fmla="*/ 4576 w 1310933"/>
                <a:gd name="csY191" fmla="*/ 371899 h 840879"/>
                <a:gd name="csX192" fmla="*/ 2683 w 1310933"/>
                <a:gd name="csY192" fmla="*/ 382487 h 840879"/>
                <a:gd name="csX193" fmla="*/ 889 w 1310933"/>
                <a:gd name="csY193" fmla="*/ 397669 h 840879"/>
                <a:gd name="csX194" fmla="*/ 0 w 1310933"/>
                <a:gd name="csY194" fmla="*/ 412851 h 840879"/>
                <a:gd name="csX195" fmla="*/ 0 w 1310933"/>
                <a:gd name="csY195" fmla="*/ 428032 h 840879"/>
                <a:gd name="csX196" fmla="*/ 889 w 1310933"/>
                <a:gd name="csY196" fmla="*/ 443215 h 840879"/>
                <a:gd name="csX197" fmla="*/ 2683 w 1310933"/>
                <a:gd name="csY197" fmla="*/ 458397 h 840879"/>
                <a:gd name="csX198" fmla="*/ 4576 w 1310933"/>
                <a:gd name="csY198" fmla="*/ 468985 h 840879"/>
                <a:gd name="csX199" fmla="*/ 5320 w 1310933"/>
                <a:gd name="csY199" fmla="*/ 473579 h 840879"/>
                <a:gd name="csX200" fmla="*/ 8625 w 1310933"/>
                <a:gd name="csY200" fmla="*/ 488761 h 840879"/>
                <a:gd name="csX201" fmla="*/ 12859 w 1310933"/>
                <a:gd name="csY201" fmla="*/ 503943 h 840879"/>
                <a:gd name="csX202" fmla="*/ 18097 w 1310933"/>
                <a:gd name="csY202" fmla="*/ 519126 h 840879"/>
                <a:gd name="csX203" fmla="*/ 24431 w 1310933"/>
                <a:gd name="csY203" fmla="*/ 534308 h 840879"/>
                <a:gd name="csX204" fmla="*/ 28244 w 1310933"/>
                <a:gd name="csY204" fmla="*/ 542147 h 840879"/>
                <a:gd name="csX205" fmla="*/ 31593 w 1310933"/>
                <a:gd name="csY205" fmla="*/ 549490 h 840879"/>
                <a:gd name="csX206" fmla="*/ 39576 w 1310933"/>
                <a:gd name="csY206" fmla="*/ 564671 h 840879"/>
                <a:gd name="csX207" fmla="*/ 48922 w 1310933"/>
                <a:gd name="csY207" fmla="*/ 579853 h 840879"/>
                <a:gd name="csX208" fmla="*/ 51913 w 1310933"/>
                <a:gd name="csY208" fmla="*/ 584207 h 840879"/>
                <a:gd name="csX209" fmla="*/ 59056 w 1310933"/>
                <a:gd name="csY209" fmla="*/ 595035 h 840879"/>
                <a:gd name="csX210" fmla="*/ 70498 w 1310933"/>
                <a:gd name="csY210" fmla="*/ 610218 h 840879"/>
                <a:gd name="csX211" fmla="*/ 75582 w 1310933"/>
                <a:gd name="csY211" fmla="*/ 616288 h 840879"/>
                <a:gd name="csX212" fmla="*/ 83042 w 1310933"/>
                <a:gd name="csY212" fmla="*/ 625400 h 840879"/>
                <a:gd name="csX213" fmla="*/ 97066 w 1310933"/>
                <a:gd name="csY213" fmla="*/ 640582 h 840879"/>
                <a:gd name="csX214" fmla="*/ 99251 w 1310933"/>
                <a:gd name="csY214" fmla="*/ 642770 h 840879"/>
                <a:gd name="csX215" fmla="*/ 112169 w 1310933"/>
                <a:gd name="csY215" fmla="*/ 655764 h 840879"/>
                <a:gd name="csX216" fmla="*/ 122920 w 1310933"/>
                <a:gd name="csY216" fmla="*/ 665490 h 840879"/>
                <a:gd name="csX217" fmla="*/ 129002 w 1310933"/>
                <a:gd name="csY217" fmla="*/ 670946 h 840879"/>
                <a:gd name="csX218" fmla="*/ 146588 w 1310933"/>
                <a:gd name="csY218" fmla="*/ 685348 h 840879"/>
                <a:gd name="csX219" fmla="*/ 147562 w 1310933"/>
                <a:gd name="csY219" fmla="*/ 686128 h 840879"/>
                <a:gd name="csX220" fmla="*/ 167780 w 1310933"/>
                <a:gd name="csY220" fmla="*/ 701310 h 840879"/>
                <a:gd name="csX221" fmla="*/ 170258 w 1310933"/>
                <a:gd name="csY221" fmla="*/ 703057 h 840879"/>
                <a:gd name="csX222" fmla="*/ 190101 w 1310933"/>
                <a:gd name="csY222" fmla="*/ 716492 h 840879"/>
                <a:gd name="csX223" fmla="*/ 193926 w 1310933"/>
                <a:gd name="csY223" fmla="*/ 718946 h 840879"/>
                <a:gd name="csX224" fmla="*/ 214873 w 1310933"/>
                <a:gd name="csY224" fmla="*/ 731674 h 8408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</a:cxnLst>
              <a:rect l="l" t="t" r="r" b="b"/>
              <a:pathLst>
                <a:path w="1310933" h="840879">
                  <a:moveTo>
                    <a:pt x="214873" y="731674"/>
                  </a:moveTo>
                  <a:lnTo>
                    <a:pt x="217595" y="733265"/>
                  </a:lnTo>
                  <a:lnTo>
                    <a:pt x="241264" y="746232"/>
                  </a:lnTo>
                  <a:lnTo>
                    <a:pt x="242480" y="746858"/>
                  </a:lnTo>
                  <a:lnTo>
                    <a:pt x="264933" y="758138"/>
                  </a:lnTo>
                  <a:lnTo>
                    <a:pt x="273438" y="762036"/>
                  </a:lnTo>
                  <a:lnTo>
                    <a:pt x="288601" y="768939"/>
                  </a:lnTo>
                  <a:lnTo>
                    <a:pt x="308859" y="777215"/>
                  </a:lnTo>
                  <a:lnTo>
                    <a:pt x="312271" y="778623"/>
                  </a:lnTo>
                  <a:lnTo>
                    <a:pt x="335935" y="787614"/>
                  </a:lnTo>
                  <a:lnTo>
                    <a:pt x="350142" y="792405"/>
                  </a:lnTo>
                  <a:lnTo>
                    <a:pt x="359614" y="795667"/>
                  </a:lnTo>
                  <a:lnTo>
                    <a:pt x="383281" y="803005"/>
                  </a:lnTo>
                  <a:lnTo>
                    <a:pt x="400158" y="807584"/>
                  </a:lnTo>
                  <a:lnTo>
                    <a:pt x="406949" y="809505"/>
                  </a:lnTo>
                  <a:lnTo>
                    <a:pt x="430616" y="815503"/>
                  </a:lnTo>
                  <a:lnTo>
                    <a:pt x="454283" y="820618"/>
                  </a:lnTo>
                  <a:lnTo>
                    <a:pt x="465732" y="822763"/>
                  </a:lnTo>
                  <a:lnTo>
                    <a:pt x="477951" y="825209"/>
                  </a:lnTo>
                  <a:lnTo>
                    <a:pt x="501618" y="829275"/>
                  </a:lnTo>
                  <a:lnTo>
                    <a:pt x="525285" y="832636"/>
                  </a:lnTo>
                  <a:lnTo>
                    <a:pt x="548964" y="835350"/>
                  </a:lnTo>
                  <a:lnTo>
                    <a:pt x="572631" y="837473"/>
                  </a:lnTo>
                  <a:lnTo>
                    <a:pt x="579791" y="837953"/>
                  </a:lnTo>
                  <a:lnTo>
                    <a:pt x="596299" y="839159"/>
                  </a:lnTo>
                  <a:lnTo>
                    <a:pt x="619966" y="840310"/>
                  </a:lnTo>
                  <a:lnTo>
                    <a:pt x="643634" y="840879"/>
                  </a:lnTo>
                  <a:lnTo>
                    <a:pt x="667301" y="840879"/>
                  </a:lnTo>
                  <a:lnTo>
                    <a:pt x="690968" y="840310"/>
                  </a:lnTo>
                  <a:lnTo>
                    <a:pt x="714636" y="839159"/>
                  </a:lnTo>
                  <a:lnTo>
                    <a:pt x="731144" y="837953"/>
                  </a:lnTo>
                  <a:lnTo>
                    <a:pt x="738314" y="837473"/>
                  </a:lnTo>
                  <a:lnTo>
                    <a:pt x="761982" y="835350"/>
                  </a:lnTo>
                  <a:lnTo>
                    <a:pt x="785649" y="832636"/>
                  </a:lnTo>
                  <a:lnTo>
                    <a:pt x="809317" y="829275"/>
                  </a:lnTo>
                  <a:lnTo>
                    <a:pt x="832984" y="825209"/>
                  </a:lnTo>
                  <a:lnTo>
                    <a:pt x="845203" y="822763"/>
                  </a:lnTo>
                  <a:lnTo>
                    <a:pt x="856651" y="820618"/>
                  </a:lnTo>
                  <a:lnTo>
                    <a:pt x="880319" y="815503"/>
                  </a:lnTo>
                  <a:lnTo>
                    <a:pt x="903997" y="809505"/>
                  </a:lnTo>
                  <a:lnTo>
                    <a:pt x="910777" y="807584"/>
                  </a:lnTo>
                  <a:lnTo>
                    <a:pt x="927665" y="803005"/>
                  </a:lnTo>
                  <a:lnTo>
                    <a:pt x="951332" y="795667"/>
                  </a:lnTo>
                  <a:lnTo>
                    <a:pt x="960792" y="792405"/>
                  </a:lnTo>
                  <a:lnTo>
                    <a:pt x="974999" y="787614"/>
                  </a:lnTo>
                  <a:lnTo>
                    <a:pt x="998667" y="778623"/>
                  </a:lnTo>
                  <a:lnTo>
                    <a:pt x="1002073" y="777215"/>
                  </a:lnTo>
                  <a:lnTo>
                    <a:pt x="1022334" y="768939"/>
                  </a:lnTo>
                  <a:lnTo>
                    <a:pt x="1037502" y="762036"/>
                  </a:lnTo>
                  <a:lnTo>
                    <a:pt x="1046002" y="758138"/>
                  </a:lnTo>
                  <a:lnTo>
                    <a:pt x="1068463" y="746858"/>
                  </a:lnTo>
                  <a:lnTo>
                    <a:pt x="1069669" y="746232"/>
                  </a:lnTo>
                  <a:lnTo>
                    <a:pt x="1093348" y="733265"/>
                  </a:lnTo>
                  <a:lnTo>
                    <a:pt x="1096062" y="731674"/>
                  </a:lnTo>
                  <a:lnTo>
                    <a:pt x="1117015" y="718946"/>
                  </a:lnTo>
                  <a:lnTo>
                    <a:pt x="1120835" y="716492"/>
                  </a:lnTo>
                  <a:lnTo>
                    <a:pt x="1140682" y="703057"/>
                  </a:lnTo>
                  <a:lnTo>
                    <a:pt x="1143162" y="701310"/>
                  </a:lnTo>
                  <a:lnTo>
                    <a:pt x="1163378" y="686128"/>
                  </a:lnTo>
                  <a:lnTo>
                    <a:pt x="1164350" y="685348"/>
                  </a:lnTo>
                  <a:lnTo>
                    <a:pt x="1181941" y="670946"/>
                  </a:lnTo>
                  <a:lnTo>
                    <a:pt x="1188017" y="665490"/>
                  </a:lnTo>
                  <a:lnTo>
                    <a:pt x="1198773" y="655764"/>
                  </a:lnTo>
                  <a:lnTo>
                    <a:pt x="1211685" y="642770"/>
                  </a:lnTo>
                  <a:lnTo>
                    <a:pt x="1213874" y="640582"/>
                  </a:lnTo>
                  <a:lnTo>
                    <a:pt x="1227891" y="625400"/>
                  </a:lnTo>
                  <a:lnTo>
                    <a:pt x="1235352" y="616288"/>
                  </a:lnTo>
                  <a:lnTo>
                    <a:pt x="1240445" y="610218"/>
                  </a:lnTo>
                  <a:lnTo>
                    <a:pt x="1251882" y="595035"/>
                  </a:lnTo>
                  <a:lnTo>
                    <a:pt x="1259019" y="584207"/>
                  </a:lnTo>
                  <a:lnTo>
                    <a:pt x="1262013" y="579853"/>
                  </a:lnTo>
                  <a:lnTo>
                    <a:pt x="1271361" y="564671"/>
                  </a:lnTo>
                  <a:lnTo>
                    <a:pt x="1279347" y="549490"/>
                  </a:lnTo>
                  <a:lnTo>
                    <a:pt x="1282698" y="542147"/>
                  </a:lnTo>
                  <a:lnTo>
                    <a:pt x="1286507" y="534308"/>
                  </a:lnTo>
                  <a:lnTo>
                    <a:pt x="1292839" y="519126"/>
                  </a:lnTo>
                  <a:lnTo>
                    <a:pt x="1298078" y="503943"/>
                  </a:lnTo>
                  <a:lnTo>
                    <a:pt x="1302311" y="488761"/>
                  </a:lnTo>
                  <a:lnTo>
                    <a:pt x="1305617" y="473579"/>
                  </a:lnTo>
                  <a:lnTo>
                    <a:pt x="1306365" y="468985"/>
                  </a:lnTo>
                  <a:lnTo>
                    <a:pt x="1308253" y="458397"/>
                  </a:lnTo>
                  <a:lnTo>
                    <a:pt x="1310051" y="443215"/>
                  </a:lnTo>
                  <a:lnTo>
                    <a:pt x="1310934" y="428032"/>
                  </a:lnTo>
                  <a:lnTo>
                    <a:pt x="1310934" y="412851"/>
                  </a:lnTo>
                  <a:lnTo>
                    <a:pt x="1310051" y="397669"/>
                  </a:lnTo>
                  <a:lnTo>
                    <a:pt x="1308253" y="382487"/>
                  </a:lnTo>
                  <a:lnTo>
                    <a:pt x="1306365" y="371899"/>
                  </a:lnTo>
                  <a:lnTo>
                    <a:pt x="1305617" y="367305"/>
                  </a:lnTo>
                  <a:lnTo>
                    <a:pt x="1302311" y="352123"/>
                  </a:lnTo>
                  <a:lnTo>
                    <a:pt x="1298078" y="336940"/>
                  </a:lnTo>
                  <a:lnTo>
                    <a:pt x="1292839" y="321758"/>
                  </a:lnTo>
                  <a:lnTo>
                    <a:pt x="1286507" y="306576"/>
                  </a:lnTo>
                  <a:lnTo>
                    <a:pt x="1282698" y="298736"/>
                  </a:lnTo>
                  <a:lnTo>
                    <a:pt x="1279347" y="291394"/>
                  </a:lnTo>
                  <a:lnTo>
                    <a:pt x="1271361" y="276213"/>
                  </a:lnTo>
                  <a:lnTo>
                    <a:pt x="1262013" y="261030"/>
                  </a:lnTo>
                  <a:lnTo>
                    <a:pt x="1259019" y="256676"/>
                  </a:lnTo>
                  <a:lnTo>
                    <a:pt x="1251882" y="245848"/>
                  </a:lnTo>
                  <a:lnTo>
                    <a:pt x="1240445" y="230666"/>
                  </a:lnTo>
                  <a:lnTo>
                    <a:pt x="1235352" y="224596"/>
                  </a:lnTo>
                  <a:lnTo>
                    <a:pt x="1227891" y="215484"/>
                  </a:lnTo>
                  <a:lnTo>
                    <a:pt x="1213874" y="200302"/>
                  </a:lnTo>
                  <a:lnTo>
                    <a:pt x="1211685" y="198114"/>
                  </a:lnTo>
                  <a:lnTo>
                    <a:pt x="1198773" y="185119"/>
                  </a:lnTo>
                  <a:lnTo>
                    <a:pt x="1188017" y="175393"/>
                  </a:lnTo>
                  <a:lnTo>
                    <a:pt x="1181941" y="169937"/>
                  </a:lnTo>
                  <a:lnTo>
                    <a:pt x="1164350" y="155536"/>
                  </a:lnTo>
                  <a:lnTo>
                    <a:pt x="1163378" y="154755"/>
                  </a:lnTo>
                  <a:lnTo>
                    <a:pt x="1143162" y="139574"/>
                  </a:lnTo>
                  <a:lnTo>
                    <a:pt x="1140682" y="137827"/>
                  </a:lnTo>
                  <a:lnTo>
                    <a:pt x="1120835" y="124392"/>
                  </a:lnTo>
                  <a:lnTo>
                    <a:pt x="1117015" y="121938"/>
                  </a:lnTo>
                  <a:lnTo>
                    <a:pt x="1096062" y="109210"/>
                  </a:lnTo>
                  <a:lnTo>
                    <a:pt x="1093348" y="107620"/>
                  </a:lnTo>
                  <a:lnTo>
                    <a:pt x="1069669" y="94652"/>
                  </a:lnTo>
                  <a:lnTo>
                    <a:pt x="1068463" y="94027"/>
                  </a:lnTo>
                  <a:lnTo>
                    <a:pt x="1046002" y="82747"/>
                  </a:lnTo>
                  <a:lnTo>
                    <a:pt x="1037502" y="78845"/>
                  </a:lnTo>
                  <a:lnTo>
                    <a:pt x="1022334" y="71949"/>
                  </a:lnTo>
                  <a:lnTo>
                    <a:pt x="1002073" y="63663"/>
                  </a:lnTo>
                  <a:lnTo>
                    <a:pt x="998667" y="62261"/>
                  </a:lnTo>
                  <a:lnTo>
                    <a:pt x="974999" y="53267"/>
                  </a:lnTo>
                  <a:lnTo>
                    <a:pt x="960792" y="48481"/>
                  </a:lnTo>
                  <a:lnTo>
                    <a:pt x="951332" y="45220"/>
                  </a:lnTo>
                  <a:lnTo>
                    <a:pt x="927665" y="37880"/>
                  </a:lnTo>
                  <a:lnTo>
                    <a:pt x="910777" y="33299"/>
                  </a:lnTo>
                  <a:lnTo>
                    <a:pt x="903997" y="31381"/>
                  </a:lnTo>
                  <a:lnTo>
                    <a:pt x="880319" y="25385"/>
                  </a:lnTo>
                  <a:lnTo>
                    <a:pt x="856651" y="20265"/>
                  </a:lnTo>
                  <a:lnTo>
                    <a:pt x="845203" y="18116"/>
                  </a:lnTo>
                  <a:lnTo>
                    <a:pt x="832984" y="15671"/>
                  </a:lnTo>
                  <a:lnTo>
                    <a:pt x="809317" y="11608"/>
                  </a:lnTo>
                  <a:lnTo>
                    <a:pt x="785649" y="8248"/>
                  </a:lnTo>
                  <a:lnTo>
                    <a:pt x="761982" y="5532"/>
                  </a:lnTo>
                  <a:lnTo>
                    <a:pt x="738314" y="3412"/>
                  </a:lnTo>
                  <a:lnTo>
                    <a:pt x="731144" y="2935"/>
                  </a:lnTo>
                  <a:lnTo>
                    <a:pt x="714636" y="1721"/>
                  </a:lnTo>
                  <a:lnTo>
                    <a:pt x="690968" y="570"/>
                  </a:lnTo>
                  <a:lnTo>
                    <a:pt x="667301" y="0"/>
                  </a:lnTo>
                  <a:lnTo>
                    <a:pt x="643634" y="0"/>
                  </a:lnTo>
                  <a:lnTo>
                    <a:pt x="619966" y="570"/>
                  </a:lnTo>
                  <a:lnTo>
                    <a:pt x="596299" y="1721"/>
                  </a:lnTo>
                  <a:lnTo>
                    <a:pt x="579791" y="2935"/>
                  </a:lnTo>
                  <a:lnTo>
                    <a:pt x="572631" y="3412"/>
                  </a:lnTo>
                  <a:lnTo>
                    <a:pt x="548964" y="5532"/>
                  </a:lnTo>
                  <a:lnTo>
                    <a:pt x="525285" y="8248"/>
                  </a:lnTo>
                  <a:lnTo>
                    <a:pt x="501618" y="11608"/>
                  </a:lnTo>
                  <a:lnTo>
                    <a:pt x="477951" y="15671"/>
                  </a:lnTo>
                  <a:lnTo>
                    <a:pt x="465732" y="18116"/>
                  </a:lnTo>
                  <a:lnTo>
                    <a:pt x="454283" y="20265"/>
                  </a:lnTo>
                  <a:lnTo>
                    <a:pt x="430616" y="25385"/>
                  </a:lnTo>
                  <a:lnTo>
                    <a:pt x="406949" y="31381"/>
                  </a:lnTo>
                  <a:lnTo>
                    <a:pt x="400158" y="33299"/>
                  </a:lnTo>
                  <a:lnTo>
                    <a:pt x="383281" y="37880"/>
                  </a:lnTo>
                  <a:lnTo>
                    <a:pt x="359614" y="45220"/>
                  </a:lnTo>
                  <a:lnTo>
                    <a:pt x="350142" y="48481"/>
                  </a:lnTo>
                  <a:lnTo>
                    <a:pt x="335935" y="53267"/>
                  </a:lnTo>
                  <a:lnTo>
                    <a:pt x="312271" y="62261"/>
                  </a:lnTo>
                  <a:lnTo>
                    <a:pt x="308859" y="63663"/>
                  </a:lnTo>
                  <a:lnTo>
                    <a:pt x="288601" y="71949"/>
                  </a:lnTo>
                  <a:lnTo>
                    <a:pt x="273438" y="78845"/>
                  </a:lnTo>
                  <a:lnTo>
                    <a:pt x="264933" y="82747"/>
                  </a:lnTo>
                  <a:lnTo>
                    <a:pt x="242480" y="94027"/>
                  </a:lnTo>
                  <a:lnTo>
                    <a:pt x="241264" y="94652"/>
                  </a:lnTo>
                  <a:lnTo>
                    <a:pt x="217595" y="107620"/>
                  </a:lnTo>
                  <a:lnTo>
                    <a:pt x="214873" y="109210"/>
                  </a:lnTo>
                  <a:lnTo>
                    <a:pt x="193926" y="121938"/>
                  </a:lnTo>
                  <a:lnTo>
                    <a:pt x="190101" y="124392"/>
                  </a:lnTo>
                  <a:lnTo>
                    <a:pt x="170258" y="137827"/>
                  </a:lnTo>
                  <a:lnTo>
                    <a:pt x="167780" y="139574"/>
                  </a:lnTo>
                  <a:lnTo>
                    <a:pt x="147562" y="154755"/>
                  </a:lnTo>
                  <a:lnTo>
                    <a:pt x="146588" y="155536"/>
                  </a:lnTo>
                  <a:lnTo>
                    <a:pt x="129002" y="169937"/>
                  </a:lnTo>
                  <a:lnTo>
                    <a:pt x="122920" y="175393"/>
                  </a:lnTo>
                  <a:lnTo>
                    <a:pt x="112169" y="185119"/>
                  </a:lnTo>
                  <a:lnTo>
                    <a:pt x="99251" y="198114"/>
                  </a:lnTo>
                  <a:lnTo>
                    <a:pt x="97066" y="200302"/>
                  </a:lnTo>
                  <a:lnTo>
                    <a:pt x="83042" y="215484"/>
                  </a:lnTo>
                  <a:lnTo>
                    <a:pt x="75582" y="224596"/>
                  </a:lnTo>
                  <a:lnTo>
                    <a:pt x="70498" y="230666"/>
                  </a:lnTo>
                  <a:lnTo>
                    <a:pt x="59056" y="245848"/>
                  </a:lnTo>
                  <a:lnTo>
                    <a:pt x="51913" y="256676"/>
                  </a:lnTo>
                  <a:lnTo>
                    <a:pt x="48922" y="261030"/>
                  </a:lnTo>
                  <a:lnTo>
                    <a:pt x="39576" y="276213"/>
                  </a:lnTo>
                  <a:lnTo>
                    <a:pt x="31593" y="291394"/>
                  </a:lnTo>
                  <a:lnTo>
                    <a:pt x="28244" y="298736"/>
                  </a:lnTo>
                  <a:lnTo>
                    <a:pt x="24431" y="306576"/>
                  </a:lnTo>
                  <a:lnTo>
                    <a:pt x="18097" y="321758"/>
                  </a:lnTo>
                  <a:lnTo>
                    <a:pt x="12859" y="336940"/>
                  </a:lnTo>
                  <a:lnTo>
                    <a:pt x="8625" y="352123"/>
                  </a:lnTo>
                  <a:lnTo>
                    <a:pt x="5320" y="367305"/>
                  </a:lnTo>
                  <a:lnTo>
                    <a:pt x="4576" y="371899"/>
                  </a:lnTo>
                  <a:lnTo>
                    <a:pt x="2683" y="382487"/>
                  </a:lnTo>
                  <a:lnTo>
                    <a:pt x="889" y="397669"/>
                  </a:lnTo>
                  <a:lnTo>
                    <a:pt x="0" y="412851"/>
                  </a:lnTo>
                  <a:lnTo>
                    <a:pt x="0" y="428032"/>
                  </a:lnTo>
                  <a:lnTo>
                    <a:pt x="889" y="443215"/>
                  </a:lnTo>
                  <a:lnTo>
                    <a:pt x="2683" y="458397"/>
                  </a:lnTo>
                  <a:lnTo>
                    <a:pt x="4576" y="468985"/>
                  </a:lnTo>
                  <a:lnTo>
                    <a:pt x="5320" y="473579"/>
                  </a:lnTo>
                  <a:lnTo>
                    <a:pt x="8625" y="488761"/>
                  </a:lnTo>
                  <a:lnTo>
                    <a:pt x="12859" y="503943"/>
                  </a:lnTo>
                  <a:lnTo>
                    <a:pt x="18097" y="519126"/>
                  </a:lnTo>
                  <a:lnTo>
                    <a:pt x="24431" y="534308"/>
                  </a:lnTo>
                  <a:lnTo>
                    <a:pt x="28244" y="542147"/>
                  </a:lnTo>
                  <a:lnTo>
                    <a:pt x="31593" y="549490"/>
                  </a:lnTo>
                  <a:lnTo>
                    <a:pt x="39576" y="564671"/>
                  </a:lnTo>
                  <a:lnTo>
                    <a:pt x="48922" y="579853"/>
                  </a:lnTo>
                  <a:lnTo>
                    <a:pt x="51913" y="584207"/>
                  </a:lnTo>
                  <a:lnTo>
                    <a:pt x="59056" y="595035"/>
                  </a:lnTo>
                  <a:lnTo>
                    <a:pt x="70498" y="610218"/>
                  </a:lnTo>
                  <a:lnTo>
                    <a:pt x="75582" y="616288"/>
                  </a:lnTo>
                  <a:lnTo>
                    <a:pt x="83042" y="625400"/>
                  </a:lnTo>
                  <a:lnTo>
                    <a:pt x="97066" y="640582"/>
                  </a:lnTo>
                  <a:lnTo>
                    <a:pt x="99251" y="642770"/>
                  </a:lnTo>
                  <a:lnTo>
                    <a:pt x="112169" y="655764"/>
                  </a:lnTo>
                  <a:lnTo>
                    <a:pt x="122920" y="665490"/>
                  </a:lnTo>
                  <a:lnTo>
                    <a:pt x="129002" y="670946"/>
                  </a:lnTo>
                  <a:lnTo>
                    <a:pt x="146588" y="685348"/>
                  </a:lnTo>
                  <a:lnTo>
                    <a:pt x="147562" y="686128"/>
                  </a:lnTo>
                  <a:lnTo>
                    <a:pt x="167780" y="701310"/>
                  </a:lnTo>
                  <a:lnTo>
                    <a:pt x="170258" y="703057"/>
                  </a:lnTo>
                  <a:lnTo>
                    <a:pt x="190101" y="716492"/>
                  </a:lnTo>
                  <a:lnTo>
                    <a:pt x="193926" y="718946"/>
                  </a:lnTo>
                  <a:lnTo>
                    <a:pt x="214873" y="73167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6610ED27-72D3-2E7E-EE62-4D7055AEFE95}"/>
                </a:ext>
              </a:extLst>
            </p:cNvPr>
            <p:cNvSpPr/>
            <p:nvPr/>
          </p:nvSpPr>
          <p:spPr>
            <a:xfrm>
              <a:off x="4293410" y="3267737"/>
              <a:ext cx="1074367" cy="689135"/>
            </a:xfrm>
            <a:custGeom>
              <a:avLst/>
              <a:gdLst>
                <a:gd name="csX0" fmla="*/ 170317 w 1074367"/>
                <a:gd name="csY0" fmla="*/ 596269 h 689135"/>
                <a:gd name="csX1" fmla="*/ 168345 w 1074367"/>
                <a:gd name="csY1" fmla="*/ 595075 h 689135"/>
                <a:gd name="csX2" fmla="*/ 146649 w 1074367"/>
                <a:gd name="csY2" fmla="*/ 581157 h 689135"/>
                <a:gd name="csX3" fmla="*/ 144787 w 1074367"/>
                <a:gd name="csY3" fmla="*/ 579892 h 689135"/>
                <a:gd name="csX4" fmla="*/ 123936 w 1074367"/>
                <a:gd name="csY4" fmla="*/ 564710 h 689135"/>
                <a:gd name="csX5" fmla="*/ 122980 w 1074367"/>
                <a:gd name="csY5" fmla="*/ 563959 h 689135"/>
                <a:gd name="csX6" fmla="*/ 105291 w 1074367"/>
                <a:gd name="csY6" fmla="*/ 549528 h 689135"/>
                <a:gd name="csX7" fmla="*/ 99310 w 1074367"/>
                <a:gd name="csY7" fmla="*/ 544142 h 689135"/>
                <a:gd name="csX8" fmla="*/ 88690 w 1074367"/>
                <a:gd name="csY8" fmla="*/ 534346 h 689135"/>
                <a:gd name="csX9" fmla="*/ 75642 w 1074367"/>
                <a:gd name="csY9" fmla="*/ 520832 h 689135"/>
                <a:gd name="csX10" fmla="*/ 74047 w 1074367"/>
                <a:gd name="csY10" fmla="*/ 519164 h 689135"/>
                <a:gd name="csX11" fmla="*/ 60800 w 1074367"/>
                <a:gd name="csY11" fmla="*/ 503981 h 689135"/>
                <a:gd name="csX12" fmla="*/ 51973 w 1074367"/>
                <a:gd name="csY12" fmla="*/ 492336 h 689135"/>
                <a:gd name="csX13" fmla="*/ 49268 w 1074367"/>
                <a:gd name="csY13" fmla="*/ 488799 h 689135"/>
                <a:gd name="csX14" fmla="*/ 38919 w 1074367"/>
                <a:gd name="csY14" fmla="*/ 473618 h 689135"/>
                <a:gd name="csX15" fmla="*/ 30141 w 1074367"/>
                <a:gd name="csY15" fmla="*/ 458436 h 689135"/>
                <a:gd name="csX16" fmla="*/ 28304 w 1074367"/>
                <a:gd name="csY16" fmla="*/ 454761 h 689135"/>
                <a:gd name="csX17" fmla="*/ 22358 w 1074367"/>
                <a:gd name="csY17" fmla="*/ 443254 h 689135"/>
                <a:gd name="csX18" fmla="*/ 15810 w 1074367"/>
                <a:gd name="csY18" fmla="*/ 428072 h 689135"/>
                <a:gd name="csX19" fmla="*/ 10515 w 1074367"/>
                <a:gd name="csY19" fmla="*/ 412889 h 689135"/>
                <a:gd name="csX20" fmla="*/ 6383 w 1074367"/>
                <a:gd name="csY20" fmla="*/ 397707 h 689135"/>
                <a:gd name="csX21" fmla="*/ 4635 w 1074367"/>
                <a:gd name="csY21" fmla="*/ 389038 h 689135"/>
                <a:gd name="csX22" fmla="*/ 3237 w 1074367"/>
                <a:gd name="csY22" fmla="*/ 382525 h 689135"/>
                <a:gd name="csX23" fmla="*/ 1073 w 1074367"/>
                <a:gd name="csY23" fmla="*/ 367343 h 689135"/>
                <a:gd name="csX24" fmla="*/ 0 w 1074367"/>
                <a:gd name="csY24" fmla="*/ 352160 h 689135"/>
                <a:gd name="csX25" fmla="*/ 0 w 1074367"/>
                <a:gd name="csY25" fmla="*/ 336979 h 689135"/>
                <a:gd name="csX26" fmla="*/ 1073 w 1074367"/>
                <a:gd name="csY26" fmla="*/ 321797 h 689135"/>
                <a:gd name="csX27" fmla="*/ 3237 w 1074367"/>
                <a:gd name="csY27" fmla="*/ 306615 h 689135"/>
                <a:gd name="csX28" fmla="*/ 4635 w 1074367"/>
                <a:gd name="csY28" fmla="*/ 300102 h 689135"/>
                <a:gd name="csX29" fmla="*/ 6383 w 1074367"/>
                <a:gd name="csY29" fmla="*/ 291433 h 689135"/>
                <a:gd name="csX30" fmla="*/ 10515 w 1074367"/>
                <a:gd name="csY30" fmla="*/ 276251 h 689135"/>
                <a:gd name="csX31" fmla="*/ 15810 w 1074367"/>
                <a:gd name="csY31" fmla="*/ 261068 h 689135"/>
                <a:gd name="csX32" fmla="*/ 22358 w 1074367"/>
                <a:gd name="csY32" fmla="*/ 245886 h 689135"/>
                <a:gd name="csX33" fmla="*/ 28304 w 1074367"/>
                <a:gd name="csY33" fmla="*/ 234379 h 689135"/>
                <a:gd name="csX34" fmla="*/ 30141 w 1074367"/>
                <a:gd name="csY34" fmla="*/ 230704 h 689135"/>
                <a:gd name="csX35" fmla="*/ 38919 w 1074367"/>
                <a:gd name="csY35" fmla="*/ 215522 h 689135"/>
                <a:gd name="csX36" fmla="*/ 49268 w 1074367"/>
                <a:gd name="csY36" fmla="*/ 200341 h 689135"/>
                <a:gd name="csX37" fmla="*/ 51973 w 1074367"/>
                <a:gd name="csY37" fmla="*/ 196803 h 689135"/>
                <a:gd name="csX38" fmla="*/ 60800 w 1074367"/>
                <a:gd name="csY38" fmla="*/ 185159 h 689135"/>
                <a:gd name="csX39" fmla="*/ 74047 w 1074367"/>
                <a:gd name="csY39" fmla="*/ 169976 h 689135"/>
                <a:gd name="csX40" fmla="*/ 75642 w 1074367"/>
                <a:gd name="csY40" fmla="*/ 168308 h 689135"/>
                <a:gd name="csX41" fmla="*/ 88690 w 1074367"/>
                <a:gd name="csY41" fmla="*/ 154794 h 689135"/>
                <a:gd name="csX42" fmla="*/ 99310 w 1074367"/>
                <a:gd name="csY42" fmla="*/ 144998 h 689135"/>
                <a:gd name="csX43" fmla="*/ 105291 w 1074367"/>
                <a:gd name="csY43" fmla="*/ 139612 h 689135"/>
                <a:gd name="csX44" fmla="*/ 122980 w 1074367"/>
                <a:gd name="csY44" fmla="*/ 125181 h 689135"/>
                <a:gd name="csX45" fmla="*/ 123936 w 1074367"/>
                <a:gd name="csY45" fmla="*/ 124430 h 689135"/>
                <a:gd name="csX46" fmla="*/ 144787 w 1074367"/>
                <a:gd name="csY46" fmla="*/ 109248 h 689135"/>
                <a:gd name="csX47" fmla="*/ 146649 w 1074367"/>
                <a:gd name="csY47" fmla="*/ 107982 h 689135"/>
                <a:gd name="csX48" fmla="*/ 168345 w 1074367"/>
                <a:gd name="csY48" fmla="*/ 94065 h 689135"/>
                <a:gd name="csX49" fmla="*/ 170317 w 1074367"/>
                <a:gd name="csY49" fmla="*/ 92871 h 689135"/>
                <a:gd name="csX50" fmla="*/ 193987 w 1074367"/>
                <a:gd name="csY50" fmla="*/ 79497 h 689135"/>
                <a:gd name="csX51" fmla="*/ 195158 w 1074367"/>
                <a:gd name="csY51" fmla="*/ 78883 h 689135"/>
                <a:gd name="csX52" fmla="*/ 217651 w 1074367"/>
                <a:gd name="csY52" fmla="*/ 67538 h 689135"/>
                <a:gd name="csX53" fmla="*/ 226050 w 1074367"/>
                <a:gd name="csY53" fmla="*/ 63702 h 689135"/>
                <a:gd name="csX54" fmla="*/ 241329 w 1074367"/>
                <a:gd name="csY54" fmla="*/ 56889 h 689135"/>
                <a:gd name="csX55" fmla="*/ 262394 w 1074367"/>
                <a:gd name="csY55" fmla="*/ 48520 h 689135"/>
                <a:gd name="csX56" fmla="*/ 264997 w 1074367"/>
                <a:gd name="csY56" fmla="*/ 47497 h 689135"/>
                <a:gd name="csX57" fmla="*/ 288664 w 1074367"/>
                <a:gd name="csY57" fmla="*/ 38999 h 689135"/>
                <a:gd name="csX58" fmla="*/ 306814 w 1074367"/>
                <a:gd name="csY58" fmla="*/ 33338 h 689135"/>
                <a:gd name="csX59" fmla="*/ 312331 w 1074367"/>
                <a:gd name="csY59" fmla="*/ 31602 h 689135"/>
                <a:gd name="csX60" fmla="*/ 335999 w 1074367"/>
                <a:gd name="csY60" fmla="*/ 24964 h 689135"/>
                <a:gd name="csX61" fmla="*/ 359666 w 1074367"/>
                <a:gd name="csY61" fmla="*/ 19334 h 689135"/>
                <a:gd name="csX62" fmla="*/ 365396 w 1074367"/>
                <a:gd name="csY62" fmla="*/ 18155 h 689135"/>
                <a:gd name="csX63" fmla="*/ 383334 w 1074367"/>
                <a:gd name="csY63" fmla="*/ 14341 h 689135"/>
                <a:gd name="csX64" fmla="*/ 407001 w 1074367"/>
                <a:gd name="csY64" fmla="*/ 10140 h 689135"/>
                <a:gd name="csX65" fmla="*/ 430680 w 1074367"/>
                <a:gd name="csY65" fmla="*/ 6745 h 689135"/>
                <a:gd name="csX66" fmla="*/ 454347 w 1074367"/>
                <a:gd name="csY66" fmla="*/ 4095 h 689135"/>
                <a:gd name="csX67" fmla="*/ 467862 w 1074367"/>
                <a:gd name="csY67" fmla="*/ 2973 h 689135"/>
                <a:gd name="csX68" fmla="*/ 478014 w 1074367"/>
                <a:gd name="csY68" fmla="*/ 2076 h 689135"/>
                <a:gd name="csX69" fmla="*/ 501682 w 1074367"/>
                <a:gd name="csY69" fmla="*/ 688 h 689135"/>
                <a:gd name="csX70" fmla="*/ 525349 w 1074367"/>
                <a:gd name="csY70" fmla="*/ 0 h 689135"/>
                <a:gd name="csX71" fmla="*/ 549017 w 1074367"/>
                <a:gd name="csY71" fmla="*/ 0 h 689135"/>
                <a:gd name="csX72" fmla="*/ 572684 w 1074367"/>
                <a:gd name="csY72" fmla="*/ 688 h 689135"/>
                <a:gd name="csX73" fmla="*/ 596351 w 1074367"/>
                <a:gd name="csY73" fmla="*/ 2076 h 689135"/>
                <a:gd name="csX74" fmla="*/ 606504 w 1074367"/>
                <a:gd name="csY74" fmla="*/ 2973 h 689135"/>
                <a:gd name="csX75" fmla="*/ 620030 w 1074367"/>
                <a:gd name="csY75" fmla="*/ 4095 h 689135"/>
                <a:gd name="csX76" fmla="*/ 643697 w 1074367"/>
                <a:gd name="csY76" fmla="*/ 6745 h 689135"/>
                <a:gd name="csX77" fmla="*/ 667365 w 1074367"/>
                <a:gd name="csY77" fmla="*/ 10140 h 689135"/>
                <a:gd name="csX78" fmla="*/ 691032 w 1074367"/>
                <a:gd name="csY78" fmla="*/ 14341 h 689135"/>
                <a:gd name="csX79" fmla="*/ 708970 w 1074367"/>
                <a:gd name="csY79" fmla="*/ 18155 h 689135"/>
                <a:gd name="csX80" fmla="*/ 714699 w 1074367"/>
                <a:gd name="csY80" fmla="*/ 19334 h 689135"/>
                <a:gd name="csX81" fmla="*/ 738367 w 1074367"/>
                <a:gd name="csY81" fmla="*/ 24964 h 689135"/>
                <a:gd name="csX82" fmla="*/ 762034 w 1074367"/>
                <a:gd name="csY82" fmla="*/ 31602 h 689135"/>
                <a:gd name="csX83" fmla="*/ 767552 w 1074367"/>
                <a:gd name="csY83" fmla="*/ 33338 h 689135"/>
                <a:gd name="csX84" fmla="*/ 785713 w 1074367"/>
                <a:gd name="csY84" fmla="*/ 38999 h 689135"/>
                <a:gd name="csX85" fmla="*/ 809380 w 1074367"/>
                <a:gd name="csY85" fmla="*/ 47497 h 689135"/>
                <a:gd name="csX86" fmla="*/ 811983 w 1074367"/>
                <a:gd name="csY86" fmla="*/ 48520 h 689135"/>
                <a:gd name="csX87" fmla="*/ 833048 w 1074367"/>
                <a:gd name="csY87" fmla="*/ 56889 h 689135"/>
                <a:gd name="csX88" fmla="*/ 848316 w 1074367"/>
                <a:gd name="csY88" fmla="*/ 63702 h 689135"/>
                <a:gd name="csX89" fmla="*/ 856715 w 1074367"/>
                <a:gd name="csY89" fmla="*/ 67538 h 689135"/>
                <a:gd name="csX90" fmla="*/ 879210 w 1074367"/>
                <a:gd name="csY90" fmla="*/ 78883 h 689135"/>
                <a:gd name="csX91" fmla="*/ 880382 w 1074367"/>
                <a:gd name="csY91" fmla="*/ 79497 h 689135"/>
                <a:gd name="csX92" fmla="*/ 904050 w 1074367"/>
                <a:gd name="csY92" fmla="*/ 92871 h 689135"/>
                <a:gd name="csX93" fmla="*/ 906027 w 1074367"/>
                <a:gd name="csY93" fmla="*/ 94065 h 689135"/>
                <a:gd name="csX94" fmla="*/ 927717 w 1074367"/>
                <a:gd name="csY94" fmla="*/ 107982 h 689135"/>
                <a:gd name="csX95" fmla="*/ 929582 w 1074367"/>
                <a:gd name="csY95" fmla="*/ 109248 h 689135"/>
                <a:gd name="csX96" fmla="*/ 950435 w 1074367"/>
                <a:gd name="csY96" fmla="*/ 124430 h 689135"/>
                <a:gd name="csX97" fmla="*/ 951385 w 1074367"/>
                <a:gd name="csY97" fmla="*/ 125181 h 689135"/>
                <a:gd name="csX98" fmla="*/ 969076 w 1074367"/>
                <a:gd name="csY98" fmla="*/ 139612 h 689135"/>
                <a:gd name="csX99" fmla="*/ 975063 w 1074367"/>
                <a:gd name="csY99" fmla="*/ 144998 h 689135"/>
                <a:gd name="csX100" fmla="*/ 985674 w 1074367"/>
                <a:gd name="csY100" fmla="*/ 154794 h 689135"/>
                <a:gd name="csX101" fmla="*/ 998731 w 1074367"/>
                <a:gd name="csY101" fmla="*/ 168308 h 689135"/>
                <a:gd name="csX102" fmla="*/ 1000328 w 1074367"/>
                <a:gd name="csY102" fmla="*/ 169976 h 689135"/>
                <a:gd name="csX103" fmla="*/ 1013563 w 1074367"/>
                <a:gd name="csY103" fmla="*/ 185159 h 689135"/>
                <a:gd name="csX104" fmla="*/ 1022398 w 1074367"/>
                <a:gd name="csY104" fmla="*/ 196803 h 689135"/>
                <a:gd name="csX105" fmla="*/ 1025101 w 1074367"/>
                <a:gd name="csY105" fmla="*/ 200341 h 689135"/>
                <a:gd name="csX106" fmla="*/ 1035455 w 1074367"/>
                <a:gd name="csY106" fmla="*/ 215522 h 689135"/>
                <a:gd name="csX107" fmla="*/ 1044234 w 1074367"/>
                <a:gd name="csY107" fmla="*/ 230704 h 689135"/>
                <a:gd name="csX108" fmla="*/ 1046065 w 1074367"/>
                <a:gd name="csY108" fmla="*/ 234379 h 689135"/>
                <a:gd name="csX109" fmla="*/ 1052007 w 1074367"/>
                <a:gd name="csY109" fmla="*/ 245886 h 689135"/>
                <a:gd name="csX110" fmla="*/ 1058564 w 1074367"/>
                <a:gd name="csY110" fmla="*/ 261068 h 689135"/>
                <a:gd name="csX111" fmla="*/ 1063858 w 1074367"/>
                <a:gd name="csY111" fmla="*/ 276251 h 689135"/>
                <a:gd name="csX112" fmla="*/ 1067990 w 1074367"/>
                <a:gd name="csY112" fmla="*/ 291433 h 689135"/>
                <a:gd name="csX113" fmla="*/ 1069733 w 1074367"/>
                <a:gd name="csY113" fmla="*/ 300102 h 689135"/>
                <a:gd name="csX114" fmla="*/ 1071129 w 1074367"/>
                <a:gd name="csY114" fmla="*/ 306615 h 689135"/>
                <a:gd name="csX115" fmla="*/ 1073296 w 1074367"/>
                <a:gd name="csY115" fmla="*/ 321797 h 689135"/>
                <a:gd name="csX116" fmla="*/ 1074368 w 1074367"/>
                <a:gd name="csY116" fmla="*/ 336979 h 689135"/>
                <a:gd name="csX117" fmla="*/ 1074368 w 1074367"/>
                <a:gd name="csY117" fmla="*/ 352160 h 689135"/>
                <a:gd name="csX118" fmla="*/ 1073296 w 1074367"/>
                <a:gd name="csY118" fmla="*/ 367343 h 689135"/>
                <a:gd name="csX119" fmla="*/ 1071129 w 1074367"/>
                <a:gd name="csY119" fmla="*/ 382525 h 689135"/>
                <a:gd name="csX120" fmla="*/ 1069733 w 1074367"/>
                <a:gd name="csY120" fmla="*/ 389038 h 689135"/>
                <a:gd name="csX121" fmla="*/ 1067990 w 1074367"/>
                <a:gd name="csY121" fmla="*/ 397707 h 689135"/>
                <a:gd name="csX122" fmla="*/ 1063858 w 1074367"/>
                <a:gd name="csY122" fmla="*/ 412889 h 689135"/>
                <a:gd name="csX123" fmla="*/ 1058564 w 1074367"/>
                <a:gd name="csY123" fmla="*/ 428072 h 689135"/>
                <a:gd name="csX124" fmla="*/ 1052007 w 1074367"/>
                <a:gd name="csY124" fmla="*/ 443254 h 689135"/>
                <a:gd name="csX125" fmla="*/ 1046065 w 1074367"/>
                <a:gd name="csY125" fmla="*/ 454761 h 689135"/>
                <a:gd name="csX126" fmla="*/ 1044234 w 1074367"/>
                <a:gd name="csY126" fmla="*/ 458436 h 689135"/>
                <a:gd name="csX127" fmla="*/ 1035455 w 1074367"/>
                <a:gd name="csY127" fmla="*/ 473618 h 689135"/>
                <a:gd name="csX128" fmla="*/ 1025101 w 1074367"/>
                <a:gd name="csY128" fmla="*/ 488799 h 689135"/>
                <a:gd name="csX129" fmla="*/ 1022398 w 1074367"/>
                <a:gd name="csY129" fmla="*/ 492336 h 689135"/>
                <a:gd name="csX130" fmla="*/ 1013563 w 1074367"/>
                <a:gd name="csY130" fmla="*/ 503981 h 689135"/>
                <a:gd name="csX131" fmla="*/ 1000328 w 1074367"/>
                <a:gd name="csY131" fmla="*/ 519164 h 689135"/>
                <a:gd name="csX132" fmla="*/ 998731 w 1074367"/>
                <a:gd name="csY132" fmla="*/ 520832 h 689135"/>
                <a:gd name="csX133" fmla="*/ 985674 w 1074367"/>
                <a:gd name="csY133" fmla="*/ 534346 h 689135"/>
                <a:gd name="csX134" fmla="*/ 975063 w 1074367"/>
                <a:gd name="csY134" fmla="*/ 544142 h 689135"/>
                <a:gd name="csX135" fmla="*/ 969076 w 1074367"/>
                <a:gd name="csY135" fmla="*/ 549528 h 689135"/>
                <a:gd name="csX136" fmla="*/ 951385 w 1074367"/>
                <a:gd name="csY136" fmla="*/ 563959 h 689135"/>
                <a:gd name="csX137" fmla="*/ 950435 w 1074367"/>
                <a:gd name="csY137" fmla="*/ 564710 h 689135"/>
                <a:gd name="csX138" fmla="*/ 929582 w 1074367"/>
                <a:gd name="csY138" fmla="*/ 579892 h 689135"/>
                <a:gd name="csX139" fmla="*/ 927717 w 1074367"/>
                <a:gd name="csY139" fmla="*/ 581157 h 689135"/>
                <a:gd name="csX140" fmla="*/ 906027 w 1074367"/>
                <a:gd name="csY140" fmla="*/ 595075 h 689135"/>
                <a:gd name="csX141" fmla="*/ 904050 w 1074367"/>
                <a:gd name="csY141" fmla="*/ 596269 h 689135"/>
                <a:gd name="csX142" fmla="*/ 880382 w 1074367"/>
                <a:gd name="csY142" fmla="*/ 609643 h 689135"/>
                <a:gd name="csX143" fmla="*/ 879210 w 1074367"/>
                <a:gd name="csY143" fmla="*/ 610256 h 689135"/>
                <a:gd name="csX144" fmla="*/ 856715 w 1074367"/>
                <a:gd name="csY144" fmla="*/ 621602 h 689135"/>
                <a:gd name="csX145" fmla="*/ 848316 w 1074367"/>
                <a:gd name="csY145" fmla="*/ 625438 h 689135"/>
                <a:gd name="csX146" fmla="*/ 833048 w 1074367"/>
                <a:gd name="csY146" fmla="*/ 632251 h 689135"/>
                <a:gd name="csX147" fmla="*/ 811983 w 1074367"/>
                <a:gd name="csY147" fmla="*/ 640620 h 689135"/>
                <a:gd name="csX148" fmla="*/ 809380 w 1074367"/>
                <a:gd name="csY148" fmla="*/ 641643 h 689135"/>
                <a:gd name="csX149" fmla="*/ 785713 w 1074367"/>
                <a:gd name="csY149" fmla="*/ 650141 h 689135"/>
                <a:gd name="csX150" fmla="*/ 767552 w 1074367"/>
                <a:gd name="csY150" fmla="*/ 655802 h 689135"/>
                <a:gd name="csX151" fmla="*/ 762034 w 1074367"/>
                <a:gd name="csY151" fmla="*/ 657538 h 689135"/>
                <a:gd name="csX152" fmla="*/ 738367 w 1074367"/>
                <a:gd name="csY152" fmla="*/ 664172 h 689135"/>
                <a:gd name="csX153" fmla="*/ 714699 w 1074367"/>
                <a:gd name="csY153" fmla="*/ 669802 h 689135"/>
                <a:gd name="csX154" fmla="*/ 708970 w 1074367"/>
                <a:gd name="csY154" fmla="*/ 670986 h 689135"/>
                <a:gd name="csX155" fmla="*/ 691032 w 1074367"/>
                <a:gd name="csY155" fmla="*/ 674794 h 689135"/>
                <a:gd name="csX156" fmla="*/ 667365 w 1074367"/>
                <a:gd name="csY156" fmla="*/ 678994 h 689135"/>
                <a:gd name="csX157" fmla="*/ 643697 w 1074367"/>
                <a:gd name="csY157" fmla="*/ 682400 h 689135"/>
                <a:gd name="csX158" fmla="*/ 620030 w 1074367"/>
                <a:gd name="csY158" fmla="*/ 685048 h 689135"/>
                <a:gd name="csX159" fmla="*/ 606504 w 1074367"/>
                <a:gd name="csY159" fmla="*/ 686165 h 689135"/>
                <a:gd name="csX160" fmla="*/ 596351 w 1074367"/>
                <a:gd name="csY160" fmla="*/ 687069 h 689135"/>
                <a:gd name="csX161" fmla="*/ 572684 w 1074367"/>
                <a:gd name="csY161" fmla="*/ 688454 h 689135"/>
                <a:gd name="csX162" fmla="*/ 549017 w 1074367"/>
                <a:gd name="csY162" fmla="*/ 689135 h 689135"/>
                <a:gd name="csX163" fmla="*/ 525349 w 1074367"/>
                <a:gd name="csY163" fmla="*/ 689135 h 689135"/>
                <a:gd name="csX164" fmla="*/ 501682 w 1074367"/>
                <a:gd name="csY164" fmla="*/ 688454 h 689135"/>
                <a:gd name="csX165" fmla="*/ 478014 w 1074367"/>
                <a:gd name="csY165" fmla="*/ 687069 h 689135"/>
                <a:gd name="csX166" fmla="*/ 467862 w 1074367"/>
                <a:gd name="csY166" fmla="*/ 686165 h 689135"/>
                <a:gd name="csX167" fmla="*/ 454347 w 1074367"/>
                <a:gd name="csY167" fmla="*/ 685048 h 689135"/>
                <a:gd name="csX168" fmla="*/ 430680 w 1074367"/>
                <a:gd name="csY168" fmla="*/ 682400 h 689135"/>
                <a:gd name="csX169" fmla="*/ 407001 w 1074367"/>
                <a:gd name="csY169" fmla="*/ 678994 h 689135"/>
                <a:gd name="csX170" fmla="*/ 383334 w 1074367"/>
                <a:gd name="csY170" fmla="*/ 674794 h 689135"/>
                <a:gd name="csX171" fmla="*/ 365396 w 1074367"/>
                <a:gd name="csY171" fmla="*/ 670986 h 689135"/>
                <a:gd name="csX172" fmla="*/ 359666 w 1074367"/>
                <a:gd name="csY172" fmla="*/ 669802 h 689135"/>
                <a:gd name="csX173" fmla="*/ 335999 w 1074367"/>
                <a:gd name="csY173" fmla="*/ 664172 h 689135"/>
                <a:gd name="csX174" fmla="*/ 312331 w 1074367"/>
                <a:gd name="csY174" fmla="*/ 657538 h 689135"/>
                <a:gd name="csX175" fmla="*/ 306814 w 1074367"/>
                <a:gd name="csY175" fmla="*/ 655802 h 689135"/>
                <a:gd name="csX176" fmla="*/ 288664 w 1074367"/>
                <a:gd name="csY176" fmla="*/ 650141 h 689135"/>
                <a:gd name="csX177" fmla="*/ 264997 w 1074367"/>
                <a:gd name="csY177" fmla="*/ 641643 h 689135"/>
                <a:gd name="csX178" fmla="*/ 262394 w 1074367"/>
                <a:gd name="csY178" fmla="*/ 640620 h 689135"/>
                <a:gd name="csX179" fmla="*/ 241329 w 1074367"/>
                <a:gd name="csY179" fmla="*/ 632251 h 689135"/>
                <a:gd name="csX180" fmla="*/ 226050 w 1074367"/>
                <a:gd name="csY180" fmla="*/ 625438 h 689135"/>
                <a:gd name="csX181" fmla="*/ 217651 w 1074367"/>
                <a:gd name="csY181" fmla="*/ 621602 h 689135"/>
                <a:gd name="csX182" fmla="*/ 195158 w 1074367"/>
                <a:gd name="csY182" fmla="*/ 610256 h 689135"/>
                <a:gd name="csX183" fmla="*/ 193987 w 1074367"/>
                <a:gd name="csY183" fmla="*/ 609643 h 689135"/>
                <a:gd name="csX184" fmla="*/ 170317 w 1074367"/>
                <a:gd name="csY184" fmla="*/ 596269 h 68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</a:cxnLst>
              <a:rect l="l" t="t" r="r" b="b"/>
              <a:pathLst>
                <a:path w="1074367" h="689135">
                  <a:moveTo>
                    <a:pt x="170317" y="596269"/>
                  </a:moveTo>
                  <a:lnTo>
                    <a:pt x="168345" y="595075"/>
                  </a:lnTo>
                  <a:lnTo>
                    <a:pt x="146649" y="581157"/>
                  </a:lnTo>
                  <a:lnTo>
                    <a:pt x="144787" y="579892"/>
                  </a:lnTo>
                  <a:lnTo>
                    <a:pt x="123936" y="564710"/>
                  </a:lnTo>
                  <a:lnTo>
                    <a:pt x="122980" y="563959"/>
                  </a:lnTo>
                  <a:lnTo>
                    <a:pt x="105291" y="549528"/>
                  </a:lnTo>
                  <a:lnTo>
                    <a:pt x="99310" y="544142"/>
                  </a:lnTo>
                  <a:lnTo>
                    <a:pt x="88690" y="534346"/>
                  </a:lnTo>
                  <a:lnTo>
                    <a:pt x="75642" y="520832"/>
                  </a:lnTo>
                  <a:lnTo>
                    <a:pt x="74047" y="519164"/>
                  </a:lnTo>
                  <a:lnTo>
                    <a:pt x="60800" y="503981"/>
                  </a:lnTo>
                  <a:lnTo>
                    <a:pt x="51973" y="492336"/>
                  </a:lnTo>
                  <a:lnTo>
                    <a:pt x="49268" y="488799"/>
                  </a:lnTo>
                  <a:lnTo>
                    <a:pt x="38919" y="473618"/>
                  </a:lnTo>
                  <a:lnTo>
                    <a:pt x="30141" y="458436"/>
                  </a:lnTo>
                  <a:lnTo>
                    <a:pt x="28304" y="454761"/>
                  </a:lnTo>
                  <a:lnTo>
                    <a:pt x="22358" y="443254"/>
                  </a:lnTo>
                  <a:lnTo>
                    <a:pt x="15810" y="428072"/>
                  </a:lnTo>
                  <a:lnTo>
                    <a:pt x="10515" y="412889"/>
                  </a:lnTo>
                  <a:lnTo>
                    <a:pt x="6383" y="397707"/>
                  </a:lnTo>
                  <a:lnTo>
                    <a:pt x="4635" y="389038"/>
                  </a:lnTo>
                  <a:lnTo>
                    <a:pt x="3237" y="382525"/>
                  </a:lnTo>
                  <a:lnTo>
                    <a:pt x="1073" y="367343"/>
                  </a:lnTo>
                  <a:lnTo>
                    <a:pt x="0" y="352160"/>
                  </a:lnTo>
                  <a:lnTo>
                    <a:pt x="0" y="336979"/>
                  </a:lnTo>
                  <a:lnTo>
                    <a:pt x="1073" y="321797"/>
                  </a:lnTo>
                  <a:lnTo>
                    <a:pt x="3237" y="306615"/>
                  </a:lnTo>
                  <a:lnTo>
                    <a:pt x="4635" y="300102"/>
                  </a:lnTo>
                  <a:lnTo>
                    <a:pt x="6383" y="291433"/>
                  </a:lnTo>
                  <a:lnTo>
                    <a:pt x="10515" y="276251"/>
                  </a:lnTo>
                  <a:lnTo>
                    <a:pt x="15810" y="261068"/>
                  </a:lnTo>
                  <a:lnTo>
                    <a:pt x="22358" y="245886"/>
                  </a:lnTo>
                  <a:lnTo>
                    <a:pt x="28304" y="234379"/>
                  </a:lnTo>
                  <a:lnTo>
                    <a:pt x="30141" y="230704"/>
                  </a:lnTo>
                  <a:lnTo>
                    <a:pt x="38919" y="215522"/>
                  </a:lnTo>
                  <a:lnTo>
                    <a:pt x="49268" y="200341"/>
                  </a:lnTo>
                  <a:lnTo>
                    <a:pt x="51973" y="196803"/>
                  </a:lnTo>
                  <a:lnTo>
                    <a:pt x="60800" y="185159"/>
                  </a:lnTo>
                  <a:lnTo>
                    <a:pt x="74047" y="169976"/>
                  </a:lnTo>
                  <a:lnTo>
                    <a:pt x="75642" y="168308"/>
                  </a:lnTo>
                  <a:lnTo>
                    <a:pt x="88690" y="154794"/>
                  </a:lnTo>
                  <a:lnTo>
                    <a:pt x="99310" y="144998"/>
                  </a:lnTo>
                  <a:lnTo>
                    <a:pt x="105291" y="139612"/>
                  </a:lnTo>
                  <a:lnTo>
                    <a:pt x="122980" y="125181"/>
                  </a:lnTo>
                  <a:lnTo>
                    <a:pt x="123936" y="124430"/>
                  </a:lnTo>
                  <a:lnTo>
                    <a:pt x="144787" y="109248"/>
                  </a:lnTo>
                  <a:lnTo>
                    <a:pt x="146649" y="107982"/>
                  </a:lnTo>
                  <a:lnTo>
                    <a:pt x="168345" y="94065"/>
                  </a:lnTo>
                  <a:lnTo>
                    <a:pt x="170317" y="92871"/>
                  </a:lnTo>
                  <a:lnTo>
                    <a:pt x="193987" y="79497"/>
                  </a:lnTo>
                  <a:lnTo>
                    <a:pt x="195158" y="78883"/>
                  </a:lnTo>
                  <a:lnTo>
                    <a:pt x="217651" y="67538"/>
                  </a:lnTo>
                  <a:lnTo>
                    <a:pt x="226050" y="63702"/>
                  </a:lnTo>
                  <a:lnTo>
                    <a:pt x="241329" y="56889"/>
                  </a:lnTo>
                  <a:lnTo>
                    <a:pt x="262394" y="48520"/>
                  </a:lnTo>
                  <a:lnTo>
                    <a:pt x="264997" y="47497"/>
                  </a:lnTo>
                  <a:lnTo>
                    <a:pt x="288664" y="38999"/>
                  </a:lnTo>
                  <a:lnTo>
                    <a:pt x="306814" y="33338"/>
                  </a:lnTo>
                  <a:lnTo>
                    <a:pt x="312331" y="31602"/>
                  </a:lnTo>
                  <a:lnTo>
                    <a:pt x="335999" y="24964"/>
                  </a:lnTo>
                  <a:lnTo>
                    <a:pt x="359666" y="19334"/>
                  </a:lnTo>
                  <a:lnTo>
                    <a:pt x="365396" y="18155"/>
                  </a:lnTo>
                  <a:lnTo>
                    <a:pt x="383334" y="14341"/>
                  </a:lnTo>
                  <a:lnTo>
                    <a:pt x="407001" y="10140"/>
                  </a:lnTo>
                  <a:lnTo>
                    <a:pt x="430680" y="6745"/>
                  </a:lnTo>
                  <a:lnTo>
                    <a:pt x="454347" y="4095"/>
                  </a:lnTo>
                  <a:lnTo>
                    <a:pt x="467862" y="2973"/>
                  </a:lnTo>
                  <a:lnTo>
                    <a:pt x="478014" y="2076"/>
                  </a:lnTo>
                  <a:lnTo>
                    <a:pt x="501682" y="688"/>
                  </a:lnTo>
                  <a:lnTo>
                    <a:pt x="525349" y="0"/>
                  </a:lnTo>
                  <a:lnTo>
                    <a:pt x="549017" y="0"/>
                  </a:lnTo>
                  <a:lnTo>
                    <a:pt x="572684" y="688"/>
                  </a:lnTo>
                  <a:lnTo>
                    <a:pt x="596351" y="2076"/>
                  </a:lnTo>
                  <a:lnTo>
                    <a:pt x="606504" y="2973"/>
                  </a:lnTo>
                  <a:lnTo>
                    <a:pt x="620030" y="4095"/>
                  </a:lnTo>
                  <a:lnTo>
                    <a:pt x="643697" y="6745"/>
                  </a:lnTo>
                  <a:lnTo>
                    <a:pt x="667365" y="10140"/>
                  </a:lnTo>
                  <a:lnTo>
                    <a:pt x="691032" y="14341"/>
                  </a:lnTo>
                  <a:lnTo>
                    <a:pt x="708970" y="18155"/>
                  </a:lnTo>
                  <a:lnTo>
                    <a:pt x="714699" y="19334"/>
                  </a:lnTo>
                  <a:lnTo>
                    <a:pt x="738367" y="24964"/>
                  </a:lnTo>
                  <a:lnTo>
                    <a:pt x="762034" y="31602"/>
                  </a:lnTo>
                  <a:lnTo>
                    <a:pt x="767552" y="33338"/>
                  </a:lnTo>
                  <a:lnTo>
                    <a:pt x="785713" y="38999"/>
                  </a:lnTo>
                  <a:lnTo>
                    <a:pt x="809380" y="47497"/>
                  </a:lnTo>
                  <a:lnTo>
                    <a:pt x="811983" y="48520"/>
                  </a:lnTo>
                  <a:lnTo>
                    <a:pt x="833048" y="56889"/>
                  </a:lnTo>
                  <a:lnTo>
                    <a:pt x="848316" y="63702"/>
                  </a:lnTo>
                  <a:lnTo>
                    <a:pt x="856715" y="67538"/>
                  </a:lnTo>
                  <a:lnTo>
                    <a:pt x="879210" y="78883"/>
                  </a:lnTo>
                  <a:lnTo>
                    <a:pt x="880382" y="79497"/>
                  </a:lnTo>
                  <a:lnTo>
                    <a:pt x="904050" y="92871"/>
                  </a:lnTo>
                  <a:lnTo>
                    <a:pt x="906027" y="94065"/>
                  </a:lnTo>
                  <a:lnTo>
                    <a:pt x="927717" y="107982"/>
                  </a:lnTo>
                  <a:lnTo>
                    <a:pt x="929582" y="109248"/>
                  </a:lnTo>
                  <a:lnTo>
                    <a:pt x="950435" y="124430"/>
                  </a:lnTo>
                  <a:lnTo>
                    <a:pt x="951385" y="125181"/>
                  </a:lnTo>
                  <a:lnTo>
                    <a:pt x="969076" y="139612"/>
                  </a:lnTo>
                  <a:lnTo>
                    <a:pt x="975063" y="144998"/>
                  </a:lnTo>
                  <a:lnTo>
                    <a:pt x="985674" y="154794"/>
                  </a:lnTo>
                  <a:lnTo>
                    <a:pt x="998731" y="168308"/>
                  </a:lnTo>
                  <a:lnTo>
                    <a:pt x="1000328" y="169976"/>
                  </a:lnTo>
                  <a:lnTo>
                    <a:pt x="1013563" y="185159"/>
                  </a:lnTo>
                  <a:lnTo>
                    <a:pt x="1022398" y="196803"/>
                  </a:lnTo>
                  <a:lnTo>
                    <a:pt x="1025101" y="200341"/>
                  </a:lnTo>
                  <a:lnTo>
                    <a:pt x="1035455" y="215522"/>
                  </a:lnTo>
                  <a:lnTo>
                    <a:pt x="1044234" y="230704"/>
                  </a:lnTo>
                  <a:lnTo>
                    <a:pt x="1046065" y="234379"/>
                  </a:lnTo>
                  <a:lnTo>
                    <a:pt x="1052007" y="245886"/>
                  </a:lnTo>
                  <a:lnTo>
                    <a:pt x="1058564" y="261068"/>
                  </a:lnTo>
                  <a:lnTo>
                    <a:pt x="1063858" y="276251"/>
                  </a:lnTo>
                  <a:lnTo>
                    <a:pt x="1067990" y="291433"/>
                  </a:lnTo>
                  <a:lnTo>
                    <a:pt x="1069733" y="300102"/>
                  </a:lnTo>
                  <a:lnTo>
                    <a:pt x="1071129" y="306615"/>
                  </a:lnTo>
                  <a:lnTo>
                    <a:pt x="1073296" y="321797"/>
                  </a:lnTo>
                  <a:lnTo>
                    <a:pt x="1074368" y="336979"/>
                  </a:lnTo>
                  <a:lnTo>
                    <a:pt x="1074368" y="352160"/>
                  </a:lnTo>
                  <a:lnTo>
                    <a:pt x="1073296" y="367343"/>
                  </a:lnTo>
                  <a:lnTo>
                    <a:pt x="1071129" y="382525"/>
                  </a:lnTo>
                  <a:lnTo>
                    <a:pt x="1069733" y="389038"/>
                  </a:lnTo>
                  <a:lnTo>
                    <a:pt x="1067990" y="397707"/>
                  </a:lnTo>
                  <a:lnTo>
                    <a:pt x="1063858" y="412889"/>
                  </a:lnTo>
                  <a:lnTo>
                    <a:pt x="1058564" y="428072"/>
                  </a:lnTo>
                  <a:lnTo>
                    <a:pt x="1052007" y="443254"/>
                  </a:lnTo>
                  <a:lnTo>
                    <a:pt x="1046065" y="454761"/>
                  </a:lnTo>
                  <a:lnTo>
                    <a:pt x="1044234" y="458436"/>
                  </a:lnTo>
                  <a:lnTo>
                    <a:pt x="1035455" y="473618"/>
                  </a:lnTo>
                  <a:lnTo>
                    <a:pt x="1025101" y="488799"/>
                  </a:lnTo>
                  <a:lnTo>
                    <a:pt x="1022398" y="492336"/>
                  </a:lnTo>
                  <a:lnTo>
                    <a:pt x="1013563" y="503981"/>
                  </a:lnTo>
                  <a:lnTo>
                    <a:pt x="1000328" y="519164"/>
                  </a:lnTo>
                  <a:lnTo>
                    <a:pt x="998731" y="520832"/>
                  </a:lnTo>
                  <a:lnTo>
                    <a:pt x="985674" y="534346"/>
                  </a:lnTo>
                  <a:lnTo>
                    <a:pt x="975063" y="544142"/>
                  </a:lnTo>
                  <a:lnTo>
                    <a:pt x="969076" y="549528"/>
                  </a:lnTo>
                  <a:lnTo>
                    <a:pt x="951385" y="563959"/>
                  </a:lnTo>
                  <a:lnTo>
                    <a:pt x="950435" y="564710"/>
                  </a:lnTo>
                  <a:lnTo>
                    <a:pt x="929582" y="579892"/>
                  </a:lnTo>
                  <a:lnTo>
                    <a:pt x="927717" y="581157"/>
                  </a:lnTo>
                  <a:lnTo>
                    <a:pt x="906027" y="595075"/>
                  </a:lnTo>
                  <a:lnTo>
                    <a:pt x="904050" y="596269"/>
                  </a:lnTo>
                  <a:lnTo>
                    <a:pt x="880382" y="609643"/>
                  </a:lnTo>
                  <a:lnTo>
                    <a:pt x="879210" y="610256"/>
                  </a:lnTo>
                  <a:lnTo>
                    <a:pt x="856715" y="621602"/>
                  </a:lnTo>
                  <a:lnTo>
                    <a:pt x="848316" y="625438"/>
                  </a:lnTo>
                  <a:lnTo>
                    <a:pt x="833048" y="632251"/>
                  </a:lnTo>
                  <a:lnTo>
                    <a:pt x="811983" y="640620"/>
                  </a:lnTo>
                  <a:lnTo>
                    <a:pt x="809380" y="641643"/>
                  </a:lnTo>
                  <a:lnTo>
                    <a:pt x="785713" y="650141"/>
                  </a:lnTo>
                  <a:lnTo>
                    <a:pt x="767552" y="655802"/>
                  </a:lnTo>
                  <a:lnTo>
                    <a:pt x="762034" y="657538"/>
                  </a:lnTo>
                  <a:lnTo>
                    <a:pt x="738367" y="664172"/>
                  </a:lnTo>
                  <a:lnTo>
                    <a:pt x="714699" y="669802"/>
                  </a:lnTo>
                  <a:lnTo>
                    <a:pt x="708970" y="670986"/>
                  </a:lnTo>
                  <a:lnTo>
                    <a:pt x="691032" y="674794"/>
                  </a:lnTo>
                  <a:lnTo>
                    <a:pt x="667365" y="678994"/>
                  </a:lnTo>
                  <a:lnTo>
                    <a:pt x="643697" y="682400"/>
                  </a:lnTo>
                  <a:lnTo>
                    <a:pt x="620030" y="685048"/>
                  </a:lnTo>
                  <a:lnTo>
                    <a:pt x="606504" y="686165"/>
                  </a:lnTo>
                  <a:lnTo>
                    <a:pt x="596351" y="687069"/>
                  </a:lnTo>
                  <a:lnTo>
                    <a:pt x="572684" y="688454"/>
                  </a:lnTo>
                  <a:lnTo>
                    <a:pt x="549017" y="689135"/>
                  </a:lnTo>
                  <a:lnTo>
                    <a:pt x="525349" y="689135"/>
                  </a:lnTo>
                  <a:lnTo>
                    <a:pt x="501682" y="688454"/>
                  </a:lnTo>
                  <a:lnTo>
                    <a:pt x="478014" y="687069"/>
                  </a:lnTo>
                  <a:lnTo>
                    <a:pt x="467862" y="686165"/>
                  </a:lnTo>
                  <a:lnTo>
                    <a:pt x="454347" y="685048"/>
                  </a:lnTo>
                  <a:lnTo>
                    <a:pt x="430680" y="682400"/>
                  </a:lnTo>
                  <a:lnTo>
                    <a:pt x="407001" y="678994"/>
                  </a:lnTo>
                  <a:lnTo>
                    <a:pt x="383334" y="674794"/>
                  </a:lnTo>
                  <a:lnTo>
                    <a:pt x="365396" y="670986"/>
                  </a:lnTo>
                  <a:lnTo>
                    <a:pt x="359666" y="669802"/>
                  </a:lnTo>
                  <a:lnTo>
                    <a:pt x="335999" y="664172"/>
                  </a:lnTo>
                  <a:lnTo>
                    <a:pt x="312331" y="657538"/>
                  </a:lnTo>
                  <a:lnTo>
                    <a:pt x="306814" y="655802"/>
                  </a:lnTo>
                  <a:lnTo>
                    <a:pt x="288664" y="650141"/>
                  </a:lnTo>
                  <a:lnTo>
                    <a:pt x="264997" y="641643"/>
                  </a:lnTo>
                  <a:lnTo>
                    <a:pt x="262394" y="640620"/>
                  </a:lnTo>
                  <a:lnTo>
                    <a:pt x="241329" y="632251"/>
                  </a:lnTo>
                  <a:lnTo>
                    <a:pt x="226050" y="625438"/>
                  </a:lnTo>
                  <a:lnTo>
                    <a:pt x="217651" y="621602"/>
                  </a:lnTo>
                  <a:lnTo>
                    <a:pt x="195158" y="610256"/>
                  </a:lnTo>
                  <a:lnTo>
                    <a:pt x="193987" y="609643"/>
                  </a:lnTo>
                  <a:lnTo>
                    <a:pt x="170317" y="59626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CB1457DB-D4FD-A5E4-BB50-8B9E50627C37}"/>
                </a:ext>
              </a:extLst>
            </p:cNvPr>
            <p:cNvSpPr/>
            <p:nvPr/>
          </p:nvSpPr>
          <p:spPr>
            <a:xfrm>
              <a:off x="4376641" y="3321124"/>
              <a:ext cx="907905" cy="582365"/>
            </a:xfrm>
            <a:custGeom>
              <a:avLst/>
              <a:gdLst>
                <a:gd name="csX0" fmla="*/ 158099 w 907905"/>
                <a:gd name="csY0" fmla="*/ 512048 h 582365"/>
                <a:gd name="csX1" fmla="*/ 156792 w 907905"/>
                <a:gd name="csY1" fmla="*/ 511323 h 582365"/>
                <a:gd name="csX2" fmla="*/ 134421 w 907905"/>
                <a:gd name="csY2" fmla="*/ 498035 h 582365"/>
                <a:gd name="csX3" fmla="*/ 131472 w 907905"/>
                <a:gd name="csY3" fmla="*/ 496141 h 582365"/>
                <a:gd name="csX4" fmla="*/ 110757 w 907905"/>
                <a:gd name="csY4" fmla="*/ 481791 h 582365"/>
                <a:gd name="csX5" fmla="*/ 109625 w 907905"/>
                <a:gd name="csY5" fmla="*/ 480958 h 582365"/>
                <a:gd name="csX6" fmla="*/ 90607 w 907905"/>
                <a:gd name="csY6" fmla="*/ 465776 h 582365"/>
                <a:gd name="csX7" fmla="*/ 87087 w 907905"/>
                <a:gd name="csY7" fmla="*/ 462662 h 582365"/>
                <a:gd name="csX8" fmla="*/ 73975 w 907905"/>
                <a:gd name="csY8" fmla="*/ 450594 h 582365"/>
                <a:gd name="csX9" fmla="*/ 63418 w 907905"/>
                <a:gd name="csY9" fmla="*/ 439577 h 582365"/>
                <a:gd name="csX10" fmla="*/ 59526 w 907905"/>
                <a:gd name="csY10" fmla="*/ 435412 h 582365"/>
                <a:gd name="csX11" fmla="*/ 46907 w 907905"/>
                <a:gd name="csY11" fmla="*/ 420231 h 582365"/>
                <a:gd name="csX12" fmla="*/ 39750 w 907905"/>
                <a:gd name="csY12" fmla="*/ 410225 h 582365"/>
                <a:gd name="csX13" fmla="*/ 36063 w 907905"/>
                <a:gd name="csY13" fmla="*/ 405049 h 582365"/>
                <a:gd name="csX14" fmla="*/ 26718 w 907905"/>
                <a:gd name="csY14" fmla="*/ 389866 h 582365"/>
                <a:gd name="csX15" fmla="*/ 18990 w 907905"/>
                <a:gd name="csY15" fmla="*/ 374684 h 582365"/>
                <a:gd name="csX16" fmla="*/ 16080 w 907905"/>
                <a:gd name="csY16" fmla="*/ 367718 h 582365"/>
                <a:gd name="csX17" fmla="*/ 12579 w 907905"/>
                <a:gd name="csY17" fmla="*/ 359502 h 582365"/>
                <a:gd name="csX18" fmla="*/ 7464 w 907905"/>
                <a:gd name="csY18" fmla="*/ 344320 h 582365"/>
                <a:gd name="csX19" fmla="*/ 3701 w 907905"/>
                <a:gd name="csY19" fmla="*/ 329138 h 582365"/>
                <a:gd name="csX20" fmla="*/ 1227 w 907905"/>
                <a:gd name="csY20" fmla="*/ 313955 h 582365"/>
                <a:gd name="csX21" fmla="*/ 0 w 907905"/>
                <a:gd name="csY21" fmla="*/ 298773 h 582365"/>
                <a:gd name="csX22" fmla="*/ 0 w 907905"/>
                <a:gd name="csY22" fmla="*/ 283592 h 582365"/>
                <a:gd name="csX23" fmla="*/ 1227 w 907905"/>
                <a:gd name="csY23" fmla="*/ 268410 h 582365"/>
                <a:gd name="csX24" fmla="*/ 3701 w 907905"/>
                <a:gd name="csY24" fmla="*/ 253228 h 582365"/>
                <a:gd name="csX25" fmla="*/ 7464 w 907905"/>
                <a:gd name="csY25" fmla="*/ 238045 h 582365"/>
                <a:gd name="csX26" fmla="*/ 12579 w 907905"/>
                <a:gd name="csY26" fmla="*/ 222863 h 582365"/>
                <a:gd name="csX27" fmla="*/ 16080 w 907905"/>
                <a:gd name="csY27" fmla="*/ 214646 h 582365"/>
                <a:gd name="csX28" fmla="*/ 18990 w 907905"/>
                <a:gd name="csY28" fmla="*/ 207681 h 582365"/>
                <a:gd name="csX29" fmla="*/ 26718 w 907905"/>
                <a:gd name="csY29" fmla="*/ 192499 h 582365"/>
                <a:gd name="csX30" fmla="*/ 36063 w 907905"/>
                <a:gd name="csY30" fmla="*/ 177317 h 582365"/>
                <a:gd name="csX31" fmla="*/ 39750 w 907905"/>
                <a:gd name="csY31" fmla="*/ 172140 h 582365"/>
                <a:gd name="csX32" fmla="*/ 46907 w 907905"/>
                <a:gd name="csY32" fmla="*/ 162134 h 582365"/>
                <a:gd name="csX33" fmla="*/ 59526 w 907905"/>
                <a:gd name="csY33" fmla="*/ 146953 h 582365"/>
                <a:gd name="csX34" fmla="*/ 63418 w 907905"/>
                <a:gd name="csY34" fmla="*/ 142788 h 582365"/>
                <a:gd name="csX35" fmla="*/ 73975 w 907905"/>
                <a:gd name="csY35" fmla="*/ 131771 h 582365"/>
                <a:gd name="csX36" fmla="*/ 87087 w 907905"/>
                <a:gd name="csY36" fmla="*/ 119703 h 582365"/>
                <a:gd name="csX37" fmla="*/ 90607 w 907905"/>
                <a:gd name="csY37" fmla="*/ 116589 h 582365"/>
                <a:gd name="csX38" fmla="*/ 109625 w 907905"/>
                <a:gd name="csY38" fmla="*/ 101407 h 582365"/>
                <a:gd name="csX39" fmla="*/ 110757 w 907905"/>
                <a:gd name="csY39" fmla="*/ 100575 h 582365"/>
                <a:gd name="csX40" fmla="*/ 131472 w 907905"/>
                <a:gd name="csY40" fmla="*/ 86225 h 582365"/>
                <a:gd name="csX41" fmla="*/ 134421 w 907905"/>
                <a:gd name="csY41" fmla="*/ 84330 h 582365"/>
                <a:gd name="csX42" fmla="*/ 156792 w 907905"/>
                <a:gd name="csY42" fmla="*/ 71042 h 582365"/>
                <a:gd name="csX43" fmla="*/ 158099 w 907905"/>
                <a:gd name="csY43" fmla="*/ 70318 h 582365"/>
                <a:gd name="csX44" fmla="*/ 181766 w 907905"/>
                <a:gd name="csY44" fmla="*/ 58119 h 582365"/>
                <a:gd name="csX45" fmla="*/ 186614 w 907905"/>
                <a:gd name="csY45" fmla="*/ 55860 h 582365"/>
                <a:gd name="csX46" fmla="*/ 205434 w 907905"/>
                <a:gd name="csY46" fmla="*/ 47450 h 582365"/>
                <a:gd name="csX47" fmla="*/ 222612 w 907905"/>
                <a:gd name="csY47" fmla="*/ 40678 h 582365"/>
                <a:gd name="csX48" fmla="*/ 229101 w 907905"/>
                <a:gd name="csY48" fmla="*/ 38182 h 582365"/>
                <a:gd name="csX49" fmla="*/ 252769 w 907905"/>
                <a:gd name="csY49" fmla="*/ 30087 h 582365"/>
                <a:gd name="csX50" fmla="*/ 268361 w 907905"/>
                <a:gd name="csY50" fmla="*/ 25496 h 582365"/>
                <a:gd name="csX51" fmla="*/ 276436 w 907905"/>
                <a:gd name="csY51" fmla="*/ 23131 h 582365"/>
                <a:gd name="csX52" fmla="*/ 300104 w 907905"/>
                <a:gd name="csY52" fmla="*/ 17138 h 582365"/>
                <a:gd name="csX53" fmla="*/ 323771 w 907905"/>
                <a:gd name="csY53" fmla="*/ 12180 h 582365"/>
                <a:gd name="csX54" fmla="*/ 334638 w 907905"/>
                <a:gd name="csY54" fmla="*/ 10315 h 582365"/>
                <a:gd name="csX55" fmla="*/ 347450 w 907905"/>
                <a:gd name="csY55" fmla="*/ 8067 h 582365"/>
                <a:gd name="csX56" fmla="*/ 371117 w 907905"/>
                <a:gd name="csY56" fmla="*/ 4787 h 582365"/>
                <a:gd name="csX57" fmla="*/ 394784 w 907905"/>
                <a:gd name="csY57" fmla="*/ 2373 h 582365"/>
                <a:gd name="csX58" fmla="*/ 418452 w 907905"/>
                <a:gd name="csY58" fmla="*/ 786 h 582365"/>
                <a:gd name="csX59" fmla="*/ 442119 w 907905"/>
                <a:gd name="csY59" fmla="*/ 0 h 582365"/>
                <a:gd name="csX60" fmla="*/ 465786 w 907905"/>
                <a:gd name="csY60" fmla="*/ 0 h 582365"/>
                <a:gd name="csX61" fmla="*/ 489454 w 907905"/>
                <a:gd name="csY61" fmla="*/ 786 h 582365"/>
                <a:gd name="csX62" fmla="*/ 513121 w 907905"/>
                <a:gd name="csY62" fmla="*/ 2373 h 582365"/>
                <a:gd name="csX63" fmla="*/ 536800 w 907905"/>
                <a:gd name="csY63" fmla="*/ 4787 h 582365"/>
                <a:gd name="csX64" fmla="*/ 560467 w 907905"/>
                <a:gd name="csY64" fmla="*/ 8067 h 582365"/>
                <a:gd name="csX65" fmla="*/ 573278 w 907905"/>
                <a:gd name="csY65" fmla="*/ 10315 h 582365"/>
                <a:gd name="csX66" fmla="*/ 584135 w 907905"/>
                <a:gd name="csY66" fmla="*/ 12180 h 582365"/>
                <a:gd name="csX67" fmla="*/ 607802 w 907905"/>
                <a:gd name="csY67" fmla="*/ 17138 h 582365"/>
                <a:gd name="csX68" fmla="*/ 631469 w 907905"/>
                <a:gd name="csY68" fmla="*/ 23131 h 582365"/>
                <a:gd name="csX69" fmla="*/ 639545 w 907905"/>
                <a:gd name="csY69" fmla="*/ 25496 h 582365"/>
                <a:gd name="csX70" fmla="*/ 655137 w 907905"/>
                <a:gd name="csY70" fmla="*/ 30087 h 582365"/>
                <a:gd name="csX71" fmla="*/ 678804 w 907905"/>
                <a:gd name="csY71" fmla="*/ 38182 h 582365"/>
                <a:gd name="csX72" fmla="*/ 685305 w 907905"/>
                <a:gd name="csY72" fmla="*/ 40678 h 582365"/>
                <a:gd name="csX73" fmla="*/ 702483 w 907905"/>
                <a:gd name="csY73" fmla="*/ 47450 h 582365"/>
                <a:gd name="csX74" fmla="*/ 721292 w 907905"/>
                <a:gd name="csY74" fmla="*/ 55860 h 582365"/>
                <a:gd name="csX75" fmla="*/ 726150 w 907905"/>
                <a:gd name="csY75" fmla="*/ 58119 h 582365"/>
                <a:gd name="csX76" fmla="*/ 749818 w 907905"/>
                <a:gd name="csY76" fmla="*/ 70318 h 582365"/>
                <a:gd name="csX77" fmla="*/ 751113 w 907905"/>
                <a:gd name="csY77" fmla="*/ 71042 h 582365"/>
                <a:gd name="csX78" fmla="*/ 773485 w 907905"/>
                <a:gd name="csY78" fmla="*/ 84330 h 582365"/>
                <a:gd name="csX79" fmla="*/ 776434 w 907905"/>
                <a:gd name="csY79" fmla="*/ 86225 h 582365"/>
                <a:gd name="csX80" fmla="*/ 797152 w 907905"/>
                <a:gd name="csY80" fmla="*/ 100575 h 582365"/>
                <a:gd name="csX81" fmla="*/ 798280 w 907905"/>
                <a:gd name="csY81" fmla="*/ 101407 h 582365"/>
                <a:gd name="csX82" fmla="*/ 817301 w 907905"/>
                <a:gd name="csY82" fmla="*/ 116589 h 582365"/>
                <a:gd name="csX83" fmla="*/ 820820 w 907905"/>
                <a:gd name="csY83" fmla="*/ 119703 h 582365"/>
                <a:gd name="csX84" fmla="*/ 833932 w 907905"/>
                <a:gd name="csY84" fmla="*/ 131771 h 582365"/>
                <a:gd name="csX85" fmla="*/ 844487 w 907905"/>
                <a:gd name="csY85" fmla="*/ 142788 h 582365"/>
                <a:gd name="csX86" fmla="*/ 848385 w 907905"/>
                <a:gd name="csY86" fmla="*/ 146953 h 582365"/>
                <a:gd name="csX87" fmla="*/ 861006 w 907905"/>
                <a:gd name="csY87" fmla="*/ 162134 h 582365"/>
                <a:gd name="csX88" fmla="*/ 868154 w 907905"/>
                <a:gd name="csY88" fmla="*/ 172140 h 582365"/>
                <a:gd name="csX89" fmla="*/ 871840 w 907905"/>
                <a:gd name="csY89" fmla="*/ 177317 h 582365"/>
                <a:gd name="csX90" fmla="*/ 881189 w 907905"/>
                <a:gd name="csY90" fmla="*/ 192499 h 582365"/>
                <a:gd name="csX91" fmla="*/ 888918 w 907905"/>
                <a:gd name="csY91" fmla="*/ 207681 h 582365"/>
                <a:gd name="csX92" fmla="*/ 891833 w 907905"/>
                <a:gd name="csY92" fmla="*/ 214646 h 582365"/>
                <a:gd name="csX93" fmla="*/ 895329 w 907905"/>
                <a:gd name="csY93" fmla="*/ 222863 h 582365"/>
                <a:gd name="csX94" fmla="*/ 900444 w 907905"/>
                <a:gd name="csY94" fmla="*/ 238045 h 582365"/>
                <a:gd name="csX95" fmla="*/ 904208 w 907905"/>
                <a:gd name="csY95" fmla="*/ 253228 h 582365"/>
                <a:gd name="csX96" fmla="*/ 906677 w 907905"/>
                <a:gd name="csY96" fmla="*/ 268410 h 582365"/>
                <a:gd name="csX97" fmla="*/ 907905 w 907905"/>
                <a:gd name="csY97" fmla="*/ 283592 h 582365"/>
                <a:gd name="csX98" fmla="*/ 907905 w 907905"/>
                <a:gd name="csY98" fmla="*/ 298773 h 582365"/>
                <a:gd name="csX99" fmla="*/ 906677 w 907905"/>
                <a:gd name="csY99" fmla="*/ 313955 h 582365"/>
                <a:gd name="csX100" fmla="*/ 904208 w 907905"/>
                <a:gd name="csY100" fmla="*/ 329138 h 582365"/>
                <a:gd name="csX101" fmla="*/ 900444 w 907905"/>
                <a:gd name="csY101" fmla="*/ 344320 h 582365"/>
                <a:gd name="csX102" fmla="*/ 895329 w 907905"/>
                <a:gd name="csY102" fmla="*/ 359502 h 582365"/>
                <a:gd name="csX103" fmla="*/ 891833 w 907905"/>
                <a:gd name="csY103" fmla="*/ 367718 h 582365"/>
                <a:gd name="csX104" fmla="*/ 888918 w 907905"/>
                <a:gd name="csY104" fmla="*/ 374684 h 582365"/>
                <a:gd name="csX105" fmla="*/ 881189 w 907905"/>
                <a:gd name="csY105" fmla="*/ 389866 h 582365"/>
                <a:gd name="csX106" fmla="*/ 871840 w 907905"/>
                <a:gd name="csY106" fmla="*/ 405049 h 582365"/>
                <a:gd name="csX107" fmla="*/ 868154 w 907905"/>
                <a:gd name="csY107" fmla="*/ 410225 h 582365"/>
                <a:gd name="csX108" fmla="*/ 861006 w 907905"/>
                <a:gd name="csY108" fmla="*/ 420231 h 582365"/>
                <a:gd name="csX109" fmla="*/ 848385 w 907905"/>
                <a:gd name="csY109" fmla="*/ 435412 h 582365"/>
                <a:gd name="csX110" fmla="*/ 844487 w 907905"/>
                <a:gd name="csY110" fmla="*/ 439577 h 582365"/>
                <a:gd name="csX111" fmla="*/ 833932 w 907905"/>
                <a:gd name="csY111" fmla="*/ 450594 h 582365"/>
                <a:gd name="csX112" fmla="*/ 820820 w 907905"/>
                <a:gd name="csY112" fmla="*/ 462662 h 582365"/>
                <a:gd name="csX113" fmla="*/ 817301 w 907905"/>
                <a:gd name="csY113" fmla="*/ 465776 h 582365"/>
                <a:gd name="csX114" fmla="*/ 798280 w 907905"/>
                <a:gd name="csY114" fmla="*/ 480958 h 582365"/>
                <a:gd name="csX115" fmla="*/ 797152 w 907905"/>
                <a:gd name="csY115" fmla="*/ 481791 h 582365"/>
                <a:gd name="csX116" fmla="*/ 776434 w 907905"/>
                <a:gd name="csY116" fmla="*/ 496141 h 582365"/>
                <a:gd name="csX117" fmla="*/ 773485 w 907905"/>
                <a:gd name="csY117" fmla="*/ 498035 h 582365"/>
                <a:gd name="csX118" fmla="*/ 751113 w 907905"/>
                <a:gd name="csY118" fmla="*/ 511323 h 582365"/>
                <a:gd name="csX119" fmla="*/ 749818 w 907905"/>
                <a:gd name="csY119" fmla="*/ 512048 h 582365"/>
                <a:gd name="csX120" fmla="*/ 726150 w 907905"/>
                <a:gd name="csY120" fmla="*/ 524247 h 582365"/>
                <a:gd name="csX121" fmla="*/ 721292 w 907905"/>
                <a:gd name="csY121" fmla="*/ 526505 h 582365"/>
                <a:gd name="csX122" fmla="*/ 702483 w 907905"/>
                <a:gd name="csY122" fmla="*/ 534915 h 582365"/>
                <a:gd name="csX123" fmla="*/ 685305 w 907905"/>
                <a:gd name="csY123" fmla="*/ 541687 h 582365"/>
                <a:gd name="csX124" fmla="*/ 678804 w 907905"/>
                <a:gd name="csY124" fmla="*/ 544184 h 582365"/>
                <a:gd name="csX125" fmla="*/ 655137 w 907905"/>
                <a:gd name="csY125" fmla="*/ 552278 h 582365"/>
                <a:gd name="csX126" fmla="*/ 639545 w 907905"/>
                <a:gd name="csY126" fmla="*/ 556868 h 582365"/>
                <a:gd name="csX127" fmla="*/ 631469 w 907905"/>
                <a:gd name="csY127" fmla="*/ 559234 h 582365"/>
                <a:gd name="csX128" fmla="*/ 607802 w 907905"/>
                <a:gd name="csY128" fmla="*/ 565227 h 582365"/>
                <a:gd name="csX129" fmla="*/ 584135 w 907905"/>
                <a:gd name="csY129" fmla="*/ 570185 h 582365"/>
                <a:gd name="csX130" fmla="*/ 573278 w 907905"/>
                <a:gd name="csY130" fmla="*/ 572051 h 582365"/>
                <a:gd name="csX131" fmla="*/ 560467 w 907905"/>
                <a:gd name="csY131" fmla="*/ 574298 h 582365"/>
                <a:gd name="csX132" fmla="*/ 536800 w 907905"/>
                <a:gd name="csY132" fmla="*/ 577578 h 582365"/>
                <a:gd name="csX133" fmla="*/ 513121 w 907905"/>
                <a:gd name="csY133" fmla="*/ 579992 h 582365"/>
                <a:gd name="csX134" fmla="*/ 489454 w 907905"/>
                <a:gd name="csY134" fmla="*/ 581578 h 582365"/>
                <a:gd name="csX135" fmla="*/ 465786 w 907905"/>
                <a:gd name="csY135" fmla="*/ 582365 h 582365"/>
                <a:gd name="csX136" fmla="*/ 442119 w 907905"/>
                <a:gd name="csY136" fmla="*/ 582365 h 582365"/>
                <a:gd name="csX137" fmla="*/ 418452 w 907905"/>
                <a:gd name="csY137" fmla="*/ 581578 h 582365"/>
                <a:gd name="csX138" fmla="*/ 394784 w 907905"/>
                <a:gd name="csY138" fmla="*/ 579992 h 582365"/>
                <a:gd name="csX139" fmla="*/ 371117 w 907905"/>
                <a:gd name="csY139" fmla="*/ 577578 h 582365"/>
                <a:gd name="csX140" fmla="*/ 347450 w 907905"/>
                <a:gd name="csY140" fmla="*/ 574298 h 582365"/>
                <a:gd name="csX141" fmla="*/ 334638 w 907905"/>
                <a:gd name="csY141" fmla="*/ 572051 h 582365"/>
                <a:gd name="csX142" fmla="*/ 323771 w 907905"/>
                <a:gd name="csY142" fmla="*/ 570185 h 582365"/>
                <a:gd name="csX143" fmla="*/ 300104 w 907905"/>
                <a:gd name="csY143" fmla="*/ 565227 h 582365"/>
                <a:gd name="csX144" fmla="*/ 276436 w 907905"/>
                <a:gd name="csY144" fmla="*/ 559234 h 582365"/>
                <a:gd name="csX145" fmla="*/ 268361 w 907905"/>
                <a:gd name="csY145" fmla="*/ 556868 h 582365"/>
                <a:gd name="csX146" fmla="*/ 252769 w 907905"/>
                <a:gd name="csY146" fmla="*/ 552278 h 582365"/>
                <a:gd name="csX147" fmla="*/ 229101 w 907905"/>
                <a:gd name="csY147" fmla="*/ 544184 h 582365"/>
                <a:gd name="csX148" fmla="*/ 222612 w 907905"/>
                <a:gd name="csY148" fmla="*/ 541687 h 582365"/>
                <a:gd name="csX149" fmla="*/ 205434 w 907905"/>
                <a:gd name="csY149" fmla="*/ 534915 h 582365"/>
                <a:gd name="csX150" fmla="*/ 186614 w 907905"/>
                <a:gd name="csY150" fmla="*/ 526505 h 582365"/>
                <a:gd name="csX151" fmla="*/ 181766 w 907905"/>
                <a:gd name="csY151" fmla="*/ 524247 h 582365"/>
                <a:gd name="csX152" fmla="*/ 158099 w 907905"/>
                <a:gd name="csY152" fmla="*/ 512048 h 582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907905" h="582365">
                  <a:moveTo>
                    <a:pt x="158099" y="512048"/>
                  </a:moveTo>
                  <a:lnTo>
                    <a:pt x="156792" y="511323"/>
                  </a:lnTo>
                  <a:lnTo>
                    <a:pt x="134421" y="498035"/>
                  </a:lnTo>
                  <a:lnTo>
                    <a:pt x="131472" y="496141"/>
                  </a:lnTo>
                  <a:lnTo>
                    <a:pt x="110757" y="481791"/>
                  </a:lnTo>
                  <a:lnTo>
                    <a:pt x="109625" y="480958"/>
                  </a:lnTo>
                  <a:lnTo>
                    <a:pt x="90607" y="465776"/>
                  </a:lnTo>
                  <a:lnTo>
                    <a:pt x="87087" y="462662"/>
                  </a:lnTo>
                  <a:lnTo>
                    <a:pt x="73975" y="450594"/>
                  </a:lnTo>
                  <a:lnTo>
                    <a:pt x="63418" y="439577"/>
                  </a:lnTo>
                  <a:lnTo>
                    <a:pt x="59526" y="435412"/>
                  </a:lnTo>
                  <a:lnTo>
                    <a:pt x="46907" y="420231"/>
                  </a:lnTo>
                  <a:lnTo>
                    <a:pt x="39750" y="410225"/>
                  </a:lnTo>
                  <a:lnTo>
                    <a:pt x="36063" y="405049"/>
                  </a:lnTo>
                  <a:lnTo>
                    <a:pt x="26718" y="389866"/>
                  </a:lnTo>
                  <a:lnTo>
                    <a:pt x="18990" y="374684"/>
                  </a:lnTo>
                  <a:lnTo>
                    <a:pt x="16080" y="367718"/>
                  </a:lnTo>
                  <a:lnTo>
                    <a:pt x="12579" y="359502"/>
                  </a:lnTo>
                  <a:lnTo>
                    <a:pt x="7464" y="344320"/>
                  </a:lnTo>
                  <a:lnTo>
                    <a:pt x="3701" y="329138"/>
                  </a:lnTo>
                  <a:lnTo>
                    <a:pt x="1227" y="313955"/>
                  </a:lnTo>
                  <a:lnTo>
                    <a:pt x="0" y="298773"/>
                  </a:lnTo>
                  <a:lnTo>
                    <a:pt x="0" y="283592"/>
                  </a:lnTo>
                  <a:lnTo>
                    <a:pt x="1227" y="268410"/>
                  </a:lnTo>
                  <a:lnTo>
                    <a:pt x="3701" y="253228"/>
                  </a:lnTo>
                  <a:lnTo>
                    <a:pt x="7464" y="238045"/>
                  </a:lnTo>
                  <a:lnTo>
                    <a:pt x="12579" y="222863"/>
                  </a:lnTo>
                  <a:lnTo>
                    <a:pt x="16080" y="214646"/>
                  </a:lnTo>
                  <a:lnTo>
                    <a:pt x="18990" y="207681"/>
                  </a:lnTo>
                  <a:lnTo>
                    <a:pt x="26718" y="192499"/>
                  </a:lnTo>
                  <a:lnTo>
                    <a:pt x="36063" y="177317"/>
                  </a:lnTo>
                  <a:lnTo>
                    <a:pt x="39750" y="172140"/>
                  </a:lnTo>
                  <a:lnTo>
                    <a:pt x="46907" y="162134"/>
                  </a:lnTo>
                  <a:lnTo>
                    <a:pt x="59526" y="146953"/>
                  </a:lnTo>
                  <a:lnTo>
                    <a:pt x="63418" y="142788"/>
                  </a:lnTo>
                  <a:lnTo>
                    <a:pt x="73975" y="131771"/>
                  </a:lnTo>
                  <a:lnTo>
                    <a:pt x="87087" y="119703"/>
                  </a:lnTo>
                  <a:lnTo>
                    <a:pt x="90607" y="116589"/>
                  </a:lnTo>
                  <a:lnTo>
                    <a:pt x="109625" y="101407"/>
                  </a:lnTo>
                  <a:lnTo>
                    <a:pt x="110757" y="100575"/>
                  </a:lnTo>
                  <a:lnTo>
                    <a:pt x="131472" y="86225"/>
                  </a:lnTo>
                  <a:lnTo>
                    <a:pt x="134421" y="84330"/>
                  </a:lnTo>
                  <a:lnTo>
                    <a:pt x="156792" y="71042"/>
                  </a:lnTo>
                  <a:lnTo>
                    <a:pt x="158099" y="70318"/>
                  </a:lnTo>
                  <a:lnTo>
                    <a:pt x="181766" y="58119"/>
                  </a:lnTo>
                  <a:lnTo>
                    <a:pt x="186614" y="55860"/>
                  </a:lnTo>
                  <a:lnTo>
                    <a:pt x="205434" y="47450"/>
                  </a:lnTo>
                  <a:lnTo>
                    <a:pt x="222612" y="40678"/>
                  </a:lnTo>
                  <a:lnTo>
                    <a:pt x="229101" y="38182"/>
                  </a:lnTo>
                  <a:lnTo>
                    <a:pt x="252769" y="30087"/>
                  </a:lnTo>
                  <a:lnTo>
                    <a:pt x="268361" y="25496"/>
                  </a:lnTo>
                  <a:lnTo>
                    <a:pt x="276436" y="23131"/>
                  </a:lnTo>
                  <a:lnTo>
                    <a:pt x="300104" y="17138"/>
                  </a:lnTo>
                  <a:lnTo>
                    <a:pt x="323771" y="12180"/>
                  </a:lnTo>
                  <a:lnTo>
                    <a:pt x="334638" y="10315"/>
                  </a:lnTo>
                  <a:lnTo>
                    <a:pt x="347450" y="8067"/>
                  </a:lnTo>
                  <a:lnTo>
                    <a:pt x="371117" y="4787"/>
                  </a:lnTo>
                  <a:lnTo>
                    <a:pt x="394784" y="2373"/>
                  </a:lnTo>
                  <a:lnTo>
                    <a:pt x="418452" y="786"/>
                  </a:lnTo>
                  <a:lnTo>
                    <a:pt x="442119" y="0"/>
                  </a:lnTo>
                  <a:lnTo>
                    <a:pt x="465786" y="0"/>
                  </a:lnTo>
                  <a:lnTo>
                    <a:pt x="489454" y="786"/>
                  </a:lnTo>
                  <a:lnTo>
                    <a:pt x="513121" y="2373"/>
                  </a:lnTo>
                  <a:lnTo>
                    <a:pt x="536800" y="4787"/>
                  </a:lnTo>
                  <a:lnTo>
                    <a:pt x="560467" y="8067"/>
                  </a:lnTo>
                  <a:lnTo>
                    <a:pt x="573278" y="10315"/>
                  </a:lnTo>
                  <a:lnTo>
                    <a:pt x="584135" y="12180"/>
                  </a:lnTo>
                  <a:lnTo>
                    <a:pt x="607802" y="17138"/>
                  </a:lnTo>
                  <a:lnTo>
                    <a:pt x="631469" y="23131"/>
                  </a:lnTo>
                  <a:lnTo>
                    <a:pt x="639545" y="25496"/>
                  </a:lnTo>
                  <a:lnTo>
                    <a:pt x="655137" y="30087"/>
                  </a:lnTo>
                  <a:lnTo>
                    <a:pt x="678804" y="38182"/>
                  </a:lnTo>
                  <a:lnTo>
                    <a:pt x="685305" y="40678"/>
                  </a:lnTo>
                  <a:lnTo>
                    <a:pt x="702483" y="47450"/>
                  </a:lnTo>
                  <a:lnTo>
                    <a:pt x="721292" y="55860"/>
                  </a:lnTo>
                  <a:lnTo>
                    <a:pt x="726150" y="58119"/>
                  </a:lnTo>
                  <a:lnTo>
                    <a:pt x="749818" y="70318"/>
                  </a:lnTo>
                  <a:lnTo>
                    <a:pt x="751113" y="71042"/>
                  </a:lnTo>
                  <a:lnTo>
                    <a:pt x="773485" y="84330"/>
                  </a:lnTo>
                  <a:lnTo>
                    <a:pt x="776434" y="86225"/>
                  </a:lnTo>
                  <a:lnTo>
                    <a:pt x="797152" y="100575"/>
                  </a:lnTo>
                  <a:lnTo>
                    <a:pt x="798280" y="101407"/>
                  </a:lnTo>
                  <a:lnTo>
                    <a:pt x="817301" y="116589"/>
                  </a:lnTo>
                  <a:lnTo>
                    <a:pt x="820820" y="119703"/>
                  </a:lnTo>
                  <a:lnTo>
                    <a:pt x="833932" y="131771"/>
                  </a:lnTo>
                  <a:lnTo>
                    <a:pt x="844487" y="142788"/>
                  </a:lnTo>
                  <a:lnTo>
                    <a:pt x="848385" y="146953"/>
                  </a:lnTo>
                  <a:lnTo>
                    <a:pt x="861006" y="162134"/>
                  </a:lnTo>
                  <a:lnTo>
                    <a:pt x="868154" y="172140"/>
                  </a:lnTo>
                  <a:lnTo>
                    <a:pt x="871840" y="177317"/>
                  </a:lnTo>
                  <a:lnTo>
                    <a:pt x="881189" y="192499"/>
                  </a:lnTo>
                  <a:lnTo>
                    <a:pt x="888918" y="207681"/>
                  </a:lnTo>
                  <a:lnTo>
                    <a:pt x="891833" y="214646"/>
                  </a:lnTo>
                  <a:lnTo>
                    <a:pt x="895329" y="222863"/>
                  </a:lnTo>
                  <a:lnTo>
                    <a:pt x="900444" y="238045"/>
                  </a:lnTo>
                  <a:lnTo>
                    <a:pt x="904208" y="253228"/>
                  </a:lnTo>
                  <a:lnTo>
                    <a:pt x="906677" y="268410"/>
                  </a:lnTo>
                  <a:lnTo>
                    <a:pt x="907905" y="283592"/>
                  </a:lnTo>
                  <a:lnTo>
                    <a:pt x="907905" y="298773"/>
                  </a:lnTo>
                  <a:lnTo>
                    <a:pt x="906677" y="313955"/>
                  </a:lnTo>
                  <a:lnTo>
                    <a:pt x="904208" y="329138"/>
                  </a:lnTo>
                  <a:lnTo>
                    <a:pt x="900444" y="344320"/>
                  </a:lnTo>
                  <a:lnTo>
                    <a:pt x="895329" y="359502"/>
                  </a:lnTo>
                  <a:lnTo>
                    <a:pt x="891833" y="367718"/>
                  </a:lnTo>
                  <a:lnTo>
                    <a:pt x="888918" y="374684"/>
                  </a:lnTo>
                  <a:lnTo>
                    <a:pt x="881189" y="389866"/>
                  </a:lnTo>
                  <a:lnTo>
                    <a:pt x="871840" y="405049"/>
                  </a:lnTo>
                  <a:lnTo>
                    <a:pt x="868154" y="410225"/>
                  </a:lnTo>
                  <a:lnTo>
                    <a:pt x="861006" y="420231"/>
                  </a:lnTo>
                  <a:lnTo>
                    <a:pt x="848385" y="435412"/>
                  </a:lnTo>
                  <a:lnTo>
                    <a:pt x="844487" y="439577"/>
                  </a:lnTo>
                  <a:lnTo>
                    <a:pt x="833932" y="450594"/>
                  </a:lnTo>
                  <a:lnTo>
                    <a:pt x="820820" y="462662"/>
                  </a:lnTo>
                  <a:lnTo>
                    <a:pt x="817301" y="465776"/>
                  </a:lnTo>
                  <a:lnTo>
                    <a:pt x="798280" y="480958"/>
                  </a:lnTo>
                  <a:lnTo>
                    <a:pt x="797152" y="481791"/>
                  </a:lnTo>
                  <a:lnTo>
                    <a:pt x="776434" y="496141"/>
                  </a:lnTo>
                  <a:lnTo>
                    <a:pt x="773485" y="498035"/>
                  </a:lnTo>
                  <a:lnTo>
                    <a:pt x="751113" y="511323"/>
                  </a:lnTo>
                  <a:lnTo>
                    <a:pt x="749818" y="512048"/>
                  </a:lnTo>
                  <a:lnTo>
                    <a:pt x="726150" y="524247"/>
                  </a:lnTo>
                  <a:lnTo>
                    <a:pt x="721292" y="526505"/>
                  </a:lnTo>
                  <a:lnTo>
                    <a:pt x="702483" y="534915"/>
                  </a:lnTo>
                  <a:lnTo>
                    <a:pt x="685305" y="541687"/>
                  </a:lnTo>
                  <a:lnTo>
                    <a:pt x="678804" y="544184"/>
                  </a:lnTo>
                  <a:lnTo>
                    <a:pt x="655137" y="552278"/>
                  </a:lnTo>
                  <a:lnTo>
                    <a:pt x="639545" y="556868"/>
                  </a:lnTo>
                  <a:lnTo>
                    <a:pt x="631469" y="559234"/>
                  </a:lnTo>
                  <a:lnTo>
                    <a:pt x="607802" y="565227"/>
                  </a:lnTo>
                  <a:lnTo>
                    <a:pt x="584135" y="570185"/>
                  </a:lnTo>
                  <a:lnTo>
                    <a:pt x="573278" y="572051"/>
                  </a:lnTo>
                  <a:lnTo>
                    <a:pt x="560467" y="574298"/>
                  </a:lnTo>
                  <a:lnTo>
                    <a:pt x="536800" y="577578"/>
                  </a:lnTo>
                  <a:lnTo>
                    <a:pt x="513121" y="579992"/>
                  </a:lnTo>
                  <a:lnTo>
                    <a:pt x="489454" y="581578"/>
                  </a:lnTo>
                  <a:lnTo>
                    <a:pt x="465786" y="582365"/>
                  </a:lnTo>
                  <a:lnTo>
                    <a:pt x="442119" y="582365"/>
                  </a:lnTo>
                  <a:lnTo>
                    <a:pt x="418452" y="581578"/>
                  </a:lnTo>
                  <a:lnTo>
                    <a:pt x="394784" y="579992"/>
                  </a:lnTo>
                  <a:lnTo>
                    <a:pt x="371117" y="577578"/>
                  </a:lnTo>
                  <a:lnTo>
                    <a:pt x="347450" y="574298"/>
                  </a:lnTo>
                  <a:lnTo>
                    <a:pt x="334638" y="572051"/>
                  </a:lnTo>
                  <a:lnTo>
                    <a:pt x="323771" y="570185"/>
                  </a:lnTo>
                  <a:lnTo>
                    <a:pt x="300104" y="565227"/>
                  </a:lnTo>
                  <a:lnTo>
                    <a:pt x="276436" y="559234"/>
                  </a:lnTo>
                  <a:lnTo>
                    <a:pt x="268361" y="556868"/>
                  </a:lnTo>
                  <a:lnTo>
                    <a:pt x="252769" y="552278"/>
                  </a:lnTo>
                  <a:lnTo>
                    <a:pt x="229101" y="544184"/>
                  </a:lnTo>
                  <a:lnTo>
                    <a:pt x="222612" y="541687"/>
                  </a:lnTo>
                  <a:lnTo>
                    <a:pt x="205434" y="534915"/>
                  </a:lnTo>
                  <a:lnTo>
                    <a:pt x="186614" y="526505"/>
                  </a:lnTo>
                  <a:lnTo>
                    <a:pt x="181766" y="524247"/>
                  </a:lnTo>
                  <a:lnTo>
                    <a:pt x="158099" y="512048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CBC61475-AAED-F472-68E6-446A06AAB60D}"/>
                </a:ext>
              </a:extLst>
            </p:cNvPr>
            <p:cNvSpPr/>
            <p:nvPr/>
          </p:nvSpPr>
          <p:spPr>
            <a:xfrm>
              <a:off x="4446543" y="3365961"/>
              <a:ext cx="768106" cy="492690"/>
            </a:xfrm>
            <a:custGeom>
              <a:avLst/>
              <a:gdLst>
                <a:gd name="csX0" fmla="*/ 170949 w 768106"/>
                <a:gd name="csY0" fmla="*/ 451303 h 492690"/>
                <a:gd name="csX1" fmla="*/ 182867 w 768106"/>
                <a:gd name="csY1" fmla="*/ 456284 h 492690"/>
                <a:gd name="csX2" fmla="*/ 206534 w 768106"/>
                <a:gd name="csY2" fmla="*/ 464887 h 492690"/>
                <a:gd name="csX3" fmla="*/ 211616 w 768106"/>
                <a:gd name="csY3" fmla="*/ 466486 h 492690"/>
                <a:gd name="csX4" fmla="*/ 230201 w 768106"/>
                <a:gd name="csY4" fmla="*/ 472173 h 492690"/>
                <a:gd name="csX5" fmla="*/ 253869 w 768106"/>
                <a:gd name="csY5" fmla="*/ 478211 h 492690"/>
                <a:gd name="csX6" fmla="*/ 270488 w 768106"/>
                <a:gd name="csY6" fmla="*/ 481668 h 492690"/>
                <a:gd name="csX7" fmla="*/ 277547 w 768106"/>
                <a:gd name="csY7" fmla="*/ 483123 h 492690"/>
                <a:gd name="csX8" fmla="*/ 301215 w 768106"/>
                <a:gd name="csY8" fmla="*/ 487013 h 492690"/>
                <a:gd name="csX9" fmla="*/ 324882 w 768106"/>
                <a:gd name="csY9" fmla="*/ 489875 h 492690"/>
                <a:gd name="csX10" fmla="*/ 348550 w 768106"/>
                <a:gd name="csY10" fmla="*/ 491757 h 492690"/>
                <a:gd name="csX11" fmla="*/ 372217 w 768106"/>
                <a:gd name="csY11" fmla="*/ 492691 h 492690"/>
                <a:gd name="csX12" fmla="*/ 395884 w 768106"/>
                <a:gd name="csY12" fmla="*/ 492691 h 492690"/>
                <a:gd name="csX13" fmla="*/ 419552 w 768106"/>
                <a:gd name="csY13" fmla="*/ 491757 h 492690"/>
                <a:gd name="csX14" fmla="*/ 443219 w 768106"/>
                <a:gd name="csY14" fmla="*/ 489875 h 492690"/>
                <a:gd name="csX15" fmla="*/ 466898 w 768106"/>
                <a:gd name="csY15" fmla="*/ 487013 h 492690"/>
                <a:gd name="csX16" fmla="*/ 490565 w 768106"/>
                <a:gd name="csY16" fmla="*/ 483123 h 492690"/>
                <a:gd name="csX17" fmla="*/ 497613 w 768106"/>
                <a:gd name="csY17" fmla="*/ 481668 h 492690"/>
                <a:gd name="csX18" fmla="*/ 514232 w 768106"/>
                <a:gd name="csY18" fmla="*/ 478211 h 492690"/>
                <a:gd name="csX19" fmla="*/ 537900 w 768106"/>
                <a:gd name="csY19" fmla="*/ 472173 h 492690"/>
                <a:gd name="csX20" fmla="*/ 556485 w 768106"/>
                <a:gd name="csY20" fmla="*/ 466486 h 492690"/>
                <a:gd name="csX21" fmla="*/ 561567 w 768106"/>
                <a:gd name="csY21" fmla="*/ 464887 h 492690"/>
                <a:gd name="csX22" fmla="*/ 585235 w 768106"/>
                <a:gd name="csY22" fmla="*/ 456284 h 492690"/>
                <a:gd name="csX23" fmla="*/ 597152 w 768106"/>
                <a:gd name="csY23" fmla="*/ 451303 h 492690"/>
                <a:gd name="csX24" fmla="*/ 608902 w 768106"/>
                <a:gd name="csY24" fmla="*/ 446141 h 492690"/>
                <a:gd name="csX25" fmla="*/ 629051 w 768106"/>
                <a:gd name="csY25" fmla="*/ 436121 h 492690"/>
                <a:gd name="csX26" fmla="*/ 632581 w 768106"/>
                <a:gd name="csY26" fmla="*/ 434247 h 492690"/>
                <a:gd name="csX27" fmla="*/ 655142 w 768106"/>
                <a:gd name="csY27" fmla="*/ 420939 h 492690"/>
                <a:gd name="csX28" fmla="*/ 656248 w 768106"/>
                <a:gd name="csY28" fmla="*/ 420234 h 492690"/>
                <a:gd name="csX29" fmla="*/ 676989 w 768106"/>
                <a:gd name="csY29" fmla="*/ 405757 h 492690"/>
                <a:gd name="csX30" fmla="*/ 679916 w 768106"/>
                <a:gd name="csY30" fmla="*/ 403495 h 492690"/>
                <a:gd name="csX31" fmla="*/ 695530 w 768106"/>
                <a:gd name="csY31" fmla="*/ 390574 h 492690"/>
                <a:gd name="csX32" fmla="*/ 703583 w 768106"/>
                <a:gd name="csY32" fmla="*/ 383035 h 492690"/>
                <a:gd name="csX33" fmla="*/ 711345 w 768106"/>
                <a:gd name="csY33" fmla="*/ 375393 h 492690"/>
                <a:gd name="csX34" fmla="*/ 724759 w 768106"/>
                <a:gd name="csY34" fmla="*/ 360211 h 492690"/>
                <a:gd name="csX35" fmla="*/ 727250 w 768106"/>
                <a:gd name="csY35" fmla="*/ 356952 h 492690"/>
                <a:gd name="csX36" fmla="*/ 736119 w 768106"/>
                <a:gd name="csY36" fmla="*/ 345029 h 492690"/>
                <a:gd name="csX37" fmla="*/ 745534 w 768106"/>
                <a:gd name="csY37" fmla="*/ 329847 h 492690"/>
                <a:gd name="csX38" fmla="*/ 750918 w 768106"/>
                <a:gd name="csY38" fmla="*/ 319186 h 492690"/>
                <a:gd name="csX39" fmla="*/ 753185 w 768106"/>
                <a:gd name="csY39" fmla="*/ 314665 h 492690"/>
                <a:gd name="csX40" fmla="*/ 759250 w 768106"/>
                <a:gd name="csY40" fmla="*/ 299482 h 492690"/>
                <a:gd name="csX41" fmla="*/ 763717 w 768106"/>
                <a:gd name="csY41" fmla="*/ 284300 h 492690"/>
                <a:gd name="csX42" fmla="*/ 766644 w 768106"/>
                <a:gd name="csY42" fmla="*/ 269118 h 492690"/>
                <a:gd name="csX43" fmla="*/ 768107 w 768106"/>
                <a:gd name="csY43" fmla="*/ 253936 h 492690"/>
                <a:gd name="csX44" fmla="*/ 768107 w 768106"/>
                <a:gd name="csY44" fmla="*/ 238755 h 492690"/>
                <a:gd name="csX45" fmla="*/ 766644 w 768106"/>
                <a:gd name="csY45" fmla="*/ 223573 h 492690"/>
                <a:gd name="csX46" fmla="*/ 763717 w 768106"/>
                <a:gd name="csY46" fmla="*/ 208390 h 492690"/>
                <a:gd name="csX47" fmla="*/ 759250 w 768106"/>
                <a:gd name="csY47" fmla="*/ 193208 h 492690"/>
                <a:gd name="csX48" fmla="*/ 753185 w 768106"/>
                <a:gd name="csY48" fmla="*/ 178026 h 492690"/>
                <a:gd name="csX49" fmla="*/ 750918 w 768106"/>
                <a:gd name="csY49" fmla="*/ 173505 h 492690"/>
                <a:gd name="csX50" fmla="*/ 745534 w 768106"/>
                <a:gd name="csY50" fmla="*/ 162844 h 492690"/>
                <a:gd name="csX51" fmla="*/ 736119 w 768106"/>
                <a:gd name="csY51" fmla="*/ 147661 h 492690"/>
                <a:gd name="csX52" fmla="*/ 727250 w 768106"/>
                <a:gd name="csY52" fmla="*/ 135738 h 492690"/>
                <a:gd name="csX53" fmla="*/ 724759 w 768106"/>
                <a:gd name="csY53" fmla="*/ 132479 h 492690"/>
                <a:gd name="csX54" fmla="*/ 711345 w 768106"/>
                <a:gd name="csY54" fmla="*/ 117297 h 492690"/>
                <a:gd name="csX55" fmla="*/ 703583 w 768106"/>
                <a:gd name="csY55" fmla="*/ 109655 h 492690"/>
                <a:gd name="csX56" fmla="*/ 695530 w 768106"/>
                <a:gd name="csY56" fmla="*/ 102116 h 492690"/>
                <a:gd name="csX57" fmla="*/ 679916 w 768106"/>
                <a:gd name="csY57" fmla="*/ 89196 h 492690"/>
                <a:gd name="csX58" fmla="*/ 676989 w 768106"/>
                <a:gd name="csY58" fmla="*/ 86934 h 492690"/>
                <a:gd name="csX59" fmla="*/ 656248 w 768106"/>
                <a:gd name="csY59" fmla="*/ 72455 h 492690"/>
                <a:gd name="csX60" fmla="*/ 655142 w 768106"/>
                <a:gd name="csY60" fmla="*/ 71752 h 492690"/>
                <a:gd name="csX61" fmla="*/ 632581 w 768106"/>
                <a:gd name="csY61" fmla="*/ 58444 h 492690"/>
                <a:gd name="csX62" fmla="*/ 629051 w 768106"/>
                <a:gd name="csY62" fmla="*/ 56569 h 492690"/>
                <a:gd name="csX63" fmla="*/ 608902 w 768106"/>
                <a:gd name="csY63" fmla="*/ 46550 h 492690"/>
                <a:gd name="csX64" fmla="*/ 597152 w 768106"/>
                <a:gd name="csY64" fmla="*/ 41387 h 492690"/>
                <a:gd name="csX65" fmla="*/ 585235 w 768106"/>
                <a:gd name="csY65" fmla="*/ 36407 h 492690"/>
                <a:gd name="csX66" fmla="*/ 561567 w 768106"/>
                <a:gd name="csY66" fmla="*/ 27803 h 492690"/>
                <a:gd name="csX67" fmla="*/ 556485 w 768106"/>
                <a:gd name="csY67" fmla="*/ 26205 h 492690"/>
                <a:gd name="csX68" fmla="*/ 537900 w 768106"/>
                <a:gd name="csY68" fmla="*/ 20518 h 492690"/>
                <a:gd name="csX69" fmla="*/ 514232 w 768106"/>
                <a:gd name="csY69" fmla="*/ 14480 h 492690"/>
                <a:gd name="csX70" fmla="*/ 497613 w 768106"/>
                <a:gd name="csY70" fmla="*/ 11023 h 492690"/>
                <a:gd name="csX71" fmla="*/ 490565 w 768106"/>
                <a:gd name="csY71" fmla="*/ 9567 h 492690"/>
                <a:gd name="csX72" fmla="*/ 466898 w 768106"/>
                <a:gd name="csY72" fmla="*/ 5677 h 492690"/>
                <a:gd name="csX73" fmla="*/ 443219 w 768106"/>
                <a:gd name="csY73" fmla="*/ 2815 h 492690"/>
                <a:gd name="csX74" fmla="*/ 419552 w 768106"/>
                <a:gd name="csY74" fmla="*/ 934 h 492690"/>
                <a:gd name="csX75" fmla="*/ 395884 w 768106"/>
                <a:gd name="csY75" fmla="*/ 0 h 492690"/>
                <a:gd name="csX76" fmla="*/ 372217 w 768106"/>
                <a:gd name="csY76" fmla="*/ 0 h 492690"/>
                <a:gd name="csX77" fmla="*/ 348550 w 768106"/>
                <a:gd name="csY77" fmla="*/ 934 h 492690"/>
                <a:gd name="csX78" fmla="*/ 324882 w 768106"/>
                <a:gd name="csY78" fmla="*/ 2815 h 492690"/>
                <a:gd name="csX79" fmla="*/ 301215 w 768106"/>
                <a:gd name="csY79" fmla="*/ 5677 h 492690"/>
                <a:gd name="csX80" fmla="*/ 277547 w 768106"/>
                <a:gd name="csY80" fmla="*/ 9567 h 492690"/>
                <a:gd name="csX81" fmla="*/ 270488 w 768106"/>
                <a:gd name="csY81" fmla="*/ 11023 h 492690"/>
                <a:gd name="csX82" fmla="*/ 253869 w 768106"/>
                <a:gd name="csY82" fmla="*/ 14480 h 492690"/>
                <a:gd name="csX83" fmla="*/ 230201 w 768106"/>
                <a:gd name="csY83" fmla="*/ 20518 h 492690"/>
                <a:gd name="csX84" fmla="*/ 211616 w 768106"/>
                <a:gd name="csY84" fmla="*/ 26205 h 492690"/>
                <a:gd name="csX85" fmla="*/ 206534 w 768106"/>
                <a:gd name="csY85" fmla="*/ 27803 h 492690"/>
                <a:gd name="csX86" fmla="*/ 182867 w 768106"/>
                <a:gd name="csY86" fmla="*/ 36407 h 492690"/>
                <a:gd name="csX87" fmla="*/ 170949 w 768106"/>
                <a:gd name="csY87" fmla="*/ 41387 h 492690"/>
                <a:gd name="csX88" fmla="*/ 159199 w 768106"/>
                <a:gd name="csY88" fmla="*/ 46550 h 492690"/>
                <a:gd name="csX89" fmla="*/ 139061 w 768106"/>
                <a:gd name="csY89" fmla="*/ 56569 h 492690"/>
                <a:gd name="csX90" fmla="*/ 135532 w 768106"/>
                <a:gd name="csY90" fmla="*/ 58444 h 492690"/>
                <a:gd name="csX91" fmla="*/ 112959 w 768106"/>
                <a:gd name="csY91" fmla="*/ 71752 h 492690"/>
                <a:gd name="csX92" fmla="*/ 111864 w 768106"/>
                <a:gd name="csY92" fmla="*/ 72455 h 492690"/>
                <a:gd name="csX93" fmla="*/ 91112 w 768106"/>
                <a:gd name="csY93" fmla="*/ 86934 h 492690"/>
                <a:gd name="csX94" fmla="*/ 88197 w 768106"/>
                <a:gd name="csY94" fmla="*/ 89196 h 492690"/>
                <a:gd name="csX95" fmla="*/ 72571 w 768106"/>
                <a:gd name="csY95" fmla="*/ 102116 h 492690"/>
                <a:gd name="csX96" fmla="*/ 64519 w 768106"/>
                <a:gd name="csY96" fmla="*/ 109655 h 492690"/>
                <a:gd name="csX97" fmla="*/ 56756 w 768106"/>
                <a:gd name="csY97" fmla="*/ 117297 h 492690"/>
                <a:gd name="csX98" fmla="*/ 43345 w 768106"/>
                <a:gd name="csY98" fmla="*/ 132479 h 492690"/>
                <a:gd name="csX99" fmla="*/ 40854 w 768106"/>
                <a:gd name="csY99" fmla="*/ 135738 h 492690"/>
                <a:gd name="csX100" fmla="*/ 31988 w 768106"/>
                <a:gd name="csY100" fmla="*/ 147661 h 492690"/>
                <a:gd name="csX101" fmla="*/ 22573 w 768106"/>
                <a:gd name="csY101" fmla="*/ 162844 h 492690"/>
                <a:gd name="csX102" fmla="*/ 17185 w 768106"/>
                <a:gd name="csY102" fmla="*/ 173505 h 492690"/>
                <a:gd name="csX103" fmla="*/ 14915 w 768106"/>
                <a:gd name="csY103" fmla="*/ 178026 h 492690"/>
                <a:gd name="csX104" fmla="*/ 8850 w 768106"/>
                <a:gd name="csY104" fmla="*/ 193208 h 492690"/>
                <a:gd name="csX105" fmla="*/ 4389 w 768106"/>
                <a:gd name="csY105" fmla="*/ 208390 h 492690"/>
                <a:gd name="csX106" fmla="*/ 1455 w 768106"/>
                <a:gd name="csY106" fmla="*/ 223573 h 492690"/>
                <a:gd name="csX107" fmla="*/ 0 w 768106"/>
                <a:gd name="csY107" fmla="*/ 238755 h 492690"/>
                <a:gd name="csX108" fmla="*/ 0 w 768106"/>
                <a:gd name="csY108" fmla="*/ 253936 h 492690"/>
                <a:gd name="csX109" fmla="*/ 1455 w 768106"/>
                <a:gd name="csY109" fmla="*/ 269118 h 492690"/>
                <a:gd name="csX110" fmla="*/ 4389 w 768106"/>
                <a:gd name="csY110" fmla="*/ 284300 h 492690"/>
                <a:gd name="csX111" fmla="*/ 8850 w 768106"/>
                <a:gd name="csY111" fmla="*/ 299482 h 492690"/>
                <a:gd name="csX112" fmla="*/ 14915 w 768106"/>
                <a:gd name="csY112" fmla="*/ 314665 h 492690"/>
                <a:gd name="csX113" fmla="*/ 17185 w 768106"/>
                <a:gd name="csY113" fmla="*/ 319186 h 492690"/>
                <a:gd name="csX114" fmla="*/ 22573 w 768106"/>
                <a:gd name="csY114" fmla="*/ 329847 h 492690"/>
                <a:gd name="csX115" fmla="*/ 31988 w 768106"/>
                <a:gd name="csY115" fmla="*/ 345029 h 492690"/>
                <a:gd name="csX116" fmla="*/ 40854 w 768106"/>
                <a:gd name="csY116" fmla="*/ 356952 h 492690"/>
                <a:gd name="csX117" fmla="*/ 43345 w 768106"/>
                <a:gd name="csY117" fmla="*/ 360211 h 492690"/>
                <a:gd name="csX118" fmla="*/ 56756 w 768106"/>
                <a:gd name="csY118" fmla="*/ 375393 h 492690"/>
                <a:gd name="csX119" fmla="*/ 64519 w 768106"/>
                <a:gd name="csY119" fmla="*/ 383035 h 492690"/>
                <a:gd name="csX120" fmla="*/ 72571 w 768106"/>
                <a:gd name="csY120" fmla="*/ 390574 h 492690"/>
                <a:gd name="csX121" fmla="*/ 88197 w 768106"/>
                <a:gd name="csY121" fmla="*/ 403495 h 492690"/>
                <a:gd name="csX122" fmla="*/ 91112 w 768106"/>
                <a:gd name="csY122" fmla="*/ 405757 h 492690"/>
                <a:gd name="csX123" fmla="*/ 111864 w 768106"/>
                <a:gd name="csY123" fmla="*/ 420234 h 492690"/>
                <a:gd name="csX124" fmla="*/ 112959 w 768106"/>
                <a:gd name="csY124" fmla="*/ 420939 h 492690"/>
                <a:gd name="csX125" fmla="*/ 135532 w 768106"/>
                <a:gd name="csY125" fmla="*/ 434247 h 492690"/>
                <a:gd name="csX126" fmla="*/ 139061 w 768106"/>
                <a:gd name="csY126" fmla="*/ 436121 h 492690"/>
                <a:gd name="csX127" fmla="*/ 159199 w 768106"/>
                <a:gd name="csY127" fmla="*/ 446141 h 492690"/>
                <a:gd name="csX128" fmla="*/ 170949 w 768106"/>
                <a:gd name="csY128" fmla="*/ 451303 h 492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8106" h="492690">
                  <a:moveTo>
                    <a:pt x="170949" y="451303"/>
                  </a:moveTo>
                  <a:lnTo>
                    <a:pt x="182867" y="456284"/>
                  </a:lnTo>
                  <a:lnTo>
                    <a:pt x="206534" y="464887"/>
                  </a:lnTo>
                  <a:lnTo>
                    <a:pt x="211616" y="466486"/>
                  </a:lnTo>
                  <a:lnTo>
                    <a:pt x="230201" y="472173"/>
                  </a:lnTo>
                  <a:lnTo>
                    <a:pt x="253869" y="478211"/>
                  </a:lnTo>
                  <a:lnTo>
                    <a:pt x="270488" y="481668"/>
                  </a:lnTo>
                  <a:lnTo>
                    <a:pt x="277547" y="483123"/>
                  </a:lnTo>
                  <a:lnTo>
                    <a:pt x="301215" y="487013"/>
                  </a:lnTo>
                  <a:lnTo>
                    <a:pt x="324882" y="489875"/>
                  </a:lnTo>
                  <a:lnTo>
                    <a:pt x="348550" y="491757"/>
                  </a:lnTo>
                  <a:lnTo>
                    <a:pt x="372217" y="492691"/>
                  </a:lnTo>
                  <a:lnTo>
                    <a:pt x="395884" y="492691"/>
                  </a:lnTo>
                  <a:lnTo>
                    <a:pt x="419552" y="491757"/>
                  </a:lnTo>
                  <a:lnTo>
                    <a:pt x="443219" y="489875"/>
                  </a:lnTo>
                  <a:lnTo>
                    <a:pt x="466898" y="487013"/>
                  </a:lnTo>
                  <a:lnTo>
                    <a:pt x="490565" y="483123"/>
                  </a:lnTo>
                  <a:lnTo>
                    <a:pt x="497613" y="481668"/>
                  </a:lnTo>
                  <a:lnTo>
                    <a:pt x="514232" y="478211"/>
                  </a:lnTo>
                  <a:lnTo>
                    <a:pt x="537900" y="472173"/>
                  </a:lnTo>
                  <a:lnTo>
                    <a:pt x="556485" y="466486"/>
                  </a:lnTo>
                  <a:lnTo>
                    <a:pt x="561567" y="464887"/>
                  </a:lnTo>
                  <a:lnTo>
                    <a:pt x="585235" y="456284"/>
                  </a:lnTo>
                  <a:lnTo>
                    <a:pt x="597152" y="451303"/>
                  </a:lnTo>
                  <a:lnTo>
                    <a:pt x="608902" y="446141"/>
                  </a:lnTo>
                  <a:lnTo>
                    <a:pt x="629051" y="436121"/>
                  </a:lnTo>
                  <a:lnTo>
                    <a:pt x="632581" y="434247"/>
                  </a:lnTo>
                  <a:lnTo>
                    <a:pt x="655142" y="420939"/>
                  </a:lnTo>
                  <a:lnTo>
                    <a:pt x="656248" y="420234"/>
                  </a:lnTo>
                  <a:lnTo>
                    <a:pt x="676989" y="405757"/>
                  </a:lnTo>
                  <a:lnTo>
                    <a:pt x="679916" y="403495"/>
                  </a:lnTo>
                  <a:lnTo>
                    <a:pt x="695530" y="390574"/>
                  </a:lnTo>
                  <a:lnTo>
                    <a:pt x="703583" y="383035"/>
                  </a:lnTo>
                  <a:lnTo>
                    <a:pt x="711345" y="375393"/>
                  </a:lnTo>
                  <a:lnTo>
                    <a:pt x="724759" y="360211"/>
                  </a:lnTo>
                  <a:lnTo>
                    <a:pt x="727250" y="356952"/>
                  </a:lnTo>
                  <a:lnTo>
                    <a:pt x="736119" y="345029"/>
                  </a:lnTo>
                  <a:lnTo>
                    <a:pt x="745534" y="329847"/>
                  </a:lnTo>
                  <a:lnTo>
                    <a:pt x="750918" y="319186"/>
                  </a:lnTo>
                  <a:lnTo>
                    <a:pt x="753185" y="314665"/>
                  </a:lnTo>
                  <a:lnTo>
                    <a:pt x="759250" y="299482"/>
                  </a:lnTo>
                  <a:lnTo>
                    <a:pt x="763717" y="284300"/>
                  </a:lnTo>
                  <a:lnTo>
                    <a:pt x="766644" y="269118"/>
                  </a:lnTo>
                  <a:lnTo>
                    <a:pt x="768107" y="253936"/>
                  </a:lnTo>
                  <a:lnTo>
                    <a:pt x="768107" y="238755"/>
                  </a:lnTo>
                  <a:lnTo>
                    <a:pt x="766644" y="223573"/>
                  </a:lnTo>
                  <a:lnTo>
                    <a:pt x="763717" y="208390"/>
                  </a:lnTo>
                  <a:lnTo>
                    <a:pt x="759250" y="193208"/>
                  </a:lnTo>
                  <a:lnTo>
                    <a:pt x="753185" y="178026"/>
                  </a:lnTo>
                  <a:lnTo>
                    <a:pt x="750918" y="173505"/>
                  </a:lnTo>
                  <a:lnTo>
                    <a:pt x="745534" y="162844"/>
                  </a:lnTo>
                  <a:lnTo>
                    <a:pt x="736119" y="147661"/>
                  </a:lnTo>
                  <a:lnTo>
                    <a:pt x="727250" y="135738"/>
                  </a:lnTo>
                  <a:lnTo>
                    <a:pt x="724759" y="132479"/>
                  </a:lnTo>
                  <a:lnTo>
                    <a:pt x="711345" y="117297"/>
                  </a:lnTo>
                  <a:lnTo>
                    <a:pt x="703583" y="109655"/>
                  </a:lnTo>
                  <a:lnTo>
                    <a:pt x="695530" y="102116"/>
                  </a:lnTo>
                  <a:lnTo>
                    <a:pt x="679916" y="89196"/>
                  </a:lnTo>
                  <a:lnTo>
                    <a:pt x="676989" y="86934"/>
                  </a:lnTo>
                  <a:lnTo>
                    <a:pt x="656248" y="72455"/>
                  </a:lnTo>
                  <a:lnTo>
                    <a:pt x="655142" y="71752"/>
                  </a:lnTo>
                  <a:lnTo>
                    <a:pt x="632581" y="58444"/>
                  </a:lnTo>
                  <a:lnTo>
                    <a:pt x="629051" y="56569"/>
                  </a:lnTo>
                  <a:lnTo>
                    <a:pt x="608902" y="46550"/>
                  </a:lnTo>
                  <a:lnTo>
                    <a:pt x="597152" y="41387"/>
                  </a:lnTo>
                  <a:lnTo>
                    <a:pt x="585235" y="36407"/>
                  </a:lnTo>
                  <a:lnTo>
                    <a:pt x="561567" y="27803"/>
                  </a:lnTo>
                  <a:lnTo>
                    <a:pt x="556485" y="26205"/>
                  </a:lnTo>
                  <a:lnTo>
                    <a:pt x="537900" y="20518"/>
                  </a:lnTo>
                  <a:lnTo>
                    <a:pt x="514232" y="14480"/>
                  </a:lnTo>
                  <a:lnTo>
                    <a:pt x="497613" y="11023"/>
                  </a:lnTo>
                  <a:lnTo>
                    <a:pt x="490565" y="9567"/>
                  </a:lnTo>
                  <a:lnTo>
                    <a:pt x="466898" y="5677"/>
                  </a:lnTo>
                  <a:lnTo>
                    <a:pt x="443219" y="2815"/>
                  </a:lnTo>
                  <a:lnTo>
                    <a:pt x="419552" y="934"/>
                  </a:lnTo>
                  <a:lnTo>
                    <a:pt x="395884" y="0"/>
                  </a:lnTo>
                  <a:lnTo>
                    <a:pt x="372217" y="0"/>
                  </a:lnTo>
                  <a:lnTo>
                    <a:pt x="348550" y="934"/>
                  </a:lnTo>
                  <a:lnTo>
                    <a:pt x="324882" y="2815"/>
                  </a:lnTo>
                  <a:lnTo>
                    <a:pt x="301215" y="5677"/>
                  </a:lnTo>
                  <a:lnTo>
                    <a:pt x="277547" y="9567"/>
                  </a:lnTo>
                  <a:lnTo>
                    <a:pt x="270488" y="11023"/>
                  </a:lnTo>
                  <a:lnTo>
                    <a:pt x="253869" y="14480"/>
                  </a:lnTo>
                  <a:lnTo>
                    <a:pt x="230201" y="20518"/>
                  </a:lnTo>
                  <a:lnTo>
                    <a:pt x="211616" y="26205"/>
                  </a:lnTo>
                  <a:lnTo>
                    <a:pt x="206534" y="27803"/>
                  </a:lnTo>
                  <a:lnTo>
                    <a:pt x="182867" y="36407"/>
                  </a:lnTo>
                  <a:lnTo>
                    <a:pt x="170949" y="41387"/>
                  </a:lnTo>
                  <a:lnTo>
                    <a:pt x="159199" y="46550"/>
                  </a:lnTo>
                  <a:lnTo>
                    <a:pt x="139061" y="56569"/>
                  </a:lnTo>
                  <a:lnTo>
                    <a:pt x="135532" y="58444"/>
                  </a:lnTo>
                  <a:lnTo>
                    <a:pt x="112959" y="71752"/>
                  </a:lnTo>
                  <a:lnTo>
                    <a:pt x="111864" y="72455"/>
                  </a:lnTo>
                  <a:lnTo>
                    <a:pt x="91112" y="86934"/>
                  </a:lnTo>
                  <a:lnTo>
                    <a:pt x="88197" y="89196"/>
                  </a:lnTo>
                  <a:lnTo>
                    <a:pt x="72571" y="102116"/>
                  </a:lnTo>
                  <a:lnTo>
                    <a:pt x="64519" y="109655"/>
                  </a:lnTo>
                  <a:lnTo>
                    <a:pt x="56756" y="117297"/>
                  </a:lnTo>
                  <a:lnTo>
                    <a:pt x="43345" y="132479"/>
                  </a:lnTo>
                  <a:lnTo>
                    <a:pt x="40854" y="135738"/>
                  </a:lnTo>
                  <a:lnTo>
                    <a:pt x="31988" y="147661"/>
                  </a:lnTo>
                  <a:lnTo>
                    <a:pt x="22573" y="162844"/>
                  </a:lnTo>
                  <a:lnTo>
                    <a:pt x="17185" y="173505"/>
                  </a:lnTo>
                  <a:lnTo>
                    <a:pt x="14915" y="178026"/>
                  </a:lnTo>
                  <a:lnTo>
                    <a:pt x="8850" y="193208"/>
                  </a:lnTo>
                  <a:lnTo>
                    <a:pt x="4389" y="208390"/>
                  </a:lnTo>
                  <a:lnTo>
                    <a:pt x="1455" y="223573"/>
                  </a:lnTo>
                  <a:lnTo>
                    <a:pt x="0" y="238755"/>
                  </a:lnTo>
                  <a:lnTo>
                    <a:pt x="0" y="253936"/>
                  </a:lnTo>
                  <a:lnTo>
                    <a:pt x="1455" y="269118"/>
                  </a:lnTo>
                  <a:lnTo>
                    <a:pt x="4389" y="284300"/>
                  </a:lnTo>
                  <a:lnTo>
                    <a:pt x="8850" y="299482"/>
                  </a:lnTo>
                  <a:lnTo>
                    <a:pt x="14915" y="314665"/>
                  </a:lnTo>
                  <a:lnTo>
                    <a:pt x="17185" y="319186"/>
                  </a:lnTo>
                  <a:lnTo>
                    <a:pt x="22573" y="329847"/>
                  </a:lnTo>
                  <a:lnTo>
                    <a:pt x="31988" y="345029"/>
                  </a:lnTo>
                  <a:lnTo>
                    <a:pt x="40854" y="356952"/>
                  </a:lnTo>
                  <a:lnTo>
                    <a:pt x="43345" y="360211"/>
                  </a:lnTo>
                  <a:lnTo>
                    <a:pt x="56756" y="375393"/>
                  </a:lnTo>
                  <a:lnTo>
                    <a:pt x="64519" y="383035"/>
                  </a:lnTo>
                  <a:lnTo>
                    <a:pt x="72571" y="390574"/>
                  </a:lnTo>
                  <a:lnTo>
                    <a:pt x="88197" y="403495"/>
                  </a:lnTo>
                  <a:lnTo>
                    <a:pt x="91112" y="405757"/>
                  </a:lnTo>
                  <a:lnTo>
                    <a:pt x="111864" y="420234"/>
                  </a:lnTo>
                  <a:lnTo>
                    <a:pt x="112959" y="420939"/>
                  </a:lnTo>
                  <a:lnTo>
                    <a:pt x="135532" y="434247"/>
                  </a:lnTo>
                  <a:lnTo>
                    <a:pt x="139061" y="436121"/>
                  </a:lnTo>
                  <a:lnTo>
                    <a:pt x="159199" y="446141"/>
                  </a:lnTo>
                  <a:lnTo>
                    <a:pt x="170949" y="45130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7B91976-5A11-C869-807D-3E333A3413F6}"/>
                </a:ext>
              </a:extLst>
            </p:cNvPr>
            <p:cNvSpPr/>
            <p:nvPr/>
          </p:nvSpPr>
          <p:spPr>
            <a:xfrm>
              <a:off x="4511106" y="3407378"/>
              <a:ext cx="638974" cy="409857"/>
            </a:xfrm>
            <a:custGeom>
              <a:avLst/>
              <a:gdLst>
                <a:gd name="csX0" fmla="*/ 152090 w 638974"/>
                <a:gd name="csY0" fmla="*/ 379523 h 409857"/>
                <a:gd name="csX1" fmla="*/ 165638 w 638974"/>
                <a:gd name="csY1" fmla="*/ 384663 h 409857"/>
                <a:gd name="csX2" fmla="*/ 189306 w 638974"/>
                <a:gd name="csY2" fmla="*/ 392212 h 409857"/>
                <a:gd name="csX3" fmla="*/ 198822 w 638974"/>
                <a:gd name="csY3" fmla="*/ 394705 h 409857"/>
                <a:gd name="csX4" fmla="*/ 212984 w 638974"/>
                <a:gd name="csY4" fmla="*/ 398274 h 409857"/>
                <a:gd name="csX5" fmla="*/ 236652 w 638974"/>
                <a:gd name="csY5" fmla="*/ 402985 h 409857"/>
                <a:gd name="csX6" fmla="*/ 260319 w 638974"/>
                <a:gd name="csY6" fmla="*/ 406449 h 409857"/>
                <a:gd name="csX7" fmla="*/ 283986 w 638974"/>
                <a:gd name="csY7" fmla="*/ 408728 h 409857"/>
                <a:gd name="csX8" fmla="*/ 307654 w 638974"/>
                <a:gd name="csY8" fmla="*/ 409858 h 409857"/>
                <a:gd name="csX9" fmla="*/ 331321 w 638974"/>
                <a:gd name="csY9" fmla="*/ 409858 h 409857"/>
                <a:gd name="csX10" fmla="*/ 354989 w 638974"/>
                <a:gd name="csY10" fmla="*/ 408728 h 409857"/>
                <a:gd name="csX11" fmla="*/ 378656 w 638974"/>
                <a:gd name="csY11" fmla="*/ 406449 h 409857"/>
                <a:gd name="csX12" fmla="*/ 402335 w 638974"/>
                <a:gd name="csY12" fmla="*/ 402985 h 409857"/>
                <a:gd name="csX13" fmla="*/ 426002 w 638974"/>
                <a:gd name="csY13" fmla="*/ 398274 h 409857"/>
                <a:gd name="csX14" fmla="*/ 440153 w 638974"/>
                <a:gd name="csY14" fmla="*/ 394705 h 409857"/>
                <a:gd name="csX15" fmla="*/ 449669 w 638974"/>
                <a:gd name="csY15" fmla="*/ 392212 h 409857"/>
                <a:gd name="csX16" fmla="*/ 473337 w 638974"/>
                <a:gd name="csY16" fmla="*/ 384663 h 409857"/>
                <a:gd name="csX17" fmla="*/ 486885 w 638974"/>
                <a:gd name="csY17" fmla="*/ 379523 h 409857"/>
                <a:gd name="csX18" fmla="*/ 497004 w 638974"/>
                <a:gd name="csY18" fmla="*/ 375438 h 409857"/>
                <a:gd name="csX19" fmla="*/ 520604 w 638974"/>
                <a:gd name="csY19" fmla="*/ 364340 h 409857"/>
                <a:gd name="csX20" fmla="*/ 520672 w 638974"/>
                <a:gd name="csY20" fmla="*/ 364302 h 409857"/>
                <a:gd name="csX21" fmla="*/ 544339 w 638974"/>
                <a:gd name="csY21" fmla="*/ 350675 h 409857"/>
                <a:gd name="csX22" fmla="*/ 546707 w 638974"/>
                <a:gd name="csY22" fmla="*/ 349158 h 409857"/>
                <a:gd name="csX23" fmla="*/ 567950 w 638974"/>
                <a:gd name="csY23" fmla="*/ 333977 h 409857"/>
                <a:gd name="csX24" fmla="*/ 568018 w 638974"/>
                <a:gd name="csY24" fmla="*/ 333928 h 409857"/>
                <a:gd name="csX25" fmla="*/ 585307 w 638974"/>
                <a:gd name="csY25" fmla="*/ 318795 h 409857"/>
                <a:gd name="csX26" fmla="*/ 591685 w 638974"/>
                <a:gd name="csY26" fmla="*/ 312303 h 409857"/>
                <a:gd name="csX27" fmla="*/ 599693 w 638974"/>
                <a:gd name="csY27" fmla="*/ 303613 h 409857"/>
                <a:gd name="csX28" fmla="*/ 611465 w 638974"/>
                <a:gd name="csY28" fmla="*/ 288431 h 409857"/>
                <a:gd name="csX29" fmla="*/ 615352 w 638974"/>
                <a:gd name="csY29" fmla="*/ 282329 h 409857"/>
                <a:gd name="csX30" fmla="*/ 620915 w 638974"/>
                <a:gd name="csY30" fmla="*/ 273248 h 409857"/>
                <a:gd name="csX31" fmla="*/ 628253 w 638974"/>
                <a:gd name="csY31" fmla="*/ 258066 h 409857"/>
                <a:gd name="csX32" fmla="*/ 633658 w 638974"/>
                <a:gd name="csY32" fmla="*/ 242884 h 409857"/>
                <a:gd name="csX33" fmla="*/ 637210 w 638974"/>
                <a:gd name="csY33" fmla="*/ 227702 h 409857"/>
                <a:gd name="csX34" fmla="*/ 638975 w 638974"/>
                <a:gd name="csY34" fmla="*/ 212520 h 409857"/>
                <a:gd name="csX35" fmla="*/ 638975 w 638974"/>
                <a:gd name="csY35" fmla="*/ 197338 h 409857"/>
                <a:gd name="csX36" fmla="*/ 637210 w 638974"/>
                <a:gd name="csY36" fmla="*/ 182156 h 409857"/>
                <a:gd name="csX37" fmla="*/ 633658 w 638974"/>
                <a:gd name="csY37" fmla="*/ 166974 h 409857"/>
                <a:gd name="csX38" fmla="*/ 628253 w 638974"/>
                <a:gd name="csY38" fmla="*/ 151792 h 409857"/>
                <a:gd name="csX39" fmla="*/ 620915 w 638974"/>
                <a:gd name="csY39" fmla="*/ 136610 h 409857"/>
                <a:gd name="csX40" fmla="*/ 615352 w 638974"/>
                <a:gd name="csY40" fmla="*/ 127529 h 409857"/>
                <a:gd name="csX41" fmla="*/ 611465 w 638974"/>
                <a:gd name="csY41" fmla="*/ 121427 h 409857"/>
                <a:gd name="csX42" fmla="*/ 599693 w 638974"/>
                <a:gd name="csY42" fmla="*/ 106245 h 409857"/>
                <a:gd name="csX43" fmla="*/ 591685 w 638974"/>
                <a:gd name="csY43" fmla="*/ 97554 h 409857"/>
                <a:gd name="csX44" fmla="*/ 585307 w 638974"/>
                <a:gd name="csY44" fmla="*/ 91063 h 409857"/>
                <a:gd name="csX45" fmla="*/ 568018 w 638974"/>
                <a:gd name="csY45" fmla="*/ 75930 h 409857"/>
                <a:gd name="csX46" fmla="*/ 567950 w 638974"/>
                <a:gd name="csY46" fmla="*/ 75881 h 409857"/>
                <a:gd name="csX47" fmla="*/ 546707 w 638974"/>
                <a:gd name="csY47" fmla="*/ 60700 h 409857"/>
                <a:gd name="csX48" fmla="*/ 544339 w 638974"/>
                <a:gd name="csY48" fmla="*/ 59183 h 409857"/>
                <a:gd name="csX49" fmla="*/ 520672 w 638974"/>
                <a:gd name="csY49" fmla="*/ 45556 h 409857"/>
                <a:gd name="csX50" fmla="*/ 520604 w 638974"/>
                <a:gd name="csY50" fmla="*/ 45518 h 409857"/>
                <a:gd name="csX51" fmla="*/ 497004 w 638974"/>
                <a:gd name="csY51" fmla="*/ 34420 h 409857"/>
                <a:gd name="csX52" fmla="*/ 486885 w 638974"/>
                <a:gd name="csY52" fmla="*/ 30335 h 409857"/>
                <a:gd name="csX53" fmla="*/ 473337 w 638974"/>
                <a:gd name="csY53" fmla="*/ 25195 h 409857"/>
                <a:gd name="csX54" fmla="*/ 449669 w 638974"/>
                <a:gd name="csY54" fmla="*/ 17646 h 409857"/>
                <a:gd name="csX55" fmla="*/ 440153 w 638974"/>
                <a:gd name="csY55" fmla="*/ 15153 h 409857"/>
                <a:gd name="csX56" fmla="*/ 426002 w 638974"/>
                <a:gd name="csY56" fmla="*/ 11583 h 409857"/>
                <a:gd name="csX57" fmla="*/ 402335 w 638974"/>
                <a:gd name="csY57" fmla="*/ 6873 h 409857"/>
                <a:gd name="csX58" fmla="*/ 378656 w 638974"/>
                <a:gd name="csY58" fmla="*/ 3409 h 409857"/>
                <a:gd name="csX59" fmla="*/ 354989 w 638974"/>
                <a:gd name="csY59" fmla="*/ 1130 h 409857"/>
                <a:gd name="csX60" fmla="*/ 331321 w 638974"/>
                <a:gd name="csY60" fmla="*/ 0 h 409857"/>
                <a:gd name="csX61" fmla="*/ 307654 w 638974"/>
                <a:gd name="csY61" fmla="*/ 0 h 409857"/>
                <a:gd name="csX62" fmla="*/ 283986 w 638974"/>
                <a:gd name="csY62" fmla="*/ 1130 h 409857"/>
                <a:gd name="csX63" fmla="*/ 260319 w 638974"/>
                <a:gd name="csY63" fmla="*/ 3409 h 409857"/>
                <a:gd name="csX64" fmla="*/ 236652 w 638974"/>
                <a:gd name="csY64" fmla="*/ 6873 h 409857"/>
                <a:gd name="csX65" fmla="*/ 212984 w 638974"/>
                <a:gd name="csY65" fmla="*/ 11583 h 409857"/>
                <a:gd name="csX66" fmla="*/ 198822 w 638974"/>
                <a:gd name="csY66" fmla="*/ 15153 h 409857"/>
                <a:gd name="csX67" fmla="*/ 189306 w 638974"/>
                <a:gd name="csY67" fmla="*/ 17646 h 409857"/>
                <a:gd name="csX68" fmla="*/ 165638 w 638974"/>
                <a:gd name="csY68" fmla="*/ 25195 h 409857"/>
                <a:gd name="csX69" fmla="*/ 152090 w 638974"/>
                <a:gd name="csY69" fmla="*/ 30335 h 409857"/>
                <a:gd name="csX70" fmla="*/ 141971 w 638974"/>
                <a:gd name="csY70" fmla="*/ 34420 h 409857"/>
                <a:gd name="csX71" fmla="*/ 118382 w 638974"/>
                <a:gd name="csY71" fmla="*/ 45518 h 409857"/>
                <a:gd name="csX72" fmla="*/ 118304 w 638974"/>
                <a:gd name="csY72" fmla="*/ 45556 h 409857"/>
                <a:gd name="csX73" fmla="*/ 94636 w 638974"/>
                <a:gd name="csY73" fmla="*/ 59183 h 409857"/>
                <a:gd name="csX74" fmla="*/ 92268 w 638974"/>
                <a:gd name="csY74" fmla="*/ 60700 h 409857"/>
                <a:gd name="csX75" fmla="*/ 71024 w 638974"/>
                <a:gd name="csY75" fmla="*/ 75881 h 409857"/>
                <a:gd name="csX76" fmla="*/ 70969 w 638974"/>
                <a:gd name="csY76" fmla="*/ 75930 h 409857"/>
                <a:gd name="csX77" fmla="*/ 53668 w 638974"/>
                <a:gd name="csY77" fmla="*/ 91063 h 409857"/>
                <a:gd name="csX78" fmla="*/ 47301 w 638974"/>
                <a:gd name="csY78" fmla="*/ 97554 h 409857"/>
                <a:gd name="csX79" fmla="*/ 39282 w 638974"/>
                <a:gd name="csY79" fmla="*/ 106245 h 409857"/>
                <a:gd name="csX80" fmla="*/ 27521 w 638974"/>
                <a:gd name="csY80" fmla="*/ 121427 h 409857"/>
                <a:gd name="csX81" fmla="*/ 23634 w 638974"/>
                <a:gd name="csY81" fmla="*/ 127529 h 409857"/>
                <a:gd name="csX82" fmla="*/ 18061 w 638974"/>
                <a:gd name="csY82" fmla="*/ 136610 h 409857"/>
                <a:gd name="csX83" fmla="*/ 10722 w 638974"/>
                <a:gd name="csY83" fmla="*/ 151792 h 409857"/>
                <a:gd name="csX84" fmla="*/ 5317 w 638974"/>
                <a:gd name="csY84" fmla="*/ 166974 h 409857"/>
                <a:gd name="csX85" fmla="*/ 1765 w 638974"/>
                <a:gd name="csY85" fmla="*/ 182156 h 409857"/>
                <a:gd name="csX86" fmla="*/ 0 w 638974"/>
                <a:gd name="csY86" fmla="*/ 197338 h 409857"/>
                <a:gd name="csX87" fmla="*/ 0 w 638974"/>
                <a:gd name="csY87" fmla="*/ 212520 h 409857"/>
                <a:gd name="csX88" fmla="*/ 1765 w 638974"/>
                <a:gd name="csY88" fmla="*/ 227702 h 409857"/>
                <a:gd name="csX89" fmla="*/ 5317 w 638974"/>
                <a:gd name="csY89" fmla="*/ 242884 h 409857"/>
                <a:gd name="csX90" fmla="*/ 10722 w 638974"/>
                <a:gd name="csY90" fmla="*/ 258066 h 409857"/>
                <a:gd name="csX91" fmla="*/ 18061 w 638974"/>
                <a:gd name="csY91" fmla="*/ 273248 h 409857"/>
                <a:gd name="csX92" fmla="*/ 23634 w 638974"/>
                <a:gd name="csY92" fmla="*/ 282329 h 409857"/>
                <a:gd name="csX93" fmla="*/ 27521 w 638974"/>
                <a:gd name="csY93" fmla="*/ 288431 h 409857"/>
                <a:gd name="csX94" fmla="*/ 39282 w 638974"/>
                <a:gd name="csY94" fmla="*/ 303613 h 409857"/>
                <a:gd name="csX95" fmla="*/ 47301 w 638974"/>
                <a:gd name="csY95" fmla="*/ 312303 h 409857"/>
                <a:gd name="csX96" fmla="*/ 53668 w 638974"/>
                <a:gd name="csY96" fmla="*/ 318795 h 409857"/>
                <a:gd name="csX97" fmla="*/ 70969 w 638974"/>
                <a:gd name="csY97" fmla="*/ 333928 h 409857"/>
                <a:gd name="csX98" fmla="*/ 71024 w 638974"/>
                <a:gd name="csY98" fmla="*/ 333977 h 409857"/>
                <a:gd name="csX99" fmla="*/ 92268 w 638974"/>
                <a:gd name="csY99" fmla="*/ 349158 h 409857"/>
                <a:gd name="csX100" fmla="*/ 94636 w 638974"/>
                <a:gd name="csY100" fmla="*/ 350675 h 409857"/>
                <a:gd name="csX101" fmla="*/ 118304 w 638974"/>
                <a:gd name="csY101" fmla="*/ 364302 h 409857"/>
                <a:gd name="csX102" fmla="*/ 118382 w 638974"/>
                <a:gd name="csY102" fmla="*/ 364340 h 409857"/>
                <a:gd name="csX103" fmla="*/ 141971 w 638974"/>
                <a:gd name="csY103" fmla="*/ 375438 h 409857"/>
                <a:gd name="csX104" fmla="*/ 152090 w 638974"/>
                <a:gd name="csY104" fmla="*/ 379523 h 4098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38974" h="409857">
                  <a:moveTo>
                    <a:pt x="152090" y="379523"/>
                  </a:moveTo>
                  <a:lnTo>
                    <a:pt x="165638" y="384663"/>
                  </a:lnTo>
                  <a:lnTo>
                    <a:pt x="189306" y="392212"/>
                  </a:lnTo>
                  <a:lnTo>
                    <a:pt x="198822" y="394705"/>
                  </a:lnTo>
                  <a:lnTo>
                    <a:pt x="212984" y="398274"/>
                  </a:lnTo>
                  <a:lnTo>
                    <a:pt x="236652" y="402985"/>
                  </a:lnTo>
                  <a:lnTo>
                    <a:pt x="260319" y="406449"/>
                  </a:lnTo>
                  <a:lnTo>
                    <a:pt x="283986" y="408728"/>
                  </a:lnTo>
                  <a:lnTo>
                    <a:pt x="307654" y="409858"/>
                  </a:lnTo>
                  <a:lnTo>
                    <a:pt x="331321" y="409858"/>
                  </a:lnTo>
                  <a:lnTo>
                    <a:pt x="354989" y="408728"/>
                  </a:lnTo>
                  <a:lnTo>
                    <a:pt x="378656" y="406449"/>
                  </a:lnTo>
                  <a:lnTo>
                    <a:pt x="402335" y="402985"/>
                  </a:lnTo>
                  <a:lnTo>
                    <a:pt x="426002" y="398274"/>
                  </a:lnTo>
                  <a:lnTo>
                    <a:pt x="440153" y="394705"/>
                  </a:lnTo>
                  <a:lnTo>
                    <a:pt x="449669" y="392212"/>
                  </a:lnTo>
                  <a:lnTo>
                    <a:pt x="473337" y="384663"/>
                  </a:lnTo>
                  <a:lnTo>
                    <a:pt x="486885" y="379523"/>
                  </a:lnTo>
                  <a:lnTo>
                    <a:pt x="497004" y="375438"/>
                  </a:lnTo>
                  <a:lnTo>
                    <a:pt x="520604" y="364340"/>
                  </a:lnTo>
                  <a:lnTo>
                    <a:pt x="520672" y="364302"/>
                  </a:lnTo>
                  <a:lnTo>
                    <a:pt x="544339" y="350675"/>
                  </a:lnTo>
                  <a:lnTo>
                    <a:pt x="546707" y="349158"/>
                  </a:lnTo>
                  <a:lnTo>
                    <a:pt x="567950" y="333977"/>
                  </a:lnTo>
                  <a:lnTo>
                    <a:pt x="568018" y="333928"/>
                  </a:lnTo>
                  <a:lnTo>
                    <a:pt x="585307" y="318795"/>
                  </a:lnTo>
                  <a:lnTo>
                    <a:pt x="591685" y="312303"/>
                  </a:lnTo>
                  <a:lnTo>
                    <a:pt x="599693" y="303613"/>
                  </a:lnTo>
                  <a:lnTo>
                    <a:pt x="611465" y="288431"/>
                  </a:lnTo>
                  <a:lnTo>
                    <a:pt x="615352" y="282329"/>
                  </a:lnTo>
                  <a:lnTo>
                    <a:pt x="620915" y="273248"/>
                  </a:lnTo>
                  <a:lnTo>
                    <a:pt x="628253" y="258066"/>
                  </a:lnTo>
                  <a:lnTo>
                    <a:pt x="633658" y="242884"/>
                  </a:lnTo>
                  <a:lnTo>
                    <a:pt x="637210" y="227702"/>
                  </a:lnTo>
                  <a:lnTo>
                    <a:pt x="638975" y="212520"/>
                  </a:lnTo>
                  <a:lnTo>
                    <a:pt x="638975" y="197338"/>
                  </a:lnTo>
                  <a:lnTo>
                    <a:pt x="637210" y="182156"/>
                  </a:lnTo>
                  <a:lnTo>
                    <a:pt x="633658" y="166974"/>
                  </a:lnTo>
                  <a:lnTo>
                    <a:pt x="628253" y="151792"/>
                  </a:lnTo>
                  <a:lnTo>
                    <a:pt x="620915" y="136610"/>
                  </a:lnTo>
                  <a:lnTo>
                    <a:pt x="615352" y="127529"/>
                  </a:lnTo>
                  <a:lnTo>
                    <a:pt x="611465" y="121427"/>
                  </a:lnTo>
                  <a:lnTo>
                    <a:pt x="599693" y="106245"/>
                  </a:lnTo>
                  <a:lnTo>
                    <a:pt x="591685" y="97554"/>
                  </a:lnTo>
                  <a:lnTo>
                    <a:pt x="585307" y="91063"/>
                  </a:lnTo>
                  <a:lnTo>
                    <a:pt x="568018" y="75930"/>
                  </a:lnTo>
                  <a:lnTo>
                    <a:pt x="567950" y="75881"/>
                  </a:lnTo>
                  <a:lnTo>
                    <a:pt x="546707" y="60700"/>
                  </a:lnTo>
                  <a:lnTo>
                    <a:pt x="544339" y="59183"/>
                  </a:lnTo>
                  <a:lnTo>
                    <a:pt x="520672" y="45556"/>
                  </a:lnTo>
                  <a:lnTo>
                    <a:pt x="520604" y="45518"/>
                  </a:lnTo>
                  <a:lnTo>
                    <a:pt x="497004" y="34420"/>
                  </a:lnTo>
                  <a:lnTo>
                    <a:pt x="486885" y="30335"/>
                  </a:lnTo>
                  <a:lnTo>
                    <a:pt x="473337" y="25195"/>
                  </a:lnTo>
                  <a:lnTo>
                    <a:pt x="449669" y="17646"/>
                  </a:lnTo>
                  <a:lnTo>
                    <a:pt x="440153" y="15153"/>
                  </a:lnTo>
                  <a:lnTo>
                    <a:pt x="426002" y="11583"/>
                  </a:lnTo>
                  <a:lnTo>
                    <a:pt x="402335" y="6873"/>
                  </a:lnTo>
                  <a:lnTo>
                    <a:pt x="378656" y="3409"/>
                  </a:lnTo>
                  <a:lnTo>
                    <a:pt x="354989" y="1130"/>
                  </a:lnTo>
                  <a:lnTo>
                    <a:pt x="331321" y="0"/>
                  </a:lnTo>
                  <a:lnTo>
                    <a:pt x="307654" y="0"/>
                  </a:lnTo>
                  <a:lnTo>
                    <a:pt x="283986" y="1130"/>
                  </a:lnTo>
                  <a:lnTo>
                    <a:pt x="260319" y="3409"/>
                  </a:lnTo>
                  <a:lnTo>
                    <a:pt x="236652" y="6873"/>
                  </a:lnTo>
                  <a:lnTo>
                    <a:pt x="212984" y="11583"/>
                  </a:lnTo>
                  <a:lnTo>
                    <a:pt x="198822" y="15153"/>
                  </a:lnTo>
                  <a:lnTo>
                    <a:pt x="189306" y="17646"/>
                  </a:lnTo>
                  <a:lnTo>
                    <a:pt x="165638" y="25195"/>
                  </a:lnTo>
                  <a:lnTo>
                    <a:pt x="152090" y="30335"/>
                  </a:lnTo>
                  <a:lnTo>
                    <a:pt x="141971" y="34420"/>
                  </a:lnTo>
                  <a:lnTo>
                    <a:pt x="118382" y="45518"/>
                  </a:lnTo>
                  <a:lnTo>
                    <a:pt x="118304" y="45556"/>
                  </a:lnTo>
                  <a:lnTo>
                    <a:pt x="94636" y="59183"/>
                  </a:lnTo>
                  <a:lnTo>
                    <a:pt x="92268" y="60700"/>
                  </a:lnTo>
                  <a:lnTo>
                    <a:pt x="71024" y="75881"/>
                  </a:lnTo>
                  <a:lnTo>
                    <a:pt x="70969" y="75930"/>
                  </a:lnTo>
                  <a:lnTo>
                    <a:pt x="53668" y="91063"/>
                  </a:lnTo>
                  <a:lnTo>
                    <a:pt x="47301" y="97554"/>
                  </a:lnTo>
                  <a:lnTo>
                    <a:pt x="39282" y="106245"/>
                  </a:lnTo>
                  <a:lnTo>
                    <a:pt x="27521" y="121427"/>
                  </a:lnTo>
                  <a:lnTo>
                    <a:pt x="23634" y="127529"/>
                  </a:lnTo>
                  <a:lnTo>
                    <a:pt x="18061" y="136610"/>
                  </a:lnTo>
                  <a:lnTo>
                    <a:pt x="10722" y="151792"/>
                  </a:lnTo>
                  <a:lnTo>
                    <a:pt x="5317" y="166974"/>
                  </a:lnTo>
                  <a:lnTo>
                    <a:pt x="1765" y="182156"/>
                  </a:lnTo>
                  <a:lnTo>
                    <a:pt x="0" y="197338"/>
                  </a:lnTo>
                  <a:lnTo>
                    <a:pt x="0" y="212520"/>
                  </a:lnTo>
                  <a:lnTo>
                    <a:pt x="1765" y="227702"/>
                  </a:lnTo>
                  <a:lnTo>
                    <a:pt x="5317" y="242884"/>
                  </a:lnTo>
                  <a:lnTo>
                    <a:pt x="10722" y="258066"/>
                  </a:lnTo>
                  <a:lnTo>
                    <a:pt x="18061" y="273248"/>
                  </a:lnTo>
                  <a:lnTo>
                    <a:pt x="23634" y="282329"/>
                  </a:lnTo>
                  <a:lnTo>
                    <a:pt x="27521" y="288431"/>
                  </a:lnTo>
                  <a:lnTo>
                    <a:pt x="39282" y="303613"/>
                  </a:lnTo>
                  <a:lnTo>
                    <a:pt x="47301" y="312303"/>
                  </a:lnTo>
                  <a:lnTo>
                    <a:pt x="53668" y="318795"/>
                  </a:lnTo>
                  <a:lnTo>
                    <a:pt x="70969" y="333928"/>
                  </a:lnTo>
                  <a:lnTo>
                    <a:pt x="71024" y="333977"/>
                  </a:lnTo>
                  <a:lnTo>
                    <a:pt x="92268" y="349158"/>
                  </a:lnTo>
                  <a:lnTo>
                    <a:pt x="94636" y="350675"/>
                  </a:lnTo>
                  <a:lnTo>
                    <a:pt x="118304" y="364302"/>
                  </a:lnTo>
                  <a:lnTo>
                    <a:pt x="118382" y="364340"/>
                  </a:lnTo>
                  <a:lnTo>
                    <a:pt x="141971" y="375438"/>
                  </a:lnTo>
                  <a:lnTo>
                    <a:pt x="152090" y="37952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92E9919-4D47-BCFA-D7EB-23294DFDE718}"/>
                </a:ext>
              </a:extLst>
            </p:cNvPr>
            <p:cNvSpPr/>
            <p:nvPr/>
          </p:nvSpPr>
          <p:spPr>
            <a:xfrm>
              <a:off x="4575730" y="3448826"/>
              <a:ext cx="509725" cy="326959"/>
            </a:xfrm>
            <a:custGeom>
              <a:avLst/>
              <a:gdLst>
                <a:gd name="csX0" fmla="*/ 134633 w 509725"/>
                <a:gd name="csY0" fmla="*/ 307710 h 326959"/>
                <a:gd name="csX1" fmla="*/ 148360 w 509725"/>
                <a:gd name="csY1" fmla="*/ 312173 h 326959"/>
                <a:gd name="csX2" fmla="*/ 172027 w 509725"/>
                <a:gd name="csY2" fmla="*/ 318249 h 326959"/>
                <a:gd name="csX3" fmla="*/ 195694 w 509725"/>
                <a:gd name="csY3" fmla="*/ 322719 h 326959"/>
                <a:gd name="csX4" fmla="*/ 197068 w 509725"/>
                <a:gd name="csY4" fmla="*/ 322892 h 326959"/>
                <a:gd name="csX5" fmla="*/ 219362 w 509725"/>
                <a:gd name="csY5" fmla="*/ 325557 h 326959"/>
                <a:gd name="csX6" fmla="*/ 243029 w 509725"/>
                <a:gd name="csY6" fmla="*/ 326960 h 326959"/>
                <a:gd name="csX7" fmla="*/ 266697 w 509725"/>
                <a:gd name="csY7" fmla="*/ 326960 h 326959"/>
                <a:gd name="csX8" fmla="*/ 290364 w 509725"/>
                <a:gd name="csY8" fmla="*/ 325557 h 326959"/>
                <a:gd name="csX9" fmla="*/ 312658 w 509725"/>
                <a:gd name="csY9" fmla="*/ 322892 h 326959"/>
                <a:gd name="csX10" fmla="*/ 314031 w 509725"/>
                <a:gd name="csY10" fmla="*/ 322719 h 326959"/>
                <a:gd name="csX11" fmla="*/ 337710 w 509725"/>
                <a:gd name="csY11" fmla="*/ 318249 h 326959"/>
                <a:gd name="csX12" fmla="*/ 361377 w 509725"/>
                <a:gd name="csY12" fmla="*/ 312173 h 326959"/>
                <a:gd name="csX13" fmla="*/ 375104 w 509725"/>
                <a:gd name="csY13" fmla="*/ 307710 h 326959"/>
                <a:gd name="csX14" fmla="*/ 385045 w 509725"/>
                <a:gd name="csY14" fmla="*/ 304206 h 326959"/>
                <a:gd name="csX15" fmla="*/ 408712 w 509725"/>
                <a:gd name="csY15" fmla="*/ 294051 h 326959"/>
                <a:gd name="csX16" fmla="*/ 411750 w 509725"/>
                <a:gd name="csY16" fmla="*/ 292529 h 326959"/>
                <a:gd name="csX17" fmla="*/ 432379 w 509725"/>
                <a:gd name="csY17" fmla="*/ 280980 h 326959"/>
                <a:gd name="csX18" fmla="*/ 438042 w 509725"/>
                <a:gd name="csY18" fmla="*/ 277346 h 326959"/>
                <a:gd name="csX19" fmla="*/ 456047 w 509725"/>
                <a:gd name="csY19" fmla="*/ 264111 h 326959"/>
                <a:gd name="csX20" fmla="*/ 458426 w 509725"/>
                <a:gd name="csY20" fmla="*/ 262164 h 326959"/>
                <a:gd name="csX21" fmla="*/ 474253 w 509725"/>
                <a:gd name="csY21" fmla="*/ 246982 h 326959"/>
                <a:gd name="csX22" fmla="*/ 479714 w 509725"/>
                <a:gd name="csY22" fmla="*/ 240603 h 326959"/>
                <a:gd name="csX23" fmla="*/ 486673 w 509725"/>
                <a:gd name="csY23" fmla="*/ 231800 h 326959"/>
                <a:gd name="csX24" fmla="*/ 496144 w 509725"/>
                <a:gd name="csY24" fmla="*/ 216617 h 326959"/>
                <a:gd name="csX25" fmla="*/ 503114 w 509725"/>
                <a:gd name="csY25" fmla="*/ 201435 h 326959"/>
                <a:gd name="csX26" fmla="*/ 503393 w 509725"/>
                <a:gd name="csY26" fmla="*/ 200550 h 326959"/>
                <a:gd name="csX27" fmla="*/ 507537 w 509725"/>
                <a:gd name="csY27" fmla="*/ 186253 h 326959"/>
                <a:gd name="csX28" fmla="*/ 509726 w 509725"/>
                <a:gd name="csY28" fmla="*/ 171071 h 326959"/>
                <a:gd name="csX29" fmla="*/ 509726 w 509725"/>
                <a:gd name="csY29" fmla="*/ 155890 h 326959"/>
                <a:gd name="csX30" fmla="*/ 507537 w 509725"/>
                <a:gd name="csY30" fmla="*/ 140708 h 326959"/>
                <a:gd name="csX31" fmla="*/ 503393 w 509725"/>
                <a:gd name="csY31" fmla="*/ 126411 h 326959"/>
                <a:gd name="csX32" fmla="*/ 503114 w 509725"/>
                <a:gd name="csY32" fmla="*/ 125525 h 326959"/>
                <a:gd name="csX33" fmla="*/ 496144 w 509725"/>
                <a:gd name="csY33" fmla="*/ 110343 h 326959"/>
                <a:gd name="csX34" fmla="*/ 486673 w 509725"/>
                <a:gd name="csY34" fmla="*/ 95161 h 326959"/>
                <a:gd name="csX35" fmla="*/ 479714 w 509725"/>
                <a:gd name="csY35" fmla="*/ 86356 h 326959"/>
                <a:gd name="csX36" fmla="*/ 474253 w 509725"/>
                <a:gd name="csY36" fmla="*/ 79979 h 326959"/>
                <a:gd name="csX37" fmla="*/ 458426 w 509725"/>
                <a:gd name="csY37" fmla="*/ 64797 h 326959"/>
                <a:gd name="csX38" fmla="*/ 456047 w 509725"/>
                <a:gd name="csY38" fmla="*/ 62850 h 326959"/>
                <a:gd name="csX39" fmla="*/ 438042 w 509725"/>
                <a:gd name="csY39" fmla="*/ 49614 h 326959"/>
                <a:gd name="csX40" fmla="*/ 432379 w 509725"/>
                <a:gd name="csY40" fmla="*/ 45981 h 326959"/>
                <a:gd name="csX41" fmla="*/ 411750 w 509725"/>
                <a:gd name="csY41" fmla="*/ 34432 h 326959"/>
                <a:gd name="csX42" fmla="*/ 408712 w 509725"/>
                <a:gd name="csY42" fmla="*/ 32910 h 326959"/>
                <a:gd name="csX43" fmla="*/ 385045 w 509725"/>
                <a:gd name="csY43" fmla="*/ 22755 h 326959"/>
                <a:gd name="csX44" fmla="*/ 375104 w 509725"/>
                <a:gd name="csY44" fmla="*/ 19251 h 326959"/>
                <a:gd name="csX45" fmla="*/ 361377 w 509725"/>
                <a:gd name="csY45" fmla="*/ 14788 h 326959"/>
                <a:gd name="csX46" fmla="*/ 337710 w 509725"/>
                <a:gd name="csY46" fmla="*/ 8712 h 326959"/>
                <a:gd name="csX47" fmla="*/ 314031 w 509725"/>
                <a:gd name="csY47" fmla="*/ 4242 h 326959"/>
                <a:gd name="csX48" fmla="*/ 312658 w 509725"/>
                <a:gd name="csY48" fmla="*/ 4069 h 326959"/>
                <a:gd name="csX49" fmla="*/ 290364 w 509725"/>
                <a:gd name="csY49" fmla="*/ 1404 h 326959"/>
                <a:gd name="csX50" fmla="*/ 266697 w 509725"/>
                <a:gd name="csY50" fmla="*/ 0 h 326959"/>
                <a:gd name="csX51" fmla="*/ 243029 w 509725"/>
                <a:gd name="csY51" fmla="*/ 0 h 326959"/>
                <a:gd name="csX52" fmla="*/ 219362 w 509725"/>
                <a:gd name="csY52" fmla="*/ 1404 h 326959"/>
                <a:gd name="csX53" fmla="*/ 197068 w 509725"/>
                <a:gd name="csY53" fmla="*/ 4069 h 326959"/>
                <a:gd name="csX54" fmla="*/ 195694 w 509725"/>
                <a:gd name="csY54" fmla="*/ 4242 h 326959"/>
                <a:gd name="csX55" fmla="*/ 172027 w 509725"/>
                <a:gd name="csY55" fmla="*/ 8712 h 326959"/>
                <a:gd name="csX56" fmla="*/ 148360 w 509725"/>
                <a:gd name="csY56" fmla="*/ 14788 h 326959"/>
                <a:gd name="csX57" fmla="*/ 134633 w 509725"/>
                <a:gd name="csY57" fmla="*/ 19251 h 326959"/>
                <a:gd name="csX58" fmla="*/ 124681 w 509725"/>
                <a:gd name="csY58" fmla="*/ 22755 h 326959"/>
                <a:gd name="csX59" fmla="*/ 101014 w 509725"/>
                <a:gd name="csY59" fmla="*/ 32910 h 326959"/>
                <a:gd name="csX60" fmla="*/ 97987 w 509725"/>
                <a:gd name="csY60" fmla="*/ 34432 h 326959"/>
                <a:gd name="csX61" fmla="*/ 77346 w 509725"/>
                <a:gd name="csY61" fmla="*/ 45981 h 326959"/>
                <a:gd name="csX62" fmla="*/ 71684 w 509725"/>
                <a:gd name="csY62" fmla="*/ 49614 h 326959"/>
                <a:gd name="csX63" fmla="*/ 53679 w 509725"/>
                <a:gd name="csY63" fmla="*/ 62850 h 326959"/>
                <a:gd name="csX64" fmla="*/ 51311 w 509725"/>
                <a:gd name="csY64" fmla="*/ 64797 h 326959"/>
                <a:gd name="csX65" fmla="*/ 35473 w 509725"/>
                <a:gd name="csY65" fmla="*/ 79979 h 326959"/>
                <a:gd name="csX66" fmla="*/ 30011 w 509725"/>
                <a:gd name="csY66" fmla="*/ 86356 h 326959"/>
                <a:gd name="csX67" fmla="*/ 23053 w 509725"/>
                <a:gd name="csY67" fmla="*/ 95161 h 326959"/>
                <a:gd name="csX68" fmla="*/ 13582 w 509725"/>
                <a:gd name="csY68" fmla="*/ 110343 h 326959"/>
                <a:gd name="csX69" fmla="*/ 6612 w 509725"/>
                <a:gd name="csY69" fmla="*/ 125525 h 326959"/>
                <a:gd name="csX70" fmla="*/ 6344 w 509725"/>
                <a:gd name="csY70" fmla="*/ 126411 h 326959"/>
                <a:gd name="csX71" fmla="*/ 2189 w 509725"/>
                <a:gd name="csY71" fmla="*/ 140708 h 326959"/>
                <a:gd name="csX72" fmla="*/ 0 w 509725"/>
                <a:gd name="csY72" fmla="*/ 155890 h 326959"/>
                <a:gd name="csX73" fmla="*/ 0 w 509725"/>
                <a:gd name="csY73" fmla="*/ 171071 h 326959"/>
                <a:gd name="csX74" fmla="*/ 2189 w 509725"/>
                <a:gd name="csY74" fmla="*/ 186253 h 326959"/>
                <a:gd name="csX75" fmla="*/ 6344 w 509725"/>
                <a:gd name="csY75" fmla="*/ 200550 h 326959"/>
                <a:gd name="csX76" fmla="*/ 6612 w 509725"/>
                <a:gd name="csY76" fmla="*/ 201435 h 326959"/>
                <a:gd name="csX77" fmla="*/ 13582 w 509725"/>
                <a:gd name="csY77" fmla="*/ 216617 h 326959"/>
                <a:gd name="csX78" fmla="*/ 23053 w 509725"/>
                <a:gd name="csY78" fmla="*/ 231800 h 326959"/>
                <a:gd name="csX79" fmla="*/ 30011 w 509725"/>
                <a:gd name="csY79" fmla="*/ 240603 h 326959"/>
                <a:gd name="csX80" fmla="*/ 35473 w 509725"/>
                <a:gd name="csY80" fmla="*/ 246982 h 326959"/>
                <a:gd name="csX81" fmla="*/ 51311 w 509725"/>
                <a:gd name="csY81" fmla="*/ 262164 h 326959"/>
                <a:gd name="csX82" fmla="*/ 53679 w 509725"/>
                <a:gd name="csY82" fmla="*/ 264111 h 326959"/>
                <a:gd name="csX83" fmla="*/ 71684 w 509725"/>
                <a:gd name="csY83" fmla="*/ 277346 h 326959"/>
                <a:gd name="csX84" fmla="*/ 77346 w 509725"/>
                <a:gd name="csY84" fmla="*/ 280980 h 326959"/>
                <a:gd name="csX85" fmla="*/ 97987 w 509725"/>
                <a:gd name="csY85" fmla="*/ 292529 h 326959"/>
                <a:gd name="csX86" fmla="*/ 101014 w 509725"/>
                <a:gd name="csY86" fmla="*/ 294051 h 326959"/>
                <a:gd name="csX87" fmla="*/ 124681 w 509725"/>
                <a:gd name="csY87" fmla="*/ 304206 h 326959"/>
                <a:gd name="csX88" fmla="*/ 134633 w 509725"/>
                <a:gd name="csY88" fmla="*/ 307710 h 3269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09725" h="326959">
                  <a:moveTo>
                    <a:pt x="134633" y="307710"/>
                  </a:moveTo>
                  <a:lnTo>
                    <a:pt x="148360" y="312173"/>
                  </a:lnTo>
                  <a:lnTo>
                    <a:pt x="172027" y="318249"/>
                  </a:lnTo>
                  <a:lnTo>
                    <a:pt x="195694" y="322719"/>
                  </a:lnTo>
                  <a:lnTo>
                    <a:pt x="197068" y="322892"/>
                  </a:lnTo>
                  <a:lnTo>
                    <a:pt x="219362" y="325557"/>
                  </a:lnTo>
                  <a:lnTo>
                    <a:pt x="243029" y="326960"/>
                  </a:lnTo>
                  <a:lnTo>
                    <a:pt x="266697" y="326960"/>
                  </a:lnTo>
                  <a:lnTo>
                    <a:pt x="290364" y="325557"/>
                  </a:lnTo>
                  <a:lnTo>
                    <a:pt x="312658" y="322892"/>
                  </a:lnTo>
                  <a:lnTo>
                    <a:pt x="314031" y="322719"/>
                  </a:lnTo>
                  <a:lnTo>
                    <a:pt x="337710" y="318249"/>
                  </a:lnTo>
                  <a:lnTo>
                    <a:pt x="361377" y="312173"/>
                  </a:lnTo>
                  <a:lnTo>
                    <a:pt x="375104" y="307710"/>
                  </a:lnTo>
                  <a:lnTo>
                    <a:pt x="385045" y="304206"/>
                  </a:lnTo>
                  <a:lnTo>
                    <a:pt x="408712" y="294051"/>
                  </a:lnTo>
                  <a:lnTo>
                    <a:pt x="411750" y="292529"/>
                  </a:lnTo>
                  <a:lnTo>
                    <a:pt x="432379" y="280980"/>
                  </a:lnTo>
                  <a:lnTo>
                    <a:pt x="438042" y="277346"/>
                  </a:lnTo>
                  <a:lnTo>
                    <a:pt x="456047" y="264111"/>
                  </a:lnTo>
                  <a:lnTo>
                    <a:pt x="458426" y="262164"/>
                  </a:lnTo>
                  <a:lnTo>
                    <a:pt x="474253" y="246982"/>
                  </a:lnTo>
                  <a:lnTo>
                    <a:pt x="479714" y="240603"/>
                  </a:lnTo>
                  <a:lnTo>
                    <a:pt x="486673" y="231800"/>
                  </a:lnTo>
                  <a:lnTo>
                    <a:pt x="496144" y="216617"/>
                  </a:lnTo>
                  <a:lnTo>
                    <a:pt x="503114" y="201435"/>
                  </a:lnTo>
                  <a:lnTo>
                    <a:pt x="503393" y="200550"/>
                  </a:lnTo>
                  <a:lnTo>
                    <a:pt x="507537" y="186253"/>
                  </a:lnTo>
                  <a:lnTo>
                    <a:pt x="509726" y="171071"/>
                  </a:lnTo>
                  <a:lnTo>
                    <a:pt x="509726" y="155890"/>
                  </a:lnTo>
                  <a:lnTo>
                    <a:pt x="507537" y="140708"/>
                  </a:lnTo>
                  <a:lnTo>
                    <a:pt x="503393" y="126411"/>
                  </a:lnTo>
                  <a:lnTo>
                    <a:pt x="503114" y="125525"/>
                  </a:lnTo>
                  <a:lnTo>
                    <a:pt x="496144" y="110343"/>
                  </a:lnTo>
                  <a:lnTo>
                    <a:pt x="486673" y="95161"/>
                  </a:lnTo>
                  <a:lnTo>
                    <a:pt x="479714" y="86356"/>
                  </a:lnTo>
                  <a:lnTo>
                    <a:pt x="474253" y="79979"/>
                  </a:lnTo>
                  <a:lnTo>
                    <a:pt x="458426" y="64797"/>
                  </a:lnTo>
                  <a:lnTo>
                    <a:pt x="456047" y="62850"/>
                  </a:lnTo>
                  <a:lnTo>
                    <a:pt x="438042" y="49614"/>
                  </a:lnTo>
                  <a:lnTo>
                    <a:pt x="432379" y="45981"/>
                  </a:lnTo>
                  <a:lnTo>
                    <a:pt x="411750" y="34432"/>
                  </a:lnTo>
                  <a:lnTo>
                    <a:pt x="408712" y="32910"/>
                  </a:lnTo>
                  <a:lnTo>
                    <a:pt x="385045" y="22755"/>
                  </a:lnTo>
                  <a:lnTo>
                    <a:pt x="375104" y="19251"/>
                  </a:lnTo>
                  <a:lnTo>
                    <a:pt x="361377" y="14788"/>
                  </a:lnTo>
                  <a:lnTo>
                    <a:pt x="337710" y="8712"/>
                  </a:lnTo>
                  <a:lnTo>
                    <a:pt x="314031" y="4242"/>
                  </a:lnTo>
                  <a:lnTo>
                    <a:pt x="312658" y="4069"/>
                  </a:lnTo>
                  <a:lnTo>
                    <a:pt x="290364" y="1404"/>
                  </a:lnTo>
                  <a:lnTo>
                    <a:pt x="266697" y="0"/>
                  </a:lnTo>
                  <a:lnTo>
                    <a:pt x="243029" y="0"/>
                  </a:lnTo>
                  <a:lnTo>
                    <a:pt x="219362" y="1404"/>
                  </a:lnTo>
                  <a:lnTo>
                    <a:pt x="197068" y="4069"/>
                  </a:lnTo>
                  <a:lnTo>
                    <a:pt x="195694" y="4242"/>
                  </a:lnTo>
                  <a:lnTo>
                    <a:pt x="172027" y="8712"/>
                  </a:lnTo>
                  <a:lnTo>
                    <a:pt x="148360" y="14788"/>
                  </a:lnTo>
                  <a:lnTo>
                    <a:pt x="134633" y="19251"/>
                  </a:lnTo>
                  <a:lnTo>
                    <a:pt x="124681" y="22755"/>
                  </a:lnTo>
                  <a:lnTo>
                    <a:pt x="101014" y="32910"/>
                  </a:lnTo>
                  <a:lnTo>
                    <a:pt x="97987" y="34432"/>
                  </a:lnTo>
                  <a:lnTo>
                    <a:pt x="77346" y="45981"/>
                  </a:lnTo>
                  <a:lnTo>
                    <a:pt x="71684" y="49614"/>
                  </a:lnTo>
                  <a:lnTo>
                    <a:pt x="53679" y="62850"/>
                  </a:lnTo>
                  <a:lnTo>
                    <a:pt x="51311" y="64797"/>
                  </a:lnTo>
                  <a:lnTo>
                    <a:pt x="35473" y="79979"/>
                  </a:lnTo>
                  <a:lnTo>
                    <a:pt x="30011" y="86356"/>
                  </a:lnTo>
                  <a:lnTo>
                    <a:pt x="23053" y="95161"/>
                  </a:lnTo>
                  <a:lnTo>
                    <a:pt x="13582" y="110343"/>
                  </a:lnTo>
                  <a:lnTo>
                    <a:pt x="6612" y="125525"/>
                  </a:lnTo>
                  <a:lnTo>
                    <a:pt x="6344" y="126411"/>
                  </a:lnTo>
                  <a:lnTo>
                    <a:pt x="2189" y="140708"/>
                  </a:lnTo>
                  <a:lnTo>
                    <a:pt x="0" y="155890"/>
                  </a:lnTo>
                  <a:lnTo>
                    <a:pt x="0" y="171071"/>
                  </a:lnTo>
                  <a:lnTo>
                    <a:pt x="2189" y="186253"/>
                  </a:lnTo>
                  <a:lnTo>
                    <a:pt x="6344" y="200550"/>
                  </a:lnTo>
                  <a:lnTo>
                    <a:pt x="6612" y="201435"/>
                  </a:lnTo>
                  <a:lnTo>
                    <a:pt x="13582" y="216617"/>
                  </a:lnTo>
                  <a:lnTo>
                    <a:pt x="23053" y="231800"/>
                  </a:lnTo>
                  <a:lnTo>
                    <a:pt x="30011" y="240603"/>
                  </a:lnTo>
                  <a:lnTo>
                    <a:pt x="35473" y="246982"/>
                  </a:lnTo>
                  <a:lnTo>
                    <a:pt x="51311" y="262164"/>
                  </a:lnTo>
                  <a:lnTo>
                    <a:pt x="53679" y="264111"/>
                  </a:lnTo>
                  <a:lnTo>
                    <a:pt x="71684" y="277346"/>
                  </a:lnTo>
                  <a:lnTo>
                    <a:pt x="77346" y="280980"/>
                  </a:lnTo>
                  <a:lnTo>
                    <a:pt x="97987" y="292529"/>
                  </a:lnTo>
                  <a:lnTo>
                    <a:pt x="101014" y="294051"/>
                  </a:lnTo>
                  <a:lnTo>
                    <a:pt x="124681" y="304206"/>
                  </a:lnTo>
                  <a:lnTo>
                    <a:pt x="134633" y="307710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8A6F40B8-CA01-3C14-09C5-3469207CA85A}"/>
                </a:ext>
              </a:extLst>
            </p:cNvPr>
            <p:cNvSpPr/>
            <p:nvPr/>
          </p:nvSpPr>
          <p:spPr>
            <a:xfrm>
              <a:off x="4647347" y="3494766"/>
              <a:ext cx="366492" cy="235081"/>
            </a:xfrm>
            <a:custGeom>
              <a:avLst/>
              <a:gdLst>
                <a:gd name="csX0" fmla="*/ 100411 w 366492"/>
                <a:gd name="csY0" fmla="*/ 222594 h 235081"/>
                <a:gd name="csX1" fmla="*/ 83165 w 366492"/>
                <a:gd name="csY1" fmla="*/ 216224 h 235081"/>
                <a:gd name="csX2" fmla="*/ 76743 w 366492"/>
                <a:gd name="csY2" fmla="*/ 213489 h 235081"/>
                <a:gd name="csX3" fmla="*/ 53511 w 366492"/>
                <a:gd name="csY3" fmla="*/ 201042 h 235081"/>
                <a:gd name="csX4" fmla="*/ 53065 w 366492"/>
                <a:gd name="csY4" fmla="*/ 200755 h 235081"/>
                <a:gd name="csX5" fmla="*/ 33664 w 366492"/>
                <a:gd name="csY5" fmla="*/ 185860 h 235081"/>
                <a:gd name="csX6" fmla="*/ 29397 w 366492"/>
                <a:gd name="csY6" fmla="*/ 181734 h 235081"/>
                <a:gd name="csX7" fmla="*/ 19468 w 366492"/>
                <a:gd name="csY7" fmla="*/ 170678 h 235081"/>
                <a:gd name="csX8" fmla="*/ 9371 w 366492"/>
                <a:gd name="csY8" fmla="*/ 155496 h 235081"/>
                <a:gd name="csX9" fmla="*/ 5730 w 366492"/>
                <a:gd name="csY9" fmla="*/ 147199 h 235081"/>
                <a:gd name="csX10" fmla="*/ 3005 w 366492"/>
                <a:gd name="csY10" fmla="*/ 140313 h 235081"/>
                <a:gd name="csX11" fmla="*/ 0 w 366492"/>
                <a:gd name="csY11" fmla="*/ 125131 h 235081"/>
                <a:gd name="csX12" fmla="*/ 0 w 366492"/>
                <a:gd name="csY12" fmla="*/ 109950 h 235081"/>
                <a:gd name="csX13" fmla="*/ 3005 w 366492"/>
                <a:gd name="csY13" fmla="*/ 94768 h 235081"/>
                <a:gd name="csX14" fmla="*/ 5730 w 366492"/>
                <a:gd name="csY14" fmla="*/ 87882 h 235081"/>
                <a:gd name="csX15" fmla="*/ 9371 w 366492"/>
                <a:gd name="csY15" fmla="*/ 79586 h 235081"/>
                <a:gd name="csX16" fmla="*/ 19468 w 366492"/>
                <a:gd name="csY16" fmla="*/ 64404 h 235081"/>
                <a:gd name="csX17" fmla="*/ 29397 w 366492"/>
                <a:gd name="csY17" fmla="*/ 53347 h 235081"/>
                <a:gd name="csX18" fmla="*/ 33664 w 366492"/>
                <a:gd name="csY18" fmla="*/ 49221 h 235081"/>
                <a:gd name="csX19" fmla="*/ 53065 w 366492"/>
                <a:gd name="csY19" fmla="*/ 34326 h 235081"/>
                <a:gd name="csX20" fmla="*/ 53511 w 366492"/>
                <a:gd name="csY20" fmla="*/ 34039 h 235081"/>
                <a:gd name="csX21" fmla="*/ 76743 w 366492"/>
                <a:gd name="csY21" fmla="*/ 21592 h 235081"/>
                <a:gd name="csX22" fmla="*/ 83165 w 366492"/>
                <a:gd name="csY22" fmla="*/ 18857 h 235081"/>
                <a:gd name="csX23" fmla="*/ 100411 w 366492"/>
                <a:gd name="csY23" fmla="*/ 12487 h 235081"/>
                <a:gd name="csX24" fmla="*/ 124078 w 366492"/>
                <a:gd name="csY24" fmla="*/ 6012 h 235081"/>
                <a:gd name="csX25" fmla="*/ 137012 w 366492"/>
                <a:gd name="csY25" fmla="*/ 3675 h 235081"/>
                <a:gd name="csX26" fmla="*/ 147745 w 366492"/>
                <a:gd name="csY26" fmla="*/ 1926 h 235081"/>
                <a:gd name="csX27" fmla="*/ 171413 w 366492"/>
                <a:gd name="csY27" fmla="*/ 0 h 235081"/>
                <a:gd name="csX28" fmla="*/ 195080 w 366492"/>
                <a:gd name="csY28" fmla="*/ 0 h 235081"/>
                <a:gd name="csX29" fmla="*/ 218747 w 366492"/>
                <a:gd name="csY29" fmla="*/ 1926 h 235081"/>
                <a:gd name="csX30" fmla="*/ 229481 w 366492"/>
                <a:gd name="csY30" fmla="*/ 3675 h 235081"/>
                <a:gd name="csX31" fmla="*/ 242415 w 366492"/>
                <a:gd name="csY31" fmla="*/ 6012 h 235081"/>
                <a:gd name="csX32" fmla="*/ 266093 w 366492"/>
                <a:gd name="csY32" fmla="*/ 12487 h 235081"/>
                <a:gd name="csX33" fmla="*/ 283327 w 366492"/>
                <a:gd name="csY33" fmla="*/ 18857 h 235081"/>
                <a:gd name="csX34" fmla="*/ 289761 w 366492"/>
                <a:gd name="csY34" fmla="*/ 21592 h 235081"/>
                <a:gd name="csX35" fmla="*/ 312981 w 366492"/>
                <a:gd name="csY35" fmla="*/ 34039 h 235081"/>
                <a:gd name="csX36" fmla="*/ 313428 w 366492"/>
                <a:gd name="csY36" fmla="*/ 34326 h 235081"/>
                <a:gd name="csX37" fmla="*/ 332829 w 366492"/>
                <a:gd name="csY37" fmla="*/ 49221 h 235081"/>
                <a:gd name="csX38" fmla="*/ 337096 w 366492"/>
                <a:gd name="csY38" fmla="*/ 53347 h 235081"/>
                <a:gd name="csX39" fmla="*/ 347025 w 366492"/>
                <a:gd name="csY39" fmla="*/ 64404 h 235081"/>
                <a:gd name="csX40" fmla="*/ 357122 w 366492"/>
                <a:gd name="csY40" fmla="*/ 79586 h 235081"/>
                <a:gd name="csX41" fmla="*/ 360763 w 366492"/>
                <a:gd name="csY41" fmla="*/ 87882 h 235081"/>
                <a:gd name="csX42" fmla="*/ 363488 w 366492"/>
                <a:gd name="csY42" fmla="*/ 94768 h 235081"/>
                <a:gd name="csX43" fmla="*/ 366493 w 366492"/>
                <a:gd name="csY43" fmla="*/ 109950 h 235081"/>
                <a:gd name="csX44" fmla="*/ 366493 w 366492"/>
                <a:gd name="csY44" fmla="*/ 125131 h 235081"/>
                <a:gd name="csX45" fmla="*/ 363488 w 366492"/>
                <a:gd name="csY45" fmla="*/ 140313 h 235081"/>
                <a:gd name="csX46" fmla="*/ 360763 w 366492"/>
                <a:gd name="csY46" fmla="*/ 147199 h 235081"/>
                <a:gd name="csX47" fmla="*/ 357122 w 366492"/>
                <a:gd name="csY47" fmla="*/ 155496 h 235081"/>
                <a:gd name="csX48" fmla="*/ 347025 w 366492"/>
                <a:gd name="csY48" fmla="*/ 170678 h 235081"/>
                <a:gd name="csX49" fmla="*/ 337096 w 366492"/>
                <a:gd name="csY49" fmla="*/ 181734 h 235081"/>
                <a:gd name="csX50" fmla="*/ 332829 w 366492"/>
                <a:gd name="csY50" fmla="*/ 185860 h 235081"/>
                <a:gd name="csX51" fmla="*/ 313428 w 366492"/>
                <a:gd name="csY51" fmla="*/ 200755 h 235081"/>
                <a:gd name="csX52" fmla="*/ 312981 w 366492"/>
                <a:gd name="csY52" fmla="*/ 201042 h 235081"/>
                <a:gd name="csX53" fmla="*/ 289761 w 366492"/>
                <a:gd name="csY53" fmla="*/ 213489 h 235081"/>
                <a:gd name="csX54" fmla="*/ 283327 w 366492"/>
                <a:gd name="csY54" fmla="*/ 216224 h 235081"/>
                <a:gd name="csX55" fmla="*/ 266093 w 366492"/>
                <a:gd name="csY55" fmla="*/ 222594 h 235081"/>
                <a:gd name="csX56" fmla="*/ 242415 w 366492"/>
                <a:gd name="csY56" fmla="*/ 229068 h 235081"/>
                <a:gd name="csX57" fmla="*/ 229481 w 366492"/>
                <a:gd name="csY57" fmla="*/ 231407 h 235081"/>
                <a:gd name="csX58" fmla="*/ 218747 w 366492"/>
                <a:gd name="csY58" fmla="*/ 233156 h 235081"/>
                <a:gd name="csX59" fmla="*/ 195080 w 366492"/>
                <a:gd name="csY59" fmla="*/ 235081 h 235081"/>
                <a:gd name="csX60" fmla="*/ 171413 w 366492"/>
                <a:gd name="csY60" fmla="*/ 235081 h 235081"/>
                <a:gd name="csX61" fmla="*/ 147745 w 366492"/>
                <a:gd name="csY61" fmla="*/ 233156 h 235081"/>
                <a:gd name="csX62" fmla="*/ 137012 w 366492"/>
                <a:gd name="csY62" fmla="*/ 231407 h 235081"/>
                <a:gd name="csX63" fmla="*/ 124078 w 366492"/>
                <a:gd name="csY63" fmla="*/ 229068 h 235081"/>
                <a:gd name="csX64" fmla="*/ 100411 w 366492"/>
                <a:gd name="csY64" fmla="*/ 222594 h 2350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66492" h="235081">
                  <a:moveTo>
                    <a:pt x="100411" y="222594"/>
                  </a:moveTo>
                  <a:lnTo>
                    <a:pt x="83165" y="216224"/>
                  </a:lnTo>
                  <a:lnTo>
                    <a:pt x="76743" y="213489"/>
                  </a:lnTo>
                  <a:lnTo>
                    <a:pt x="53511" y="201042"/>
                  </a:lnTo>
                  <a:lnTo>
                    <a:pt x="53065" y="200755"/>
                  </a:lnTo>
                  <a:lnTo>
                    <a:pt x="33664" y="185860"/>
                  </a:lnTo>
                  <a:lnTo>
                    <a:pt x="29397" y="181734"/>
                  </a:lnTo>
                  <a:lnTo>
                    <a:pt x="19468" y="170678"/>
                  </a:lnTo>
                  <a:lnTo>
                    <a:pt x="9371" y="155496"/>
                  </a:lnTo>
                  <a:lnTo>
                    <a:pt x="5730" y="147199"/>
                  </a:lnTo>
                  <a:lnTo>
                    <a:pt x="3005" y="140313"/>
                  </a:lnTo>
                  <a:lnTo>
                    <a:pt x="0" y="125131"/>
                  </a:lnTo>
                  <a:lnTo>
                    <a:pt x="0" y="109950"/>
                  </a:lnTo>
                  <a:lnTo>
                    <a:pt x="3005" y="94768"/>
                  </a:lnTo>
                  <a:lnTo>
                    <a:pt x="5730" y="87882"/>
                  </a:lnTo>
                  <a:lnTo>
                    <a:pt x="9371" y="79586"/>
                  </a:lnTo>
                  <a:lnTo>
                    <a:pt x="19468" y="64404"/>
                  </a:lnTo>
                  <a:lnTo>
                    <a:pt x="29397" y="53347"/>
                  </a:lnTo>
                  <a:lnTo>
                    <a:pt x="33664" y="49221"/>
                  </a:lnTo>
                  <a:lnTo>
                    <a:pt x="53065" y="34326"/>
                  </a:lnTo>
                  <a:lnTo>
                    <a:pt x="53511" y="34039"/>
                  </a:lnTo>
                  <a:lnTo>
                    <a:pt x="76743" y="21592"/>
                  </a:lnTo>
                  <a:lnTo>
                    <a:pt x="83165" y="18857"/>
                  </a:lnTo>
                  <a:lnTo>
                    <a:pt x="100411" y="12487"/>
                  </a:lnTo>
                  <a:lnTo>
                    <a:pt x="124078" y="6012"/>
                  </a:lnTo>
                  <a:lnTo>
                    <a:pt x="137012" y="3675"/>
                  </a:lnTo>
                  <a:lnTo>
                    <a:pt x="147745" y="1926"/>
                  </a:lnTo>
                  <a:lnTo>
                    <a:pt x="171413" y="0"/>
                  </a:lnTo>
                  <a:lnTo>
                    <a:pt x="195080" y="0"/>
                  </a:lnTo>
                  <a:lnTo>
                    <a:pt x="218747" y="1926"/>
                  </a:lnTo>
                  <a:lnTo>
                    <a:pt x="229481" y="3675"/>
                  </a:lnTo>
                  <a:lnTo>
                    <a:pt x="242415" y="6012"/>
                  </a:lnTo>
                  <a:lnTo>
                    <a:pt x="266093" y="12487"/>
                  </a:lnTo>
                  <a:lnTo>
                    <a:pt x="283327" y="18857"/>
                  </a:lnTo>
                  <a:lnTo>
                    <a:pt x="289761" y="21592"/>
                  </a:lnTo>
                  <a:lnTo>
                    <a:pt x="312981" y="34039"/>
                  </a:lnTo>
                  <a:lnTo>
                    <a:pt x="313428" y="34326"/>
                  </a:lnTo>
                  <a:lnTo>
                    <a:pt x="332829" y="49221"/>
                  </a:lnTo>
                  <a:lnTo>
                    <a:pt x="337096" y="53347"/>
                  </a:lnTo>
                  <a:lnTo>
                    <a:pt x="347025" y="64404"/>
                  </a:lnTo>
                  <a:lnTo>
                    <a:pt x="357122" y="79586"/>
                  </a:lnTo>
                  <a:lnTo>
                    <a:pt x="360763" y="87882"/>
                  </a:lnTo>
                  <a:lnTo>
                    <a:pt x="363488" y="94768"/>
                  </a:lnTo>
                  <a:lnTo>
                    <a:pt x="366493" y="109950"/>
                  </a:lnTo>
                  <a:lnTo>
                    <a:pt x="366493" y="125131"/>
                  </a:lnTo>
                  <a:lnTo>
                    <a:pt x="363488" y="140313"/>
                  </a:lnTo>
                  <a:lnTo>
                    <a:pt x="360763" y="147199"/>
                  </a:lnTo>
                  <a:lnTo>
                    <a:pt x="357122" y="155496"/>
                  </a:lnTo>
                  <a:lnTo>
                    <a:pt x="347025" y="170678"/>
                  </a:lnTo>
                  <a:lnTo>
                    <a:pt x="337096" y="181734"/>
                  </a:lnTo>
                  <a:lnTo>
                    <a:pt x="332829" y="185860"/>
                  </a:lnTo>
                  <a:lnTo>
                    <a:pt x="313428" y="200755"/>
                  </a:lnTo>
                  <a:lnTo>
                    <a:pt x="312981" y="201042"/>
                  </a:lnTo>
                  <a:lnTo>
                    <a:pt x="289761" y="213489"/>
                  </a:lnTo>
                  <a:lnTo>
                    <a:pt x="283327" y="216224"/>
                  </a:lnTo>
                  <a:lnTo>
                    <a:pt x="266093" y="222594"/>
                  </a:lnTo>
                  <a:lnTo>
                    <a:pt x="242415" y="229068"/>
                  </a:lnTo>
                  <a:lnTo>
                    <a:pt x="229481" y="231407"/>
                  </a:lnTo>
                  <a:lnTo>
                    <a:pt x="218747" y="233156"/>
                  </a:lnTo>
                  <a:lnTo>
                    <a:pt x="195080" y="235081"/>
                  </a:lnTo>
                  <a:lnTo>
                    <a:pt x="171413" y="235081"/>
                  </a:lnTo>
                  <a:lnTo>
                    <a:pt x="147745" y="233156"/>
                  </a:lnTo>
                  <a:lnTo>
                    <a:pt x="137012" y="231407"/>
                  </a:lnTo>
                  <a:lnTo>
                    <a:pt x="124078" y="229068"/>
                  </a:lnTo>
                  <a:lnTo>
                    <a:pt x="100411" y="22259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65EDBCC-855F-9B12-3FF3-85B89C4414D7}"/>
                </a:ext>
              </a:extLst>
            </p:cNvPr>
            <p:cNvSpPr/>
            <p:nvPr/>
          </p:nvSpPr>
          <p:spPr>
            <a:xfrm>
              <a:off x="4750349" y="3560835"/>
              <a:ext cx="160489" cy="102943"/>
            </a:xfrm>
            <a:custGeom>
              <a:avLst/>
              <a:gdLst>
                <a:gd name="csX0" fmla="*/ 92078 w 160489"/>
                <a:gd name="csY0" fmla="*/ 102944 h 102943"/>
                <a:gd name="csX1" fmla="*/ 68411 w 160489"/>
                <a:gd name="csY1" fmla="*/ 102944 h 102943"/>
                <a:gd name="csX2" fmla="*/ 44744 w 160489"/>
                <a:gd name="csY2" fmla="*/ 97901 h 102943"/>
                <a:gd name="csX3" fmla="*/ 24985 w 160489"/>
                <a:gd name="csY3" fmla="*/ 89427 h 102943"/>
                <a:gd name="csX4" fmla="*/ 21076 w 160489"/>
                <a:gd name="csY4" fmla="*/ 86922 h 102943"/>
                <a:gd name="csX5" fmla="*/ 7863 w 160489"/>
                <a:gd name="csY5" fmla="*/ 74245 h 102943"/>
                <a:gd name="csX6" fmla="*/ 0 w 160489"/>
                <a:gd name="csY6" fmla="*/ 59062 h 102943"/>
                <a:gd name="csX7" fmla="*/ 0 w 160489"/>
                <a:gd name="csY7" fmla="*/ 43881 h 102943"/>
                <a:gd name="csX8" fmla="*/ 7863 w 160489"/>
                <a:gd name="csY8" fmla="*/ 28699 h 102943"/>
                <a:gd name="csX9" fmla="*/ 21076 w 160489"/>
                <a:gd name="csY9" fmla="*/ 16022 h 102943"/>
                <a:gd name="csX10" fmla="*/ 24985 w 160489"/>
                <a:gd name="csY10" fmla="*/ 13517 h 102943"/>
                <a:gd name="csX11" fmla="*/ 44744 w 160489"/>
                <a:gd name="csY11" fmla="*/ 5043 h 102943"/>
                <a:gd name="csX12" fmla="*/ 68411 w 160489"/>
                <a:gd name="csY12" fmla="*/ 0 h 102943"/>
                <a:gd name="csX13" fmla="*/ 92078 w 160489"/>
                <a:gd name="csY13" fmla="*/ 0 h 102943"/>
                <a:gd name="csX14" fmla="*/ 115746 w 160489"/>
                <a:gd name="csY14" fmla="*/ 5043 h 102943"/>
                <a:gd name="csX15" fmla="*/ 135515 w 160489"/>
                <a:gd name="csY15" fmla="*/ 13517 h 102943"/>
                <a:gd name="csX16" fmla="*/ 139413 w 160489"/>
                <a:gd name="csY16" fmla="*/ 16022 h 102943"/>
                <a:gd name="csX17" fmla="*/ 152626 w 160489"/>
                <a:gd name="csY17" fmla="*/ 28699 h 102943"/>
                <a:gd name="csX18" fmla="*/ 160489 w 160489"/>
                <a:gd name="csY18" fmla="*/ 43881 h 102943"/>
                <a:gd name="csX19" fmla="*/ 160489 w 160489"/>
                <a:gd name="csY19" fmla="*/ 59062 h 102943"/>
                <a:gd name="csX20" fmla="*/ 152626 w 160489"/>
                <a:gd name="csY20" fmla="*/ 74245 h 102943"/>
                <a:gd name="csX21" fmla="*/ 139413 w 160489"/>
                <a:gd name="csY21" fmla="*/ 86922 h 102943"/>
                <a:gd name="csX22" fmla="*/ 135515 w 160489"/>
                <a:gd name="csY22" fmla="*/ 89427 h 102943"/>
                <a:gd name="csX23" fmla="*/ 115746 w 160489"/>
                <a:gd name="csY23" fmla="*/ 97901 h 102943"/>
                <a:gd name="csX24" fmla="*/ 92078 w 160489"/>
                <a:gd name="csY24" fmla="*/ 102944 h 1029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60489" h="102943">
                  <a:moveTo>
                    <a:pt x="92078" y="102944"/>
                  </a:moveTo>
                  <a:lnTo>
                    <a:pt x="68411" y="102944"/>
                  </a:lnTo>
                  <a:lnTo>
                    <a:pt x="44744" y="97901"/>
                  </a:lnTo>
                  <a:lnTo>
                    <a:pt x="24985" y="89427"/>
                  </a:lnTo>
                  <a:lnTo>
                    <a:pt x="21076" y="86922"/>
                  </a:lnTo>
                  <a:lnTo>
                    <a:pt x="7863" y="74245"/>
                  </a:lnTo>
                  <a:lnTo>
                    <a:pt x="0" y="59062"/>
                  </a:lnTo>
                  <a:lnTo>
                    <a:pt x="0" y="43881"/>
                  </a:lnTo>
                  <a:lnTo>
                    <a:pt x="7863" y="28699"/>
                  </a:lnTo>
                  <a:lnTo>
                    <a:pt x="21076" y="16022"/>
                  </a:lnTo>
                  <a:lnTo>
                    <a:pt x="24985" y="13517"/>
                  </a:lnTo>
                  <a:lnTo>
                    <a:pt x="44744" y="5043"/>
                  </a:lnTo>
                  <a:lnTo>
                    <a:pt x="68411" y="0"/>
                  </a:lnTo>
                  <a:lnTo>
                    <a:pt x="92078" y="0"/>
                  </a:lnTo>
                  <a:lnTo>
                    <a:pt x="115746" y="5043"/>
                  </a:lnTo>
                  <a:lnTo>
                    <a:pt x="135515" y="13517"/>
                  </a:lnTo>
                  <a:lnTo>
                    <a:pt x="139413" y="16022"/>
                  </a:lnTo>
                  <a:lnTo>
                    <a:pt x="152626" y="28699"/>
                  </a:lnTo>
                  <a:lnTo>
                    <a:pt x="160489" y="43881"/>
                  </a:lnTo>
                  <a:lnTo>
                    <a:pt x="160489" y="59062"/>
                  </a:lnTo>
                  <a:lnTo>
                    <a:pt x="152626" y="74245"/>
                  </a:lnTo>
                  <a:lnTo>
                    <a:pt x="139413" y="86922"/>
                  </a:lnTo>
                  <a:lnTo>
                    <a:pt x="135515" y="89427"/>
                  </a:lnTo>
                  <a:lnTo>
                    <a:pt x="115746" y="97901"/>
                  </a:lnTo>
                  <a:lnTo>
                    <a:pt x="92078" y="10294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BBBBFD91-A00C-1E6E-37FD-146BB0197F00}"/>
              </a:ext>
            </a:extLst>
          </p:cNvPr>
          <p:cNvGrpSpPr/>
          <p:nvPr/>
        </p:nvGrpSpPr>
        <p:grpSpPr>
          <a:xfrm>
            <a:off x="4225633" y="3224262"/>
            <a:ext cx="1209919" cy="776091"/>
            <a:chOff x="4225633" y="3224262"/>
            <a:chExt cx="1209919" cy="776091"/>
          </a:xfrm>
        </p:grpSpPr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05F834CD-804C-F5B5-FB70-9E596A323440}"/>
                </a:ext>
              </a:extLst>
            </p:cNvPr>
            <p:cNvSpPr/>
            <p:nvPr/>
          </p:nvSpPr>
          <p:spPr>
            <a:xfrm>
              <a:off x="4225633" y="3224262"/>
              <a:ext cx="1209919" cy="776091"/>
            </a:xfrm>
            <a:custGeom>
              <a:avLst/>
              <a:gdLst>
                <a:gd name="csX0" fmla="*/ 187399 w 1209919"/>
                <a:gd name="csY0" fmla="*/ 668913 h 776091"/>
                <a:gd name="csX1" fmla="*/ 190758 w 1209919"/>
                <a:gd name="csY1" fmla="*/ 670961 h 776091"/>
                <a:gd name="csX2" fmla="*/ 213814 w 1209919"/>
                <a:gd name="csY2" fmla="*/ 684095 h 776091"/>
                <a:gd name="csX3" fmla="*/ 214426 w 1209919"/>
                <a:gd name="csY3" fmla="*/ 684432 h 776091"/>
                <a:gd name="csX4" fmla="*/ 238095 w 1209919"/>
                <a:gd name="csY4" fmla="*/ 696716 h 776091"/>
                <a:gd name="csX5" fmla="*/ 243519 w 1209919"/>
                <a:gd name="csY5" fmla="*/ 699277 h 776091"/>
                <a:gd name="csX6" fmla="*/ 261764 w 1209919"/>
                <a:gd name="csY6" fmla="*/ 707815 h 776091"/>
                <a:gd name="csX7" fmla="*/ 277710 w 1209919"/>
                <a:gd name="csY7" fmla="*/ 714460 h 776091"/>
                <a:gd name="csX8" fmla="*/ 285428 w 1209919"/>
                <a:gd name="csY8" fmla="*/ 717699 h 776091"/>
                <a:gd name="csX9" fmla="*/ 309107 w 1209919"/>
                <a:gd name="csY9" fmla="*/ 726679 h 776091"/>
                <a:gd name="csX10" fmla="*/ 317897 w 1209919"/>
                <a:gd name="csY10" fmla="*/ 729639 h 776091"/>
                <a:gd name="csX11" fmla="*/ 332774 w 1209919"/>
                <a:gd name="csY11" fmla="*/ 734822 h 776091"/>
                <a:gd name="csX12" fmla="*/ 356442 w 1209919"/>
                <a:gd name="csY12" fmla="*/ 741992 h 776091"/>
                <a:gd name="csX13" fmla="*/ 367075 w 1209919"/>
                <a:gd name="csY13" fmla="*/ 744818 h 776091"/>
                <a:gd name="csX14" fmla="*/ 380109 w 1209919"/>
                <a:gd name="csY14" fmla="*/ 748482 h 776091"/>
                <a:gd name="csX15" fmla="*/ 403777 w 1209919"/>
                <a:gd name="csY15" fmla="*/ 754256 h 776091"/>
                <a:gd name="csX16" fmla="*/ 427444 w 1209919"/>
                <a:gd name="csY16" fmla="*/ 759081 h 776091"/>
                <a:gd name="csX17" fmla="*/ 432705 w 1209919"/>
                <a:gd name="csY17" fmla="*/ 760008 h 776091"/>
                <a:gd name="csX18" fmla="*/ 451111 w 1209919"/>
                <a:gd name="csY18" fmla="*/ 763538 h 776091"/>
                <a:gd name="csX19" fmla="*/ 474779 w 1209919"/>
                <a:gd name="csY19" fmla="*/ 767279 h 776091"/>
                <a:gd name="csX20" fmla="*/ 498457 w 1209919"/>
                <a:gd name="csY20" fmla="*/ 770284 h 776091"/>
                <a:gd name="csX21" fmla="*/ 522125 w 1209919"/>
                <a:gd name="csY21" fmla="*/ 772607 h 776091"/>
                <a:gd name="csX22" fmla="*/ 545792 w 1209919"/>
                <a:gd name="csY22" fmla="*/ 774305 h 776091"/>
                <a:gd name="csX23" fmla="*/ 564534 w 1209919"/>
                <a:gd name="csY23" fmla="*/ 775187 h 776091"/>
                <a:gd name="csX24" fmla="*/ 569459 w 1209919"/>
                <a:gd name="csY24" fmla="*/ 775455 h 776091"/>
                <a:gd name="csX25" fmla="*/ 593127 w 1209919"/>
                <a:gd name="csY25" fmla="*/ 776092 h 776091"/>
                <a:gd name="csX26" fmla="*/ 616794 w 1209919"/>
                <a:gd name="csY26" fmla="*/ 776092 h 776091"/>
                <a:gd name="csX27" fmla="*/ 640462 w 1209919"/>
                <a:gd name="csY27" fmla="*/ 775455 h 776091"/>
                <a:gd name="csX28" fmla="*/ 645387 w 1209919"/>
                <a:gd name="csY28" fmla="*/ 775187 h 776091"/>
                <a:gd name="csX29" fmla="*/ 664129 w 1209919"/>
                <a:gd name="csY29" fmla="*/ 774305 h 776091"/>
                <a:gd name="csX30" fmla="*/ 687808 w 1209919"/>
                <a:gd name="csY30" fmla="*/ 772607 h 776091"/>
                <a:gd name="csX31" fmla="*/ 711475 w 1209919"/>
                <a:gd name="csY31" fmla="*/ 770284 h 776091"/>
                <a:gd name="csX32" fmla="*/ 735142 w 1209919"/>
                <a:gd name="csY32" fmla="*/ 767279 h 776091"/>
                <a:gd name="csX33" fmla="*/ 758810 w 1209919"/>
                <a:gd name="csY33" fmla="*/ 763538 h 776091"/>
                <a:gd name="csX34" fmla="*/ 777216 w 1209919"/>
                <a:gd name="csY34" fmla="*/ 760008 h 776091"/>
                <a:gd name="csX35" fmla="*/ 782477 w 1209919"/>
                <a:gd name="csY35" fmla="*/ 759081 h 776091"/>
                <a:gd name="csX36" fmla="*/ 806145 w 1209919"/>
                <a:gd name="csY36" fmla="*/ 754256 h 776091"/>
                <a:gd name="csX37" fmla="*/ 829812 w 1209919"/>
                <a:gd name="csY37" fmla="*/ 748482 h 776091"/>
                <a:gd name="csX38" fmla="*/ 842846 w 1209919"/>
                <a:gd name="csY38" fmla="*/ 744818 h 776091"/>
                <a:gd name="csX39" fmla="*/ 853491 w 1209919"/>
                <a:gd name="csY39" fmla="*/ 741992 h 776091"/>
                <a:gd name="csX40" fmla="*/ 877158 w 1209919"/>
                <a:gd name="csY40" fmla="*/ 734822 h 776091"/>
                <a:gd name="csX41" fmla="*/ 892024 w 1209919"/>
                <a:gd name="csY41" fmla="*/ 729639 h 776091"/>
                <a:gd name="csX42" fmla="*/ 900825 w 1209919"/>
                <a:gd name="csY42" fmla="*/ 726679 h 776091"/>
                <a:gd name="csX43" fmla="*/ 924493 w 1209919"/>
                <a:gd name="csY43" fmla="*/ 717699 h 776091"/>
                <a:gd name="csX44" fmla="*/ 932222 w 1209919"/>
                <a:gd name="csY44" fmla="*/ 714460 h 776091"/>
                <a:gd name="csX45" fmla="*/ 948160 w 1209919"/>
                <a:gd name="csY45" fmla="*/ 707815 h 776091"/>
                <a:gd name="csX46" fmla="*/ 966410 w 1209919"/>
                <a:gd name="csY46" fmla="*/ 699277 h 776091"/>
                <a:gd name="csX47" fmla="*/ 971827 w 1209919"/>
                <a:gd name="csY47" fmla="*/ 696716 h 776091"/>
                <a:gd name="csX48" fmla="*/ 995495 w 1209919"/>
                <a:gd name="csY48" fmla="*/ 684432 h 776091"/>
                <a:gd name="csX49" fmla="*/ 996109 w 1209919"/>
                <a:gd name="csY49" fmla="*/ 684095 h 776091"/>
                <a:gd name="csX50" fmla="*/ 1019162 w 1209919"/>
                <a:gd name="csY50" fmla="*/ 670961 h 776091"/>
                <a:gd name="csX51" fmla="*/ 1022524 w 1209919"/>
                <a:gd name="csY51" fmla="*/ 668913 h 776091"/>
                <a:gd name="csX52" fmla="*/ 1042841 w 1209919"/>
                <a:gd name="csY52" fmla="*/ 655885 h 776091"/>
                <a:gd name="csX53" fmla="*/ 1046024 w 1209919"/>
                <a:gd name="csY53" fmla="*/ 653730 h 776091"/>
                <a:gd name="csX54" fmla="*/ 1066508 w 1209919"/>
                <a:gd name="csY54" fmla="*/ 638941 h 776091"/>
                <a:gd name="csX55" fmla="*/ 1067033 w 1209919"/>
                <a:gd name="csY55" fmla="*/ 638549 h 776091"/>
                <a:gd name="csX56" fmla="*/ 1086177 w 1209919"/>
                <a:gd name="csY56" fmla="*/ 623367 h 776091"/>
                <a:gd name="csX57" fmla="*/ 1090176 w 1209919"/>
                <a:gd name="csY57" fmla="*/ 619888 h 776091"/>
                <a:gd name="csX58" fmla="*/ 1103489 w 1209919"/>
                <a:gd name="csY58" fmla="*/ 608185 h 776091"/>
                <a:gd name="csX59" fmla="*/ 1113843 w 1209919"/>
                <a:gd name="csY59" fmla="*/ 597958 h 776091"/>
                <a:gd name="csX60" fmla="*/ 1118903 w 1209919"/>
                <a:gd name="csY60" fmla="*/ 593003 h 776091"/>
                <a:gd name="csX61" fmla="*/ 1132886 w 1209919"/>
                <a:gd name="csY61" fmla="*/ 577821 h 776091"/>
                <a:gd name="csX62" fmla="*/ 1137510 w 1209919"/>
                <a:gd name="csY62" fmla="*/ 572176 h 776091"/>
                <a:gd name="csX63" fmla="*/ 1145586 w 1209919"/>
                <a:gd name="csY63" fmla="*/ 562638 h 776091"/>
                <a:gd name="csX64" fmla="*/ 1156777 w 1209919"/>
                <a:gd name="csY64" fmla="*/ 547456 h 776091"/>
                <a:gd name="csX65" fmla="*/ 1161178 w 1209919"/>
                <a:gd name="csY65" fmla="*/ 540632 h 776091"/>
                <a:gd name="csX66" fmla="*/ 1166885 w 1209919"/>
                <a:gd name="csY66" fmla="*/ 532274 h 776091"/>
                <a:gd name="csX67" fmla="*/ 1175887 w 1209919"/>
                <a:gd name="csY67" fmla="*/ 517093 h 776091"/>
                <a:gd name="csX68" fmla="*/ 1183404 w 1209919"/>
                <a:gd name="csY68" fmla="*/ 501911 h 776091"/>
                <a:gd name="csX69" fmla="*/ 1184845 w 1209919"/>
                <a:gd name="csY69" fmla="*/ 498538 h 776091"/>
                <a:gd name="csX70" fmla="*/ 1190352 w 1209919"/>
                <a:gd name="csY70" fmla="*/ 486728 h 776091"/>
                <a:gd name="csX71" fmla="*/ 1196193 w 1209919"/>
                <a:gd name="csY71" fmla="*/ 471546 h 776091"/>
                <a:gd name="csX72" fmla="*/ 1200873 w 1209919"/>
                <a:gd name="csY72" fmla="*/ 456364 h 776091"/>
                <a:gd name="csX73" fmla="*/ 1204492 w 1209919"/>
                <a:gd name="csY73" fmla="*/ 441182 h 776091"/>
                <a:gd name="csX74" fmla="*/ 1207139 w 1209919"/>
                <a:gd name="csY74" fmla="*/ 426000 h 776091"/>
                <a:gd name="csX75" fmla="*/ 1208513 w 1209919"/>
                <a:gd name="csY75" fmla="*/ 413975 h 776091"/>
                <a:gd name="csX76" fmla="*/ 1208926 w 1209919"/>
                <a:gd name="csY76" fmla="*/ 410817 h 776091"/>
                <a:gd name="csX77" fmla="*/ 1209920 w 1209919"/>
                <a:gd name="csY77" fmla="*/ 395635 h 776091"/>
                <a:gd name="csX78" fmla="*/ 1209920 w 1209919"/>
                <a:gd name="csY78" fmla="*/ 380454 h 776091"/>
                <a:gd name="csX79" fmla="*/ 1208926 w 1209919"/>
                <a:gd name="csY79" fmla="*/ 365272 h 776091"/>
                <a:gd name="csX80" fmla="*/ 1208513 w 1209919"/>
                <a:gd name="csY80" fmla="*/ 362114 h 776091"/>
                <a:gd name="csX81" fmla="*/ 1207139 w 1209919"/>
                <a:gd name="csY81" fmla="*/ 350090 h 776091"/>
                <a:gd name="csX82" fmla="*/ 1204492 w 1209919"/>
                <a:gd name="csY82" fmla="*/ 334908 h 776091"/>
                <a:gd name="csX83" fmla="*/ 1200873 w 1209919"/>
                <a:gd name="csY83" fmla="*/ 319725 h 776091"/>
                <a:gd name="csX84" fmla="*/ 1196193 w 1209919"/>
                <a:gd name="csY84" fmla="*/ 304543 h 776091"/>
                <a:gd name="csX85" fmla="*/ 1190352 w 1209919"/>
                <a:gd name="csY85" fmla="*/ 289361 h 776091"/>
                <a:gd name="csX86" fmla="*/ 1184845 w 1209919"/>
                <a:gd name="csY86" fmla="*/ 277552 h 776091"/>
                <a:gd name="csX87" fmla="*/ 1183404 w 1209919"/>
                <a:gd name="csY87" fmla="*/ 274179 h 776091"/>
                <a:gd name="csX88" fmla="*/ 1175887 w 1209919"/>
                <a:gd name="csY88" fmla="*/ 258997 h 776091"/>
                <a:gd name="csX89" fmla="*/ 1166885 w 1209919"/>
                <a:gd name="csY89" fmla="*/ 243815 h 776091"/>
                <a:gd name="csX90" fmla="*/ 1161178 w 1209919"/>
                <a:gd name="csY90" fmla="*/ 235458 h 776091"/>
                <a:gd name="csX91" fmla="*/ 1156777 w 1209919"/>
                <a:gd name="csY91" fmla="*/ 228633 h 776091"/>
                <a:gd name="csX92" fmla="*/ 1145586 w 1209919"/>
                <a:gd name="csY92" fmla="*/ 213451 h 776091"/>
                <a:gd name="csX93" fmla="*/ 1137510 w 1209919"/>
                <a:gd name="csY93" fmla="*/ 203914 h 776091"/>
                <a:gd name="csX94" fmla="*/ 1132886 w 1209919"/>
                <a:gd name="csY94" fmla="*/ 198269 h 776091"/>
                <a:gd name="csX95" fmla="*/ 1118903 w 1209919"/>
                <a:gd name="csY95" fmla="*/ 183087 h 776091"/>
                <a:gd name="csX96" fmla="*/ 1113843 w 1209919"/>
                <a:gd name="csY96" fmla="*/ 178131 h 776091"/>
                <a:gd name="csX97" fmla="*/ 1103489 w 1209919"/>
                <a:gd name="csY97" fmla="*/ 167904 h 776091"/>
                <a:gd name="csX98" fmla="*/ 1090176 w 1209919"/>
                <a:gd name="csY98" fmla="*/ 156201 h 776091"/>
                <a:gd name="csX99" fmla="*/ 1086177 w 1209919"/>
                <a:gd name="csY99" fmla="*/ 152722 h 776091"/>
                <a:gd name="csX100" fmla="*/ 1067033 w 1209919"/>
                <a:gd name="csY100" fmla="*/ 137540 h 776091"/>
                <a:gd name="csX101" fmla="*/ 1066508 w 1209919"/>
                <a:gd name="csY101" fmla="*/ 137148 h 776091"/>
                <a:gd name="csX102" fmla="*/ 1046024 w 1209919"/>
                <a:gd name="csY102" fmla="*/ 122358 h 776091"/>
                <a:gd name="csX103" fmla="*/ 1042841 w 1209919"/>
                <a:gd name="csY103" fmla="*/ 120204 h 776091"/>
                <a:gd name="csX104" fmla="*/ 1022524 w 1209919"/>
                <a:gd name="csY104" fmla="*/ 107177 h 776091"/>
                <a:gd name="csX105" fmla="*/ 1019162 w 1209919"/>
                <a:gd name="csY105" fmla="*/ 105128 h 776091"/>
                <a:gd name="csX106" fmla="*/ 996109 w 1209919"/>
                <a:gd name="csY106" fmla="*/ 91995 h 776091"/>
                <a:gd name="csX107" fmla="*/ 995495 w 1209919"/>
                <a:gd name="csY107" fmla="*/ 91657 h 776091"/>
                <a:gd name="csX108" fmla="*/ 971827 w 1209919"/>
                <a:gd name="csY108" fmla="*/ 79373 h 776091"/>
                <a:gd name="csX109" fmla="*/ 966410 w 1209919"/>
                <a:gd name="csY109" fmla="*/ 76812 h 776091"/>
                <a:gd name="csX110" fmla="*/ 948160 w 1209919"/>
                <a:gd name="csY110" fmla="*/ 68271 h 776091"/>
                <a:gd name="csX111" fmla="*/ 932222 w 1209919"/>
                <a:gd name="csY111" fmla="*/ 61630 h 776091"/>
                <a:gd name="csX112" fmla="*/ 924493 w 1209919"/>
                <a:gd name="csY112" fmla="*/ 58384 h 776091"/>
                <a:gd name="csX113" fmla="*/ 900825 w 1209919"/>
                <a:gd name="csY113" fmla="*/ 49413 h 776091"/>
                <a:gd name="csX114" fmla="*/ 892024 w 1209919"/>
                <a:gd name="csY114" fmla="*/ 46448 h 776091"/>
                <a:gd name="csX115" fmla="*/ 877158 w 1209919"/>
                <a:gd name="csY115" fmla="*/ 41271 h 776091"/>
                <a:gd name="csX116" fmla="*/ 853491 w 1209919"/>
                <a:gd name="csY116" fmla="*/ 34093 h 776091"/>
                <a:gd name="csX117" fmla="*/ 842846 w 1209919"/>
                <a:gd name="csY117" fmla="*/ 31266 h 776091"/>
                <a:gd name="csX118" fmla="*/ 829812 w 1209919"/>
                <a:gd name="csY118" fmla="*/ 27605 h 776091"/>
                <a:gd name="csX119" fmla="*/ 806145 w 1209919"/>
                <a:gd name="csY119" fmla="*/ 21829 h 776091"/>
                <a:gd name="csX120" fmla="*/ 782477 w 1209919"/>
                <a:gd name="csY120" fmla="*/ 17007 h 776091"/>
                <a:gd name="csX121" fmla="*/ 777216 w 1209919"/>
                <a:gd name="csY121" fmla="*/ 16084 h 776091"/>
                <a:gd name="csX122" fmla="*/ 758810 w 1209919"/>
                <a:gd name="csY122" fmla="*/ 12556 h 776091"/>
                <a:gd name="csX123" fmla="*/ 735142 w 1209919"/>
                <a:gd name="csY123" fmla="*/ 8806 h 776091"/>
                <a:gd name="csX124" fmla="*/ 711475 w 1209919"/>
                <a:gd name="csY124" fmla="*/ 5805 h 776091"/>
                <a:gd name="csX125" fmla="*/ 687808 w 1209919"/>
                <a:gd name="csY125" fmla="*/ 3483 h 776091"/>
                <a:gd name="csX126" fmla="*/ 664129 w 1209919"/>
                <a:gd name="csY126" fmla="*/ 1785 h 776091"/>
                <a:gd name="csX127" fmla="*/ 645387 w 1209919"/>
                <a:gd name="csY127" fmla="*/ 901 h 776091"/>
                <a:gd name="csX128" fmla="*/ 640462 w 1209919"/>
                <a:gd name="csY128" fmla="*/ 637 h 776091"/>
                <a:gd name="csX129" fmla="*/ 616794 w 1209919"/>
                <a:gd name="csY129" fmla="*/ 0 h 776091"/>
                <a:gd name="csX130" fmla="*/ 593127 w 1209919"/>
                <a:gd name="csY130" fmla="*/ 0 h 776091"/>
                <a:gd name="csX131" fmla="*/ 569459 w 1209919"/>
                <a:gd name="csY131" fmla="*/ 637 h 776091"/>
                <a:gd name="csX132" fmla="*/ 564534 w 1209919"/>
                <a:gd name="csY132" fmla="*/ 901 h 776091"/>
                <a:gd name="csX133" fmla="*/ 545792 w 1209919"/>
                <a:gd name="csY133" fmla="*/ 1785 h 776091"/>
                <a:gd name="csX134" fmla="*/ 522125 w 1209919"/>
                <a:gd name="csY134" fmla="*/ 3483 h 776091"/>
                <a:gd name="csX135" fmla="*/ 498457 w 1209919"/>
                <a:gd name="csY135" fmla="*/ 5805 h 776091"/>
                <a:gd name="csX136" fmla="*/ 474779 w 1209919"/>
                <a:gd name="csY136" fmla="*/ 8806 h 776091"/>
                <a:gd name="csX137" fmla="*/ 451111 w 1209919"/>
                <a:gd name="csY137" fmla="*/ 12556 h 776091"/>
                <a:gd name="csX138" fmla="*/ 432705 w 1209919"/>
                <a:gd name="csY138" fmla="*/ 16084 h 776091"/>
                <a:gd name="csX139" fmla="*/ 427444 w 1209919"/>
                <a:gd name="csY139" fmla="*/ 17007 h 776091"/>
                <a:gd name="csX140" fmla="*/ 403777 w 1209919"/>
                <a:gd name="csY140" fmla="*/ 21829 h 776091"/>
                <a:gd name="csX141" fmla="*/ 380109 w 1209919"/>
                <a:gd name="csY141" fmla="*/ 27605 h 776091"/>
                <a:gd name="csX142" fmla="*/ 367075 w 1209919"/>
                <a:gd name="csY142" fmla="*/ 31266 h 776091"/>
                <a:gd name="csX143" fmla="*/ 356442 w 1209919"/>
                <a:gd name="csY143" fmla="*/ 34093 h 776091"/>
                <a:gd name="csX144" fmla="*/ 332774 w 1209919"/>
                <a:gd name="csY144" fmla="*/ 41271 h 776091"/>
                <a:gd name="csX145" fmla="*/ 317897 w 1209919"/>
                <a:gd name="csY145" fmla="*/ 46448 h 776091"/>
                <a:gd name="csX146" fmla="*/ 309107 w 1209919"/>
                <a:gd name="csY146" fmla="*/ 49413 h 776091"/>
                <a:gd name="csX147" fmla="*/ 285428 w 1209919"/>
                <a:gd name="csY147" fmla="*/ 58384 h 776091"/>
                <a:gd name="csX148" fmla="*/ 277710 w 1209919"/>
                <a:gd name="csY148" fmla="*/ 61630 h 776091"/>
                <a:gd name="csX149" fmla="*/ 261764 w 1209919"/>
                <a:gd name="csY149" fmla="*/ 68271 h 776091"/>
                <a:gd name="csX150" fmla="*/ 243519 w 1209919"/>
                <a:gd name="csY150" fmla="*/ 76812 h 776091"/>
                <a:gd name="csX151" fmla="*/ 238095 w 1209919"/>
                <a:gd name="csY151" fmla="*/ 79373 h 776091"/>
                <a:gd name="csX152" fmla="*/ 214426 w 1209919"/>
                <a:gd name="csY152" fmla="*/ 91657 h 776091"/>
                <a:gd name="csX153" fmla="*/ 213814 w 1209919"/>
                <a:gd name="csY153" fmla="*/ 91995 h 776091"/>
                <a:gd name="csX154" fmla="*/ 190758 w 1209919"/>
                <a:gd name="csY154" fmla="*/ 105128 h 776091"/>
                <a:gd name="csX155" fmla="*/ 187399 w 1209919"/>
                <a:gd name="csY155" fmla="*/ 107177 h 776091"/>
                <a:gd name="csX156" fmla="*/ 167088 w 1209919"/>
                <a:gd name="csY156" fmla="*/ 120204 h 776091"/>
                <a:gd name="csX157" fmla="*/ 163896 w 1209919"/>
                <a:gd name="csY157" fmla="*/ 122358 h 776091"/>
                <a:gd name="csX158" fmla="*/ 143420 w 1209919"/>
                <a:gd name="csY158" fmla="*/ 137148 h 776091"/>
                <a:gd name="csX159" fmla="*/ 142895 w 1209919"/>
                <a:gd name="csY159" fmla="*/ 137540 h 776091"/>
                <a:gd name="csX160" fmla="*/ 123743 w 1209919"/>
                <a:gd name="csY160" fmla="*/ 152722 h 776091"/>
                <a:gd name="csX161" fmla="*/ 119751 w 1209919"/>
                <a:gd name="csY161" fmla="*/ 156201 h 776091"/>
                <a:gd name="csX162" fmla="*/ 106435 w 1209919"/>
                <a:gd name="csY162" fmla="*/ 167904 h 776091"/>
                <a:gd name="csX163" fmla="*/ 96081 w 1209919"/>
                <a:gd name="csY163" fmla="*/ 178131 h 776091"/>
                <a:gd name="csX164" fmla="*/ 91022 w 1209919"/>
                <a:gd name="csY164" fmla="*/ 183087 h 776091"/>
                <a:gd name="csX165" fmla="*/ 77037 w 1209919"/>
                <a:gd name="csY165" fmla="*/ 198269 h 776091"/>
                <a:gd name="csX166" fmla="*/ 72413 w 1209919"/>
                <a:gd name="csY166" fmla="*/ 203914 h 776091"/>
                <a:gd name="csX167" fmla="*/ 64343 w 1209919"/>
                <a:gd name="csY167" fmla="*/ 213451 h 776091"/>
                <a:gd name="csX168" fmla="*/ 53151 w 1209919"/>
                <a:gd name="csY168" fmla="*/ 228633 h 776091"/>
                <a:gd name="csX169" fmla="*/ 48744 w 1209919"/>
                <a:gd name="csY169" fmla="*/ 235458 h 776091"/>
                <a:gd name="csX170" fmla="*/ 43035 w 1209919"/>
                <a:gd name="csY170" fmla="*/ 243815 h 776091"/>
                <a:gd name="csX171" fmla="*/ 34032 w 1209919"/>
                <a:gd name="csY171" fmla="*/ 258997 h 776091"/>
                <a:gd name="csX172" fmla="*/ 26514 w 1209919"/>
                <a:gd name="csY172" fmla="*/ 274179 h 776091"/>
                <a:gd name="csX173" fmla="*/ 25075 w 1209919"/>
                <a:gd name="csY173" fmla="*/ 277552 h 776091"/>
                <a:gd name="csX174" fmla="*/ 19575 w 1209919"/>
                <a:gd name="csY174" fmla="*/ 289361 h 776091"/>
                <a:gd name="csX175" fmla="*/ 13729 w 1209919"/>
                <a:gd name="csY175" fmla="*/ 304543 h 776091"/>
                <a:gd name="csX176" fmla="*/ 9050 w 1209919"/>
                <a:gd name="csY176" fmla="*/ 319725 h 776091"/>
                <a:gd name="csX177" fmla="*/ 5429 w 1209919"/>
                <a:gd name="csY177" fmla="*/ 334908 h 776091"/>
                <a:gd name="csX178" fmla="*/ 2782 w 1209919"/>
                <a:gd name="csY178" fmla="*/ 350090 h 776091"/>
                <a:gd name="csX179" fmla="*/ 1406 w 1209919"/>
                <a:gd name="csY179" fmla="*/ 362114 h 776091"/>
                <a:gd name="csX180" fmla="*/ 993 w 1209919"/>
                <a:gd name="csY180" fmla="*/ 365272 h 776091"/>
                <a:gd name="csX181" fmla="*/ 0 w 1209919"/>
                <a:gd name="csY181" fmla="*/ 380454 h 776091"/>
                <a:gd name="csX182" fmla="*/ 0 w 1209919"/>
                <a:gd name="csY182" fmla="*/ 395635 h 776091"/>
                <a:gd name="csX183" fmla="*/ 993 w 1209919"/>
                <a:gd name="csY183" fmla="*/ 410817 h 776091"/>
                <a:gd name="csX184" fmla="*/ 1406 w 1209919"/>
                <a:gd name="csY184" fmla="*/ 413975 h 776091"/>
                <a:gd name="csX185" fmla="*/ 2782 w 1209919"/>
                <a:gd name="csY185" fmla="*/ 426000 h 776091"/>
                <a:gd name="csX186" fmla="*/ 5429 w 1209919"/>
                <a:gd name="csY186" fmla="*/ 441182 h 776091"/>
                <a:gd name="csX187" fmla="*/ 9050 w 1209919"/>
                <a:gd name="csY187" fmla="*/ 456364 h 776091"/>
                <a:gd name="csX188" fmla="*/ 13729 w 1209919"/>
                <a:gd name="csY188" fmla="*/ 471546 h 776091"/>
                <a:gd name="csX189" fmla="*/ 19575 w 1209919"/>
                <a:gd name="csY189" fmla="*/ 486728 h 776091"/>
                <a:gd name="csX190" fmla="*/ 25075 w 1209919"/>
                <a:gd name="csY190" fmla="*/ 498538 h 776091"/>
                <a:gd name="csX191" fmla="*/ 26514 w 1209919"/>
                <a:gd name="csY191" fmla="*/ 501911 h 776091"/>
                <a:gd name="csX192" fmla="*/ 34032 w 1209919"/>
                <a:gd name="csY192" fmla="*/ 517093 h 776091"/>
                <a:gd name="csX193" fmla="*/ 43035 w 1209919"/>
                <a:gd name="csY193" fmla="*/ 532274 h 776091"/>
                <a:gd name="csX194" fmla="*/ 48744 w 1209919"/>
                <a:gd name="csY194" fmla="*/ 540632 h 776091"/>
                <a:gd name="csX195" fmla="*/ 53151 w 1209919"/>
                <a:gd name="csY195" fmla="*/ 547456 h 776091"/>
                <a:gd name="csX196" fmla="*/ 64343 w 1209919"/>
                <a:gd name="csY196" fmla="*/ 562638 h 776091"/>
                <a:gd name="csX197" fmla="*/ 72413 w 1209919"/>
                <a:gd name="csY197" fmla="*/ 572176 h 776091"/>
                <a:gd name="csX198" fmla="*/ 77037 w 1209919"/>
                <a:gd name="csY198" fmla="*/ 577821 h 776091"/>
                <a:gd name="csX199" fmla="*/ 91022 w 1209919"/>
                <a:gd name="csY199" fmla="*/ 593003 h 776091"/>
                <a:gd name="csX200" fmla="*/ 96081 w 1209919"/>
                <a:gd name="csY200" fmla="*/ 597958 h 776091"/>
                <a:gd name="csX201" fmla="*/ 106435 w 1209919"/>
                <a:gd name="csY201" fmla="*/ 608185 h 776091"/>
                <a:gd name="csX202" fmla="*/ 119751 w 1209919"/>
                <a:gd name="csY202" fmla="*/ 619888 h 776091"/>
                <a:gd name="csX203" fmla="*/ 123743 w 1209919"/>
                <a:gd name="csY203" fmla="*/ 623367 h 776091"/>
                <a:gd name="csX204" fmla="*/ 142895 w 1209919"/>
                <a:gd name="csY204" fmla="*/ 638549 h 776091"/>
                <a:gd name="csX205" fmla="*/ 143420 w 1209919"/>
                <a:gd name="csY205" fmla="*/ 638941 h 776091"/>
                <a:gd name="csX206" fmla="*/ 163896 w 1209919"/>
                <a:gd name="csY206" fmla="*/ 653730 h 776091"/>
                <a:gd name="csX207" fmla="*/ 167088 w 1209919"/>
                <a:gd name="csY207" fmla="*/ 655885 h 776091"/>
                <a:gd name="csX208" fmla="*/ 187399 w 1209919"/>
                <a:gd name="csY208" fmla="*/ 668913 h 776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</a:cxnLst>
              <a:rect l="l" t="t" r="r" b="b"/>
              <a:pathLst>
                <a:path w="1209919" h="776091">
                  <a:moveTo>
                    <a:pt x="187399" y="668913"/>
                  </a:moveTo>
                  <a:lnTo>
                    <a:pt x="190758" y="670961"/>
                  </a:lnTo>
                  <a:lnTo>
                    <a:pt x="213814" y="684095"/>
                  </a:lnTo>
                  <a:lnTo>
                    <a:pt x="214426" y="684432"/>
                  </a:lnTo>
                  <a:lnTo>
                    <a:pt x="238095" y="696716"/>
                  </a:lnTo>
                  <a:lnTo>
                    <a:pt x="243519" y="699277"/>
                  </a:lnTo>
                  <a:lnTo>
                    <a:pt x="261764" y="707815"/>
                  </a:lnTo>
                  <a:lnTo>
                    <a:pt x="277710" y="714460"/>
                  </a:lnTo>
                  <a:lnTo>
                    <a:pt x="285428" y="717699"/>
                  </a:lnTo>
                  <a:lnTo>
                    <a:pt x="309107" y="726679"/>
                  </a:lnTo>
                  <a:lnTo>
                    <a:pt x="317897" y="729639"/>
                  </a:lnTo>
                  <a:lnTo>
                    <a:pt x="332774" y="734822"/>
                  </a:lnTo>
                  <a:lnTo>
                    <a:pt x="356442" y="741992"/>
                  </a:lnTo>
                  <a:lnTo>
                    <a:pt x="367075" y="744818"/>
                  </a:lnTo>
                  <a:lnTo>
                    <a:pt x="380109" y="748482"/>
                  </a:lnTo>
                  <a:lnTo>
                    <a:pt x="403777" y="754256"/>
                  </a:lnTo>
                  <a:lnTo>
                    <a:pt x="427444" y="759081"/>
                  </a:lnTo>
                  <a:lnTo>
                    <a:pt x="432705" y="760008"/>
                  </a:lnTo>
                  <a:lnTo>
                    <a:pt x="451111" y="763538"/>
                  </a:lnTo>
                  <a:lnTo>
                    <a:pt x="474779" y="767279"/>
                  </a:lnTo>
                  <a:lnTo>
                    <a:pt x="498457" y="770284"/>
                  </a:lnTo>
                  <a:lnTo>
                    <a:pt x="522125" y="772607"/>
                  </a:lnTo>
                  <a:lnTo>
                    <a:pt x="545792" y="774305"/>
                  </a:lnTo>
                  <a:lnTo>
                    <a:pt x="564534" y="775187"/>
                  </a:lnTo>
                  <a:lnTo>
                    <a:pt x="569459" y="775455"/>
                  </a:lnTo>
                  <a:lnTo>
                    <a:pt x="593127" y="776092"/>
                  </a:lnTo>
                  <a:lnTo>
                    <a:pt x="616794" y="776092"/>
                  </a:lnTo>
                  <a:lnTo>
                    <a:pt x="640462" y="775455"/>
                  </a:lnTo>
                  <a:lnTo>
                    <a:pt x="645387" y="775187"/>
                  </a:lnTo>
                  <a:lnTo>
                    <a:pt x="664129" y="774305"/>
                  </a:lnTo>
                  <a:lnTo>
                    <a:pt x="687808" y="772607"/>
                  </a:lnTo>
                  <a:lnTo>
                    <a:pt x="711475" y="770284"/>
                  </a:lnTo>
                  <a:lnTo>
                    <a:pt x="735142" y="767279"/>
                  </a:lnTo>
                  <a:lnTo>
                    <a:pt x="758810" y="763538"/>
                  </a:lnTo>
                  <a:lnTo>
                    <a:pt x="777216" y="760008"/>
                  </a:lnTo>
                  <a:lnTo>
                    <a:pt x="782477" y="759081"/>
                  </a:lnTo>
                  <a:lnTo>
                    <a:pt x="806145" y="754256"/>
                  </a:lnTo>
                  <a:lnTo>
                    <a:pt x="829812" y="748482"/>
                  </a:lnTo>
                  <a:lnTo>
                    <a:pt x="842846" y="744818"/>
                  </a:lnTo>
                  <a:lnTo>
                    <a:pt x="853491" y="741992"/>
                  </a:lnTo>
                  <a:lnTo>
                    <a:pt x="877158" y="734822"/>
                  </a:lnTo>
                  <a:lnTo>
                    <a:pt x="892024" y="729639"/>
                  </a:lnTo>
                  <a:lnTo>
                    <a:pt x="900825" y="726679"/>
                  </a:lnTo>
                  <a:lnTo>
                    <a:pt x="924493" y="717699"/>
                  </a:lnTo>
                  <a:lnTo>
                    <a:pt x="932222" y="714460"/>
                  </a:lnTo>
                  <a:lnTo>
                    <a:pt x="948160" y="707815"/>
                  </a:lnTo>
                  <a:lnTo>
                    <a:pt x="966410" y="699277"/>
                  </a:lnTo>
                  <a:lnTo>
                    <a:pt x="971827" y="696716"/>
                  </a:lnTo>
                  <a:lnTo>
                    <a:pt x="995495" y="684432"/>
                  </a:lnTo>
                  <a:lnTo>
                    <a:pt x="996109" y="684095"/>
                  </a:lnTo>
                  <a:lnTo>
                    <a:pt x="1019162" y="670961"/>
                  </a:lnTo>
                  <a:lnTo>
                    <a:pt x="1022524" y="668913"/>
                  </a:lnTo>
                  <a:lnTo>
                    <a:pt x="1042841" y="655885"/>
                  </a:lnTo>
                  <a:lnTo>
                    <a:pt x="1046024" y="653730"/>
                  </a:lnTo>
                  <a:lnTo>
                    <a:pt x="1066508" y="638941"/>
                  </a:lnTo>
                  <a:lnTo>
                    <a:pt x="1067033" y="638549"/>
                  </a:lnTo>
                  <a:lnTo>
                    <a:pt x="1086177" y="623367"/>
                  </a:lnTo>
                  <a:lnTo>
                    <a:pt x="1090176" y="619888"/>
                  </a:lnTo>
                  <a:lnTo>
                    <a:pt x="1103489" y="608185"/>
                  </a:lnTo>
                  <a:lnTo>
                    <a:pt x="1113843" y="597958"/>
                  </a:lnTo>
                  <a:lnTo>
                    <a:pt x="1118903" y="593003"/>
                  </a:lnTo>
                  <a:lnTo>
                    <a:pt x="1132886" y="577821"/>
                  </a:lnTo>
                  <a:lnTo>
                    <a:pt x="1137510" y="572176"/>
                  </a:lnTo>
                  <a:lnTo>
                    <a:pt x="1145586" y="562638"/>
                  </a:lnTo>
                  <a:lnTo>
                    <a:pt x="1156777" y="547456"/>
                  </a:lnTo>
                  <a:lnTo>
                    <a:pt x="1161178" y="540632"/>
                  </a:lnTo>
                  <a:lnTo>
                    <a:pt x="1166885" y="532274"/>
                  </a:lnTo>
                  <a:lnTo>
                    <a:pt x="1175887" y="517093"/>
                  </a:lnTo>
                  <a:lnTo>
                    <a:pt x="1183404" y="501911"/>
                  </a:lnTo>
                  <a:lnTo>
                    <a:pt x="1184845" y="498538"/>
                  </a:lnTo>
                  <a:lnTo>
                    <a:pt x="1190352" y="486728"/>
                  </a:lnTo>
                  <a:lnTo>
                    <a:pt x="1196193" y="471546"/>
                  </a:lnTo>
                  <a:lnTo>
                    <a:pt x="1200873" y="456364"/>
                  </a:lnTo>
                  <a:lnTo>
                    <a:pt x="1204492" y="441182"/>
                  </a:lnTo>
                  <a:lnTo>
                    <a:pt x="1207139" y="426000"/>
                  </a:lnTo>
                  <a:lnTo>
                    <a:pt x="1208513" y="413975"/>
                  </a:lnTo>
                  <a:lnTo>
                    <a:pt x="1208926" y="410817"/>
                  </a:lnTo>
                  <a:lnTo>
                    <a:pt x="1209920" y="395635"/>
                  </a:lnTo>
                  <a:lnTo>
                    <a:pt x="1209920" y="380454"/>
                  </a:lnTo>
                  <a:lnTo>
                    <a:pt x="1208926" y="365272"/>
                  </a:lnTo>
                  <a:lnTo>
                    <a:pt x="1208513" y="362114"/>
                  </a:lnTo>
                  <a:lnTo>
                    <a:pt x="1207139" y="350090"/>
                  </a:lnTo>
                  <a:lnTo>
                    <a:pt x="1204492" y="334908"/>
                  </a:lnTo>
                  <a:lnTo>
                    <a:pt x="1200873" y="319725"/>
                  </a:lnTo>
                  <a:lnTo>
                    <a:pt x="1196193" y="304543"/>
                  </a:lnTo>
                  <a:lnTo>
                    <a:pt x="1190352" y="289361"/>
                  </a:lnTo>
                  <a:lnTo>
                    <a:pt x="1184845" y="277552"/>
                  </a:lnTo>
                  <a:lnTo>
                    <a:pt x="1183404" y="274179"/>
                  </a:lnTo>
                  <a:lnTo>
                    <a:pt x="1175887" y="258997"/>
                  </a:lnTo>
                  <a:lnTo>
                    <a:pt x="1166885" y="243815"/>
                  </a:lnTo>
                  <a:lnTo>
                    <a:pt x="1161178" y="235458"/>
                  </a:lnTo>
                  <a:lnTo>
                    <a:pt x="1156777" y="228633"/>
                  </a:lnTo>
                  <a:lnTo>
                    <a:pt x="1145586" y="213451"/>
                  </a:lnTo>
                  <a:lnTo>
                    <a:pt x="1137510" y="203914"/>
                  </a:lnTo>
                  <a:lnTo>
                    <a:pt x="1132886" y="198269"/>
                  </a:lnTo>
                  <a:lnTo>
                    <a:pt x="1118903" y="183087"/>
                  </a:lnTo>
                  <a:lnTo>
                    <a:pt x="1113843" y="178131"/>
                  </a:lnTo>
                  <a:lnTo>
                    <a:pt x="1103489" y="167904"/>
                  </a:lnTo>
                  <a:lnTo>
                    <a:pt x="1090176" y="156201"/>
                  </a:lnTo>
                  <a:lnTo>
                    <a:pt x="1086177" y="152722"/>
                  </a:lnTo>
                  <a:lnTo>
                    <a:pt x="1067033" y="137540"/>
                  </a:lnTo>
                  <a:lnTo>
                    <a:pt x="1066508" y="137148"/>
                  </a:lnTo>
                  <a:lnTo>
                    <a:pt x="1046024" y="122358"/>
                  </a:lnTo>
                  <a:lnTo>
                    <a:pt x="1042841" y="120204"/>
                  </a:lnTo>
                  <a:lnTo>
                    <a:pt x="1022524" y="107177"/>
                  </a:lnTo>
                  <a:lnTo>
                    <a:pt x="1019162" y="105128"/>
                  </a:lnTo>
                  <a:lnTo>
                    <a:pt x="996109" y="91995"/>
                  </a:lnTo>
                  <a:lnTo>
                    <a:pt x="995495" y="91657"/>
                  </a:lnTo>
                  <a:lnTo>
                    <a:pt x="971827" y="79373"/>
                  </a:lnTo>
                  <a:lnTo>
                    <a:pt x="966410" y="76812"/>
                  </a:lnTo>
                  <a:lnTo>
                    <a:pt x="948160" y="68271"/>
                  </a:lnTo>
                  <a:lnTo>
                    <a:pt x="932222" y="61630"/>
                  </a:lnTo>
                  <a:lnTo>
                    <a:pt x="924493" y="58384"/>
                  </a:lnTo>
                  <a:lnTo>
                    <a:pt x="900825" y="49413"/>
                  </a:lnTo>
                  <a:lnTo>
                    <a:pt x="892024" y="46448"/>
                  </a:lnTo>
                  <a:lnTo>
                    <a:pt x="877158" y="41271"/>
                  </a:lnTo>
                  <a:lnTo>
                    <a:pt x="853491" y="34093"/>
                  </a:lnTo>
                  <a:lnTo>
                    <a:pt x="842846" y="31266"/>
                  </a:lnTo>
                  <a:lnTo>
                    <a:pt x="829812" y="27605"/>
                  </a:lnTo>
                  <a:lnTo>
                    <a:pt x="806145" y="21829"/>
                  </a:lnTo>
                  <a:lnTo>
                    <a:pt x="782477" y="17007"/>
                  </a:lnTo>
                  <a:lnTo>
                    <a:pt x="777216" y="16084"/>
                  </a:lnTo>
                  <a:lnTo>
                    <a:pt x="758810" y="12556"/>
                  </a:lnTo>
                  <a:lnTo>
                    <a:pt x="735142" y="8806"/>
                  </a:lnTo>
                  <a:lnTo>
                    <a:pt x="711475" y="5805"/>
                  </a:lnTo>
                  <a:lnTo>
                    <a:pt x="687808" y="3483"/>
                  </a:lnTo>
                  <a:lnTo>
                    <a:pt x="664129" y="1785"/>
                  </a:lnTo>
                  <a:lnTo>
                    <a:pt x="645387" y="901"/>
                  </a:lnTo>
                  <a:lnTo>
                    <a:pt x="640462" y="637"/>
                  </a:lnTo>
                  <a:lnTo>
                    <a:pt x="616794" y="0"/>
                  </a:lnTo>
                  <a:lnTo>
                    <a:pt x="593127" y="0"/>
                  </a:lnTo>
                  <a:lnTo>
                    <a:pt x="569459" y="637"/>
                  </a:lnTo>
                  <a:lnTo>
                    <a:pt x="564534" y="901"/>
                  </a:lnTo>
                  <a:lnTo>
                    <a:pt x="545792" y="1785"/>
                  </a:lnTo>
                  <a:lnTo>
                    <a:pt x="522125" y="3483"/>
                  </a:lnTo>
                  <a:lnTo>
                    <a:pt x="498457" y="5805"/>
                  </a:lnTo>
                  <a:lnTo>
                    <a:pt x="474779" y="8806"/>
                  </a:lnTo>
                  <a:lnTo>
                    <a:pt x="451111" y="12556"/>
                  </a:lnTo>
                  <a:lnTo>
                    <a:pt x="432705" y="16084"/>
                  </a:lnTo>
                  <a:lnTo>
                    <a:pt x="427444" y="17007"/>
                  </a:lnTo>
                  <a:lnTo>
                    <a:pt x="403777" y="21829"/>
                  </a:lnTo>
                  <a:lnTo>
                    <a:pt x="380109" y="27605"/>
                  </a:lnTo>
                  <a:lnTo>
                    <a:pt x="367075" y="31266"/>
                  </a:lnTo>
                  <a:lnTo>
                    <a:pt x="356442" y="34093"/>
                  </a:lnTo>
                  <a:lnTo>
                    <a:pt x="332774" y="41271"/>
                  </a:lnTo>
                  <a:lnTo>
                    <a:pt x="317897" y="46448"/>
                  </a:lnTo>
                  <a:lnTo>
                    <a:pt x="309107" y="49413"/>
                  </a:lnTo>
                  <a:lnTo>
                    <a:pt x="285428" y="58384"/>
                  </a:lnTo>
                  <a:lnTo>
                    <a:pt x="277710" y="61630"/>
                  </a:lnTo>
                  <a:lnTo>
                    <a:pt x="261764" y="68271"/>
                  </a:lnTo>
                  <a:lnTo>
                    <a:pt x="243519" y="76812"/>
                  </a:lnTo>
                  <a:lnTo>
                    <a:pt x="238095" y="79373"/>
                  </a:lnTo>
                  <a:lnTo>
                    <a:pt x="214426" y="91657"/>
                  </a:lnTo>
                  <a:lnTo>
                    <a:pt x="213814" y="91995"/>
                  </a:lnTo>
                  <a:lnTo>
                    <a:pt x="190758" y="105128"/>
                  </a:lnTo>
                  <a:lnTo>
                    <a:pt x="187399" y="107177"/>
                  </a:lnTo>
                  <a:lnTo>
                    <a:pt x="167088" y="120204"/>
                  </a:lnTo>
                  <a:lnTo>
                    <a:pt x="163896" y="122358"/>
                  </a:lnTo>
                  <a:lnTo>
                    <a:pt x="143420" y="137148"/>
                  </a:lnTo>
                  <a:lnTo>
                    <a:pt x="142895" y="137540"/>
                  </a:lnTo>
                  <a:lnTo>
                    <a:pt x="123743" y="152722"/>
                  </a:lnTo>
                  <a:lnTo>
                    <a:pt x="119751" y="156201"/>
                  </a:lnTo>
                  <a:lnTo>
                    <a:pt x="106435" y="167904"/>
                  </a:lnTo>
                  <a:lnTo>
                    <a:pt x="96081" y="178131"/>
                  </a:lnTo>
                  <a:lnTo>
                    <a:pt x="91022" y="183087"/>
                  </a:lnTo>
                  <a:lnTo>
                    <a:pt x="77037" y="198269"/>
                  </a:lnTo>
                  <a:lnTo>
                    <a:pt x="72413" y="203914"/>
                  </a:lnTo>
                  <a:lnTo>
                    <a:pt x="64343" y="213451"/>
                  </a:lnTo>
                  <a:lnTo>
                    <a:pt x="53151" y="228633"/>
                  </a:lnTo>
                  <a:lnTo>
                    <a:pt x="48744" y="235458"/>
                  </a:lnTo>
                  <a:lnTo>
                    <a:pt x="43035" y="243815"/>
                  </a:lnTo>
                  <a:lnTo>
                    <a:pt x="34032" y="258997"/>
                  </a:lnTo>
                  <a:lnTo>
                    <a:pt x="26514" y="274179"/>
                  </a:lnTo>
                  <a:lnTo>
                    <a:pt x="25075" y="277552"/>
                  </a:lnTo>
                  <a:lnTo>
                    <a:pt x="19575" y="289361"/>
                  </a:lnTo>
                  <a:lnTo>
                    <a:pt x="13729" y="304543"/>
                  </a:lnTo>
                  <a:lnTo>
                    <a:pt x="9050" y="319725"/>
                  </a:lnTo>
                  <a:lnTo>
                    <a:pt x="5429" y="334908"/>
                  </a:lnTo>
                  <a:lnTo>
                    <a:pt x="2782" y="350090"/>
                  </a:lnTo>
                  <a:lnTo>
                    <a:pt x="1406" y="362114"/>
                  </a:lnTo>
                  <a:lnTo>
                    <a:pt x="993" y="365272"/>
                  </a:lnTo>
                  <a:lnTo>
                    <a:pt x="0" y="380454"/>
                  </a:lnTo>
                  <a:lnTo>
                    <a:pt x="0" y="395635"/>
                  </a:lnTo>
                  <a:lnTo>
                    <a:pt x="993" y="410817"/>
                  </a:lnTo>
                  <a:lnTo>
                    <a:pt x="1406" y="413975"/>
                  </a:lnTo>
                  <a:lnTo>
                    <a:pt x="2782" y="426000"/>
                  </a:lnTo>
                  <a:lnTo>
                    <a:pt x="5429" y="441182"/>
                  </a:lnTo>
                  <a:lnTo>
                    <a:pt x="9050" y="456364"/>
                  </a:lnTo>
                  <a:lnTo>
                    <a:pt x="13729" y="471546"/>
                  </a:lnTo>
                  <a:lnTo>
                    <a:pt x="19575" y="486728"/>
                  </a:lnTo>
                  <a:lnTo>
                    <a:pt x="25075" y="498538"/>
                  </a:lnTo>
                  <a:lnTo>
                    <a:pt x="26514" y="501911"/>
                  </a:lnTo>
                  <a:lnTo>
                    <a:pt x="34032" y="517093"/>
                  </a:lnTo>
                  <a:lnTo>
                    <a:pt x="43035" y="532274"/>
                  </a:lnTo>
                  <a:lnTo>
                    <a:pt x="48744" y="540632"/>
                  </a:lnTo>
                  <a:lnTo>
                    <a:pt x="53151" y="547456"/>
                  </a:lnTo>
                  <a:lnTo>
                    <a:pt x="64343" y="562638"/>
                  </a:lnTo>
                  <a:lnTo>
                    <a:pt x="72413" y="572176"/>
                  </a:lnTo>
                  <a:lnTo>
                    <a:pt x="77037" y="577821"/>
                  </a:lnTo>
                  <a:lnTo>
                    <a:pt x="91022" y="593003"/>
                  </a:lnTo>
                  <a:lnTo>
                    <a:pt x="96081" y="597958"/>
                  </a:lnTo>
                  <a:lnTo>
                    <a:pt x="106435" y="608185"/>
                  </a:lnTo>
                  <a:lnTo>
                    <a:pt x="119751" y="619888"/>
                  </a:lnTo>
                  <a:lnTo>
                    <a:pt x="123743" y="623367"/>
                  </a:lnTo>
                  <a:lnTo>
                    <a:pt x="142895" y="638549"/>
                  </a:lnTo>
                  <a:lnTo>
                    <a:pt x="143420" y="638941"/>
                  </a:lnTo>
                  <a:lnTo>
                    <a:pt x="163896" y="653730"/>
                  </a:lnTo>
                  <a:lnTo>
                    <a:pt x="167088" y="655885"/>
                  </a:lnTo>
                  <a:lnTo>
                    <a:pt x="187399" y="66891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C7AC82B0-8647-69ED-3C5C-BB0D6B230CB4}"/>
                </a:ext>
              </a:extLst>
            </p:cNvPr>
            <p:cNvSpPr/>
            <p:nvPr/>
          </p:nvSpPr>
          <p:spPr>
            <a:xfrm>
              <a:off x="4320486" y="3285104"/>
              <a:ext cx="1020218" cy="654400"/>
            </a:xfrm>
            <a:custGeom>
              <a:avLst/>
              <a:gdLst>
                <a:gd name="csX0" fmla="*/ 155448 w 1020218"/>
                <a:gd name="csY0" fmla="*/ 562525 h 654400"/>
                <a:gd name="csX1" fmla="*/ 166912 w 1020218"/>
                <a:gd name="csY1" fmla="*/ 569444 h 654400"/>
                <a:gd name="csX2" fmla="*/ 181741 w 1020218"/>
                <a:gd name="csY2" fmla="*/ 577708 h 654400"/>
                <a:gd name="csX3" fmla="*/ 190576 w 1020218"/>
                <a:gd name="csY3" fmla="*/ 582424 h 654400"/>
                <a:gd name="csX4" fmla="*/ 212232 w 1020218"/>
                <a:gd name="csY4" fmla="*/ 592889 h 654400"/>
                <a:gd name="csX5" fmla="*/ 214254 w 1020218"/>
                <a:gd name="csY5" fmla="*/ 593839 h 654400"/>
                <a:gd name="csX6" fmla="*/ 237921 w 1020218"/>
                <a:gd name="csY6" fmla="*/ 604101 h 654400"/>
                <a:gd name="csX7" fmla="*/ 248309 w 1020218"/>
                <a:gd name="csY7" fmla="*/ 608071 h 654400"/>
                <a:gd name="csX8" fmla="*/ 261589 w 1020218"/>
                <a:gd name="csY8" fmla="*/ 613145 h 654400"/>
                <a:gd name="csX9" fmla="*/ 285256 w 1020218"/>
                <a:gd name="csY9" fmla="*/ 621039 h 654400"/>
                <a:gd name="csX10" fmla="*/ 292818 w 1020218"/>
                <a:gd name="csY10" fmla="*/ 623253 h 654400"/>
                <a:gd name="csX11" fmla="*/ 308924 w 1020218"/>
                <a:gd name="csY11" fmla="*/ 628091 h 654400"/>
                <a:gd name="csX12" fmla="*/ 332591 w 1020218"/>
                <a:gd name="csY12" fmla="*/ 634156 h 654400"/>
                <a:gd name="csX13" fmla="*/ 352606 w 1020218"/>
                <a:gd name="csY13" fmla="*/ 638435 h 654400"/>
                <a:gd name="csX14" fmla="*/ 356259 w 1020218"/>
                <a:gd name="csY14" fmla="*/ 639259 h 654400"/>
                <a:gd name="csX15" fmla="*/ 379926 w 1020218"/>
                <a:gd name="csY15" fmla="*/ 643801 h 654400"/>
                <a:gd name="csX16" fmla="*/ 403605 w 1020218"/>
                <a:gd name="csY16" fmla="*/ 647442 h 654400"/>
                <a:gd name="csX17" fmla="*/ 427272 w 1020218"/>
                <a:gd name="csY17" fmla="*/ 650257 h 654400"/>
                <a:gd name="csX18" fmla="*/ 450939 w 1020218"/>
                <a:gd name="csY18" fmla="*/ 652312 h 654400"/>
                <a:gd name="csX19" fmla="*/ 473903 w 1020218"/>
                <a:gd name="csY19" fmla="*/ 653619 h 654400"/>
                <a:gd name="csX20" fmla="*/ 474607 w 1020218"/>
                <a:gd name="csY20" fmla="*/ 653663 h 654400"/>
                <a:gd name="csX21" fmla="*/ 498274 w 1020218"/>
                <a:gd name="csY21" fmla="*/ 654401 h 654400"/>
                <a:gd name="csX22" fmla="*/ 521941 w 1020218"/>
                <a:gd name="csY22" fmla="*/ 654401 h 654400"/>
                <a:gd name="csX23" fmla="*/ 545609 w 1020218"/>
                <a:gd name="csY23" fmla="*/ 653663 h 654400"/>
                <a:gd name="csX24" fmla="*/ 546312 w 1020218"/>
                <a:gd name="csY24" fmla="*/ 653619 h 654400"/>
                <a:gd name="csX25" fmla="*/ 569276 w 1020218"/>
                <a:gd name="csY25" fmla="*/ 652312 h 654400"/>
                <a:gd name="csX26" fmla="*/ 592955 w 1020218"/>
                <a:gd name="csY26" fmla="*/ 650257 h 654400"/>
                <a:gd name="csX27" fmla="*/ 616622 w 1020218"/>
                <a:gd name="csY27" fmla="*/ 647442 h 654400"/>
                <a:gd name="csX28" fmla="*/ 640290 w 1020218"/>
                <a:gd name="csY28" fmla="*/ 643801 h 654400"/>
                <a:gd name="csX29" fmla="*/ 663957 w 1020218"/>
                <a:gd name="csY29" fmla="*/ 639259 h 654400"/>
                <a:gd name="csX30" fmla="*/ 667621 w 1020218"/>
                <a:gd name="csY30" fmla="*/ 638435 h 654400"/>
                <a:gd name="csX31" fmla="*/ 687624 w 1020218"/>
                <a:gd name="csY31" fmla="*/ 634156 h 654400"/>
                <a:gd name="csX32" fmla="*/ 711292 w 1020218"/>
                <a:gd name="csY32" fmla="*/ 628091 h 654400"/>
                <a:gd name="csX33" fmla="*/ 727398 w 1020218"/>
                <a:gd name="csY33" fmla="*/ 623253 h 654400"/>
                <a:gd name="csX34" fmla="*/ 734959 w 1020218"/>
                <a:gd name="csY34" fmla="*/ 621039 h 654400"/>
                <a:gd name="csX35" fmla="*/ 758638 w 1020218"/>
                <a:gd name="csY35" fmla="*/ 613145 h 654400"/>
                <a:gd name="csX36" fmla="*/ 771907 w 1020218"/>
                <a:gd name="csY36" fmla="*/ 608071 h 654400"/>
                <a:gd name="csX37" fmla="*/ 782305 w 1020218"/>
                <a:gd name="csY37" fmla="*/ 604101 h 654400"/>
                <a:gd name="csX38" fmla="*/ 805973 w 1020218"/>
                <a:gd name="csY38" fmla="*/ 593839 h 654400"/>
                <a:gd name="csX39" fmla="*/ 807983 w 1020218"/>
                <a:gd name="csY39" fmla="*/ 592889 h 654400"/>
                <a:gd name="csX40" fmla="*/ 829640 w 1020218"/>
                <a:gd name="csY40" fmla="*/ 582424 h 654400"/>
                <a:gd name="csX41" fmla="*/ 838475 w 1020218"/>
                <a:gd name="csY41" fmla="*/ 577708 h 654400"/>
                <a:gd name="csX42" fmla="*/ 853307 w 1020218"/>
                <a:gd name="csY42" fmla="*/ 569444 h 654400"/>
                <a:gd name="csX43" fmla="*/ 864767 w 1020218"/>
                <a:gd name="csY43" fmla="*/ 562525 h 654400"/>
                <a:gd name="csX44" fmla="*/ 876975 w 1020218"/>
                <a:gd name="csY44" fmla="*/ 554696 h 654400"/>
                <a:gd name="csX45" fmla="*/ 887764 w 1020218"/>
                <a:gd name="csY45" fmla="*/ 547343 h 654400"/>
                <a:gd name="csX46" fmla="*/ 900642 w 1020218"/>
                <a:gd name="csY46" fmla="*/ 537828 h 654400"/>
                <a:gd name="csX47" fmla="*/ 908003 w 1020218"/>
                <a:gd name="csY47" fmla="*/ 532161 h 654400"/>
                <a:gd name="csX48" fmla="*/ 924309 w 1020218"/>
                <a:gd name="csY48" fmla="*/ 518270 h 654400"/>
                <a:gd name="csX49" fmla="*/ 925795 w 1020218"/>
                <a:gd name="csY49" fmla="*/ 516979 h 654400"/>
                <a:gd name="csX50" fmla="*/ 941789 w 1020218"/>
                <a:gd name="csY50" fmla="*/ 501797 h 654400"/>
                <a:gd name="csX51" fmla="*/ 947988 w 1020218"/>
                <a:gd name="csY51" fmla="*/ 495129 h 654400"/>
                <a:gd name="csX52" fmla="*/ 955896 w 1020218"/>
                <a:gd name="csY52" fmla="*/ 486615 h 654400"/>
                <a:gd name="csX53" fmla="*/ 968204 w 1020218"/>
                <a:gd name="csY53" fmla="*/ 471432 h 654400"/>
                <a:gd name="csX54" fmla="*/ 971655 w 1020218"/>
                <a:gd name="csY54" fmla="*/ 466582 h 654400"/>
                <a:gd name="csX55" fmla="*/ 979195 w 1020218"/>
                <a:gd name="csY55" fmla="*/ 456251 h 654400"/>
                <a:gd name="csX56" fmla="*/ 988644 w 1020218"/>
                <a:gd name="csY56" fmla="*/ 441069 h 654400"/>
                <a:gd name="csX57" fmla="*/ 995323 w 1020218"/>
                <a:gd name="csY57" fmla="*/ 428233 h 654400"/>
                <a:gd name="csX58" fmla="*/ 996607 w 1020218"/>
                <a:gd name="csY58" fmla="*/ 425887 h 654400"/>
                <a:gd name="csX59" fmla="*/ 1003688 w 1020218"/>
                <a:gd name="csY59" fmla="*/ 410705 h 654400"/>
                <a:gd name="csX60" fmla="*/ 1009351 w 1020218"/>
                <a:gd name="csY60" fmla="*/ 395522 h 654400"/>
                <a:gd name="csX61" fmla="*/ 1013741 w 1020218"/>
                <a:gd name="csY61" fmla="*/ 380340 h 654400"/>
                <a:gd name="csX62" fmla="*/ 1016946 w 1020218"/>
                <a:gd name="csY62" fmla="*/ 365158 h 654400"/>
                <a:gd name="csX63" fmla="*/ 1018990 w 1020218"/>
                <a:gd name="csY63" fmla="*/ 350426 h 654400"/>
                <a:gd name="csX64" fmla="*/ 1019057 w 1020218"/>
                <a:gd name="csY64" fmla="*/ 349976 h 654400"/>
                <a:gd name="csX65" fmla="*/ 1020219 w 1020218"/>
                <a:gd name="csY65" fmla="*/ 334794 h 654400"/>
                <a:gd name="csX66" fmla="*/ 1020219 w 1020218"/>
                <a:gd name="csY66" fmla="*/ 319613 h 654400"/>
                <a:gd name="csX67" fmla="*/ 1019057 w 1020218"/>
                <a:gd name="csY67" fmla="*/ 304430 h 654400"/>
                <a:gd name="csX68" fmla="*/ 1018990 w 1020218"/>
                <a:gd name="csY68" fmla="*/ 303980 h 654400"/>
                <a:gd name="csX69" fmla="*/ 1016946 w 1020218"/>
                <a:gd name="csY69" fmla="*/ 289248 h 654400"/>
                <a:gd name="csX70" fmla="*/ 1013741 w 1020218"/>
                <a:gd name="csY70" fmla="*/ 274066 h 654400"/>
                <a:gd name="csX71" fmla="*/ 1009351 w 1020218"/>
                <a:gd name="csY71" fmla="*/ 258884 h 654400"/>
                <a:gd name="csX72" fmla="*/ 1003688 w 1020218"/>
                <a:gd name="csY72" fmla="*/ 243702 h 654400"/>
                <a:gd name="csX73" fmla="*/ 996607 w 1020218"/>
                <a:gd name="csY73" fmla="*/ 228519 h 654400"/>
                <a:gd name="csX74" fmla="*/ 995323 w 1020218"/>
                <a:gd name="csY74" fmla="*/ 226173 h 654400"/>
                <a:gd name="csX75" fmla="*/ 988644 w 1020218"/>
                <a:gd name="csY75" fmla="*/ 213337 h 654400"/>
                <a:gd name="csX76" fmla="*/ 979195 w 1020218"/>
                <a:gd name="csY76" fmla="*/ 198155 h 654400"/>
                <a:gd name="csX77" fmla="*/ 971655 w 1020218"/>
                <a:gd name="csY77" fmla="*/ 187825 h 654400"/>
                <a:gd name="csX78" fmla="*/ 968204 w 1020218"/>
                <a:gd name="csY78" fmla="*/ 182974 h 654400"/>
                <a:gd name="csX79" fmla="*/ 955896 w 1020218"/>
                <a:gd name="csY79" fmla="*/ 167792 h 654400"/>
                <a:gd name="csX80" fmla="*/ 947988 w 1020218"/>
                <a:gd name="csY80" fmla="*/ 159277 h 654400"/>
                <a:gd name="csX81" fmla="*/ 941789 w 1020218"/>
                <a:gd name="csY81" fmla="*/ 152609 h 654400"/>
                <a:gd name="csX82" fmla="*/ 925795 w 1020218"/>
                <a:gd name="csY82" fmla="*/ 137427 h 654400"/>
                <a:gd name="csX83" fmla="*/ 924309 w 1020218"/>
                <a:gd name="csY83" fmla="*/ 136136 h 654400"/>
                <a:gd name="csX84" fmla="*/ 908003 w 1020218"/>
                <a:gd name="csY84" fmla="*/ 122245 h 654400"/>
                <a:gd name="csX85" fmla="*/ 900642 w 1020218"/>
                <a:gd name="csY85" fmla="*/ 116578 h 654400"/>
                <a:gd name="csX86" fmla="*/ 887764 w 1020218"/>
                <a:gd name="csY86" fmla="*/ 107063 h 654400"/>
                <a:gd name="csX87" fmla="*/ 876975 w 1020218"/>
                <a:gd name="csY87" fmla="*/ 99710 h 654400"/>
                <a:gd name="csX88" fmla="*/ 864767 w 1020218"/>
                <a:gd name="csY88" fmla="*/ 91881 h 654400"/>
                <a:gd name="csX89" fmla="*/ 853307 w 1020218"/>
                <a:gd name="csY89" fmla="*/ 84962 h 654400"/>
                <a:gd name="csX90" fmla="*/ 838475 w 1020218"/>
                <a:gd name="csY90" fmla="*/ 76698 h 654400"/>
                <a:gd name="csX91" fmla="*/ 829640 w 1020218"/>
                <a:gd name="csY91" fmla="*/ 71982 h 654400"/>
                <a:gd name="csX92" fmla="*/ 807983 w 1020218"/>
                <a:gd name="csY92" fmla="*/ 61516 h 654400"/>
                <a:gd name="csX93" fmla="*/ 805973 w 1020218"/>
                <a:gd name="csY93" fmla="*/ 60567 h 654400"/>
                <a:gd name="csX94" fmla="*/ 782305 w 1020218"/>
                <a:gd name="csY94" fmla="*/ 50305 h 654400"/>
                <a:gd name="csX95" fmla="*/ 771907 w 1020218"/>
                <a:gd name="csY95" fmla="*/ 46335 h 654400"/>
                <a:gd name="csX96" fmla="*/ 758638 w 1020218"/>
                <a:gd name="csY96" fmla="*/ 41261 h 654400"/>
                <a:gd name="csX97" fmla="*/ 734959 w 1020218"/>
                <a:gd name="csY97" fmla="*/ 33367 h 654400"/>
                <a:gd name="csX98" fmla="*/ 727398 w 1020218"/>
                <a:gd name="csY98" fmla="*/ 31153 h 654400"/>
                <a:gd name="csX99" fmla="*/ 711292 w 1020218"/>
                <a:gd name="csY99" fmla="*/ 26316 h 654400"/>
                <a:gd name="csX100" fmla="*/ 687624 w 1020218"/>
                <a:gd name="csY100" fmla="*/ 20250 h 654400"/>
                <a:gd name="csX101" fmla="*/ 667621 w 1020218"/>
                <a:gd name="csY101" fmla="*/ 15971 h 654400"/>
                <a:gd name="csX102" fmla="*/ 663957 w 1020218"/>
                <a:gd name="csY102" fmla="*/ 15148 h 654400"/>
                <a:gd name="csX103" fmla="*/ 640290 w 1020218"/>
                <a:gd name="csY103" fmla="*/ 10604 h 654400"/>
                <a:gd name="csX104" fmla="*/ 616622 w 1020218"/>
                <a:gd name="csY104" fmla="*/ 6967 h 654400"/>
                <a:gd name="csX105" fmla="*/ 592955 w 1020218"/>
                <a:gd name="csY105" fmla="*/ 4153 h 654400"/>
                <a:gd name="csX106" fmla="*/ 569276 w 1020218"/>
                <a:gd name="csY106" fmla="*/ 2095 h 654400"/>
                <a:gd name="csX107" fmla="*/ 546312 w 1020218"/>
                <a:gd name="csY107" fmla="*/ 789 h 654400"/>
                <a:gd name="csX108" fmla="*/ 545609 w 1020218"/>
                <a:gd name="csY108" fmla="*/ 745 h 654400"/>
                <a:gd name="csX109" fmla="*/ 521941 w 1020218"/>
                <a:gd name="csY109" fmla="*/ 0 h 654400"/>
                <a:gd name="csX110" fmla="*/ 498274 w 1020218"/>
                <a:gd name="csY110" fmla="*/ 0 h 654400"/>
                <a:gd name="csX111" fmla="*/ 474607 w 1020218"/>
                <a:gd name="csY111" fmla="*/ 745 h 654400"/>
                <a:gd name="csX112" fmla="*/ 473903 w 1020218"/>
                <a:gd name="csY112" fmla="*/ 789 h 654400"/>
                <a:gd name="csX113" fmla="*/ 450939 w 1020218"/>
                <a:gd name="csY113" fmla="*/ 2095 h 654400"/>
                <a:gd name="csX114" fmla="*/ 427272 w 1020218"/>
                <a:gd name="csY114" fmla="*/ 4153 h 654400"/>
                <a:gd name="csX115" fmla="*/ 403605 w 1020218"/>
                <a:gd name="csY115" fmla="*/ 6967 h 654400"/>
                <a:gd name="csX116" fmla="*/ 379926 w 1020218"/>
                <a:gd name="csY116" fmla="*/ 10604 h 654400"/>
                <a:gd name="csX117" fmla="*/ 356259 w 1020218"/>
                <a:gd name="csY117" fmla="*/ 15148 h 654400"/>
                <a:gd name="csX118" fmla="*/ 352606 w 1020218"/>
                <a:gd name="csY118" fmla="*/ 15971 h 654400"/>
                <a:gd name="csX119" fmla="*/ 332591 w 1020218"/>
                <a:gd name="csY119" fmla="*/ 20250 h 654400"/>
                <a:gd name="csX120" fmla="*/ 308924 w 1020218"/>
                <a:gd name="csY120" fmla="*/ 26316 h 654400"/>
                <a:gd name="csX121" fmla="*/ 292818 w 1020218"/>
                <a:gd name="csY121" fmla="*/ 31153 h 654400"/>
                <a:gd name="csX122" fmla="*/ 285256 w 1020218"/>
                <a:gd name="csY122" fmla="*/ 33367 h 654400"/>
                <a:gd name="csX123" fmla="*/ 261589 w 1020218"/>
                <a:gd name="csY123" fmla="*/ 41261 h 654400"/>
                <a:gd name="csX124" fmla="*/ 248309 w 1020218"/>
                <a:gd name="csY124" fmla="*/ 46335 h 654400"/>
                <a:gd name="csX125" fmla="*/ 237921 w 1020218"/>
                <a:gd name="csY125" fmla="*/ 50305 h 654400"/>
                <a:gd name="csX126" fmla="*/ 214254 w 1020218"/>
                <a:gd name="csY126" fmla="*/ 60567 h 654400"/>
                <a:gd name="csX127" fmla="*/ 212232 w 1020218"/>
                <a:gd name="csY127" fmla="*/ 61516 h 654400"/>
                <a:gd name="csX128" fmla="*/ 190576 w 1020218"/>
                <a:gd name="csY128" fmla="*/ 71982 h 654400"/>
                <a:gd name="csX129" fmla="*/ 181741 w 1020218"/>
                <a:gd name="csY129" fmla="*/ 76698 h 654400"/>
                <a:gd name="csX130" fmla="*/ 166912 w 1020218"/>
                <a:gd name="csY130" fmla="*/ 84962 h 654400"/>
                <a:gd name="csX131" fmla="*/ 155448 w 1020218"/>
                <a:gd name="csY131" fmla="*/ 91881 h 654400"/>
                <a:gd name="csX132" fmla="*/ 143242 w 1020218"/>
                <a:gd name="csY132" fmla="*/ 99710 h 654400"/>
                <a:gd name="csX133" fmla="*/ 132456 w 1020218"/>
                <a:gd name="csY133" fmla="*/ 107063 h 654400"/>
                <a:gd name="csX134" fmla="*/ 119573 w 1020218"/>
                <a:gd name="csY134" fmla="*/ 116578 h 654400"/>
                <a:gd name="csX135" fmla="*/ 112219 w 1020218"/>
                <a:gd name="csY135" fmla="*/ 122245 h 654400"/>
                <a:gd name="csX136" fmla="*/ 95905 w 1020218"/>
                <a:gd name="csY136" fmla="*/ 136136 h 654400"/>
                <a:gd name="csX137" fmla="*/ 94424 w 1020218"/>
                <a:gd name="csY137" fmla="*/ 137427 h 654400"/>
                <a:gd name="csX138" fmla="*/ 78424 w 1020218"/>
                <a:gd name="csY138" fmla="*/ 152609 h 654400"/>
                <a:gd name="csX139" fmla="*/ 72235 w 1020218"/>
                <a:gd name="csY139" fmla="*/ 159277 h 654400"/>
                <a:gd name="csX140" fmla="*/ 64326 w 1020218"/>
                <a:gd name="csY140" fmla="*/ 167792 h 654400"/>
                <a:gd name="csX141" fmla="*/ 52018 w 1020218"/>
                <a:gd name="csY141" fmla="*/ 182974 h 654400"/>
                <a:gd name="csX142" fmla="*/ 48567 w 1020218"/>
                <a:gd name="csY142" fmla="*/ 187825 h 654400"/>
                <a:gd name="csX143" fmla="*/ 41025 w 1020218"/>
                <a:gd name="csY143" fmla="*/ 198155 h 654400"/>
                <a:gd name="csX144" fmla="*/ 31570 w 1020218"/>
                <a:gd name="csY144" fmla="*/ 213337 h 654400"/>
                <a:gd name="csX145" fmla="*/ 24898 w 1020218"/>
                <a:gd name="csY145" fmla="*/ 226173 h 654400"/>
                <a:gd name="csX146" fmla="*/ 23615 w 1020218"/>
                <a:gd name="csY146" fmla="*/ 228519 h 654400"/>
                <a:gd name="csX147" fmla="*/ 16531 w 1020218"/>
                <a:gd name="csY147" fmla="*/ 243702 h 654400"/>
                <a:gd name="csX148" fmla="*/ 10862 w 1020218"/>
                <a:gd name="csY148" fmla="*/ 258884 h 654400"/>
                <a:gd name="csX149" fmla="*/ 6475 w 1020218"/>
                <a:gd name="csY149" fmla="*/ 274066 h 654400"/>
                <a:gd name="csX150" fmla="*/ 3267 w 1020218"/>
                <a:gd name="csY150" fmla="*/ 289248 h 654400"/>
                <a:gd name="csX151" fmla="*/ 1229 w 1020218"/>
                <a:gd name="csY151" fmla="*/ 303980 h 654400"/>
                <a:gd name="csX152" fmla="*/ 1160 w 1020218"/>
                <a:gd name="csY152" fmla="*/ 304430 h 654400"/>
                <a:gd name="csX153" fmla="*/ 0 w 1020218"/>
                <a:gd name="csY153" fmla="*/ 319613 h 654400"/>
                <a:gd name="csX154" fmla="*/ 0 w 1020218"/>
                <a:gd name="csY154" fmla="*/ 334794 h 654400"/>
                <a:gd name="csX155" fmla="*/ 1160 w 1020218"/>
                <a:gd name="csY155" fmla="*/ 349976 h 654400"/>
                <a:gd name="csX156" fmla="*/ 1229 w 1020218"/>
                <a:gd name="csY156" fmla="*/ 350426 h 654400"/>
                <a:gd name="csX157" fmla="*/ 3267 w 1020218"/>
                <a:gd name="csY157" fmla="*/ 365158 h 654400"/>
                <a:gd name="csX158" fmla="*/ 6475 w 1020218"/>
                <a:gd name="csY158" fmla="*/ 380340 h 654400"/>
                <a:gd name="csX159" fmla="*/ 10862 w 1020218"/>
                <a:gd name="csY159" fmla="*/ 395522 h 654400"/>
                <a:gd name="csX160" fmla="*/ 16531 w 1020218"/>
                <a:gd name="csY160" fmla="*/ 410705 h 654400"/>
                <a:gd name="csX161" fmla="*/ 23615 w 1020218"/>
                <a:gd name="csY161" fmla="*/ 425887 h 654400"/>
                <a:gd name="csX162" fmla="*/ 24898 w 1020218"/>
                <a:gd name="csY162" fmla="*/ 428233 h 654400"/>
                <a:gd name="csX163" fmla="*/ 31570 w 1020218"/>
                <a:gd name="csY163" fmla="*/ 441069 h 654400"/>
                <a:gd name="csX164" fmla="*/ 41025 w 1020218"/>
                <a:gd name="csY164" fmla="*/ 456251 h 654400"/>
                <a:gd name="csX165" fmla="*/ 48567 w 1020218"/>
                <a:gd name="csY165" fmla="*/ 466582 h 654400"/>
                <a:gd name="csX166" fmla="*/ 52018 w 1020218"/>
                <a:gd name="csY166" fmla="*/ 471432 h 654400"/>
                <a:gd name="csX167" fmla="*/ 64326 w 1020218"/>
                <a:gd name="csY167" fmla="*/ 486615 h 654400"/>
                <a:gd name="csX168" fmla="*/ 72235 w 1020218"/>
                <a:gd name="csY168" fmla="*/ 495129 h 654400"/>
                <a:gd name="csX169" fmla="*/ 78424 w 1020218"/>
                <a:gd name="csY169" fmla="*/ 501797 h 654400"/>
                <a:gd name="csX170" fmla="*/ 94424 w 1020218"/>
                <a:gd name="csY170" fmla="*/ 516979 h 654400"/>
                <a:gd name="csX171" fmla="*/ 95905 w 1020218"/>
                <a:gd name="csY171" fmla="*/ 518270 h 654400"/>
                <a:gd name="csX172" fmla="*/ 112219 w 1020218"/>
                <a:gd name="csY172" fmla="*/ 532161 h 654400"/>
                <a:gd name="csX173" fmla="*/ 119573 w 1020218"/>
                <a:gd name="csY173" fmla="*/ 537828 h 654400"/>
                <a:gd name="csX174" fmla="*/ 132456 w 1020218"/>
                <a:gd name="csY174" fmla="*/ 547343 h 654400"/>
                <a:gd name="csX175" fmla="*/ 143242 w 1020218"/>
                <a:gd name="csY175" fmla="*/ 554696 h 654400"/>
                <a:gd name="csX176" fmla="*/ 155448 w 1020218"/>
                <a:gd name="csY176" fmla="*/ 562525 h 65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</a:cxnLst>
              <a:rect l="l" t="t" r="r" b="b"/>
              <a:pathLst>
                <a:path w="1020218" h="654400">
                  <a:moveTo>
                    <a:pt x="155448" y="562525"/>
                  </a:moveTo>
                  <a:lnTo>
                    <a:pt x="166912" y="569444"/>
                  </a:lnTo>
                  <a:lnTo>
                    <a:pt x="181741" y="577708"/>
                  </a:lnTo>
                  <a:lnTo>
                    <a:pt x="190576" y="582424"/>
                  </a:lnTo>
                  <a:lnTo>
                    <a:pt x="212232" y="592889"/>
                  </a:lnTo>
                  <a:lnTo>
                    <a:pt x="214254" y="593839"/>
                  </a:lnTo>
                  <a:lnTo>
                    <a:pt x="237921" y="604101"/>
                  </a:lnTo>
                  <a:lnTo>
                    <a:pt x="248309" y="608071"/>
                  </a:lnTo>
                  <a:lnTo>
                    <a:pt x="261589" y="613145"/>
                  </a:lnTo>
                  <a:lnTo>
                    <a:pt x="285256" y="621039"/>
                  </a:lnTo>
                  <a:lnTo>
                    <a:pt x="292818" y="623253"/>
                  </a:lnTo>
                  <a:lnTo>
                    <a:pt x="308924" y="628091"/>
                  </a:lnTo>
                  <a:lnTo>
                    <a:pt x="332591" y="634156"/>
                  </a:lnTo>
                  <a:lnTo>
                    <a:pt x="352606" y="638435"/>
                  </a:lnTo>
                  <a:lnTo>
                    <a:pt x="356259" y="639259"/>
                  </a:lnTo>
                  <a:lnTo>
                    <a:pt x="379926" y="643801"/>
                  </a:lnTo>
                  <a:lnTo>
                    <a:pt x="403605" y="647442"/>
                  </a:lnTo>
                  <a:lnTo>
                    <a:pt x="427272" y="650257"/>
                  </a:lnTo>
                  <a:lnTo>
                    <a:pt x="450939" y="652312"/>
                  </a:lnTo>
                  <a:lnTo>
                    <a:pt x="473903" y="653619"/>
                  </a:lnTo>
                  <a:lnTo>
                    <a:pt x="474607" y="653663"/>
                  </a:lnTo>
                  <a:lnTo>
                    <a:pt x="498274" y="654401"/>
                  </a:lnTo>
                  <a:lnTo>
                    <a:pt x="521941" y="654401"/>
                  </a:lnTo>
                  <a:lnTo>
                    <a:pt x="545609" y="653663"/>
                  </a:lnTo>
                  <a:lnTo>
                    <a:pt x="546312" y="653619"/>
                  </a:lnTo>
                  <a:lnTo>
                    <a:pt x="569276" y="652312"/>
                  </a:lnTo>
                  <a:lnTo>
                    <a:pt x="592955" y="650257"/>
                  </a:lnTo>
                  <a:lnTo>
                    <a:pt x="616622" y="647442"/>
                  </a:lnTo>
                  <a:lnTo>
                    <a:pt x="640290" y="643801"/>
                  </a:lnTo>
                  <a:lnTo>
                    <a:pt x="663957" y="639259"/>
                  </a:lnTo>
                  <a:lnTo>
                    <a:pt x="667621" y="638435"/>
                  </a:lnTo>
                  <a:lnTo>
                    <a:pt x="687624" y="634156"/>
                  </a:lnTo>
                  <a:lnTo>
                    <a:pt x="711292" y="628091"/>
                  </a:lnTo>
                  <a:lnTo>
                    <a:pt x="727398" y="623253"/>
                  </a:lnTo>
                  <a:lnTo>
                    <a:pt x="734959" y="621039"/>
                  </a:lnTo>
                  <a:lnTo>
                    <a:pt x="758638" y="613145"/>
                  </a:lnTo>
                  <a:lnTo>
                    <a:pt x="771907" y="608071"/>
                  </a:lnTo>
                  <a:lnTo>
                    <a:pt x="782305" y="604101"/>
                  </a:lnTo>
                  <a:lnTo>
                    <a:pt x="805973" y="593839"/>
                  </a:lnTo>
                  <a:lnTo>
                    <a:pt x="807983" y="592889"/>
                  </a:lnTo>
                  <a:lnTo>
                    <a:pt x="829640" y="582424"/>
                  </a:lnTo>
                  <a:lnTo>
                    <a:pt x="838475" y="577708"/>
                  </a:lnTo>
                  <a:lnTo>
                    <a:pt x="853307" y="569444"/>
                  </a:lnTo>
                  <a:lnTo>
                    <a:pt x="864767" y="562525"/>
                  </a:lnTo>
                  <a:lnTo>
                    <a:pt x="876975" y="554696"/>
                  </a:lnTo>
                  <a:lnTo>
                    <a:pt x="887764" y="547343"/>
                  </a:lnTo>
                  <a:lnTo>
                    <a:pt x="900642" y="537828"/>
                  </a:lnTo>
                  <a:lnTo>
                    <a:pt x="908003" y="532161"/>
                  </a:lnTo>
                  <a:lnTo>
                    <a:pt x="924309" y="518270"/>
                  </a:lnTo>
                  <a:lnTo>
                    <a:pt x="925795" y="516979"/>
                  </a:lnTo>
                  <a:lnTo>
                    <a:pt x="941789" y="501797"/>
                  </a:lnTo>
                  <a:lnTo>
                    <a:pt x="947988" y="495129"/>
                  </a:lnTo>
                  <a:lnTo>
                    <a:pt x="955896" y="486615"/>
                  </a:lnTo>
                  <a:lnTo>
                    <a:pt x="968204" y="471432"/>
                  </a:lnTo>
                  <a:lnTo>
                    <a:pt x="971655" y="466582"/>
                  </a:lnTo>
                  <a:lnTo>
                    <a:pt x="979195" y="456251"/>
                  </a:lnTo>
                  <a:lnTo>
                    <a:pt x="988644" y="441069"/>
                  </a:lnTo>
                  <a:lnTo>
                    <a:pt x="995323" y="428233"/>
                  </a:lnTo>
                  <a:lnTo>
                    <a:pt x="996607" y="425887"/>
                  </a:lnTo>
                  <a:lnTo>
                    <a:pt x="1003688" y="410705"/>
                  </a:lnTo>
                  <a:lnTo>
                    <a:pt x="1009351" y="395522"/>
                  </a:lnTo>
                  <a:lnTo>
                    <a:pt x="1013741" y="380340"/>
                  </a:lnTo>
                  <a:lnTo>
                    <a:pt x="1016946" y="365158"/>
                  </a:lnTo>
                  <a:lnTo>
                    <a:pt x="1018990" y="350426"/>
                  </a:lnTo>
                  <a:lnTo>
                    <a:pt x="1019057" y="349976"/>
                  </a:lnTo>
                  <a:lnTo>
                    <a:pt x="1020219" y="334794"/>
                  </a:lnTo>
                  <a:lnTo>
                    <a:pt x="1020219" y="319613"/>
                  </a:lnTo>
                  <a:lnTo>
                    <a:pt x="1019057" y="304430"/>
                  </a:lnTo>
                  <a:lnTo>
                    <a:pt x="1018990" y="303980"/>
                  </a:lnTo>
                  <a:lnTo>
                    <a:pt x="1016946" y="289248"/>
                  </a:lnTo>
                  <a:lnTo>
                    <a:pt x="1013741" y="274066"/>
                  </a:lnTo>
                  <a:lnTo>
                    <a:pt x="1009351" y="258884"/>
                  </a:lnTo>
                  <a:lnTo>
                    <a:pt x="1003688" y="243702"/>
                  </a:lnTo>
                  <a:lnTo>
                    <a:pt x="996607" y="228519"/>
                  </a:lnTo>
                  <a:lnTo>
                    <a:pt x="995323" y="226173"/>
                  </a:lnTo>
                  <a:lnTo>
                    <a:pt x="988644" y="213337"/>
                  </a:lnTo>
                  <a:lnTo>
                    <a:pt x="979195" y="198155"/>
                  </a:lnTo>
                  <a:lnTo>
                    <a:pt x="971655" y="187825"/>
                  </a:lnTo>
                  <a:lnTo>
                    <a:pt x="968204" y="182974"/>
                  </a:lnTo>
                  <a:lnTo>
                    <a:pt x="955896" y="167792"/>
                  </a:lnTo>
                  <a:lnTo>
                    <a:pt x="947988" y="159277"/>
                  </a:lnTo>
                  <a:lnTo>
                    <a:pt x="941789" y="152609"/>
                  </a:lnTo>
                  <a:lnTo>
                    <a:pt x="925795" y="137427"/>
                  </a:lnTo>
                  <a:lnTo>
                    <a:pt x="924309" y="136136"/>
                  </a:lnTo>
                  <a:lnTo>
                    <a:pt x="908003" y="122245"/>
                  </a:lnTo>
                  <a:lnTo>
                    <a:pt x="900642" y="116578"/>
                  </a:lnTo>
                  <a:lnTo>
                    <a:pt x="887764" y="107063"/>
                  </a:lnTo>
                  <a:lnTo>
                    <a:pt x="876975" y="99710"/>
                  </a:lnTo>
                  <a:lnTo>
                    <a:pt x="864767" y="91881"/>
                  </a:lnTo>
                  <a:lnTo>
                    <a:pt x="853307" y="84962"/>
                  </a:lnTo>
                  <a:lnTo>
                    <a:pt x="838475" y="76698"/>
                  </a:lnTo>
                  <a:lnTo>
                    <a:pt x="829640" y="71982"/>
                  </a:lnTo>
                  <a:lnTo>
                    <a:pt x="807983" y="61516"/>
                  </a:lnTo>
                  <a:lnTo>
                    <a:pt x="805973" y="60567"/>
                  </a:lnTo>
                  <a:lnTo>
                    <a:pt x="782305" y="50305"/>
                  </a:lnTo>
                  <a:lnTo>
                    <a:pt x="771907" y="46335"/>
                  </a:lnTo>
                  <a:lnTo>
                    <a:pt x="758638" y="41261"/>
                  </a:lnTo>
                  <a:lnTo>
                    <a:pt x="734959" y="33367"/>
                  </a:lnTo>
                  <a:lnTo>
                    <a:pt x="727398" y="31153"/>
                  </a:lnTo>
                  <a:lnTo>
                    <a:pt x="711292" y="26316"/>
                  </a:lnTo>
                  <a:lnTo>
                    <a:pt x="687624" y="20250"/>
                  </a:lnTo>
                  <a:lnTo>
                    <a:pt x="667621" y="15971"/>
                  </a:lnTo>
                  <a:lnTo>
                    <a:pt x="663957" y="15148"/>
                  </a:lnTo>
                  <a:lnTo>
                    <a:pt x="640290" y="10604"/>
                  </a:lnTo>
                  <a:lnTo>
                    <a:pt x="616622" y="6967"/>
                  </a:lnTo>
                  <a:lnTo>
                    <a:pt x="592955" y="4153"/>
                  </a:lnTo>
                  <a:lnTo>
                    <a:pt x="569276" y="2095"/>
                  </a:lnTo>
                  <a:lnTo>
                    <a:pt x="546312" y="789"/>
                  </a:lnTo>
                  <a:lnTo>
                    <a:pt x="545609" y="745"/>
                  </a:lnTo>
                  <a:lnTo>
                    <a:pt x="521941" y="0"/>
                  </a:lnTo>
                  <a:lnTo>
                    <a:pt x="498274" y="0"/>
                  </a:lnTo>
                  <a:lnTo>
                    <a:pt x="474607" y="745"/>
                  </a:lnTo>
                  <a:lnTo>
                    <a:pt x="473903" y="789"/>
                  </a:lnTo>
                  <a:lnTo>
                    <a:pt x="450939" y="2095"/>
                  </a:lnTo>
                  <a:lnTo>
                    <a:pt x="427272" y="4153"/>
                  </a:lnTo>
                  <a:lnTo>
                    <a:pt x="403605" y="6967"/>
                  </a:lnTo>
                  <a:lnTo>
                    <a:pt x="379926" y="10604"/>
                  </a:lnTo>
                  <a:lnTo>
                    <a:pt x="356259" y="15148"/>
                  </a:lnTo>
                  <a:lnTo>
                    <a:pt x="352606" y="15971"/>
                  </a:lnTo>
                  <a:lnTo>
                    <a:pt x="332591" y="20250"/>
                  </a:lnTo>
                  <a:lnTo>
                    <a:pt x="308924" y="26316"/>
                  </a:lnTo>
                  <a:lnTo>
                    <a:pt x="292818" y="31153"/>
                  </a:lnTo>
                  <a:lnTo>
                    <a:pt x="285256" y="33367"/>
                  </a:lnTo>
                  <a:lnTo>
                    <a:pt x="261589" y="41261"/>
                  </a:lnTo>
                  <a:lnTo>
                    <a:pt x="248309" y="46335"/>
                  </a:lnTo>
                  <a:lnTo>
                    <a:pt x="237921" y="50305"/>
                  </a:lnTo>
                  <a:lnTo>
                    <a:pt x="214254" y="60567"/>
                  </a:lnTo>
                  <a:lnTo>
                    <a:pt x="212232" y="61516"/>
                  </a:lnTo>
                  <a:lnTo>
                    <a:pt x="190576" y="71982"/>
                  </a:lnTo>
                  <a:lnTo>
                    <a:pt x="181741" y="76698"/>
                  </a:lnTo>
                  <a:lnTo>
                    <a:pt x="166912" y="84962"/>
                  </a:lnTo>
                  <a:lnTo>
                    <a:pt x="155448" y="91881"/>
                  </a:lnTo>
                  <a:lnTo>
                    <a:pt x="143242" y="99710"/>
                  </a:lnTo>
                  <a:lnTo>
                    <a:pt x="132456" y="107063"/>
                  </a:lnTo>
                  <a:lnTo>
                    <a:pt x="119573" y="116578"/>
                  </a:lnTo>
                  <a:lnTo>
                    <a:pt x="112219" y="122245"/>
                  </a:lnTo>
                  <a:lnTo>
                    <a:pt x="95905" y="136136"/>
                  </a:lnTo>
                  <a:lnTo>
                    <a:pt x="94424" y="137427"/>
                  </a:lnTo>
                  <a:lnTo>
                    <a:pt x="78424" y="152609"/>
                  </a:lnTo>
                  <a:lnTo>
                    <a:pt x="72235" y="159277"/>
                  </a:lnTo>
                  <a:lnTo>
                    <a:pt x="64326" y="167792"/>
                  </a:lnTo>
                  <a:lnTo>
                    <a:pt x="52018" y="182974"/>
                  </a:lnTo>
                  <a:lnTo>
                    <a:pt x="48567" y="187825"/>
                  </a:lnTo>
                  <a:lnTo>
                    <a:pt x="41025" y="198155"/>
                  </a:lnTo>
                  <a:lnTo>
                    <a:pt x="31570" y="213337"/>
                  </a:lnTo>
                  <a:lnTo>
                    <a:pt x="24898" y="226173"/>
                  </a:lnTo>
                  <a:lnTo>
                    <a:pt x="23615" y="228519"/>
                  </a:lnTo>
                  <a:lnTo>
                    <a:pt x="16531" y="243702"/>
                  </a:lnTo>
                  <a:lnTo>
                    <a:pt x="10862" y="258884"/>
                  </a:lnTo>
                  <a:lnTo>
                    <a:pt x="6475" y="274066"/>
                  </a:lnTo>
                  <a:lnTo>
                    <a:pt x="3267" y="289248"/>
                  </a:lnTo>
                  <a:lnTo>
                    <a:pt x="1229" y="303980"/>
                  </a:lnTo>
                  <a:lnTo>
                    <a:pt x="1160" y="304430"/>
                  </a:lnTo>
                  <a:lnTo>
                    <a:pt x="0" y="319613"/>
                  </a:lnTo>
                  <a:lnTo>
                    <a:pt x="0" y="334794"/>
                  </a:lnTo>
                  <a:lnTo>
                    <a:pt x="1160" y="349976"/>
                  </a:lnTo>
                  <a:lnTo>
                    <a:pt x="1229" y="350426"/>
                  </a:lnTo>
                  <a:lnTo>
                    <a:pt x="3267" y="365158"/>
                  </a:lnTo>
                  <a:lnTo>
                    <a:pt x="6475" y="380340"/>
                  </a:lnTo>
                  <a:lnTo>
                    <a:pt x="10862" y="395522"/>
                  </a:lnTo>
                  <a:lnTo>
                    <a:pt x="16531" y="410705"/>
                  </a:lnTo>
                  <a:lnTo>
                    <a:pt x="23615" y="425887"/>
                  </a:lnTo>
                  <a:lnTo>
                    <a:pt x="24898" y="428233"/>
                  </a:lnTo>
                  <a:lnTo>
                    <a:pt x="31570" y="441069"/>
                  </a:lnTo>
                  <a:lnTo>
                    <a:pt x="41025" y="456251"/>
                  </a:lnTo>
                  <a:lnTo>
                    <a:pt x="48567" y="466582"/>
                  </a:lnTo>
                  <a:lnTo>
                    <a:pt x="52018" y="471432"/>
                  </a:lnTo>
                  <a:lnTo>
                    <a:pt x="64326" y="486615"/>
                  </a:lnTo>
                  <a:lnTo>
                    <a:pt x="72235" y="495129"/>
                  </a:lnTo>
                  <a:lnTo>
                    <a:pt x="78424" y="501797"/>
                  </a:lnTo>
                  <a:lnTo>
                    <a:pt x="94424" y="516979"/>
                  </a:lnTo>
                  <a:lnTo>
                    <a:pt x="95905" y="518270"/>
                  </a:lnTo>
                  <a:lnTo>
                    <a:pt x="112219" y="532161"/>
                  </a:lnTo>
                  <a:lnTo>
                    <a:pt x="119573" y="537828"/>
                  </a:lnTo>
                  <a:lnTo>
                    <a:pt x="132456" y="547343"/>
                  </a:lnTo>
                  <a:lnTo>
                    <a:pt x="143242" y="554696"/>
                  </a:lnTo>
                  <a:lnTo>
                    <a:pt x="155448" y="56252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07A768B-CA12-A523-2D4F-9D7E8AC37053}"/>
                </a:ext>
              </a:extLst>
            </p:cNvPr>
            <p:cNvSpPr/>
            <p:nvPr/>
          </p:nvSpPr>
          <p:spPr>
            <a:xfrm>
              <a:off x="4385060" y="3326524"/>
              <a:ext cx="891075" cy="571564"/>
            </a:xfrm>
            <a:custGeom>
              <a:avLst/>
              <a:gdLst>
                <a:gd name="csX0" fmla="*/ 135082 w 891075"/>
                <a:gd name="csY0" fmla="*/ 490740 h 571564"/>
                <a:gd name="csX1" fmla="*/ 149680 w 891075"/>
                <a:gd name="csY1" fmla="*/ 499461 h 571564"/>
                <a:gd name="csX2" fmla="*/ 161519 w 891075"/>
                <a:gd name="csY2" fmla="*/ 505923 h 571564"/>
                <a:gd name="csX3" fmla="*/ 173347 w 891075"/>
                <a:gd name="csY3" fmla="*/ 512059 h 571564"/>
                <a:gd name="csX4" fmla="*/ 192860 w 891075"/>
                <a:gd name="csY4" fmla="*/ 521105 h 571564"/>
                <a:gd name="csX5" fmla="*/ 197015 w 891075"/>
                <a:gd name="csY5" fmla="*/ 522968 h 571564"/>
                <a:gd name="csX6" fmla="*/ 220682 w 891075"/>
                <a:gd name="csY6" fmla="*/ 532532 h 571564"/>
                <a:gd name="csX7" fmla="*/ 231360 w 891075"/>
                <a:gd name="csY7" fmla="*/ 536287 h 571564"/>
                <a:gd name="csX8" fmla="*/ 244349 w 891075"/>
                <a:gd name="csY8" fmla="*/ 540826 h 571564"/>
                <a:gd name="csX9" fmla="*/ 268017 w 891075"/>
                <a:gd name="csY9" fmla="*/ 547949 h 571564"/>
                <a:gd name="csX10" fmla="*/ 281855 w 891075"/>
                <a:gd name="csY10" fmla="*/ 551468 h 571564"/>
                <a:gd name="csX11" fmla="*/ 291684 w 891075"/>
                <a:gd name="csY11" fmla="*/ 554021 h 571564"/>
                <a:gd name="csX12" fmla="*/ 315352 w 891075"/>
                <a:gd name="csY12" fmla="*/ 559197 h 571564"/>
                <a:gd name="csX13" fmla="*/ 339030 w 891075"/>
                <a:gd name="csY13" fmla="*/ 563339 h 571564"/>
                <a:gd name="csX14" fmla="*/ 362698 w 891075"/>
                <a:gd name="csY14" fmla="*/ 566544 h 571564"/>
                <a:gd name="csX15" fmla="*/ 363747 w 891075"/>
                <a:gd name="csY15" fmla="*/ 566650 h 571564"/>
                <a:gd name="csX16" fmla="*/ 386365 w 891075"/>
                <a:gd name="csY16" fmla="*/ 569077 h 571564"/>
                <a:gd name="csX17" fmla="*/ 410032 w 891075"/>
                <a:gd name="csY17" fmla="*/ 570742 h 571564"/>
                <a:gd name="csX18" fmla="*/ 433700 w 891075"/>
                <a:gd name="csY18" fmla="*/ 571565 h 571564"/>
                <a:gd name="csX19" fmla="*/ 457367 w 891075"/>
                <a:gd name="csY19" fmla="*/ 571565 h 571564"/>
                <a:gd name="csX20" fmla="*/ 481034 w 891075"/>
                <a:gd name="csY20" fmla="*/ 570742 h 571564"/>
                <a:gd name="csX21" fmla="*/ 504702 w 891075"/>
                <a:gd name="csY21" fmla="*/ 569077 h 571564"/>
                <a:gd name="csX22" fmla="*/ 527319 w 891075"/>
                <a:gd name="csY22" fmla="*/ 566650 h 571564"/>
                <a:gd name="csX23" fmla="*/ 528380 w 891075"/>
                <a:gd name="csY23" fmla="*/ 566544 h 571564"/>
                <a:gd name="csX24" fmla="*/ 552048 w 891075"/>
                <a:gd name="csY24" fmla="*/ 563339 h 571564"/>
                <a:gd name="csX25" fmla="*/ 575715 w 891075"/>
                <a:gd name="csY25" fmla="*/ 559197 h 571564"/>
                <a:gd name="csX26" fmla="*/ 599383 w 891075"/>
                <a:gd name="csY26" fmla="*/ 554021 h 571564"/>
                <a:gd name="csX27" fmla="*/ 609211 w 891075"/>
                <a:gd name="csY27" fmla="*/ 551468 h 571564"/>
                <a:gd name="csX28" fmla="*/ 623050 w 891075"/>
                <a:gd name="csY28" fmla="*/ 547949 h 571564"/>
                <a:gd name="csX29" fmla="*/ 646717 w 891075"/>
                <a:gd name="csY29" fmla="*/ 540826 h 571564"/>
                <a:gd name="csX30" fmla="*/ 659707 w 891075"/>
                <a:gd name="csY30" fmla="*/ 536287 h 571564"/>
                <a:gd name="csX31" fmla="*/ 670385 w 891075"/>
                <a:gd name="csY31" fmla="*/ 532532 h 571564"/>
                <a:gd name="csX32" fmla="*/ 694063 w 891075"/>
                <a:gd name="csY32" fmla="*/ 522968 h 571564"/>
                <a:gd name="csX33" fmla="*/ 698207 w 891075"/>
                <a:gd name="csY33" fmla="*/ 521105 h 571564"/>
                <a:gd name="csX34" fmla="*/ 717731 w 891075"/>
                <a:gd name="csY34" fmla="*/ 512059 h 571564"/>
                <a:gd name="csX35" fmla="*/ 729559 w 891075"/>
                <a:gd name="csY35" fmla="*/ 505923 h 571564"/>
                <a:gd name="csX36" fmla="*/ 741398 w 891075"/>
                <a:gd name="csY36" fmla="*/ 499461 h 571564"/>
                <a:gd name="csX37" fmla="*/ 755985 w 891075"/>
                <a:gd name="csY37" fmla="*/ 490740 h 571564"/>
                <a:gd name="csX38" fmla="*/ 765066 w 891075"/>
                <a:gd name="csY38" fmla="*/ 484916 h 571564"/>
                <a:gd name="csX39" fmla="*/ 778658 w 891075"/>
                <a:gd name="csY39" fmla="*/ 475558 h 571564"/>
                <a:gd name="csX40" fmla="*/ 788733 w 891075"/>
                <a:gd name="csY40" fmla="*/ 467963 h 571564"/>
                <a:gd name="csX41" fmla="*/ 798305 w 891075"/>
                <a:gd name="csY41" fmla="*/ 460376 h 571564"/>
                <a:gd name="csX42" fmla="*/ 812400 w 891075"/>
                <a:gd name="csY42" fmla="*/ 447855 h 571564"/>
                <a:gd name="csX43" fmla="*/ 815304 w 891075"/>
                <a:gd name="csY43" fmla="*/ 445194 h 571564"/>
                <a:gd name="csX44" fmla="*/ 830215 w 891075"/>
                <a:gd name="csY44" fmla="*/ 430012 h 571564"/>
                <a:gd name="csX45" fmla="*/ 836068 w 891075"/>
                <a:gd name="csY45" fmla="*/ 423162 h 571564"/>
                <a:gd name="csX46" fmla="*/ 843149 w 891075"/>
                <a:gd name="csY46" fmla="*/ 414831 h 571564"/>
                <a:gd name="csX47" fmla="*/ 854251 w 891075"/>
                <a:gd name="csY47" fmla="*/ 399648 h 571564"/>
                <a:gd name="csX48" fmla="*/ 859735 w 891075"/>
                <a:gd name="csY48" fmla="*/ 390774 h 571564"/>
                <a:gd name="csX49" fmla="*/ 863722 w 891075"/>
                <a:gd name="csY49" fmla="*/ 384466 h 571564"/>
                <a:gd name="csX50" fmla="*/ 871787 w 891075"/>
                <a:gd name="csY50" fmla="*/ 369284 h 571564"/>
                <a:gd name="csX51" fmla="*/ 878242 w 891075"/>
                <a:gd name="csY51" fmla="*/ 354102 h 571564"/>
                <a:gd name="csX52" fmla="*/ 883246 w 891075"/>
                <a:gd name="csY52" fmla="*/ 338919 h 571564"/>
                <a:gd name="csX53" fmla="*/ 883414 w 891075"/>
                <a:gd name="csY53" fmla="*/ 338243 h 571564"/>
                <a:gd name="csX54" fmla="*/ 887189 w 891075"/>
                <a:gd name="csY54" fmla="*/ 323737 h 571564"/>
                <a:gd name="csX55" fmla="*/ 889791 w 891075"/>
                <a:gd name="csY55" fmla="*/ 308555 h 571564"/>
                <a:gd name="csX56" fmla="*/ 891076 w 891075"/>
                <a:gd name="csY56" fmla="*/ 293373 h 571564"/>
                <a:gd name="csX57" fmla="*/ 891076 w 891075"/>
                <a:gd name="csY57" fmla="*/ 278192 h 571564"/>
                <a:gd name="csX58" fmla="*/ 889791 w 891075"/>
                <a:gd name="csY58" fmla="*/ 263010 h 571564"/>
                <a:gd name="csX59" fmla="*/ 887189 w 891075"/>
                <a:gd name="csY59" fmla="*/ 247827 h 571564"/>
                <a:gd name="csX60" fmla="*/ 883414 w 891075"/>
                <a:gd name="csY60" fmla="*/ 233322 h 571564"/>
                <a:gd name="csX61" fmla="*/ 883246 w 891075"/>
                <a:gd name="csY61" fmla="*/ 232645 h 571564"/>
                <a:gd name="csX62" fmla="*/ 878242 w 891075"/>
                <a:gd name="csY62" fmla="*/ 217463 h 571564"/>
                <a:gd name="csX63" fmla="*/ 871787 w 891075"/>
                <a:gd name="csY63" fmla="*/ 202281 h 571564"/>
                <a:gd name="csX64" fmla="*/ 863722 w 891075"/>
                <a:gd name="csY64" fmla="*/ 187099 h 571564"/>
                <a:gd name="csX65" fmla="*/ 859735 w 891075"/>
                <a:gd name="csY65" fmla="*/ 180790 h 571564"/>
                <a:gd name="csX66" fmla="*/ 854251 w 891075"/>
                <a:gd name="csY66" fmla="*/ 171916 h 571564"/>
                <a:gd name="csX67" fmla="*/ 843149 w 891075"/>
                <a:gd name="csY67" fmla="*/ 156734 h 571564"/>
                <a:gd name="csX68" fmla="*/ 836068 w 891075"/>
                <a:gd name="csY68" fmla="*/ 148403 h 571564"/>
                <a:gd name="csX69" fmla="*/ 830215 w 891075"/>
                <a:gd name="csY69" fmla="*/ 141553 h 571564"/>
                <a:gd name="csX70" fmla="*/ 815304 w 891075"/>
                <a:gd name="csY70" fmla="*/ 126371 h 571564"/>
                <a:gd name="csX71" fmla="*/ 812400 w 891075"/>
                <a:gd name="csY71" fmla="*/ 123709 h 571564"/>
                <a:gd name="csX72" fmla="*/ 798305 w 891075"/>
                <a:gd name="csY72" fmla="*/ 111189 h 571564"/>
                <a:gd name="csX73" fmla="*/ 788733 w 891075"/>
                <a:gd name="csY73" fmla="*/ 103602 h 571564"/>
                <a:gd name="csX74" fmla="*/ 778658 w 891075"/>
                <a:gd name="csY74" fmla="*/ 96007 h 571564"/>
                <a:gd name="csX75" fmla="*/ 765066 w 891075"/>
                <a:gd name="csY75" fmla="*/ 86649 h 571564"/>
                <a:gd name="csX76" fmla="*/ 755985 w 891075"/>
                <a:gd name="csY76" fmla="*/ 80824 h 571564"/>
                <a:gd name="csX77" fmla="*/ 741398 w 891075"/>
                <a:gd name="csY77" fmla="*/ 72103 h 571564"/>
                <a:gd name="csX78" fmla="*/ 729559 w 891075"/>
                <a:gd name="csY78" fmla="*/ 65642 h 571564"/>
                <a:gd name="csX79" fmla="*/ 717731 w 891075"/>
                <a:gd name="csY79" fmla="*/ 59506 h 571564"/>
                <a:gd name="csX80" fmla="*/ 698207 w 891075"/>
                <a:gd name="csY80" fmla="*/ 50460 h 571564"/>
                <a:gd name="csX81" fmla="*/ 694063 w 891075"/>
                <a:gd name="csY81" fmla="*/ 48597 h 571564"/>
                <a:gd name="csX82" fmla="*/ 670385 w 891075"/>
                <a:gd name="csY82" fmla="*/ 39033 h 571564"/>
                <a:gd name="csX83" fmla="*/ 659707 w 891075"/>
                <a:gd name="csY83" fmla="*/ 35278 h 571564"/>
                <a:gd name="csX84" fmla="*/ 646717 w 891075"/>
                <a:gd name="csY84" fmla="*/ 30739 h 571564"/>
                <a:gd name="csX85" fmla="*/ 623050 w 891075"/>
                <a:gd name="csY85" fmla="*/ 23616 h 571564"/>
                <a:gd name="csX86" fmla="*/ 609211 w 891075"/>
                <a:gd name="csY86" fmla="*/ 20096 h 571564"/>
                <a:gd name="csX87" fmla="*/ 599383 w 891075"/>
                <a:gd name="csY87" fmla="*/ 17543 h 571564"/>
                <a:gd name="csX88" fmla="*/ 575715 w 891075"/>
                <a:gd name="csY88" fmla="*/ 12368 h 571564"/>
                <a:gd name="csX89" fmla="*/ 552048 w 891075"/>
                <a:gd name="csY89" fmla="*/ 8226 h 571564"/>
                <a:gd name="csX90" fmla="*/ 528380 w 891075"/>
                <a:gd name="csY90" fmla="*/ 5021 h 571564"/>
                <a:gd name="csX91" fmla="*/ 527319 w 891075"/>
                <a:gd name="csY91" fmla="*/ 4914 h 571564"/>
                <a:gd name="csX92" fmla="*/ 504702 w 891075"/>
                <a:gd name="csY92" fmla="*/ 2487 h 571564"/>
                <a:gd name="csX93" fmla="*/ 481034 w 891075"/>
                <a:gd name="csY93" fmla="*/ 822 h 571564"/>
                <a:gd name="csX94" fmla="*/ 457367 w 891075"/>
                <a:gd name="csY94" fmla="*/ 0 h 571564"/>
                <a:gd name="csX95" fmla="*/ 433700 w 891075"/>
                <a:gd name="csY95" fmla="*/ 0 h 571564"/>
                <a:gd name="csX96" fmla="*/ 410032 w 891075"/>
                <a:gd name="csY96" fmla="*/ 822 h 571564"/>
                <a:gd name="csX97" fmla="*/ 386365 w 891075"/>
                <a:gd name="csY97" fmla="*/ 2487 h 571564"/>
                <a:gd name="csX98" fmla="*/ 363747 w 891075"/>
                <a:gd name="csY98" fmla="*/ 4914 h 571564"/>
                <a:gd name="csX99" fmla="*/ 362698 w 891075"/>
                <a:gd name="csY99" fmla="*/ 5021 h 571564"/>
                <a:gd name="csX100" fmla="*/ 339030 w 891075"/>
                <a:gd name="csY100" fmla="*/ 8226 h 571564"/>
                <a:gd name="csX101" fmla="*/ 315352 w 891075"/>
                <a:gd name="csY101" fmla="*/ 12368 h 571564"/>
                <a:gd name="csX102" fmla="*/ 291684 w 891075"/>
                <a:gd name="csY102" fmla="*/ 17543 h 571564"/>
                <a:gd name="csX103" fmla="*/ 281855 w 891075"/>
                <a:gd name="csY103" fmla="*/ 20096 h 571564"/>
                <a:gd name="csX104" fmla="*/ 268017 w 891075"/>
                <a:gd name="csY104" fmla="*/ 23616 h 571564"/>
                <a:gd name="csX105" fmla="*/ 244349 w 891075"/>
                <a:gd name="csY105" fmla="*/ 30739 h 571564"/>
                <a:gd name="csX106" fmla="*/ 231360 w 891075"/>
                <a:gd name="csY106" fmla="*/ 35278 h 571564"/>
                <a:gd name="csX107" fmla="*/ 220682 w 891075"/>
                <a:gd name="csY107" fmla="*/ 39033 h 571564"/>
                <a:gd name="csX108" fmla="*/ 197015 w 891075"/>
                <a:gd name="csY108" fmla="*/ 48597 h 571564"/>
                <a:gd name="csX109" fmla="*/ 192860 w 891075"/>
                <a:gd name="csY109" fmla="*/ 50460 h 571564"/>
                <a:gd name="csX110" fmla="*/ 173347 w 891075"/>
                <a:gd name="csY110" fmla="*/ 59506 h 571564"/>
                <a:gd name="csX111" fmla="*/ 161519 w 891075"/>
                <a:gd name="csY111" fmla="*/ 65642 h 571564"/>
                <a:gd name="csX112" fmla="*/ 149680 w 891075"/>
                <a:gd name="csY112" fmla="*/ 72103 h 571564"/>
                <a:gd name="csX113" fmla="*/ 135082 w 891075"/>
                <a:gd name="csY113" fmla="*/ 80824 h 571564"/>
                <a:gd name="csX114" fmla="*/ 126001 w 891075"/>
                <a:gd name="csY114" fmla="*/ 86649 h 571564"/>
                <a:gd name="csX115" fmla="*/ 112408 w 891075"/>
                <a:gd name="csY115" fmla="*/ 96007 h 571564"/>
                <a:gd name="csX116" fmla="*/ 102337 w 891075"/>
                <a:gd name="csY116" fmla="*/ 103602 h 571564"/>
                <a:gd name="csX117" fmla="*/ 92771 w 891075"/>
                <a:gd name="csY117" fmla="*/ 111189 h 571564"/>
                <a:gd name="csX118" fmla="*/ 78668 w 891075"/>
                <a:gd name="csY118" fmla="*/ 123709 h 571564"/>
                <a:gd name="csX119" fmla="*/ 75764 w 891075"/>
                <a:gd name="csY119" fmla="*/ 126371 h 571564"/>
                <a:gd name="csX120" fmla="*/ 60852 w 891075"/>
                <a:gd name="csY120" fmla="*/ 141553 h 571564"/>
                <a:gd name="csX121" fmla="*/ 54999 w 891075"/>
                <a:gd name="csY121" fmla="*/ 148403 h 571564"/>
                <a:gd name="csX122" fmla="*/ 47921 w 891075"/>
                <a:gd name="csY122" fmla="*/ 156734 h 571564"/>
                <a:gd name="csX123" fmla="*/ 36818 w 891075"/>
                <a:gd name="csY123" fmla="*/ 171916 h 571564"/>
                <a:gd name="csX124" fmla="*/ 31331 w 891075"/>
                <a:gd name="csY124" fmla="*/ 180790 h 571564"/>
                <a:gd name="csX125" fmla="*/ 27350 w 891075"/>
                <a:gd name="csY125" fmla="*/ 187099 h 571564"/>
                <a:gd name="csX126" fmla="*/ 19282 w 891075"/>
                <a:gd name="csY126" fmla="*/ 202281 h 571564"/>
                <a:gd name="csX127" fmla="*/ 12825 w 891075"/>
                <a:gd name="csY127" fmla="*/ 217463 h 571564"/>
                <a:gd name="csX128" fmla="*/ 7827 w 891075"/>
                <a:gd name="csY128" fmla="*/ 232645 h 571564"/>
                <a:gd name="csX129" fmla="*/ 7661 w 891075"/>
                <a:gd name="csY129" fmla="*/ 233322 h 571564"/>
                <a:gd name="csX130" fmla="*/ 3878 w 891075"/>
                <a:gd name="csY130" fmla="*/ 247827 h 571564"/>
                <a:gd name="csX131" fmla="*/ 1282 w 891075"/>
                <a:gd name="csY131" fmla="*/ 263010 h 571564"/>
                <a:gd name="csX132" fmla="*/ 0 w 891075"/>
                <a:gd name="csY132" fmla="*/ 278192 h 571564"/>
                <a:gd name="csX133" fmla="*/ 0 w 891075"/>
                <a:gd name="csY133" fmla="*/ 293373 h 571564"/>
                <a:gd name="csX134" fmla="*/ 1282 w 891075"/>
                <a:gd name="csY134" fmla="*/ 308555 h 571564"/>
                <a:gd name="csX135" fmla="*/ 3878 w 891075"/>
                <a:gd name="csY135" fmla="*/ 323737 h 571564"/>
                <a:gd name="csX136" fmla="*/ 7661 w 891075"/>
                <a:gd name="csY136" fmla="*/ 338243 h 571564"/>
                <a:gd name="csX137" fmla="*/ 7827 w 891075"/>
                <a:gd name="csY137" fmla="*/ 338919 h 571564"/>
                <a:gd name="csX138" fmla="*/ 12825 w 891075"/>
                <a:gd name="csY138" fmla="*/ 354102 h 571564"/>
                <a:gd name="csX139" fmla="*/ 19282 w 891075"/>
                <a:gd name="csY139" fmla="*/ 369284 h 571564"/>
                <a:gd name="csX140" fmla="*/ 27350 w 891075"/>
                <a:gd name="csY140" fmla="*/ 384466 h 571564"/>
                <a:gd name="csX141" fmla="*/ 31331 w 891075"/>
                <a:gd name="csY141" fmla="*/ 390774 h 571564"/>
                <a:gd name="csX142" fmla="*/ 36818 w 891075"/>
                <a:gd name="csY142" fmla="*/ 399648 h 571564"/>
                <a:gd name="csX143" fmla="*/ 47921 w 891075"/>
                <a:gd name="csY143" fmla="*/ 414831 h 571564"/>
                <a:gd name="csX144" fmla="*/ 54999 w 891075"/>
                <a:gd name="csY144" fmla="*/ 423162 h 571564"/>
                <a:gd name="csX145" fmla="*/ 60852 w 891075"/>
                <a:gd name="csY145" fmla="*/ 430012 h 571564"/>
                <a:gd name="csX146" fmla="*/ 75764 w 891075"/>
                <a:gd name="csY146" fmla="*/ 445194 h 571564"/>
                <a:gd name="csX147" fmla="*/ 78668 w 891075"/>
                <a:gd name="csY147" fmla="*/ 447855 h 571564"/>
                <a:gd name="csX148" fmla="*/ 92771 w 891075"/>
                <a:gd name="csY148" fmla="*/ 460376 h 571564"/>
                <a:gd name="csX149" fmla="*/ 102337 w 891075"/>
                <a:gd name="csY149" fmla="*/ 467963 h 571564"/>
                <a:gd name="csX150" fmla="*/ 112408 w 891075"/>
                <a:gd name="csY150" fmla="*/ 475558 h 571564"/>
                <a:gd name="csX151" fmla="*/ 126001 w 891075"/>
                <a:gd name="csY151" fmla="*/ 484916 h 571564"/>
                <a:gd name="csX152" fmla="*/ 135082 w 891075"/>
                <a:gd name="csY152" fmla="*/ 490740 h 571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91075" h="571564">
                  <a:moveTo>
                    <a:pt x="135082" y="490740"/>
                  </a:moveTo>
                  <a:lnTo>
                    <a:pt x="149680" y="499461"/>
                  </a:lnTo>
                  <a:lnTo>
                    <a:pt x="161519" y="505923"/>
                  </a:lnTo>
                  <a:lnTo>
                    <a:pt x="173347" y="512059"/>
                  </a:lnTo>
                  <a:lnTo>
                    <a:pt x="192860" y="521105"/>
                  </a:lnTo>
                  <a:lnTo>
                    <a:pt x="197015" y="522968"/>
                  </a:lnTo>
                  <a:lnTo>
                    <a:pt x="220682" y="532532"/>
                  </a:lnTo>
                  <a:lnTo>
                    <a:pt x="231360" y="536287"/>
                  </a:lnTo>
                  <a:lnTo>
                    <a:pt x="244349" y="540826"/>
                  </a:lnTo>
                  <a:lnTo>
                    <a:pt x="268017" y="547949"/>
                  </a:lnTo>
                  <a:lnTo>
                    <a:pt x="281855" y="551468"/>
                  </a:lnTo>
                  <a:lnTo>
                    <a:pt x="291684" y="554021"/>
                  </a:lnTo>
                  <a:lnTo>
                    <a:pt x="315352" y="559197"/>
                  </a:lnTo>
                  <a:lnTo>
                    <a:pt x="339030" y="563339"/>
                  </a:lnTo>
                  <a:lnTo>
                    <a:pt x="362698" y="566544"/>
                  </a:lnTo>
                  <a:lnTo>
                    <a:pt x="363747" y="566650"/>
                  </a:lnTo>
                  <a:lnTo>
                    <a:pt x="386365" y="569077"/>
                  </a:lnTo>
                  <a:lnTo>
                    <a:pt x="410032" y="570742"/>
                  </a:lnTo>
                  <a:lnTo>
                    <a:pt x="433700" y="571565"/>
                  </a:lnTo>
                  <a:lnTo>
                    <a:pt x="457367" y="571565"/>
                  </a:lnTo>
                  <a:lnTo>
                    <a:pt x="481034" y="570742"/>
                  </a:lnTo>
                  <a:lnTo>
                    <a:pt x="504702" y="569077"/>
                  </a:lnTo>
                  <a:lnTo>
                    <a:pt x="527319" y="566650"/>
                  </a:lnTo>
                  <a:lnTo>
                    <a:pt x="528380" y="566544"/>
                  </a:lnTo>
                  <a:lnTo>
                    <a:pt x="552048" y="563339"/>
                  </a:lnTo>
                  <a:lnTo>
                    <a:pt x="575715" y="559197"/>
                  </a:lnTo>
                  <a:lnTo>
                    <a:pt x="599383" y="554021"/>
                  </a:lnTo>
                  <a:lnTo>
                    <a:pt x="609211" y="551468"/>
                  </a:lnTo>
                  <a:lnTo>
                    <a:pt x="623050" y="547949"/>
                  </a:lnTo>
                  <a:lnTo>
                    <a:pt x="646717" y="540826"/>
                  </a:lnTo>
                  <a:lnTo>
                    <a:pt x="659707" y="536287"/>
                  </a:lnTo>
                  <a:lnTo>
                    <a:pt x="670385" y="532532"/>
                  </a:lnTo>
                  <a:lnTo>
                    <a:pt x="694063" y="522968"/>
                  </a:lnTo>
                  <a:lnTo>
                    <a:pt x="698207" y="521105"/>
                  </a:lnTo>
                  <a:lnTo>
                    <a:pt x="717731" y="512059"/>
                  </a:lnTo>
                  <a:lnTo>
                    <a:pt x="729559" y="505923"/>
                  </a:lnTo>
                  <a:lnTo>
                    <a:pt x="741398" y="499461"/>
                  </a:lnTo>
                  <a:lnTo>
                    <a:pt x="755985" y="490740"/>
                  </a:lnTo>
                  <a:lnTo>
                    <a:pt x="765066" y="484916"/>
                  </a:lnTo>
                  <a:lnTo>
                    <a:pt x="778658" y="475558"/>
                  </a:lnTo>
                  <a:lnTo>
                    <a:pt x="788733" y="467963"/>
                  </a:lnTo>
                  <a:lnTo>
                    <a:pt x="798305" y="460376"/>
                  </a:lnTo>
                  <a:lnTo>
                    <a:pt x="812400" y="447855"/>
                  </a:lnTo>
                  <a:lnTo>
                    <a:pt x="815304" y="445194"/>
                  </a:lnTo>
                  <a:lnTo>
                    <a:pt x="830215" y="430012"/>
                  </a:lnTo>
                  <a:lnTo>
                    <a:pt x="836068" y="423162"/>
                  </a:lnTo>
                  <a:lnTo>
                    <a:pt x="843149" y="414831"/>
                  </a:lnTo>
                  <a:lnTo>
                    <a:pt x="854251" y="399648"/>
                  </a:lnTo>
                  <a:lnTo>
                    <a:pt x="859735" y="390774"/>
                  </a:lnTo>
                  <a:lnTo>
                    <a:pt x="863722" y="384466"/>
                  </a:lnTo>
                  <a:lnTo>
                    <a:pt x="871787" y="369284"/>
                  </a:lnTo>
                  <a:lnTo>
                    <a:pt x="878242" y="354102"/>
                  </a:lnTo>
                  <a:lnTo>
                    <a:pt x="883246" y="338919"/>
                  </a:lnTo>
                  <a:lnTo>
                    <a:pt x="883414" y="338243"/>
                  </a:lnTo>
                  <a:lnTo>
                    <a:pt x="887189" y="323737"/>
                  </a:lnTo>
                  <a:lnTo>
                    <a:pt x="889791" y="308555"/>
                  </a:lnTo>
                  <a:lnTo>
                    <a:pt x="891076" y="293373"/>
                  </a:lnTo>
                  <a:lnTo>
                    <a:pt x="891076" y="278192"/>
                  </a:lnTo>
                  <a:lnTo>
                    <a:pt x="889791" y="263010"/>
                  </a:lnTo>
                  <a:lnTo>
                    <a:pt x="887189" y="247827"/>
                  </a:lnTo>
                  <a:lnTo>
                    <a:pt x="883414" y="233322"/>
                  </a:lnTo>
                  <a:lnTo>
                    <a:pt x="883246" y="232645"/>
                  </a:lnTo>
                  <a:lnTo>
                    <a:pt x="878242" y="217463"/>
                  </a:lnTo>
                  <a:lnTo>
                    <a:pt x="871787" y="202281"/>
                  </a:lnTo>
                  <a:lnTo>
                    <a:pt x="863722" y="187099"/>
                  </a:lnTo>
                  <a:lnTo>
                    <a:pt x="859735" y="180790"/>
                  </a:lnTo>
                  <a:lnTo>
                    <a:pt x="854251" y="171916"/>
                  </a:lnTo>
                  <a:lnTo>
                    <a:pt x="843149" y="156734"/>
                  </a:lnTo>
                  <a:lnTo>
                    <a:pt x="836068" y="148403"/>
                  </a:lnTo>
                  <a:lnTo>
                    <a:pt x="830215" y="141553"/>
                  </a:lnTo>
                  <a:lnTo>
                    <a:pt x="815304" y="126371"/>
                  </a:lnTo>
                  <a:lnTo>
                    <a:pt x="812400" y="123709"/>
                  </a:lnTo>
                  <a:lnTo>
                    <a:pt x="798305" y="111189"/>
                  </a:lnTo>
                  <a:lnTo>
                    <a:pt x="788733" y="103602"/>
                  </a:lnTo>
                  <a:lnTo>
                    <a:pt x="778658" y="96007"/>
                  </a:lnTo>
                  <a:lnTo>
                    <a:pt x="765066" y="86649"/>
                  </a:lnTo>
                  <a:lnTo>
                    <a:pt x="755985" y="80824"/>
                  </a:lnTo>
                  <a:lnTo>
                    <a:pt x="741398" y="72103"/>
                  </a:lnTo>
                  <a:lnTo>
                    <a:pt x="729559" y="65642"/>
                  </a:lnTo>
                  <a:lnTo>
                    <a:pt x="717731" y="59506"/>
                  </a:lnTo>
                  <a:lnTo>
                    <a:pt x="698207" y="50460"/>
                  </a:lnTo>
                  <a:lnTo>
                    <a:pt x="694063" y="48597"/>
                  </a:lnTo>
                  <a:lnTo>
                    <a:pt x="670385" y="39033"/>
                  </a:lnTo>
                  <a:lnTo>
                    <a:pt x="659707" y="35278"/>
                  </a:lnTo>
                  <a:lnTo>
                    <a:pt x="646717" y="30739"/>
                  </a:lnTo>
                  <a:lnTo>
                    <a:pt x="623050" y="23616"/>
                  </a:lnTo>
                  <a:lnTo>
                    <a:pt x="609211" y="20096"/>
                  </a:lnTo>
                  <a:lnTo>
                    <a:pt x="599383" y="17543"/>
                  </a:lnTo>
                  <a:lnTo>
                    <a:pt x="575715" y="12368"/>
                  </a:lnTo>
                  <a:lnTo>
                    <a:pt x="552048" y="8226"/>
                  </a:lnTo>
                  <a:lnTo>
                    <a:pt x="528380" y="5021"/>
                  </a:lnTo>
                  <a:lnTo>
                    <a:pt x="527319" y="4914"/>
                  </a:lnTo>
                  <a:lnTo>
                    <a:pt x="504702" y="2487"/>
                  </a:lnTo>
                  <a:lnTo>
                    <a:pt x="481034" y="822"/>
                  </a:lnTo>
                  <a:lnTo>
                    <a:pt x="457367" y="0"/>
                  </a:lnTo>
                  <a:lnTo>
                    <a:pt x="433700" y="0"/>
                  </a:lnTo>
                  <a:lnTo>
                    <a:pt x="410032" y="822"/>
                  </a:lnTo>
                  <a:lnTo>
                    <a:pt x="386365" y="2487"/>
                  </a:lnTo>
                  <a:lnTo>
                    <a:pt x="363747" y="4914"/>
                  </a:lnTo>
                  <a:lnTo>
                    <a:pt x="362698" y="5021"/>
                  </a:lnTo>
                  <a:lnTo>
                    <a:pt x="339030" y="8226"/>
                  </a:lnTo>
                  <a:lnTo>
                    <a:pt x="315352" y="12368"/>
                  </a:lnTo>
                  <a:lnTo>
                    <a:pt x="291684" y="17543"/>
                  </a:lnTo>
                  <a:lnTo>
                    <a:pt x="281855" y="20096"/>
                  </a:lnTo>
                  <a:lnTo>
                    <a:pt x="268017" y="23616"/>
                  </a:lnTo>
                  <a:lnTo>
                    <a:pt x="244349" y="30739"/>
                  </a:lnTo>
                  <a:lnTo>
                    <a:pt x="231360" y="35278"/>
                  </a:lnTo>
                  <a:lnTo>
                    <a:pt x="220682" y="39033"/>
                  </a:lnTo>
                  <a:lnTo>
                    <a:pt x="197015" y="48597"/>
                  </a:lnTo>
                  <a:lnTo>
                    <a:pt x="192860" y="50460"/>
                  </a:lnTo>
                  <a:lnTo>
                    <a:pt x="173347" y="59506"/>
                  </a:lnTo>
                  <a:lnTo>
                    <a:pt x="161519" y="65642"/>
                  </a:lnTo>
                  <a:lnTo>
                    <a:pt x="149680" y="72103"/>
                  </a:lnTo>
                  <a:lnTo>
                    <a:pt x="135082" y="80824"/>
                  </a:lnTo>
                  <a:lnTo>
                    <a:pt x="126001" y="86649"/>
                  </a:lnTo>
                  <a:lnTo>
                    <a:pt x="112408" y="96007"/>
                  </a:lnTo>
                  <a:lnTo>
                    <a:pt x="102337" y="103602"/>
                  </a:lnTo>
                  <a:lnTo>
                    <a:pt x="92771" y="111189"/>
                  </a:lnTo>
                  <a:lnTo>
                    <a:pt x="78668" y="123709"/>
                  </a:lnTo>
                  <a:lnTo>
                    <a:pt x="75764" y="126371"/>
                  </a:lnTo>
                  <a:lnTo>
                    <a:pt x="60852" y="141553"/>
                  </a:lnTo>
                  <a:lnTo>
                    <a:pt x="54999" y="148403"/>
                  </a:lnTo>
                  <a:lnTo>
                    <a:pt x="47921" y="156734"/>
                  </a:lnTo>
                  <a:lnTo>
                    <a:pt x="36818" y="171916"/>
                  </a:lnTo>
                  <a:lnTo>
                    <a:pt x="31331" y="180790"/>
                  </a:lnTo>
                  <a:lnTo>
                    <a:pt x="27350" y="187099"/>
                  </a:lnTo>
                  <a:lnTo>
                    <a:pt x="19282" y="202281"/>
                  </a:lnTo>
                  <a:lnTo>
                    <a:pt x="12825" y="217463"/>
                  </a:lnTo>
                  <a:lnTo>
                    <a:pt x="7827" y="232645"/>
                  </a:lnTo>
                  <a:lnTo>
                    <a:pt x="7661" y="233322"/>
                  </a:lnTo>
                  <a:lnTo>
                    <a:pt x="3878" y="247827"/>
                  </a:lnTo>
                  <a:lnTo>
                    <a:pt x="1282" y="263010"/>
                  </a:lnTo>
                  <a:lnTo>
                    <a:pt x="0" y="278192"/>
                  </a:lnTo>
                  <a:lnTo>
                    <a:pt x="0" y="293373"/>
                  </a:lnTo>
                  <a:lnTo>
                    <a:pt x="1282" y="308555"/>
                  </a:lnTo>
                  <a:lnTo>
                    <a:pt x="3878" y="323737"/>
                  </a:lnTo>
                  <a:lnTo>
                    <a:pt x="7661" y="338243"/>
                  </a:lnTo>
                  <a:lnTo>
                    <a:pt x="7827" y="338919"/>
                  </a:lnTo>
                  <a:lnTo>
                    <a:pt x="12825" y="354102"/>
                  </a:lnTo>
                  <a:lnTo>
                    <a:pt x="19282" y="369284"/>
                  </a:lnTo>
                  <a:lnTo>
                    <a:pt x="27350" y="384466"/>
                  </a:lnTo>
                  <a:lnTo>
                    <a:pt x="31331" y="390774"/>
                  </a:lnTo>
                  <a:lnTo>
                    <a:pt x="36818" y="399648"/>
                  </a:lnTo>
                  <a:lnTo>
                    <a:pt x="47921" y="414831"/>
                  </a:lnTo>
                  <a:lnTo>
                    <a:pt x="54999" y="423162"/>
                  </a:lnTo>
                  <a:lnTo>
                    <a:pt x="60852" y="430012"/>
                  </a:lnTo>
                  <a:lnTo>
                    <a:pt x="75764" y="445194"/>
                  </a:lnTo>
                  <a:lnTo>
                    <a:pt x="78668" y="447855"/>
                  </a:lnTo>
                  <a:lnTo>
                    <a:pt x="92771" y="460376"/>
                  </a:lnTo>
                  <a:lnTo>
                    <a:pt x="102337" y="467963"/>
                  </a:lnTo>
                  <a:lnTo>
                    <a:pt x="112408" y="475558"/>
                  </a:lnTo>
                  <a:lnTo>
                    <a:pt x="126001" y="484916"/>
                  </a:lnTo>
                  <a:lnTo>
                    <a:pt x="135082" y="490740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59572C63-529F-01E0-66F2-417090D9C295}"/>
                </a:ext>
              </a:extLst>
            </p:cNvPr>
            <p:cNvSpPr/>
            <p:nvPr/>
          </p:nvSpPr>
          <p:spPr>
            <a:xfrm>
              <a:off x="4437550" y="3360194"/>
              <a:ext cx="786090" cy="504225"/>
            </a:xfrm>
            <a:custGeom>
              <a:avLst/>
              <a:gdLst>
                <a:gd name="csX0" fmla="*/ 134170 w 786090"/>
                <a:gd name="csY0" fmla="*/ 441889 h 504225"/>
                <a:gd name="csX1" fmla="*/ 144524 w 786090"/>
                <a:gd name="csY1" fmla="*/ 447550 h 504225"/>
                <a:gd name="csX2" fmla="*/ 164037 w 786090"/>
                <a:gd name="csY2" fmla="*/ 457071 h 504225"/>
                <a:gd name="csX3" fmla="*/ 168192 w 786090"/>
                <a:gd name="csY3" fmla="*/ 459003 h 504225"/>
                <a:gd name="csX4" fmla="*/ 191859 w 786090"/>
                <a:gd name="csY4" fmla="*/ 468818 h 504225"/>
                <a:gd name="csX5" fmla="*/ 201442 w 786090"/>
                <a:gd name="csY5" fmla="*/ 472253 h 504225"/>
                <a:gd name="csX6" fmla="*/ 215526 w 786090"/>
                <a:gd name="csY6" fmla="*/ 477196 h 504225"/>
                <a:gd name="csX7" fmla="*/ 239194 w 786090"/>
                <a:gd name="csY7" fmla="*/ 484241 h 504225"/>
                <a:gd name="csX8" fmla="*/ 252072 w 786090"/>
                <a:gd name="csY8" fmla="*/ 487435 h 504225"/>
                <a:gd name="csX9" fmla="*/ 262861 w 786090"/>
                <a:gd name="csY9" fmla="*/ 490128 h 504225"/>
                <a:gd name="csX10" fmla="*/ 286540 w 786090"/>
                <a:gd name="csY10" fmla="*/ 494968 h 504225"/>
                <a:gd name="csX11" fmla="*/ 310207 w 786090"/>
                <a:gd name="csY11" fmla="*/ 498714 h 504225"/>
                <a:gd name="csX12" fmla="*/ 333875 w 786090"/>
                <a:gd name="csY12" fmla="*/ 501453 h 504225"/>
                <a:gd name="csX13" fmla="*/ 349165 w 786090"/>
                <a:gd name="csY13" fmla="*/ 502618 h 504225"/>
                <a:gd name="csX14" fmla="*/ 357542 w 786090"/>
                <a:gd name="csY14" fmla="*/ 503284 h 504225"/>
                <a:gd name="csX15" fmla="*/ 381209 w 786090"/>
                <a:gd name="csY15" fmla="*/ 504226 h 504225"/>
                <a:gd name="csX16" fmla="*/ 404877 w 786090"/>
                <a:gd name="csY16" fmla="*/ 504226 h 504225"/>
                <a:gd name="csX17" fmla="*/ 428544 w 786090"/>
                <a:gd name="csY17" fmla="*/ 503284 h 504225"/>
                <a:gd name="csX18" fmla="*/ 436921 w 786090"/>
                <a:gd name="csY18" fmla="*/ 502618 h 504225"/>
                <a:gd name="csX19" fmla="*/ 452211 w 786090"/>
                <a:gd name="csY19" fmla="*/ 501453 h 504225"/>
                <a:gd name="csX20" fmla="*/ 475890 w 786090"/>
                <a:gd name="csY20" fmla="*/ 498714 h 504225"/>
                <a:gd name="csX21" fmla="*/ 499557 w 786090"/>
                <a:gd name="csY21" fmla="*/ 494968 h 504225"/>
                <a:gd name="csX22" fmla="*/ 523225 w 786090"/>
                <a:gd name="csY22" fmla="*/ 490128 h 504225"/>
                <a:gd name="csX23" fmla="*/ 534025 w 786090"/>
                <a:gd name="csY23" fmla="*/ 487435 h 504225"/>
                <a:gd name="csX24" fmla="*/ 546892 w 786090"/>
                <a:gd name="csY24" fmla="*/ 484241 h 504225"/>
                <a:gd name="csX25" fmla="*/ 570560 w 786090"/>
                <a:gd name="csY25" fmla="*/ 477196 h 504225"/>
                <a:gd name="csX26" fmla="*/ 584644 w 786090"/>
                <a:gd name="csY26" fmla="*/ 472253 h 504225"/>
                <a:gd name="csX27" fmla="*/ 594227 w 786090"/>
                <a:gd name="csY27" fmla="*/ 468818 h 504225"/>
                <a:gd name="csX28" fmla="*/ 617894 w 786090"/>
                <a:gd name="csY28" fmla="*/ 459003 h 504225"/>
                <a:gd name="csX29" fmla="*/ 622060 w 786090"/>
                <a:gd name="csY29" fmla="*/ 457071 h 504225"/>
                <a:gd name="csX30" fmla="*/ 641573 w 786090"/>
                <a:gd name="csY30" fmla="*/ 447550 h 504225"/>
                <a:gd name="csX31" fmla="*/ 651927 w 786090"/>
                <a:gd name="csY31" fmla="*/ 441889 h 504225"/>
                <a:gd name="csX32" fmla="*/ 665240 w 786090"/>
                <a:gd name="csY32" fmla="*/ 434091 h 504225"/>
                <a:gd name="csX33" fmla="*/ 676745 w 786090"/>
                <a:gd name="csY33" fmla="*/ 426707 h 504225"/>
                <a:gd name="csX34" fmla="*/ 688908 w 786090"/>
                <a:gd name="csY34" fmla="*/ 418168 h 504225"/>
                <a:gd name="csX35" fmla="*/ 697731 w 786090"/>
                <a:gd name="csY35" fmla="*/ 411524 h 504225"/>
                <a:gd name="csX36" fmla="*/ 712575 w 786090"/>
                <a:gd name="csY36" fmla="*/ 399009 h 504225"/>
                <a:gd name="csX37" fmla="*/ 715591 w 786090"/>
                <a:gd name="csY37" fmla="*/ 396342 h 504225"/>
                <a:gd name="csX38" fmla="*/ 730893 w 786090"/>
                <a:gd name="csY38" fmla="*/ 381161 h 504225"/>
                <a:gd name="csX39" fmla="*/ 736243 w 786090"/>
                <a:gd name="csY39" fmla="*/ 375014 h 504225"/>
                <a:gd name="csX40" fmla="*/ 743949 w 786090"/>
                <a:gd name="csY40" fmla="*/ 365979 h 504225"/>
                <a:gd name="csX41" fmla="*/ 754929 w 786090"/>
                <a:gd name="csY41" fmla="*/ 350797 h 504225"/>
                <a:gd name="csX42" fmla="*/ 759910 w 786090"/>
                <a:gd name="csY42" fmla="*/ 342539 h 504225"/>
                <a:gd name="csX43" fmla="*/ 764110 w 786090"/>
                <a:gd name="csY43" fmla="*/ 335615 h 504225"/>
                <a:gd name="csX44" fmla="*/ 771660 w 786090"/>
                <a:gd name="csY44" fmla="*/ 320432 h 504225"/>
                <a:gd name="csX45" fmla="*/ 777501 w 786090"/>
                <a:gd name="csY45" fmla="*/ 305250 h 504225"/>
                <a:gd name="csX46" fmla="*/ 781768 w 786090"/>
                <a:gd name="csY46" fmla="*/ 290068 h 504225"/>
                <a:gd name="csX47" fmla="*/ 783577 w 786090"/>
                <a:gd name="csY47" fmla="*/ 280257 h 504225"/>
                <a:gd name="csX48" fmla="*/ 784616 w 786090"/>
                <a:gd name="csY48" fmla="*/ 274886 h 504225"/>
                <a:gd name="csX49" fmla="*/ 786090 w 786090"/>
                <a:gd name="csY49" fmla="*/ 259704 h 504225"/>
                <a:gd name="csX50" fmla="*/ 786090 w 786090"/>
                <a:gd name="csY50" fmla="*/ 244522 h 504225"/>
                <a:gd name="csX51" fmla="*/ 784616 w 786090"/>
                <a:gd name="csY51" fmla="*/ 229340 h 504225"/>
                <a:gd name="csX52" fmla="*/ 783577 w 786090"/>
                <a:gd name="csY52" fmla="*/ 223969 h 504225"/>
                <a:gd name="csX53" fmla="*/ 781768 w 786090"/>
                <a:gd name="csY53" fmla="*/ 214158 h 504225"/>
                <a:gd name="csX54" fmla="*/ 777501 w 786090"/>
                <a:gd name="csY54" fmla="*/ 198976 h 504225"/>
                <a:gd name="csX55" fmla="*/ 771660 w 786090"/>
                <a:gd name="csY55" fmla="*/ 183794 h 504225"/>
                <a:gd name="csX56" fmla="*/ 764110 w 786090"/>
                <a:gd name="csY56" fmla="*/ 168611 h 504225"/>
                <a:gd name="csX57" fmla="*/ 759910 w 786090"/>
                <a:gd name="csY57" fmla="*/ 161687 h 504225"/>
                <a:gd name="csX58" fmla="*/ 754929 w 786090"/>
                <a:gd name="csY58" fmla="*/ 153429 h 504225"/>
                <a:gd name="csX59" fmla="*/ 743949 w 786090"/>
                <a:gd name="csY59" fmla="*/ 138247 h 504225"/>
                <a:gd name="csX60" fmla="*/ 736243 w 786090"/>
                <a:gd name="csY60" fmla="*/ 129212 h 504225"/>
                <a:gd name="csX61" fmla="*/ 730893 w 786090"/>
                <a:gd name="csY61" fmla="*/ 123065 h 504225"/>
                <a:gd name="csX62" fmla="*/ 715591 w 786090"/>
                <a:gd name="csY62" fmla="*/ 107884 h 504225"/>
                <a:gd name="csX63" fmla="*/ 712575 w 786090"/>
                <a:gd name="csY63" fmla="*/ 105217 h 504225"/>
                <a:gd name="csX64" fmla="*/ 697731 w 786090"/>
                <a:gd name="csY64" fmla="*/ 92702 h 504225"/>
                <a:gd name="csX65" fmla="*/ 688908 w 786090"/>
                <a:gd name="csY65" fmla="*/ 86058 h 504225"/>
                <a:gd name="csX66" fmla="*/ 676745 w 786090"/>
                <a:gd name="csY66" fmla="*/ 77519 h 504225"/>
                <a:gd name="csX67" fmla="*/ 665240 w 786090"/>
                <a:gd name="csY67" fmla="*/ 70135 h 504225"/>
                <a:gd name="csX68" fmla="*/ 651927 w 786090"/>
                <a:gd name="csY68" fmla="*/ 62337 h 504225"/>
                <a:gd name="csX69" fmla="*/ 641573 w 786090"/>
                <a:gd name="csY69" fmla="*/ 56676 h 504225"/>
                <a:gd name="csX70" fmla="*/ 622060 w 786090"/>
                <a:gd name="csY70" fmla="*/ 47155 h 504225"/>
                <a:gd name="csX71" fmla="*/ 617894 w 786090"/>
                <a:gd name="csY71" fmla="*/ 45223 h 504225"/>
                <a:gd name="csX72" fmla="*/ 594227 w 786090"/>
                <a:gd name="csY72" fmla="*/ 35407 h 504225"/>
                <a:gd name="csX73" fmla="*/ 584644 w 786090"/>
                <a:gd name="csY73" fmla="*/ 31973 h 504225"/>
                <a:gd name="csX74" fmla="*/ 570560 w 786090"/>
                <a:gd name="csY74" fmla="*/ 27030 h 504225"/>
                <a:gd name="csX75" fmla="*/ 546892 w 786090"/>
                <a:gd name="csY75" fmla="*/ 19985 h 504225"/>
                <a:gd name="csX76" fmla="*/ 534025 w 786090"/>
                <a:gd name="csY76" fmla="*/ 16791 h 504225"/>
                <a:gd name="csX77" fmla="*/ 523225 w 786090"/>
                <a:gd name="csY77" fmla="*/ 14098 h 504225"/>
                <a:gd name="csX78" fmla="*/ 499557 w 786090"/>
                <a:gd name="csY78" fmla="*/ 9258 h 504225"/>
                <a:gd name="csX79" fmla="*/ 475890 w 786090"/>
                <a:gd name="csY79" fmla="*/ 5511 h 504225"/>
                <a:gd name="csX80" fmla="*/ 452211 w 786090"/>
                <a:gd name="csY80" fmla="*/ 2773 h 504225"/>
                <a:gd name="csX81" fmla="*/ 436921 w 786090"/>
                <a:gd name="csY81" fmla="*/ 1608 h 504225"/>
                <a:gd name="csX82" fmla="*/ 428544 w 786090"/>
                <a:gd name="csY82" fmla="*/ 942 h 504225"/>
                <a:gd name="csX83" fmla="*/ 404877 w 786090"/>
                <a:gd name="csY83" fmla="*/ 0 h 504225"/>
                <a:gd name="csX84" fmla="*/ 381209 w 786090"/>
                <a:gd name="csY84" fmla="*/ 0 h 504225"/>
                <a:gd name="csX85" fmla="*/ 357542 w 786090"/>
                <a:gd name="csY85" fmla="*/ 942 h 504225"/>
                <a:gd name="csX86" fmla="*/ 349165 w 786090"/>
                <a:gd name="csY86" fmla="*/ 1608 h 504225"/>
                <a:gd name="csX87" fmla="*/ 333875 w 786090"/>
                <a:gd name="csY87" fmla="*/ 2773 h 504225"/>
                <a:gd name="csX88" fmla="*/ 310207 w 786090"/>
                <a:gd name="csY88" fmla="*/ 5511 h 504225"/>
                <a:gd name="csX89" fmla="*/ 286540 w 786090"/>
                <a:gd name="csY89" fmla="*/ 9258 h 504225"/>
                <a:gd name="csX90" fmla="*/ 262861 w 786090"/>
                <a:gd name="csY90" fmla="*/ 14098 h 504225"/>
                <a:gd name="csX91" fmla="*/ 252072 w 786090"/>
                <a:gd name="csY91" fmla="*/ 16791 h 504225"/>
                <a:gd name="csX92" fmla="*/ 239194 w 786090"/>
                <a:gd name="csY92" fmla="*/ 19985 h 504225"/>
                <a:gd name="csX93" fmla="*/ 215526 w 786090"/>
                <a:gd name="csY93" fmla="*/ 27030 h 504225"/>
                <a:gd name="csX94" fmla="*/ 201442 w 786090"/>
                <a:gd name="csY94" fmla="*/ 31973 h 504225"/>
                <a:gd name="csX95" fmla="*/ 191859 w 786090"/>
                <a:gd name="csY95" fmla="*/ 35407 h 504225"/>
                <a:gd name="csX96" fmla="*/ 168192 w 786090"/>
                <a:gd name="csY96" fmla="*/ 45223 h 504225"/>
                <a:gd name="csX97" fmla="*/ 164037 w 786090"/>
                <a:gd name="csY97" fmla="*/ 47155 h 504225"/>
                <a:gd name="csX98" fmla="*/ 144524 w 786090"/>
                <a:gd name="csY98" fmla="*/ 56676 h 504225"/>
                <a:gd name="csX99" fmla="*/ 134170 w 786090"/>
                <a:gd name="csY99" fmla="*/ 62337 h 504225"/>
                <a:gd name="csX100" fmla="*/ 120857 w 786090"/>
                <a:gd name="csY100" fmla="*/ 70135 h 504225"/>
                <a:gd name="csX101" fmla="*/ 109341 w 786090"/>
                <a:gd name="csY101" fmla="*/ 77519 h 504225"/>
                <a:gd name="csX102" fmla="*/ 97189 w 786090"/>
                <a:gd name="csY102" fmla="*/ 86058 h 504225"/>
                <a:gd name="csX103" fmla="*/ 88355 w 786090"/>
                <a:gd name="csY103" fmla="*/ 92702 h 504225"/>
                <a:gd name="csX104" fmla="*/ 73511 w 786090"/>
                <a:gd name="csY104" fmla="*/ 105217 h 504225"/>
                <a:gd name="csX105" fmla="*/ 70506 w 786090"/>
                <a:gd name="csY105" fmla="*/ 107884 h 504225"/>
                <a:gd name="csX106" fmla="*/ 55205 w 786090"/>
                <a:gd name="csY106" fmla="*/ 123065 h 504225"/>
                <a:gd name="csX107" fmla="*/ 49847 w 786090"/>
                <a:gd name="csY107" fmla="*/ 129212 h 504225"/>
                <a:gd name="csX108" fmla="*/ 42141 w 786090"/>
                <a:gd name="csY108" fmla="*/ 138247 h 504225"/>
                <a:gd name="csX109" fmla="*/ 31156 w 786090"/>
                <a:gd name="csY109" fmla="*/ 153429 h 504225"/>
                <a:gd name="csX110" fmla="*/ 26177 w 786090"/>
                <a:gd name="csY110" fmla="*/ 161687 h 504225"/>
                <a:gd name="csX111" fmla="*/ 21979 w 786090"/>
                <a:gd name="csY111" fmla="*/ 168611 h 504225"/>
                <a:gd name="csX112" fmla="*/ 14433 w 786090"/>
                <a:gd name="csY112" fmla="*/ 183794 h 504225"/>
                <a:gd name="csX113" fmla="*/ 8592 w 786090"/>
                <a:gd name="csY113" fmla="*/ 198976 h 504225"/>
                <a:gd name="csX114" fmla="*/ 4324 w 786090"/>
                <a:gd name="csY114" fmla="*/ 214158 h 504225"/>
                <a:gd name="csX115" fmla="*/ 2509 w 786090"/>
                <a:gd name="csY115" fmla="*/ 223969 h 504225"/>
                <a:gd name="csX116" fmla="*/ 1469 w 786090"/>
                <a:gd name="csY116" fmla="*/ 229340 h 504225"/>
                <a:gd name="csX117" fmla="*/ 0 w 786090"/>
                <a:gd name="csY117" fmla="*/ 244522 h 504225"/>
                <a:gd name="csX118" fmla="*/ 0 w 786090"/>
                <a:gd name="csY118" fmla="*/ 259704 h 504225"/>
                <a:gd name="csX119" fmla="*/ 1469 w 786090"/>
                <a:gd name="csY119" fmla="*/ 274886 h 504225"/>
                <a:gd name="csX120" fmla="*/ 2509 w 786090"/>
                <a:gd name="csY120" fmla="*/ 280257 h 504225"/>
                <a:gd name="csX121" fmla="*/ 4324 w 786090"/>
                <a:gd name="csY121" fmla="*/ 290068 h 504225"/>
                <a:gd name="csX122" fmla="*/ 8592 w 786090"/>
                <a:gd name="csY122" fmla="*/ 305250 h 504225"/>
                <a:gd name="csX123" fmla="*/ 14433 w 786090"/>
                <a:gd name="csY123" fmla="*/ 320432 h 504225"/>
                <a:gd name="csX124" fmla="*/ 21979 w 786090"/>
                <a:gd name="csY124" fmla="*/ 335615 h 504225"/>
                <a:gd name="csX125" fmla="*/ 26177 w 786090"/>
                <a:gd name="csY125" fmla="*/ 342539 h 504225"/>
                <a:gd name="csX126" fmla="*/ 31156 w 786090"/>
                <a:gd name="csY126" fmla="*/ 350797 h 504225"/>
                <a:gd name="csX127" fmla="*/ 42141 w 786090"/>
                <a:gd name="csY127" fmla="*/ 365979 h 504225"/>
                <a:gd name="csX128" fmla="*/ 49847 w 786090"/>
                <a:gd name="csY128" fmla="*/ 375014 h 504225"/>
                <a:gd name="csX129" fmla="*/ 55205 w 786090"/>
                <a:gd name="csY129" fmla="*/ 381161 h 504225"/>
                <a:gd name="csX130" fmla="*/ 70506 w 786090"/>
                <a:gd name="csY130" fmla="*/ 396342 h 504225"/>
                <a:gd name="csX131" fmla="*/ 73511 w 786090"/>
                <a:gd name="csY131" fmla="*/ 399009 h 504225"/>
                <a:gd name="csX132" fmla="*/ 88355 w 786090"/>
                <a:gd name="csY132" fmla="*/ 411524 h 504225"/>
                <a:gd name="csX133" fmla="*/ 97189 w 786090"/>
                <a:gd name="csY133" fmla="*/ 418168 h 504225"/>
                <a:gd name="csX134" fmla="*/ 109341 w 786090"/>
                <a:gd name="csY134" fmla="*/ 426707 h 504225"/>
                <a:gd name="csX135" fmla="*/ 120857 w 786090"/>
                <a:gd name="csY135" fmla="*/ 434091 h 504225"/>
                <a:gd name="csX136" fmla="*/ 134170 w 786090"/>
                <a:gd name="csY136" fmla="*/ 441889 h 5042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</a:cxnLst>
              <a:rect l="l" t="t" r="r" b="b"/>
              <a:pathLst>
                <a:path w="786090" h="504225">
                  <a:moveTo>
                    <a:pt x="134170" y="441889"/>
                  </a:moveTo>
                  <a:lnTo>
                    <a:pt x="144524" y="447550"/>
                  </a:lnTo>
                  <a:lnTo>
                    <a:pt x="164037" y="457071"/>
                  </a:lnTo>
                  <a:lnTo>
                    <a:pt x="168192" y="459003"/>
                  </a:lnTo>
                  <a:lnTo>
                    <a:pt x="191859" y="468818"/>
                  </a:lnTo>
                  <a:lnTo>
                    <a:pt x="201442" y="472253"/>
                  </a:lnTo>
                  <a:lnTo>
                    <a:pt x="215526" y="477196"/>
                  </a:lnTo>
                  <a:lnTo>
                    <a:pt x="239194" y="484241"/>
                  </a:lnTo>
                  <a:lnTo>
                    <a:pt x="252072" y="487435"/>
                  </a:lnTo>
                  <a:lnTo>
                    <a:pt x="262861" y="490128"/>
                  </a:lnTo>
                  <a:lnTo>
                    <a:pt x="286540" y="494968"/>
                  </a:lnTo>
                  <a:lnTo>
                    <a:pt x="310207" y="498714"/>
                  </a:lnTo>
                  <a:lnTo>
                    <a:pt x="333875" y="501453"/>
                  </a:lnTo>
                  <a:lnTo>
                    <a:pt x="349165" y="502618"/>
                  </a:lnTo>
                  <a:lnTo>
                    <a:pt x="357542" y="503284"/>
                  </a:lnTo>
                  <a:lnTo>
                    <a:pt x="381209" y="504226"/>
                  </a:lnTo>
                  <a:lnTo>
                    <a:pt x="404877" y="504226"/>
                  </a:lnTo>
                  <a:lnTo>
                    <a:pt x="428544" y="503284"/>
                  </a:lnTo>
                  <a:lnTo>
                    <a:pt x="436921" y="502618"/>
                  </a:lnTo>
                  <a:lnTo>
                    <a:pt x="452211" y="501453"/>
                  </a:lnTo>
                  <a:lnTo>
                    <a:pt x="475890" y="498714"/>
                  </a:lnTo>
                  <a:lnTo>
                    <a:pt x="499557" y="494968"/>
                  </a:lnTo>
                  <a:lnTo>
                    <a:pt x="523225" y="490128"/>
                  </a:lnTo>
                  <a:lnTo>
                    <a:pt x="534025" y="487435"/>
                  </a:lnTo>
                  <a:lnTo>
                    <a:pt x="546892" y="484241"/>
                  </a:lnTo>
                  <a:lnTo>
                    <a:pt x="570560" y="477196"/>
                  </a:lnTo>
                  <a:lnTo>
                    <a:pt x="584644" y="472253"/>
                  </a:lnTo>
                  <a:lnTo>
                    <a:pt x="594227" y="468818"/>
                  </a:lnTo>
                  <a:lnTo>
                    <a:pt x="617894" y="459003"/>
                  </a:lnTo>
                  <a:lnTo>
                    <a:pt x="622060" y="457071"/>
                  </a:lnTo>
                  <a:lnTo>
                    <a:pt x="641573" y="447550"/>
                  </a:lnTo>
                  <a:lnTo>
                    <a:pt x="651927" y="441889"/>
                  </a:lnTo>
                  <a:lnTo>
                    <a:pt x="665240" y="434091"/>
                  </a:lnTo>
                  <a:lnTo>
                    <a:pt x="676745" y="426707"/>
                  </a:lnTo>
                  <a:lnTo>
                    <a:pt x="688908" y="418168"/>
                  </a:lnTo>
                  <a:lnTo>
                    <a:pt x="697731" y="411524"/>
                  </a:lnTo>
                  <a:lnTo>
                    <a:pt x="712575" y="399009"/>
                  </a:lnTo>
                  <a:lnTo>
                    <a:pt x="715591" y="396342"/>
                  </a:lnTo>
                  <a:lnTo>
                    <a:pt x="730893" y="381161"/>
                  </a:lnTo>
                  <a:lnTo>
                    <a:pt x="736243" y="375014"/>
                  </a:lnTo>
                  <a:lnTo>
                    <a:pt x="743949" y="365979"/>
                  </a:lnTo>
                  <a:lnTo>
                    <a:pt x="754929" y="350797"/>
                  </a:lnTo>
                  <a:lnTo>
                    <a:pt x="759910" y="342539"/>
                  </a:lnTo>
                  <a:lnTo>
                    <a:pt x="764110" y="335615"/>
                  </a:lnTo>
                  <a:lnTo>
                    <a:pt x="771660" y="320432"/>
                  </a:lnTo>
                  <a:lnTo>
                    <a:pt x="777501" y="305250"/>
                  </a:lnTo>
                  <a:lnTo>
                    <a:pt x="781768" y="290068"/>
                  </a:lnTo>
                  <a:lnTo>
                    <a:pt x="783577" y="280257"/>
                  </a:lnTo>
                  <a:lnTo>
                    <a:pt x="784616" y="274886"/>
                  </a:lnTo>
                  <a:lnTo>
                    <a:pt x="786090" y="259704"/>
                  </a:lnTo>
                  <a:lnTo>
                    <a:pt x="786090" y="244522"/>
                  </a:lnTo>
                  <a:lnTo>
                    <a:pt x="784616" y="229340"/>
                  </a:lnTo>
                  <a:lnTo>
                    <a:pt x="783577" y="223969"/>
                  </a:lnTo>
                  <a:lnTo>
                    <a:pt x="781768" y="214158"/>
                  </a:lnTo>
                  <a:lnTo>
                    <a:pt x="777501" y="198976"/>
                  </a:lnTo>
                  <a:lnTo>
                    <a:pt x="771660" y="183794"/>
                  </a:lnTo>
                  <a:lnTo>
                    <a:pt x="764110" y="168611"/>
                  </a:lnTo>
                  <a:lnTo>
                    <a:pt x="759910" y="161687"/>
                  </a:lnTo>
                  <a:lnTo>
                    <a:pt x="754929" y="153429"/>
                  </a:lnTo>
                  <a:lnTo>
                    <a:pt x="743949" y="138247"/>
                  </a:lnTo>
                  <a:lnTo>
                    <a:pt x="736243" y="129212"/>
                  </a:lnTo>
                  <a:lnTo>
                    <a:pt x="730893" y="123065"/>
                  </a:lnTo>
                  <a:lnTo>
                    <a:pt x="715591" y="107884"/>
                  </a:lnTo>
                  <a:lnTo>
                    <a:pt x="712575" y="105217"/>
                  </a:lnTo>
                  <a:lnTo>
                    <a:pt x="697731" y="92702"/>
                  </a:lnTo>
                  <a:lnTo>
                    <a:pt x="688908" y="86058"/>
                  </a:lnTo>
                  <a:lnTo>
                    <a:pt x="676745" y="77519"/>
                  </a:lnTo>
                  <a:lnTo>
                    <a:pt x="665240" y="70135"/>
                  </a:lnTo>
                  <a:lnTo>
                    <a:pt x="651927" y="62337"/>
                  </a:lnTo>
                  <a:lnTo>
                    <a:pt x="641573" y="56676"/>
                  </a:lnTo>
                  <a:lnTo>
                    <a:pt x="622060" y="47155"/>
                  </a:lnTo>
                  <a:lnTo>
                    <a:pt x="617894" y="45223"/>
                  </a:lnTo>
                  <a:lnTo>
                    <a:pt x="594227" y="35407"/>
                  </a:lnTo>
                  <a:lnTo>
                    <a:pt x="584644" y="31973"/>
                  </a:lnTo>
                  <a:lnTo>
                    <a:pt x="570560" y="27030"/>
                  </a:lnTo>
                  <a:lnTo>
                    <a:pt x="546892" y="19985"/>
                  </a:lnTo>
                  <a:lnTo>
                    <a:pt x="534025" y="16791"/>
                  </a:lnTo>
                  <a:lnTo>
                    <a:pt x="523225" y="14098"/>
                  </a:lnTo>
                  <a:lnTo>
                    <a:pt x="499557" y="9258"/>
                  </a:lnTo>
                  <a:lnTo>
                    <a:pt x="475890" y="5511"/>
                  </a:lnTo>
                  <a:lnTo>
                    <a:pt x="452211" y="2773"/>
                  </a:lnTo>
                  <a:lnTo>
                    <a:pt x="436921" y="1608"/>
                  </a:lnTo>
                  <a:lnTo>
                    <a:pt x="428544" y="942"/>
                  </a:lnTo>
                  <a:lnTo>
                    <a:pt x="404877" y="0"/>
                  </a:lnTo>
                  <a:lnTo>
                    <a:pt x="381209" y="0"/>
                  </a:lnTo>
                  <a:lnTo>
                    <a:pt x="357542" y="942"/>
                  </a:lnTo>
                  <a:lnTo>
                    <a:pt x="349165" y="1608"/>
                  </a:lnTo>
                  <a:lnTo>
                    <a:pt x="333875" y="2773"/>
                  </a:lnTo>
                  <a:lnTo>
                    <a:pt x="310207" y="5511"/>
                  </a:lnTo>
                  <a:lnTo>
                    <a:pt x="286540" y="9258"/>
                  </a:lnTo>
                  <a:lnTo>
                    <a:pt x="262861" y="14098"/>
                  </a:lnTo>
                  <a:lnTo>
                    <a:pt x="252072" y="16791"/>
                  </a:lnTo>
                  <a:lnTo>
                    <a:pt x="239194" y="19985"/>
                  </a:lnTo>
                  <a:lnTo>
                    <a:pt x="215526" y="27030"/>
                  </a:lnTo>
                  <a:lnTo>
                    <a:pt x="201442" y="31973"/>
                  </a:lnTo>
                  <a:lnTo>
                    <a:pt x="191859" y="35407"/>
                  </a:lnTo>
                  <a:lnTo>
                    <a:pt x="168192" y="45223"/>
                  </a:lnTo>
                  <a:lnTo>
                    <a:pt x="164037" y="47155"/>
                  </a:lnTo>
                  <a:lnTo>
                    <a:pt x="144524" y="56676"/>
                  </a:lnTo>
                  <a:lnTo>
                    <a:pt x="134170" y="62337"/>
                  </a:lnTo>
                  <a:lnTo>
                    <a:pt x="120857" y="70135"/>
                  </a:lnTo>
                  <a:lnTo>
                    <a:pt x="109341" y="77519"/>
                  </a:lnTo>
                  <a:lnTo>
                    <a:pt x="97189" y="86058"/>
                  </a:lnTo>
                  <a:lnTo>
                    <a:pt x="88355" y="92702"/>
                  </a:lnTo>
                  <a:lnTo>
                    <a:pt x="73511" y="105217"/>
                  </a:lnTo>
                  <a:lnTo>
                    <a:pt x="70506" y="107884"/>
                  </a:lnTo>
                  <a:lnTo>
                    <a:pt x="55205" y="123065"/>
                  </a:lnTo>
                  <a:lnTo>
                    <a:pt x="49847" y="129212"/>
                  </a:lnTo>
                  <a:lnTo>
                    <a:pt x="42141" y="138247"/>
                  </a:lnTo>
                  <a:lnTo>
                    <a:pt x="31156" y="153429"/>
                  </a:lnTo>
                  <a:lnTo>
                    <a:pt x="26177" y="161687"/>
                  </a:lnTo>
                  <a:lnTo>
                    <a:pt x="21979" y="168611"/>
                  </a:lnTo>
                  <a:lnTo>
                    <a:pt x="14433" y="183794"/>
                  </a:lnTo>
                  <a:lnTo>
                    <a:pt x="8592" y="198976"/>
                  </a:lnTo>
                  <a:lnTo>
                    <a:pt x="4324" y="214158"/>
                  </a:lnTo>
                  <a:lnTo>
                    <a:pt x="2509" y="223969"/>
                  </a:lnTo>
                  <a:lnTo>
                    <a:pt x="1469" y="229340"/>
                  </a:lnTo>
                  <a:lnTo>
                    <a:pt x="0" y="244522"/>
                  </a:lnTo>
                  <a:lnTo>
                    <a:pt x="0" y="259704"/>
                  </a:lnTo>
                  <a:lnTo>
                    <a:pt x="1469" y="274886"/>
                  </a:lnTo>
                  <a:lnTo>
                    <a:pt x="2509" y="280257"/>
                  </a:lnTo>
                  <a:lnTo>
                    <a:pt x="4324" y="290068"/>
                  </a:lnTo>
                  <a:lnTo>
                    <a:pt x="8592" y="305250"/>
                  </a:lnTo>
                  <a:lnTo>
                    <a:pt x="14433" y="320432"/>
                  </a:lnTo>
                  <a:lnTo>
                    <a:pt x="21979" y="335615"/>
                  </a:lnTo>
                  <a:lnTo>
                    <a:pt x="26177" y="342539"/>
                  </a:lnTo>
                  <a:lnTo>
                    <a:pt x="31156" y="350797"/>
                  </a:lnTo>
                  <a:lnTo>
                    <a:pt x="42141" y="365979"/>
                  </a:lnTo>
                  <a:lnTo>
                    <a:pt x="49847" y="375014"/>
                  </a:lnTo>
                  <a:lnTo>
                    <a:pt x="55205" y="381161"/>
                  </a:lnTo>
                  <a:lnTo>
                    <a:pt x="70506" y="396342"/>
                  </a:lnTo>
                  <a:lnTo>
                    <a:pt x="73511" y="399009"/>
                  </a:lnTo>
                  <a:lnTo>
                    <a:pt x="88355" y="411524"/>
                  </a:lnTo>
                  <a:lnTo>
                    <a:pt x="97189" y="418168"/>
                  </a:lnTo>
                  <a:lnTo>
                    <a:pt x="109341" y="426707"/>
                  </a:lnTo>
                  <a:lnTo>
                    <a:pt x="120857" y="434091"/>
                  </a:lnTo>
                  <a:lnTo>
                    <a:pt x="134170" y="44188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3C2F5E43-09A6-5D1E-42EE-4D8B1FD909D2}"/>
                </a:ext>
              </a:extLst>
            </p:cNvPr>
            <p:cNvSpPr/>
            <p:nvPr/>
          </p:nvSpPr>
          <p:spPr>
            <a:xfrm>
              <a:off x="4483548" y="3389698"/>
              <a:ext cx="694097" cy="445217"/>
            </a:xfrm>
            <a:custGeom>
              <a:avLst/>
              <a:gdLst>
                <a:gd name="csX0" fmla="*/ 131654 w 694097"/>
                <a:gd name="csY0" fmla="*/ 397202 h 445217"/>
                <a:gd name="csX1" fmla="*/ 145861 w 694097"/>
                <a:gd name="csY1" fmla="*/ 404109 h 445217"/>
                <a:gd name="csX2" fmla="*/ 165508 w 694097"/>
                <a:gd name="csY2" fmla="*/ 412384 h 445217"/>
                <a:gd name="csX3" fmla="*/ 169528 w 694097"/>
                <a:gd name="csY3" fmla="*/ 414004 h 445217"/>
                <a:gd name="csX4" fmla="*/ 193196 w 694097"/>
                <a:gd name="csY4" fmla="*/ 422277 h 445217"/>
                <a:gd name="csX5" fmla="*/ 211536 w 694097"/>
                <a:gd name="csY5" fmla="*/ 427567 h 445217"/>
                <a:gd name="csX6" fmla="*/ 216863 w 694097"/>
                <a:gd name="csY6" fmla="*/ 429076 h 445217"/>
                <a:gd name="csX7" fmla="*/ 240542 w 694097"/>
                <a:gd name="csY7" fmla="*/ 434623 h 445217"/>
                <a:gd name="csX8" fmla="*/ 264209 w 694097"/>
                <a:gd name="csY8" fmla="*/ 438917 h 445217"/>
                <a:gd name="csX9" fmla="*/ 287877 w 694097"/>
                <a:gd name="csY9" fmla="*/ 442056 h 445217"/>
                <a:gd name="csX10" fmla="*/ 295784 w 694097"/>
                <a:gd name="csY10" fmla="*/ 442749 h 445217"/>
                <a:gd name="csX11" fmla="*/ 311544 w 694097"/>
                <a:gd name="csY11" fmla="*/ 444162 h 445217"/>
                <a:gd name="csX12" fmla="*/ 335211 w 694097"/>
                <a:gd name="csY12" fmla="*/ 445217 h 445217"/>
                <a:gd name="csX13" fmla="*/ 358879 w 694097"/>
                <a:gd name="csY13" fmla="*/ 445217 h 445217"/>
                <a:gd name="csX14" fmla="*/ 382546 w 694097"/>
                <a:gd name="csY14" fmla="*/ 444162 h 445217"/>
                <a:gd name="csX15" fmla="*/ 398317 w 694097"/>
                <a:gd name="csY15" fmla="*/ 442749 h 445217"/>
                <a:gd name="csX16" fmla="*/ 406214 w 694097"/>
                <a:gd name="csY16" fmla="*/ 442056 h 445217"/>
                <a:gd name="csX17" fmla="*/ 429892 w 694097"/>
                <a:gd name="csY17" fmla="*/ 438917 h 445217"/>
                <a:gd name="csX18" fmla="*/ 453560 w 694097"/>
                <a:gd name="csY18" fmla="*/ 434623 h 445217"/>
                <a:gd name="csX19" fmla="*/ 477227 w 694097"/>
                <a:gd name="csY19" fmla="*/ 429076 h 445217"/>
                <a:gd name="csX20" fmla="*/ 482555 w 694097"/>
                <a:gd name="csY20" fmla="*/ 427567 h 445217"/>
                <a:gd name="csX21" fmla="*/ 500894 w 694097"/>
                <a:gd name="csY21" fmla="*/ 422277 h 445217"/>
                <a:gd name="csX22" fmla="*/ 524562 w 694097"/>
                <a:gd name="csY22" fmla="*/ 414004 h 445217"/>
                <a:gd name="csX23" fmla="*/ 528594 w 694097"/>
                <a:gd name="csY23" fmla="*/ 412384 h 445217"/>
                <a:gd name="csX24" fmla="*/ 548229 w 694097"/>
                <a:gd name="csY24" fmla="*/ 404109 h 445217"/>
                <a:gd name="csX25" fmla="*/ 562436 w 694097"/>
                <a:gd name="csY25" fmla="*/ 397202 h 445217"/>
                <a:gd name="csX26" fmla="*/ 571896 w 694097"/>
                <a:gd name="csY26" fmla="*/ 392271 h 445217"/>
                <a:gd name="csX27" fmla="*/ 589421 w 694097"/>
                <a:gd name="csY27" fmla="*/ 382020 h 445217"/>
                <a:gd name="csX28" fmla="*/ 595575 w 694097"/>
                <a:gd name="csY28" fmla="*/ 378073 h 445217"/>
                <a:gd name="csX29" fmla="*/ 611547 w 694097"/>
                <a:gd name="csY29" fmla="*/ 366838 h 445217"/>
                <a:gd name="csX30" fmla="*/ 619242 w 694097"/>
                <a:gd name="csY30" fmla="*/ 360766 h 445217"/>
                <a:gd name="csX31" fmla="*/ 630010 w 694097"/>
                <a:gd name="csY31" fmla="*/ 351657 h 445217"/>
                <a:gd name="csX32" fmla="*/ 642910 w 694097"/>
                <a:gd name="csY32" fmla="*/ 339058 h 445217"/>
                <a:gd name="csX33" fmla="*/ 645434 w 694097"/>
                <a:gd name="csY33" fmla="*/ 336475 h 445217"/>
                <a:gd name="csX34" fmla="*/ 658334 w 694097"/>
                <a:gd name="csY34" fmla="*/ 321292 h 445217"/>
                <a:gd name="csX35" fmla="*/ 666577 w 694097"/>
                <a:gd name="csY35" fmla="*/ 309530 h 445217"/>
                <a:gd name="csX36" fmla="*/ 668934 w 694097"/>
                <a:gd name="csY36" fmla="*/ 306110 h 445217"/>
                <a:gd name="csX37" fmla="*/ 677579 w 694097"/>
                <a:gd name="csY37" fmla="*/ 290928 h 445217"/>
                <a:gd name="csX38" fmla="*/ 684269 w 694097"/>
                <a:gd name="csY38" fmla="*/ 275746 h 445217"/>
                <a:gd name="csX39" fmla="*/ 689161 w 694097"/>
                <a:gd name="csY39" fmla="*/ 260564 h 445217"/>
                <a:gd name="csX40" fmla="*/ 690245 w 694097"/>
                <a:gd name="csY40" fmla="*/ 255493 h 445217"/>
                <a:gd name="csX41" fmla="*/ 692445 w 694097"/>
                <a:gd name="csY41" fmla="*/ 245381 h 445217"/>
                <a:gd name="csX42" fmla="*/ 694098 w 694097"/>
                <a:gd name="csY42" fmla="*/ 230199 h 445217"/>
                <a:gd name="csX43" fmla="*/ 694098 w 694097"/>
                <a:gd name="csY43" fmla="*/ 215018 h 445217"/>
                <a:gd name="csX44" fmla="*/ 692445 w 694097"/>
                <a:gd name="csY44" fmla="*/ 199836 h 445217"/>
                <a:gd name="csX45" fmla="*/ 690245 w 694097"/>
                <a:gd name="csY45" fmla="*/ 189725 h 445217"/>
                <a:gd name="csX46" fmla="*/ 689161 w 694097"/>
                <a:gd name="csY46" fmla="*/ 184654 h 445217"/>
                <a:gd name="csX47" fmla="*/ 684269 w 694097"/>
                <a:gd name="csY47" fmla="*/ 169472 h 445217"/>
                <a:gd name="csX48" fmla="*/ 677579 w 694097"/>
                <a:gd name="csY48" fmla="*/ 154289 h 445217"/>
                <a:gd name="csX49" fmla="*/ 668934 w 694097"/>
                <a:gd name="csY49" fmla="*/ 139107 h 445217"/>
                <a:gd name="csX50" fmla="*/ 666577 w 694097"/>
                <a:gd name="csY50" fmla="*/ 135687 h 445217"/>
                <a:gd name="csX51" fmla="*/ 658334 w 694097"/>
                <a:gd name="csY51" fmla="*/ 123925 h 445217"/>
                <a:gd name="csX52" fmla="*/ 645434 w 694097"/>
                <a:gd name="csY52" fmla="*/ 108743 h 445217"/>
                <a:gd name="csX53" fmla="*/ 642910 w 694097"/>
                <a:gd name="csY53" fmla="*/ 106159 h 445217"/>
                <a:gd name="csX54" fmla="*/ 630010 w 694097"/>
                <a:gd name="csY54" fmla="*/ 93560 h 445217"/>
                <a:gd name="csX55" fmla="*/ 619242 w 694097"/>
                <a:gd name="csY55" fmla="*/ 84451 h 445217"/>
                <a:gd name="csX56" fmla="*/ 611547 w 694097"/>
                <a:gd name="csY56" fmla="*/ 78379 h 445217"/>
                <a:gd name="csX57" fmla="*/ 595575 w 694097"/>
                <a:gd name="csY57" fmla="*/ 67143 h 445217"/>
                <a:gd name="csX58" fmla="*/ 589421 w 694097"/>
                <a:gd name="csY58" fmla="*/ 63197 h 445217"/>
                <a:gd name="csX59" fmla="*/ 571896 w 694097"/>
                <a:gd name="csY59" fmla="*/ 52946 h 445217"/>
                <a:gd name="csX60" fmla="*/ 562436 w 694097"/>
                <a:gd name="csY60" fmla="*/ 48015 h 445217"/>
                <a:gd name="csX61" fmla="*/ 548229 w 694097"/>
                <a:gd name="csY61" fmla="*/ 41108 h 445217"/>
                <a:gd name="csX62" fmla="*/ 528594 w 694097"/>
                <a:gd name="csY62" fmla="*/ 32833 h 445217"/>
                <a:gd name="csX63" fmla="*/ 524562 w 694097"/>
                <a:gd name="csY63" fmla="*/ 31213 h 445217"/>
                <a:gd name="csX64" fmla="*/ 500894 w 694097"/>
                <a:gd name="csY64" fmla="*/ 22940 h 445217"/>
                <a:gd name="csX65" fmla="*/ 482555 w 694097"/>
                <a:gd name="csY65" fmla="*/ 17651 h 445217"/>
                <a:gd name="csX66" fmla="*/ 477227 w 694097"/>
                <a:gd name="csY66" fmla="*/ 16142 h 445217"/>
                <a:gd name="csX67" fmla="*/ 453560 w 694097"/>
                <a:gd name="csY67" fmla="*/ 10594 h 445217"/>
                <a:gd name="csX68" fmla="*/ 429892 w 694097"/>
                <a:gd name="csY68" fmla="*/ 6299 h 445217"/>
                <a:gd name="csX69" fmla="*/ 406214 w 694097"/>
                <a:gd name="csY69" fmla="*/ 3161 h 445217"/>
                <a:gd name="csX70" fmla="*/ 398317 w 694097"/>
                <a:gd name="csY70" fmla="*/ 2468 h 445217"/>
                <a:gd name="csX71" fmla="*/ 382546 w 694097"/>
                <a:gd name="csY71" fmla="*/ 1055 h 445217"/>
                <a:gd name="csX72" fmla="*/ 358879 w 694097"/>
                <a:gd name="csY72" fmla="*/ 0 h 445217"/>
                <a:gd name="csX73" fmla="*/ 335211 w 694097"/>
                <a:gd name="csY73" fmla="*/ 0 h 445217"/>
                <a:gd name="csX74" fmla="*/ 311544 w 694097"/>
                <a:gd name="csY74" fmla="*/ 1055 h 445217"/>
                <a:gd name="csX75" fmla="*/ 295784 w 694097"/>
                <a:gd name="csY75" fmla="*/ 2468 h 445217"/>
                <a:gd name="csX76" fmla="*/ 287877 w 694097"/>
                <a:gd name="csY76" fmla="*/ 3161 h 445217"/>
                <a:gd name="csX77" fmla="*/ 264209 w 694097"/>
                <a:gd name="csY77" fmla="*/ 6299 h 445217"/>
                <a:gd name="csX78" fmla="*/ 240542 w 694097"/>
                <a:gd name="csY78" fmla="*/ 10594 h 445217"/>
                <a:gd name="csX79" fmla="*/ 216863 w 694097"/>
                <a:gd name="csY79" fmla="*/ 16142 h 445217"/>
                <a:gd name="csX80" fmla="*/ 211536 w 694097"/>
                <a:gd name="csY80" fmla="*/ 17651 h 445217"/>
                <a:gd name="csX81" fmla="*/ 193196 w 694097"/>
                <a:gd name="csY81" fmla="*/ 22940 h 445217"/>
                <a:gd name="csX82" fmla="*/ 169528 w 694097"/>
                <a:gd name="csY82" fmla="*/ 31213 h 445217"/>
                <a:gd name="csX83" fmla="*/ 165508 w 694097"/>
                <a:gd name="csY83" fmla="*/ 32833 h 445217"/>
                <a:gd name="csX84" fmla="*/ 145861 w 694097"/>
                <a:gd name="csY84" fmla="*/ 41108 h 445217"/>
                <a:gd name="csX85" fmla="*/ 131654 w 694097"/>
                <a:gd name="csY85" fmla="*/ 48015 h 445217"/>
                <a:gd name="csX86" fmla="*/ 122194 w 694097"/>
                <a:gd name="csY86" fmla="*/ 52946 h 445217"/>
                <a:gd name="csX87" fmla="*/ 104680 w 694097"/>
                <a:gd name="csY87" fmla="*/ 63197 h 445217"/>
                <a:gd name="csX88" fmla="*/ 98526 w 694097"/>
                <a:gd name="csY88" fmla="*/ 67143 h 445217"/>
                <a:gd name="csX89" fmla="*/ 82543 w 694097"/>
                <a:gd name="csY89" fmla="*/ 78379 h 445217"/>
                <a:gd name="csX90" fmla="*/ 74859 w 694097"/>
                <a:gd name="csY90" fmla="*/ 84451 h 445217"/>
                <a:gd name="csX91" fmla="*/ 64092 w 694097"/>
                <a:gd name="csY91" fmla="*/ 93560 h 445217"/>
                <a:gd name="csX92" fmla="*/ 51191 w 694097"/>
                <a:gd name="csY92" fmla="*/ 106159 h 445217"/>
                <a:gd name="csX93" fmla="*/ 48667 w 694097"/>
                <a:gd name="csY93" fmla="*/ 108743 h 445217"/>
                <a:gd name="csX94" fmla="*/ 35767 w 694097"/>
                <a:gd name="csY94" fmla="*/ 123925 h 445217"/>
                <a:gd name="csX95" fmla="*/ 27513 w 694097"/>
                <a:gd name="csY95" fmla="*/ 135687 h 445217"/>
                <a:gd name="csX96" fmla="*/ 25167 w 694097"/>
                <a:gd name="csY96" fmla="*/ 139107 h 445217"/>
                <a:gd name="csX97" fmla="*/ 16511 w 694097"/>
                <a:gd name="csY97" fmla="*/ 154289 h 445217"/>
                <a:gd name="csX98" fmla="*/ 9821 w 694097"/>
                <a:gd name="csY98" fmla="*/ 169472 h 445217"/>
                <a:gd name="csX99" fmla="*/ 4929 w 694097"/>
                <a:gd name="csY99" fmla="*/ 184654 h 445217"/>
                <a:gd name="csX100" fmla="*/ 3849 w 694097"/>
                <a:gd name="csY100" fmla="*/ 189725 h 445217"/>
                <a:gd name="csX101" fmla="*/ 1645 w 694097"/>
                <a:gd name="csY101" fmla="*/ 199836 h 445217"/>
                <a:gd name="csX102" fmla="*/ 0 w 694097"/>
                <a:gd name="csY102" fmla="*/ 215018 h 445217"/>
                <a:gd name="csX103" fmla="*/ 0 w 694097"/>
                <a:gd name="csY103" fmla="*/ 230199 h 445217"/>
                <a:gd name="csX104" fmla="*/ 1645 w 694097"/>
                <a:gd name="csY104" fmla="*/ 245381 h 445217"/>
                <a:gd name="csX105" fmla="*/ 3849 w 694097"/>
                <a:gd name="csY105" fmla="*/ 255493 h 445217"/>
                <a:gd name="csX106" fmla="*/ 4929 w 694097"/>
                <a:gd name="csY106" fmla="*/ 260564 h 445217"/>
                <a:gd name="csX107" fmla="*/ 9821 w 694097"/>
                <a:gd name="csY107" fmla="*/ 275746 h 445217"/>
                <a:gd name="csX108" fmla="*/ 16511 w 694097"/>
                <a:gd name="csY108" fmla="*/ 290928 h 445217"/>
                <a:gd name="csX109" fmla="*/ 25167 w 694097"/>
                <a:gd name="csY109" fmla="*/ 306110 h 445217"/>
                <a:gd name="csX110" fmla="*/ 27513 w 694097"/>
                <a:gd name="csY110" fmla="*/ 309530 h 445217"/>
                <a:gd name="csX111" fmla="*/ 35767 w 694097"/>
                <a:gd name="csY111" fmla="*/ 321292 h 445217"/>
                <a:gd name="csX112" fmla="*/ 48667 w 694097"/>
                <a:gd name="csY112" fmla="*/ 336475 h 445217"/>
                <a:gd name="csX113" fmla="*/ 51191 w 694097"/>
                <a:gd name="csY113" fmla="*/ 339058 h 445217"/>
                <a:gd name="csX114" fmla="*/ 64092 w 694097"/>
                <a:gd name="csY114" fmla="*/ 351657 h 445217"/>
                <a:gd name="csX115" fmla="*/ 74859 w 694097"/>
                <a:gd name="csY115" fmla="*/ 360766 h 445217"/>
                <a:gd name="csX116" fmla="*/ 82543 w 694097"/>
                <a:gd name="csY116" fmla="*/ 366838 h 445217"/>
                <a:gd name="csX117" fmla="*/ 98526 w 694097"/>
                <a:gd name="csY117" fmla="*/ 378073 h 445217"/>
                <a:gd name="csX118" fmla="*/ 104680 w 694097"/>
                <a:gd name="csY118" fmla="*/ 382020 h 445217"/>
                <a:gd name="csX119" fmla="*/ 122194 w 694097"/>
                <a:gd name="csY119" fmla="*/ 392271 h 445217"/>
                <a:gd name="csX120" fmla="*/ 131654 w 694097"/>
                <a:gd name="csY120" fmla="*/ 397202 h 4452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694097" h="445217">
                  <a:moveTo>
                    <a:pt x="131654" y="397202"/>
                  </a:moveTo>
                  <a:lnTo>
                    <a:pt x="145861" y="404109"/>
                  </a:lnTo>
                  <a:lnTo>
                    <a:pt x="165508" y="412384"/>
                  </a:lnTo>
                  <a:lnTo>
                    <a:pt x="169528" y="414004"/>
                  </a:lnTo>
                  <a:lnTo>
                    <a:pt x="193196" y="422277"/>
                  </a:lnTo>
                  <a:lnTo>
                    <a:pt x="211536" y="427567"/>
                  </a:lnTo>
                  <a:lnTo>
                    <a:pt x="216863" y="429076"/>
                  </a:lnTo>
                  <a:lnTo>
                    <a:pt x="240542" y="434623"/>
                  </a:lnTo>
                  <a:lnTo>
                    <a:pt x="264209" y="438917"/>
                  </a:lnTo>
                  <a:lnTo>
                    <a:pt x="287877" y="442056"/>
                  </a:lnTo>
                  <a:lnTo>
                    <a:pt x="295784" y="442749"/>
                  </a:lnTo>
                  <a:lnTo>
                    <a:pt x="311544" y="444162"/>
                  </a:lnTo>
                  <a:lnTo>
                    <a:pt x="335211" y="445217"/>
                  </a:lnTo>
                  <a:lnTo>
                    <a:pt x="358879" y="445217"/>
                  </a:lnTo>
                  <a:lnTo>
                    <a:pt x="382546" y="444162"/>
                  </a:lnTo>
                  <a:lnTo>
                    <a:pt x="398317" y="442749"/>
                  </a:lnTo>
                  <a:lnTo>
                    <a:pt x="406214" y="442056"/>
                  </a:lnTo>
                  <a:lnTo>
                    <a:pt x="429892" y="438917"/>
                  </a:lnTo>
                  <a:lnTo>
                    <a:pt x="453560" y="434623"/>
                  </a:lnTo>
                  <a:lnTo>
                    <a:pt x="477227" y="429076"/>
                  </a:lnTo>
                  <a:lnTo>
                    <a:pt x="482555" y="427567"/>
                  </a:lnTo>
                  <a:lnTo>
                    <a:pt x="500894" y="422277"/>
                  </a:lnTo>
                  <a:lnTo>
                    <a:pt x="524562" y="414004"/>
                  </a:lnTo>
                  <a:lnTo>
                    <a:pt x="528594" y="412384"/>
                  </a:lnTo>
                  <a:lnTo>
                    <a:pt x="548229" y="404109"/>
                  </a:lnTo>
                  <a:lnTo>
                    <a:pt x="562436" y="397202"/>
                  </a:lnTo>
                  <a:lnTo>
                    <a:pt x="571896" y="392271"/>
                  </a:lnTo>
                  <a:lnTo>
                    <a:pt x="589421" y="382020"/>
                  </a:lnTo>
                  <a:lnTo>
                    <a:pt x="595575" y="378073"/>
                  </a:lnTo>
                  <a:lnTo>
                    <a:pt x="611547" y="366838"/>
                  </a:lnTo>
                  <a:lnTo>
                    <a:pt x="619242" y="360766"/>
                  </a:lnTo>
                  <a:lnTo>
                    <a:pt x="630010" y="351657"/>
                  </a:lnTo>
                  <a:lnTo>
                    <a:pt x="642910" y="339058"/>
                  </a:lnTo>
                  <a:lnTo>
                    <a:pt x="645434" y="336475"/>
                  </a:lnTo>
                  <a:lnTo>
                    <a:pt x="658334" y="321292"/>
                  </a:lnTo>
                  <a:lnTo>
                    <a:pt x="666577" y="309530"/>
                  </a:lnTo>
                  <a:lnTo>
                    <a:pt x="668934" y="306110"/>
                  </a:lnTo>
                  <a:lnTo>
                    <a:pt x="677579" y="290928"/>
                  </a:lnTo>
                  <a:lnTo>
                    <a:pt x="684269" y="275746"/>
                  </a:lnTo>
                  <a:lnTo>
                    <a:pt x="689161" y="260564"/>
                  </a:lnTo>
                  <a:lnTo>
                    <a:pt x="690245" y="255493"/>
                  </a:lnTo>
                  <a:lnTo>
                    <a:pt x="692445" y="245381"/>
                  </a:lnTo>
                  <a:lnTo>
                    <a:pt x="694098" y="230199"/>
                  </a:lnTo>
                  <a:lnTo>
                    <a:pt x="694098" y="215018"/>
                  </a:lnTo>
                  <a:lnTo>
                    <a:pt x="692445" y="199836"/>
                  </a:lnTo>
                  <a:lnTo>
                    <a:pt x="690245" y="189725"/>
                  </a:lnTo>
                  <a:lnTo>
                    <a:pt x="689161" y="184654"/>
                  </a:lnTo>
                  <a:lnTo>
                    <a:pt x="684269" y="169472"/>
                  </a:lnTo>
                  <a:lnTo>
                    <a:pt x="677579" y="154289"/>
                  </a:lnTo>
                  <a:lnTo>
                    <a:pt x="668934" y="139107"/>
                  </a:lnTo>
                  <a:lnTo>
                    <a:pt x="666577" y="135687"/>
                  </a:lnTo>
                  <a:lnTo>
                    <a:pt x="658334" y="123925"/>
                  </a:lnTo>
                  <a:lnTo>
                    <a:pt x="645434" y="108743"/>
                  </a:lnTo>
                  <a:lnTo>
                    <a:pt x="642910" y="106159"/>
                  </a:lnTo>
                  <a:lnTo>
                    <a:pt x="630010" y="93560"/>
                  </a:lnTo>
                  <a:lnTo>
                    <a:pt x="619242" y="84451"/>
                  </a:lnTo>
                  <a:lnTo>
                    <a:pt x="611547" y="78379"/>
                  </a:lnTo>
                  <a:lnTo>
                    <a:pt x="595575" y="67143"/>
                  </a:lnTo>
                  <a:lnTo>
                    <a:pt x="589421" y="63197"/>
                  </a:lnTo>
                  <a:lnTo>
                    <a:pt x="571896" y="52946"/>
                  </a:lnTo>
                  <a:lnTo>
                    <a:pt x="562436" y="48015"/>
                  </a:lnTo>
                  <a:lnTo>
                    <a:pt x="548229" y="41108"/>
                  </a:lnTo>
                  <a:lnTo>
                    <a:pt x="528594" y="32833"/>
                  </a:lnTo>
                  <a:lnTo>
                    <a:pt x="524562" y="31213"/>
                  </a:lnTo>
                  <a:lnTo>
                    <a:pt x="500894" y="22940"/>
                  </a:lnTo>
                  <a:lnTo>
                    <a:pt x="482555" y="17651"/>
                  </a:lnTo>
                  <a:lnTo>
                    <a:pt x="477227" y="16142"/>
                  </a:lnTo>
                  <a:lnTo>
                    <a:pt x="453560" y="10594"/>
                  </a:lnTo>
                  <a:lnTo>
                    <a:pt x="429892" y="6299"/>
                  </a:lnTo>
                  <a:lnTo>
                    <a:pt x="406214" y="3161"/>
                  </a:lnTo>
                  <a:lnTo>
                    <a:pt x="398317" y="2468"/>
                  </a:lnTo>
                  <a:lnTo>
                    <a:pt x="382546" y="1055"/>
                  </a:lnTo>
                  <a:lnTo>
                    <a:pt x="358879" y="0"/>
                  </a:lnTo>
                  <a:lnTo>
                    <a:pt x="335211" y="0"/>
                  </a:lnTo>
                  <a:lnTo>
                    <a:pt x="311544" y="1055"/>
                  </a:lnTo>
                  <a:lnTo>
                    <a:pt x="295784" y="2468"/>
                  </a:lnTo>
                  <a:lnTo>
                    <a:pt x="287877" y="3161"/>
                  </a:lnTo>
                  <a:lnTo>
                    <a:pt x="264209" y="6299"/>
                  </a:lnTo>
                  <a:lnTo>
                    <a:pt x="240542" y="10594"/>
                  </a:lnTo>
                  <a:lnTo>
                    <a:pt x="216863" y="16142"/>
                  </a:lnTo>
                  <a:lnTo>
                    <a:pt x="211536" y="17651"/>
                  </a:lnTo>
                  <a:lnTo>
                    <a:pt x="193196" y="22940"/>
                  </a:lnTo>
                  <a:lnTo>
                    <a:pt x="169528" y="31213"/>
                  </a:lnTo>
                  <a:lnTo>
                    <a:pt x="165508" y="32833"/>
                  </a:lnTo>
                  <a:lnTo>
                    <a:pt x="145861" y="41108"/>
                  </a:lnTo>
                  <a:lnTo>
                    <a:pt x="131654" y="48015"/>
                  </a:lnTo>
                  <a:lnTo>
                    <a:pt x="122194" y="52946"/>
                  </a:lnTo>
                  <a:lnTo>
                    <a:pt x="104680" y="63197"/>
                  </a:lnTo>
                  <a:lnTo>
                    <a:pt x="98526" y="67143"/>
                  </a:lnTo>
                  <a:lnTo>
                    <a:pt x="82543" y="78379"/>
                  </a:lnTo>
                  <a:lnTo>
                    <a:pt x="74859" y="84451"/>
                  </a:lnTo>
                  <a:lnTo>
                    <a:pt x="64092" y="93560"/>
                  </a:lnTo>
                  <a:lnTo>
                    <a:pt x="51191" y="106159"/>
                  </a:lnTo>
                  <a:lnTo>
                    <a:pt x="48667" y="108743"/>
                  </a:lnTo>
                  <a:lnTo>
                    <a:pt x="35767" y="123925"/>
                  </a:lnTo>
                  <a:lnTo>
                    <a:pt x="27513" y="135687"/>
                  </a:lnTo>
                  <a:lnTo>
                    <a:pt x="25167" y="139107"/>
                  </a:lnTo>
                  <a:lnTo>
                    <a:pt x="16511" y="154289"/>
                  </a:lnTo>
                  <a:lnTo>
                    <a:pt x="9821" y="169472"/>
                  </a:lnTo>
                  <a:lnTo>
                    <a:pt x="4929" y="184654"/>
                  </a:lnTo>
                  <a:lnTo>
                    <a:pt x="3849" y="189725"/>
                  </a:lnTo>
                  <a:lnTo>
                    <a:pt x="1645" y="199836"/>
                  </a:lnTo>
                  <a:lnTo>
                    <a:pt x="0" y="215018"/>
                  </a:lnTo>
                  <a:lnTo>
                    <a:pt x="0" y="230199"/>
                  </a:lnTo>
                  <a:lnTo>
                    <a:pt x="1645" y="245381"/>
                  </a:lnTo>
                  <a:lnTo>
                    <a:pt x="3849" y="255493"/>
                  </a:lnTo>
                  <a:lnTo>
                    <a:pt x="4929" y="260564"/>
                  </a:lnTo>
                  <a:lnTo>
                    <a:pt x="9821" y="275746"/>
                  </a:lnTo>
                  <a:lnTo>
                    <a:pt x="16511" y="290928"/>
                  </a:lnTo>
                  <a:lnTo>
                    <a:pt x="25167" y="306110"/>
                  </a:lnTo>
                  <a:lnTo>
                    <a:pt x="27513" y="309530"/>
                  </a:lnTo>
                  <a:lnTo>
                    <a:pt x="35767" y="321292"/>
                  </a:lnTo>
                  <a:lnTo>
                    <a:pt x="48667" y="336475"/>
                  </a:lnTo>
                  <a:lnTo>
                    <a:pt x="51191" y="339058"/>
                  </a:lnTo>
                  <a:lnTo>
                    <a:pt x="64092" y="351657"/>
                  </a:lnTo>
                  <a:lnTo>
                    <a:pt x="74859" y="360766"/>
                  </a:lnTo>
                  <a:lnTo>
                    <a:pt x="82543" y="366838"/>
                  </a:lnTo>
                  <a:lnTo>
                    <a:pt x="98526" y="378073"/>
                  </a:lnTo>
                  <a:lnTo>
                    <a:pt x="104680" y="382020"/>
                  </a:lnTo>
                  <a:lnTo>
                    <a:pt x="122194" y="392271"/>
                  </a:lnTo>
                  <a:lnTo>
                    <a:pt x="131654" y="39720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2994D09-8142-4AFF-76F1-EA4EC04893DB}"/>
                </a:ext>
              </a:extLst>
            </p:cNvPr>
            <p:cNvSpPr/>
            <p:nvPr/>
          </p:nvSpPr>
          <p:spPr>
            <a:xfrm>
              <a:off x="4526262" y="3417098"/>
              <a:ext cx="608661" cy="390416"/>
            </a:xfrm>
            <a:custGeom>
              <a:avLst/>
              <a:gdLst>
                <a:gd name="csX0" fmla="*/ 103147 w 608661"/>
                <a:gd name="csY0" fmla="*/ 341803 h 390416"/>
                <a:gd name="csX1" fmla="*/ 99070 w 608661"/>
                <a:gd name="csY1" fmla="*/ 339438 h 390416"/>
                <a:gd name="csX2" fmla="*/ 79479 w 608661"/>
                <a:gd name="csY2" fmla="*/ 326875 h 390416"/>
                <a:gd name="csX3" fmla="*/ 75794 w 608661"/>
                <a:gd name="csY3" fmla="*/ 324257 h 390416"/>
                <a:gd name="csX4" fmla="*/ 56929 w 608661"/>
                <a:gd name="csY4" fmla="*/ 309074 h 390416"/>
                <a:gd name="csX5" fmla="*/ 55812 w 608661"/>
                <a:gd name="csY5" fmla="*/ 308037 h 390416"/>
                <a:gd name="csX6" fmla="*/ 41571 w 608661"/>
                <a:gd name="csY6" fmla="*/ 293892 h 390416"/>
                <a:gd name="csX7" fmla="*/ 32145 w 608661"/>
                <a:gd name="csY7" fmla="*/ 282595 h 390416"/>
                <a:gd name="csX8" fmla="*/ 29051 w 608661"/>
                <a:gd name="csY8" fmla="*/ 278710 h 390416"/>
                <a:gd name="csX9" fmla="*/ 19043 w 608661"/>
                <a:gd name="csY9" fmla="*/ 263528 h 390416"/>
                <a:gd name="csX10" fmla="*/ 11303 w 608661"/>
                <a:gd name="csY10" fmla="*/ 248346 h 390416"/>
                <a:gd name="csX11" fmla="*/ 8477 w 608661"/>
                <a:gd name="csY11" fmla="*/ 240848 h 390416"/>
                <a:gd name="csX12" fmla="*/ 5607 w 608661"/>
                <a:gd name="csY12" fmla="*/ 233163 h 390416"/>
                <a:gd name="csX13" fmla="*/ 1854 w 608661"/>
                <a:gd name="csY13" fmla="*/ 217981 h 390416"/>
                <a:gd name="csX14" fmla="*/ 0 w 608661"/>
                <a:gd name="csY14" fmla="*/ 202799 h 390416"/>
                <a:gd name="csX15" fmla="*/ 0 w 608661"/>
                <a:gd name="csY15" fmla="*/ 187618 h 390416"/>
                <a:gd name="csX16" fmla="*/ 1854 w 608661"/>
                <a:gd name="csY16" fmla="*/ 172436 h 390416"/>
                <a:gd name="csX17" fmla="*/ 5607 w 608661"/>
                <a:gd name="csY17" fmla="*/ 157254 h 390416"/>
                <a:gd name="csX18" fmla="*/ 8477 w 608661"/>
                <a:gd name="csY18" fmla="*/ 149568 h 390416"/>
                <a:gd name="csX19" fmla="*/ 11303 w 608661"/>
                <a:gd name="csY19" fmla="*/ 142071 h 390416"/>
                <a:gd name="csX20" fmla="*/ 19043 w 608661"/>
                <a:gd name="csY20" fmla="*/ 126889 h 390416"/>
                <a:gd name="csX21" fmla="*/ 29051 w 608661"/>
                <a:gd name="csY21" fmla="*/ 111707 h 390416"/>
                <a:gd name="csX22" fmla="*/ 32145 w 608661"/>
                <a:gd name="csY22" fmla="*/ 107822 h 390416"/>
                <a:gd name="csX23" fmla="*/ 41571 w 608661"/>
                <a:gd name="csY23" fmla="*/ 96525 h 390416"/>
                <a:gd name="csX24" fmla="*/ 55812 w 608661"/>
                <a:gd name="csY24" fmla="*/ 82380 h 390416"/>
                <a:gd name="csX25" fmla="*/ 56929 w 608661"/>
                <a:gd name="csY25" fmla="*/ 81343 h 390416"/>
                <a:gd name="csX26" fmla="*/ 75794 w 608661"/>
                <a:gd name="csY26" fmla="*/ 66160 h 390416"/>
                <a:gd name="csX27" fmla="*/ 79479 w 608661"/>
                <a:gd name="csY27" fmla="*/ 63542 h 390416"/>
                <a:gd name="csX28" fmla="*/ 99070 w 608661"/>
                <a:gd name="csY28" fmla="*/ 50979 h 390416"/>
                <a:gd name="csX29" fmla="*/ 103147 w 608661"/>
                <a:gd name="csY29" fmla="*/ 48614 h 390416"/>
                <a:gd name="csX30" fmla="*/ 126814 w 608661"/>
                <a:gd name="csY30" fmla="*/ 36514 h 390416"/>
                <a:gd name="csX31" fmla="*/ 128434 w 608661"/>
                <a:gd name="csY31" fmla="*/ 35797 h 390416"/>
                <a:gd name="csX32" fmla="*/ 150482 w 608661"/>
                <a:gd name="csY32" fmla="*/ 26664 h 390416"/>
                <a:gd name="csX33" fmla="*/ 168095 w 608661"/>
                <a:gd name="csY33" fmla="*/ 20615 h 390416"/>
                <a:gd name="csX34" fmla="*/ 174149 w 608661"/>
                <a:gd name="csY34" fmla="*/ 18629 h 390416"/>
                <a:gd name="csX35" fmla="*/ 197828 w 608661"/>
                <a:gd name="csY35" fmla="*/ 12212 h 390416"/>
                <a:gd name="csX36" fmla="*/ 221495 w 608661"/>
                <a:gd name="csY36" fmla="*/ 7245 h 390416"/>
                <a:gd name="csX37" fmla="*/ 233178 w 608661"/>
                <a:gd name="csY37" fmla="*/ 5433 h 390416"/>
                <a:gd name="csX38" fmla="*/ 245162 w 608661"/>
                <a:gd name="csY38" fmla="*/ 3593 h 390416"/>
                <a:gd name="csX39" fmla="*/ 268830 w 608661"/>
                <a:gd name="csY39" fmla="*/ 1190 h 390416"/>
                <a:gd name="csX40" fmla="*/ 292497 w 608661"/>
                <a:gd name="csY40" fmla="*/ 0 h 390416"/>
                <a:gd name="csX41" fmla="*/ 316165 w 608661"/>
                <a:gd name="csY41" fmla="*/ 0 h 390416"/>
                <a:gd name="csX42" fmla="*/ 339832 w 608661"/>
                <a:gd name="csY42" fmla="*/ 1190 h 390416"/>
                <a:gd name="csX43" fmla="*/ 363499 w 608661"/>
                <a:gd name="csY43" fmla="*/ 3593 h 390416"/>
                <a:gd name="csX44" fmla="*/ 375484 w 608661"/>
                <a:gd name="csY44" fmla="*/ 5433 h 390416"/>
                <a:gd name="csX45" fmla="*/ 387178 w 608661"/>
                <a:gd name="csY45" fmla="*/ 7245 h 390416"/>
                <a:gd name="csX46" fmla="*/ 410845 w 608661"/>
                <a:gd name="csY46" fmla="*/ 12212 h 390416"/>
                <a:gd name="csX47" fmla="*/ 434513 w 608661"/>
                <a:gd name="csY47" fmla="*/ 18629 h 390416"/>
                <a:gd name="csX48" fmla="*/ 440566 w 608661"/>
                <a:gd name="csY48" fmla="*/ 20615 h 390416"/>
                <a:gd name="csX49" fmla="*/ 458180 w 608661"/>
                <a:gd name="csY49" fmla="*/ 26664 h 390416"/>
                <a:gd name="csX50" fmla="*/ 480228 w 608661"/>
                <a:gd name="csY50" fmla="*/ 35797 h 390416"/>
                <a:gd name="csX51" fmla="*/ 481847 w 608661"/>
                <a:gd name="csY51" fmla="*/ 36514 h 390416"/>
                <a:gd name="csX52" fmla="*/ 505515 w 608661"/>
                <a:gd name="csY52" fmla="*/ 48614 h 390416"/>
                <a:gd name="csX53" fmla="*/ 509603 w 608661"/>
                <a:gd name="csY53" fmla="*/ 50979 h 390416"/>
                <a:gd name="csX54" fmla="*/ 529182 w 608661"/>
                <a:gd name="csY54" fmla="*/ 63542 h 390416"/>
                <a:gd name="csX55" fmla="*/ 532868 w 608661"/>
                <a:gd name="csY55" fmla="*/ 66160 h 390416"/>
                <a:gd name="csX56" fmla="*/ 551733 w 608661"/>
                <a:gd name="csY56" fmla="*/ 81343 h 390416"/>
                <a:gd name="csX57" fmla="*/ 552861 w 608661"/>
                <a:gd name="csY57" fmla="*/ 82380 h 390416"/>
                <a:gd name="csX58" fmla="*/ 567090 w 608661"/>
                <a:gd name="csY58" fmla="*/ 96525 h 390416"/>
                <a:gd name="csX59" fmla="*/ 576528 w 608661"/>
                <a:gd name="csY59" fmla="*/ 107822 h 390416"/>
                <a:gd name="csX60" fmla="*/ 579622 w 608661"/>
                <a:gd name="csY60" fmla="*/ 111707 h 390416"/>
                <a:gd name="csX61" fmla="*/ 589618 w 608661"/>
                <a:gd name="csY61" fmla="*/ 126889 h 390416"/>
                <a:gd name="csX62" fmla="*/ 597370 w 608661"/>
                <a:gd name="csY62" fmla="*/ 142071 h 390416"/>
                <a:gd name="csX63" fmla="*/ 600196 w 608661"/>
                <a:gd name="csY63" fmla="*/ 149568 h 390416"/>
                <a:gd name="csX64" fmla="*/ 603055 w 608661"/>
                <a:gd name="csY64" fmla="*/ 157254 h 390416"/>
                <a:gd name="csX65" fmla="*/ 606808 w 608661"/>
                <a:gd name="csY65" fmla="*/ 172436 h 390416"/>
                <a:gd name="csX66" fmla="*/ 608662 w 608661"/>
                <a:gd name="csY66" fmla="*/ 187618 h 390416"/>
                <a:gd name="csX67" fmla="*/ 608662 w 608661"/>
                <a:gd name="csY67" fmla="*/ 202799 h 390416"/>
                <a:gd name="csX68" fmla="*/ 606808 w 608661"/>
                <a:gd name="csY68" fmla="*/ 217981 h 390416"/>
                <a:gd name="csX69" fmla="*/ 603055 w 608661"/>
                <a:gd name="csY69" fmla="*/ 233163 h 390416"/>
                <a:gd name="csX70" fmla="*/ 600196 w 608661"/>
                <a:gd name="csY70" fmla="*/ 240848 h 390416"/>
                <a:gd name="csX71" fmla="*/ 597370 w 608661"/>
                <a:gd name="csY71" fmla="*/ 248346 h 390416"/>
                <a:gd name="csX72" fmla="*/ 589618 w 608661"/>
                <a:gd name="csY72" fmla="*/ 263528 h 390416"/>
                <a:gd name="csX73" fmla="*/ 579622 w 608661"/>
                <a:gd name="csY73" fmla="*/ 278710 h 390416"/>
                <a:gd name="csX74" fmla="*/ 576528 w 608661"/>
                <a:gd name="csY74" fmla="*/ 282595 h 390416"/>
                <a:gd name="csX75" fmla="*/ 567090 w 608661"/>
                <a:gd name="csY75" fmla="*/ 293892 h 390416"/>
                <a:gd name="csX76" fmla="*/ 552861 w 608661"/>
                <a:gd name="csY76" fmla="*/ 308037 h 390416"/>
                <a:gd name="csX77" fmla="*/ 551733 w 608661"/>
                <a:gd name="csY77" fmla="*/ 309074 h 390416"/>
                <a:gd name="csX78" fmla="*/ 532868 w 608661"/>
                <a:gd name="csY78" fmla="*/ 324257 h 390416"/>
                <a:gd name="csX79" fmla="*/ 529182 w 608661"/>
                <a:gd name="csY79" fmla="*/ 326875 h 390416"/>
                <a:gd name="csX80" fmla="*/ 509603 w 608661"/>
                <a:gd name="csY80" fmla="*/ 339438 h 390416"/>
                <a:gd name="csX81" fmla="*/ 505515 w 608661"/>
                <a:gd name="csY81" fmla="*/ 341803 h 390416"/>
                <a:gd name="csX82" fmla="*/ 481847 w 608661"/>
                <a:gd name="csY82" fmla="*/ 353903 h 390416"/>
                <a:gd name="csX83" fmla="*/ 480228 w 608661"/>
                <a:gd name="csY83" fmla="*/ 354620 h 390416"/>
                <a:gd name="csX84" fmla="*/ 458180 w 608661"/>
                <a:gd name="csY84" fmla="*/ 363753 h 390416"/>
                <a:gd name="csX85" fmla="*/ 440566 w 608661"/>
                <a:gd name="csY85" fmla="*/ 369802 h 390416"/>
                <a:gd name="csX86" fmla="*/ 434513 w 608661"/>
                <a:gd name="csY86" fmla="*/ 371788 h 390416"/>
                <a:gd name="csX87" fmla="*/ 410845 w 608661"/>
                <a:gd name="csY87" fmla="*/ 378205 h 390416"/>
                <a:gd name="csX88" fmla="*/ 387178 w 608661"/>
                <a:gd name="csY88" fmla="*/ 383172 h 390416"/>
                <a:gd name="csX89" fmla="*/ 375484 w 608661"/>
                <a:gd name="csY89" fmla="*/ 384984 h 390416"/>
                <a:gd name="csX90" fmla="*/ 363499 w 608661"/>
                <a:gd name="csY90" fmla="*/ 386824 h 390416"/>
                <a:gd name="csX91" fmla="*/ 339832 w 608661"/>
                <a:gd name="csY91" fmla="*/ 389227 h 390416"/>
                <a:gd name="csX92" fmla="*/ 316165 w 608661"/>
                <a:gd name="csY92" fmla="*/ 390417 h 390416"/>
                <a:gd name="csX93" fmla="*/ 292497 w 608661"/>
                <a:gd name="csY93" fmla="*/ 390417 h 390416"/>
                <a:gd name="csX94" fmla="*/ 268830 w 608661"/>
                <a:gd name="csY94" fmla="*/ 389227 h 390416"/>
                <a:gd name="csX95" fmla="*/ 245162 w 608661"/>
                <a:gd name="csY95" fmla="*/ 386824 h 390416"/>
                <a:gd name="csX96" fmla="*/ 233178 w 608661"/>
                <a:gd name="csY96" fmla="*/ 384984 h 390416"/>
                <a:gd name="csX97" fmla="*/ 221495 w 608661"/>
                <a:gd name="csY97" fmla="*/ 383172 h 390416"/>
                <a:gd name="csX98" fmla="*/ 197828 w 608661"/>
                <a:gd name="csY98" fmla="*/ 378205 h 390416"/>
                <a:gd name="csX99" fmla="*/ 174149 w 608661"/>
                <a:gd name="csY99" fmla="*/ 371788 h 390416"/>
                <a:gd name="csX100" fmla="*/ 168095 w 608661"/>
                <a:gd name="csY100" fmla="*/ 369802 h 390416"/>
                <a:gd name="csX101" fmla="*/ 150482 w 608661"/>
                <a:gd name="csY101" fmla="*/ 363753 h 390416"/>
                <a:gd name="csX102" fmla="*/ 128434 w 608661"/>
                <a:gd name="csY102" fmla="*/ 354620 h 390416"/>
                <a:gd name="csX103" fmla="*/ 126814 w 608661"/>
                <a:gd name="csY103" fmla="*/ 353903 h 390416"/>
                <a:gd name="csX104" fmla="*/ 103147 w 608661"/>
                <a:gd name="csY104" fmla="*/ 341803 h 390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08661" h="390416">
                  <a:moveTo>
                    <a:pt x="103147" y="341803"/>
                  </a:moveTo>
                  <a:lnTo>
                    <a:pt x="99070" y="339438"/>
                  </a:lnTo>
                  <a:lnTo>
                    <a:pt x="79479" y="326875"/>
                  </a:lnTo>
                  <a:lnTo>
                    <a:pt x="75794" y="324257"/>
                  </a:lnTo>
                  <a:lnTo>
                    <a:pt x="56929" y="309074"/>
                  </a:lnTo>
                  <a:lnTo>
                    <a:pt x="55812" y="308037"/>
                  </a:lnTo>
                  <a:lnTo>
                    <a:pt x="41571" y="293892"/>
                  </a:lnTo>
                  <a:lnTo>
                    <a:pt x="32145" y="282595"/>
                  </a:lnTo>
                  <a:lnTo>
                    <a:pt x="29051" y="278710"/>
                  </a:lnTo>
                  <a:lnTo>
                    <a:pt x="19043" y="263528"/>
                  </a:lnTo>
                  <a:lnTo>
                    <a:pt x="11303" y="248346"/>
                  </a:lnTo>
                  <a:lnTo>
                    <a:pt x="8477" y="240848"/>
                  </a:lnTo>
                  <a:lnTo>
                    <a:pt x="5607" y="233163"/>
                  </a:lnTo>
                  <a:lnTo>
                    <a:pt x="1854" y="217981"/>
                  </a:lnTo>
                  <a:lnTo>
                    <a:pt x="0" y="202799"/>
                  </a:lnTo>
                  <a:lnTo>
                    <a:pt x="0" y="187618"/>
                  </a:lnTo>
                  <a:lnTo>
                    <a:pt x="1854" y="172436"/>
                  </a:lnTo>
                  <a:lnTo>
                    <a:pt x="5607" y="157254"/>
                  </a:lnTo>
                  <a:lnTo>
                    <a:pt x="8477" y="149568"/>
                  </a:lnTo>
                  <a:lnTo>
                    <a:pt x="11303" y="142071"/>
                  </a:lnTo>
                  <a:lnTo>
                    <a:pt x="19043" y="126889"/>
                  </a:lnTo>
                  <a:lnTo>
                    <a:pt x="29051" y="111707"/>
                  </a:lnTo>
                  <a:lnTo>
                    <a:pt x="32145" y="107822"/>
                  </a:lnTo>
                  <a:lnTo>
                    <a:pt x="41571" y="96525"/>
                  </a:lnTo>
                  <a:lnTo>
                    <a:pt x="55812" y="82380"/>
                  </a:lnTo>
                  <a:lnTo>
                    <a:pt x="56929" y="81343"/>
                  </a:lnTo>
                  <a:lnTo>
                    <a:pt x="75794" y="66160"/>
                  </a:lnTo>
                  <a:lnTo>
                    <a:pt x="79479" y="63542"/>
                  </a:lnTo>
                  <a:lnTo>
                    <a:pt x="99070" y="50979"/>
                  </a:lnTo>
                  <a:lnTo>
                    <a:pt x="103147" y="48614"/>
                  </a:lnTo>
                  <a:lnTo>
                    <a:pt x="126814" y="36514"/>
                  </a:lnTo>
                  <a:lnTo>
                    <a:pt x="128434" y="35797"/>
                  </a:lnTo>
                  <a:lnTo>
                    <a:pt x="150482" y="26664"/>
                  </a:lnTo>
                  <a:lnTo>
                    <a:pt x="168095" y="20615"/>
                  </a:lnTo>
                  <a:lnTo>
                    <a:pt x="174149" y="18629"/>
                  </a:lnTo>
                  <a:lnTo>
                    <a:pt x="197828" y="12212"/>
                  </a:lnTo>
                  <a:lnTo>
                    <a:pt x="221495" y="7245"/>
                  </a:lnTo>
                  <a:lnTo>
                    <a:pt x="233178" y="5433"/>
                  </a:lnTo>
                  <a:lnTo>
                    <a:pt x="245162" y="3593"/>
                  </a:lnTo>
                  <a:lnTo>
                    <a:pt x="268830" y="1190"/>
                  </a:lnTo>
                  <a:lnTo>
                    <a:pt x="292497" y="0"/>
                  </a:lnTo>
                  <a:lnTo>
                    <a:pt x="316165" y="0"/>
                  </a:lnTo>
                  <a:lnTo>
                    <a:pt x="339832" y="1190"/>
                  </a:lnTo>
                  <a:lnTo>
                    <a:pt x="363499" y="3593"/>
                  </a:lnTo>
                  <a:lnTo>
                    <a:pt x="375484" y="5433"/>
                  </a:lnTo>
                  <a:lnTo>
                    <a:pt x="387178" y="7245"/>
                  </a:lnTo>
                  <a:lnTo>
                    <a:pt x="410845" y="12212"/>
                  </a:lnTo>
                  <a:lnTo>
                    <a:pt x="434513" y="18629"/>
                  </a:lnTo>
                  <a:lnTo>
                    <a:pt x="440566" y="20615"/>
                  </a:lnTo>
                  <a:lnTo>
                    <a:pt x="458180" y="26664"/>
                  </a:lnTo>
                  <a:lnTo>
                    <a:pt x="480228" y="35797"/>
                  </a:lnTo>
                  <a:lnTo>
                    <a:pt x="481847" y="36514"/>
                  </a:lnTo>
                  <a:lnTo>
                    <a:pt x="505515" y="48614"/>
                  </a:lnTo>
                  <a:lnTo>
                    <a:pt x="509603" y="50979"/>
                  </a:lnTo>
                  <a:lnTo>
                    <a:pt x="529182" y="63542"/>
                  </a:lnTo>
                  <a:lnTo>
                    <a:pt x="532868" y="66160"/>
                  </a:lnTo>
                  <a:lnTo>
                    <a:pt x="551733" y="81343"/>
                  </a:lnTo>
                  <a:lnTo>
                    <a:pt x="552861" y="82380"/>
                  </a:lnTo>
                  <a:lnTo>
                    <a:pt x="567090" y="96525"/>
                  </a:lnTo>
                  <a:lnTo>
                    <a:pt x="576528" y="107822"/>
                  </a:lnTo>
                  <a:lnTo>
                    <a:pt x="579622" y="111707"/>
                  </a:lnTo>
                  <a:lnTo>
                    <a:pt x="589618" y="126889"/>
                  </a:lnTo>
                  <a:lnTo>
                    <a:pt x="597370" y="142071"/>
                  </a:lnTo>
                  <a:lnTo>
                    <a:pt x="600196" y="149568"/>
                  </a:lnTo>
                  <a:lnTo>
                    <a:pt x="603055" y="157254"/>
                  </a:lnTo>
                  <a:lnTo>
                    <a:pt x="606808" y="172436"/>
                  </a:lnTo>
                  <a:lnTo>
                    <a:pt x="608662" y="187618"/>
                  </a:lnTo>
                  <a:lnTo>
                    <a:pt x="608662" y="202799"/>
                  </a:lnTo>
                  <a:lnTo>
                    <a:pt x="606808" y="217981"/>
                  </a:lnTo>
                  <a:lnTo>
                    <a:pt x="603055" y="233163"/>
                  </a:lnTo>
                  <a:lnTo>
                    <a:pt x="600196" y="240848"/>
                  </a:lnTo>
                  <a:lnTo>
                    <a:pt x="597370" y="248346"/>
                  </a:lnTo>
                  <a:lnTo>
                    <a:pt x="589618" y="263528"/>
                  </a:lnTo>
                  <a:lnTo>
                    <a:pt x="579622" y="278710"/>
                  </a:lnTo>
                  <a:lnTo>
                    <a:pt x="576528" y="282595"/>
                  </a:lnTo>
                  <a:lnTo>
                    <a:pt x="567090" y="293892"/>
                  </a:lnTo>
                  <a:lnTo>
                    <a:pt x="552861" y="308037"/>
                  </a:lnTo>
                  <a:lnTo>
                    <a:pt x="551733" y="309074"/>
                  </a:lnTo>
                  <a:lnTo>
                    <a:pt x="532868" y="324257"/>
                  </a:lnTo>
                  <a:lnTo>
                    <a:pt x="529182" y="326875"/>
                  </a:lnTo>
                  <a:lnTo>
                    <a:pt x="509603" y="339438"/>
                  </a:lnTo>
                  <a:lnTo>
                    <a:pt x="505515" y="341803"/>
                  </a:lnTo>
                  <a:lnTo>
                    <a:pt x="481847" y="353903"/>
                  </a:lnTo>
                  <a:lnTo>
                    <a:pt x="480228" y="354620"/>
                  </a:lnTo>
                  <a:lnTo>
                    <a:pt x="458180" y="363753"/>
                  </a:lnTo>
                  <a:lnTo>
                    <a:pt x="440566" y="369802"/>
                  </a:lnTo>
                  <a:lnTo>
                    <a:pt x="434513" y="371788"/>
                  </a:lnTo>
                  <a:lnTo>
                    <a:pt x="410845" y="378205"/>
                  </a:lnTo>
                  <a:lnTo>
                    <a:pt x="387178" y="383172"/>
                  </a:lnTo>
                  <a:lnTo>
                    <a:pt x="375484" y="384984"/>
                  </a:lnTo>
                  <a:lnTo>
                    <a:pt x="363499" y="386824"/>
                  </a:lnTo>
                  <a:lnTo>
                    <a:pt x="339832" y="389227"/>
                  </a:lnTo>
                  <a:lnTo>
                    <a:pt x="316165" y="390417"/>
                  </a:lnTo>
                  <a:lnTo>
                    <a:pt x="292497" y="390417"/>
                  </a:lnTo>
                  <a:lnTo>
                    <a:pt x="268830" y="389227"/>
                  </a:lnTo>
                  <a:lnTo>
                    <a:pt x="245162" y="386824"/>
                  </a:lnTo>
                  <a:lnTo>
                    <a:pt x="233178" y="384984"/>
                  </a:lnTo>
                  <a:lnTo>
                    <a:pt x="221495" y="383172"/>
                  </a:lnTo>
                  <a:lnTo>
                    <a:pt x="197828" y="378205"/>
                  </a:lnTo>
                  <a:lnTo>
                    <a:pt x="174149" y="371788"/>
                  </a:lnTo>
                  <a:lnTo>
                    <a:pt x="168095" y="369802"/>
                  </a:lnTo>
                  <a:lnTo>
                    <a:pt x="150482" y="363753"/>
                  </a:lnTo>
                  <a:lnTo>
                    <a:pt x="128434" y="354620"/>
                  </a:lnTo>
                  <a:lnTo>
                    <a:pt x="126814" y="353903"/>
                  </a:lnTo>
                  <a:lnTo>
                    <a:pt x="103147" y="34180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C8BA7D91-79E6-75ED-9219-715C8099E444}"/>
                </a:ext>
              </a:extLst>
            </p:cNvPr>
            <p:cNvSpPr/>
            <p:nvPr/>
          </p:nvSpPr>
          <p:spPr>
            <a:xfrm>
              <a:off x="4567800" y="3443740"/>
              <a:ext cx="525585" cy="337133"/>
            </a:xfrm>
            <a:custGeom>
              <a:avLst/>
              <a:gdLst>
                <a:gd name="csX0" fmla="*/ 126490 w 525585"/>
                <a:gd name="csY0" fmla="*/ 312796 h 337133"/>
                <a:gd name="csX1" fmla="*/ 132611 w 525585"/>
                <a:gd name="csY1" fmla="*/ 315186 h 337133"/>
                <a:gd name="csX2" fmla="*/ 156290 w 525585"/>
                <a:gd name="csY2" fmla="*/ 322831 h 337133"/>
                <a:gd name="csX3" fmla="*/ 176796 w 525585"/>
                <a:gd name="csY3" fmla="*/ 327978 h 337133"/>
                <a:gd name="csX4" fmla="*/ 179957 w 525585"/>
                <a:gd name="csY4" fmla="*/ 328733 h 337133"/>
                <a:gd name="csX5" fmla="*/ 203625 w 525585"/>
                <a:gd name="csY5" fmla="*/ 332980 h 337133"/>
                <a:gd name="csX6" fmla="*/ 227292 w 525585"/>
                <a:gd name="csY6" fmla="*/ 335760 h 337133"/>
                <a:gd name="csX7" fmla="*/ 250959 w 525585"/>
                <a:gd name="csY7" fmla="*/ 337134 h 337133"/>
                <a:gd name="csX8" fmla="*/ 274627 w 525585"/>
                <a:gd name="csY8" fmla="*/ 337134 h 337133"/>
                <a:gd name="csX9" fmla="*/ 298294 w 525585"/>
                <a:gd name="csY9" fmla="*/ 335760 h 337133"/>
                <a:gd name="csX10" fmla="*/ 321961 w 525585"/>
                <a:gd name="csY10" fmla="*/ 332980 h 337133"/>
                <a:gd name="csX11" fmla="*/ 345640 w 525585"/>
                <a:gd name="csY11" fmla="*/ 328733 h 337133"/>
                <a:gd name="csX12" fmla="*/ 348790 w 525585"/>
                <a:gd name="csY12" fmla="*/ 327978 h 337133"/>
                <a:gd name="csX13" fmla="*/ 369307 w 525585"/>
                <a:gd name="csY13" fmla="*/ 322831 h 337133"/>
                <a:gd name="csX14" fmla="*/ 392975 w 525585"/>
                <a:gd name="csY14" fmla="*/ 315186 h 337133"/>
                <a:gd name="csX15" fmla="*/ 399095 w 525585"/>
                <a:gd name="csY15" fmla="*/ 312796 h 337133"/>
                <a:gd name="csX16" fmla="*/ 416642 w 525585"/>
                <a:gd name="csY16" fmla="*/ 305375 h 337133"/>
                <a:gd name="csX17" fmla="*/ 432089 w 525585"/>
                <a:gd name="csY17" fmla="*/ 297615 h 337133"/>
                <a:gd name="csX18" fmla="*/ 440310 w 525585"/>
                <a:gd name="csY18" fmla="*/ 293015 h 337133"/>
                <a:gd name="csX19" fmla="*/ 456806 w 525585"/>
                <a:gd name="csY19" fmla="*/ 282433 h 337133"/>
                <a:gd name="csX20" fmla="*/ 463977 w 525585"/>
                <a:gd name="csY20" fmla="*/ 277156 h 337133"/>
                <a:gd name="csX21" fmla="*/ 476084 w 525585"/>
                <a:gd name="csY21" fmla="*/ 267251 h 337133"/>
                <a:gd name="csX22" fmla="*/ 487644 w 525585"/>
                <a:gd name="csY22" fmla="*/ 255994 h 337133"/>
                <a:gd name="csX23" fmla="*/ 491375 w 525585"/>
                <a:gd name="csY23" fmla="*/ 252068 h 337133"/>
                <a:gd name="csX24" fmla="*/ 503292 w 525585"/>
                <a:gd name="csY24" fmla="*/ 236886 h 337133"/>
                <a:gd name="csX25" fmla="*/ 511323 w 525585"/>
                <a:gd name="csY25" fmla="*/ 223728 h 337133"/>
                <a:gd name="csX26" fmla="*/ 512496 w 525585"/>
                <a:gd name="csY26" fmla="*/ 221704 h 337133"/>
                <a:gd name="csX27" fmla="*/ 519119 w 525585"/>
                <a:gd name="csY27" fmla="*/ 206522 h 337133"/>
                <a:gd name="csX28" fmla="*/ 523453 w 525585"/>
                <a:gd name="csY28" fmla="*/ 191340 h 337133"/>
                <a:gd name="csX29" fmla="*/ 525586 w 525585"/>
                <a:gd name="csY29" fmla="*/ 176157 h 337133"/>
                <a:gd name="csX30" fmla="*/ 525586 w 525585"/>
                <a:gd name="csY30" fmla="*/ 160976 h 337133"/>
                <a:gd name="csX31" fmla="*/ 523453 w 525585"/>
                <a:gd name="csY31" fmla="*/ 145794 h 337133"/>
                <a:gd name="csX32" fmla="*/ 519119 w 525585"/>
                <a:gd name="csY32" fmla="*/ 130612 h 337133"/>
                <a:gd name="csX33" fmla="*/ 512496 w 525585"/>
                <a:gd name="csY33" fmla="*/ 115430 h 337133"/>
                <a:gd name="csX34" fmla="*/ 511323 w 525585"/>
                <a:gd name="csY34" fmla="*/ 113406 h 337133"/>
                <a:gd name="csX35" fmla="*/ 503292 w 525585"/>
                <a:gd name="csY35" fmla="*/ 100247 h 337133"/>
                <a:gd name="csX36" fmla="*/ 491375 w 525585"/>
                <a:gd name="csY36" fmla="*/ 85065 h 337133"/>
                <a:gd name="csX37" fmla="*/ 487644 w 525585"/>
                <a:gd name="csY37" fmla="*/ 81139 h 337133"/>
                <a:gd name="csX38" fmla="*/ 476084 w 525585"/>
                <a:gd name="csY38" fmla="*/ 69883 h 337133"/>
                <a:gd name="csX39" fmla="*/ 463977 w 525585"/>
                <a:gd name="csY39" fmla="*/ 59977 h 337133"/>
                <a:gd name="csX40" fmla="*/ 456806 w 525585"/>
                <a:gd name="csY40" fmla="*/ 54701 h 337133"/>
                <a:gd name="csX41" fmla="*/ 440310 w 525585"/>
                <a:gd name="csY41" fmla="*/ 44118 h 337133"/>
                <a:gd name="csX42" fmla="*/ 432089 w 525585"/>
                <a:gd name="csY42" fmla="*/ 39519 h 337133"/>
                <a:gd name="csX43" fmla="*/ 416642 w 525585"/>
                <a:gd name="csY43" fmla="*/ 31758 h 337133"/>
                <a:gd name="csX44" fmla="*/ 399095 w 525585"/>
                <a:gd name="csY44" fmla="*/ 24338 h 337133"/>
                <a:gd name="csX45" fmla="*/ 392975 w 525585"/>
                <a:gd name="csY45" fmla="*/ 21947 h 337133"/>
                <a:gd name="csX46" fmla="*/ 369307 w 525585"/>
                <a:gd name="csY46" fmla="*/ 14302 h 337133"/>
                <a:gd name="csX47" fmla="*/ 348790 w 525585"/>
                <a:gd name="csY47" fmla="*/ 9155 h 337133"/>
                <a:gd name="csX48" fmla="*/ 345640 w 525585"/>
                <a:gd name="csY48" fmla="*/ 8400 h 337133"/>
                <a:gd name="csX49" fmla="*/ 321961 w 525585"/>
                <a:gd name="csY49" fmla="*/ 4154 h 337133"/>
                <a:gd name="csX50" fmla="*/ 298294 w 525585"/>
                <a:gd name="csY50" fmla="*/ 1374 h 337133"/>
                <a:gd name="csX51" fmla="*/ 274627 w 525585"/>
                <a:gd name="csY51" fmla="*/ 0 h 337133"/>
                <a:gd name="csX52" fmla="*/ 250959 w 525585"/>
                <a:gd name="csY52" fmla="*/ 0 h 337133"/>
                <a:gd name="csX53" fmla="*/ 227292 w 525585"/>
                <a:gd name="csY53" fmla="*/ 1374 h 337133"/>
                <a:gd name="csX54" fmla="*/ 203625 w 525585"/>
                <a:gd name="csY54" fmla="*/ 4154 h 337133"/>
                <a:gd name="csX55" fmla="*/ 179957 w 525585"/>
                <a:gd name="csY55" fmla="*/ 8400 h 337133"/>
                <a:gd name="csX56" fmla="*/ 176796 w 525585"/>
                <a:gd name="csY56" fmla="*/ 9155 h 337133"/>
                <a:gd name="csX57" fmla="*/ 156290 w 525585"/>
                <a:gd name="csY57" fmla="*/ 14302 h 337133"/>
                <a:gd name="csX58" fmla="*/ 132611 w 525585"/>
                <a:gd name="csY58" fmla="*/ 21947 h 337133"/>
                <a:gd name="csX59" fmla="*/ 126490 w 525585"/>
                <a:gd name="csY59" fmla="*/ 24338 h 337133"/>
                <a:gd name="csX60" fmla="*/ 108944 w 525585"/>
                <a:gd name="csY60" fmla="*/ 31758 h 337133"/>
                <a:gd name="csX61" fmla="*/ 93508 w 525585"/>
                <a:gd name="csY61" fmla="*/ 39519 h 337133"/>
                <a:gd name="csX62" fmla="*/ 85276 w 525585"/>
                <a:gd name="csY62" fmla="*/ 44118 h 337133"/>
                <a:gd name="csX63" fmla="*/ 68779 w 525585"/>
                <a:gd name="csY63" fmla="*/ 54701 h 337133"/>
                <a:gd name="csX64" fmla="*/ 61609 w 525585"/>
                <a:gd name="csY64" fmla="*/ 59977 h 337133"/>
                <a:gd name="csX65" fmla="*/ 49513 w 525585"/>
                <a:gd name="csY65" fmla="*/ 69883 h 337133"/>
                <a:gd name="csX66" fmla="*/ 37942 w 525585"/>
                <a:gd name="csY66" fmla="*/ 81139 h 337133"/>
                <a:gd name="csX67" fmla="*/ 34211 w 525585"/>
                <a:gd name="csY67" fmla="*/ 85065 h 337133"/>
                <a:gd name="csX68" fmla="*/ 22294 w 525585"/>
                <a:gd name="csY68" fmla="*/ 100247 h 337133"/>
                <a:gd name="csX69" fmla="*/ 14274 w 525585"/>
                <a:gd name="csY69" fmla="*/ 113406 h 337133"/>
                <a:gd name="csX70" fmla="*/ 13090 w 525585"/>
                <a:gd name="csY70" fmla="*/ 115430 h 337133"/>
                <a:gd name="csX71" fmla="*/ 6478 w 525585"/>
                <a:gd name="csY71" fmla="*/ 130612 h 337133"/>
                <a:gd name="csX72" fmla="*/ 2145 w 525585"/>
                <a:gd name="csY72" fmla="*/ 145794 h 337133"/>
                <a:gd name="csX73" fmla="*/ 0 w 525585"/>
                <a:gd name="csY73" fmla="*/ 160976 h 337133"/>
                <a:gd name="csX74" fmla="*/ 0 w 525585"/>
                <a:gd name="csY74" fmla="*/ 176157 h 337133"/>
                <a:gd name="csX75" fmla="*/ 2145 w 525585"/>
                <a:gd name="csY75" fmla="*/ 191340 h 337133"/>
                <a:gd name="csX76" fmla="*/ 6478 w 525585"/>
                <a:gd name="csY76" fmla="*/ 206522 h 337133"/>
                <a:gd name="csX77" fmla="*/ 13090 w 525585"/>
                <a:gd name="csY77" fmla="*/ 221704 h 337133"/>
                <a:gd name="csX78" fmla="*/ 14274 w 525585"/>
                <a:gd name="csY78" fmla="*/ 223728 h 337133"/>
                <a:gd name="csX79" fmla="*/ 22294 w 525585"/>
                <a:gd name="csY79" fmla="*/ 236886 h 337133"/>
                <a:gd name="csX80" fmla="*/ 34211 w 525585"/>
                <a:gd name="csY80" fmla="*/ 252068 h 337133"/>
                <a:gd name="csX81" fmla="*/ 37942 w 525585"/>
                <a:gd name="csY81" fmla="*/ 255994 h 337133"/>
                <a:gd name="csX82" fmla="*/ 49513 w 525585"/>
                <a:gd name="csY82" fmla="*/ 267251 h 337133"/>
                <a:gd name="csX83" fmla="*/ 61609 w 525585"/>
                <a:gd name="csY83" fmla="*/ 277156 h 337133"/>
                <a:gd name="csX84" fmla="*/ 68779 w 525585"/>
                <a:gd name="csY84" fmla="*/ 282433 h 337133"/>
                <a:gd name="csX85" fmla="*/ 85276 w 525585"/>
                <a:gd name="csY85" fmla="*/ 293015 h 337133"/>
                <a:gd name="csX86" fmla="*/ 93508 w 525585"/>
                <a:gd name="csY86" fmla="*/ 297615 h 337133"/>
                <a:gd name="csX87" fmla="*/ 108944 w 525585"/>
                <a:gd name="csY87" fmla="*/ 305375 h 337133"/>
                <a:gd name="csX88" fmla="*/ 126490 w 525585"/>
                <a:gd name="csY88" fmla="*/ 312796 h 3371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25585" h="337133">
                  <a:moveTo>
                    <a:pt x="126490" y="312796"/>
                  </a:moveTo>
                  <a:lnTo>
                    <a:pt x="132611" y="315186"/>
                  </a:lnTo>
                  <a:lnTo>
                    <a:pt x="156290" y="322831"/>
                  </a:lnTo>
                  <a:lnTo>
                    <a:pt x="176796" y="327978"/>
                  </a:lnTo>
                  <a:lnTo>
                    <a:pt x="179957" y="328733"/>
                  </a:lnTo>
                  <a:lnTo>
                    <a:pt x="203625" y="332980"/>
                  </a:lnTo>
                  <a:lnTo>
                    <a:pt x="227292" y="335760"/>
                  </a:lnTo>
                  <a:lnTo>
                    <a:pt x="250959" y="337134"/>
                  </a:lnTo>
                  <a:lnTo>
                    <a:pt x="274627" y="337134"/>
                  </a:lnTo>
                  <a:lnTo>
                    <a:pt x="298294" y="335760"/>
                  </a:lnTo>
                  <a:lnTo>
                    <a:pt x="321961" y="332980"/>
                  </a:lnTo>
                  <a:lnTo>
                    <a:pt x="345640" y="328733"/>
                  </a:lnTo>
                  <a:lnTo>
                    <a:pt x="348790" y="327978"/>
                  </a:lnTo>
                  <a:lnTo>
                    <a:pt x="369307" y="322831"/>
                  </a:lnTo>
                  <a:lnTo>
                    <a:pt x="392975" y="315186"/>
                  </a:lnTo>
                  <a:lnTo>
                    <a:pt x="399095" y="312796"/>
                  </a:lnTo>
                  <a:lnTo>
                    <a:pt x="416642" y="305375"/>
                  </a:lnTo>
                  <a:lnTo>
                    <a:pt x="432089" y="297615"/>
                  </a:lnTo>
                  <a:lnTo>
                    <a:pt x="440310" y="293015"/>
                  </a:lnTo>
                  <a:lnTo>
                    <a:pt x="456806" y="282433"/>
                  </a:lnTo>
                  <a:lnTo>
                    <a:pt x="463977" y="277156"/>
                  </a:lnTo>
                  <a:lnTo>
                    <a:pt x="476084" y="267251"/>
                  </a:lnTo>
                  <a:lnTo>
                    <a:pt x="487644" y="255994"/>
                  </a:lnTo>
                  <a:lnTo>
                    <a:pt x="491375" y="252068"/>
                  </a:lnTo>
                  <a:lnTo>
                    <a:pt x="503292" y="236886"/>
                  </a:lnTo>
                  <a:lnTo>
                    <a:pt x="511323" y="223728"/>
                  </a:lnTo>
                  <a:lnTo>
                    <a:pt x="512496" y="221704"/>
                  </a:lnTo>
                  <a:lnTo>
                    <a:pt x="519119" y="206522"/>
                  </a:lnTo>
                  <a:lnTo>
                    <a:pt x="523453" y="191340"/>
                  </a:lnTo>
                  <a:lnTo>
                    <a:pt x="525586" y="176157"/>
                  </a:lnTo>
                  <a:lnTo>
                    <a:pt x="525586" y="160976"/>
                  </a:lnTo>
                  <a:lnTo>
                    <a:pt x="523453" y="145794"/>
                  </a:lnTo>
                  <a:lnTo>
                    <a:pt x="519119" y="130612"/>
                  </a:lnTo>
                  <a:lnTo>
                    <a:pt x="512496" y="115430"/>
                  </a:lnTo>
                  <a:lnTo>
                    <a:pt x="511323" y="113406"/>
                  </a:lnTo>
                  <a:lnTo>
                    <a:pt x="503292" y="100247"/>
                  </a:lnTo>
                  <a:lnTo>
                    <a:pt x="491375" y="85065"/>
                  </a:lnTo>
                  <a:lnTo>
                    <a:pt x="487644" y="81139"/>
                  </a:lnTo>
                  <a:lnTo>
                    <a:pt x="476084" y="69883"/>
                  </a:lnTo>
                  <a:lnTo>
                    <a:pt x="463977" y="59977"/>
                  </a:lnTo>
                  <a:lnTo>
                    <a:pt x="456806" y="54701"/>
                  </a:lnTo>
                  <a:lnTo>
                    <a:pt x="440310" y="44118"/>
                  </a:lnTo>
                  <a:lnTo>
                    <a:pt x="432089" y="39519"/>
                  </a:lnTo>
                  <a:lnTo>
                    <a:pt x="416642" y="31758"/>
                  </a:lnTo>
                  <a:lnTo>
                    <a:pt x="399095" y="24338"/>
                  </a:lnTo>
                  <a:lnTo>
                    <a:pt x="392975" y="21947"/>
                  </a:lnTo>
                  <a:lnTo>
                    <a:pt x="369307" y="14302"/>
                  </a:lnTo>
                  <a:lnTo>
                    <a:pt x="348790" y="9155"/>
                  </a:lnTo>
                  <a:lnTo>
                    <a:pt x="345640" y="8400"/>
                  </a:lnTo>
                  <a:lnTo>
                    <a:pt x="321961" y="4154"/>
                  </a:lnTo>
                  <a:lnTo>
                    <a:pt x="298294" y="1374"/>
                  </a:lnTo>
                  <a:lnTo>
                    <a:pt x="274627" y="0"/>
                  </a:lnTo>
                  <a:lnTo>
                    <a:pt x="250959" y="0"/>
                  </a:lnTo>
                  <a:lnTo>
                    <a:pt x="227292" y="1374"/>
                  </a:lnTo>
                  <a:lnTo>
                    <a:pt x="203625" y="4154"/>
                  </a:lnTo>
                  <a:lnTo>
                    <a:pt x="179957" y="8400"/>
                  </a:lnTo>
                  <a:lnTo>
                    <a:pt x="176796" y="9155"/>
                  </a:lnTo>
                  <a:lnTo>
                    <a:pt x="156290" y="14302"/>
                  </a:lnTo>
                  <a:lnTo>
                    <a:pt x="132611" y="21947"/>
                  </a:lnTo>
                  <a:lnTo>
                    <a:pt x="126490" y="24338"/>
                  </a:lnTo>
                  <a:lnTo>
                    <a:pt x="108944" y="31758"/>
                  </a:lnTo>
                  <a:lnTo>
                    <a:pt x="93508" y="39519"/>
                  </a:lnTo>
                  <a:lnTo>
                    <a:pt x="85276" y="44118"/>
                  </a:lnTo>
                  <a:lnTo>
                    <a:pt x="68779" y="54701"/>
                  </a:lnTo>
                  <a:lnTo>
                    <a:pt x="61609" y="59977"/>
                  </a:lnTo>
                  <a:lnTo>
                    <a:pt x="49513" y="69883"/>
                  </a:lnTo>
                  <a:lnTo>
                    <a:pt x="37942" y="81139"/>
                  </a:lnTo>
                  <a:lnTo>
                    <a:pt x="34211" y="85065"/>
                  </a:lnTo>
                  <a:lnTo>
                    <a:pt x="22294" y="100247"/>
                  </a:lnTo>
                  <a:lnTo>
                    <a:pt x="14274" y="113406"/>
                  </a:lnTo>
                  <a:lnTo>
                    <a:pt x="13090" y="115430"/>
                  </a:lnTo>
                  <a:lnTo>
                    <a:pt x="6478" y="130612"/>
                  </a:lnTo>
                  <a:lnTo>
                    <a:pt x="2145" y="145794"/>
                  </a:lnTo>
                  <a:lnTo>
                    <a:pt x="0" y="160976"/>
                  </a:lnTo>
                  <a:lnTo>
                    <a:pt x="0" y="176157"/>
                  </a:lnTo>
                  <a:lnTo>
                    <a:pt x="2145" y="191340"/>
                  </a:lnTo>
                  <a:lnTo>
                    <a:pt x="6478" y="206522"/>
                  </a:lnTo>
                  <a:lnTo>
                    <a:pt x="13090" y="221704"/>
                  </a:lnTo>
                  <a:lnTo>
                    <a:pt x="14274" y="223728"/>
                  </a:lnTo>
                  <a:lnTo>
                    <a:pt x="22294" y="236886"/>
                  </a:lnTo>
                  <a:lnTo>
                    <a:pt x="34211" y="252068"/>
                  </a:lnTo>
                  <a:lnTo>
                    <a:pt x="37942" y="255994"/>
                  </a:lnTo>
                  <a:lnTo>
                    <a:pt x="49513" y="267251"/>
                  </a:lnTo>
                  <a:lnTo>
                    <a:pt x="61609" y="277156"/>
                  </a:lnTo>
                  <a:lnTo>
                    <a:pt x="68779" y="282433"/>
                  </a:lnTo>
                  <a:lnTo>
                    <a:pt x="85276" y="293015"/>
                  </a:lnTo>
                  <a:lnTo>
                    <a:pt x="93508" y="297615"/>
                  </a:lnTo>
                  <a:lnTo>
                    <a:pt x="108944" y="305375"/>
                  </a:lnTo>
                  <a:lnTo>
                    <a:pt x="126490" y="31279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D6B5903-098A-6E38-93AE-FEB48DADE102}"/>
                </a:ext>
              </a:extLst>
            </p:cNvPr>
            <p:cNvSpPr/>
            <p:nvPr/>
          </p:nvSpPr>
          <p:spPr>
            <a:xfrm>
              <a:off x="4609964" y="3470786"/>
              <a:ext cx="441258" cy="283040"/>
            </a:xfrm>
            <a:custGeom>
              <a:avLst/>
              <a:gdLst>
                <a:gd name="csX0" fmla="*/ 90448 w 441258"/>
                <a:gd name="csY0" fmla="*/ 256068 h 283040"/>
                <a:gd name="csX1" fmla="*/ 89040 w 441258"/>
                <a:gd name="csY1" fmla="*/ 255387 h 283040"/>
                <a:gd name="csX2" fmla="*/ 66780 w 441258"/>
                <a:gd name="csY2" fmla="*/ 243192 h 283040"/>
                <a:gd name="csX3" fmla="*/ 62123 w 441258"/>
                <a:gd name="csY3" fmla="*/ 240204 h 283040"/>
                <a:gd name="csX4" fmla="*/ 43113 w 441258"/>
                <a:gd name="csY4" fmla="*/ 225925 h 283040"/>
                <a:gd name="csX5" fmla="*/ 42052 w 441258"/>
                <a:gd name="csY5" fmla="*/ 225022 h 283040"/>
                <a:gd name="csX6" fmla="*/ 27130 w 441258"/>
                <a:gd name="csY6" fmla="*/ 209840 h 283040"/>
                <a:gd name="csX7" fmla="*/ 19446 w 441258"/>
                <a:gd name="csY7" fmla="*/ 199830 h 283040"/>
                <a:gd name="csX8" fmla="*/ 15793 w 441258"/>
                <a:gd name="csY8" fmla="*/ 194658 h 283040"/>
                <a:gd name="csX9" fmla="*/ 7807 w 441258"/>
                <a:gd name="csY9" fmla="*/ 179476 h 283040"/>
                <a:gd name="csX10" fmla="*/ 2580 w 441258"/>
                <a:gd name="csY10" fmla="*/ 164293 h 283040"/>
                <a:gd name="csX11" fmla="*/ 0 w 441258"/>
                <a:gd name="csY11" fmla="*/ 149111 h 283040"/>
                <a:gd name="csX12" fmla="*/ 0 w 441258"/>
                <a:gd name="csY12" fmla="*/ 133930 h 283040"/>
                <a:gd name="csX13" fmla="*/ 2580 w 441258"/>
                <a:gd name="csY13" fmla="*/ 118748 h 283040"/>
                <a:gd name="csX14" fmla="*/ 7807 w 441258"/>
                <a:gd name="csY14" fmla="*/ 103566 h 283040"/>
                <a:gd name="csX15" fmla="*/ 15793 w 441258"/>
                <a:gd name="csY15" fmla="*/ 88384 h 283040"/>
                <a:gd name="csX16" fmla="*/ 19446 w 441258"/>
                <a:gd name="csY16" fmla="*/ 83211 h 283040"/>
                <a:gd name="csX17" fmla="*/ 27130 w 441258"/>
                <a:gd name="csY17" fmla="*/ 73201 h 283040"/>
                <a:gd name="csX18" fmla="*/ 42052 w 441258"/>
                <a:gd name="csY18" fmla="*/ 58019 h 283040"/>
                <a:gd name="csX19" fmla="*/ 43113 w 441258"/>
                <a:gd name="csY19" fmla="*/ 57117 h 283040"/>
                <a:gd name="csX20" fmla="*/ 62123 w 441258"/>
                <a:gd name="csY20" fmla="*/ 42837 h 283040"/>
                <a:gd name="csX21" fmla="*/ 66780 w 441258"/>
                <a:gd name="csY21" fmla="*/ 39849 h 283040"/>
                <a:gd name="csX22" fmla="*/ 89040 w 441258"/>
                <a:gd name="csY22" fmla="*/ 27655 h 283040"/>
                <a:gd name="csX23" fmla="*/ 90448 w 441258"/>
                <a:gd name="csY23" fmla="*/ 26973 h 283040"/>
                <a:gd name="csX24" fmla="*/ 114126 w 441258"/>
                <a:gd name="csY24" fmla="*/ 17405 h 283040"/>
                <a:gd name="csX25" fmla="*/ 129730 w 441258"/>
                <a:gd name="csY25" fmla="*/ 12473 h 283040"/>
                <a:gd name="csX26" fmla="*/ 137794 w 441258"/>
                <a:gd name="csY26" fmla="*/ 10133 h 283040"/>
                <a:gd name="csX27" fmla="*/ 161461 w 441258"/>
                <a:gd name="csY27" fmla="*/ 5010 h 283040"/>
                <a:gd name="csX28" fmla="*/ 185128 w 441258"/>
                <a:gd name="csY28" fmla="*/ 1659 h 283040"/>
                <a:gd name="csX29" fmla="*/ 208796 w 441258"/>
                <a:gd name="csY29" fmla="*/ 0 h 283040"/>
                <a:gd name="csX30" fmla="*/ 232463 w 441258"/>
                <a:gd name="csY30" fmla="*/ 0 h 283040"/>
                <a:gd name="csX31" fmla="*/ 256131 w 441258"/>
                <a:gd name="csY31" fmla="*/ 1659 h 283040"/>
                <a:gd name="csX32" fmla="*/ 279798 w 441258"/>
                <a:gd name="csY32" fmla="*/ 5010 h 283040"/>
                <a:gd name="csX33" fmla="*/ 303476 w 441258"/>
                <a:gd name="csY33" fmla="*/ 10133 h 283040"/>
                <a:gd name="csX34" fmla="*/ 311541 w 441258"/>
                <a:gd name="csY34" fmla="*/ 12473 h 283040"/>
                <a:gd name="csX35" fmla="*/ 327144 w 441258"/>
                <a:gd name="csY35" fmla="*/ 17405 h 283040"/>
                <a:gd name="csX36" fmla="*/ 350811 w 441258"/>
                <a:gd name="csY36" fmla="*/ 26973 h 283040"/>
                <a:gd name="csX37" fmla="*/ 352219 w 441258"/>
                <a:gd name="csY37" fmla="*/ 27655 h 283040"/>
                <a:gd name="csX38" fmla="*/ 374479 w 441258"/>
                <a:gd name="csY38" fmla="*/ 39849 h 283040"/>
                <a:gd name="csX39" fmla="*/ 379136 w 441258"/>
                <a:gd name="csY39" fmla="*/ 42837 h 283040"/>
                <a:gd name="csX40" fmla="*/ 398146 w 441258"/>
                <a:gd name="csY40" fmla="*/ 57117 h 283040"/>
                <a:gd name="csX41" fmla="*/ 399207 w 441258"/>
                <a:gd name="csY41" fmla="*/ 58019 h 283040"/>
                <a:gd name="csX42" fmla="*/ 414129 w 441258"/>
                <a:gd name="csY42" fmla="*/ 73201 h 283040"/>
                <a:gd name="csX43" fmla="*/ 421814 w 441258"/>
                <a:gd name="csY43" fmla="*/ 83211 h 283040"/>
                <a:gd name="csX44" fmla="*/ 425466 w 441258"/>
                <a:gd name="csY44" fmla="*/ 88384 h 283040"/>
                <a:gd name="csX45" fmla="*/ 433452 w 441258"/>
                <a:gd name="csY45" fmla="*/ 103566 h 283040"/>
                <a:gd name="csX46" fmla="*/ 438679 w 441258"/>
                <a:gd name="csY46" fmla="*/ 118748 h 283040"/>
                <a:gd name="csX47" fmla="*/ 441259 w 441258"/>
                <a:gd name="csY47" fmla="*/ 133930 h 283040"/>
                <a:gd name="csX48" fmla="*/ 441259 w 441258"/>
                <a:gd name="csY48" fmla="*/ 149111 h 283040"/>
                <a:gd name="csX49" fmla="*/ 438679 w 441258"/>
                <a:gd name="csY49" fmla="*/ 164293 h 283040"/>
                <a:gd name="csX50" fmla="*/ 433452 w 441258"/>
                <a:gd name="csY50" fmla="*/ 179476 h 283040"/>
                <a:gd name="csX51" fmla="*/ 425466 w 441258"/>
                <a:gd name="csY51" fmla="*/ 194658 h 283040"/>
                <a:gd name="csX52" fmla="*/ 421814 w 441258"/>
                <a:gd name="csY52" fmla="*/ 199830 h 283040"/>
                <a:gd name="csX53" fmla="*/ 414129 w 441258"/>
                <a:gd name="csY53" fmla="*/ 209840 h 283040"/>
                <a:gd name="csX54" fmla="*/ 399207 w 441258"/>
                <a:gd name="csY54" fmla="*/ 225022 h 283040"/>
                <a:gd name="csX55" fmla="*/ 398146 w 441258"/>
                <a:gd name="csY55" fmla="*/ 225925 h 283040"/>
                <a:gd name="csX56" fmla="*/ 379136 w 441258"/>
                <a:gd name="csY56" fmla="*/ 240204 h 283040"/>
                <a:gd name="csX57" fmla="*/ 374479 w 441258"/>
                <a:gd name="csY57" fmla="*/ 243192 h 283040"/>
                <a:gd name="csX58" fmla="*/ 352219 w 441258"/>
                <a:gd name="csY58" fmla="*/ 255387 h 283040"/>
                <a:gd name="csX59" fmla="*/ 350811 w 441258"/>
                <a:gd name="csY59" fmla="*/ 256068 h 283040"/>
                <a:gd name="csX60" fmla="*/ 327144 w 441258"/>
                <a:gd name="csY60" fmla="*/ 265637 h 283040"/>
                <a:gd name="csX61" fmla="*/ 311541 w 441258"/>
                <a:gd name="csY61" fmla="*/ 270569 h 283040"/>
                <a:gd name="csX62" fmla="*/ 303476 w 441258"/>
                <a:gd name="csY62" fmla="*/ 272909 h 283040"/>
                <a:gd name="csX63" fmla="*/ 279798 w 441258"/>
                <a:gd name="csY63" fmla="*/ 278031 h 283040"/>
                <a:gd name="csX64" fmla="*/ 256131 w 441258"/>
                <a:gd name="csY64" fmla="*/ 281383 h 283040"/>
                <a:gd name="csX65" fmla="*/ 232463 w 441258"/>
                <a:gd name="csY65" fmla="*/ 283040 h 283040"/>
                <a:gd name="csX66" fmla="*/ 208796 w 441258"/>
                <a:gd name="csY66" fmla="*/ 283040 h 283040"/>
                <a:gd name="csX67" fmla="*/ 185128 w 441258"/>
                <a:gd name="csY67" fmla="*/ 281383 h 283040"/>
                <a:gd name="csX68" fmla="*/ 161461 w 441258"/>
                <a:gd name="csY68" fmla="*/ 278031 h 283040"/>
                <a:gd name="csX69" fmla="*/ 137794 w 441258"/>
                <a:gd name="csY69" fmla="*/ 272909 h 283040"/>
                <a:gd name="csX70" fmla="*/ 129730 w 441258"/>
                <a:gd name="csY70" fmla="*/ 270569 h 283040"/>
                <a:gd name="csX71" fmla="*/ 114126 w 441258"/>
                <a:gd name="csY71" fmla="*/ 265637 h 283040"/>
                <a:gd name="csX72" fmla="*/ 90448 w 441258"/>
                <a:gd name="csY72" fmla="*/ 256068 h 283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41258" h="283040">
                  <a:moveTo>
                    <a:pt x="90448" y="256068"/>
                  </a:moveTo>
                  <a:lnTo>
                    <a:pt x="89040" y="255387"/>
                  </a:lnTo>
                  <a:lnTo>
                    <a:pt x="66780" y="243192"/>
                  </a:lnTo>
                  <a:lnTo>
                    <a:pt x="62123" y="240204"/>
                  </a:lnTo>
                  <a:lnTo>
                    <a:pt x="43113" y="225925"/>
                  </a:lnTo>
                  <a:lnTo>
                    <a:pt x="42052" y="225022"/>
                  </a:lnTo>
                  <a:lnTo>
                    <a:pt x="27130" y="209840"/>
                  </a:lnTo>
                  <a:lnTo>
                    <a:pt x="19446" y="199830"/>
                  </a:lnTo>
                  <a:lnTo>
                    <a:pt x="15793" y="194658"/>
                  </a:lnTo>
                  <a:lnTo>
                    <a:pt x="7807" y="179476"/>
                  </a:lnTo>
                  <a:lnTo>
                    <a:pt x="2580" y="164293"/>
                  </a:lnTo>
                  <a:lnTo>
                    <a:pt x="0" y="149111"/>
                  </a:lnTo>
                  <a:lnTo>
                    <a:pt x="0" y="133930"/>
                  </a:lnTo>
                  <a:lnTo>
                    <a:pt x="2580" y="118748"/>
                  </a:lnTo>
                  <a:lnTo>
                    <a:pt x="7807" y="103566"/>
                  </a:lnTo>
                  <a:lnTo>
                    <a:pt x="15793" y="88384"/>
                  </a:lnTo>
                  <a:lnTo>
                    <a:pt x="19446" y="83211"/>
                  </a:lnTo>
                  <a:lnTo>
                    <a:pt x="27130" y="73201"/>
                  </a:lnTo>
                  <a:lnTo>
                    <a:pt x="42052" y="58019"/>
                  </a:lnTo>
                  <a:lnTo>
                    <a:pt x="43113" y="57117"/>
                  </a:lnTo>
                  <a:lnTo>
                    <a:pt x="62123" y="42837"/>
                  </a:lnTo>
                  <a:lnTo>
                    <a:pt x="66780" y="39849"/>
                  </a:lnTo>
                  <a:lnTo>
                    <a:pt x="89040" y="27655"/>
                  </a:lnTo>
                  <a:lnTo>
                    <a:pt x="90448" y="26973"/>
                  </a:lnTo>
                  <a:lnTo>
                    <a:pt x="114126" y="17405"/>
                  </a:lnTo>
                  <a:lnTo>
                    <a:pt x="129730" y="12473"/>
                  </a:lnTo>
                  <a:lnTo>
                    <a:pt x="137794" y="10133"/>
                  </a:lnTo>
                  <a:lnTo>
                    <a:pt x="161461" y="5010"/>
                  </a:lnTo>
                  <a:lnTo>
                    <a:pt x="185128" y="1659"/>
                  </a:lnTo>
                  <a:lnTo>
                    <a:pt x="208796" y="0"/>
                  </a:lnTo>
                  <a:lnTo>
                    <a:pt x="232463" y="0"/>
                  </a:lnTo>
                  <a:lnTo>
                    <a:pt x="256131" y="1659"/>
                  </a:lnTo>
                  <a:lnTo>
                    <a:pt x="279798" y="5010"/>
                  </a:lnTo>
                  <a:lnTo>
                    <a:pt x="303476" y="10133"/>
                  </a:lnTo>
                  <a:lnTo>
                    <a:pt x="311541" y="12473"/>
                  </a:lnTo>
                  <a:lnTo>
                    <a:pt x="327144" y="17405"/>
                  </a:lnTo>
                  <a:lnTo>
                    <a:pt x="350811" y="26973"/>
                  </a:lnTo>
                  <a:lnTo>
                    <a:pt x="352219" y="27655"/>
                  </a:lnTo>
                  <a:lnTo>
                    <a:pt x="374479" y="39849"/>
                  </a:lnTo>
                  <a:lnTo>
                    <a:pt x="379136" y="42837"/>
                  </a:lnTo>
                  <a:lnTo>
                    <a:pt x="398146" y="57117"/>
                  </a:lnTo>
                  <a:lnTo>
                    <a:pt x="399207" y="58019"/>
                  </a:lnTo>
                  <a:lnTo>
                    <a:pt x="414129" y="73201"/>
                  </a:lnTo>
                  <a:lnTo>
                    <a:pt x="421814" y="83211"/>
                  </a:lnTo>
                  <a:lnTo>
                    <a:pt x="425466" y="88384"/>
                  </a:lnTo>
                  <a:lnTo>
                    <a:pt x="433452" y="103566"/>
                  </a:lnTo>
                  <a:lnTo>
                    <a:pt x="438679" y="118748"/>
                  </a:lnTo>
                  <a:lnTo>
                    <a:pt x="441259" y="133930"/>
                  </a:lnTo>
                  <a:lnTo>
                    <a:pt x="441259" y="149111"/>
                  </a:lnTo>
                  <a:lnTo>
                    <a:pt x="438679" y="164293"/>
                  </a:lnTo>
                  <a:lnTo>
                    <a:pt x="433452" y="179476"/>
                  </a:lnTo>
                  <a:lnTo>
                    <a:pt x="425466" y="194658"/>
                  </a:lnTo>
                  <a:lnTo>
                    <a:pt x="421814" y="199830"/>
                  </a:lnTo>
                  <a:lnTo>
                    <a:pt x="414129" y="209840"/>
                  </a:lnTo>
                  <a:lnTo>
                    <a:pt x="399207" y="225022"/>
                  </a:lnTo>
                  <a:lnTo>
                    <a:pt x="398146" y="225925"/>
                  </a:lnTo>
                  <a:lnTo>
                    <a:pt x="379136" y="240204"/>
                  </a:lnTo>
                  <a:lnTo>
                    <a:pt x="374479" y="243192"/>
                  </a:lnTo>
                  <a:lnTo>
                    <a:pt x="352219" y="255387"/>
                  </a:lnTo>
                  <a:lnTo>
                    <a:pt x="350811" y="256068"/>
                  </a:lnTo>
                  <a:lnTo>
                    <a:pt x="327144" y="265637"/>
                  </a:lnTo>
                  <a:lnTo>
                    <a:pt x="311541" y="270569"/>
                  </a:lnTo>
                  <a:lnTo>
                    <a:pt x="303476" y="272909"/>
                  </a:lnTo>
                  <a:lnTo>
                    <a:pt x="279798" y="278031"/>
                  </a:lnTo>
                  <a:lnTo>
                    <a:pt x="256131" y="281383"/>
                  </a:lnTo>
                  <a:lnTo>
                    <a:pt x="232463" y="283040"/>
                  </a:lnTo>
                  <a:lnTo>
                    <a:pt x="208796" y="283040"/>
                  </a:lnTo>
                  <a:lnTo>
                    <a:pt x="185128" y="281383"/>
                  </a:lnTo>
                  <a:lnTo>
                    <a:pt x="161461" y="278031"/>
                  </a:lnTo>
                  <a:lnTo>
                    <a:pt x="137794" y="272909"/>
                  </a:lnTo>
                  <a:lnTo>
                    <a:pt x="129730" y="270569"/>
                  </a:lnTo>
                  <a:lnTo>
                    <a:pt x="114126" y="265637"/>
                  </a:lnTo>
                  <a:lnTo>
                    <a:pt x="90448" y="25606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129A6A30-8A27-C7D4-E7DA-D2B365AEDB37}"/>
                </a:ext>
              </a:extLst>
            </p:cNvPr>
            <p:cNvSpPr/>
            <p:nvPr/>
          </p:nvSpPr>
          <p:spPr>
            <a:xfrm>
              <a:off x="4655333" y="3499889"/>
              <a:ext cx="350520" cy="224834"/>
            </a:xfrm>
            <a:custGeom>
              <a:avLst/>
              <a:gdLst>
                <a:gd name="csX0" fmla="*/ 92425 w 350520"/>
                <a:gd name="csY0" fmla="*/ 211804 h 224834"/>
                <a:gd name="csX1" fmla="*/ 90526 w 350520"/>
                <a:gd name="csY1" fmla="*/ 211101 h 224834"/>
                <a:gd name="csX2" fmla="*/ 68757 w 350520"/>
                <a:gd name="csY2" fmla="*/ 201859 h 224834"/>
                <a:gd name="csX3" fmla="*/ 57677 w 350520"/>
                <a:gd name="csY3" fmla="*/ 195919 h 224834"/>
                <a:gd name="csX4" fmla="*/ 45079 w 350520"/>
                <a:gd name="csY4" fmla="*/ 187839 h 224834"/>
                <a:gd name="csX5" fmla="*/ 35819 w 350520"/>
                <a:gd name="csY5" fmla="*/ 180737 h 224834"/>
                <a:gd name="csX6" fmla="*/ 21411 w 350520"/>
                <a:gd name="csY6" fmla="*/ 166772 h 224834"/>
                <a:gd name="csX7" fmla="*/ 20317 w 350520"/>
                <a:gd name="csY7" fmla="*/ 165554 h 224834"/>
                <a:gd name="csX8" fmla="*/ 10052 w 350520"/>
                <a:gd name="csY8" fmla="*/ 150372 h 224834"/>
                <a:gd name="csX9" fmla="*/ 3328 w 350520"/>
                <a:gd name="csY9" fmla="*/ 135190 h 224834"/>
                <a:gd name="csX10" fmla="*/ 0 w 350520"/>
                <a:gd name="csY10" fmla="*/ 120008 h 224834"/>
                <a:gd name="csX11" fmla="*/ 0 w 350520"/>
                <a:gd name="csY11" fmla="*/ 104827 h 224834"/>
                <a:gd name="csX12" fmla="*/ 3328 w 350520"/>
                <a:gd name="csY12" fmla="*/ 89645 h 224834"/>
                <a:gd name="csX13" fmla="*/ 10052 w 350520"/>
                <a:gd name="csY13" fmla="*/ 74462 h 224834"/>
                <a:gd name="csX14" fmla="*/ 20317 w 350520"/>
                <a:gd name="csY14" fmla="*/ 59280 h 224834"/>
                <a:gd name="csX15" fmla="*/ 21411 w 350520"/>
                <a:gd name="csY15" fmla="*/ 58063 h 224834"/>
                <a:gd name="csX16" fmla="*/ 35819 w 350520"/>
                <a:gd name="csY16" fmla="*/ 44098 h 224834"/>
                <a:gd name="csX17" fmla="*/ 45079 w 350520"/>
                <a:gd name="csY17" fmla="*/ 36995 h 224834"/>
                <a:gd name="csX18" fmla="*/ 57677 w 350520"/>
                <a:gd name="csY18" fmla="*/ 28916 h 224834"/>
                <a:gd name="csX19" fmla="*/ 68757 w 350520"/>
                <a:gd name="csY19" fmla="*/ 22975 h 224834"/>
                <a:gd name="csX20" fmla="*/ 90526 w 350520"/>
                <a:gd name="csY20" fmla="*/ 13734 h 224834"/>
                <a:gd name="csX21" fmla="*/ 92425 w 350520"/>
                <a:gd name="csY21" fmla="*/ 13031 h 224834"/>
                <a:gd name="csX22" fmla="*/ 116092 w 350520"/>
                <a:gd name="csY22" fmla="*/ 6443 h 224834"/>
                <a:gd name="csX23" fmla="*/ 139759 w 350520"/>
                <a:gd name="csY23" fmla="*/ 2132 h 224834"/>
                <a:gd name="csX24" fmla="*/ 163427 w 350520"/>
                <a:gd name="csY24" fmla="*/ 0 h 224834"/>
                <a:gd name="csX25" fmla="*/ 187094 w 350520"/>
                <a:gd name="csY25" fmla="*/ 0 h 224834"/>
                <a:gd name="csX26" fmla="*/ 210761 w 350520"/>
                <a:gd name="csY26" fmla="*/ 2132 h 224834"/>
                <a:gd name="csX27" fmla="*/ 234429 w 350520"/>
                <a:gd name="csY27" fmla="*/ 6443 h 224834"/>
                <a:gd name="csX28" fmla="*/ 258107 w 350520"/>
                <a:gd name="csY28" fmla="*/ 13031 h 224834"/>
                <a:gd name="csX29" fmla="*/ 259995 w 350520"/>
                <a:gd name="csY29" fmla="*/ 13734 h 224834"/>
                <a:gd name="csX30" fmla="*/ 281775 w 350520"/>
                <a:gd name="csY30" fmla="*/ 22975 h 224834"/>
                <a:gd name="csX31" fmla="*/ 292844 w 350520"/>
                <a:gd name="csY31" fmla="*/ 28916 h 224834"/>
                <a:gd name="csX32" fmla="*/ 305442 w 350520"/>
                <a:gd name="csY32" fmla="*/ 36995 h 224834"/>
                <a:gd name="csX33" fmla="*/ 314702 w 350520"/>
                <a:gd name="csY33" fmla="*/ 44098 h 224834"/>
                <a:gd name="csX34" fmla="*/ 329110 w 350520"/>
                <a:gd name="csY34" fmla="*/ 58063 h 224834"/>
                <a:gd name="csX35" fmla="*/ 330204 w 350520"/>
                <a:gd name="csY35" fmla="*/ 59280 h 224834"/>
                <a:gd name="csX36" fmla="*/ 340480 w 350520"/>
                <a:gd name="csY36" fmla="*/ 74462 h 224834"/>
                <a:gd name="csX37" fmla="*/ 347192 w 350520"/>
                <a:gd name="csY37" fmla="*/ 89645 h 224834"/>
                <a:gd name="csX38" fmla="*/ 350521 w 350520"/>
                <a:gd name="csY38" fmla="*/ 104827 h 224834"/>
                <a:gd name="csX39" fmla="*/ 350521 w 350520"/>
                <a:gd name="csY39" fmla="*/ 120008 h 224834"/>
                <a:gd name="csX40" fmla="*/ 347192 w 350520"/>
                <a:gd name="csY40" fmla="*/ 135190 h 224834"/>
                <a:gd name="csX41" fmla="*/ 340480 w 350520"/>
                <a:gd name="csY41" fmla="*/ 150372 h 224834"/>
                <a:gd name="csX42" fmla="*/ 330204 w 350520"/>
                <a:gd name="csY42" fmla="*/ 165554 h 224834"/>
                <a:gd name="csX43" fmla="*/ 329110 w 350520"/>
                <a:gd name="csY43" fmla="*/ 166772 h 224834"/>
                <a:gd name="csX44" fmla="*/ 314702 w 350520"/>
                <a:gd name="csY44" fmla="*/ 180737 h 224834"/>
                <a:gd name="csX45" fmla="*/ 305442 w 350520"/>
                <a:gd name="csY45" fmla="*/ 187839 h 224834"/>
                <a:gd name="csX46" fmla="*/ 292844 w 350520"/>
                <a:gd name="csY46" fmla="*/ 195919 h 224834"/>
                <a:gd name="csX47" fmla="*/ 281775 w 350520"/>
                <a:gd name="csY47" fmla="*/ 201859 h 224834"/>
                <a:gd name="csX48" fmla="*/ 259995 w 350520"/>
                <a:gd name="csY48" fmla="*/ 211101 h 224834"/>
                <a:gd name="csX49" fmla="*/ 258107 w 350520"/>
                <a:gd name="csY49" fmla="*/ 211804 h 224834"/>
                <a:gd name="csX50" fmla="*/ 234429 w 350520"/>
                <a:gd name="csY50" fmla="*/ 218391 h 224834"/>
                <a:gd name="csX51" fmla="*/ 210761 w 350520"/>
                <a:gd name="csY51" fmla="*/ 222702 h 224834"/>
                <a:gd name="csX52" fmla="*/ 187094 w 350520"/>
                <a:gd name="csY52" fmla="*/ 224835 h 224834"/>
                <a:gd name="csX53" fmla="*/ 163427 w 350520"/>
                <a:gd name="csY53" fmla="*/ 224835 h 224834"/>
                <a:gd name="csX54" fmla="*/ 139759 w 350520"/>
                <a:gd name="csY54" fmla="*/ 222702 h 224834"/>
                <a:gd name="csX55" fmla="*/ 116092 w 350520"/>
                <a:gd name="csY55" fmla="*/ 218391 h 224834"/>
                <a:gd name="csX56" fmla="*/ 92425 w 350520"/>
                <a:gd name="csY56" fmla="*/ 211804 h 224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50520" h="224834">
                  <a:moveTo>
                    <a:pt x="92425" y="211804"/>
                  </a:moveTo>
                  <a:lnTo>
                    <a:pt x="90526" y="211101"/>
                  </a:lnTo>
                  <a:lnTo>
                    <a:pt x="68757" y="201859"/>
                  </a:lnTo>
                  <a:lnTo>
                    <a:pt x="57677" y="195919"/>
                  </a:lnTo>
                  <a:lnTo>
                    <a:pt x="45079" y="187839"/>
                  </a:lnTo>
                  <a:lnTo>
                    <a:pt x="35819" y="180737"/>
                  </a:lnTo>
                  <a:lnTo>
                    <a:pt x="21411" y="166772"/>
                  </a:lnTo>
                  <a:lnTo>
                    <a:pt x="20317" y="165554"/>
                  </a:lnTo>
                  <a:lnTo>
                    <a:pt x="10052" y="150372"/>
                  </a:lnTo>
                  <a:lnTo>
                    <a:pt x="3328" y="135190"/>
                  </a:lnTo>
                  <a:lnTo>
                    <a:pt x="0" y="120008"/>
                  </a:lnTo>
                  <a:lnTo>
                    <a:pt x="0" y="104827"/>
                  </a:lnTo>
                  <a:lnTo>
                    <a:pt x="3328" y="89645"/>
                  </a:lnTo>
                  <a:lnTo>
                    <a:pt x="10052" y="74462"/>
                  </a:lnTo>
                  <a:lnTo>
                    <a:pt x="20317" y="59280"/>
                  </a:lnTo>
                  <a:lnTo>
                    <a:pt x="21411" y="58063"/>
                  </a:lnTo>
                  <a:lnTo>
                    <a:pt x="35819" y="44098"/>
                  </a:lnTo>
                  <a:lnTo>
                    <a:pt x="45079" y="36995"/>
                  </a:lnTo>
                  <a:lnTo>
                    <a:pt x="57677" y="28916"/>
                  </a:lnTo>
                  <a:lnTo>
                    <a:pt x="68757" y="22975"/>
                  </a:lnTo>
                  <a:lnTo>
                    <a:pt x="90526" y="13734"/>
                  </a:lnTo>
                  <a:lnTo>
                    <a:pt x="92425" y="13031"/>
                  </a:lnTo>
                  <a:lnTo>
                    <a:pt x="116092" y="6443"/>
                  </a:lnTo>
                  <a:lnTo>
                    <a:pt x="139759" y="2132"/>
                  </a:lnTo>
                  <a:lnTo>
                    <a:pt x="163427" y="0"/>
                  </a:lnTo>
                  <a:lnTo>
                    <a:pt x="187094" y="0"/>
                  </a:lnTo>
                  <a:lnTo>
                    <a:pt x="210761" y="2132"/>
                  </a:lnTo>
                  <a:lnTo>
                    <a:pt x="234429" y="6443"/>
                  </a:lnTo>
                  <a:lnTo>
                    <a:pt x="258107" y="13031"/>
                  </a:lnTo>
                  <a:lnTo>
                    <a:pt x="259995" y="13734"/>
                  </a:lnTo>
                  <a:lnTo>
                    <a:pt x="281775" y="22975"/>
                  </a:lnTo>
                  <a:lnTo>
                    <a:pt x="292844" y="28916"/>
                  </a:lnTo>
                  <a:lnTo>
                    <a:pt x="305442" y="36995"/>
                  </a:lnTo>
                  <a:lnTo>
                    <a:pt x="314702" y="44098"/>
                  </a:lnTo>
                  <a:lnTo>
                    <a:pt x="329110" y="58063"/>
                  </a:lnTo>
                  <a:lnTo>
                    <a:pt x="330204" y="59280"/>
                  </a:lnTo>
                  <a:lnTo>
                    <a:pt x="340480" y="74462"/>
                  </a:lnTo>
                  <a:lnTo>
                    <a:pt x="347192" y="89645"/>
                  </a:lnTo>
                  <a:lnTo>
                    <a:pt x="350521" y="104827"/>
                  </a:lnTo>
                  <a:lnTo>
                    <a:pt x="350521" y="120008"/>
                  </a:lnTo>
                  <a:lnTo>
                    <a:pt x="347192" y="135190"/>
                  </a:lnTo>
                  <a:lnTo>
                    <a:pt x="340480" y="150372"/>
                  </a:lnTo>
                  <a:lnTo>
                    <a:pt x="330204" y="165554"/>
                  </a:lnTo>
                  <a:lnTo>
                    <a:pt x="329110" y="166772"/>
                  </a:lnTo>
                  <a:lnTo>
                    <a:pt x="314702" y="180737"/>
                  </a:lnTo>
                  <a:lnTo>
                    <a:pt x="305442" y="187839"/>
                  </a:lnTo>
                  <a:lnTo>
                    <a:pt x="292844" y="195919"/>
                  </a:lnTo>
                  <a:lnTo>
                    <a:pt x="281775" y="201859"/>
                  </a:lnTo>
                  <a:lnTo>
                    <a:pt x="259995" y="211101"/>
                  </a:lnTo>
                  <a:lnTo>
                    <a:pt x="258107" y="211804"/>
                  </a:lnTo>
                  <a:lnTo>
                    <a:pt x="234429" y="218391"/>
                  </a:lnTo>
                  <a:lnTo>
                    <a:pt x="210761" y="222702"/>
                  </a:lnTo>
                  <a:lnTo>
                    <a:pt x="187094" y="224835"/>
                  </a:lnTo>
                  <a:lnTo>
                    <a:pt x="163427" y="224835"/>
                  </a:lnTo>
                  <a:lnTo>
                    <a:pt x="139759" y="222702"/>
                  </a:lnTo>
                  <a:lnTo>
                    <a:pt x="116092" y="218391"/>
                  </a:lnTo>
                  <a:lnTo>
                    <a:pt x="92425" y="211804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B4DC73F0-AE09-5AE8-56DB-4F0BD7D5BAC1}"/>
                </a:ext>
              </a:extLst>
            </p:cNvPr>
            <p:cNvSpPr/>
            <p:nvPr/>
          </p:nvSpPr>
          <p:spPr>
            <a:xfrm>
              <a:off x="4709905" y="3534890"/>
              <a:ext cx="241387" cy="154833"/>
            </a:xfrm>
            <a:custGeom>
              <a:avLst/>
              <a:gdLst>
                <a:gd name="csX0" fmla="*/ 85187 w 241387"/>
                <a:gd name="csY0" fmla="*/ 151796 h 154833"/>
                <a:gd name="csX1" fmla="*/ 61821 w 241387"/>
                <a:gd name="csY1" fmla="*/ 145736 h 154833"/>
                <a:gd name="csX2" fmla="*/ 61520 w 241387"/>
                <a:gd name="csY2" fmla="*/ 145639 h 154833"/>
                <a:gd name="csX3" fmla="*/ 37852 w 241387"/>
                <a:gd name="csY3" fmla="*/ 134292 h 154833"/>
                <a:gd name="csX4" fmla="*/ 32022 w 241387"/>
                <a:gd name="csY4" fmla="*/ 130554 h 154833"/>
                <a:gd name="csX5" fmla="*/ 14330 w 241387"/>
                <a:gd name="csY5" fmla="*/ 115372 h 154833"/>
                <a:gd name="csX6" fmla="*/ 14185 w 241387"/>
                <a:gd name="csY6" fmla="*/ 115176 h 154833"/>
                <a:gd name="csX7" fmla="*/ 4736 w 241387"/>
                <a:gd name="csY7" fmla="*/ 100189 h 154833"/>
                <a:gd name="csX8" fmla="*/ 0 w 241387"/>
                <a:gd name="csY8" fmla="*/ 85007 h 154833"/>
                <a:gd name="csX9" fmla="*/ 0 w 241387"/>
                <a:gd name="csY9" fmla="*/ 69826 h 154833"/>
                <a:gd name="csX10" fmla="*/ 4736 w 241387"/>
                <a:gd name="csY10" fmla="*/ 54644 h 154833"/>
                <a:gd name="csX11" fmla="*/ 14185 w 241387"/>
                <a:gd name="csY11" fmla="*/ 39657 h 154833"/>
                <a:gd name="csX12" fmla="*/ 14330 w 241387"/>
                <a:gd name="csY12" fmla="*/ 39462 h 154833"/>
                <a:gd name="csX13" fmla="*/ 32022 w 241387"/>
                <a:gd name="csY13" fmla="*/ 24279 h 154833"/>
                <a:gd name="csX14" fmla="*/ 37852 w 241387"/>
                <a:gd name="csY14" fmla="*/ 20541 h 154833"/>
                <a:gd name="csX15" fmla="*/ 61520 w 241387"/>
                <a:gd name="csY15" fmla="*/ 9194 h 154833"/>
                <a:gd name="csX16" fmla="*/ 61821 w 241387"/>
                <a:gd name="csY16" fmla="*/ 9097 h 154833"/>
                <a:gd name="csX17" fmla="*/ 85187 w 241387"/>
                <a:gd name="csY17" fmla="*/ 3037 h 154833"/>
                <a:gd name="csX18" fmla="*/ 108854 w 241387"/>
                <a:gd name="csY18" fmla="*/ 0 h 154833"/>
                <a:gd name="csX19" fmla="*/ 132522 w 241387"/>
                <a:gd name="csY19" fmla="*/ 0 h 154833"/>
                <a:gd name="csX20" fmla="*/ 156189 w 241387"/>
                <a:gd name="csY20" fmla="*/ 3037 h 154833"/>
                <a:gd name="csX21" fmla="*/ 179555 w 241387"/>
                <a:gd name="csY21" fmla="*/ 9097 h 154833"/>
                <a:gd name="csX22" fmla="*/ 179857 w 241387"/>
                <a:gd name="csY22" fmla="*/ 9194 h 154833"/>
                <a:gd name="csX23" fmla="*/ 203535 w 241387"/>
                <a:gd name="csY23" fmla="*/ 20541 h 154833"/>
                <a:gd name="csX24" fmla="*/ 209354 w 241387"/>
                <a:gd name="csY24" fmla="*/ 24279 h 154833"/>
                <a:gd name="csX25" fmla="*/ 227046 w 241387"/>
                <a:gd name="csY25" fmla="*/ 39462 h 154833"/>
                <a:gd name="csX26" fmla="*/ 227203 w 241387"/>
                <a:gd name="csY26" fmla="*/ 39657 h 154833"/>
                <a:gd name="csX27" fmla="*/ 236652 w 241387"/>
                <a:gd name="csY27" fmla="*/ 54644 h 154833"/>
                <a:gd name="csX28" fmla="*/ 241387 w 241387"/>
                <a:gd name="csY28" fmla="*/ 69826 h 154833"/>
                <a:gd name="csX29" fmla="*/ 241387 w 241387"/>
                <a:gd name="csY29" fmla="*/ 85007 h 154833"/>
                <a:gd name="csX30" fmla="*/ 236652 w 241387"/>
                <a:gd name="csY30" fmla="*/ 100189 h 154833"/>
                <a:gd name="csX31" fmla="*/ 227203 w 241387"/>
                <a:gd name="csY31" fmla="*/ 115176 h 154833"/>
                <a:gd name="csX32" fmla="*/ 227046 w 241387"/>
                <a:gd name="csY32" fmla="*/ 115372 h 154833"/>
                <a:gd name="csX33" fmla="*/ 209354 w 241387"/>
                <a:gd name="csY33" fmla="*/ 130554 h 154833"/>
                <a:gd name="csX34" fmla="*/ 203535 w 241387"/>
                <a:gd name="csY34" fmla="*/ 134292 h 154833"/>
                <a:gd name="csX35" fmla="*/ 179857 w 241387"/>
                <a:gd name="csY35" fmla="*/ 145639 h 154833"/>
                <a:gd name="csX36" fmla="*/ 179555 w 241387"/>
                <a:gd name="csY36" fmla="*/ 145736 h 154833"/>
                <a:gd name="csX37" fmla="*/ 156189 w 241387"/>
                <a:gd name="csY37" fmla="*/ 151796 h 154833"/>
                <a:gd name="csX38" fmla="*/ 132522 w 241387"/>
                <a:gd name="csY38" fmla="*/ 154833 h 154833"/>
                <a:gd name="csX39" fmla="*/ 108854 w 241387"/>
                <a:gd name="csY39" fmla="*/ 154833 h 154833"/>
                <a:gd name="csX40" fmla="*/ 85187 w 241387"/>
                <a:gd name="csY40" fmla="*/ 151796 h 154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41387" h="154833">
                  <a:moveTo>
                    <a:pt x="85187" y="151796"/>
                  </a:moveTo>
                  <a:lnTo>
                    <a:pt x="61821" y="145736"/>
                  </a:lnTo>
                  <a:lnTo>
                    <a:pt x="61520" y="145639"/>
                  </a:lnTo>
                  <a:lnTo>
                    <a:pt x="37852" y="134292"/>
                  </a:lnTo>
                  <a:lnTo>
                    <a:pt x="32022" y="130554"/>
                  </a:lnTo>
                  <a:lnTo>
                    <a:pt x="14330" y="115372"/>
                  </a:lnTo>
                  <a:lnTo>
                    <a:pt x="14185" y="115176"/>
                  </a:lnTo>
                  <a:lnTo>
                    <a:pt x="4736" y="100189"/>
                  </a:lnTo>
                  <a:lnTo>
                    <a:pt x="0" y="85007"/>
                  </a:lnTo>
                  <a:lnTo>
                    <a:pt x="0" y="69826"/>
                  </a:lnTo>
                  <a:lnTo>
                    <a:pt x="4736" y="54644"/>
                  </a:lnTo>
                  <a:lnTo>
                    <a:pt x="14185" y="39657"/>
                  </a:lnTo>
                  <a:lnTo>
                    <a:pt x="14330" y="39462"/>
                  </a:lnTo>
                  <a:lnTo>
                    <a:pt x="32022" y="24279"/>
                  </a:lnTo>
                  <a:lnTo>
                    <a:pt x="37852" y="20541"/>
                  </a:lnTo>
                  <a:lnTo>
                    <a:pt x="61520" y="9194"/>
                  </a:lnTo>
                  <a:lnTo>
                    <a:pt x="61821" y="9097"/>
                  </a:lnTo>
                  <a:lnTo>
                    <a:pt x="85187" y="3037"/>
                  </a:lnTo>
                  <a:lnTo>
                    <a:pt x="108854" y="0"/>
                  </a:lnTo>
                  <a:lnTo>
                    <a:pt x="132522" y="0"/>
                  </a:lnTo>
                  <a:lnTo>
                    <a:pt x="156189" y="3037"/>
                  </a:lnTo>
                  <a:lnTo>
                    <a:pt x="179555" y="9097"/>
                  </a:lnTo>
                  <a:lnTo>
                    <a:pt x="179857" y="9194"/>
                  </a:lnTo>
                  <a:lnTo>
                    <a:pt x="203535" y="20541"/>
                  </a:lnTo>
                  <a:lnTo>
                    <a:pt x="209354" y="24279"/>
                  </a:lnTo>
                  <a:lnTo>
                    <a:pt x="227046" y="39462"/>
                  </a:lnTo>
                  <a:lnTo>
                    <a:pt x="227203" y="39657"/>
                  </a:lnTo>
                  <a:lnTo>
                    <a:pt x="236652" y="54644"/>
                  </a:lnTo>
                  <a:lnTo>
                    <a:pt x="241387" y="69826"/>
                  </a:lnTo>
                  <a:lnTo>
                    <a:pt x="241387" y="85007"/>
                  </a:lnTo>
                  <a:lnTo>
                    <a:pt x="236652" y="100189"/>
                  </a:lnTo>
                  <a:lnTo>
                    <a:pt x="227203" y="115176"/>
                  </a:lnTo>
                  <a:lnTo>
                    <a:pt x="227046" y="115372"/>
                  </a:lnTo>
                  <a:lnTo>
                    <a:pt x="209354" y="130554"/>
                  </a:lnTo>
                  <a:lnTo>
                    <a:pt x="203535" y="134292"/>
                  </a:lnTo>
                  <a:lnTo>
                    <a:pt x="179857" y="145639"/>
                  </a:lnTo>
                  <a:lnTo>
                    <a:pt x="179555" y="145736"/>
                  </a:lnTo>
                  <a:lnTo>
                    <a:pt x="156189" y="151796"/>
                  </a:lnTo>
                  <a:lnTo>
                    <a:pt x="132522" y="154833"/>
                  </a:lnTo>
                  <a:lnTo>
                    <a:pt x="108854" y="154833"/>
                  </a:lnTo>
                  <a:lnTo>
                    <a:pt x="85187" y="15179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05C697DE-2708-40EA-4B48-1C66C1F719D1}"/>
              </a:ext>
            </a:extLst>
          </p:cNvPr>
          <p:cNvGrpSpPr/>
          <p:nvPr/>
        </p:nvGrpSpPr>
        <p:grpSpPr>
          <a:xfrm>
            <a:off x="408439" y="2808028"/>
            <a:ext cx="2680592" cy="1787061"/>
            <a:chOff x="408439" y="2808028"/>
            <a:chExt cx="2680592" cy="1787061"/>
          </a:xfrm>
        </p:grpSpPr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1D978E70-4C73-FA5D-CFC8-F44E17C867D2}"/>
                </a:ext>
              </a:extLst>
            </p:cNvPr>
            <p:cNvSpPr/>
            <p:nvPr/>
          </p:nvSpPr>
          <p:spPr>
            <a:xfrm>
              <a:off x="408439" y="2808028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2BED63B2-223D-F166-EFE1-6D5432E91E3F}"/>
                </a:ext>
              </a:extLst>
            </p:cNvPr>
            <p:cNvSpPr/>
            <p:nvPr/>
          </p:nvSpPr>
          <p:spPr>
            <a:xfrm>
              <a:off x="693047" y="2860795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AFDD7D50-8ADD-5A10-4DD9-DF68AD01EB96}"/>
                </a:ext>
              </a:extLst>
            </p:cNvPr>
            <p:cNvSpPr/>
            <p:nvPr/>
          </p:nvSpPr>
          <p:spPr>
            <a:xfrm>
              <a:off x="69304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C5D06066-82F2-170C-10FF-FF5A68381D42}"/>
                </a:ext>
              </a:extLst>
            </p:cNvPr>
            <p:cNvSpPr/>
            <p:nvPr/>
          </p:nvSpPr>
          <p:spPr>
            <a:xfrm>
              <a:off x="1083582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AFD38705-F717-04B8-7E75-66C56AF6D737}"/>
                </a:ext>
              </a:extLst>
            </p:cNvPr>
            <p:cNvSpPr/>
            <p:nvPr/>
          </p:nvSpPr>
          <p:spPr>
            <a:xfrm>
              <a:off x="1474119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53F77EF-F8AC-C389-F663-23CAC9ABA87B}"/>
                </a:ext>
              </a:extLst>
            </p:cNvPr>
            <p:cNvSpPr/>
            <p:nvPr/>
          </p:nvSpPr>
          <p:spPr>
            <a:xfrm>
              <a:off x="1864659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C0EE603E-BDAB-F7EB-552D-A5F5EB2F90D8}"/>
                </a:ext>
              </a:extLst>
            </p:cNvPr>
            <p:cNvSpPr/>
            <p:nvPr/>
          </p:nvSpPr>
          <p:spPr>
            <a:xfrm>
              <a:off x="225518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667D75A0-7DB6-3181-97D6-1FAB8A1B3433}"/>
                </a:ext>
              </a:extLst>
            </p:cNvPr>
            <p:cNvSpPr/>
            <p:nvPr/>
          </p:nvSpPr>
          <p:spPr>
            <a:xfrm>
              <a:off x="264572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D6BF30F9-CA8D-7867-19BB-688576B44F36}"/>
                </a:ext>
              </a:extLst>
            </p:cNvPr>
            <p:cNvSpPr/>
            <p:nvPr/>
          </p:nvSpPr>
          <p:spPr>
            <a:xfrm>
              <a:off x="303626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1D13614E-BCC7-84D8-A3E0-2E7A7236F1AF}"/>
                </a:ext>
              </a:extLst>
            </p:cNvPr>
            <p:cNvSpPr/>
            <p:nvPr/>
          </p:nvSpPr>
          <p:spPr>
            <a:xfrm>
              <a:off x="693047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9767400-3AB4-BF63-7FF6-27132CCB0510}"/>
                </a:ext>
              </a:extLst>
            </p:cNvPr>
            <p:cNvSpPr/>
            <p:nvPr/>
          </p:nvSpPr>
          <p:spPr>
            <a:xfrm>
              <a:off x="693047" y="41133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DC3CE0B2-C3DF-4DA8-3687-7B5FBBC32A3E}"/>
                </a:ext>
              </a:extLst>
            </p:cNvPr>
            <p:cNvSpPr/>
            <p:nvPr/>
          </p:nvSpPr>
          <p:spPr>
            <a:xfrm>
              <a:off x="693047" y="386281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D0B51EB-C81E-2B2B-D4D6-60F92F9D826A}"/>
                </a:ext>
              </a:extLst>
            </p:cNvPr>
            <p:cNvSpPr/>
            <p:nvPr/>
          </p:nvSpPr>
          <p:spPr>
            <a:xfrm>
              <a:off x="693047" y="361230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2AFFB6B-23F7-10EB-923B-420044D79EF2}"/>
                </a:ext>
              </a:extLst>
            </p:cNvPr>
            <p:cNvSpPr/>
            <p:nvPr/>
          </p:nvSpPr>
          <p:spPr>
            <a:xfrm>
              <a:off x="693047" y="3361803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E1634391-FB3C-4BEC-9C64-9E6B4B975C96}"/>
                </a:ext>
              </a:extLst>
            </p:cNvPr>
            <p:cNvSpPr/>
            <p:nvPr/>
          </p:nvSpPr>
          <p:spPr>
            <a:xfrm>
              <a:off x="693047" y="311130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0EF447A-F5B5-15D5-D396-B2551D0737B5}"/>
                </a:ext>
              </a:extLst>
            </p:cNvPr>
            <p:cNvSpPr/>
            <p:nvPr/>
          </p:nvSpPr>
          <p:spPr>
            <a:xfrm>
              <a:off x="693047" y="2860795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3E12332-FD88-0768-60AF-28EAD1CABDD0}"/>
                </a:ext>
              </a:extLst>
            </p:cNvPr>
            <p:cNvSpPr/>
            <p:nvPr/>
          </p:nvSpPr>
          <p:spPr>
            <a:xfrm>
              <a:off x="693047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E051110E-2439-A27C-B789-0E132637D8DB}"/>
                </a:ext>
              </a:extLst>
            </p:cNvPr>
            <p:cNvSpPr/>
            <p:nvPr/>
          </p:nvSpPr>
          <p:spPr>
            <a:xfrm>
              <a:off x="69304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A9B7F86B-1ABF-3DC6-3824-D1D0E4AE116A}"/>
                </a:ext>
              </a:extLst>
            </p:cNvPr>
            <p:cNvSpPr/>
            <p:nvPr/>
          </p:nvSpPr>
          <p:spPr>
            <a:xfrm>
              <a:off x="1083582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83BE9F46-8D0A-78EC-EDAC-D890F3DA79E8}"/>
                </a:ext>
              </a:extLst>
            </p:cNvPr>
            <p:cNvSpPr/>
            <p:nvPr/>
          </p:nvSpPr>
          <p:spPr>
            <a:xfrm>
              <a:off x="1474119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09A94E78-09BD-94B3-B582-235325FA839F}"/>
                </a:ext>
              </a:extLst>
            </p:cNvPr>
            <p:cNvSpPr/>
            <p:nvPr/>
          </p:nvSpPr>
          <p:spPr>
            <a:xfrm>
              <a:off x="1864659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4CD7EFB4-E859-BC42-7CA6-F64E55D3803E}"/>
                </a:ext>
              </a:extLst>
            </p:cNvPr>
            <p:cNvSpPr/>
            <p:nvPr/>
          </p:nvSpPr>
          <p:spPr>
            <a:xfrm>
              <a:off x="225518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52DF8669-357D-6990-D67E-F0386F42902C}"/>
                </a:ext>
              </a:extLst>
            </p:cNvPr>
            <p:cNvSpPr/>
            <p:nvPr/>
          </p:nvSpPr>
          <p:spPr>
            <a:xfrm>
              <a:off x="264572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7CE16A55-D444-FBC8-2B74-7C86E17F9632}"/>
                </a:ext>
              </a:extLst>
            </p:cNvPr>
            <p:cNvSpPr/>
            <p:nvPr/>
          </p:nvSpPr>
          <p:spPr>
            <a:xfrm>
              <a:off x="303626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B43FFF6-A9C1-E5F9-68EF-28A9DE9E680C}"/>
                </a:ext>
              </a:extLst>
            </p:cNvPr>
            <p:cNvSpPr/>
            <p:nvPr/>
          </p:nvSpPr>
          <p:spPr>
            <a:xfrm>
              <a:off x="641895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87E07A8A-9F5A-8411-B980-49E87D63157F}"/>
                </a:ext>
              </a:extLst>
            </p:cNvPr>
            <p:cNvSpPr/>
            <p:nvPr/>
          </p:nvSpPr>
          <p:spPr>
            <a:xfrm>
              <a:off x="706077" y="4398691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4FBCEFE4-FF37-1A0D-236B-CDB81C92594A}"/>
                </a:ext>
              </a:extLst>
            </p:cNvPr>
            <p:cNvSpPr/>
            <p:nvPr/>
          </p:nvSpPr>
          <p:spPr>
            <a:xfrm>
              <a:off x="1033225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1C7C6BE2-03ED-05C8-65C8-1121F0A6D67C}"/>
                </a:ext>
              </a:extLst>
            </p:cNvPr>
            <p:cNvSpPr/>
            <p:nvPr/>
          </p:nvSpPr>
          <p:spPr>
            <a:xfrm>
              <a:off x="1097175" y="4398691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8D40FE4-448A-C571-934C-6C671C7B9388}"/>
                </a:ext>
              </a:extLst>
            </p:cNvPr>
            <p:cNvSpPr/>
            <p:nvPr/>
          </p:nvSpPr>
          <p:spPr>
            <a:xfrm>
              <a:off x="1423451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CB9037BB-9368-D9EB-0D57-6F6A4E72F2F7}"/>
                </a:ext>
              </a:extLst>
            </p:cNvPr>
            <p:cNvSpPr/>
            <p:nvPr/>
          </p:nvSpPr>
          <p:spPr>
            <a:xfrm>
              <a:off x="1490310" y="4399740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1B5B4EA-DF50-7B0F-DB1D-17B3159FFC99}"/>
                </a:ext>
              </a:extLst>
            </p:cNvPr>
            <p:cNvSpPr/>
            <p:nvPr/>
          </p:nvSpPr>
          <p:spPr>
            <a:xfrm>
              <a:off x="1844644" y="4398691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9D03F957-3204-45D1-B9FC-EF7F78225AE7}"/>
                </a:ext>
              </a:extLst>
            </p:cNvPr>
            <p:cNvSpPr/>
            <p:nvPr/>
          </p:nvSpPr>
          <p:spPr>
            <a:xfrm>
              <a:off x="2237954" y="4399740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103C76F6-309C-8404-6020-A58A6A276F60}"/>
                </a:ext>
              </a:extLst>
            </p:cNvPr>
            <p:cNvSpPr/>
            <p:nvPr/>
          </p:nvSpPr>
          <p:spPr>
            <a:xfrm>
              <a:off x="2627343" y="4398691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5423F7F1-81D4-7F76-A24E-37590A97983F}"/>
                </a:ext>
              </a:extLst>
            </p:cNvPr>
            <p:cNvSpPr/>
            <p:nvPr/>
          </p:nvSpPr>
          <p:spPr>
            <a:xfrm>
              <a:off x="3017202" y="4398691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180BF9E4-A4DA-8AA4-2C22-8F7F433524CA}"/>
                </a:ext>
              </a:extLst>
            </p:cNvPr>
            <p:cNvSpPr/>
            <p:nvPr/>
          </p:nvSpPr>
          <p:spPr>
            <a:xfrm>
              <a:off x="1838110" y="4509969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14050825-D4EB-37DA-FE56-F8500A5268BC}"/>
                </a:ext>
              </a:extLst>
            </p:cNvPr>
            <p:cNvSpPr/>
            <p:nvPr/>
          </p:nvSpPr>
          <p:spPr>
            <a:xfrm>
              <a:off x="69304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609F4D41-DF86-2EFA-486C-29AA65E52471}"/>
                </a:ext>
              </a:extLst>
            </p:cNvPr>
            <p:cNvSpPr/>
            <p:nvPr/>
          </p:nvSpPr>
          <p:spPr>
            <a:xfrm>
              <a:off x="693047" y="436382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B2215435-1084-8F41-26CD-A4EF8ACF8CDA}"/>
                </a:ext>
              </a:extLst>
            </p:cNvPr>
            <p:cNvSpPr/>
            <p:nvPr/>
          </p:nvSpPr>
          <p:spPr>
            <a:xfrm>
              <a:off x="693047" y="41133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A456AF20-6A88-E694-400C-D5E5411C190A}"/>
                </a:ext>
              </a:extLst>
            </p:cNvPr>
            <p:cNvSpPr/>
            <p:nvPr/>
          </p:nvSpPr>
          <p:spPr>
            <a:xfrm>
              <a:off x="693047" y="386281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1746369B-90DD-0F61-1EF9-B9D3D276638E}"/>
                </a:ext>
              </a:extLst>
            </p:cNvPr>
            <p:cNvSpPr/>
            <p:nvPr/>
          </p:nvSpPr>
          <p:spPr>
            <a:xfrm>
              <a:off x="693047" y="361230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0AB1B738-5697-50FA-C2F5-ADDB04655E86}"/>
                </a:ext>
              </a:extLst>
            </p:cNvPr>
            <p:cNvSpPr/>
            <p:nvPr/>
          </p:nvSpPr>
          <p:spPr>
            <a:xfrm>
              <a:off x="693047" y="3361803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FA4FCE8B-58F2-4E65-49AF-FE80B5CACDD8}"/>
                </a:ext>
              </a:extLst>
            </p:cNvPr>
            <p:cNvSpPr/>
            <p:nvPr/>
          </p:nvSpPr>
          <p:spPr>
            <a:xfrm>
              <a:off x="693047" y="311130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8169EB72-D04F-84B4-0A16-CACA8573D3C3}"/>
                </a:ext>
              </a:extLst>
            </p:cNvPr>
            <p:cNvSpPr/>
            <p:nvPr/>
          </p:nvSpPr>
          <p:spPr>
            <a:xfrm>
              <a:off x="693047" y="2860795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67AB6ED8-5538-FC34-9D41-63B2B58E8D74}"/>
                </a:ext>
              </a:extLst>
            </p:cNvPr>
            <p:cNvSpPr/>
            <p:nvPr/>
          </p:nvSpPr>
          <p:spPr>
            <a:xfrm>
              <a:off x="550532" y="4364580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F83296FB-3388-9BC1-1408-95AB2129CBD6}"/>
                </a:ext>
              </a:extLst>
            </p:cNvPr>
            <p:cNvSpPr/>
            <p:nvPr/>
          </p:nvSpPr>
          <p:spPr>
            <a:xfrm>
              <a:off x="614716" y="433382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28B66E9D-978F-4629-37F8-7407E78ADB69}"/>
                </a:ext>
              </a:extLst>
            </p:cNvPr>
            <p:cNvSpPr/>
            <p:nvPr/>
          </p:nvSpPr>
          <p:spPr>
            <a:xfrm>
              <a:off x="552123" y="4114067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81A8B3E9-355D-5125-7E21-3EC2B45B81D4}"/>
                </a:ext>
              </a:extLst>
            </p:cNvPr>
            <p:cNvSpPr/>
            <p:nvPr/>
          </p:nvSpPr>
          <p:spPr>
            <a:xfrm>
              <a:off x="616073" y="4083319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05034F6C-D9B1-A30E-18ED-4D4BA146EE07}"/>
                </a:ext>
              </a:extLst>
            </p:cNvPr>
            <p:cNvSpPr/>
            <p:nvPr/>
          </p:nvSpPr>
          <p:spPr>
            <a:xfrm>
              <a:off x="551502" y="3863568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0D90A830-3C34-A595-56B4-766CBCC26687}"/>
                </a:ext>
              </a:extLst>
            </p:cNvPr>
            <p:cNvSpPr/>
            <p:nvPr/>
          </p:nvSpPr>
          <p:spPr>
            <a:xfrm>
              <a:off x="618361" y="3833862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7069D43F-A29D-78F1-0C83-A9A99040BBA1}"/>
                </a:ext>
              </a:extLst>
            </p:cNvPr>
            <p:cNvSpPr/>
            <p:nvPr/>
          </p:nvSpPr>
          <p:spPr>
            <a:xfrm>
              <a:off x="612816" y="3582310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53E9AD71-A7D0-3598-0299-A7BE2E20474D}"/>
                </a:ext>
              </a:extLst>
            </p:cNvPr>
            <p:cNvSpPr/>
            <p:nvPr/>
          </p:nvSpPr>
          <p:spPr>
            <a:xfrm>
              <a:off x="618361" y="3332853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FA9C4E88-AA79-9331-BAEC-BF08C703CB6A}"/>
                </a:ext>
              </a:extLst>
            </p:cNvPr>
            <p:cNvSpPr/>
            <p:nvPr/>
          </p:nvSpPr>
          <p:spPr>
            <a:xfrm>
              <a:off x="616073" y="3081302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0B372719-55AB-9315-DB0E-7D7D5449E98C}"/>
                </a:ext>
              </a:extLst>
            </p:cNvPr>
            <p:cNvSpPr/>
            <p:nvPr/>
          </p:nvSpPr>
          <p:spPr>
            <a:xfrm>
              <a:off x="614716" y="2830798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30270850-879C-8940-F920-9C3A379810EC}"/>
                </a:ext>
              </a:extLst>
            </p:cNvPr>
            <p:cNvSpPr/>
            <p:nvPr/>
          </p:nvSpPr>
          <p:spPr>
            <a:xfrm>
              <a:off x="439355" y="3591783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3B992317-4BD3-5B87-AF5E-8017ADC231DE}"/>
              </a:ext>
            </a:extLst>
          </p:cNvPr>
          <p:cNvGrpSpPr/>
          <p:nvPr/>
        </p:nvGrpSpPr>
        <p:grpSpPr>
          <a:xfrm>
            <a:off x="1298555" y="3249190"/>
            <a:ext cx="1132200" cy="726234"/>
            <a:chOff x="1298555" y="3249190"/>
            <a:chExt cx="1132200" cy="726234"/>
          </a:xfrm>
        </p:grpSpPr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7E0F4D8E-FD12-2D51-3779-314D589B1D71}"/>
                </a:ext>
              </a:extLst>
            </p:cNvPr>
            <p:cNvSpPr/>
            <p:nvPr/>
          </p:nvSpPr>
          <p:spPr>
            <a:xfrm>
              <a:off x="1298555" y="3249190"/>
              <a:ext cx="1132200" cy="726234"/>
            </a:xfrm>
            <a:custGeom>
              <a:avLst/>
              <a:gdLst>
                <a:gd name="csX0" fmla="*/ 33551 w 1132200"/>
                <a:gd name="csY0" fmla="*/ 710185 h 726234"/>
                <a:gd name="csX1" fmla="*/ 25014 w 1132200"/>
                <a:gd name="csY1" fmla="*/ 704712 h 726234"/>
                <a:gd name="csX2" fmla="*/ 10072 w 1132200"/>
                <a:gd name="csY2" fmla="*/ 689533 h 726234"/>
                <a:gd name="csX3" fmla="*/ 9882 w 1132200"/>
                <a:gd name="csY3" fmla="*/ 689198 h 726234"/>
                <a:gd name="csX4" fmla="*/ 2845 w 1132200"/>
                <a:gd name="csY4" fmla="*/ 674350 h 726234"/>
                <a:gd name="csX5" fmla="*/ 0 w 1132200"/>
                <a:gd name="csY5" fmla="*/ 659168 h 726234"/>
                <a:gd name="csX6" fmla="*/ 270 w 1132200"/>
                <a:gd name="csY6" fmla="*/ 643985 h 726234"/>
                <a:gd name="csX7" fmla="*/ 2932 w 1132200"/>
                <a:gd name="csY7" fmla="*/ 628803 h 726234"/>
                <a:gd name="csX8" fmla="*/ 7605 w 1132200"/>
                <a:gd name="csY8" fmla="*/ 613622 h 726234"/>
                <a:gd name="csX9" fmla="*/ 9882 w 1132200"/>
                <a:gd name="csY9" fmla="*/ 608378 h 726234"/>
                <a:gd name="csX10" fmla="*/ 13687 w 1132200"/>
                <a:gd name="csY10" fmla="*/ 598440 h 726234"/>
                <a:gd name="csX11" fmla="*/ 20992 w 1132200"/>
                <a:gd name="csY11" fmla="*/ 583258 h 726234"/>
                <a:gd name="csX12" fmla="*/ 29819 w 1132200"/>
                <a:gd name="csY12" fmla="*/ 568075 h 726234"/>
                <a:gd name="csX13" fmla="*/ 33551 w 1132200"/>
                <a:gd name="csY13" fmla="*/ 562599 h 726234"/>
                <a:gd name="csX14" fmla="*/ 39454 w 1132200"/>
                <a:gd name="csY14" fmla="*/ 552893 h 726234"/>
                <a:gd name="csX15" fmla="*/ 50087 w 1132200"/>
                <a:gd name="csY15" fmla="*/ 537711 h 726234"/>
                <a:gd name="csX16" fmla="*/ 57219 w 1132200"/>
                <a:gd name="csY16" fmla="*/ 528805 h 726234"/>
                <a:gd name="csX17" fmla="*/ 61752 w 1132200"/>
                <a:gd name="csY17" fmla="*/ 522529 h 726234"/>
                <a:gd name="csX18" fmla="*/ 74039 w 1132200"/>
                <a:gd name="csY18" fmla="*/ 507347 h 726234"/>
                <a:gd name="csX19" fmla="*/ 80889 w 1132200"/>
                <a:gd name="csY19" fmla="*/ 499804 h 726234"/>
                <a:gd name="csX20" fmla="*/ 87209 w 1132200"/>
                <a:gd name="csY20" fmla="*/ 492166 h 726234"/>
                <a:gd name="csX21" fmla="*/ 101254 w 1132200"/>
                <a:gd name="csY21" fmla="*/ 476983 h 726234"/>
                <a:gd name="csX22" fmla="*/ 104558 w 1132200"/>
                <a:gd name="csY22" fmla="*/ 473694 h 726234"/>
                <a:gd name="csX23" fmla="*/ 115556 w 1132200"/>
                <a:gd name="csY23" fmla="*/ 461801 h 726234"/>
                <a:gd name="csX24" fmla="*/ 128226 w 1132200"/>
                <a:gd name="csY24" fmla="*/ 449609 h 726234"/>
                <a:gd name="csX25" fmla="*/ 131108 w 1132200"/>
                <a:gd name="csY25" fmla="*/ 446619 h 726234"/>
                <a:gd name="csX26" fmla="*/ 146877 w 1132200"/>
                <a:gd name="csY26" fmla="*/ 431437 h 726234"/>
                <a:gd name="csX27" fmla="*/ 151896 w 1132200"/>
                <a:gd name="csY27" fmla="*/ 426978 h 726234"/>
                <a:gd name="csX28" fmla="*/ 163208 w 1132200"/>
                <a:gd name="csY28" fmla="*/ 416255 h 726234"/>
                <a:gd name="csX29" fmla="*/ 175564 w 1132200"/>
                <a:gd name="csY29" fmla="*/ 405604 h 726234"/>
                <a:gd name="csX30" fmla="*/ 180528 w 1132200"/>
                <a:gd name="csY30" fmla="*/ 401072 h 726234"/>
                <a:gd name="csX31" fmla="*/ 198594 w 1132200"/>
                <a:gd name="csY31" fmla="*/ 385890 h 726234"/>
                <a:gd name="csX32" fmla="*/ 199233 w 1132200"/>
                <a:gd name="csY32" fmla="*/ 385374 h 726234"/>
                <a:gd name="csX33" fmla="*/ 216548 w 1132200"/>
                <a:gd name="csY33" fmla="*/ 370708 h 726234"/>
                <a:gd name="csX34" fmla="*/ 222902 w 1132200"/>
                <a:gd name="csY34" fmla="*/ 365713 h 726234"/>
                <a:gd name="csX35" fmla="*/ 235353 w 1132200"/>
                <a:gd name="csY35" fmla="*/ 355527 h 726234"/>
                <a:gd name="csX36" fmla="*/ 246566 w 1132200"/>
                <a:gd name="csY36" fmla="*/ 346948 h 726234"/>
                <a:gd name="csX37" fmla="*/ 254932 w 1132200"/>
                <a:gd name="csY37" fmla="*/ 340345 h 726234"/>
                <a:gd name="csX38" fmla="*/ 270245 w 1132200"/>
                <a:gd name="csY38" fmla="*/ 328949 h 726234"/>
                <a:gd name="csX39" fmla="*/ 275204 w 1132200"/>
                <a:gd name="csY39" fmla="*/ 325162 h 726234"/>
                <a:gd name="csX40" fmla="*/ 293912 w 1132200"/>
                <a:gd name="csY40" fmla="*/ 311611 h 726234"/>
                <a:gd name="csX41" fmla="*/ 296124 w 1132200"/>
                <a:gd name="csY41" fmla="*/ 309980 h 726234"/>
                <a:gd name="csX42" fmla="*/ 317580 w 1132200"/>
                <a:gd name="csY42" fmla="*/ 294852 h 726234"/>
                <a:gd name="csX43" fmla="*/ 317658 w 1132200"/>
                <a:gd name="csY43" fmla="*/ 294798 h 726234"/>
                <a:gd name="csX44" fmla="*/ 339482 w 1132200"/>
                <a:gd name="csY44" fmla="*/ 279616 h 726234"/>
                <a:gd name="csX45" fmla="*/ 341247 w 1132200"/>
                <a:gd name="csY45" fmla="*/ 278426 h 726234"/>
                <a:gd name="csX46" fmla="*/ 362022 w 1132200"/>
                <a:gd name="csY46" fmla="*/ 264434 h 726234"/>
                <a:gd name="csX47" fmla="*/ 364915 w 1132200"/>
                <a:gd name="csY47" fmla="*/ 262529 h 726234"/>
                <a:gd name="csX48" fmla="*/ 385276 w 1132200"/>
                <a:gd name="csY48" fmla="*/ 249251 h 726234"/>
                <a:gd name="csX49" fmla="*/ 388582 w 1132200"/>
                <a:gd name="csY49" fmla="*/ 247133 h 726234"/>
                <a:gd name="csX50" fmla="*/ 409278 w 1132200"/>
                <a:gd name="csY50" fmla="*/ 234069 h 726234"/>
                <a:gd name="csX51" fmla="*/ 412249 w 1132200"/>
                <a:gd name="csY51" fmla="*/ 232213 h 726234"/>
                <a:gd name="csX52" fmla="*/ 434063 w 1132200"/>
                <a:gd name="csY52" fmla="*/ 218888 h 726234"/>
                <a:gd name="csX53" fmla="*/ 435917 w 1132200"/>
                <a:gd name="csY53" fmla="*/ 217757 h 726234"/>
                <a:gd name="csX54" fmla="*/ 459595 w 1132200"/>
                <a:gd name="csY54" fmla="*/ 203754 h 726234"/>
                <a:gd name="csX55" fmla="*/ 459674 w 1132200"/>
                <a:gd name="csY55" fmla="*/ 203706 h 726234"/>
                <a:gd name="csX56" fmla="*/ 483263 w 1132200"/>
                <a:gd name="csY56" fmla="*/ 189943 h 726234"/>
                <a:gd name="csX57" fmla="*/ 485798 w 1132200"/>
                <a:gd name="csY57" fmla="*/ 188524 h 726234"/>
                <a:gd name="csX58" fmla="*/ 506930 w 1132200"/>
                <a:gd name="csY58" fmla="*/ 176525 h 726234"/>
                <a:gd name="csX59" fmla="*/ 512827 w 1132200"/>
                <a:gd name="csY59" fmla="*/ 173342 h 726234"/>
                <a:gd name="csX60" fmla="*/ 530598 w 1132200"/>
                <a:gd name="csY60" fmla="*/ 163523 h 726234"/>
                <a:gd name="csX61" fmla="*/ 540895 w 1132200"/>
                <a:gd name="csY61" fmla="*/ 158159 h 726234"/>
                <a:gd name="csX62" fmla="*/ 554265 w 1132200"/>
                <a:gd name="csY62" fmla="*/ 150966 h 726234"/>
                <a:gd name="csX63" fmla="*/ 570147 w 1132200"/>
                <a:gd name="csY63" fmla="*/ 142977 h 726234"/>
                <a:gd name="csX64" fmla="*/ 577932 w 1132200"/>
                <a:gd name="csY64" fmla="*/ 138902 h 726234"/>
                <a:gd name="csX65" fmla="*/ 600796 w 1132200"/>
                <a:gd name="csY65" fmla="*/ 127795 h 726234"/>
                <a:gd name="csX66" fmla="*/ 601600 w 1132200"/>
                <a:gd name="csY66" fmla="*/ 127385 h 726234"/>
                <a:gd name="csX67" fmla="*/ 625267 w 1132200"/>
                <a:gd name="csY67" fmla="*/ 115797 h 726234"/>
                <a:gd name="csX68" fmla="*/ 632337 w 1132200"/>
                <a:gd name="csY68" fmla="*/ 112613 h 726234"/>
                <a:gd name="csX69" fmla="*/ 648946 w 1132200"/>
                <a:gd name="csY69" fmla="*/ 104687 h 726234"/>
                <a:gd name="csX70" fmla="*/ 665655 w 1132200"/>
                <a:gd name="csY70" fmla="*/ 97431 h 726234"/>
                <a:gd name="csX71" fmla="*/ 672613 w 1132200"/>
                <a:gd name="csY71" fmla="*/ 94213 h 726234"/>
                <a:gd name="csX72" fmla="*/ 696280 w 1132200"/>
                <a:gd name="csY72" fmla="*/ 84097 h 726234"/>
                <a:gd name="csX73" fmla="*/ 700938 w 1132200"/>
                <a:gd name="csY73" fmla="*/ 82249 h 726234"/>
                <a:gd name="csX74" fmla="*/ 719948 w 1132200"/>
                <a:gd name="csY74" fmla="*/ 74122 h 726234"/>
                <a:gd name="csX75" fmla="*/ 738489 w 1132200"/>
                <a:gd name="csY75" fmla="*/ 67067 h 726234"/>
                <a:gd name="csX76" fmla="*/ 743615 w 1132200"/>
                <a:gd name="csY76" fmla="*/ 64947 h 726234"/>
                <a:gd name="csX77" fmla="*/ 767283 w 1132200"/>
                <a:gd name="csY77" fmla="*/ 55938 h 726234"/>
                <a:gd name="csX78" fmla="*/ 779200 w 1132200"/>
                <a:gd name="csY78" fmla="*/ 51885 h 726234"/>
                <a:gd name="csX79" fmla="*/ 790950 w 1132200"/>
                <a:gd name="csY79" fmla="*/ 47491 h 726234"/>
                <a:gd name="csX80" fmla="*/ 814629 w 1132200"/>
                <a:gd name="csY80" fmla="*/ 39610 h 726234"/>
                <a:gd name="csX81" fmla="*/ 824413 w 1132200"/>
                <a:gd name="csY81" fmla="*/ 36703 h 726234"/>
                <a:gd name="csX82" fmla="*/ 838296 w 1132200"/>
                <a:gd name="csY82" fmla="*/ 32127 h 726234"/>
                <a:gd name="csX83" fmla="*/ 861963 w 1132200"/>
                <a:gd name="csY83" fmla="*/ 25307 h 726234"/>
                <a:gd name="csX84" fmla="*/ 877098 w 1132200"/>
                <a:gd name="csY84" fmla="*/ 21521 h 726234"/>
                <a:gd name="csX85" fmla="*/ 885631 w 1132200"/>
                <a:gd name="csY85" fmla="*/ 19127 h 726234"/>
                <a:gd name="csX86" fmla="*/ 909298 w 1132200"/>
                <a:gd name="csY86" fmla="*/ 13466 h 726234"/>
                <a:gd name="csX87" fmla="*/ 932966 w 1132200"/>
                <a:gd name="csY87" fmla="*/ 8779 h 726234"/>
                <a:gd name="csX88" fmla="*/ 948457 w 1132200"/>
                <a:gd name="csY88" fmla="*/ 6338 h 726234"/>
                <a:gd name="csX89" fmla="*/ 956633 w 1132200"/>
                <a:gd name="csY89" fmla="*/ 4878 h 726234"/>
                <a:gd name="csX90" fmla="*/ 980300 w 1132200"/>
                <a:gd name="csY90" fmla="*/ 1881 h 726234"/>
                <a:gd name="csX91" fmla="*/ 1003979 w 1132200"/>
                <a:gd name="csY91" fmla="*/ 173 h 726234"/>
                <a:gd name="csX92" fmla="*/ 1027646 w 1132200"/>
                <a:gd name="csY92" fmla="*/ 0 h 726234"/>
                <a:gd name="csX93" fmla="*/ 1051314 w 1132200"/>
                <a:gd name="csY93" fmla="*/ 1825 h 726234"/>
                <a:gd name="csX94" fmla="*/ 1074467 w 1132200"/>
                <a:gd name="csY94" fmla="*/ 6338 h 726234"/>
                <a:gd name="csX95" fmla="*/ 1074981 w 1132200"/>
                <a:gd name="csY95" fmla="*/ 6460 h 726234"/>
                <a:gd name="csX96" fmla="*/ 1098648 w 1132200"/>
                <a:gd name="csY96" fmla="*/ 16044 h 726234"/>
                <a:gd name="csX97" fmla="*/ 1107182 w 1132200"/>
                <a:gd name="csY97" fmla="*/ 21521 h 726234"/>
                <a:gd name="csX98" fmla="*/ 1122126 w 1132200"/>
                <a:gd name="csY98" fmla="*/ 36703 h 726234"/>
                <a:gd name="csX99" fmla="*/ 1122316 w 1132200"/>
                <a:gd name="csY99" fmla="*/ 37035 h 726234"/>
                <a:gd name="csX100" fmla="*/ 1129352 w 1132200"/>
                <a:gd name="csY100" fmla="*/ 51885 h 726234"/>
                <a:gd name="csX101" fmla="*/ 1132201 w 1132200"/>
                <a:gd name="csY101" fmla="*/ 67067 h 726234"/>
                <a:gd name="csX102" fmla="*/ 1131933 w 1132200"/>
                <a:gd name="csY102" fmla="*/ 82249 h 726234"/>
                <a:gd name="csX103" fmla="*/ 1129263 w 1132200"/>
                <a:gd name="csY103" fmla="*/ 97431 h 726234"/>
                <a:gd name="csX104" fmla="*/ 1124594 w 1132200"/>
                <a:gd name="csY104" fmla="*/ 112613 h 726234"/>
                <a:gd name="csX105" fmla="*/ 1122316 w 1132200"/>
                <a:gd name="csY105" fmla="*/ 117857 h 726234"/>
                <a:gd name="csX106" fmla="*/ 1118518 w 1132200"/>
                <a:gd name="csY106" fmla="*/ 127795 h 726234"/>
                <a:gd name="csX107" fmla="*/ 1111203 w 1132200"/>
                <a:gd name="csY107" fmla="*/ 142977 h 726234"/>
                <a:gd name="csX108" fmla="*/ 1102379 w 1132200"/>
                <a:gd name="csY108" fmla="*/ 158159 h 726234"/>
                <a:gd name="csX109" fmla="*/ 1098648 w 1132200"/>
                <a:gd name="csY109" fmla="*/ 163636 h 726234"/>
                <a:gd name="csX110" fmla="*/ 1092751 w 1132200"/>
                <a:gd name="csY110" fmla="*/ 173342 h 726234"/>
                <a:gd name="csX111" fmla="*/ 1082118 w 1132200"/>
                <a:gd name="csY111" fmla="*/ 188524 h 726234"/>
                <a:gd name="csX112" fmla="*/ 1074981 w 1132200"/>
                <a:gd name="csY112" fmla="*/ 197430 h 726234"/>
                <a:gd name="csX113" fmla="*/ 1070446 w 1132200"/>
                <a:gd name="csY113" fmla="*/ 203706 h 726234"/>
                <a:gd name="csX114" fmla="*/ 1058160 w 1132200"/>
                <a:gd name="csY114" fmla="*/ 218888 h 726234"/>
                <a:gd name="csX115" fmla="*/ 1051314 w 1132200"/>
                <a:gd name="csY115" fmla="*/ 226431 h 726234"/>
                <a:gd name="csX116" fmla="*/ 1044992 w 1132200"/>
                <a:gd name="csY116" fmla="*/ 234069 h 726234"/>
                <a:gd name="csX117" fmla="*/ 1030941 w 1132200"/>
                <a:gd name="csY117" fmla="*/ 249251 h 726234"/>
                <a:gd name="csX118" fmla="*/ 1027646 w 1132200"/>
                <a:gd name="csY118" fmla="*/ 252541 h 726234"/>
                <a:gd name="csX119" fmla="*/ 1016645 w 1132200"/>
                <a:gd name="csY119" fmla="*/ 264434 h 726234"/>
                <a:gd name="csX120" fmla="*/ 1003979 w 1132200"/>
                <a:gd name="csY120" fmla="*/ 276626 h 726234"/>
                <a:gd name="csX121" fmla="*/ 1001097 w 1132200"/>
                <a:gd name="csY121" fmla="*/ 279616 h 726234"/>
                <a:gd name="csX122" fmla="*/ 985326 w 1132200"/>
                <a:gd name="csY122" fmla="*/ 294798 h 726234"/>
                <a:gd name="csX123" fmla="*/ 980300 w 1132200"/>
                <a:gd name="csY123" fmla="*/ 299257 h 726234"/>
                <a:gd name="csX124" fmla="*/ 968997 w 1132200"/>
                <a:gd name="csY124" fmla="*/ 309980 h 726234"/>
                <a:gd name="csX125" fmla="*/ 956633 w 1132200"/>
                <a:gd name="csY125" fmla="*/ 320631 h 726234"/>
                <a:gd name="csX126" fmla="*/ 951674 w 1132200"/>
                <a:gd name="csY126" fmla="*/ 325162 h 726234"/>
                <a:gd name="csX127" fmla="*/ 933602 w 1132200"/>
                <a:gd name="csY127" fmla="*/ 340345 h 726234"/>
                <a:gd name="csX128" fmla="*/ 932966 w 1132200"/>
                <a:gd name="csY128" fmla="*/ 340861 h 726234"/>
                <a:gd name="csX129" fmla="*/ 915653 w 1132200"/>
                <a:gd name="csY129" fmla="*/ 355527 h 726234"/>
                <a:gd name="csX130" fmla="*/ 909298 w 1132200"/>
                <a:gd name="csY130" fmla="*/ 360522 h 726234"/>
                <a:gd name="csX131" fmla="*/ 896845 w 1132200"/>
                <a:gd name="csY131" fmla="*/ 370708 h 726234"/>
                <a:gd name="csX132" fmla="*/ 885631 w 1132200"/>
                <a:gd name="csY132" fmla="*/ 379287 h 726234"/>
                <a:gd name="csX133" fmla="*/ 877265 w 1132200"/>
                <a:gd name="csY133" fmla="*/ 385890 h 726234"/>
                <a:gd name="csX134" fmla="*/ 861963 w 1132200"/>
                <a:gd name="csY134" fmla="*/ 397286 h 726234"/>
                <a:gd name="csX135" fmla="*/ 856993 w 1132200"/>
                <a:gd name="csY135" fmla="*/ 401072 h 726234"/>
                <a:gd name="csX136" fmla="*/ 838296 w 1132200"/>
                <a:gd name="csY136" fmla="*/ 414624 h 726234"/>
                <a:gd name="csX137" fmla="*/ 836085 w 1132200"/>
                <a:gd name="csY137" fmla="*/ 416255 h 726234"/>
                <a:gd name="csX138" fmla="*/ 814629 w 1132200"/>
                <a:gd name="csY138" fmla="*/ 431383 h 726234"/>
                <a:gd name="csX139" fmla="*/ 814550 w 1132200"/>
                <a:gd name="csY139" fmla="*/ 431437 h 726234"/>
                <a:gd name="csX140" fmla="*/ 792715 w 1132200"/>
                <a:gd name="csY140" fmla="*/ 446619 h 726234"/>
                <a:gd name="csX141" fmla="*/ 790950 w 1132200"/>
                <a:gd name="csY141" fmla="*/ 447808 h 726234"/>
                <a:gd name="csX142" fmla="*/ 770175 w 1132200"/>
                <a:gd name="csY142" fmla="*/ 461801 h 726234"/>
                <a:gd name="csX143" fmla="*/ 767283 w 1132200"/>
                <a:gd name="csY143" fmla="*/ 463705 h 726234"/>
                <a:gd name="csX144" fmla="*/ 746921 w 1132200"/>
                <a:gd name="csY144" fmla="*/ 476983 h 726234"/>
                <a:gd name="csX145" fmla="*/ 743615 w 1132200"/>
                <a:gd name="csY145" fmla="*/ 479102 h 726234"/>
                <a:gd name="csX146" fmla="*/ 722919 w 1132200"/>
                <a:gd name="csY146" fmla="*/ 492166 h 726234"/>
                <a:gd name="csX147" fmla="*/ 719948 w 1132200"/>
                <a:gd name="csY147" fmla="*/ 494022 h 726234"/>
                <a:gd name="csX148" fmla="*/ 698135 w 1132200"/>
                <a:gd name="csY148" fmla="*/ 507347 h 726234"/>
                <a:gd name="csX149" fmla="*/ 696280 w 1132200"/>
                <a:gd name="csY149" fmla="*/ 508478 h 726234"/>
                <a:gd name="csX150" fmla="*/ 672613 w 1132200"/>
                <a:gd name="csY150" fmla="*/ 522481 h 726234"/>
                <a:gd name="csX151" fmla="*/ 672524 w 1132200"/>
                <a:gd name="csY151" fmla="*/ 522529 h 726234"/>
                <a:gd name="csX152" fmla="*/ 648946 w 1132200"/>
                <a:gd name="csY152" fmla="*/ 536291 h 726234"/>
                <a:gd name="csX153" fmla="*/ 646399 w 1132200"/>
                <a:gd name="csY153" fmla="*/ 537711 h 726234"/>
                <a:gd name="csX154" fmla="*/ 625267 w 1132200"/>
                <a:gd name="csY154" fmla="*/ 549709 h 726234"/>
                <a:gd name="csX155" fmla="*/ 619370 w 1132200"/>
                <a:gd name="csY155" fmla="*/ 552893 h 726234"/>
                <a:gd name="csX156" fmla="*/ 601600 w 1132200"/>
                <a:gd name="csY156" fmla="*/ 562712 h 726234"/>
                <a:gd name="csX157" fmla="*/ 591313 w 1132200"/>
                <a:gd name="csY157" fmla="*/ 568075 h 726234"/>
                <a:gd name="csX158" fmla="*/ 577932 w 1132200"/>
                <a:gd name="csY158" fmla="*/ 575268 h 726234"/>
                <a:gd name="csX159" fmla="*/ 562050 w 1132200"/>
                <a:gd name="csY159" fmla="*/ 583258 h 726234"/>
                <a:gd name="csX160" fmla="*/ 554265 w 1132200"/>
                <a:gd name="csY160" fmla="*/ 587333 h 726234"/>
                <a:gd name="csX161" fmla="*/ 531402 w 1132200"/>
                <a:gd name="csY161" fmla="*/ 598440 h 726234"/>
                <a:gd name="csX162" fmla="*/ 530598 w 1132200"/>
                <a:gd name="csY162" fmla="*/ 598850 h 726234"/>
                <a:gd name="csX163" fmla="*/ 506930 w 1132200"/>
                <a:gd name="csY163" fmla="*/ 610438 h 726234"/>
                <a:gd name="csX164" fmla="*/ 499860 w 1132200"/>
                <a:gd name="csY164" fmla="*/ 613622 h 726234"/>
                <a:gd name="csX165" fmla="*/ 483263 w 1132200"/>
                <a:gd name="csY165" fmla="*/ 621548 h 726234"/>
                <a:gd name="csX166" fmla="*/ 466543 w 1132200"/>
                <a:gd name="csY166" fmla="*/ 628803 h 726234"/>
                <a:gd name="csX167" fmla="*/ 459595 w 1132200"/>
                <a:gd name="csY167" fmla="*/ 632022 h 726234"/>
                <a:gd name="csX168" fmla="*/ 435917 w 1132200"/>
                <a:gd name="csY168" fmla="*/ 642138 h 726234"/>
                <a:gd name="csX169" fmla="*/ 431259 w 1132200"/>
                <a:gd name="csY169" fmla="*/ 643985 h 726234"/>
                <a:gd name="csX170" fmla="*/ 412249 w 1132200"/>
                <a:gd name="csY170" fmla="*/ 652113 h 726234"/>
                <a:gd name="csX171" fmla="*/ 393709 w 1132200"/>
                <a:gd name="csY171" fmla="*/ 659168 h 726234"/>
                <a:gd name="csX172" fmla="*/ 388582 w 1132200"/>
                <a:gd name="csY172" fmla="*/ 661287 h 726234"/>
                <a:gd name="csX173" fmla="*/ 364915 w 1132200"/>
                <a:gd name="csY173" fmla="*/ 670296 h 726234"/>
                <a:gd name="csX174" fmla="*/ 353008 w 1132200"/>
                <a:gd name="csY174" fmla="*/ 674350 h 726234"/>
                <a:gd name="csX175" fmla="*/ 341247 w 1132200"/>
                <a:gd name="csY175" fmla="*/ 678744 h 726234"/>
                <a:gd name="csX176" fmla="*/ 317580 w 1132200"/>
                <a:gd name="csY176" fmla="*/ 686629 h 726234"/>
                <a:gd name="csX177" fmla="*/ 307796 w 1132200"/>
                <a:gd name="csY177" fmla="*/ 689533 h 726234"/>
                <a:gd name="csX178" fmla="*/ 293912 w 1132200"/>
                <a:gd name="csY178" fmla="*/ 694112 h 726234"/>
                <a:gd name="csX179" fmla="*/ 270245 w 1132200"/>
                <a:gd name="csY179" fmla="*/ 700926 h 726234"/>
                <a:gd name="csX180" fmla="*/ 255111 w 1132200"/>
                <a:gd name="csY180" fmla="*/ 704712 h 726234"/>
                <a:gd name="csX181" fmla="*/ 246566 w 1132200"/>
                <a:gd name="csY181" fmla="*/ 707102 h 726234"/>
                <a:gd name="csX182" fmla="*/ 222902 w 1132200"/>
                <a:gd name="csY182" fmla="*/ 712765 h 726234"/>
                <a:gd name="csX183" fmla="*/ 199233 w 1132200"/>
                <a:gd name="csY183" fmla="*/ 717456 h 726234"/>
                <a:gd name="csX184" fmla="*/ 183739 w 1132200"/>
                <a:gd name="csY184" fmla="*/ 719891 h 726234"/>
                <a:gd name="csX185" fmla="*/ 175564 w 1132200"/>
                <a:gd name="csY185" fmla="*/ 721354 h 726234"/>
                <a:gd name="csX186" fmla="*/ 151896 w 1132200"/>
                <a:gd name="csY186" fmla="*/ 724358 h 726234"/>
                <a:gd name="csX187" fmla="*/ 128226 w 1132200"/>
                <a:gd name="csY187" fmla="*/ 726067 h 726234"/>
                <a:gd name="csX188" fmla="*/ 104558 w 1132200"/>
                <a:gd name="csY188" fmla="*/ 726235 h 726234"/>
                <a:gd name="csX189" fmla="*/ 80889 w 1132200"/>
                <a:gd name="csY189" fmla="*/ 724414 h 726234"/>
                <a:gd name="csX190" fmla="*/ 57738 w 1132200"/>
                <a:gd name="csY190" fmla="*/ 719891 h 726234"/>
                <a:gd name="csX191" fmla="*/ 57219 w 1132200"/>
                <a:gd name="csY191" fmla="*/ 719779 h 726234"/>
                <a:gd name="csX192" fmla="*/ 33551 w 1132200"/>
                <a:gd name="csY192" fmla="*/ 710185 h 72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32200" h="726234">
                  <a:moveTo>
                    <a:pt x="33551" y="710185"/>
                  </a:moveTo>
                  <a:lnTo>
                    <a:pt x="25014" y="704712"/>
                  </a:lnTo>
                  <a:lnTo>
                    <a:pt x="10072" y="689533"/>
                  </a:lnTo>
                  <a:lnTo>
                    <a:pt x="9882" y="689198"/>
                  </a:lnTo>
                  <a:lnTo>
                    <a:pt x="2845" y="674350"/>
                  </a:lnTo>
                  <a:lnTo>
                    <a:pt x="0" y="659168"/>
                  </a:lnTo>
                  <a:lnTo>
                    <a:pt x="270" y="643985"/>
                  </a:lnTo>
                  <a:lnTo>
                    <a:pt x="2932" y="628803"/>
                  </a:lnTo>
                  <a:lnTo>
                    <a:pt x="7605" y="613622"/>
                  </a:lnTo>
                  <a:lnTo>
                    <a:pt x="9882" y="608378"/>
                  </a:lnTo>
                  <a:lnTo>
                    <a:pt x="13687" y="598440"/>
                  </a:lnTo>
                  <a:lnTo>
                    <a:pt x="20992" y="583258"/>
                  </a:lnTo>
                  <a:lnTo>
                    <a:pt x="29819" y="568075"/>
                  </a:lnTo>
                  <a:lnTo>
                    <a:pt x="33551" y="562599"/>
                  </a:lnTo>
                  <a:lnTo>
                    <a:pt x="39454" y="552893"/>
                  </a:lnTo>
                  <a:lnTo>
                    <a:pt x="50087" y="537711"/>
                  </a:lnTo>
                  <a:lnTo>
                    <a:pt x="57219" y="528805"/>
                  </a:lnTo>
                  <a:lnTo>
                    <a:pt x="61752" y="522529"/>
                  </a:lnTo>
                  <a:lnTo>
                    <a:pt x="74039" y="507347"/>
                  </a:lnTo>
                  <a:lnTo>
                    <a:pt x="80889" y="499804"/>
                  </a:lnTo>
                  <a:lnTo>
                    <a:pt x="87209" y="492166"/>
                  </a:lnTo>
                  <a:lnTo>
                    <a:pt x="101254" y="476983"/>
                  </a:lnTo>
                  <a:lnTo>
                    <a:pt x="104558" y="473694"/>
                  </a:lnTo>
                  <a:lnTo>
                    <a:pt x="115556" y="461801"/>
                  </a:lnTo>
                  <a:lnTo>
                    <a:pt x="128226" y="449609"/>
                  </a:lnTo>
                  <a:lnTo>
                    <a:pt x="131108" y="446619"/>
                  </a:lnTo>
                  <a:lnTo>
                    <a:pt x="146877" y="431437"/>
                  </a:lnTo>
                  <a:lnTo>
                    <a:pt x="151896" y="426978"/>
                  </a:lnTo>
                  <a:lnTo>
                    <a:pt x="163208" y="416255"/>
                  </a:lnTo>
                  <a:lnTo>
                    <a:pt x="175564" y="405604"/>
                  </a:lnTo>
                  <a:lnTo>
                    <a:pt x="180528" y="401072"/>
                  </a:lnTo>
                  <a:lnTo>
                    <a:pt x="198594" y="385890"/>
                  </a:lnTo>
                  <a:lnTo>
                    <a:pt x="199233" y="385374"/>
                  </a:lnTo>
                  <a:lnTo>
                    <a:pt x="216548" y="370708"/>
                  </a:lnTo>
                  <a:lnTo>
                    <a:pt x="222902" y="365713"/>
                  </a:lnTo>
                  <a:lnTo>
                    <a:pt x="235353" y="355527"/>
                  </a:lnTo>
                  <a:lnTo>
                    <a:pt x="246566" y="346948"/>
                  </a:lnTo>
                  <a:lnTo>
                    <a:pt x="254932" y="340345"/>
                  </a:lnTo>
                  <a:lnTo>
                    <a:pt x="270245" y="328949"/>
                  </a:lnTo>
                  <a:lnTo>
                    <a:pt x="275204" y="325162"/>
                  </a:lnTo>
                  <a:lnTo>
                    <a:pt x="293912" y="311611"/>
                  </a:lnTo>
                  <a:lnTo>
                    <a:pt x="296124" y="309980"/>
                  </a:lnTo>
                  <a:lnTo>
                    <a:pt x="317580" y="294852"/>
                  </a:lnTo>
                  <a:lnTo>
                    <a:pt x="317658" y="294798"/>
                  </a:lnTo>
                  <a:lnTo>
                    <a:pt x="339482" y="279616"/>
                  </a:lnTo>
                  <a:lnTo>
                    <a:pt x="341247" y="278426"/>
                  </a:lnTo>
                  <a:lnTo>
                    <a:pt x="362022" y="264434"/>
                  </a:lnTo>
                  <a:lnTo>
                    <a:pt x="364915" y="262529"/>
                  </a:lnTo>
                  <a:lnTo>
                    <a:pt x="385276" y="249251"/>
                  </a:lnTo>
                  <a:lnTo>
                    <a:pt x="388582" y="247133"/>
                  </a:lnTo>
                  <a:lnTo>
                    <a:pt x="409278" y="234069"/>
                  </a:lnTo>
                  <a:lnTo>
                    <a:pt x="412249" y="232213"/>
                  </a:lnTo>
                  <a:lnTo>
                    <a:pt x="434063" y="218888"/>
                  </a:lnTo>
                  <a:lnTo>
                    <a:pt x="435917" y="217757"/>
                  </a:lnTo>
                  <a:lnTo>
                    <a:pt x="459595" y="203754"/>
                  </a:lnTo>
                  <a:lnTo>
                    <a:pt x="459674" y="203706"/>
                  </a:lnTo>
                  <a:lnTo>
                    <a:pt x="483263" y="189943"/>
                  </a:lnTo>
                  <a:lnTo>
                    <a:pt x="485798" y="188524"/>
                  </a:lnTo>
                  <a:lnTo>
                    <a:pt x="506930" y="176525"/>
                  </a:lnTo>
                  <a:lnTo>
                    <a:pt x="512827" y="173342"/>
                  </a:lnTo>
                  <a:lnTo>
                    <a:pt x="530598" y="163523"/>
                  </a:lnTo>
                  <a:lnTo>
                    <a:pt x="540895" y="158159"/>
                  </a:lnTo>
                  <a:lnTo>
                    <a:pt x="554265" y="150966"/>
                  </a:lnTo>
                  <a:lnTo>
                    <a:pt x="570147" y="142977"/>
                  </a:lnTo>
                  <a:lnTo>
                    <a:pt x="577932" y="138902"/>
                  </a:lnTo>
                  <a:lnTo>
                    <a:pt x="600796" y="127795"/>
                  </a:lnTo>
                  <a:lnTo>
                    <a:pt x="601600" y="127385"/>
                  </a:lnTo>
                  <a:lnTo>
                    <a:pt x="625267" y="115797"/>
                  </a:lnTo>
                  <a:lnTo>
                    <a:pt x="632337" y="112613"/>
                  </a:lnTo>
                  <a:lnTo>
                    <a:pt x="648946" y="104687"/>
                  </a:lnTo>
                  <a:lnTo>
                    <a:pt x="665655" y="97431"/>
                  </a:lnTo>
                  <a:lnTo>
                    <a:pt x="672613" y="94213"/>
                  </a:lnTo>
                  <a:lnTo>
                    <a:pt x="696280" y="84097"/>
                  </a:lnTo>
                  <a:lnTo>
                    <a:pt x="700938" y="82249"/>
                  </a:lnTo>
                  <a:lnTo>
                    <a:pt x="719948" y="74122"/>
                  </a:lnTo>
                  <a:lnTo>
                    <a:pt x="738489" y="67067"/>
                  </a:lnTo>
                  <a:lnTo>
                    <a:pt x="743615" y="64947"/>
                  </a:lnTo>
                  <a:lnTo>
                    <a:pt x="767283" y="55938"/>
                  </a:lnTo>
                  <a:lnTo>
                    <a:pt x="779200" y="51885"/>
                  </a:lnTo>
                  <a:lnTo>
                    <a:pt x="790950" y="47491"/>
                  </a:lnTo>
                  <a:lnTo>
                    <a:pt x="814629" y="39610"/>
                  </a:lnTo>
                  <a:lnTo>
                    <a:pt x="824413" y="36703"/>
                  </a:lnTo>
                  <a:lnTo>
                    <a:pt x="838296" y="32127"/>
                  </a:lnTo>
                  <a:lnTo>
                    <a:pt x="861963" y="25307"/>
                  </a:lnTo>
                  <a:lnTo>
                    <a:pt x="877098" y="21521"/>
                  </a:lnTo>
                  <a:lnTo>
                    <a:pt x="885631" y="19127"/>
                  </a:lnTo>
                  <a:lnTo>
                    <a:pt x="909298" y="13466"/>
                  </a:lnTo>
                  <a:lnTo>
                    <a:pt x="932966" y="8779"/>
                  </a:lnTo>
                  <a:lnTo>
                    <a:pt x="948457" y="6338"/>
                  </a:lnTo>
                  <a:lnTo>
                    <a:pt x="956633" y="4878"/>
                  </a:lnTo>
                  <a:lnTo>
                    <a:pt x="980300" y="1881"/>
                  </a:lnTo>
                  <a:lnTo>
                    <a:pt x="1003979" y="173"/>
                  </a:lnTo>
                  <a:lnTo>
                    <a:pt x="1027646" y="0"/>
                  </a:lnTo>
                  <a:lnTo>
                    <a:pt x="1051314" y="1825"/>
                  </a:lnTo>
                  <a:lnTo>
                    <a:pt x="1074467" y="6338"/>
                  </a:lnTo>
                  <a:lnTo>
                    <a:pt x="1074981" y="6460"/>
                  </a:lnTo>
                  <a:lnTo>
                    <a:pt x="1098648" y="16044"/>
                  </a:lnTo>
                  <a:lnTo>
                    <a:pt x="1107182" y="21521"/>
                  </a:lnTo>
                  <a:lnTo>
                    <a:pt x="1122126" y="36703"/>
                  </a:lnTo>
                  <a:lnTo>
                    <a:pt x="1122316" y="37035"/>
                  </a:lnTo>
                  <a:lnTo>
                    <a:pt x="1129352" y="51885"/>
                  </a:lnTo>
                  <a:lnTo>
                    <a:pt x="1132201" y="67067"/>
                  </a:lnTo>
                  <a:lnTo>
                    <a:pt x="1131933" y="82249"/>
                  </a:lnTo>
                  <a:lnTo>
                    <a:pt x="1129263" y="97431"/>
                  </a:lnTo>
                  <a:lnTo>
                    <a:pt x="1124594" y="112613"/>
                  </a:lnTo>
                  <a:lnTo>
                    <a:pt x="1122316" y="117857"/>
                  </a:lnTo>
                  <a:lnTo>
                    <a:pt x="1118518" y="127795"/>
                  </a:lnTo>
                  <a:lnTo>
                    <a:pt x="1111203" y="142977"/>
                  </a:lnTo>
                  <a:lnTo>
                    <a:pt x="1102379" y="158159"/>
                  </a:lnTo>
                  <a:lnTo>
                    <a:pt x="1098648" y="163636"/>
                  </a:lnTo>
                  <a:lnTo>
                    <a:pt x="1092751" y="173342"/>
                  </a:lnTo>
                  <a:lnTo>
                    <a:pt x="1082118" y="188524"/>
                  </a:lnTo>
                  <a:lnTo>
                    <a:pt x="1074981" y="197430"/>
                  </a:lnTo>
                  <a:lnTo>
                    <a:pt x="1070446" y="203706"/>
                  </a:lnTo>
                  <a:lnTo>
                    <a:pt x="1058160" y="218888"/>
                  </a:lnTo>
                  <a:lnTo>
                    <a:pt x="1051314" y="226431"/>
                  </a:lnTo>
                  <a:lnTo>
                    <a:pt x="1044992" y="234069"/>
                  </a:lnTo>
                  <a:lnTo>
                    <a:pt x="1030941" y="249251"/>
                  </a:lnTo>
                  <a:lnTo>
                    <a:pt x="1027646" y="252541"/>
                  </a:lnTo>
                  <a:lnTo>
                    <a:pt x="1016645" y="264434"/>
                  </a:lnTo>
                  <a:lnTo>
                    <a:pt x="1003979" y="276626"/>
                  </a:lnTo>
                  <a:lnTo>
                    <a:pt x="1001097" y="279616"/>
                  </a:lnTo>
                  <a:lnTo>
                    <a:pt x="985326" y="294798"/>
                  </a:lnTo>
                  <a:lnTo>
                    <a:pt x="980300" y="299257"/>
                  </a:lnTo>
                  <a:lnTo>
                    <a:pt x="968997" y="309980"/>
                  </a:lnTo>
                  <a:lnTo>
                    <a:pt x="956633" y="320631"/>
                  </a:lnTo>
                  <a:lnTo>
                    <a:pt x="951674" y="325162"/>
                  </a:lnTo>
                  <a:lnTo>
                    <a:pt x="933602" y="340345"/>
                  </a:lnTo>
                  <a:lnTo>
                    <a:pt x="932966" y="340861"/>
                  </a:lnTo>
                  <a:lnTo>
                    <a:pt x="915653" y="355527"/>
                  </a:lnTo>
                  <a:lnTo>
                    <a:pt x="909298" y="360522"/>
                  </a:lnTo>
                  <a:lnTo>
                    <a:pt x="896845" y="370708"/>
                  </a:lnTo>
                  <a:lnTo>
                    <a:pt x="885631" y="379287"/>
                  </a:lnTo>
                  <a:lnTo>
                    <a:pt x="877265" y="385890"/>
                  </a:lnTo>
                  <a:lnTo>
                    <a:pt x="861963" y="397286"/>
                  </a:lnTo>
                  <a:lnTo>
                    <a:pt x="856993" y="401072"/>
                  </a:lnTo>
                  <a:lnTo>
                    <a:pt x="838296" y="414624"/>
                  </a:lnTo>
                  <a:lnTo>
                    <a:pt x="836085" y="416255"/>
                  </a:lnTo>
                  <a:lnTo>
                    <a:pt x="814629" y="431383"/>
                  </a:lnTo>
                  <a:lnTo>
                    <a:pt x="814550" y="431437"/>
                  </a:lnTo>
                  <a:lnTo>
                    <a:pt x="792715" y="446619"/>
                  </a:lnTo>
                  <a:lnTo>
                    <a:pt x="790950" y="447808"/>
                  </a:lnTo>
                  <a:lnTo>
                    <a:pt x="770175" y="461801"/>
                  </a:lnTo>
                  <a:lnTo>
                    <a:pt x="767283" y="463705"/>
                  </a:lnTo>
                  <a:lnTo>
                    <a:pt x="746921" y="476983"/>
                  </a:lnTo>
                  <a:lnTo>
                    <a:pt x="743615" y="479102"/>
                  </a:lnTo>
                  <a:lnTo>
                    <a:pt x="722919" y="492166"/>
                  </a:lnTo>
                  <a:lnTo>
                    <a:pt x="719948" y="494022"/>
                  </a:lnTo>
                  <a:lnTo>
                    <a:pt x="698135" y="507347"/>
                  </a:lnTo>
                  <a:lnTo>
                    <a:pt x="696280" y="508478"/>
                  </a:lnTo>
                  <a:lnTo>
                    <a:pt x="672613" y="522481"/>
                  </a:lnTo>
                  <a:lnTo>
                    <a:pt x="672524" y="522529"/>
                  </a:lnTo>
                  <a:lnTo>
                    <a:pt x="648946" y="536291"/>
                  </a:lnTo>
                  <a:lnTo>
                    <a:pt x="646399" y="537711"/>
                  </a:lnTo>
                  <a:lnTo>
                    <a:pt x="625267" y="549709"/>
                  </a:lnTo>
                  <a:lnTo>
                    <a:pt x="619370" y="552893"/>
                  </a:lnTo>
                  <a:lnTo>
                    <a:pt x="601600" y="562712"/>
                  </a:lnTo>
                  <a:lnTo>
                    <a:pt x="591313" y="568075"/>
                  </a:lnTo>
                  <a:lnTo>
                    <a:pt x="577932" y="575268"/>
                  </a:lnTo>
                  <a:lnTo>
                    <a:pt x="562050" y="583258"/>
                  </a:lnTo>
                  <a:lnTo>
                    <a:pt x="554265" y="587333"/>
                  </a:lnTo>
                  <a:lnTo>
                    <a:pt x="531402" y="598440"/>
                  </a:lnTo>
                  <a:lnTo>
                    <a:pt x="530598" y="598850"/>
                  </a:lnTo>
                  <a:lnTo>
                    <a:pt x="506930" y="610438"/>
                  </a:lnTo>
                  <a:lnTo>
                    <a:pt x="499860" y="613622"/>
                  </a:lnTo>
                  <a:lnTo>
                    <a:pt x="483263" y="621548"/>
                  </a:lnTo>
                  <a:lnTo>
                    <a:pt x="466543" y="628803"/>
                  </a:lnTo>
                  <a:lnTo>
                    <a:pt x="459595" y="632022"/>
                  </a:lnTo>
                  <a:lnTo>
                    <a:pt x="435917" y="642138"/>
                  </a:lnTo>
                  <a:lnTo>
                    <a:pt x="431259" y="643985"/>
                  </a:lnTo>
                  <a:lnTo>
                    <a:pt x="412249" y="652113"/>
                  </a:lnTo>
                  <a:lnTo>
                    <a:pt x="393709" y="659168"/>
                  </a:lnTo>
                  <a:lnTo>
                    <a:pt x="388582" y="661287"/>
                  </a:lnTo>
                  <a:lnTo>
                    <a:pt x="364915" y="670296"/>
                  </a:lnTo>
                  <a:lnTo>
                    <a:pt x="353008" y="674350"/>
                  </a:lnTo>
                  <a:lnTo>
                    <a:pt x="341247" y="678744"/>
                  </a:lnTo>
                  <a:lnTo>
                    <a:pt x="317580" y="686629"/>
                  </a:lnTo>
                  <a:lnTo>
                    <a:pt x="307796" y="689533"/>
                  </a:lnTo>
                  <a:lnTo>
                    <a:pt x="293912" y="694112"/>
                  </a:lnTo>
                  <a:lnTo>
                    <a:pt x="270245" y="700926"/>
                  </a:lnTo>
                  <a:lnTo>
                    <a:pt x="255111" y="704712"/>
                  </a:lnTo>
                  <a:lnTo>
                    <a:pt x="246566" y="707102"/>
                  </a:lnTo>
                  <a:lnTo>
                    <a:pt x="222902" y="712765"/>
                  </a:lnTo>
                  <a:lnTo>
                    <a:pt x="199233" y="717456"/>
                  </a:lnTo>
                  <a:lnTo>
                    <a:pt x="183739" y="719891"/>
                  </a:lnTo>
                  <a:lnTo>
                    <a:pt x="175564" y="721354"/>
                  </a:lnTo>
                  <a:lnTo>
                    <a:pt x="151896" y="724358"/>
                  </a:lnTo>
                  <a:lnTo>
                    <a:pt x="128226" y="726067"/>
                  </a:lnTo>
                  <a:lnTo>
                    <a:pt x="104558" y="726235"/>
                  </a:lnTo>
                  <a:lnTo>
                    <a:pt x="80889" y="724414"/>
                  </a:lnTo>
                  <a:lnTo>
                    <a:pt x="57738" y="719891"/>
                  </a:lnTo>
                  <a:lnTo>
                    <a:pt x="57219" y="719779"/>
                  </a:lnTo>
                  <a:lnTo>
                    <a:pt x="33551" y="71018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D2D17FE6-FF87-CD7E-9A8E-CD4FFE24232A}"/>
                </a:ext>
              </a:extLst>
            </p:cNvPr>
            <p:cNvSpPr/>
            <p:nvPr/>
          </p:nvSpPr>
          <p:spPr>
            <a:xfrm>
              <a:off x="1414198" y="3323368"/>
              <a:ext cx="900912" cy="577879"/>
            </a:xfrm>
            <a:custGeom>
              <a:avLst/>
              <a:gdLst>
                <a:gd name="csX0" fmla="*/ 36253 w 900912"/>
                <a:gd name="csY0" fmla="*/ 569837 h 577879"/>
                <a:gd name="csX1" fmla="*/ 36184 w 900912"/>
                <a:gd name="csY1" fmla="*/ 569808 h 577879"/>
                <a:gd name="csX2" fmla="*/ 12583 w 900912"/>
                <a:gd name="csY2" fmla="*/ 554670 h 577879"/>
                <a:gd name="csX3" fmla="*/ 12538 w 900912"/>
                <a:gd name="csY3" fmla="*/ 554626 h 577879"/>
                <a:gd name="csX4" fmla="*/ 3270 w 900912"/>
                <a:gd name="csY4" fmla="*/ 539444 h 577879"/>
                <a:gd name="csX5" fmla="*/ 0 w 900912"/>
                <a:gd name="csY5" fmla="*/ 524262 h 577879"/>
                <a:gd name="csX6" fmla="*/ 638 w 900912"/>
                <a:gd name="csY6" fmla="*/ 509080 h 577879"/>
                <a:gd name="csX7" fmla="*/ 4071 w 900912"/>
                <a:gd name="csY7" fmla="*/ 493898 h 577879"/>
                <a:gd name="csX8" fmla="*/ 9731 w 900912"/>
                <a:gd name="csY8" fmla="*/ 478716 h 577879"/>
                <a:gd name="csX9" fmla="*/ 12583 w 900912"/>
                <a:gd name="csY9" fmla="*/ 473155 h 577879"/>
                <a:gd name="csX10" fmla="*/ 17095 w 900912"/>
                <a:gd name="csY10" fmla="*/ 463533 h 577879"/>
                <a:gd name="csX11" fmla="*/ 25859 w 900912"/>
                <a:gd name="csY11" fmla="*/ 448351 h 577879"/>
                <a:gd name="csX12" fmla="*/ 36229 w 900912"/>
                <a:gd name="csY12" fmla="*/ 433169 h 577879"/>
                <a:gd name="csX13" fmla="*/ 36253 w 900912"/>
                <a:gd name="csY13" fmla="*/ 433141 h 577879"/>
                <a:gd name="csX14" fmla="*/ 47280 w 900912"/>
                <a:gd name="csY14" fmla="*/ 417988 h 577879"/>
                <a:gd name="csX15" fmla="*/ 59900 w 900912"/>
                <a:gd name="csY15" fmla="*/ 402806 h 577879"/>
                <a:gd name="csX16" fmla="*/ 59921 w 900912"/>
                <a:gd name="csY16" fmla="*/ 402782 h 577879"/>
                <a:gd name="csX17" fmla="*/ 72912 w 900912"/>
                <a:gd name="csY17" fmla="*/ 387624 h 577879"/>
                <a:gd name="csX18" fmla="*/ 83590 w 900912"/>
                <a:gd name="csY18" fmla="*/ 376511 h 577879"/>
                <a:gd name="csX19" fmla="*/ 87272 w 900912"/>
                <a:gd name="csY19" fmla="*/ 372441 h 577879"/>
                <a:gd name="csX20" fmla="*/ 102277 w 900912"/>
                <a:gd name="csY20" fmla="*/ 357259 h 577879"/>
                <a:gd name="csX21" fmla="*/ 107259 w 900912"/>
                <a:gd name="csY21" fmla="*/ 352626 h 577879"/>
                <a:gd name="csX22" fmla="*/ 118045 w 900912"/>
                <a:gd name="csY22" fmla="*/ 342077 h 577879"/>
                <a:gd name="csX23" fmla="*/ 130923 w 900912"/>
                <a:gd name="csY23" fmla="*/ 330566 h 577879"/>
                <a:gd name="csX24" fmla="*/ 134866 w 900912"/>
                <a:gd name="csY24" fmla="*/ 326895 h 577879"/>
                <a:gd name="csX25" fmla="*/ 152368 w 900912"/>
                <a:gd name="csY25" fmla="*/ 311713 h 577879"/>
                <a:gd name="csX26" fmla="*/ 154602 w 900912"/>
                <a:gd name="csY26" fmla="*/ 309883 h 577879"/>
                <a:gd name="csX27" fmla="*/ 170350 w 900912"/>
                <a:gd name="csY27" fmla="*/ 296530 h 577879"/>
                <a:gd name="csX28" fmla="*/ 178269 w 900912"/>
                <a:gd name="csY28" fmla="*/ 290268 h 577879"/>
                <a:gd name="csX29" fmla="*/ 189260 w 900912"/>
                <a:gd name="csY29" fmla="*/ 281349 h 577879"/>
                <a:gd name="csX30" fmla="*/ 201937 w 900912"/>
                <a:gd name="csY30" fmla="*/ 271659 h 577879"/>
                <a:gd name="csX31" fmla="*/ 208996 w 900912"/>
                <a:gd name="csY31" fmla="*/ 266167 h 577879"/>
                <a:gd name="csX32" fmla="*/ 225604 w 900912"/>
                <a:gd name="csY32" fmla="*/ 253917 h 577879"/>
                <a:gd name="csX33" fmla="*/ 229536 w 900912"/>
                <a:gd name="csY33" fmla="*/ 250985 h 577879"/>
                <a:gd name="csX34" fmla="*/ 249272 w 900912"/>
                <a:gd name="csY34" fmla="*/ 236929 h 577879"/>
                <a:gd name="csX35" fmla="*/ 250846 w 900912"/>
                <a:gd name="csY35" fmla="*/ 235803 h 577879"/>
                <a:gd name="csX36" fmla="*/ 272917 w 900912"/>
                <a:gd name="csY36" fmla="*/ 220621 h 577879"/>
                <a:gd name="csX37" fmla="*/ 272939 w 900912"/>
                <a:gd name="csY37" fmla="*/ 220607 h 577879"/>
                <a:gd name="csX38" fmla="*/ 295668 w 900912"/>
                <a:gd name="csY38" fmla="*/ 205438 h 577879"/>
                <a:gd name="csX39" fmla="*/ 296606 w 900912"/>
                <a:gd name="csY39" fmla="*/ 204827 h 577879"/>
                <a:gd name="csX40" fmla="*/ 319324 w 900912"/>
                <a:gd name="csY40" fmla="*/ 190256 h 577879"/>
                <a:gd name="csX41" fmla="*/ 320274 w 900912"/>
                <a:gd name="csY41" fmla="*/ 189655 h 577879"/>
                <a:gd name="csX42" fmla="*/ 343930 w 900912"/>
                <a:gd name="csY42" fmla="*/ 175074 h 577879"/>
                <a:gd name="csX43" fmla="*/ 343952 w 900912"/>
                <a:gd name="csY43" fmla="*/ 175062 h 577879"/>
                <a:gd name="csX44" fmla="*/ 367620 w 900912"/>
                <a:gd name="csY44" fmla="*/ 160905 h 577879"/>
                <a:gd name="csX45" fmla="*/ 369373 w 900912"/>
                <a:gd name="csY45" fmla="*/ 159892 h 577879"/>
                <a:gd name="csX46" fmla="*/ 391287 w 900912"/>
                <a:gd name="csY46" fmla="*/ 147236 h 577879"/>
                <a:gd name="csX47" fmla="*/ 395855 w 900912"/>
                <a:gd name="csY47" fmla="*/ 144711 h 577879"/>
                <a:gd name="csX48" fmla="*/ 414955 w 900912"/>
                <a:gd name="csY48" fmla="*/ 134060 h 577879"/>
                <a:gd name="csX49" fmla="*/ 423521 w 900912"/>
                <a:gd name="csY49" fmla="*/ 129528 h 577879"/>
                <a:gd name="csX50" fmla="*/ 438622 w 900912"/>
                <a:gd name="csY50" fmla="*/ 121395 h 577879"/>
                <a:gd name="csX51" fmla="*/ 452528 w 900912"/>
                <a:gd name="csY51" fmla="*/ 114346 h 577879"/>
                <a:gd name="csX52" fmla="*/ 462289 w 900912"/>
                <a:gd name="csY52" fmla="*/ 109271 h 577879"/>
                <a:gd name="csX53" fmla="*/ 483109 w 900912"/>
                <a:gd name="csY53" fmla="*/ 99164 h 577879"/>
                <a:gd name="csX54" fmla="*/ 485957 w 900912"/>
                <a:gd name="csY54" fmla="*/ 97733 h 577879"/>
                <a:gd name="csX55" fmla="*/ 509624 w 900912"/>
                <a:gd name="csY55" fmla="*/ 86507 h 577879"/>
                <a:gd name="csX56" fmla="*/ 515354 w 900912"/>
                <a:gd name="csY56" fmla="*/ 83982 h 577879"/>
                <a:gd name="csX57" fmla="*/ 533303 w 900912"/>
                <a:gd name="csY57" fmla="*/ 75719 h 577879"/>
                <a:gd name="csX58" fmla="*/ 549744 w 900912"/>
                <a:gd name="csY58" fmla="*/ 68800 h 577879"/>
                <a:gd name="csX59" fmla="*/ 556970 w 900912"/>
                <a:gd name="csY59" fmla="*/ 65604 h 577879"/>
                <a:gd name="csX60" fmla="*/ 580637 w 900912"/>
                <a:gd name="csY60" fmla="*/ 55980 h 577879"/>
                <a:gd name="csX61" fmla="*/ 586982 w 900912"/>
                <a:gd name="csY61" fmla="*/ 53617 h 577879"/>
                <a:gd name="csX62" fmla="*/ 604305 w 900912"/>
                <a:gd name="csY62" fmla="*/ 46768 h 577879"/>
                <a:gd name="csX63" fmla="*/ 627939 w 900912"/>
                <a:gd name="csY63" fmla="*/ 38435 h 577879"/>
                <a:gd name="csX64" fmla="*/ 627972 w 900912"/>
                <a:gd name="csY64" fmla="*/ 38422 h 577879"/>
                <a:gd name="csX65" fmla="*/ 651640 w 900912"/>
                <a:gd name="csY65" fmla="*/ 30328 h 577879"/>
                <a:gd name="csX66" fmla="*/ 675262 w 900912"/>
                <a:gd name="csY66" fmla="*/ 23253 h 577879"/>
                <a:gd name="csX67" fmla="*/ 675307 w 900912"/>
                <a:gd name="csY67" fmla="*/ 23238 h 577879"/>
                <a:gd name="csX68" fmla="*/ 698986 w 900912"/>
                <a:gd name="csY68" fmla="*/ 16586 h 577879"/>
                <a:gd name="csX69" fmla="*/ 722653 w 900912"/>
                <a:gd name="csY69" fmla="*/ 10966 h 577879"/>
                <a:gd name="csX70" fmla="*/ 737642 w 900912"/>
                <a:gd name="csY70" fmla="*/ 8072 h 577879"/>
                <a:gd name="csX71" fmla="*/ 746320 w 900912"/>
                <a:gd name="csY71" fmla="*/ 6241 h 577879"/>
                <a:gd name="csX72" fmla="*/ 769988 w 900912"/>
                <a:gd name="csY72" fmla="*/ 2611 h 577879"/>
                <a:gd name="csX73" fmla="*/ 793655 w 900912"/>
                <a:gd name="csY73" fmla="*/ 409 h 577879"/>
                <a:gd name="csX74" fmla="*/ 817323 w 900912"/>
                <a:gd name="csY74" fmla="*/ 0 h 577879"/>
                <a:gd name="csX75" fmla="*/ 840990 w 900912"/>
                <a:gd name="csY75" fmla="*/ 2098 h 577879"/>
                <a:gd name="csX76" fmla="*/ 864657 w 900912"/>
                <a:gd name="csY76" fmla="*/ 8043 h 577879"/>
                <a:gd name="csX77" fmla="*/ 864735 w 900912"/>
                <a:gd name="csY77" fmla="*/ 8072 h 577879"/>
                <a:gd name="csX78" fmla="*/ 888336 w 900912"/>
                <a:gd name="csY78" fmla="*/ 23209 h 577879"/>
                <a:gd name="csX79" fmla="*/ 888381 w 900912"/>
                <a:gd name="csY79" fmla="*/ 23253 h 577879"/>
                <a:gd name="csX80" fmla="*/ 897640 w 900912"/>
                <a:gd name="csY80" fmla="*/ 38435 h 577879"/>
                <a:gd name="csX81" fmla="*/ 900912 w 900912"/>
                <a:gd name="csY81" fmla="*/ 53617 h 577879"/>
                <a:gd name="csX82" fmla="*/ 900276 w 900912"/>
                <a:gd name="csY82" fmla="*/ 68800 h 577879"/>
                <a:gd name="csX83" fmla="*/ 896847 w 900912"/>
                <a:gd name="csY83" fmla="*/ 83982 h 577879"/>
                <a:gd name="csX84" fmla="*/ 891184 w 900912"/>
                <a:gd name="csY84" fmla="*/ 99164 h 577879"/>
                <a:gd name="csX85" fmla="*/ 888336 w 900912"/>
                <a:gd name="csY85" fmla="*/ 104725 h 577879"/>
                <a:gd name="csX86" fmla="*/ 883824 w 900912"/>
                <a:gd name="csY86" fmla="*/ 114346 h 577879"/>
                <a:gd name="csX87" fmla="*/ 875056 w 900912"/>
                <a:gd name="csY87" fmla="*/ 129528 h 577879"/>
                <a:gd name="csX88" fmla="*/ 864680 w 900912"/>
                <a:gd name="csY88" fmla="*/ 144711 h 577879"/>
                <a:gd name="csX89" fmla="*/ 864657 w 900912"/>
                <a:gd name="csY89" fmla="*/ 144739 h 577879"/>
                <a:gd name="csX90" fmla="*/ 853633 w 900912"/>
                <a:gd name="csY90" fmla="*/ 159892 h 577879"/>
                <a:gd name="csX91" fmla="*/ 841012 w 900912"/>
                <a:gd name="csY91" fmla="*/ 175074 h 577879"/>
                <a:gd name="csX92" fmla="*/ 840990 w 900912"/>
                <a:gd name="csY92" fmla="*/ 175097 h 577879"/>
                <a:gd name="csX93" fmla="*/ 828000 w 900912"/>
                <a:gd name="csY93" fmla="*/ 190256 h 577879"/>
                <a:gd name="csX94" fmla="*/ 817323 w 900912"/>
                <a:gd name="csY94" fmla="*/ 201368 h 577879"/>
                <a:gd name="csX95" fmla="*/ 813637 w 900912"/>
                <a:gd name="csY95" fmla="*/ 205438 h 577879"/>
                <a:gd name="csX96" fmla="*/ 798637 w 900912"/>
                <a:gd name="csY96" fmla="*/ 220621 h 577879"/>
                <a:gd name="csX97" fmla="*/ 793655 w 900912"/>
                <a:gd name="csY97" fmla="*/ 225253 h 577879"/>
                <a:gd name="csX98" fmla="*/ 782866 w 900912"/>
                <a:gd name="csY98" fmla="*/ 235803 h 577879"/>
                <a:gd name="csX99" fmla="*/ 769988 w 900912"/>
                <a:gd name="csY99" fmla="*/ 247314 h 577879"/>
                <a:gd name="csX100" fmla="*/ 766045 w 900912"/>
                <a:gd name="csY100" fmla="*/ 250985 h 577879"/>
                <a:gd name="csX101" fmla="*/ 748543 w 900912"/>
                <a:gd name="csY101" fmla="*/ 266167 h 577879"/>
                <a:gd name="csX102" fmla="*/ 746320 w 900912"/>
                <a:gd name="csY102" fmla="*/ 267997 h 577879"/>
                <a:gd name="csX103" fmla="*/ 730561 w 900912"/>
                <a:gd name="csY103" fmla="*/ 281349 h 577879"/>
                <a:gd name="csX104" fmla="*/ 722653 w 900912"/>
                <a:gd name="csY104" fmla="*/ 287612 h 577879"/>
                <a:gd name="csX105" fmla="*/ 711663 w 900912"/>
                <a:gd name="csY105" fmla="*/ 296530 h 577879"/>
                <a:gd name="csX106" fmla="*/ 698986 w 900912"/>
                <a:gd name="csY106" fmla="*/ 306221 h 577879"/>
                <a:gd name="csX107" fmla="*/ 691916 w 900912"/>
                <a:gd name="csY107" fmla="*/ 311713 h 577879"/>
                <a:gd name="csX108" fmla="*/ 675307 w 900912"/>
                <a:gd name="csY108" fmla="*/ 323963 h 577879"/>
                <a:gd name="csX109" fmla="*/ 671375 w 900912"/>
                <a:gd name="csY109" fmla="*/ 326895 h 577879"/>
                <a:gd name="csX110" fmla="*/ 651640 w 900912"/>
                <a:gd name="csY110" fmla="*/ 340950 h 577879"/>
                <a:gd name="csX111" fmla="*/ 650065 w 900912"/>
                <a:gd name="csY111" fmla="*/ 342077 h 577879"/>
                <a:gd name="csX112" fmla="*/ 627995 w 900912"/>
                <a:gd name="csY112" fmla="*/ 357259 h 577879"/>
                <a:gd name="csX113" fmla="*/ 627972 w 900912"/>
                <a:gd name="csY113" fmla="*/ 357273 h 577879"/>
                <a:gd name="csX114" fmla="*/ 605243 w 900912"/>
                <a:gd name="csY114" fmla="*/ 372441 h 577879"/>
                <a:gd name="csX115" fmla="*/ 604305 w 900912"/>
                <a:gd name="csY115" fmla="*/ 373052 h 577879"/>
                <a:gd name="csX116" fmla="*/ 581587 w 900912"/>
                <a:gd name="csY116" fmla="*/ 387624 h 577879"/>
                <a:gd name="csX117" fmla="*/ 580637 w 900912"/>
                <a:gd name="csY117" fmla="*/ 388225 h 577879"/>
                <a:gd name="csX118" fmla="*/ 556992 w 900912"/>
                <a:gd name="csY118" fmla="*/ 402806 h 577879"/>
                <a:gd name="csX119" fmla="*/ 556970 w 900912"/>
                <a:gd name="csY119" fmla="*/ 402818 h 577879"/>
                <a:gd name="csX120" fmla="*/ 533303 w 900912"/>
                <a:gd name="csY120" fmla="*/ 416975 h 577879"/>
                <a:gd name="csX121" fmla="*/ 531538 w 900912"/>
                <a:gd name="csY121" fmla="*/ 417988 h 577879"/>
                <a:gd name="csX122" fmla="*/ 509624 w 900912"/>
                <a:gd name="csY122" fmla="*/ 430644 h 577879"/>
                <a:gd name="csX123" fmla="*/ 505056 w 900912"/>
                <a:gd name="csY123" fmla="*/ 433169 h 577879"/>
                <a:gd name="csX124" fmla="*/ 485957 w 900912"/>
                <a:gd name="csY124" fmla="*/ 443820 h 577879"/>
                <a:gd name="csX125" fmla="*/ 477401 w 900912"/>
                <a:gd name="csY125" fmla="*/ 448351 h 577879"/>
                <a:gd name="csX126" fmla="*/ 462289 w 900912"/>
                <a:gd name="csY126" fmla="*/ 456485 h 577879"/>
                <a:gd name="csX127" fmla="*/ 448384 w 900912"/>
                <a:gd name="csY127" fmla="*/ 463533 h 577879"/>
                <a:gd name="csX128" fmla="*/ 438622 w 900912"/>
                <a:gd name="csY128" fmla="*/ 468609 h 577879"/>
                <a:gd name="csX129" fmla="*/ 417803 w 900912"/>
                <a:gd name="csY129" fmla="*/ 478716 h 577879"/>
                <a:gd name="csX130" fmla="*/ 414955 w 900912"/>
                <a:gd name="csY130" fmla="*/ 480146 h 577879"/>
                <a:gd name="csX131" fmla="*/ 391287 w 900912"/>
                <a:gd name="csY131" fmla="*/ 491373 h 577879"/>
                <a:gd name="csX132" fmla="*/ 385557 w 900912"/>
                <a:gd name="csY132" fmla="*/ 493898 h 577879"/>
                <a:gd name="csX133" fmla="*/ 367620 w 900912"/>
                <a:gd name="csY133" fmla="*/ 502161 h 577879"/>
                <a:gd name="csX134" fmla="*/ 351168 w 900912"/>
                <a:gd name="csY134" fmla="*/ 509080 h 577879"/>
                <a:gd name="csX135" fmla="*/ 343952 w 900912"/>
                <a:gd name="csY135" fmla="*/ 512276 h 577879"/>
                <a:gd name="csX136" fmla="*/ 320274 w 900912"/>
                <a:gd name="csY136" fmla="*/ 521900 h 577879"/>
                <a:gd name="csX137" fmla="*/ 313930 w 900912"/>
                <a:gd name="csY137" fmla="*/ 524262 h 577879"/>
                <a:gd name="csX138" fmla="*/ 296606 w 900912"/>
                <a:gd name="csY138" fmla="*/ 531111 h 577879"/>
                <a:gd name="csX139" fmla="*/ 272973 w 900912"/>
                <a:gd name="csY139" fmla="*/ 539444 h 577879"/>
                <a:gd name="csX140" fmla="*/ 272939 w 900912"/>
                <a:gd name="csY140" fmla="*/ 539458 h 577879"/>
                <a:gd name="csX141" fmla="*/ 249272 w 900912"/>
                <a:gd name="csY141" fmla="*/ 547552 h 577879"/>
                <a:gd name="csX142" fmla="*/ 225649 w 900912"/>
                <a:gd name="csY142" fmla="*/ 554626 h 577879"/>
                <a:gd name="csX143" fmla="*/ 225604 w 900912"/>
                <a:gd name="csY143" fmla="*/ 554641 h 577879"/>
                <a:gd name="csX144" fmla="*/ 201937 w 900912"/>
                <a:gd name="csY144" fmla="*/ 561294 h 577879"/>
                <a:gd name="csX145" fmla="*/ 178269 w 900912"/>
                <a:gd name="csY145" fmla="*/ 566914 h 577879"/>
                <a:gd name="csX146" fmla="*/ 163269 w 900912"/>
                <a:gd name="csY146" fmla="*/ 569808 h 577879"/>
                <a:gd name="csX147" fmla="*/ 154602 w 900912"/>
                <a:gd name="csY147" fmla="*/ 571638 h 577879"/>
                <a:gd name="csX148" fmla="*/ 130923 w 900912"/>
                <a:gd name="csY148" fmla="*/ 575268 h 577879"/>
                <a:gd name="csX149" fmla="*/ 107259 w 900912"/>
                <a:gd name="csY149" fmla="*/ 577471 h 577879"/>
                <a:gd name="csX150" fmla="*/ 83590 w 900912"/>
                <a:gd name="csY150" fmla="*/ 577880 h 577879"/>
                <a:gd name="csX151" fmla="*/ 59921 w 900912"/>
                <a:gd name="csY151" fmla="*/ 575782 h 577879"/>
                <a:gd name="csX152" fmla="*/ 36253 w 900912"/>
                <a:gd name="csY152" fmla="*/ 569837 h 5778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900912" h="577879">
                  <a:moveTo>
                    <a:pt x="36253" y="569837"/>
                  </a:moveTo>
                  <a:lnTo>
                    <a:pt x="36184" y="569808"/>
                  </a:lnTo>
                  <a:lnTo>
                    <a:pt x="12583" y="554670"/>
                  </a:lnTo>
                  <a:lnTo>
                    <a:pt x="12538" y="554626"/>
                  </a:lnTo>
                  <a:lnTo>
                    <a:pt x="3270" y="539444"/>
                  </a:lnTo>
                  <a:lnTo>
                    <a:pt x="0" y="524262"/>
                  </a:lnTo>
                  <a:lnTo>
                    <a:pt x="638" y="509080"/>
                  </a:lnTo>
                  <a:lnTo>
                    <a:pt x="4071" y="493898"/>
                  </a:lnTo>
                  <a:lnTo>
                    <a:pt x="9731" y="478716"/>
                  </a:lnTo>
                  <a:lnTo>
                    <a:pt x="12583" y="473155"/>
                  </a:lnTo>
                  <a:lnTo>
                    <a:pt x="17095" y="463533"/>
                  </a:lnTo>
                  <a:lnTo>
                    <a:pt x="25859" y="448351"/>
                  </a:lnTo>
                  <a:lnTo>
                    <a:pt x="36229" y="433169"/>
                  </a:lnTo>
                  <a:lnTo>
                    <a:pt x="36253" y="433141"/>
                  </a:lnTo>
                  <a:lnTo>
                    <a:pt x="47280" y="417988"/>
                  </a:lnTo>
                  <a:lnTo>
                    <a:pt x="59900" y="402806"/>
                  </a:lnTo>
                  <a:lnTo>
                    <a:pt x="59921" y="402782"/>
                  </a:lnTo>
                  <a:lnTo>
                    <a:pt x="72912" y="387624"/>
                  </a:lnTo>
                  <a:lnTo>
                    <a:pt x="83590" y="376511"/>
                  </a:lnTo>
                  <a:lnTo>
                    <a:pt x="87272" y="372441"/>
                  </a:lnTo>
                  <a:lnTo>
                    <a:pt x="102277" y="357259"/>
                  </a:lnTo>
                  <a:lnTo>
                    <a:pt x="107259" y="352626"/>
                  </a:lnTo>
                  <a:lnTo>
                    <a:pt x="118045" y="342077"/>
                  </a:lnTo>
                  <a:lnTo>
                    <a:pt x="130923" y="330566"/>
                  </a:lnTo>
                  <a:lnTo>
                    <a:pt x="134866" y="326895"/>
                  </a:lnTo>
                  <a:lnTo>
                    <a:pt x="152368" y="311713"/>
                  </a:lnTo>
                  <a:lnTo>
                    <a:pt x="154602" y="309883"/>
                  </a:lnTo>
                  <a:lnTo>
                    <a:pt x="170350" y="296530"/>
                  </a:lnTo>
                  <a:lnTo>
                    <a:pt x="178269" y="290268"/>
                  </a:lnTo>
                  <a:lnTo>
                    <a:pt x="189260" y="281349"/>
                  </a:lnTo>
                  <a:lnTo>
                    <a:pt x="201937" y="271659"/>
                  </a:lnTo>
                  <a:lnTo>
                    <a:pt x="208996" y="266167"/>
                  </a:lnTo>
                  <a:lnTo>
                    <a:pt x="225604" y="253917"/>
                  </a:lnTo>
                  <a:lnTo>
                    <a:pt x="229536" y="250985"/>
                  </a:lnTo>
                  <a:lnTo>
                    <a:pt x="249272" y="236929"/>
                  </a:lnTo>
                  <a:lnTo>
                    <a:pt x="250846" y="235803"/>
                  </a:lnTo>
                  <a:lnTo>
                    <a:pt x="272917" y="220621"/>
                  </a:lnTo>
                  <a:lnTo>
                    <a:pt x="272939" y="220607"/>
                  </a:lnTo>
                  <a:lnTo>
                    <a:pt x="295668" y="205438"/>
                  </a:lnTo>
                  <a:lnTo>
                    <a:pt x="296606" y="204827"/>
                  </a:lnTo>
                  <a:lnTo>
                    <a:pt x="319324" y="190256"/>
                  </a:lnTo>
                  <a:lnTo>
                    <a:pt x="320274" y="189655"/>
                  </a:lnTo>
                  <a:lnTo>
                    <a:pt x="343930" y="175074"/>
                  </a:lnTo>
                  <a:lnTo>
                    <a:pt x="343952" y="175062"/>
                  </a:lnTo>
                  <a:lnTo>
                    <a:pt x="367620" y="160905"/>
                  </a:lnTo>
                  <a:lnTo>
                    <a:pt x="369373" y="159892"/>
                  </a:lnTo>
                  <a:lnTo>
                    <a:pt x="391287" y="147236"/>
                  </a:lnTo>
                  <a:lnTo>
                    <a:pt x="395855" y="144711"/>
                  </a:lnTo>
                  <a:lnTo>
                    <a:pt x="414955" y="134060"/>
                  </a:lnTo>
                  <a:lnTo>
                    <a:pt x="423521" y="129528"/>
                  </a:lnTo>
                  <a:lnTo>
                    <a:pt x="438622" y="121395"/>
                  </a:lnTo>
                  <a:lnTo>
                    <a:pt x="452528" y="114346"/>
                  </a:lnTo>
                  <a:lnTo>
                    <a:pt x="462289" y="109271"/>
                  </a:lnTo>
                  <a:lnTo>
                    <a:pt x="483109" y="99164"/>
                  </a:lnTo>
                  <a:lnTo>
                    <a:pt x="485957" y="97733"/>
                  </a:lnTo>
                  <a:lnTo>
                    <a:pt x="509624" y="86507"/>
                  </a:lnTo>
                  <a:lnTo>
                    <a:pt x="515354" y="83982"/>
                  </a:lnTo>
                  <a:lnTo>
                    <a:pt x="533303" y="75719"/>
                  </a:lnTo>
                  <a:lnTo>
                    <a:pt x="549744" y="68800"/>
                  </a:lnTo>
                  <a:lnTo>
                    <a:pt x="556970" y="65604"/>
                  </a:lnTo>
                  <a:lnTo>
                    <a:pt x="580637" y="55980"/>
                  </a:lnTo>
                  <a:lnTo>
                    <a:pt x="586982" y="53617"/>
                  </a:lnTo>
                  <a:lnTo>
                    <a:pt x="604305" y="46768"/>
                  </a:lnTo>
                  <a:lnTo>
                    <a:pt x="627939" y="38435"/>
                  </a:lnTo>
                  <a:lnTo>
                    <a:pt x="627972" y="38422"/>
                  </a:lnTo>
                  <a:lnTo>
                    <a:pt x="651640" y="30328"/>
                  </a:lnTo>
                  <a:lnTo>
                    <a:pt x="675262" y="23253"/>
                  </a:lnTo>
                  <a:lnTo>
                    <a:pt x="675307" y="23238"/>
                  </a:lnTo>
                  <a:lnTo>
                    <a:pt x="698986" y="16586"/>
                  </a:lnTo>
                  <a:lnTo>
                    <a:pt x="722653" y="10966"/>
                  </a:lnTo>
                  <a:lnTo>
                    <a:pt x="737642" y="8072"/>
                  </a:lnTo>
                  <a:lnTo>
                    <a:pt x="746320" y="6241"/>
                  </a:lnTo>
                  <a:lnTo>
                    <a:pt x="769988" y="2611"/>
                  </a:lnTo>
                  <a:lnTo>
                    <a:pt x="793655" y="409"/>
                  </a:lnTo>
                  <a:lnTo>
                    <a:pt x="817323" y="0"/>
                  </a:lnTo>
                  <a:lnTo>
                    <a:pt x="840990" y="2098"/>
                  </a:lnTo>
                  <a:lnTo>
                    <a:pt x="864657" y="8043"/>
                  </a:lnTo>
                  <a:lnTo>
                    <a:pt x="864735" y="8072"/>
                  </a:lnTo>
                  <a:lnTo>
                    <a:pt x="888336" y="23209"/>
                  </a:lnTo>
                  <a:lnTo>
                    <a:pt x="888381" y="23253"/>
                  </a:lnTo>
                  <a:lnTo>
                    <a:pt x="897640" y="38435"/>
                  </a:lnTo>
                  <a:lnTo>
                    <a:pt x="900912" y="53617"/>
                  </a:lnTo>
                  <a:lnTo>
                    <a:pt x="900276" y="68800"/>
                  </a:lnTo>
                  <a:lnTo>
                    <a:pt x="896847" y="83982"/>
                  </a:lnTo>
                  <a:lnTo>
                    <a:pt x="891184" y="99164"/>
                  </a:lnTo>
                  <a:lnTo>
                    <a:pt x="888336" y="104725"/>
                  </a:lnTo>
                  <a:lnTo>
                    <a:pt x="883824" y="114346"/>
                  </a:lnTo>
                  <a:lnTo>
                    <a:pt x="875056" y="129528"/>
                  </a:lnTo>
                  <a:lnTo>
                    <a:pt x="864680" y="144711"/>
                  </a:lnTo>
                  <a:lnTo>
                    <a:pt x="864657" y="144739"/>
                  </a:lnTo>
                  <a:lnTo>
                    <a:pt x="853633" y="159892"/>
                  </a:lnTo>
                  <a:lnTo>
                    <a:pt x="841012" y="175074"/>
                  </a:lnTo>
                  <a:lnTo>
                    <a:pt x="840990" y="175097"/>
                  </a:lnTo>
                  <a:lnTo>
                    <a:pt x="828000" y="190256"/>
                  </a:lnTo>
                  <a:lnTo>
                    <a:pt x="817323" y="201368"/>
                  </a:lnTo>
                  <a:lnTo>
                    <a:pt x="813637" y="205438"/>
                  </a:lnTo>
                  <a:lnTo>
                    <a:pt x="798637" y="220621"/>
                  </a:lnTo>
                  <a:lnTo>
                    <a:pt x="793655" y="225253"/>
                  </a:lnTo>
                  <a:lnTo>
                    <a:pt x="782866" y="235803"/>
                  </a:lnTo>
                  <a:lnTo>
                    <a:pt x="769988" y="247314"/>
                  </a:lnTo>
                  <a:lnTo>
                    <a:pt x="766045" y="250985"/>
                  </a:lnTo>
                  <a:lnTo>
                    <a:pt x="748543" y="266167"/>
                  </a:lnTo>
                  <a:lnTo>
                    <a:pt x="746320" y="267997"/>
                  </a:lnTo>
                  <a:lnTo>
                    <a:pt x="730561" y="281349"/>
                  </a:lnTo>
                  <a:lnTo>
                    <a:pt x="722653" y="287612"/>
                  </a:lnTo>
                  <a:lnTo>
                    <a:pt x="711663" y="296530"/>
                  </a:lnTo>
                  <a:lnTo>
                    <a:pt x="698986" y="306221"/>
                  </a:lnTo>
                  <a:lnTo>
                    <a:pt x="691916" y="311713"/>
                  </a:lnTo>
                  <a:lnTo>
                    <a:pt x="675307" y="323963"/>
                  </a:lnTo>
                  <a:lnTo>
                    <a:pt x="671375" y="326895"/>
                  </a:lnTo>
                  <a:lnTo>
                    <a:pt x="651640" y="340950"/>
                  </a:lnTo>
                  <a:lnTo>
                    <a:pt x="650065" y="342077"/>
                  </a:lnTo>
                  <a:lnTo>
                    <a:pt x="627995" y="357259"/>
                  </a:lnTo>
                  <a:lnTo>
                    <a:pt x="627972" y="357273"/>
                  </a:lnTo>
                  <a:lnTo>
                    <a:pt x="605243" y="372441"/>
                  </a:lnTo>
                  <a:lnTo>
                    <a:pt x="604305" y="373052"/>
                  </a:lnTo>
                  <a:lnTo>
                    <a:pt x="581587" y="387624"/>
                  </a:lnTo>
                  <a:lnTo>
                    <a:pt x="580637" y="388225"/>
                  </a:lnTo>
                  <a:lnTo>
                    <a:pt x="556992" y="402806"/>
                  </a:lnTo>
                  <a:lnTo>
                    <a:pt x="556970" y="402818"/>
                  </a:lnTo>
                  <a:lnTo>
                    <a:pt x="533303" y="416975"/>
                  </a:lnTo>
                  <a:lnTo>
                    <a:pt x="531538" y="417988"/>
                  </a:lnTo>
                  <a:lnTo>
                    <a:pt x="509624" y="430644"/>
                  </a:lnTo>
                  <a:lnTo>
                    <a:pt x="505056" y="433169"/>
                  </a:lnTo>
                  <a:lnTo>
                    <a:pt x="485957" y="443820"/>
                  </a:lnTo>
                  <a:lnTo>
                    <a:pt x="477401" y="448351"/>
                  </a:lnTo>
                  <a:lnTo>
                    <a:pt x="462289" y="456485"/>
                  </a:lnTo>
                  <a:lnTo>
                    <a:pt x="448384" y="463533"/>
                  </a:lnTo>
                  <a:lnTo>
                    <a:pt x="438622" y="468609"/>
                  </a:lnTo>
                  <a:lnTo>
                    <a:pt x="417803" y="478716"/>
                  </a:lnTo>
                  <a:lnTo>
                    <a:pt x="414955" y="480146"/>
                  </a:lnTo>
                  <a:lnTo>
                    <a:pt x="391287" y="491373"/>
                  </a:lnTo>
                  <a:lnTo>
                    <a:pt x="385557" y="493898"/>
                  </a:lnTo>
                  <a:lnTo>
                    <a:pt x="367620" y="502161"/>
                  </a:lnTo>
                  <a:lnTo>
                    <a:pt x="351168" y="509080"/>
                  </a:lnTo>
                  <a:lnTo>
                    <a:pt x="343952" y="512276"/>
                  </a:lnTo>
                  <a:lnTo>
                    <a:pt x="320274" y="521900"/>
                  </a:lnTo>
                  <a:lnTo>
                    <a:pt x="313930" y="524262"/>
                  </a:lnTo>
                  <a:lnTo>
                    <a:pt x="296606" y="531111"/>
                  </a:lnTo>
                  <a:lnTo>
                    <a:pt x="272973" y="539444"/>
                  </a:lnTo>
                  <a:lnTo>
                    <a:pt x="272939" y="539458"/>
                  </a:lnTo>
                  <a:lnTo>
                    <a:pt x="249272" y="547552"/>
                  </a:lnTo>
                  <a:lnTo>
                    <a:pt x="225649" y="554626"/>
                  </a:lnTo>
                  <a:lnTo>
                    <a:pt x="225604" y="554641"/>
                  </a:lnTo>
                  <a:lnTo>
                    <a:pt x="201937" y="561294"/>
                  </a:lnTo>
                  <a:lnTo>
                    <a:pt x="178269" y="566914"/>
                  </a:lnTo>
                  <a:lnTo>
                    <a:pt x="163269" y="569808"/>
                  </a:lnTo>
                  <a:lnTo>
                    <a:pt x="154602" y="571638"/>
                  </a:lnTo>
                  <a:lnTo>
                    <a:pt x="130923" y="575268"/>
                  </a:lnTo>
                  <a:lnTo>
                    <a:pt x="107259" y="577471"/>
                  </a:lnTo>
                  <a:lnTo>
                    <a:pt x="83590" y="577880"/>
                  </a:lnTo>
                  <a:lnTo>
                    <a:pt x="59921" y="575782"/>
                  </a:lnTo>
                  <a:lnTo>
                    <a:pt x="36253" y="56983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65AA50EB-BFA0-FC14-B1F2-F11CCE6A171C}"/>
                </a:ext>
              </a:extLst>
            </p:cNvPr>
            <p:cNvSpPr/>
            <p:nvPr/>
          </p:nvSpPr>
          <p:spPr>
            <a:xfrm>
              <a:off x="1498098" y="3377184"/>
              <a:ext cx="733109" cy="470247"/>
            </a:xfrm>
            <a:custGeom>
              <a:avLst/>
              <a:gdLst>
                <a:gd name="csX0" fmla="*/ 47023 w 733109"/>
                <a:gd name="csY0" fmla="*/ 468107 h 470247"/>
                <a:gd name="csX1" fmla="*/ 23359 w 733109"/>
                <a:gd name="csY1" fmla="*/ 460422 h 470247"/>
                <a:gd name="csX2" fmla="*/ 15317 w 733109"/>
                <a:gd name="csY2" fmla="*/ 455264 h 470247"/>
                <a:gd name="csX3" fmla="*/ 3336 w 733109"/>
                <a:gd name="csY3" fmla="*/ 440082 h 470247"/>
                <a:gd name="csX4" fmla="*/ 0 w 733109"/>
                <a:gd name="csY4" fmla="*/ 424899 h 470247"/>
                <a:gd name="csX5" fmla="*/ 1509 w 733109"/>
                <a:gd name="csY5" fmla="*/ 409717 h 470247"/>
                <a:gd name="csX6" fmla="*/ 6102 w 733109"/>
                <a:gd name="csY6" fmla="*/ 394535 h 470247"/>
                <a:gd name="csX7" fmla="*/ 12948 w 733109"/>
                <a:gd name="csY7" fmla="*/ 379353 h 470247"/>
                <a:gd name="csX8" fmla="*/ 21714 w 733109"/>
                <a:gd name="csY8" fmla="*/ 364172 h 470247"/>
                <a:gd name="csX9" fmla="*/ 23359 w 733109"/>
                <a:gd name="csY9" fmla="*/ 361866 h 470247"/>
                <a:gd name="csX10" fmla="*/ 32023 w 733109"/>
                <a:gd name="csY10" fmla="*/ 348990 h 470247"/>
                <a:gd name="csX11" fmla="*/ 43762 w 733109"/>
                <a:gd name="csY11" fmla="*/ 333807 h 470247"/>
                <a:gd name="csX12" fmla="*/ 47023 w 733109"/>
                <a:gd name="csY12" fmla="*/ 330107 h 470247"/>
                <a:gd name="csX13" fmla="*/ 56673 w 733109"/>
                <a:gd name="csY13" fmla="*/ 318625 h 470247"/>
                <a:gd name="csX14" fmla="*/ 70702 w 733109"/>
                <a:gd name="csY14" fmla="*/ 303642 h 470247"/>
                <a:gd name="csX15" fmla="*/ 70881 w 733109"/>
                <a:gd name="csY15" fmla="*/ 303443 h 470247"/>
                <a:gd name="csX16" fmla="*/ 85858 w 733109"/>
                <a:gd name="csY16" fmla="*/ 288261 h 470247"/>
                <a:gd name="csX17" fmla="*/ 94369 w 733109"/>
                <a:gd name="csY17" fmla="*/ 280376 h 470247"/>
                <a:gd name="csX18" fmla="*/ 101998 w 733109"/>
                <a:gd name="csY18" fmla="*/ 273079 h 470247"/>
                <a:gd name="csX19" fmla="*/ 118037 w 733109"/>
                <a:gd name="csY19" fmla="*/ 258948 h 470247"/>
                <a:gd name="csX20" fmla="*/ 119198 w 733109"/>
                <a:gd name="csY20" fmla="*/ 257896 h 470247"/>
                <a:gd name="csX21" fmla="*/ 137125 w 733109"/>
                <a:gd name="csY21" fmla="*/ 242714 h 470247"/>
                <a:gd name="csX22" fmla="*/ 141704 w 733109"/>
                <a:gd name="csY22" fmla="*/ 239067 h 470247"/>
                <a:gd name="csX23" fmla="*/ 156000 w 733109"/>
                <a:gd name="csY23" fmla="*/ 227533 h 470247"/>
                <a:gd name="csX24" fmla="*/ 165371 w 733109"/>
                <a:gd name="csY24" fmla="*/ 220389 h 470247"/>
                <a:gd name="csX25" fmla="*/ 175859 w 733109"/>
                <a:gd name="csY25" fmla="*/ 212351 h 470247"/>
                <a:gd name="csX26" fmla="*/ 189039 w 733109"/>
                <a:gd name="csY26" fmla="*/ 202730 h 470247"/>
                <a:gd name="csX27" fmla="*/ 196678 w 733109"/>
                <a:gd name="csY27" fmla="*/ 197169 h 470247"/>
                <a:gd name="csX28" fmla="*/ 212706 w 733109"/>
                <a:gd name="csY28" fmla="*/ 185960 h 470247"/>
                <a:gd name="csX29" fmla="*/ 218447 w 733109"/>
                <a:gd name="csY29" fmla="*/ 181987 h 470247"/>
                <a:gd name="csX30" fmla="*/ 236373 w 733109"/>
                <a:gd name="csY30" fmla="*/ 169982 h 470247"/>
                <a:gd name="csX31" fmla="*/ 241210 w 733109"/>
                <a:gd name="csY31" fmla="*/ 166804 h 470247"/>
                <a:gd name="csX32" fmla="*/ 260052 w 733109"/>
                <a:gd name="csY32" fmla="*/ 154720 h 470247"/>
                <a:gd name="csX33" fmla="*/ 265000 w 733109"/>
                <a:gd name="csY33" fmla="*/ 151622 h 470247"/>
                <a:gd name="csX34" fmla="*/ 283719 w 733109"/>
                <a:gd name="csY34" fmla="*/ 140122 h 470247"/>
                <a:gd name="csX35" fmla="*/ 289907 w 733109"/>
                <a:gd name="csY35" fmla="*/ 136440 h 470247"/>
                <a:gd name="csX36" fmla="*/ 307387 w 733109"/>
                <a:gd name="csY36" fmla="*/ 126155 h 470247"/>
                <a:gd name="csX37" fmla="*/ 316054 w 733109"/>
                <a:gd name="csY37" fmla="*/ 121258 h 470247"/>
                <a:gd name="csX38" fmla="*/ 331054 w 733109"/>
                <a:gd name="csY38" fmla="*/ 112802 h 470247"/>
                <a:gd name="csX39" fmla="*/ 343586 w 733109"/>
                <a:gd name="csY39" fmla="*/ 106075 h 470247"/>
                <a:gd name="csX40" fmla="*/ 354722 w 733109"/>
                <a:gd name="csY40" fmla="*/ 100063 h 470247"/>
                <a:gd name="csX41" fmla="*/ 372704 w 733109"/>
                <a:gd name="csY41" fmla="*/ 90894 h 470247"/>
                <a:gd name="csX42" fmla="*/ 378389 w 733109"/>
                <a:gd name="csY42" fmla="*/ 87954 h 470247"/>
                <a:gd name="csX43" fmla="*/ 402056 w 733109"/>
                <a:gd name="csY43" fmla="*/ 76459 h 470247"/>
                <a:gd name="csX44" fmla="*/ 403698 w 733109"/>
                <a:gd name="csY44" fmla="*/ 75712 h 470247"/>
                <a:gd name="csX45" fmla="*/ 425724 w 733109"/>
                <a:gd name="csY45" fmla="*/ 65427 h 470247"/>
                <a:gd name="csX46" fmla="*/ 437105 w 733109"/>
                <a:gd name="csY46" fmla="*/ 60530 h 470247"/>
                <a:gd name="csX47" fmla="*/ 449402 w 733109"/>
                <a:gd name="csY47" fmla="*/ 55072 h 470247"/>
                <a:gd name="csX48" fmla="*/ 473070 w 733109"/>
                <a:gd name="csY48" fmla="*/ 45462 h 470247"/>
                <a:gd name="csX49" fmla="*/ 473371 w 733109"/>
                <a:gd name="csY49" fmla="*/ 45348 h 470247"/>
                <a:gd name="csX50" fmla="*/ 496737 w 733109"/>
                <a:gd name="csY50" fmla="*/ 36350 h 470247"/>
                <a:gd name="csX51" fmla="*/ 514630 w 733109"/>
                <a:gd name="csY51" fmla="*/ 30166 h 470247"/>
                <a:gd name="csX52" fmla="*/ 520405 w 733109"/>
                <a:gd name="csY52" fmla="*/ 28074 h 470247"/>
                <a:gd name="csX53" fmla="*/ 544072 w 733109"/>
                <a:gd name="csY53" fmla="*/ 20545 h 470247"/>
                <a:gd name="csX54" fmla="*/ 564143 w 733109"/>
                <a:gd name="csY54" fmla="*/ 14983 h 470247"/>
                <a:gd name="csX55" fmla="*/ 567739 w 733109"/>
                <a:gd name="csY55" fmla="*/ 13929 h 470247"/>
                <a:gd name="csX56" fmla="*/ 591407 w 733109"/>
                <a:gd name="csY56" fmla="*/ 8307 h 470247"/>
                <a:gd name="csX57" fmla="*/ 615085 w 733109"/>
                <a:gd name="csY57" fmla="*/ 3915 h 470247"/>
                <a:gd name="csX58" fmla="*/ 638753 w 733109"/>
                <a:gd name="csY58" fmla="*/ 968 h 470247"/>
                <a:gd name="csX59" fmla="*/ 662420 w 733109"/>
                <a:gd name="csY59" fmla="*/ 0 h 470247"/>
                <a:gd name="csX60" fmla="*/ 686087 w 733109"/>
                <a:gd name="csY60" fmla="*/ 2140 h 470247"/>
                <a:gd name="csX61" fmla="*/ 709755 w 733109"/>
                <a:gd name="csY61" fmla="*/ 9826 h 470247"/>
                <a:gd name="csX62" fmla="*/ 717797 w 733109"/>
                <a:gd name="csY62" fmla="*/ 14983 h 470247"/>
                <a:gd name="csX63" fmla="*/ 729781 w 733109"/>
                <a:gd name="csY63" fmla="*/ 30166 h 470247"/>
                <a:gd name="csX64" fmla="*/ 733110 w 733109"/>
                <a:gd name="csY64" fmla="*/ 45348 h 470247"/>
                <a:gd name="csX65" fmla="*/ 731602 w 733109"/>
                <a:gd name="csY65" fmla="*/ 60530 h 470247"/>
                <a:gd name="csX66" fmla="*/ 727011 w 733109"/>
                <a:gd name="csY66" fmla="*/ 75712 h 470247"/>
                <a:gd name="csX67" fmla="*/ 720165 w 733109"/>
                <a:gd name="csY67" fmla="*/ 90894 h 470247"/>
                <a:gd name="csX68" fmla="*/ 711397 w 733109"/>
                <a:gd name="csY68" fmla="*/ 106075 h 470247"/>
                <a:gd name="csX69" fmla="*/ 709755 w 733109"/>
                <a:gd name="csY69" fmla="*/ 108381 h 470247"/>
                <a:gd name="csX70" fmla="*/ 701088 w 733109"/>
                <a:gd name="csY70" fmla="*/ 121258 h 470247"/>
                <a:gd name="csX71" fmla="*/ 689349 w 733109"/>
                <a:gd name="csY71" fmla="*/ 136440 h 470247"/>
                <a:gd name="csX72" fmla="*/ 686087 w 733109"/>
                <a:gd name="csY72" fmla="*/ 140140 h 470247"/>
                <a:gd name="csX73" fmla="*/ 676449 w 733109"/>
                <a:gd name="csY73" fmla="*/ 151622 h 470247"/>
                <a:gd name="csX74" fmla="*/ 662420 w 733109"/>
                <a:gd name="csY74" fmla="*/ 166605 h 470247"/>
                <a:gd name="csX75" fmla="*/ 662241 w 733109"/>
                <a:gd name="csY75" fmla="*/ 166804 h 470247"/>
                <a:gd name="csX76" fmla="*/ 647252 w 733109"/>
                <a:gd name="csY76" fmla="*/ 181987 h 470247"/>
                <a:gd name="csX77" fmla="*/ 638753 w 733109"/>
                <a:gd name="csY77" fmla="*/ 189871 h 470247"/>
                <a:gd name="csX78" fmla="*/ 631113 w 733109"/>
                <a:gd name="csY78" fmla="*/ 197169 h 470247"/>
                <a:gd name="csX79" fmla="*/ 615085 w 733109"/>
                <a:gd name="csY79" fmla="*/ 211299 h 470247"/>
                <a:gd name="csX80" fmla="*/ 613913 w 733109"/>
                <a:gd name="csY80" fmla="*/ 212351 h 470247"/>
                <a:gd name="csX81" fmla="*/ 595997 w 733109"/>
                <a:gd name="csY81" fmla="*/ 227533 h 470247"/>
                <a:gd name="csX82" fmla="*/ 591407 w 733109"/>
                <a:gd name="csY82" fmla="*/ 231180 h 470247"/>
                <a:gd name="csX83" fmla="*/ 577122 w 733109"/>
                <a:gd name="csY83" fmla="*/ 242714 h 470247"/>
                <a:gd name="csX84" fmla="*/ 567739 w 733109"/>
                <a:gd name="csY84" fmla="*/ 249858 h 470247"/>
                <a:gd name="csX85" fmla="*/ 557252 w 733109"/>
                <a:gd name="csY85" fmla="*/ 257896 h 470247"/>
                <a:gd name="csX86" fmla="*/ 544072 w 733109"/>
                <a:gd name="csY86" fmla="*/ 267517 h 470247"/>
                <a:gd name="csX87" fmla="*/ 536443 w 733109"/>
                <a:gd name="csY87" fmla="*/ 273079 h 470247"/>
                <a:gd name="csX88" fmla="*/ 520405 w 733109"/>
                <a:gd name="csY88" fmla="*/ 284287 h 470247"/>
                <a:gd name="csX89" fmla="*/ 514664 w 733109"/>
                <a:gd name="csY89" fmla="*/ 288261 h 470247"/>
                <a:gd name="csX90" fmla="*/ 496737 w 733109"/>
                <a:gd name="csY90" fmla="*/ 300265 h 470247"/>
                <a:gd name="csX91" fmla="*/ 491901 w 733109"/>
                <a:gd name="csY91" fmla="*/ 303443 h 470247"/>
                <a:gd name="csX92" fmla="*/ 473070 w 733109"/>
                <a:gd name="csY92" fmla="*/ 315527 h 470247"/>
                <a:gd name="csX93" fmla="*/ 468111 w 733109"/>
                <a:gd name="csY93" fmla="*/ 318625 h 470247"/>
                <a:gd name="csX94" fmla="*/ 449402 w 733109"/>
                <a:gd name="csY94" fmla="*/ 330125 h 470247"/>
                <a:gd name="csX95" fmla="*/ 443204 w 733109"/>
                <a:gd name="csY95" fmla="*/ 333807 h 470247"/>
                <a:gd name="csX96" fmla="*/ 425724 w 733109"/>
                <a:gd name="csY96" fmla="*/ 344092 h 470247"/>
                <a:gd name="csX97" fmla="*/ 417057 w 733109"/>
                <a:gd name="csY97" fmla="*/ 348990 h 470247"/>
                <a:gd name="csX98" fmla="*/ 402056 w 733109"/>
                <a:gd name="csY98" fmla="*/ 357446 h 470247"/>
                <a:gd name="csX99" fmla="*/ 389525 w 733109"/>
                <a:gd name="csY99" fmla="*/ 364172 h 470247"/>
                <a:gd name="csX100" fmla="*/ 378389 w 733109"/>
                <a:gd name="csY100" fmla="*/ 370184 h 470247"/>
                <a:gd name="csX101" fmla="*/ 360407 w 733109"/>
                <a:gd name="csY101" fmla="*/ 379353 h 470247"/>
                <a:gd name="csX102" fmla="*/ 354722 w 733109"/>
                <a:gd name="csY102" fmla="*/ 382293 h 470247"/>
                <a:gd name="csX103" fmla="*/ 331054 w 733109"/>
                <a:gd name="csY103" fmla="*/ 393788 h 470247"/>
                <a:gd name="csX104" fmla="*/ 329412 w 733109"/>
                <a:gd name="csY104" fmla="*/ 394535 h 470247"/>
                <a:gd name="csX105" fmla="*/ 307387 w 733109"/>
                <a:gd name="csY105" fmla="*/ 404821 h 470247"/>
                <a:gd name="csX106" fmla="*/ 296005 w 733109"/>
                <a:gd name="csY106" fmla="*/ 409717 h 470247"/>
                <a:gd name="csX107" fmla="*/ 283719 w 733109"/>
                <a:gd name="csY107" fmla="*/ 415176 h 470247"/>
                <a:gd name="csX108" fmla="*/ 260052 w 733109"/>
                <a:gd name="csY108" fmla="*/ 424784 h 470247"/>
                <a:gd name="csX109" fmla="*/ 259739 w 733109"/>
                <a:gd name="csY109" fmla="*/ 424899 h 470247"/>
                <a:gd name="csX110" fmla="*/ 236373 w 733109"/>
                <a:gd name="csY110" fmla="*/ 433897 h 470247"/>
                <a:gd name="csX111" fmla="*/ 218480 w 733109"/>
                <a:gd name="csY111" fmla="*/ 440082 h 470247"/>
                <a:gd name="csX112" fmla="*/ 212706 w 733109"/>
                <a:gd name="csY112" fmla="*/ 442174 h 470247"/>
                <a:gd name="csX113" fmla="*/ 189039 w 733109"/>
                <a:gd name="csY113" fmla="*/ 449703 h 470247"/>
                <a:gd name="csX114" fmla="*/ 168968 w 733109"/>
                <a:gd name="csY114" fmla="*/ 455264 h 470247"/>
                <a:gd name="csX115" fmla="*/ 165371 w 733109"/>
                <a:gd name="csY115" fmla="*/ 456318 h 470247"/>
                <a:gd name="csX116" fmla="*/ 141704 w 733109"/>
                <a:gd name="csY116" fmla="*/ 461941 h 470247"/>
                <a:gd name="csX117" fmla="*/ 118037 w 733109"/>
                <a:gd name="csY117" fmla="*/ 466332 h 470247"/>
                <a:gd name="csX118" fmla="*/ 94369 w 733109"/>
                <a:gd name="csY118" fmla="*/ 469279 h 470247"/>
                <a:gd name="csX119" fmla="*/ 70702 w 733109"/>
                <a:gd name="csY119" fmla="*/ 470247 h 470247"/>
                <a:gd name="csX120" fmla="*/ 47023 w 733109"/>
                <a:gd name="csY120" fmla="*/ 468107 h 47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733109" h="470247">
                  <a:moveTo>
                    <a:pt x="47023" y="468107"/>
                  </a:moveTo>
                  <a:lnTo>
                    <a:pt x="23359" y="460422"/>
                  </a:lnTo>
                  <a:lnTo>
                    <a:pt x="15317" y="455264"/>
                  </a:lnTo>
                  <a:lnTo>
                    <a:pt x="3336" y="440082"/>
                  </a:lnTo>
                  <a:lnTo>
                    <a:pt x="0" y="424899"/>
                  </a:lnTo>
                  <a:lnTo>
                    <a:pt x="1509" y="409717"/>
                  </a:lnTo>
                  <a:lnTo>
                    <a:pt x="6102" y="394535"/>
                  </a:lnTo>
                  <a:lnTo>
                    <a:pt x="12948" y="379353"/>
                  </a:lnTo>
                  <a:lnTo>
                    <a:pt x="21714" y="364172"/>
                  </a:lnTo>
                  <a:lnTo>
                    <a:pt x="23359" y="361866"/>
                  </a:lnTo>
                  <a:lnTo>
                    <a:pt x="32023" y="348990"/>
                  </a:lnTo>
                  <a:lnTo>
                    <a:pt x="43762" y="333807"/>
                  </a:lnTo>
                  <a:lnTo>
                    <a:pt x="47023" y="330107"/>
                  </a:lnTo>
                  <a:lnTo>
                    <a:pt x="56673" y="318625"/>
                  </a:lnTo>
                  <a:lnTo>
                    <a:pt x="70702" y="303642"/>
                  </a:lnTo>
                  <a:lnTo>
                    <a:pt x="70881" y="303443"/>
                  </a:lnTo>
                  <a:lnTo>
                    <a:pt x="85858" y="288261"/>
                  </a:lnTo>
                  <a:lnTo>
                    <a:pt x="94369" y="280376"/>
                  </a:lnTo>
                  <a:lnTo>
                    <a:pt x="101998" y="273079"/>
                  </a:lnTo>
                  <a:lnTo>
                    <a:pt x="118037" y="258948"/>
                  </a:lnTo>
                  <a:lnTo>
                    <a:pt x="119198" y="257896"/>
                  </a:lnTo>
                  <a:lnTo>
                    <a:pt x="137125" y="242714"/>
                  </a:lnTo>
                  <a:lnTo>
                    <a:pt x="141704" y="239067"/>
                  </a:lnTo>
                  <a:lnTo>
                    <a:pt x="156000" y="227533"/>
                  </a:lnTo>
                  <a:lnTo>
                    <a:pt x="165371" y="220389"/>
                  </a:lnTo>
                  <a:lnTo>
                    <a:pt x="175859" y="212351"/>
                  </a:lnTo>
                  <a:lnTo>
                    <a:pt x="189039" y="202730"/>
                  </a:lnTo>
                  <a:lnTo>
                    <a:pt x="196678" y="197169"/>
                  </a:lnTo>
                  <a:lnTo>
                    <a:pt x="212706" y="185960"/>
                  </a:lnTo>
                  <a:lnTo>
                    <a:pt x="218447" y="181987"/>
                  </a:lnTo>
                  <a:lnTo>
                    <a:pt x="236373" y="169982"/>
                  </a:lnTo>
                  <a:lnTo>
                    <a:pt x="241210" y="166804"/>
                  </a:lnTo>
                  <a:lnTo>
                    <a:pt x="260052" y="154720"/>
                  </a:lnTo>
                  <a:lnTo>
                    <a:pt x="265000" y="151622"/>
                  </a:lnTo>
                  <a:lnTo>
                    <a:pt x="283719" y="140122"/>
                  </a:lnTo>
                  <a:lnTo>
                    <a:pt x="289907" y="136440"/>
                  </a:lnTo>
                  <a:lnTo>
                    <a:pt x="307387" y="126155"/>
                  </a:lnTo>
                  <a:lnTo>
                    <a:pt x="316054" y="121258"/>
                  </a:lnTo>
                  <a:lnTo>
                    <a:pt x="331054" y="112802"/>
                  </a:lnTo>
                  <a:lnTo>
                    <a:pt x="343586" y="106075"/>
                  </a:lnTo>
                  <a:lnTo>
                    <a:pt x="354722" y="100063"/>
                  </a:lnTo>
                  <a:lnTo>
                    <a:pt x="372704" y="90894"/>
                  </a:lnTo>
                  <a:lnTo>
                    <a:pt x="378389" y="87954"/>
                  </a:lnTo>
                  <a:lnTo>
                    <a:pt x="402056" y="76459"/>
                  </a:lnTo>
                  <a:lnTo>
                    <a:pt x="403698" y="75712"/>
                  </a:lnTo>
                  <a:lnTo>
                    <a:pt x="425724" y="65427"/>
                  </a:lnTo>
                  <a:lnTo>
                    <a:pt x="437105" y="60530"/>
                  </a:lnTo>
                  <a:lnTo>
                    <a:pt x="449402" y="55072"/>
                  </a:lnTo>
                  <a:lnTo>
                    <a:pt x="473070" y="45462"/>
                  </a:lnTo>
                  <a:lnTo>
                    <a:pt x="473371" y="45348"/>
                  </a:lnTo>
                  <a:lnTo>
                    <a:pt x="496737" y="36350"/>
                  </a:lnTo>
                  <a:lnTo>
                    <a:pt x="514630" y="30166"/>
                  </a:lnTo>
                  <a:lnTo>
                    <a:pt x="520405" y="28074"/>
                  </a:lnTo>
                  <a:lnTo>
                    <a:pt x="544072" y="20545"/>
                  </a:lnTo>
                  <a:lnTo>
                    <a:pt x="564143" y="14983"/>
                  </a:lnTo>
                  <a:lnTo>
                    <a:pt x="567739" y="13929"/>
                  </a:lnTo>
                  <a:lnTo>
                    <a:pt x="591407" y="8307"/>
                  </a:lnTo>
                  <a:lnTo>
                    <a:pt x="615085" y="3915"/>
                  </a:lnTo>
                  <a:lnTo>
                    <a:pt x="638753" y="968"/>
                  </a:lnTo>
                  <a:lnTo>
                    <a:pt x="662420" y="0"/>
                  </a:lnTo>
                  <a:lnTo>
                    <a:pt x="686087" y="2140"/>
                  </a:lnTo>
                  <a:lnTo>
                    <a:pt x="709755" y="9826"/>
                  </a:lnTo>
                  <a:lnTo>
                    <a:pt x="717797" y="14983"/>
                  </a:lnTo>
                  <a:lnTo>
                    <a:pt x="729781" y="30166"/>
                  </a:lnTo>
                  <a:lnTo>
                    <a:pt x="733110" y="45348"/>
                  </a:lnTo>
                  <a:lnTo>
                    <a:pt x="731602" y="60530"/>
                  </a:lnTo>
                  <a:lnTo>
                    <a:pt x="727011" y="75712"/>
                  </a:lnTo>
                  <a:lnTo>
                    <a:pt x="720165" y="90894"/>
                  </a:lnTo>
                  <a:lnTo>
                    <a:pt x="711397" y="106075"/>
                  </a:lnTo>
                  <a:lnTo>
                    <a:pt x="709755" y="108381"/>
                  </a:lnTo>
                  <a:lnTo>
                    <a:pt x="701088" y="121258"/>
                  </a:lnTo>
                  <a:lnTo>
                    <a:pt x="689349" y="136440"/>
                  </a:lnTo>
                  <a:lnTo>
                    <a:pt x="686087" y="140140"/>
                  </a:lnTo>
                  <a:lnTo>
                    <a:pt x="676449" y="151622"/>
                  </a:lnTo>
                  <a:lnTo>
                    <a:pt x="662420" y="166605"/>
                  </a:lnTo>
                  <a:lnTo>
                    <a:pt x="662241" y="166804"/>
                  </a:lnTo>
                  <a:lnTo>
                    <a:pt x="647252" y="181987"/>
                  </a:lnTo>
                  <a:lnTo>
                    <a:pt x="638753" y="189871"/>
                  </a:lnTo>
                  <a:lnTo>
                    <a:pt x="631113" y="197169"/>
                  </a:lnTo>
                  <a:lnTo>
                    <a:pt x="615085" y="211299"/>
                  </a:lnTo>
                  <a:lnTo>
                    <a:pt x="613913" y="212351"/>
                  </a:lnTo>
                  <a:lnTo>
                    <a:pt x="595997" y="227533"/>
                  </a:lnTo>
                  <a:lnTo>
                    <a:pt x="591407" y="231180"/>
                  </a:lnTo>
                  <a:lnTo>
                    <a:pt x="577122" y="242714"/>
                  </a:lnTo>
                  <a:lnTo>
                    <a:pt x="567739" y="249858"/>
                  </a:lnTo>
                  <a:lnTo>
                    <a:pt x="557252" y="257896"/>
                  </a:lnTo>
                  <a:lnTo>
                    <a:pt x="544072" y="267517"/>
                  </a:lnTo>
                  <a:lnTo>
                    <a:pt x="536443" y="273079"/>
                  </a:lnTo>
                  <a:lnTo>
                    <a:pt x="520405" y="284287"/>
                  </a:lnTo>
                  <a:lnTo>
                    <a:pt x="514664" y="288261"/>
                  </a:lnTo>
                  <a:lnTo>
                    <a:pt x="496737" y="300265"/>
                  </a:lnTo>
                  <a:lnTo>
                    <a:pt x="491901" y="303443"/>
                  </a:lnTo>
                  <a:lnTo>
                    <a:pt x="473070" y="315527"/>
                  </a:lnTo>
                  <a:lnTo>
                    <a:pt x="468111" y="318625"/>
                  </a:lnTo>
                  <a:lnTo>
                    <a:pt x="449402" y="330125"/>
                  </a:lnTo>
                  <a:lnTo>
                    <a:pt x="443204" y="333807"/>
                  </a:lnTo>
                  <a:lnTo>
                    <a:pt x="425724" y="344092"/>
                  </a:lnTo>
                  <a:lnTo>
                    <a:pt x="417057" y="348990"/>
                  </a:lnTo>
                  <a:lnTo>
                    <a:pt x="402056" y="357446"/>
                  </a:lnTo>
                  <a:lnTo>
                    <a:pt x="389525" y="364172"/>
                  </a:lnTo>
                  <a:lnTo>
                    <a:pt x="378389" y="370184"/>
                  </a:lnTo>
                  <a:lnTo>
                    <a:pt x="360407" y="379353"/>
                  </a:lnTo>
                  <a:lnTo>
                    <a:pt x="354722" y="382293"/>
                  </a:lnTo>
                  <a:lnTo>
                    <a:pt x="331054" y="393788"/>
                  </a:lnTo>
                  <a:lnTo>
                    <a:pt x="329412" y="394535"/>
                  </a:lnTo>
                  <a:lnTo>
                    <a:pt x="307387" y="404821"/>
                  </a:lnTo>
                  <a:lnTo>
                    <a:pt x="296005" y="409717"/>
                  </a:lnTo>
                  <a:lnTo>
                    <a:pt x="283719" y="415176"/>
                  </a:lnTo>
                  <a:lnTo>
                    <a:pt x="260052" y="424784"/>
                  </a:lnTo>
                  <a:lnTo>
                    <a:pt x="259739" y="424899"/>
                  </a:lnTo>
                  <a:lnTo>
                    <a:pt x="236373" y="433897"/>
                  </a:lnTo>
                  <a:lnTo>
                    <a:pt x="218480" y="440082"/>
                  </a:lnTo>
                  <a:lnTo>
                    <a:pt x="212706" y="442174"/>
                  </a:lnTo>
                  <a:lnTo>
                    <a:pt x="189039" y="449703"/>
                  </a:lnTo>
                  <a:lnTo>
                    <a:pt x="168968" y="455264"/>
                  </a:lnTo>
                  <a:lnTo>
                    <a:pt x="165371" y="456318"/>
                  </a:lnTo>
                  <a:lnTo>
                    <a:pt x="141704" y="461941"/>
                  </a:lnTo>
                  <a:lnTo>
                    <a:pt x="118037" y="466332"/>
                  </a:lnTo>
                  <a:lnTo>
                    <a:pt x="94369" y="469279"/>
                  </a:lnTo>
                  <a:lnTo>
                    <a:pt x="70702" y="470247"/>
                  </a:lnTo>
                  <a:lnTo>
                    <a:pt x="47023" y="46810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4077EBDA-FE6C-0949-77EA-62D2A97202B8}"/>
                </a:ext>
              </a:extLst>
            </p:cNvPr>
            <p:cNvSpPr/>
            <p:nvPr/>
          </p:nvSpPr>
          <p:spPr>
            <a:xfrm>
              <a:off x="1572609" y="3424976"/>
              <a:ext cx="584100" cy="374664"/>
            </a:xfrm>
            <a:custGeom>
              <a:avLst/>
              <a:gdLst>
                <a:gd name="csX0" fmla="*/ 43526 w 584100"/>
                <a:gd name="csY0" fmla="*/ 374099 h 374664"/>
                <a:gd name="csX1" fmla="*/ 19859 w 584100"/>
                <a:gd name="csY1" fmla="*/ 367805 h 374664"/>
                <a:gd name="csX2" fmla="*/ 10689 w 584100"/>
                <a:gd name="csY2" fmla="*/ 361926 h 374664"/>
                <a:gd name="csX3" fmla="*/ 882 w 584100"/>
                <a:gd name="csY3" fmla="*/ 346743 h 374664"/>
                <a:gd name="csX4" fmla="*/ 0 w 584100"/>
                <a:gd name="csY4" fmla="*/ 331561 h 374664"/>
                <a:gd name="csX5" fmla="*/ 3820 w 584100"/>
                <a:gd name="csY5" fmla="*/ 316380 h 374664"/>
                <a:gd name="csX6" fmla="*/ 10599 w 584100"/>
                <a:gd name="csY6" fmla="*/ 301198 h 374664"/>
                <a:gd name="csX7" fmla="*/ 19602 w 584100"/>
                <a:gd name="csY7" fmla="*/ 286016 h 374664"/>
                <a:gd name="csX8" fmla="*/ 19859 w 584100"/>
                <a:gd name="csY8" fmla="*/ 285687 h 374664"/>
                <a:gd name="csX9" fmla="*/ 30737 w 584100"/>
                <a:gd name="csY9" fmla="*/ 270834 h 374664"/>
                <a:gd name="csX10" fmla="*/ 43291 w 584100"/>
                <a:gd name="csY10" fmla="*/ 255651 h 374664"/>
                <a:gd name="csX11" fmla="*/ 43526 w 584100"/>
                <a:gd name="csY11" fmla="*/ 255410 h 374664"/>
                <a:gd name="csX12" fmla="*/ 57387 w 584100"/>
                <a:gd name="csY12" fmla="*/ 240469 h 374664"/>
                <a:gd name="csX13" fmla="*/ 67193 w 584100"/>
                <a:gd name="csY13" fmla="*/ 230856 h 374664"/>
                <a:gd name="csX14" fmla="*/ 72767 w 584100"/>
                <a:gd name="csY14" fmla="*/ 225287 h 374664"/>
                <a:gd name="csX15" fmla="*/ 89342 w 584100"/>
                <a:gd name="csY15" fmla="*/ 210105 h 374664"/>
                <a:gd name="csX16" fmla="*/ 90861 w 584100"/>
                <a:gd name="csY16" fmla="*/ 208821 h 374664"/>
                <a:gd name="csX17" fmla="*/ 107123 w 584100"/>
                <a:gd name="csY17" fmla="*/ 194923 h 374664"/>
                <a:gd name="csX18" fmla="*/ 114528 w 584100"/>
                <a:gd name="csY18" fmla="*/ 188988 h 374664"/>
                <a:gd name="csX19" fmla="*/ 126066 w 584100"/>
                <a:gd name="csY19" fmla="*/ 179741 h 374664"/>
                <a:gd name="csX20" fmla="*/ 138196 w 584100"/>
                <a:gd name="csY20" fmla="*/ 170553 h 374664"/>
                <a:gd name="csX21" fmla="*/ 146170 w 584100"/>
                <a:gd name="csY21" fmla="*/ 164559 h 374664"/>
                <a:gd name="csX22" fmla="*/ 161863 w 584100"/>
                <a:gd name="csY22" fmla="*/ 153313 h 374664"/>
                <a:gd name="csX23" fmla="*/ 167448 w 584100"/>
                <a:gd name="csY23" fmla="*/ 149377 h 374664"/>
                <a:gd name="csX24" fmla="*/ 185542 w 584100"/>
                <a:gd name="csY24" fmla="*/ 137114 h 374664"/>
                <a:gd name="csX25" fmla="*/ 189942 w 584100"/>
                <a:gd name="csY25" fmla="*/ 134195 h 374664"/>
                <a:gd name="csX26" fmla="*/ 209209 w 584100"/>
                <a:gd name="csY26" fmla="*/ 121841 h 374664"/>
                <a:gd name="csX27" fmla="*/ 213755 w 584100"/>
                <a:gd name="csY27" fmla="*/ 119013 h 374664"/>
                <a:gd name="csX28" fmla="*/ 232876 w 584100"/>
                <a:gd name="csY28" fmla="*/ 107409 h 374664"/>
                <a:gd name="csX29" fmla="*/ 239008 w 584100"/>
                <a:gd name="csY29" fmla="*/ 103830 h 374664"/>
                <a:gd name="csX30" fmla="*/ 256544 w 584100"/>
                <a:gd name="csY30" fmla="*/ 93761 h 374664"/>
                <a:gd name="csX31" fmla="*/ 265892 w 584100"/>
                <a:gd name="csY31" fmla="*/ 88648 h 374664"/>
                <a:gd name="csX32" fmla="*/ 280211 w 584100"/>
                <a:gd name="csY32" fmla="*/ 80867 h 374664"/>
                <a:gd name="csX33" fmla="*/ 294630 w 584100"/>
                <a:gd name="csY33" fmla="*/ 73466 h 374664"/>
                <a:gd name="csX34" fmla="*/ 303879 w 584100"/>
                <a:gd name="csY34" fmla="*/ 68714 h 374664"/>
                <a:gd name="csX35" fmla="*/ 325547 w 584100"/>
                <a:gd name="csY35" fmla="*/ 58284 h 374664"/>
                <a:gd name="csX36" fmla="*/ 327546 w 584100"/>
                <a:gd name="csY36" fmla="*/ 57312 h 374664"/>
                <a:gd name="csX37" fmla="*/ 351213 w 584100"/>
                <a:gd name="csY37" fmla="*/ 46680 h 374664"/>
                <a:gd name="csX38" fmla="*/ 359903 w 584100"/>
                <a:gd name="csY38" fmla="*/ 43103 h 374664"/>
                <a:gd name="csX39" fmla="*/ 374892 w 584100"/>
                <a:gd name="csY39" fmla="*/ 36815 h 374664"/>
                <a:gd name="csX40" fmla="*/ 398180 w 584100"/>
                <a:gd name="csY40" fmla="*/ 27921 h 374664"/>
                <a:gd name="csX41" fmla="*/ 398559 w 584100"/>
                <a:gd name="csY41" fmla="*/ 27773 h 374664"/>
                <a:gd name="csX42" fmla="*/ 422227 w 584100"/>
                <a:gd name="csY42" fmla="*/ 19716 h 374664"/>
                <a:gd name="csX43" fmla="*/ 445380 w 584100"/>
                <a:gd name="csY43" fmla="*/ 12738 h 374664"/>
                <a:gd name="csX44" fmla="*/ 445894 w 584100"/>
                <a:gd name="csY44" fmla="*/ 12579 h 374664"/>
                <a:gd name="csX45" fmla="*/ 469561 w 584100"/>
                <a:gd name="csY45" fmla="*/ 6804 h 374664"/>
                <a:gd name="csX46" fmla="*/ 493229 w 584100"/>
                <a:gd name="csY46" fmla="*/ 2455 h 374664"/>
                <a:gd name="csX47" fmla="*/ 516896 w 584100"/>
                <a:gd name="csY47" fmla="*/ 0 h 374664"/>
                <a:gd name="csX48" fmla="*/ 540575 w 584100"/>
                <a:gd name="csY48" fmla="*/ 565 h 374664"/>
                <a:gd name="csX49" fmla="*/ 564242 w 584100"/>
                <a:gd name="csY49" fmla="*/ 6859 h 374664"/>
                <a:gd name="csX50" fmla="*/ 573401 w 584100"/>
                <a:gd name="csY50" fmla="*/ 12738 h 374664"/>
                <a:gd name="csX51" fmla="*/ 583219 w 584100"/>
                <a:gd name="csY51" fmla="*/ 27921 h 374664"/>
                <a:gd name="csX52" fmla="*/ 584101 w 584100"/>
                <a:gd name="csY52" fmla="*/ 43103 h 374664"/>
                <a:gd name="csX53" fmla="*/ 580270 w 584100"/>
                <a:gd name="csY53" fmla="*/ 58284 h 374664"/>
                <a:gd name="csX54" fmla="*/ 573490 w 584100"/>
                <a:gd name="csY54" fmla="*/ 73466 h 374664"/>
                <a:gd name="csX55" fmla="*/ 564488 w 584100"/>
                <a:gd name="csY55" fmla="*/ 88648 h 374664"/>
                <a:gd name="csX56" fmla="*/ 564242 w 584100"/>
                <a:gd name="csY56" fmla="*/ 88977 h 374664"/>
                <a:gd name="csX57" fmla="*/ 553364 w 584100"/>
                <a:gd name="csY57" fmla="*/ 103830 h 374664"/>
                <a:gd name="csX58" fmla="*/ 540798 w 584100"/>
                <a:gd name="csY58" fmla="*/ 119013 h 374664"/>
                <a:gd name="csX59" fmla="*/ 540575 w 584100"/>
                <a:gd name="csY59" fmla="*/ 119254 h 374664"/>
                <a:gd name="csX60" fmla="*/ 526703 w 584100"/>
                <a:gd name="csY60" fmla="*/ 134195 h 374664"/>
                <a:gd name="csX61" fmla="*/ 516896 w 584100"/>
                <a:gd name="csY61" fmla="*/ 143808 h 374664"/>
                <a:gd name="csX62" fmla="*/ 511323 w 584100"/>
                <a:gd name="csY62" fmla="*/ 149377 h 374664"/>
                <a:gd name="csX63" fmla="*/ 494748 w 584100"/>
                <a:gd name="csY63" fmla="*/ 164559 h 374664"/>
                <a:gd name="csX64" fmla="*/ 493229 w 584100"/>
                <a:gd name="csY64" fmla="*/ 165843 h 374664"/>
                <a:gd name="csX65" fmla="*/ 476978 w 584100"/>
                <a:gd name="csY65" fmla="*/ 179741 h 374664"/>
                <a:gd name="csX66" fmla="*/ 469561 w 584100"/>
                <a:gd name="csY66" fmla="*/ 185676 h 374664"/>
                <a:gd name="csX67" fmla="*/ 458024 w 584100"/>
                <a:gd name="csY67" fmla="*/ 194923 h 374664"/>
                <a:gd name="csX68" fmla="*/ 445894 w 584100"/>
                <a:gd name="csY68" fmla="*/ 204111 h 374664"/>
                <a:gd name="csX69" fmla="*/ 437919 w 584100"/>
                <a:gd name="csY69" fmla="*/ 210105 h 374664"/>
                <a:gd name="csX70" fmla="*/ 422227 w 584100"/>
                <a:gd name="csY70" fmla="*/ 221351 h 374664"/>
                <a:gd name="csX71" fmla="*/ 416642 w 584100"/>
                <a:gd name="csY71" fmla="*/ 225287 h 374664"/>
                <a:gd name="csX72" fmla="*/ 398559 w 584100"/>
                <a:gd name="csY72" fmla="*/ 237550 h 374664"/>
                <a:gd name="csX73" fmla="*/ 394147 w 584100"/>
                <a:gd name="csY73" fmla="*/ 240469 h 374664"/>
                <a:gd name="csX74" fmla="*/ 374892 w 584100"/>
                <a:gd name="csY74" fmla="*/ 252823 h 374664"/>
                <a:gd name="csX75" fmla="*/ 370335 w 584100"/>
                <a:gd name="csY75" fmla="*/ 255651 h 374664"/>
                <a:gd name="csX76" fmla="*/ 351213 w 584100"/>
                <a:gd name="csY76" fmla="*/ 267255 h 374664"/>
                <a:gd name="csX77" fmla="*/ 345082 w 584100"/>
                <a:gd name="csY77" fmla="*/ 270834 h 374664"/>
                <a:gd name="csX78" fmla="*/ 327546 w 584100"/>
                <a:gd name="csY78" fmla="*/ 280903 h 374664"/>
                <a:gd name="csX79" fmla="*/ 318209 w 584100"/>
                <a:gd name="csY79" fmla="*/ 286016 h 374664"/>
                <a:gd name="csX80" fmla="*/ 303879 w 584100"/>
                <a:gd name="csY80" fmla="*/ 293797 h 374664"/>
                <a:gd name="csX81" fmla="*/ 289459 w 584100"/>
                <a:gd name="csY81" fmla="*/ 301198 h 374664"/>
                <a:gd name="csX82" fmla="*/ 280211 w 584100"/>
                <a:gd name="csY82" fmla="*/ 305950 h 374664"/>
                <a:gd name="csX83" fmla="*/ 258543 w 584100"/>
                <a:gd name="csY83" fmla="*/ 316380 h 374664"/>
                <a:gd name="csX84" fmla="*/ 256544 w 584100"/>
                <a:gd name="csY84" fmla="*/ 317352 h 374664"/>
                <a:gd name="csX85" fmla="*/ 232876 w 584100"/>
                <a:gd name="csY85" fmla="*/ 327984 h 374664"/>
                <a:gd name="csX86" fmla="*/ 224187 w 584100"/>
                <a:gd name="csY86" fmla="*/ 331561 h 374664"/>
                <a:gd name="csX87" fmla="*/ 209209 w 584100"/>
                <a:gd name="csY87" fmla="*/ 337849 h 374664"/>
                <a:gd name="csX88" fmla="*/ 185910 w 584100"/>
                <a:gd name="csY88" fmla="*/ 346743 h 374664"/>
                <a:gd name="csX89" fmla="*/ 185542 w 584100"/>
                <a:gd name="csY89" fmla="*/ 346891 h 374664"/>
                <a:gd name="csX90" fmla="*/ 161863 w 584100"/>
                <a:gd name="csY90" fmla="*/ 354948 h 374664"/>
                <a:gd name="csX91" fmla="*/ 138709 w 584100"/>
                <a:gd name="csY91" fmla="*/ 361926 h 374664"/>
                <a:gd name="csX92" fmla="*/ 138196 w 584100"/>
                <a:gd name="csY92" fmla="*/ 362085 h 374664"/>
                <a:gd name="csX93" fmla="*/ 114528 w 584100"/>
                <a:gd name="csY93" fmla="*/ 367860 h 374664"/>
                <a:gd name="csX94" fmla="*/ 90861 w 584100"/>
                <a:gd name="csY94" fmla="*/ 372209 h 374664"/>
                <a:gd name="csX95" fmla="*/ 67193 w 584100"/>
                <a:gd name="csY95" fmla="*/ 374664 h 374664"/>
                <a:gd name="csX96" fmla="*/ 43526 w 584100"/>
                <a:gd name="csY96" fmla="*/ 374099 h 3746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84100" h="374664">
                  <a:moveTo>
                    <a:pt x="43526" y="374099"/>
                  </a:moveTo>
                  <a:lnTo>
                    <a:pt x="19859" y="367805"/>
                  </a:lnTo>
                  <a:lnTo>
                    <a:pt x="10689" y="361926"/>
                  </a:lnTo>
                  <a:lnTo>
                    <a:pt x="882" y="346743"/>
                  </a:lnTo>
                  <a:lnTo>
                    <a:pt x="0" y="331561"/>
                  </a:lnTo>
                  <a:lnTo>
                    <a:pt x="3820" y="316380"/>
                  </a:lnTo>
                  <a:lnTo>
                    <a:pt x="10599" y="301198"/>
                  </a:lnTo>
                  <a:lnTo>
                    <a:pt x="19602" y="286016"/>
                  </a:lnTo>
                  <a:lnTo>
                    <a:pt x="19859" y="285687"/>
                  </a:lnTo>
                  <a:lnTo>
                    <a:pt x="30737" y="270834"/>
                  </a:lnTo>
                  <a:lnTo>
                    <a:pt x="43291" y="255651"/>
                  </a:lnTo>
                  <a:lnTo>
                    <a:pt x="43526" y="255410"/>
                  </a:lnTo>
                  <a:lnTo>
                    <a:pt x="57387" y="240469"/>
                  </a:lnTo>
                  <a:lnTo>
                    <a:pt x="67193" y="230856"/>
                  </a:lnTo>
                  <a:lnTo>
                    <a:pt x="72767" y="225287"/>
                  </a:lnTo>
                  <a:lnTo>
                    <a:pt x="89342" y="210105"/>
                  </a:lnTo>
                  <a:lnTo>
                    <a:pt x="90861" y="208821"/>
                  </a:lnTo>
                  <a:lnTo>
                    <a:pt x="107123" y="194923"/>
                  </a:lnTo>
                  <a:lnTo>
                    <a:pt x="114528" y="188988"/>
                  </a:lnTo>
                  <a:lnTo>
                    <a:pt x="126066" y="179741"/>
                  </a:lnTo>
                  <a:lnTo>
                    <a:pt x="138196" y="170553"/>
                  </a:lnTo>
                  <a:lnTo>
                    <a:pt x="146170" y="164559"/>
                  </a:lnTo>
                  <a:lnTo>
                    <a:pt x="161863" y="153313"/>
                  </a:lnTo>
                  <a:lnTo>
                    <a:pt x="167448" y="149377"/>
                  </a:lnTo>
                  <a:lnTo>
                    <a:pt x="185542" y="137114"/>
                  </a:lnTo>
                  <a:lnTo>
                    <a:pt x="189942" y="134195"/>
                  </a:lnTo>
                  <a:lnTo>
                    <a:pt x="209209" y="121841"/>
                  </a:lnTo>
                  <a:lnTo>
                    <a:pt x="213755" y="119013"/>
                  </a:lnTo>
                  <a:lnTo>
                    <a:pt x="232876" y="107409"/>
                  </a:lnTo>
                  <a:lnTo>
                    <a:pt x="239008" y="103830"/>
                  </a:lnTo>
                  <a:lnTo>
                    <a:pt x="256544" y="93761"/>
                  </a:lnTo>
                  <a:lnTo>
                    <a:pt x="265892" y="88648"/>
                  </a:lnTo>
                  <a:lnTo>
                    <a:pt x="280211" y="80867"/>
                  </a:lnTo>
                  <a:lnTo>
                    <a:pt x="294630" y="73466"/>
                  </a:lnTo>
                  <a:lnTo>
                    <a:pt x="303879" y="68714"/>
                  </a:lnTo>
                  <a:lnTo>
                    <a:pt x="325547" y="58284"/>
                  </a:lnTo>
                  <a:lnTo>
                    <a:pt x="327546" y="57312"/>
                  </a:lnTo>
                  <a:lnTo>
                    <a:pt x="351213" y="46680"/>
                  </a:lnTo>
                  <a:lnTo>
                    <a:pt x="359903" y="43103"/>
                  </a:lnTo>
                  <a:lnTo>
                    <a:pt x="374892" y="36815"/>
                  </a:lnTo>
                  <a:lnTo>
                    <a:pt x="398180" y="27921"/>
                  </a:lnTo>
                  <a:lnTo>
                    <a:pt x="398559" y="27773"/>
                  </a:lnTo>
                  <a:lnTo>
                    <a:pt x="422227" y="19716"/>
                  </a:lnTo>
                  <a:lnTo>
                    <a:pt x="445380" y="12738"/>
                  </a:lnTo>
                  <a:lnTo>
                    <a:pt x="445894" y="12579"/>
                  </a:lnTo>
                  <a:lnTo>
                    <a:pt x="469561" y="6804"/>
                  </a:lnTo>
                  <a:lnTo>
                    <a:pt x="493229" y="2455"/>
                  </a:lnTo>
                  <a:lnTo>
                    <a:pt x="516896" y="0"/>
                  </a:lnTo>
                  <a:lnTo>
                    <a:pt x="540575" y="565"/>
                  </a:lnTo>
                  <a:lnTo>
                    <a:pt x="564242" y="6859"/>
                  </a:lnTo>
                  <a:lnTo>
                    <a:pt x="573401" y="12738"/>
                  </a:lnTo>
                  <a:lnTo>
                    <a:pt x="583219" y="27921"/>
                  </a:lnTo>
                  <a:lnTo>
                    <a:pt x="584101" y="43103"/>
                  </a:lnTo>
                  <a:lnTo>
                    <a:pt x="580270" y="58284"/>
                  </a:lnTo>
                  <a:lnTo>
                    <a:pt x="573490" y="73466"/>
                  </a:lnTo>
                  <a:lnTo>
                    <a:pt x="564488" y="88648"/>
                  </a:lnTo>
                  <a:lnTo>
                    <a:pt x="564242" y="88977"/>
                  </a:lnTo>
                  <a:lnTo>
                    <a:pt x="553364" y="103830"/>
                  </a:lnTo>
                  <a:lnTo>
                    <a:pt x="540798" y="119013"/>
                  </a:lnTo>
                  <a:lnTo>
                    <a:pt x="540575" y="119254"/>
                  </a:lnTo>
                  <a:lnTo>
                    <a:pt x="526703" y="134195"/>
                  </a:lnTo>
                  <a:lnTo>
                    <a:pt x="516896" y="143808"/>
                  </a:lnTo>
                  <a:lnTo>
                    <a:pt x="511323" y="149377"/>
                  </a:lnTo>
                  <a:lnTo>
                    <a:pt x="494748" y="164559"/>
                  </a:lnTo>
                  <a:lnTo>
                    <a:pt x="493229" y="165843"/>
                  </a:lnTo>
                  <a:lnTo>
                    <a:pt x="476978" y="179741"/>
                  </a:lnTo>
                  <a:lnTo>
                    <a:pt x="469561" y="185676"/>
                  </a:lnTo>
                  <a:lnTo>
                    <a:pt x="458024" y="194923"/>
                  </a:lnTo>
                  <a:lnTo>
                    <a:pt x="445894" y="204111"/>
                  </a:lnTo>
                  <a:lnTo>
                    <a:pt x="437919" y="210105"/>
                  </a:lnTo>
                  <a:lnTo>
                    <a:pt x="422227" y="221351"/>
                  </a:lnTo>
                  <a:lnTo>
                    <a:pt x="416642" y="225287"/>
                  </a:lnTo>
                  <a:lnTo>
                    <a:pt x="398559" y="237550"/>
                  </a:lnTo>
                  <a:lnTo>
                    <a:pt x="394147" y="240469"/>
                  </a:lnTo>
                  <a:lnTo>
                    <a:pt x="374892" y="252823"/>
                  </a:lnTo>
                  <a:lnTo>
                    <a:pt x="370335" y="255651"/>
                  </a:lnTo>
                  <a:lnTo>
                    <a:pt x="351213" y="267255"/>
                  </a:lnTo>
                  <a:lnTo>
                    <a:pt x="345082" y="270834"/>
                  </a:lnTo>
                  <a:lnTo>
                    <a:pt x="327546" y="280903"/>
                  </a:lnTo>
                  <a:lnTo>
                    <a:pt x="318209" y="286016"/>
                  </a:lnTo>
                  <a:lnTo>
                    <a:pt x="303879" y="293797"/>
                  </a:lnTo>
                  <a:lnTo>
                    <a:pt x="289459" y="301198"/>
                  </a:lnTo>
                  <a:lnTo>
                    <a:pt x="280211" y="305950"/>
                  </a:lnTo>
                  <a:lnTo>
                    <a:pt x="258543" y="316380"/>
                  </a:lnTo>
                  <a:lnTo>
                    <a:pt x="256544" y="317352"/>
                  </a:lnTo>
                  <a:lnTo>
                    <a:pt x="232876" y="327984"/>
                  </a:lnTo>
                  <a:lnTo>
                    <a:pt x="224187" y="331561"/>
                  </a:lnTo>
                  <a:lnTo>
                    <a:pt x="209209" y="337849"/>
                  </a:lnTo>
                  <a:lnTo>
                    <a:pt x="185910" y="346743"/>
                  </a:lnTo>
                  <a:lnTo>
                    <a:pt x="185542" y="346891"/>
                  </a:lnTo>
                  <a:lnTo>
                    <a:pt x="161863" y="354948"/>
                  </a:lnTo>
                  <a:lnTo>
                    <a:pt x="138709" y="361926"/>
                  </a:lnTo>
                  <a:lnTo>
                    <a:pt x="138196" y="362085"/>
                  </a:lnTo>
                  <a:lnTo>
                    <a:pt x="114528" y="367860"/>
                  </a:lnTo>
                  <a:lnTo>
                    <a:pt x="90861" y="372209"/>
                  </a:lnTo>
                  <a:lnTo>
                    <a:pt x="67193" y="374664"/>
                  </a:lnTo>
                  <a:lnTo>
                    <a:pt x="43526" y="37409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04471618-A2B2-51D0-291D-9F85B4D66062}"/>
                </a:ext>
              </a:extLst>
            </p:cNvPr>
            <p:cNvSpPr/>
            <p:nvPr/>
          </p:nvSpPr>
          <p:spPr>
            <a:xfrm>
              <a:off x="1646637" y="3472460"/>
              <a:ext cx="436042" cy="279695"/>
            </a:xfrm>
            <a:custGeom>
              <a:avLst/>
              <a:gdLst>
                <a:gd name="csX0" fmla="*/ 40499 w 436042"/>
                <a:gd name="csY0" fmla="*/ 279695 h 279695"/>
                <a:gd name="csX1" fmla="*/ 16832 w 436042"/>
                <a:gd name="csY1" fmla="*/ 275298 h 279695"/>
                <a:gd name="csX2" fmla="*/ 6847 w 436042"/>
                <a:gd name="csY2" fmla="*/ 268896 h 279695"/>
                <a:gd name="csX3" fmla="*/ 0 w 436042"/>
                <a:gd name="csY3" fmla="*/ 253714 h 279695"/>
                <a:gd name="csX4" fmla="*/ 2200 w 436042"/>
                <a:gd name="csY4" fmla="*/ 238531 h 279695"/>
                <a:gd name="csX5" fmla="*/ 8801 w 436042"/>
                <a:gd name="csY5" fmla="*/ 223349 h 279695"/>
                <a:gd name="csX6" fmla="*/ 16832 w 436042"/>
                <a:gd name="csY6" fmla="*/ 210520 h 279695"/>
                <a:gd name="csX7" fmla="*/ 18295 w 436042"/>
                <a:gd name="csY7" fmla="*/ 208167 h 279695"/>
                <a:gd name="csX8" fmla="*/ 30592 w 436042"/>
                <a:gd name="csY8" fmla="*/ 192985 h 279695"/>
                <a:gd name="csX9" fmla="*/ 40499 w 436042"/>
                <a:gd name="csY9" fmla="*/ 182184 h 279695"/>
                <a:gd name="csX10" fmla="*/ 44520 w 436042"/>
                <a:gd name="csY10" fmla="*/ 177803 h 279695"/>
                <a:gd name="csX11" fmla="*/ 60258 w 436042"/>
                <a:gd name="csY11" fmla="*/ 162620 h 279695"/>
                <a:gd name="csX12" fmla="*/ 64167 w 436042"/>
                <a:gd name="csY12" fmla="*/ 159205 h 279695"/>
                <a:gd name="csX13" fmla="*/ 77748 w 436042"/>
                <a:gd name="csY13" fmla="*/ 147438 h 279695"/>
                <a:gd name="csX14" fmla="*/ 87834 w 436042"/>
                <a:gd name="csY14" fmla="*/ 139291 h 279695"/>
                <a:gd name="csX15" fmla="*/ 96691 w 436042"/>
                <a:gd name="csY15" fmla="*/ 132257 h 279695"/>
                <a:gd name="csX16" fmla="*/ 111513 w 436042"/>
                <a:gd name="csY16" fmla="*/ 121181 h 279695"/>
                <a:gd name="csX17" fmla="*/ 117142 w 436042"/>
                <a:gd name="csY17" fmla="*/ 117075 h 279695"/>
                <a:gd name="csX18" fmla="*/ 135180 w 436042"/>
                <a:gd name="csY18" fmla="*/ 104586 h 279695"/>
                <a:gd name="csX19" fmla="*/ 139201 w 436042"/>
                <a:gd name="csY19" fmla="*/ 101893 h 279695"/>
                <a:gd name="csX20" fmla="*/ 158848 w 436042"/>
                <a:gd name="csY20" fmla="*/ 89291 h 279695"/>
                <a:gd name="csX21" fmla="*/ 163047 w 436042"/>
                <a:gd name="csY21" fmla="*/ 86710 h 279695"/>
                <a:gd name="csX22" fmla="*/ 182515 w 436042"/>
                <a:gd name="csY22" fmla="*/ 75140 h 279695"/>
                <a:gd name="csX23" fmla="*/ 188915 w 436042"/>
                <a:gd name="csY23" fmla="*/ 71528 h 279695"/>
                <a:gd name="csX24" fmla="*/ 206182 w 436042"/>
                <a:gd name="csY24" fmla="*/ 62024 h 279695"/>
                <a:gd name="csX25" fmla="*/ 217150 w 436042"/>
                <a:gd name="csY25" fmla="*/ 56346 h 279695"/>
                <a:gd name="csX26" fmla="*/ 229850 w 436042"/>
                <a:gd name="csY26" fmla="*/ 49875 h 279695"/>
                <a:gd name="csX27" fmla="*/ 248201 w 436042"/>
                <a:gd name="csY27" fmla="*/ 41164 h 279695"/>
                <a:gd name="csX28" fmla="*/ 253517 w 436042"/>
                <a:gd name="csY28" fmla="*/ 38654 h 279695"/>
                <a:gd name="csX29" fmla="*/ 277184 w 436042"/>
                <a:gd name="csY29" fmla="*/ 28563 h 279695"/>
                <a:gd name="csX30" fmla="*/ 284020 w 436042"/>
                <a:gd name="csY30" fmla="*/ 25982 h 279695"/>
                <a:gd name="csX31" fmla="*/ 300863 w 436042"/>
                <a:gd name="csY31" fmla="*/ 19625 h 279695"/>
                <a:gd name="csX32" fmla="*/ 324530 w 436042"/>
                <a:gd name="csY32" fmla="*/ 11740 h 279695"/>
                <a:gd name="csX33" fmla="*/ 328194 w 436042"/>
                <a:gd name="csY33" fmla="*/ 10799 h 279695"/>
                <a:gd name="csX34" fmla="*/ 348198 w 436042"/>
                <a:gd name="csY34" fmla="*/ 5650 h 279695"/>
                <a:gd name="csX35" fmla="*/ 371865 w 436042"/>
                <a:gd name="csY35" fmla="*/ 1417 h 279695"/>
                <a:gd name="csX36" fmla="*/ 395533 w 436042"/>
                <a:gd name="csY36" fmla="*/ 0 h 279695"/>
                <a:gd name="csX37" fmla="*/ 419200 w 436042"/>
                <a:gd name="csY37" fmla="*/ 4397 h 279695"/>
                <a:gd name="csX38" fmla="*/ 429185 w 436042"/>
                <a:gd name="csY38" fmla="*/ 10799 h 279695"/>
                <a:gd name="csX39" fmla="*/ 436043 w 436042"/>
                <a:gd name="csY39" fmla="*/ 25982 h 279695"/>
                <a:gd name="csX40" fmla="*/ 433832 w 436042"/>
                <a:gd name="csY40" fmla="*/ 41164 h 279695"/>
                <a:gd name="csX41" fmla="*/ 427231 w 436042"/>
                <a:gd name="csY41" fmla="*/ 56346 h 279695"/>
                <a:gd name="csX42" fmla="*/ 419200 w 436042"/>
                <a:gd name="csY42" fmla="*/ 69175 h 279695"/>
                <a:gd name="csX43" fmla="*/ 417737 w 436042"/>
                <a:gd name="csY43" fmla="*/ 71528 h 279695"/>
                <a:gd name="csX44" fmla="*/ 405440 w 436042"/>
                <a:gd name="csY44" fmla="*/ 86710 h 279695"/>
                <a:gd name="csX45" fmla="*/ 395533 w 436042"/>
                <a:gd name="csY45" fmla="*/ 97511 h 279695"/>
                <a:gd name="csX46" fmla="*/ 391512 w 436042"/>
                <a:gd name="csY46" fmla="*/ 101893 h 279695"/>
                <a:gd name="csX47" fmla="*/ 375774 w 436042"/>
                <a:gd name="csY47" fmla="*/ 117075 h 279695"/>
                <a:gd name="csX48" fmla="*/ 371865 w 436042"/>
                <a:gd name="csY48" fmla="*/ 120490 h 279695"/>
                <a:gd name="csX49" fmla="*/ 358284 w 436042"/>
                <a:gd name="csY49" fmla="*/ 132257 h 279695"/>
                <a:gd name="csX50" fmla="*/ 348198 w 436042"/>
                <a:gd name="csY50" fmla="*/ 140404 h 279695"/>
                <a:gd name="csX51" fmla="*/ 339341 w 436042"/>
                <a:gd name="csY51" fmla="*/ 147438 h 279695"/>
                <a:gd name="csX52" fmla="*/ 324530 w 436042"/>
                <a:gd name="csY52" fmla="*/ 158515 h 279695"/>
                <a:gd name="csX53" fmla="*/ 318901 w 436042"/>
                <a:gd name="csY53" fmla="*/ 162620 h 279695"/>
                <a:gd name="csX54" fmla="*/ 300863 w 436042"/>
                <a:gd name="csY54" fmla="*/ 175110 h 279695"/>
                <a:gd name="csX55" fmla="*/ 296831 w 436042"/>
                <a:gd name="csY55" fmla="*/ 177803 h 279695"/>
                <a:gd name="csX56" fmla="*/ 277184 w 436042"/>
                <a:gd name="csY56" fmla="*/ 190405 h 279695"/>
                <a:gd name="csX57" fmla="*/ 272996 w 436042"/>
                <a:gd name="csY57" fmla="*/ 192985 h 279695"/>
                <a:gd name="csX58" fmla="*/ 253517 w 436042"/>
                <a:gd name="csY58" fmla="*/ 204555 h 279695"/>
                <a:gd name="csX59" fmla="*/ 247117 w 436042"/>
                <a:gd name="csY59" fmla="*/ 208167 h 279695"/>
                <a:gd name="csX60" fmla="*/ 229850 w 436042"/>
                <a:gd name="csY60" fmla="*/ 217671 h 279695"/>
                <a:gd name="csX61" fmla="*/ 218882 w 436042"/>
                <a:gd name="csY61" fmla="*/ 223349 h 279695"/>
                <a:gd name="csX62" fmla="*/ 206182 w 436042"/>
                <a:gd name="csY62" fmla="*/ 229820 h 279695"/>
                <a:gd name="csX63" fmla="*/ 187843 w 436042"/>
                <a:gd name="csY63" fmla="*/ 238531 h 279695"/>
                <a:gd name="csX64" fmla="*/ 182515 w 436042"/>
                <a:gd name="csY64" fmla="*/ 241040 h 279695"/>
                <a:gd name="csX65" fmla="*/ 158848 w 436042"/>
                <a:gd name="csY65" fmla="*/ 251132 h 279695"/>
                <a:gd name="csX66" fmla="*/ 152012 w 436042"/>
                <a:gd name="csY66" fmla="*/ 253714 h 279695"/>
                <a:gd name="csX67" fmla="*/ 135180 w 436042"/>
                <a:gd name="csY67" fmla="*/ 260070 h 279695"/>
                <a:gd name="csX68" fmla="*/ 111513 w 436042"/>
                <a:gd name="csY68" fmla="*/ 267955 h 279695"/>
                <a:gd name="csX69" fmla="*/ 107838 w 436042"/>
                <a:gd name="csY69" fmla="*/ 268896 h 279695"/>
                <a:gd name="csX70" fmla="*/ 87834 w 436042"/>
                <a:gd name="csY70" fmla="*/ 274045 h 279695"/>
                <a:gd name="csX71" fmla="*/ 64167 w 436042"/>
                <a:gd name="csY71" fmla="*/ 278278 h 279695"/>
                <a:gd name="csX72" fmla="*/ 40499 w 436042"/>
                <a:gd name="csY72" fmla="*/ 279695 h 279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6042" h="279695">
                  <a:moveTo>
                    <a:pt x="40499" y="279695"/>
                  </a:moveTo>
                  <a:lnTo>
                    <a:pt x="16832" y="275298"/>
                  </a:lnTo>
                  <a:lnTo>
                    <a:pt x="6847" y="268896"/>
                  </a:lnTo>
                  <a:lnTo>
                    <a:pt x="0" y="253714"/>
                  </a:lnTo>
                  <a:lnTo>
                    <a:pt x="2200" y="238531"/>
                  </a:lnTo>
                  <a:lnTo>
                    <a:pt x="8801" y="223349"/>
                  </a:lnTo>
                  <a:lnTo>
                    <a:pt x="16832" y="210520"/>
                  </a:lnTo>
                  <a:lnTo>
                    <a:pt x="18295" y="208167"/>
                  </a:lnTo>
                  <a:lnTo>
                    <a:pt x="30592" y="192985"/>
                  </a:lnTo>
                  <a:lnTo>
                    <a:pt x="40499" y="182184"/>
                  </a:lnTo>
                  <a:lnTo>
                    <a:pt x="44520" y="177803"/>
                  </a:lnTo>
                  <a:lnTo>
                    <a:pt x="60258" y="162620"/>
                  </a:lnTo>
                  <a:lnTo>
                    <a:pt x="64167" y="159205"/>
                  </a:lnTo>
                  <a:lnTo>
                    <a:pt x="77748" y="147438"/>
                  </a:lnTo>
                  <a:lnTo>
                    <a:pt x="87834" y="139291"/>
                  </a:lnTo>
                  <a:lnTo>
                    <a:pt x="96691" y="132257"/>
                  </a:lnTo>
                  <a:lnTo>
                    <a:pt x="111513" y="121181"/>
                  </a:lnTo>
                  <a:lnTo>
                    <a:pt x="117142" y="117075"/>
                  </a:lnTo>
                  <a:lnTo>
                    <a:pt x="135180" y="104586"/>
                  </a:lnTo>
                  <a:lnTo>
                    <a:pt x="139201" y="101893"/>
                  </a:lnTo>
                  <a:lnTo>
                    <a:pt x="158848" y="89291"/>
                  </a:lnTo>
                  <a:lnTo>
                    <a:pt x="163047" y="86710"/>
                  </a:lnTo>
                  <a:lnTo>
                    <a:pt x="182515" y="75140"/>
                  </a:lnTo>
                  <a:lnTo>
                    <a:pt x="188915" y="71528"/>
                  </a:lnTo>
                  <a:lnTo>
                    <a:pt x="206182" y="62024"/>
                  </a:lnTo>
                  <a:lnTo>
                    <a:pt x="217150" y="56346"/>
                  </a:lnTo>
                  <a:lnTo>
                    <a:pt x="229850" y="49875"/>
                  </a:lnTo>
                  <a:lnTo>
                    <a:pt x="248201" y="41164"/>
                  </a:lnTo>
                  <a:lnTo>
                    <a:pt x="253517" y="38654"/>
                  </a:lnTo>
                  <a:lnTo>
                    <a:pt x="277184" y="28563"/>
                  </a:lnTo>
                  <a:lnTo>
                    <a:pt x="284020" y="25982"/>
                  </a:lnTo>
                  <a:lnTo>
                    <a:pt x="300863" y="19625"/>
                  </a:lnTo>
                  <a:lnTo>
                    <a:pt x="324530" y="11740"/>
                  </a:lnTo>
                  <a:lnTo>
                    <a:pt x="328194" y="10799"/>
                  </a:lnTo>
                  <a:lnTo>
                    <a:pt x="348198" y="5650"/>
                  </a:lnTo>
                  <a:lnTo>
                    <a:pt x="371865" y="1417"/>
                  </a:lnTo>
                  <a:lnTo>
                    <a:pt x="395533" y="0"/>
                  </a:lnTo>
                  <a:lnTo>
                    <a:pt x="419200" y="4397"/>
                  </a:lnTo>
                  <a:lnTo>
                    <a:pt x="429185" y="10799"/>
                  </a:lnTo>
                  <a:lnTo>
                    <a:pt x="436043" y="25982"/>
                  </a:lnTo>
                  <a:lnTo>
                    <a:pt x="433832" y="41164"/>
                  </a:lnTo>
                  <a:lnTo>
                    <a:pt x="427231" y="56346"/>
                  </a:lnTo>
                  <a:lnTo>
                    <a:pt x="419200" y="69175"/>
                  </a:lnTo>
                  <a:lnTo>
                    <a:pt x="417737" y="71528"/>
                  </a:lnTo>
                  <a:lnTo>
                    <a:pt x="405440" y="86710"/>
                  </a:lnTo>
                  <a:lnTo>
                    <a:pt x="395533" y="97511"/>
                  </a:lnTo>
                  <a:lnTo>
                    <a:pt x="391512" y="101893"/>
                  </a:lnTo>
                  <a:lnTo>
                    <a:pt x="375774" y="117075"/>
                  </a:lnTo>
                  <a:lnTo>
                    <a:pt x="371865" y="120490"/>
                  </a:lnTo>
                  <a:lnTo>
                    <a:pt x="358284" y="132257"/>
                  </a:lnTo>
                  <a:lnTo>
                    <a:pt x="348198" y="140404"/>
                  </a:lnTo>
                  <a:lnTo>
                    <a:pt x="339341" y="147438"/>
                  </a:lnTo>
                  <a:lnTo>
                    <a:pt x="324530" y="158515"/>
                  </a:lnTo>
                  <a:lnTo>
                    <a:pt x="318901" y="162620"/>
                  </a:lnTo>
                  <a:lnTo>
                    <a:pt x="300863" y="175110"/>
                  </a:lnTo>
                  <a:lnTo>
                    <a:pt x="296831" y="177803"/>
                  </a:lnTo>
                  <a:lnTo>
                    <a:pt x="277184" y="190405"/>
                  </a:lnTo>
                  <a:lnTo>
                    <a:pt x="272996" y="192985"/>
                  </a:lnTo>
                  <a:lnTo>
                    <a:pt x="253517" y="204555"/>
                  </a:lnTo>
                  <a:lnTo>
                    <a:pt x="247117" y="208167"/>
                  </a:lnTo>
                  <a:lnTo>
                    <a:pt x="229850" y="217671"/>
                  </a:lnTo>
                  <a:lnTo>
                    <a:pt x="218882" y="223349"/>
                  </a:lnTo>
                  <a:lnTo>
                    <a:pt x="206182" y="229820"/>
                  </a:lnTo>
                  <a:lnTo>
                    <a:pt x="187843" y="238531"/>
                  </a:lnTo>
                  <a:lnTo>
                    <a:pt x="182515" y="241040"/>
                  </a:lnTo>
                  <a:lnTo>
                    <a:pt x="158848" y="251132"/>
                  </a:lnTo>
                  <a:lnTo>
                    <a:pt x="152012" y="253714"/>
                  </a:lnTo>
                  <a:lnTo>
                    <a:pt x="135180" y="260070"/>
                  </a:lnTo>
                  <a:lnTo>
                    <a:pt x="111513" y="267955"/>
                  </a:lnTo>
                  <a:lnTo>
                    <a:pt x="107838" y="268896"/>
                  </a:lnTo>
                  <a:lnTo>
                    <a:pt x="87834" y="274045"/>
                  </a:lnTo>
                  <a:lnTo>
                    <a:pt x="64167" y="278278"/>
                  </a:lnTo>
                  <a:lnTo>
                    <a:pt x="40499" y="27969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E27FF491-DF50-B482-845A-607162B45D30}"/>
                </a:ext>
              </a:extLst>
            </p:cNvPr>
            <p:cNvSpPr/>
            <p:nvPr/>
          </p:nvSpPr>
          <p:spPr>
            <a:xfrm>
              <a:off x="1734650" y="3528917"/>
              <a:ext cx="260006" cy="166781"/>
            </a:xfrm>
            <a:custGeom>
              <a:avLst/>
              <a:gdLst>
                <a:gd name="csX0" fmla="*/ 47167 w 260006"/>
                <a:gd name="csY0" fmla="*/ 164107 h 166781"/>
                <a:gd name="csX1" fmla="*/ 23500 w 260006"/>
                <a:gd name="csY1" fmla="*/ 166782 h 166781"/>
                <a:gd name="csX2" fmla="*/ 0 w 260006"/>
                <a:gd name="csY2" fmla="*/ 151710 h 166781"/>
                <a:gd name="csX3" fmla="*/ 4166 w 260006"/>
                <a:gd name="csY3" fmla="*/ 136528 h 166781"/>
                <a:gd name="csX4" fmla="*/ 13950 w 260006"/>
                <a:gd name="csY4" fmla="*/ 121346 h 166781"/>
                <a:gd name="csX5" fmla="*/ 23500 w 260006"/>
                <a:gd name="csY5" fmla="*/ 110016 h 166781"/>
                <a:gd name="csX6" fmla="*/ 26884 w 260006"/>
                <a:gd name="csY6" fmla="*/ 106164 h 166781"/>
                <a:gd name="csX7" fmla="*/ 43180 w 260006"/>
                <a:gd name="csY7" fmla="*/ 90982 h 166781"/>
                <a:gd name="csX8" fmla="*/ 47167 w 260006"/>
                <a:gd name="csY8" fmla="*/ 87720 h 166781"/>
                <a:gd name="csX9" fmla="*/ 62380 w 260006"/>
                <a:gd name="csY9" fmla="*/ 75800 h 166781"/>
                <a:gd name="csX10" fmla="*/ 70835 w 260006"/>
                <a:gd name="csY10" fmla="*/ 69680 h 166781"/>
                <a:gd name="csX11" fmla="*/ 84048 w 260006"/>
                <a:gd name="csY11" fmla="*/ 60618 h 166781"/>
                <a:gd name="csX12" fmla="*/ 94502 w 260006"/>
                <a:gd name="csY12" fmla="*/ 53916 h 166781"/>
                <a:gd name="csX13" fmla="*/ 108631 w 260006"/>
                <a:gd name="csY13" fmla="*/ 45436 h 166781"/>
                <a:gd name="csX14" fmla="*/ 118169 w 260006"/>
                <a:gd name="csY14" fmla="*/ 40016 h 166781"/>
                <a:gd name="csX15" fmla="*/ 136755 w 260006"/>
                <a:gd name="csY15" fmla="*/ 30254 h 166781"/>
                <a:gd name="csX16" fmla="*/ 141837 w 260006"/>
                <a:gd name="csY16" fmla="*/ 27698 h 166781"/>
                <a:gd name="csX17" fmla="*/ 165504 w 260006"/>
                <a:gd name="csY17" fmla="*/ 17248 h 166781"/>
                <a:gd name="csX18" fmla="*/ 171513 w 260006"/>
                <a:gd name="csY18" fmla="*/ 15072 h 166781"/>
                <a:gd name="csX19" fmla="*/ 189172 w 260006"/>
                <a:gd name="csY19" fmla="*/ 8951 h 166781"/>
                <a:gd name="csX20" fmla="*/ 212850 w 260006"/>
                <a:gd name="csY20" fmla="*/ 2675 h 166781"/>
                <a:gd name="csX21" fmla="*/ 236518 w 260006"/>
                <a:gd name="csY21" fmla="*/ 0 h 166781"/>
                <a:gd name="csX22" fmla="*/ 260006 w 260006"/>
                <a:gd name="csY22" fmla="*/ 15072 h 166781"/>
                <a:gd name="csX23" fmla="*/ 255840 w 260006"/>
                <a:gd name="csY23" fmla="*/ 30254 h 166781"/>
                <a:gd name="csX24" fmla="*/ 246056 w 260006"/>
                <a:gd name="csY24" fmla="*/ 45436 h 166781"/>
                <a:gd name="csX25" fmla="*/ 236518 w 260006"/>
                <a:gd name="csY25" fmla="*/ 56766 h 166781"/>
                <a:gd name="csX26" fmla="*/ 233122 w 260006"/>
                <a:gd name="csY26" fmla="*/ 60618 h 166781"/>
                <a:gd name="csX27" fmla="*/ 216826 w 260006"/>
                <a:gd name="csY27" fmla="*/ 75800 h 166781"/>
                <a:gd name="csX28" fmla="*/ 212850 w 260006"/>
                <a:gd name="csY28" fmla="*/ 79062 h 166781"/>
                <a:gd name="csX29" fmla="*/ 197627 w 260006"/>
                <a:gd name="csY29" fmla="*/ 90982 h 166781"/>
                <a:gd name="csX30" fmla="*/ 189172 w 260006"/>
                <a:gd name="csY30" fmla="*/ 97102 h 166781"/>
                <a:gd name="csX31" fmla="*/ 175959 w 260006"/>
                <a:gd name="csY31" fmla="*/ 106164 h 166781"/>
                <a:gd name="csX32" fmla="*/ 165504 w 260006"/>
                <a:gd name="csY32" fmla="*/ 112866 h 166781"/>
                <a:gd name="csX33" fmla="*/ 151386 w 260006"/>
                <a:gd name="csY33" fmla="*/ 121346 h 166781"/>
                <a:gd name="csX34" fmla="*/ 141837 w 260006"/>
                <a:gd name="csY34" fmla="*/ 126766 h 166781"/>
                <a:gd name="csX35" fmla="*/ 123251 w 260006"/>
                <a:gd name="csY35" fmla="*/ 136528 h 166781"/>
                <a:gd name="csX36" fmla="*/ 118169 w 260006"/>
                <a:gd name="csY36" fmla="*/ 139084 h 166781"/>
                <a:gd name="csX37" fmla="*/ 94502 w 260006"/>
                <a:gd name="csY37" fmla="*/ 149533 h 166781"/>
                <a:gd name="csX38" fmla="*/ 88493 w 260006"/>
                <a:gd name="csY38" fmla="*/ 151710 h 166781"/>
                <a:gd name="csX39" fmla="*/ 70835 w 260006"/>
                <a:gd name="csY39" fmla="*/ 157831 h 166781"/>
                <a:gd name="csX40" fmla="*/ 47167 w 260006"/>
                <a:gd name="csY40" fmla="*/ 164107 h 166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60006" h="166781">
                  <a:moveTo>
                    <a:pt x="47167" y="164107"/>
                  </a:moveTo>
                  <a:lnTo>
                    <a:pt x="23500" y="166782"/>
                  </a:lnTo>
                  <a:lnTo>
                    <a:pt x="0" y="151710"/>
                  </a:lnTo>
                  <a:lnTo>
                    <a:pt x="4166" y="136528"/>
                  </a:lnTo>
                  <a:lnTo>
                    <a:pt x="13950" y="121346"/>
                  </a:lnTo>
                  <a:lnTo>
                    <a:pt x="23500" y="110016"/>
                  </a:lnTo>
                  <a:lnTo>
                    <a:pt x="26884" y="106164"/>
                  </a:lnTo>
                  <a:lnTo>
                    <a:pt x="43180" y="90982"/>
                  </a:lnTo>
                  <a:lnTo>
                    <a:pt x="47167" y="87720"/>
                  </a:lnTo>
                  <a:lnTo>
                    <a:pt x="62380" y="75800"/>
                  </a:lnTo>
                  <a:lnTo>
                    <a:pt x="70835" y="69680"/>
                  </a:lnTo>
                  <a:lnTo>
                    <a:pt x="84048" y="60618"/>
                  </a:lnTo>
                  <a:lnTo>
                    <a:pt x="94502" y="53916"/>
                  </a:lnTo>
                  <a:lnTo>
                    <a:pt x="108631" y="45436"/>
                  </a:lnTo>
                  <a:lnTo>
                    <a:pt x="118169" y="40016"/>
                  </a:lnTo>
                  <a:lnTo>
                    <a:pt x="136755" y="30254"/>
                  </a:lnTo>
                  <a:lnTo>
                    <a:pt x="141837" y="27698"/>
                  </a:lnTo>
                  <a:lnTo>
                    <a:pt x="165504" y="17248"/>
                  </a:lnTo>
                  <a:lnTo>
                    <a:pt x="171513" y="15072"/>
                  </a:lnTo>
                  <a:lnTo>
                    <a:pt x="189172" y="8951"/>
                  </a:lnTo>
                  <a:lnTo>
                    <a:pt x="212850" y="2675"/>
                  </a:lnTo>
                  <a:lnTo>
                    <a:pt x="236518" y="0"/>
                  </a:lnTo>
                  <a:lnTo>
                    <a:pt x="260006" y="15072"/>
                  </a:lnTo>
                  <a:lnTo>
                    <a:pt x="255840" y="30254"/>
                  </a:lnTo>
                  <a:lnTo>
                    <a:pt x="246056" y="45436"/>
                  </a:lnTo>
                  <a:lnTo>
                    <a:pt x="236518" y="56766"/>
                  </a:lnTo>
                  <a:lnTo>
                    <a:pt x="233122" y="60618"/>
                  </a:lnTo>
                  <a:lnTo>
                    <a:pt x="216826" y="75800"/>
                  </a:lnTo>
                  <a:lnTo>
                    <a:pt x="212850" y="79062"/>
                  </a:lnTo>
                  <a:lnTo>
                    <a:pt x="197627" y="90982"/>
                  </a:lnTo>
                  <a:lnTo>
                    <a:pt x="189172" y="97102"/>
                  </a:lnTo>
                  <a:lnTo>
                    <a:pt x="175959" y="106164"/>
                  </a:lnTo>
                  <a:lnTo>
                    <a:pt x="165504" y="112866"/>
                  </a:lnTo>
                  <a:lnTo>
                    <a:pt x="151386" y="121346"/>
                  </a:lnTo>
                  <a:lnTo>
                    <a:pt x="141837" y="126766"/>
                  </a:lnTo>
                  <a:lnTo>
                    <a:pt x="123251" y="136528"/>
                  </a:lnTo>
                  <a:lnTo>
                    <a:pt x="118169" y="139084"/>
                  </a:lnTo>
                  <a:lnTo>
                    <a:pt x="94502" y="149533"/>
                  </a:lnTo>
                  <a:lnTo>
                    <a:pt x="88493" y="151710"/>
                  </a:lnTo>
                  <a:lnTo>
                    <a:pt x="70835" y="157831"/>
                  </a:lnTo>
                  <a:lnTo>
                    <a:pt x="47167" y="16410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C93D67C9-D142-782F-1CE2-FFD18A7B9904}"/>
              </a:ext>
            </a:extLst>
          </p:cNvPr>
          <p:cNvGrpSpPr/>
          <p:nvPr/>
        </p:nvGrpSpPr>
        <p:grpSpPr>
          <a:xfrm>
            <a:off x="1380999" y="3302073"/>
            <a:ext cx="967317" cy="620469"/>
            <a:chOff x="1380999" y="3302073"/>
            <a:chExt cx="967317" cy="620469"/>
          </a:xfrm>
        </p:grpSpPr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78E60593-22B8-8078-BF9F-5F20B6B24EA2}"/>
                </a:ext>
              </a:extLst>
            </p:cNvPr>
            <p:cNvSpPr/>
            <p:nvPr/>
          </p:nvSpPr>
          <p:spPr>
            <a:xfrm>
              <a:off x="1380999" y="3302073"/>
              <a:ext cx="967317" cy="620469"/>
            </a:xfrm>
            <a:custGeom>
              <a:avLst/>
              <a:gdLst>
                <a:gd name="csX0" fmla="*/ 142725 w 967317"/>
                <a:gd name="csY0" fmla="*/ 530375 h 620469"/>
                <a:gd name="csX1" fmla="*/ 164123 w 967317"/>
                <a:gd name="csY1" fmla="*/ 543230 h 620469"/>
                <a:gd name="csX2" fmla="*/ 168344 w 967317"/>
                <a:gd name="csY2" fmla="*/ 545557 h 620469"/>
                <a:gd name="csX3" fmla="*/ 187801 w 967317"/>
                <a:gd name="csY3" fmla="*/ 555795 h 620469"/>
                <a:gd name="csX4" fmla="*/ 198211 w 967317"/>
                <a:gd name="csY4" fmla="*/ 560740 h 620469"/>
                <a:gd name="csX5" fmla="*/ 211469 w 967317"/>
                <a:gd name="csY5" fmla="*/ 566838 h 620469"/>
                <a:gd name="csX6" fmla="*/ 233796 w 967317"/>
                <a:gd name="csY6" fmla="*/ 575921 h 620469"/>
                <a:gd name="csX7" fmla="*/ 235136 w 967317"/>
                <a:gd name="csY7" fmla="*/ 576458 h 620469"/>
                <a:gd name="csX8" fmla="*/ 258803 w 967317"/>
                <a:gd name="csY8" fmla="*/ 585080 h 620469"/>
                <a:gd name="csX9" fmla="*/ 278159 w 967317"/>
                <a:gd name="csY9" fmla="*/ 591103 h 620469"/>
                <a:gd name="csX10" fmla="*/ 282471 w 967317"/>
                <a:gd name="csY10" fmla="*/ 592458 h 620469"/>
                <a:gd name="csX11" fmla="*/ 306138 w 967317"/>
                <a:gd name="csY11" fmla="*/ 599014 h 620469"/>
                <a:gd name="csX12" fmla="*/ 329806 w 967317"/>
                <a:gd name="csY12" fmla="*/ 604472 h 620469"/>
                <a:gd name="csX13" fmla="*/ 339154 w 967317"/>
                <a:gd name="csY13" fmla="*/ 606285 h 620469"/>
                <a:gd name="csX14" fmla="*/ 353473 w 967317"/>
                <a:gd name="csY14" fmla="*/ 609169 h 620469"/>
                <a:gd name="csX15" fmla="*/ 377152 w 967317"/>
                <a:gd name="csY15" fmla="*/ 613061 h 620469"/>
                <a:gd name="csX16" fmla="*/ 400819 w 967317"/>
                <a:gd name="csY16" fmla="*/ 616084 h 620469"/>
                <a:gd name="csX17" fmla="*/ 424486 w 967317"/>
                <a:gd name="csY17" fmla="*/ 618299 h 620469"/>
                <a:gd name="csX18" fmla="*/ 448154 w 967317"/>
                <a:gd name="csY18" fmla="*/ 619751 h 620469"/>
                <a:gd name="csX19" fmla="*/ 471821 w 967317"/>
                <a:gd name="csY19" fmla="*/ 620470 h 620469"/>
                <a:gd name="csX20" fmla="*/ 495488 w 967317"/>
                <a:gd name="csY20" fmla="*/ 620470 h 620469"/>
                <a:gd name="csX21" fmla="*/ 519156 w 967317"/>
                <a:gd name="csY21" fmla="*/ 619751 h 620469"/>
                <a:gd name="csX22" fmla="*/ 542823 w 967317"/>
                <a:gd name="csY22" fmla="*/ 618299 h 620469"/>
                <a:gd name="csX23" fmla="*/ 566502 w 967317"/>
                <a:gd name="csY23" fmla="*/ 616084 h 620469"/>
                <a:gd name="csX24" fmla="*/ 590169 w 967317"/>
                <a:gd name="csY24" fmla="*/ 613061 h 620469"/>
                <a:gd name="csX25" fmla="*/ 613837 w 967317"/>
                <a:gd name="csY25" fmla="*/ 609169 h 620469"/>
                <a:gd name="csX26" fmla="*/ 628155 w 967317"/>
                <a:gd name="csY26" fmla="*/ 606285 h 620469"/>
                <a:gd name="csX27" fmla="*/ 637504 w 967317"/>
                <a:gd name="csY27" fmla="*/ 604472 h 620469"/>
                <a:gd name="csX28" fmla="*/ 661171 w 967317"/>
                <a:gd name="csY28" fmla="*/ 599014 h 620469"/>
                <a:gd name="csX29" fmla="*/ 684839 w 967317"/>
                <a:gd name="csY29" fmla="*/ 592458 h 620469"/>
                <a:gd name="csX30" fmla="*/ 689161 w 967317"/>
                <a:gd name="csY30" fmla="*/ 591103 h 620469"/>
                <a:gd name="csX31" fmla="*/ 708506 w 967317"/>
                <a:gd name="csY31" fmla="*/ 585080 h 620469"/>
                <a:gd name="csX32" fmla="*/ 732185 w 967317"/>
                <a:gd name="csY32" fmla="*/ 576458 h 620469"/>
                <a:gd name="csX33" fmla="*/ 733514 w 967317"/>
                <a:gd name="csY33" fmla="*/ 575921 h 620469"/>
                <a:gd name="csX34" fmla="*/ 755852 w 967317"/>
                <a:gd name="csY34" fmla="*/ 566838 h 620469"/>
                <a:gd name="csX35" fmla="*/ 769099 w 967317"/>
                <a:gd name="csY35" fmla="*/ 560740 h 620469"/>
                <a:gd name="csX36" fmla="*/ 779520 w 967317"/>
                <a:gd name="csY36" fmla="*/ 555795 h 620469"/>
                <a:gd name="csX37" fmla="*/ 798965 w 967317"/>
                <a:gd name="csY37" fmla="*/ 545557 h 620469"/>
                <a:gd name="csX38" fmla="*/ 803187 w 967317"/>
                <a:gd name="csY38" fmla="*/ 543230 h 620469"/>
                <a:gd name="csX39" fmla="*/ 824587 w 967317"/>
                <a:gd name="csY39" fmla="*/ 530375 h 620469"/>
                <a:gd name="csX40" fmla="*/ 826854 w 967317"/>
                <a:gd name="csY40" fmla="*/ 528921 h 620469"/>
                <a:gd name="csX41" fmla="*/ 846892 w 967317"/>
                <a:gd name="csY41" fmla="*/ 515193 h 620469"/>
                <a:gd name="csX42" fmla="*/ 850522 w 967317"/>
                <a:gd name="csY42" fmla="*/ 512489 h 620469"/>
                <a:gd name="csX43" fmla="*/ 866482 w 967317"/>
                <a:gd name="csY43" fmla="*/ 500011 h 620469"/>
                <a:gd name="csX44" fmla="*/ 874189 w 967317"/>
                <a:gd name="csY44" fmla="*/ 493329 h 620469"/>
                <a:gd name="csX45" fmla="*/ 883705 w 967317"/>
                <a:gd name="csY45" fmla="*/ 484829 h 620469"/>
                <a:gd name="csX46" fmla="*/ 897856 w 967317"/>
                <a:gd name="csY46" fmla="*/ 470505 h 620469"/>
                <a:gd name="csX47" fmla="*/ 898694 w 967317"/>
                <a:gd name="csY47" fmla="*/ 469646 h 620469"/>
                <a:gd name="csX48" fmla="*/ 912142 w 967317"/>
                <a:gd name="csY48" fmla="*/ 454464 h 620469"/>
                <a:gd name="csX49" fmla="*/ 921535 w 967317"/>
                <a:gd name="csY49" fmla="*/ 442051 h 620469"/>
                <a:gd name="csX50" fmla="*/ 923646 w 967317"/>
                <a:gd name="csY50" fmla="*/ 439283 h 620469"/>
                <a:gd name="csX51" fmla="*/ 933866 w 967317"/>
                <a:gd name="csY51" fmla="*/ 424101 h 620469"/>
                <a:gd name="csX52" fmla="*/ 942377 w 967317"/>
                <a:gd name="csY52" fmla="*/ 408919 h 620469"/>
                <a:gd name="csX53" fmla="*/ 945202 w 967317"/>
                <a:gd name="csY53" fmla="*/ 402921 h 620469"/>
                <a:gd name="csX54" fmla="*/ 949692 w 967317"/>
                <a:gd name="csY54" fmla="*/ 393737 h 620469"/>
                <a:gd name="csX55" fmla="*/ 955757 w 967317"/>
                <a:gd name="csY55" fmla="*/ 378554 h 620469"/>
                <a:gd name="csX56" fmla="*/ 960471 w 967317"/>
                <a:gd name="csY56" fmla="*/ 363372 h 620469"/>
                <a:gd name="csX57" fmla="*/ 963922 w 967317"/>
                <a:gd name="csY57" fmla="*/ 348190 h 620469"/>
                <a:gd name="csX58" fmla="*/ 966189 w 967317"/>
                <a:gd name="csY58" fmla="*/ 333008 h 620469"/>
                <a:gd name="csX59" fmla="*/ 967317 w 967317"/>
                <a:gd name="csY59" fmla="*/ 317825 h 620469"/>
                <a:gd name="csX60" fmla="*/ 967317 w 967317"/>
                <a:gd name="csY60" fmla="*/ 302644 h 620469"/>
                <a:gd name="csX61" fmla="*/ 966189 w 967317"/>
                <a:gd name="csY61" fmla="*/ 287462 h 620469"/>
                <a:gd name="csX62" fmla="*/ 963922 w 967317"/>
                <a:gd name="csY62" fmla="*/ 272280 h 620469"/>
                <a:gd name="csX63" fmla="*/ 960471 w 967317"/>
                <a:gd name="csY63" fmla="*/ 257098 h 620469"/>
                <a:gd name="csX64" fmla="*/ 955757 w 967317"/>
                <a:gd name="csY64" fmla="*/ 241916 h 620469"/>
                <a:gd name="csX65" fmla="*/ 949692 w 967317"/>
                <a:gd name="csY65" fmla="*/ 226733 h 620469"/>
                <a:gd name="csX66" fmla="*/ 945202 w 967317"/>
                <a:gd name="csY66" fmla="*/ 217549 h 620469"/>
                <a:gd name="csX67" fmla="*/ 942377 w 967317"/>
                <a:gd name="csY67" fmla="*/ 211551 h 620469"/>
                <a:gd name="csX68" fmla="*/ 933866 w 967317"/>
                <a:gd name="csY68" fmla="*/ 196369 h 620469"/>
                <a:gd name="csX69" fmla="*/ 923646 w 967317"/>
                <a:gd name="csY69" fmla="*/ 181187 h 620469"/>
                <a:gd name="csX70" fmla="*/ 921535 w 967317"/>
                <a:gd name="csY70" fmla="*/ 178419 h 620469"/>
                <a:gd name="csX71" fmla="*/ 912142 w 967317"/>
                <a:gd name="csY71" fmla="*/ 166006 h 620469"/>
                <a:gd name="csX72" fmla="*/ 898694 w 967317"/>
                <a:gd name="csY72" fmla="*/ 150824 h 620469"/>
                <a:gd name="csX73" fmla="*/ 897856 w 967317"/>
                <a:gd name="csY73" fmla="*/ 149965 h 620469"/>
                <a:gd name="csX74" fmla="*/ 883705 w 967317"/>
                <a:gd name="csY74" fmla="*/ 135641 h 620469"/>
                <a:gd name="csX75" fmla="*/ 874189 w 967317"/>
                <a:gd name="csY75" fmla="*/ 127140 h 620469"/>
                <a:gd name="csX76" fmla="*/ 866482 w 967317"/>
                <a:gd name="csY76" fmla="*/ 120459 h 620469"/>
                <a:gd name="csX77" fmla="*/ 850522 w 967317"/>
                <a:gd name="csY77" fmla="*/ 107981 h 620469"/>
                <a:gd name="csX78" fmla="*/ 846892 w 967317"/>
                <a:gd name="csY78" fmla="*/ 105277 h 620469"/>
                <a:gd name="csX79" fmla="*/ 826854 w 967317"/>
                <a:gd name="csY79" fmla="*/ 91549 h 620469"/>
                <a:gd name="csX80" fmla="*/ 824587 w 967317"/>
                <a:gd name="csY80" fmla="*/ 90095 h 620469"/>
                <a:gd name="csX81" fmla="*/ 803187 w 967317"/>
                <a:gd name="csY81" fmla="*/ 77240 h 620469"/>
                <a:gd name="csX82" fmla="*/ 798965 w 967317"/>
                <a:gd name="csY82" fmla="*/ 74913 h 620469"/>
                <a:gd name="csX83" fmla="*/ 779520 w 967317"/>
                <a:gd name="csY83" fmla="*/ 64675 h 620469"/>
                <a:gd name="csX84" fmla="*/ 769099 w 967317"/>
                <a:gd name="csY84" fmla="*/ 59730 h 620469"/>
                <a:gd name="csX85" fmla="*/ 755852 w 967317"/>
                <a:gd name="csY85" fmla="*/ 53632 h 620469"/>
                <a:gd name="csX86" fmla="*/ 733514 w 967317"/>
                <a:gd name="csY86" fmla="*/ 44548 h 620469"/>
                <a:gd name="csX87" fmla="*/ 732185 w 967317"/>
                <a:gd name="csY87" fmla="*/ 44012 h 620469"/>
                <a:gd name="csX88" fmla="*/ 708506 w 967317"/>
                <a:gd name="csY88" fmla="*/ 35389 h 620469"/>
                <a:gd name="csX89" fmla="*/ 689161 w 967317"/>
                <a:gd name="csY89" fmla="*/ 29367 h 620469"/>
                <a:gd name="csX90" fmla="*/ 684839 w 967317"/>
                <a:gd name="csY90" fmla="*/ 28012 h 620469"/>
                <a:gd name="csX91" fmla="*/ 661171 w 967317"/>
                <a:gd name="csY91" fmla="*/ 21456 h 620469"/>
                <a:gd name="csX92" fmla="*/ 637504 w 967317"/>
                <a:gd name="csY92" fmla="*/ 15998 h 620469"/>
                <a:gd name="csX93" fmla="*/ 628155 w 967317"/>
                <a:gd name="csY93" fmla="*/ 14185 h 620469"/>
                <a:gd name="csX94" fmla="*/ 613837 w 967317"/>
                <a:gd name="csY94" fmla="*/ 11301 h 620469"/>
                <a:gd name="csX95" fmla="*/ 590169 w 967317"/>
                <a:gd name="csY95" fmla="*/ 7408 h 620469"/>
                <a:gd name="csX96" fmla="*/ 566502 w 967317"/>
                <a:gd name="csY96" fmla="*/ 4386 h 620469"/>
                <a:gd name="csX97" fmla="*/ 542823 w 967317"/>
                <a:gd name="csY97" fmla="*/ 2171 h 620469"/>
                <a:gd name="csX98" fmla="*/ 519156 w 967317"/>
                <a:gd name="csY98" fmla="*/ 719 h 620469"/>
                <a:gd name="csX99" fmla="*/ 495488 w 967317"/>
                <a:gd name="csY99" fmla="*/ 0 h 620469"/>
                <a:gd name="csX100" fmla="*/ 471821 w 967317"/>
                <a:gd name="csY100" fmla="*/ 0 h 620469"/>
                <a:gd name="csX101" fmla="*/ 448154 w 967317"/>
                <a:gd name="csY101" fmla="*/ 719 h 620469"/>
                <a:gd name="csX102" fmla="*/ 424486 w 967317"/>
                <a:gd name="csY102" fmla="*/ 2171 h 620469"/>
                <a:gd name="csX103" fmla="*/ 400819 w 967317"/>
                <a:gd name="csY103" fmla="*/ 4386 h 620469"/>
                <a:gd name="csX104" fmla="*/ 377152 w 967317"/>
                <a:gd name="csY104" fmla="*/ 7408 h 620469"/>
                <a:gd name="csX105" fmla="*/ 353473 w 967317"/>
                <a:gd name="csY105" fmla="*/ 11301 h 620469"/>
                <a:gd name="csX106" fmla="*/ 339154 w 967317"/>
                <a:gd name="csY106" fmla="*/ 14185 h 620469"/>
                <a:gd name="csX107" fmla="*/ 329806 w 967317"/>
                <a:gd name="csY107" fmla="*/ 15998 h 620469"/>
                <a:gd name="csX108" fmla="*/ 306138 w 967317"/>
                <a:gd name="csY108" fmla="*/ 21456 h 620469"/>
                <a:gd name="csX109" fmla="*/ 282471 w 967317"/>
                <a:gd name="csY109" fmla="*/ 28012 h 620469"/>
                <a:gd name="csX110" fmla="*/ 278159 w 967317"/>
                <a:gd name="csY110" fmla="*/ 29367 h 620469"/>
                <a:gd name="csX111" fmla="*/ 258803 w 967317"/>
                <a:gd name="csY111" fmla="*/ 35389 h 620469"/>
                <a:gd name="csX112" fmla="*/ 235136 w 967317"/>
                <a:gd name="csY112" fmla="*/ 44012 h 620469"/>
                <a:gd name="csX113" fmla="*/ 233796 w 967317"/>
                <a:gd name="csY113" fmla="*/ 44548 h 620469"/>
                <a:gd name="csX114" fmla="*/ 211469 w 967317"/>
                <a:gd name="csY114" fmla="*/ 53632 h 620469"/>
                <a:gd name="csX115" fmla="*/ 198211 w 967317"/>
                <a:gd name="csY115" fmla="*/ 59730 h 620469"/>
                <a:gd name="csX116" fmla="*/ 187801 w 967317"/>
                <a:gd name="csY116" fmla="*/ 64675 h 620469"/>
                <a:gd name="csX117" fmla="*/ 168344 w 967317"/>
                <a:gd name="csY117" fmla="*/ 74913 h 620469"/>
                <a:gd name="csX118" fmla="*/ 164123 w 967317"/>
                <a:gd name="csY118" fmla="*/ 77240 h 620469"/>
                <a:gd name="csX119" fmla="*/ 142725 w 967317"/>
                <a:gd name="csY119" fmla="*/ 90095 h 620469"/>
                <a:gd name="csX120" fmla="*/ 140459 w 967317"/>
                <a:gd name="csY120" fmla="*/ 91549 h 620469"/>
                <a:gd name="csX121" fmla="*/ 120418 w 967317"/>
                <a:gd name="csY121" fmla="*/ 105277 h 620469"/>
                <a:gd name="csX122" fmla="*/ 116789 w 967317"/>
                <a:gd name="csY122" fmla="*/ 107981 h 620469"/>
                <a:gd name="csX123" fmla="*/ 100828 w 967317"/>
                <a:gd name="csY123" fmla="*/ 120459 h 620469"/>
                <a:gd name="csX124" fmla="*/ 93120 w 967317"/>
                <a:gd name="csY124" fmla="*/ 127140 h 620469"/>
                <a:gd name="csX125" fmla="*/ 83612 w 967317"/>
                <a:gd name="csY125" fmla="*/ 135641 h 620469"/>
                <a:gd name="csX126" fmla="*/ 69452 w 967317"/>
                <a:gd name="csY126" fmla="*/ 149965 h 620469"/>
                <a:gd name="csX127" fmla="*/ 68614 w 967317"/>
                <a:gd name="csY127" fmla="*/ 150824 h 620469"/>
                <a:gd name="csX128" fmla="*/ 55172 w 967317"/>
                <a:gd name="csY128" fmla="*/ 166006 h 620469"/>
                <a:gd name="csX129" fmla="*/ 45782 w 967317"/>
                <a:gd name="csY129" fmla="*/ 178419 h 620469"/>
                <a:gd name="csX130" fmla="*/ 43671 w 967317"/>
                <a:gd name="csY130" fmla="*/ 181187 h 620469"/>
                <a:gd name="csX131" fmla="*/ 33450 w 967317"/>
                <a:gd name="csY131" fmla="*/ 196369 h 620469"/>
                <a:gd name="csX132" fmla="*/ 24941 w 967317"/>
                <a:gd name="csY132" fmla="*/ 211551 h 620469"/>
                <a:gd name="csX133" fmla="*/ 22114 w 967317"/>
                <a:gd name="csY133" fmla="*/ 217549 h 620469"/>
                <a:gd name="csX134" fmla="*/ 17617 w 967317"/>
                <a:gd name="csY134" fmla="*/ 226733 h 620469"/>
                <a:gd name="csX135" fmla="*/ 11550 w 967317"/>
                <a:gd name="csY135" fmla="*/ 241916 h 620469"/>
                <a:gd name="csX136" fmla="*/ 6838 w 967317"/>
                <a:gd name="csY136" fmla="*/ 257098 h 620469"/>
                <a:gd name="csX137" fmla="*/ 3385 w 967317"/>
                <a:gd name="csY137" fmla="*/ 272280 h 620469"/>
                <a:gd name="csX138" fmla="*/ 1121 w 967317"/>
                <a:gd name="csY138" fmla="*/ 287462 h 620469"/>
                <a:gd name="csX139" fmla="*/ 0 w 967317"/>
                <a:gd name="csY139" fmla="*/ 302644 h 620469"/>
                <a:gd name="csX140" fmla="*/ 0 w 967317"/>
                <a:gd name="csY140" fmla="*/ 317825 h 620469"/>
                <a:gd name="csX141" fmla="*/ 1121 w 967317"/>
                <a:gd name="csY141" fmla="*/ 333008 h 620469"/>
                <a:gd name="csX142" fmla="*/ 3385 w 967317"/>
                <a:gd name="csY142" fmla="*/ 348190 h 620469"/>
                <a:gd name="csX143" fmla="*/ 6838 w 967317"/>
                <a:gd name="csY143" fmla="*/ 363372 h 620469"/>
                <a:gd name="csX144" fmla="*/ 11550 w 967317"/>
                <a:gd name="csY144" fmla="*/ 378554 h 620469"/>
                <a:gd name="csX145" fmla="*/ 17617 w 967317"/>
                <a:gd name="csY145" fmla="*/ 393737 h 620469"/>
                <a:gd name="csX146" fmla="*/ 22114 w 967317"/>
                <a:gd name="csY146" fmla="*/ 402921 h 620469"/>
                <a:gd name="csX147" fmla="*/ 24941 w 967317"/>
                <a:gd name="csY147" fmla="*/ 408919 h 620469"/>
                <a:gd name="csX148" fmla="*/ 33450 w 967317"/>
                <a:gd name="csY148" fmla="*/ 424101 h 620469"/>
                <a:gd name="csX149" fmla="*/ 43671 w 967317"/>
                <a:gd name="csY149" fmla="*/ 439283 h 620469"/>
                <a:gd name="csX150" fmla="*/ 45782 w 967317"/>
                <a:gd name="csY150" fmla="*/ 442051 h 620469"/>
                <a:gd name="csX151" fmla="*/ 55172 w 967317"/>
                <a:gd name="csY151" fmla="*/ 454464 h 620469"/>
                <a:gd name="csX152" fmla="*/ 68614 w 967317"/>
                <a:gd name="csY152" fmla="*/ 469646 h 620469"/>
                <a:gd name="csX153" fmla="*/ 69452 w 967317"/>
                <a:gd name="csY153" fmla="*/ 470505 h 620469"/>
                <a:gd name="csX154" fmla="*/ 83612 w 967317"/>
                <a:gd name="csY154" fmla="*/ 484829 h 620469"/>
                <a:gd name="csX155" fmla="*/ 93120 w 967317"/>
                <a:gd name="csY155" fmla="*/ 493329 h 620469"/>
                <a:gd name="csX156" fmla="*/ 100828 w 967317"/>
                <a:gd name="csY156" fmla="*/ 500011 h 620469"/>
                <a:gd name="csX157" fmla="*/ 116789 w 967317"/>
                <a:gd name="csY157" fmla="*/ 512489 h 620469"/>
                <a:gd name="csX158" fmla="*/ 120418 w 967317"/>
                <a:gd name="csY158" fmla="*/ 515193 h 620469"/>
                <a:gd name="csX159" fmla="*/ 140459 w 967317"/>
                <a:gd name="csY159" fmla="*/ 528921 h 620469"/>
                <a:gd name="csX160" fmla="*/ 142725 w 967317"/>
                <a:gd name="csY160" fmla="*/ 530375 h 620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</a:cxnLst>
              <a:rect l="l" t="t" r="r" b="b"/>
              <a:pathLst>
                <a:path w="967317" h="620469">
                  <a:moveTo>
                    <a:pt x="142725" y="530375"/>
                  </a:moveTo>
                  <a:lnTo>
                    <a:pt x="164123" y="543230"/>
                  </a:lnTo>
                  <a:lnTo>
                    <a:pt x="168344" y="545557"/>
                  </a:lnTo>
                  <a:lnTo>
                    <a:pt x="187801" y="555795"/>
                  </a:lnTo>
                  <a:lnTo>
                    <a:pt x="198211" y="560740"/>
                  </a:lnTo>
                  <a:lnTo>
                    <a:pt x="211469" y="566838"/>
                  </a:lnTo>
                  <a:lnTo>
                    <a:pt x="233796" y="575921"/>
                  </a:lnTo>
                  <a:lnTo>
                    <a:pt x="235136" y="576458"/>
                  </a:lnTo>
                  <a:lnTo>
                    <a:pt x="258803" y="585080"/>
                  </a:lnTo>
                  <a:lnTo>
                    <a:pt x="278159" y="591103"/>
                  </a:lnTo>
                  <a:lnTo>
                    <a:pt x="282471" y="592458"/>
                  </a:lnTo>
                  <a:lnTo>
                    <a:pt x="306138" y="599014"/>
                  </a:lnTo>
                  <a:lnTo>
                    <a:pt x="329806" y="604472"/>
                  </a:lnTo>
                  <a:lnTo>
                    <a:pt x="339154" y="606285"/>
                  </a:lnTo>
                  <a:lnTo>
                    <a:pt x="353473" y="609169"/>
                  </a:lnTo>
                  <a:lnTo>
                    <a:pt x="377152" y="613061"/>
                  </a:lnTo>
                  <a:lnTo>
                    <a:pt x="400819" y="616084"/>
                  </a:lnTo>
                  <a:lnTo>
                    <a:pt x="424486" y="618299"/>
                  </a:lnTo>
                  <a:lnTo>
                    <a:pt x="448154" y="619751"/>
                  </a:lnTo>
                  <a:lnTo>
                    <a:pt x="471821" y="620470"/>
                  </a:lnTo>
                  <a:lnTo>
                    <a:pt x="495488" y="620470"/>
                  </a:lnTo>
                  <a:lnTo>
                    <a:pt x="519156" y="619751"/>
                  </a:lnTo>
                  <a:lnTo>
                    <a:pt x="542823" y="618299"/>
                  </a:lnTo>
                  <a:lnTo>
                    <a:pt x="566502" y="616084"/>
                  </a:lnTo>
                  <a:lnTo>
                    <a:pt x="590169" y="613061"/>
                  </a:lnTo>
                  <a:lnTo>
                    <a:pt x="613837" y="609169"/>
                  </a:lnTo>
                  <a:lnTo>
                    <a:pt x="628155" y="606285"/>
                  </a:lnTo>
                  <a:lnTo>
                    <a:pt x="637504" y="604472"/>
                  </a:lnTo>
                  <a:lnTo>
                    <a:pt x="661171" y="599014"/>
                  </a:lnTo>
                  <a:lnTo>
                    <a:pt x="684839" y="592458"/>
                  </a:lnTo>
                  <a:lnTo>
                    <a:pt x="689161" y="591103"/>
                  </a:lnTo>
                  <a:lnTo>
                    <a:pt x="708506" y="585080"/>
                  </a:lnTo>
                  <a:lnTo>
                    <a:pt x="732185" y="576458"/>
                  </a:lnTo>
                  <a:lnTo>
                    <a:pt x="733514" y="575921"/>
                  </a:lnTo>
                  <a:lnTo>
                    <a:pt x="755852" y="566838"/>
                  </a:lnTo>
                  <a:lnTo>
                    <a:pt x="769099" y="560740"/>
                  </a:lnTo>
                  <a:lnTo>
                    <a:pt x="779520" y="555795"/>
                  </a:lnTo>
                  <a:lnTo>
                    <a:pt x="798965" y="545557"/>
                  </a:lnTo>
                  <a:lnTo>
                    <a:pt x="803187" y="543230"/>
                  </a:lnTo>
                  <a:lnTo>
                    <a:pt x="824587" y="530375"/>
                  </a:lnTo>
                  <a:lnTo>
                    <a:pt x="826854" y="528921"/>
                  </a:lnTo>
                  <a:lnTo>
                    <a:pt x="846892" y="515193"/>
                  </a:lnTo>
                  <a:lnTo>
                    <a:pt x="850522" y="512489"/>
                  </a:lnTo>
                  <a:lnTo>
                    <a:pt x="866482" y="500011"/>
                  </a:lnTo>
                  <a:lnTo>
                    <a:pt x="874189" y="493329"/>
                  </a:lnTo>
                  <a:lnTo>
                    <a:pt x="883705" y="484829"/>
                  </a:lnTo>
                  <a:lnTo>
                    <a:pt x="897856" y="470505"/>
                  </a:lnTo>
                  <a:lnTo>
                    <a:pt x="898694" y="469646"/>
                  </a:lnTo>
                  <a:lnTo>
                    <a:pt x="912142" y="454464"/>
                  </a:lnTo>
                  <a:lnTo>
                    <a:pt x="921535" y="442051"/>
                  </a:lnTo>
                  <a:lnTo>
                    <a:pt x="923646" y="439283"/>
                  </a:lnTo>
                  <a:lnTo>
                    <a:pt x="933866" y="424101"/>
                  </a:lnTo>
                  <a:lnTo>
                    <a:pt x="942377" y="408919"/>
                  </a:lnTo>
                  <a:lnTo>
                    <a:pt x="945202" y="402921"/>
                  </a:lnTo>
                  <a:lnTo>
                    <a:pt x="949692" y="393737"/>
                  </a:lnTo>
                  <a:lnTo>
                    <a:pt x="955757" y="378554"/>
                  </a:lnTo>
                  <a:lnTo>
                    <a:pt x="960471" y="363372"/>
                  </a:lnTo>
                  <a:lnTo>
                    <a:pt x="963922" y="348190"/>
                  </a:lnTo>
                  <a:lnTo>
                    <a:pt x="966189" y="333008"/>
                  </a:lnTo>
                  <a:lnTo>
                    <a:pt x="967317" y="317825"/>
                  </a:lnTo>
                  <a:lnTo>
                    <a:pt x="967317" y="302644"/>
                  </a:lnTo>
                  <a:lnTo>
                    <a:pt x="966189" y="287462"/>
                  </a:lnTo>
                  <a:lnTo>
                    <a:pt x="963922" y="272280"/>
                  </a:lnTo>
                  <a:lnTo>
                    <a:pt x="960471" y="257098"/>
                  </a:lnTo>
                  <a:lnTo>
                    <a:pt x="955757" y="241916"/>
                  </a:lnTo>
                  <a:lnTo>
                    <a:pt x="949692" y="226733"/>
                  </a:lnTo>
                  <a:lnTo>
                    <a:pt x="945202" y="217549"/>
                  </a:lnTo>
                  <a:lnTo>
                    <a:pt x="942377" y="211551"/>
                  </a:lnTo>
                  <a:lnTo>
                    <a:pt x="933866" y="196369"/>
                  </a:lnTo>
                  <a:lnTo>
                    <a:pt x="923646" y="181187"/>
                  </a:lnTo>
                  <a:lnTo>
                    <a:pt x="921535" y="178419"/>
                  </a:lnTo>
                  <a:lnTo>
                    <a:pt x="912142" y="166006"/>
                  </a:lnTo>
                  <a:lnTo>
                    <a:pt x="898694" y="150824"/>
                  </a:lnTo>
                  <a:lnTo>
                    <a:pt x="897856" y="149965"/>
                  </a:lnTo>
                  <a:lnTo>
                    <a:pt x="883705" y="135641"/>
                  </a:lnTo>
                  <a:lnTo>
                    <a:pt x="874189" y="127140"/>
                  </a:lnTo>
                  <a:lnTo>
                    <a:pt x="866482" y="120459"/>
                  </a:lnTo>
                  <a:lnTo>
                    <a:pt x="850522" y="107981"/>
                  </a:lnTo>
                  <a:lnTo>
                    <a:pt x="846892" y="105277"/>
                  </a:lnTo>
                  <a:lnTo>
                    <a:pt x="826854" y="91549"/>
                  </a:lnTo>
                  <a:lnTo>
                    <a:pt x="824587" y="90095"/>
                  </a:lnTo>
                  <a:lnTo>
                    <a:pt x="803187" y="77240"/>
                  </a:lnTo>
                  <a:lnTo>
                    <a:pt x="798965" y="74913"/>
                  </a:lnTo>
                  <a:lnTo>
                    <a:pt x="779520" y="64675"/>
                  </a:lnTo>
                  <a:lnTo>
                    <a:pt x="769099" y="59730"/>
                  </a:lnTo>
                  <a:lnTo>
                    <a:pt x="755852" y="53632"/>
                  </a:lnTo>
                  <a:lnTo>
                    <a:pt x="733514" y="44548"/>
                  </a:lnTo>
                  <a:lnTo>
                    <a:pt x="732185" y="44012"/>
                  </a:lnTo>
                  <a:lnTo>
                    <a:pt x="708506" y="35389"/>
                  </a:lnTo>
                  <a:lnTo>
                    <a:pt x="689161" y="29367"/>
                  </a:lnTo>
                  <a:lnTo>
                    <a:pt x="684839" y="28012"/>
                  </a:lnTo>
                  <a:lnTo>
                    <a:pt x="661171" y="21456"/>
                  </a:lnTo>
                  <a:lnTo>
                    <a:pt x="637504" y="15998"/>
                  </a:lnTo>
                  <a:lnTo>
                    <a:pt x="628155" y="14185"/>
                  </a:lnTo>
                  <a:lnTo>
                    <a:pt x="613837" y="11301"/>
                  </a:lnTo>
                  <a:lnTo>
                    <a:pt x="590169" y="7408"/>
                  </a:lnTo>
                  <a:lnTo>
                    <a:pt x="566502" y="4386"/>
                  </a:lnTo>
                  <a:lnTo>
                    <a:pt x="542823" y="2171"/>
                  </a:lnTo>
                  <a:lnTo>
                    <a:pt x="519156" y="719"/>
                  </a:lnTo>
                  <a:lnTo>
                    <a:pt x="495488" y="0"/>
                  </a:lnTo>
                  <a:lnTo>
                    <a:pt x="471821" y="0"/>
                  </a:lnTo>
                  <a:lnTo>
                    <a:pt x="448154" y="719"/>
                  </a:lnTo>
                  <a:lnTo>
                    <a:pt x="424486" y="2171"/>
                  </a:lnTo>
                  <a:lnTo>
                    <a:pt x="400819" y="4386"/>
                  </a:lnTo>
                  <a:lnTo>
                    <a:pt x="377152" y="7408"/>
                  </a:lnTo>
                  <a:lnTo>
                    <a:pt x="353473" y="11301"/>
                  </a:lnTo>
                  <a:lnTo>
                    <a:pt x="339154" y="14185"/>
                  </a:lnTo>
                  <a:lnTo>
                    <a:pt x="329806" y="15998"/>
                  </a:lnTo>
                  <a:lnTo>
                    <a:pt x="306138" y="21456"/>
                  </a:lnTo>
                  <a:lnTo>
                    <a:pt x="282471" y="28012"/>
                  </a:lnTo>
                  <a:lnTo>
                    <a:pt x="278159" y="29367"/>
                  </a:lnTo>
                  <a:lnTo>
                    <a:pt x="258803" y="35389"/>
                  </a:lnTo>
                  <a:lnTo>
                    <a:pt x="235136" y="44012"/>
                  </a:lnTo>
                  <a:lnTo>
                    <a:pt x="233796" y="44548"/>
                  </a:lnTo>
                  <a:lnTo>
                    <a:pt x="211469" y="53632"/>
                  </a:lnTo>
                  <a:lnTo>
                    <a:pt x="198211" y="59730"/>
                  </a:lnTo>
                  <a:lnTo>
                    <a:pt x="187801" y="64675"/>
                  </a:lnTo>
                  <a:lnTo>
                    <a:pt x="168344" y="74913"/>
                  </a:lnTo>
                  <a:lnTo>
                    <a:pt x="164123" y="77240"/>
                  </a:lnTo>
                  <a:lnTo>
                    <a:pt x="142725" y="90095"/>
                  </a:lnTo>
                  <a:lnTo>
                    <a:pt x="140459" y="91549"/>
                  </a:lnTo>
                  <a:lnTo>
                    <a:pt x="120418" y="105277"/>
                  </a:lnTo>
                  <a:lnTo>
                    <a:pt x="116789" y="107981"/>
                  </a:lnTo>
                  <a:lnTo>
                    <a:pt x="100828" y="120459"/>
                  </a:lnTo>
                  <a:lnTo>
                    <a:pt x="93120" y="127140"/>
                  </a:lnTo>
                  <a:lnTo>
                    <a:pt x="83612" y="135641"/>
                  </a:lnTo>
                  <a:lnTo>
                    <a:pt x="69452" y="149965"/>
                  </a:lnTo>
                  <a:lnTo>
                    <a:pt x="68614" y="150824"/>
                  </a:lnTo>
                  <a:lnTo>
                    <a:pt x="55172" y="166006"/>
                  </a:lnTo>
                  <a:lnTo>
                    <a:pt x="45782" y="178419"/>
                  </a:lnTo>
                  <a:lnTo>
                    <a:pt x="43671" y="181187"/>
                  </a:lnTo>
                  <a:lnTo>
                    <a:pt x="33450" y="196369"/>
                  </a:lnTo>
                  <a:lnTo>
                    <a:pt x="24941" y="211551"/>
                  </a:lnTo>
                  <a:lnTo>
                    <a:pt x="22114" y="217549"/>
                  </a:lnTo>
                  <a:lnTo>
                    <a:pt x="17617" y="226733"/>
                  </a:lnTo>
                  <a:lnTo>
                    <a:pt x="11550" y="241916"/>
                  </a:lnTo>
                  <a:lnTo>
                    <a:pt x="6838" y="257098"/>
                  </a:lnTo>
                  <a:lnTo>
                    <a:pt x="3385" y="272280"/>
                  </a:lnTo>
                  <a:lnTo>
                    <a:pt x="1121" y="287462"/>
                  </a:lnTo>
                  <a:lnTo>
                    <a:pt x="0" y="302644"/>
                  </a:lnTo>
                  <a:lnTo>
                    <a:pt x="0" y="317825"/>
                  </a:lnTo>
                  <a:lnTo>
                    <a:pt x="1121" y="333008"/>
                  </a:lnTo>
                  <a:lnTo>
                    <a:pt x="3385" y="348190"/>
                  </a:lnTo>
                  <a:lnTo>
                    <a:pt x="6838" y="363372"/>
                  </a:lnTo>
                  <a:lnTo>
                    <a:pt x="11550" y="378554"/>
                  </a:lnTo>
                  <a:lnTo>
                    <a:pt x="17617" y="393737"/>
                  </a:lnTo>
                  <a:lnTo>
                    <a:pt x="22114" y="402921"/>
                  </a:lnTo>
                  <a:lnTo>
                    <a:pt x="24941" y="408919"/>
                  </a:lnTo>
                  <a:lnTo>
                    <a:pt x="33450" y="424101"/>
                  </a:lnTo>
                  <a:lnTo>
                    <a:pt x="43671" y="439283"/>
                  </a:lnTo>
                  <a:lnTo>
                    <a:pt x="45782" y="442051"/>
                  </a:lnTo>
                  <a:lnTo>
                    <a:pt x="55172" y="454464"/>
                  </a:lnTo>
                  <a:lnTo>
                    <a:pt x="68614" y="469646"/>
                  </a:lnTo>
                  <a:lnTo>
                    <a:pt x="69452" y="470505"/>
                  </a:lnTo>
                  <a:lnTo>
                    <a:pt x="83612" y="484829"/>
                  </a:lnTo>
                  <a:lnTo>
                    <a:pt x="93120" y="493329"/>
                  </a:lnTo>
                  <a:lnTo>
                    <a:pt x="100828" y="500011"/>
                  </a:lnTo>
                  <a:lnTo>
                    <a:pt x="116789" y="512489"/>
                  </a:lnTo>
                  <a:lnTo>
                    <a:pt x="120418" y="515193"/>
                  </a:lnTo>
                  <a:lnTo>
                    <a:pt x="140459" y="528921"/>
                  </a:lnTo>
                  <a:lnTo>
                    <a:pt x="142725" y="53037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8F9FA1E0-934E-70EE-A896-54838FB741D3}"/>
                </a:ext>
              </a:extLst>
            </p:cNvPr>
            <p:cNvSpPr/>
            <p:nvPr/>
          </p:nvSpPr>
          <p:spPr>
            <a:xfrm>
              <a:off x="1523461" y="3393453"/>
              <a:ext cx="682392" cy="437709"/>
            </a:xfrm>
            <a:custGeom>
              <a:avLst/>
              <a:gdLst>
                <a:gd name="csX0" fmla="*/ 107249 w 682392"/>
                <a:gd name="csY0" fmla="*/ 378266 h 437709"/>
                <a:gd name="csX1" fmla="*/ 116341 w 682392"/>
                <a:gd name="csY1" fmla="*/ 383585 h 437709"/>
                <a:gd name="csX2" fmla="*/ 135262 w 682392"/>
                <a:gd name="csY2" fmla="*/ 393448 h 437709"/>
                <a:gd name="csX3" fmla="*/ 140008 w 682392"/>
                <a:gd name="csY3" fmla="*/ 395755 h 437709"/>
                <a:gd name="csX4" fmla="*/ 163676 w 682392"/>
                <a:gd name="csY4" fmla="*/ 405891 h 437709"/>
                <a:gd name="csX5" fmla="*/ 171126 w 682392"/>
                <a:gd name="csY5" fmla="*/ 408630 h 437709"/>
                <a:gd name="csX6" fmla="*/ 187343 w 682392"/>
                <a:gd name="csY6" fmla="*/ 414345 h 437709"/>
                <a:gd name="csX7" fmla="*/ 211011 w 682392"/>
                <a:gd name="csY7" fmla="*/ 421292 h 437709"/>
                <a:gd name="csX8" fmla="*/ 221510 w 682392"/>
                <a:gd name="csY8" fmla="*/ 423813 h 437709"/>
                <a:gd name="csX9" fmla="*/ 234689 w 682392"/>
                <a:gd name="csY9" fmla="*/ 426921 h 437709"/>
                <a:gd name="csX10" fmla="*/ 258357 w 682392"/>
                <a:gd name="csY10" fmla="*/ 431322 h 437709"/>
                <a:gd name="csX11" fmla="*/ 282024 w 682392"/>
                <a:gd name="csY11" fmla="*/ 434547 h 437709"/>
                <a:gd name="csX12" fmla="*/ 305691 w 682392"/>
                <a:gd name="csY12" fmla="*/ 436662 h 437709"/>
                <a:gd name="csX13" fmla="*/ 329359 w 682392"/>
                <a:gd name="csY13" fmla="*/ 437709 h 437709"/>
                <a:gd name="csX14" fmla="*/ 353026 w 682392"/>
                <a:gd name="csY14" fmla="*/ 437709 h 437709"/>
                <a:gd name="csX15" fmla="*/ 376693 w 682392"/>
                <a:gd name="csY15" fmla="*/ 436662 h 437709"/>
                <a:gd name="csX16" fmla="*/ 400361 w 682392"/>
                <a:gd name="csY16" fmla="*/ 434547 h 437709"/>
                <a:gd name="csX17" fmla="*/ 424039 w 682392"/>
                <a:gd name="csY17" fmla="*/ 431322 h 437709"/>
                <a:gd name="csX18" fmla="*/ 447707 w 682392"/>
                <a:gd name="csY18" fmla="*/ 426921 h 437709"/>
                <a:gd name="csX19" fmla="*/ 460875 w 682392"/>
                <a:gd name="csY19" fmla="*/ 423813 h 437709"/>
                <a:gd name="csX20" fmla="*/ 471374 w 682392"/>
                <a:gd name="csY20" fmla="*/ 421292 h 437709"/>
                <a:gd name="csX21" fmla="*/ 495042 w 682392"/>
                <a:gd name="csY21" fmla="*/ 414345 h 437709"/>
                <a:gd name="csX22" fmla="*/ 511259 w 682392"/>
                <a:gd name="csY22" fmla="*/ 408630 h 437709"/>
                <a:gd name="csX23" fmla="*/ 518709 w 682392"/>
                <a:gd name="csY23" fmla="*/ 405891 h 437709"/>
                <a:gd name="csX24" fmla="*/ 542377 w 682392"/>
                <a:gd name="csY24" fmla="*/ 395755 h 437709"/>
                <a:gd name="csX25" fmla="*/ 547123 w 682392"/>
                <a:gd name="csY25" fmla="*/ 393448 h 437709"/>
                <a:gd name="csX26" fmla="*/ 566044 w 682392"/>
                <a:gd name="csY26" fmla="*/ 383585 h 437709"/>
                <a:gd name="csX27" fmla="*/ 575136 w 682392"/>
                <a:gd name="csY27" fmla="*/ 378266 h 437709"/>
                <a:gd name="csX28" fmla="*/ 589722 w 682392"/>
                <a:gd name="csY28" fmla="*/ 368915 h 437709"/>
                <a:gd name="csX29" fmla="*/ 598010 w 682392"/>
                <a:gd name="csY29" fmla="*/ 363084 h 437709"/>
                <a:gd name="csX30" fmla="*/ 613390 w 682392"/>
                <a:gd name="csY30" fmla="*/ 350947 h 437709"/>
                <a:gd name="csX31" fmla="*/ 616986 w 682392"/>
                <a:gd name="csY31" fmla="*/ 347903 h 437709"/>
                <a:gd name="csX32" fmla="*/ 632779 w 682392"/>
                <a:gd name="csY32" fmla="*/ 332721 h 437709"/>
                <a:gd name="csX33" fmla="*/ 637057 w 682392"/>
                <a:gd name="csY33" fmla="*/ 327945 h 437709"/>
                <a:gd name="csX34" fmla="*/ 645959 w 682392"/>
                <a:gd name="csY34" fmla="*/ 317538 h 437709"/>
                <a:gd name="csX35" fmla="*/ 656793 w 682392"/>
                <a:gd name="csY35" fmla="*/ 302356 h 437709"/>
                <a:gd name="csX36" fmla="*/ 660725 w 682392"/>
                <a:gd name="csY36" fmla="*/ 295625 h 437709"/>
                <a:gd name="csX37" fmla="*/ 665572 w 682392"/>
                <a:gd name="csY37" fmla="*/ 287174 h 437709"/>
                <a:gd name="csX38" fmla="*/ 672430 w 682392"/>
                <a:gd name="csY38" fmla="*/ 271992 h 437709"/>
                <a:gd name="csX39" fmla="*/ 677456 w 682392"/>
                <a:gd name="csY39" fmla="*/ 256810 h 437709"/>
                <a:gd name="csX40" fmla="*/ 680751 w 682392"/>
                <a:gd name="csY40" fmla="*/ 241627 h 437709"/>
                <a:gd name="csX41" fmla="*/ 682393 w 682392"/>
                <a:gd name="csY41" fmla="*/ 226445 h 437709"/>
                <a:gd name="csX42" fmla="*/ 682393 w 682392"/>
                <a:gd name="csY42" fmla="*/ 211264 h 437709"/>
                <a:gd name="csX43" fmla="*/ 680751 w 682392"/>
                <a:gd name="csY43" fmla="*/ 196082 h 437709"/>
                <a:gd name="csX44" fmla="*/ 677456 w 682392"/>
                <a:gd name="csY44" fmla="*/ 180900 h 437709"/>
                <a:gd name="csX45" fmla="*/ 672430 w 682392"/>
                <a:gd name="csY45" fmla="*/ 165718 h 437709"/>
                <a:gd name="csX46" fmla="*/ 665572 w 682392"/>
                <a:gd name="csY46" fmla="*/ 150535 h 437709"/>
                <a:gd name="csX47" fmla="*/ 660725 w 682392"/>
                <a:gd name="csY47" fmla="*/ 142084 h 437709"/>
                <a:gd name="csX48" fmla="*/ 656793 w 682392"/>
                <a:gd name="csY48" fmla="*/ 135353 h 437709"/>
                <a:gd name="csX49" fmla="*/ 645959 w 682392"/>
                <a:gd name="csY49" fmla="*/ 120171 h 437709"/>
                <a:gd name="csX50" fmla="*/ 637057 w 682392"/>
                <a:gd name="csY50" fmla="*/ 109765 h 437709"/>
                <a:gd name="csX51" fmla="*/ 632779 w 682392"/>
                <a:gd name="csY51" fmla="*/ 104989 h 437709"/>
                <a:gd name="csX52" fmla="*/ 616986 w 682392"/>
                <a:gd name="csY52" fmla="*/ 89807 h 437709"/>
                <a:gd name="csX53" fmla="*/ 613390 w 682392"/>
                <a:gd name="csY53" fmla="*/ 86762 h 437709"/>
                <a:gd name="csX54" fmla="*/ 598010 w 682392"/>
                <a:gd name="csY54" fmla="*/ 74625 h 437709"/>
                <a:gd name="csX55" fmla="*/ 589722 w 682392"/>
                <a:gd name="csY55" fmla="*/ 68794 h 437709"/>
                <a:gd name="csX56" fmla="*/ 575136 w 682392"/>
                <a:gd name="csY56" fmla="*/ 59443 h 437709"/>
                <a:gd name="csX57" fmla="*/ 566044 w 682392"/>
                <a:gd name="csY57" fmla="*/ 54124 h 437709"/>
                <a:gd name="csX58" fmla="*/ 547123 w 682392"/>
                <a:gd name="csY58" fmla="*/ 44261 h 437709"/>
                <a:gd name="csX59" fmla="*/ 542377 w 682392"/>
                <a:gd name="csY59" fmla="*/ 41955 h 437709"/>
                <a:gd name="csX60" fmla="*/ 518709 w 682392"/>
                <a:gd name="csY60" fmla="*/ 31819 h 437709"/>
                <a:gd name="csX61" fmla="*/ 511259 w 682392"/>
                <a:gd name="csY61" fmla="*/ 29079 h 437709"/>
                <a:gd name="csX62" fmla="*/ 495042 w 682392"/>
                <a:gd name="csY62" fmla="*/ 23365 h 437709"/>
                <a:gd name="csX63" fmla="*/ 471374 w 682392"/>
                <a:gd name="csY63" fmla="*/ 16417 h 437709"/>
                <a:gd name="csX64" fmla="*/ 460875 w 682392"/>
                <a:gd name="csY64" fmla="*/ 13897 h 437709"/>
                <a:gd name="csX65" fmla="*/ 447707 w 682392"/>
                <a:gd name="csY65" fmla="*/ 10788 h 437709"/>
                <a:gd name="csX66" fmla="*/ 424039 w 682392"/>
                <a:gd name="csY66" fmla="*/ 6388 h 437709"/>
                <a:gd name="csX67" fmla="*/ 400361 w 682392"/>
                <a:gd name="csY67" fmla="*/ 3162 h 437709"/>
                <a:gd name="csX68" fmla="*/ 376693 w 682392"/>
                <a:gd name="csY68" fmla="*/ 1048 h 437709"/>
                <a:gd name="csX69" fmla="*/ 353026 w 682392"/>
                <a:gd name="csY69" fmla="*/ 0 h 437709"/>
                <a:gd name="csX70" fmla="*/ 329359 w 682392"/>
                <a:gd name="csY70" fmla="*/ 0 h 437709"/>
                <a:gd name="csX71" fmla="*/ 305691 w 682392"/>
                <a:gd name="csY71" fmla="*/ 1048 h 437709"/>
                <a:gd name="csX72" fmla="*/ 282024 w 682392"/>
                <a:gd name="csY72" fmla="*/ 3162 h 437709"/>
                <a:gd name="csX73" fmla="*/ 258357 w 682392"/>
                <a:gd name="csY73" fmla="*/ 6388 h 437709"/>
                <a:gd name="csX74" fmla="*/ 234689 w 682392"/>
                <a:gd name="csY74" fmla="*/ 10788 h 437709"/>
                <a:gd name="csX75" fmla="*/ 221510 w 682392"/>
                <a:gd name="csY75" fmla="*/ 13897 h 437709"/>
                <a:gd name="csX76" fmla="*/ 211011 w 682392"/>
                <a:gd name="csY76" fmla="*/ 16417 h 437709"/>
                <a:gd name="csX77" fmla="*/ 187343 w 682392"/>
                <a:gd name="csY77" fmla="*/ 23365 h 437709"/>
                <a:gd name="csX78" fmla="*/ 171126 w 682392"/>
                <a:gd name="csY78" fmla="*/ 29079 h 437709"/>
                <a:gd name="csX79" fmla="*/ 163676 w 682392"/>
                <a:gd name="csY79" fmla="*/ 31819 h 437709"/>
                <a:gd name="csX80" fmla="*/ 140008 w 682392"/>
                <a:gd name="csY80" fmla="*/ 41955 h 437709"/>
                <a:gd name="csX81" fmla="*/ 135262 w 682392"/>
                <a:gd name="csY81" fmla="*/ 44261 h 437709"/>
                <a:gd name="csX82" fmla="*/ 116341 w 682392"/>
                <a:gd name="csY82" fmla="*/ 54124 h 437709"/>
                <a:gd name="csX83" fmla="*/ 107249 w 682392"/>
                <a:gd name="csY83" fmla="*/ 59443 h 437709"/>
                <a:gd name="csX84" fmla="*/ 92674 w 682392"/>
                <a:gd name="csY84" fmla="*/ 68794 h 437709"/>
                <a:gd name="csX85" fmla="*/ 84375 w 682392"/>
                <a:gd name="csY85" fmla="*/ 74625 h 437709"/>
                <a:gd name="csX86" fmla="*/ 69006 w 682392"/>
                <a:gd name="csY86" fmla="*/ 86762 h 437709"/>
                <a:gd name="csX87" fmla="*/ 65410 w 682392"/>
                <a:gd name="csY87" fmla="*/ 89807 h 437709"/>
                <a:gd name="csX88" fmla="*/ 49605 w 682392"/>
                <a:gd name="csY88" fmla="*/ 104989 h 437709"/>
                <a:gd name="csX89" fmla="*/ 45339 w 682392"/>
                <a:gd name="csY89" fmla="*/ 109765 h 437709"/>
                <a:gd name="csX90" fmla="*/ 36426 w 682392"/>
                <a:gd name="csY90" fmla="*/ 120171 h 437709"/>
                <a:gd name="csX91" fmla="*/ 25592 w 682392"/>
                <a:gd name="csY91" fmla="*/ 135353 h 437709"/>
                <a:gd name="csX92" fmla="*/ 21660 w 682392"/>
                <a:gd name="csY92" fmla="*/ 142084 h 437709"/>
                <a:gd name="csX93" fmla="*/ 16824 w 682392"/>
                <a:gd name="csY93" fmla="*/ 150535 h 437709"/>
                <a:gd name="csX94" fmla="*/ 9955 w 682392"/>
                <a:gd name="csY94" fmla="*/ 165718 h 437709"/>
                <a:gd name="csX95" fmla="*/ 4929 w 682392"/>
                <a:gd name="csY95" fmla="*/ 180900 h 437709"/>
                <a:gd name="csX96" fmla="*/ 1633 w 682392"/>
                <a:gd name="csY96" fmla="*/ 196082 h 437709"/>
                <a:gd name="csX97" fmla="*/ 0 w 682392"/>
                <a:gd name="csY97" fmla="*/ 211264 h 437709"/>
                <a:gd name="csX98" fmla="*/ 0 w 682392"/>
                <a:gd name="csY98" fmla="*/ 226445 h 437709"/>
                <a:gd name="csX99" fmla="*/ 1633 w 682392"/>
                <a:gd name="csY99" fmla="*/ 241627 h 437709"/>
                <a:gd name="csX100" fmla="*/ 4929 w 682392"/>
                <a:gd name="csY100" fmla="*/ 256810 h 437709"/>
                <a:gd name="csX101" fmla="*/ 9955 w 682392"/>
                <a:gd name="csY101" fmla="*/ 271992 h 437709"/>
                <a:gd name="csX102" fmla="*/ 16824 w 682392"/>
                <a:gd name="csY102" fmla="*/ 287174 h 437709"/>
                <a:gd name="csX103" fmla="*/ 21660 w 682392"/>
                <a:gd name="csY103" fmla="*/ 295625 h 437709"/>
                <a:gd name="csX104" fmla="*/ 25592 w 682392"/>
                <a:gd name="csY104" fmla="*/ 302356 h 437709"/>
                <a:gd name="csX105" fmla="*/ 36426 w 682392"/>
                <a:gd name="csY105" fmla="*/ 317538 h 437709"/>
                <a:gd name="csX106" fmla="*/ 45339 w 682392"/>
                <a:gd name="csY106" fmla="*/ 327945 h 437709"/>
                <a:gd name="csX107" fmla="*/ 49605 w 682392"/>
                <a:gd name="csY107" fmla="*/ 332721 h 437709"/>
                <a:gd name="csX108" fmla="*/ 65410 w 682392"/>
                <a:gd name="csY108" fmla="*/ 347903 h 437709"/>
                <a:gd name="csX109" fmla="*/ 69006 w 682392"/>
                <a:gd name="csY109" fmla="*/ 350947 h 437709"/>
                <a:gd name="csX110" fmla="*/ 84375 w 682392"/>
                <a:gd name="csY110" fmla="*/ 363084 h 437709"/>
                <a:gd name="csX111" fmla="*/ 92674 w 682392"/>
                <a:gd name="csY111" fmla="*/ 368915 h 437709"/>
                <a:gd name="csX112" fmla="*/ 107249 w 682392"/>
                <a:gd name="csY112" fmla="*/ 378266 h 4377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82392" h="437709">
                  <a:moveTo>
                    <a:pt x="107249" y="378266"/>
                  </a:moveTo>
                  <a:lnTo>
                    <a:pt x="116341" y="383585"/>
                  </a:lnTo>
                  <a:lnTo>
                    <a:pt x="135262" y="393448"/>
                  </a:lnTo>
                  <a:lnTo>
                    <a:pt x="140008" y="395755"/>
                  </a:lnTo>
                  <a:lnTo>
                    <a:pt x="163676" y="405891"/>
                  </a:lnTo>
                  <a:lnTo>
                    <a:pt x="171126" y="408630"/>
                  </a:lnTo>
                  <a:lnTo>
                    <a:pt x="187343" y="414345"/>
                  </a:lnTo>
                  <a:lnTo>
                    <a:pt x="211011" y="421292"/>
                  </a:lnTo>
                  <a:lnTo>
                    <a:pt x="221510" y="423813"/>
                  </a:lnTo>
                  <a:lnTo>
                    <a:pt x="234689" y="426921"/>
                  </a:lnTo>
                  <a:lnTo>
                    <a:pt x="258357" y="431322"/>
                  </a:lnTo>
                  <a:lnTo>
                    <a:pt x="282024" y="434547"/>
                  </a:lnTo>
                  <a:lnTo>
                    <a:pt x="305691" y="436662"/>
                  </a:lnTo>
                  <a:lnTo>
                    <a:pt x="329359" y="437709"/>
                  </a:lnTo>
                  <a:lnTo>
                    <a:pt x="353026" y="437709"/>
                  </a:lnTo>
                  <a:lnTo>
                    <a:pt x="376693" y="436662"/>
                  </a:lnTo>
                  <a:lnTo>
                    <a:pt x="400361" y="434547"/>
                  </a:lnTo>
                  <a:lnTo>
                    <a:pt x="424039" y="431322"/>
                  </a:lnTo>
                  <a:lnTo>
                    <a:pt x="447707" y="426921"/>
                  </a:lnTo>
                  <a:lnTo>
                    <a:pt x="460875" y="423813"/>
                  </a:lnTo>
                  <a:lnTo>
                    <a:pt x="471374" y="421292"/>
                  </a:lnTo>
                  <a:lnTo>
                    <a:pt x="495042" y="414345"/>
                  </a:lnTo>
                  <a:lnTo>
                    <a:pt x="511259" y="408630"/>
                  </a:lnTo>
                  <a:lnTo>
                    <a:pt x="518709" y="405891"/>
                  </a:lnTo>
                  <a:lnTo>
                    <a:pt x="542377" y="395755"/>
                  </a:lnTo>
                  <a:lnTo>
                    <a:pt x="547123" y="393448"/>
                  </a:lnTo>
                  <a:lnTo>
                    <a:pt x="566044" y="383585"/>
                  </a:lnTo>
                  <a:lnTo>
                    <a:pt x="575136" y="378266"/>
                  </a:lnTo>
                  <a:lnTo>
                    <a:pt x="589722" y="368915"/>
                  </a:lnTo>
                  <a:lnTo>
                    <a:pt x="598010" y="363084"/>
                  </a:lnTo>
                  <a:lnTo>
                    <a:pt x="613390" y="350947"/>
                  </a:lnTo>
                  <a:lnTo>
                    <a:pt x="616986" y="347903"/>
                  </a:lnTo>
                  <a:lnTo>
                    <a:pt x="632779" y="332721"/>
                  </a:lnTo>
                  <a:lnTo>
                    <a:pt x="637057" y="327945"/>
                  </a:lnTo>
                  <a:lnTo>
                    <a:pt x="645959" y="317538"/>
                  </a:lnTo>
                  <a:lnTo>
                    <a:pt x="656793" y="302356"/>
                  </a:lnTo>
                  <a:lnTo>
                    <a:pt x="660725" y="295625"/>
                  </a:lnTo>
                  <a:lnTo>
                    <a:pt x="665572" y="287174"/>
                  </a:lnTo>
                  <a:lnTo>
                    <a:pt x="672430" y="271992"/>
                  </a:lnTo>
                  <a:lnTo>
                    <a:pt x="677456" y="256810"/>
                  </a:lnTo>
                  <a:lnTo>
                    <a:pt x="680751" y="241627"/>
                  </a:lnTo>
                  <a:lnTo>
                    <a:pt x="682393" y="226445"/>
                  </a:lnTo>
                  <a:lnTo>
                    <a:pt x="682393" y="211264"/>
                  </a:lnTo>
                  <a:lnTo>
                    <a:pt x="680751" y="196082"/>
                  </a:lnTo>
                  <a:lnTo>
                    <a:pt x="677456" y="180900"/>
                  </a:lnTo>
                  <a:lnTo>
                    <a:pt x="672430" y="165718"/>
                  </a:lnTo>
                  <a:lnTo>
                    <a:pt x="665572" y="150535"/>
                  </a:lnTo>
                  <a:lnTo>
                    <a:pt x="660725" y="142084"/>
                  </a:lnTo>
                  <a:lnTo>
                    <a:pt x="656793" y="135353"/>
                  </a:lnTo>
                  <a:lnTo>
                    <a:pt x="645959" y="120171"/>
                  </a:lnTo>
                  <a:lnTo>
                    <a:pt x="637057" y="109765"/>
                  </a:lnTo>
                  <a:lnTo>
                    <a:pt x="632779" y="104989"/>
                  </a:lnTo>
                  <a:lnTo>
                    <a:pt x="616986" y="89807"/>
                  </a:lnTo>
                  <a:lnTo>
                    <a:pt x="613390" y="86762"/>
                  </a:lnTo>
                  <a:lnTo>
                    <a:pt x="598010" y="74625"/>
                  </a:lnTo>
                  <a:lnTo>
                    <a:pt x="589722" y="68794"/>
                  </a:lnTo>
                  <a:lnTo>
                    <a:pt x="575136" y="59443"/>
                  </a:lnTo>
                  <a:lnTo>
                    <a:pt x="566044" y="54124"/>
                  </a:lnTo>
                  <a:lnTo>
                    <a:pt x="547123" y="44261"/>
                  </a:lnTo>
                  <a:lnTo>
                    <a:pt x="542377" y="41955"/>
                  </a:lnTo>
                  <a:lnTo>
                    <a:pt x="518709" y="31819"/>
                  </a:lnTo>
                  <a:lnTo>
                    <a:pt x="511259" y="29079"/>
                  </a:lnTo>
                  <a:lnTo>
                    <a:pt x="495042" y="23365"/>
                  </a:lnTo>
                  <a:lnTo>
                    <a:pt x="471374" y="16417"/>
                  </a:lnTo>
                  <a:lnTo>
                    <a:pt x="460875" y="13897"/>
                  </a:lnTo>
                  <a:lnTo>
                    <a:pt x="447707" y="10788"/>
                  </a:lnTo>
                  <a:lnTo>
                    <a:pt x="424039" y="6388"/>
                  </a:lnTo>
                  <a:lnTo>
                    <a:pt x="400361" y="3162"/>
                  </a:lnTo>
                  <a:lnTo>
                    <a:pt x="376693" y="1048"/>
                  </a:lnTo>
                  <a:lnTo>
                    <a:pt x="353026" y="0"/>
                  </a:lnTo>
                  <a:lnTo>
                    <a:pt x="329359" y="0"/>
                  </a:lnTo>
                  <a:lnTo>
                    <a:pt x="305691" y="1048"/>
                  </a:lnTo>
                  <a:lnTo>
                    <a:pt x="282024" y="3162"/>
                  </a:lnTo>
                  <a:lnTo>
                    <a:pt x="258357" y="6388"/>
                  </a:lnTo>
                  <a:lnTo>
                    <a:pt x="234689" y="10788"/>
                  </a:lnTo>
                  <a:lnTo>
                    <a:pt x="221510" y="13897"/>
                  </a:lnTo>
                  <a:lnTo>
                    <a:pt x="211011" y="16417"/>
                  </a:lnTo>
                  <a:lnTo>
                    <a:pt x="187343" y="23365"/>
                  </a:lnTo>
                  <a:lnTo>
                    <a:pt x="171126" y="29079"/>
                  </a:lnTo>
                  <a:lnTo>
                    <a:pt x="163676" y="31819"/>
                  </a:lnTo>
                  <a:lnTo>
                    <a:pt x="140008" y="41955"/>
                  </a:lnTo>
                  <a:lnTo>
                    <a:pt x="135262" y="44261"/>
                  </a:lnTo>
                  <a:lnTo>
                    <a:pt x="116341" y="54124"/>
                  </a:lnTo>
                  <a:lnTo>
                    <a:pt x="107249" y="59443"/>
                  </a:lnTo>
                  <a:lnTo>
                    <a:pt x="92674" y="68794"/>
                  </a:lnTo>
                  <a:lnTo>
                    <a:pt x="84375" y="74625"/>
                  </a:lnTo>
                  <a:lnTo>
                    <a:pt x="69006" y="86762"/>
                  </a:lnTo>
                  <a:lnTo>
                    <a:pt x="65410" y="89807"/>
                  </a:lnTo>
                  <a:lnTo>
                    <a:pt x="49605" y="104989"/>
                  </a:lnTo>
                  <a:lnTo>
                    <a:pt x="45339" y="109765"/>
                  </a:lnTo>
                  <a:lnTo>
                    <a:pt x="36426" y="120171"/>
                  </a:lnTo>
                  <a:lnTo>
                    <a:pt x="25592" y="135353"/>
                  </a:lnTo>
                  <a:lnTo>
                    <a:pt x="21660" y="142084"/>
                  </a:lnTo>
                  <a:lnTo>
                    <a:pt x="16824" y="150535"/>
                  </a:lnTo>
                  <a:lnTo>
                    <a:pt x="9955" y="165718"/>
                  </a:lnTo>
                  <a:lnTo>
                    <a:pt x="4929" y="180900"/>
                  </a:lnTo>
                  <a:lnTo>
                    <a:pt x="1633" y="196082"/>
                  </a:lnTo>
                  <a:lnTo>
                    <a:pt x="0" y="211264"/>
                  </a:lnTo>
                  <a:lnTo>
                    <a:pt x="0" y="226445"/>
                  </a:lnTo>
                  <a:lnTo>
                    <a:pt x="1633" y="241627"/>
                  </a:lnTo>
                  <a:lnTo>
                    <a:pt x="4929" y="256810"/>
                  </a:lnTo>
                  <a:lnTo>
                    <a:pt x="9955" y="271992"/>
                  </a:lnTo>
                  <a:lnTo>
                    <a:pt x="16824" y="287174"/>
                  </a:lnTo>
                  <a:lnTo>
                    <a:pt x="21660" y="295625"/>
                  </a:lnTo>
                  <a:lnTo>
                    <a:pt x="25592" y="302356"/>
                  </a:lnTo>
                  <a:lnTo>
                    <a:pt x="36426" y="317538"/>
                  </a:lnTo>
                  <a:lnTo>
                    <a:pt x="45339" y="327945"/>
                  </a:lnTo>
                  <a:lnTo>
                    <a:pt x="49605" y="332721"/>
                  </a:lnTo>
                  <a:lnTo>
                    <a:pt x="65410" y="347903"/>
                  </a:lnTo>
                  <a:lnTo>
                    <a:pt x="69006" y="350947"/>
                  </a:lnTo>
                  <a:lnTo>
                    <a:pt x="84375" y="363084"/>
                  </a:lnTo>
                  <a:lnTo>
                    <a:pt x="92674" y="368915"/>
                  </a:lnTo>
                  <a:lnTo>
                    <a:pt x="107249" y="37826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8470320E-DCC9-AE6A-EACD-8035CC544ABA}"/>
              </a:ext>
            </a:extLst>
          </p:cNvPr>
          <p:cNvGrpSpPr/>
          <p:nvPr/>
        </p:nvGrpSpPr>
        <p:grpSpPr>
          <a:xfrm>
            <a:off x="1481392" y="3366468"/>
            <a:ext cx="766524" cy="491678"/>
            <a:chOff x="1481392" y="3366468"/>
            <a:chExt cx="766524" cy="491678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67D7196E-0821-3A7B-0DF3-66D59DCA321E}"/>
                </a:ext>
              </a:extLst>
            </p:cNvPr>
            <p:cNvSpPr/>
            <p:nvPr/>
          </p:nvSpPr>
          <p:spPr>
            <a:xfrm>
              <a:off x="1646403" y="3472312"/>
              <a:ext cx="436512" cy="279992"/>
            </a:xfrm>
            <a:custGeom>
              <a:avLst/>
              <a:gdLst>
                <a:gd name="csX0" fmla="*/ 64401 w 436512"/>
                <a:gd name="csY0" fmla="*/ 239646 h 279992"/>
                <a:gd name="csX1" fmla="*/ 62893 w 436512"/>
                <a:gd name="csY1" fmla="*/ 238680 h 279992"/>
                <a:gd name="csX2" fmla="*/ 42599 w 436512"/>
                <a:gd name="csY2" fmla="*/ 223498 h 279992"/>
                <a:gd name="csX3" fmla="*/ 40734 w 436512"/>
                <a:gd name="csY3" fmla="*/ 221811 h 279992"/>
                <a:gd name="csX4" fmla="*/ 27454 w 436512"/>
                <a:gd name="csY4" fmla="*/ 208315 h 279992"/>
                <a:gd name="csX5" fmla="*/ 17066 w 436512"/>
                <a:gd name="csY5" fmla="*/ 194809 h 279992"/>
                <a:gd name="csX6" fmla="*/ 15882 w 436512"/>
                <a:gd name="csY6" fmla="*/ 193133 h 279992"/>
                <a:gd name="csX7" fmla="*/ 7863 w 436512"/>
                <a:gd name="csY7" fmla="*/ 177951 h 279992"/>
                <a:gd name="csX8" fmla="*/ 2602 w 436512"/>
                <a:gd name="csY8" fmla="*/ 162769 h 279992"/>
                <a:gd name="csX9" fmla="*/ 0 w 436512"/>
                <a:gd name="csY9" fmla="*/ 147587 h 279992"/>
                <a:gd name="csX10" fmla="*/ 0 w 436512"/>
                <a:gd name="csY10" fmla="*/ 132406 h 279992"/>
                <a:gd name="csX11" fmla="*/ 2602 w 436512"/>
                <a:gd name="csY11" fmla="*/ 117223 h 279992"/>
                <a:gd name="csX12" fmla="*/ 7863 w 436512"/>
                <a:gd name="csY12" fmla="*/ 102041 h 279992"/>
                <a:gd name="csX13" fmla="*/ 15882 w 436512"/>
                <a:gd name="csY13" fmla="*/ 86859 h 279992"/>
                <a:gd name="csX14" fmla="*/ 17066 w 436512"/>
                <a:gd name="csY14" fmla="*/ 85184 h 279992"/>
                <a:gd name="csX15" fmla="*/ 27454 w 436512"/>
                <a:gd name="csY15" fmla="*/ 71677 h 279992"/>
                <a:gd name="csX16" fmla="*/ 40734 w 436512"/>
                <a:gd name="csY16" fmla="*/ 58181 h 279992"/>
                <a:gd name="csX17" fmla="*/ 42599 w 436512"/>
                <a:gd name="csY17" fmla="*/ 56495 h 279992"/>
                <a:gd name="csX18" fmla="*/ 62893 w 436512"/>
                <a:gd name="csY18" fmla="*/ 41312 h 279992"/>
                <a:gd name="csX19" fmla="*/ 64401 w 436512"/>
                <a:gd name="csY19" fmla="*/ 40346 h 279992"/>
                <a:gd name="csX20" fmla="*/ 88069 w 436512"/>
                <a:gd name="csY20" fmla="*/ 27327 h 279992"/>
                <a:gd name="csX21" fmla="*/ 90704 w 436512"/>
                <a:gd name="csY21" fmla="*/ 26130 h 279992"/>
                <a:gd name="csX22" fmla="*/ 111747 w 436512"/>
                <a:gd name="csY22" fmla="*/ 17613 h 279992"/>
                <a:gd name="csX23" fmla="*/ 132801 w 436512"/>
                <a:gd name="csY23" fmla="*/ 10948 h 279992"/>
                <a:gd name="csX24" fmla="*/ 135415 w 436512"/>
                <a:gd name="csY24" fmla="*/ 10192 h 279992"/>
                <a:gd name="csX25" fmla="*/ 159082 w 436512"/>
                <a:gd name="csY25" fmla="*/ 5045 h 279992"/>
                <a:gd name="csX26" fmla="*/ 182749 w 436512"/>
                <a:gd name="csY26" fmla="*/ 1670 h 279992"/>
                <a:gd name="csX27" fmla="*/ 206417 w 436512"/>
                <a:gd name="csY27" fmla="*/ 0 h 279992"/>
                <a:gd name="csX28" fmla="*/ 230084 w 436512"/>
                <a:gd name="csY28" fmla="*/ 0 h 279992"/>
                <a:gd name="csX29" fmla="*/ 253751 w 436512"/>
                <a:gd name="csY29" fmla="*/ 1670 h 279992"/>
                <a:gd name="csX30" fmla="*/ 277419 w 436512"/>
                <a:gd name="csY30" fmla="*/ 5045 h 279992"/>
                <a:gd name="csX31" fmla="*/ 301097 w 436512"/>
                <a:gd name="csY31" fmla="*/ 10192 h 279992"/>
                <a:gd name="csX32" fmla="*/ 303700 w 436512"/>
                <a:gd name="csY32" fmla="*/ 10948 h 279992"/>
                <a:gd name="csX33" fmla="*/ 324765 w 436512"/>
                <a:gd name="csY33" fmla="*/ 17613 h 279992"/>
                <a:gd name="csX34" fmla="*/ 345796 w 436512"/>
                <a:gd name="csY34" fmla="*/ 26130 h 279992"/>
                <a:gd name="csX35" fmla="*/ 348432 w 436512"/>
                <a:gd name="csY35" fmla="*/ 27327 h 279992"/>
                <a:gd name="csX36" fmla="*/ 372100 w 436512"/>
                <a:gd name="csY36" fmla="*/ 40346 h 279992"/>
                <a:gd name="csX37" fmla="*/ 373608 w 436512"/>
                <a:gd name="csY37" fmla="*/ 41312 h 279992"/>
                <a:gd name="csX38" fmla="*/ 393902 w 436512"/>
                <a:gd name="csY38" fmla="*/ 56495 h 279992"/>
                <a:gd name="csX39" fmla="*/ 395767 w 436512"/>
                <a:gd name="csY39" fmla="*/ 58181 h 279992"/>
                <a:gd name="csX40" fmla="*/ 409047 w 436512"/>
                <a:gd name="csY40" fmla="*/ 71677 h 279992"/>
                <a:gd name="csX41" fmla="*/ 419435 w 436512"/>
                <a:gd name="csY41" fmla="*/ 85184 h 279992"/>
                <a:gd name="csX42" fmla="*/ 420618 w 436512"/>
                <a:gd name="csY42" fmla="*/ 86859 h 279992"/>
                <a:gd name="csX43" fmla="*/ 428638 w 436512"/>
                <a:gd name="csY43" fmla="*/ 102041 h 279992"/>
                <a:gd name="csX44" fmla="*/ 433898 w 436512"/>
                <a:gd name="csY44" fmla="*/ 117223 h 279992"/>
                <a:gd name="csX45" fmla="*/ 436512 w 436512"/>
                <a:gd name="csY45" fmla="*/ 132406 h 279992"/>
                <a:gd name="csX46" fmla="*/ 436512 w 436512"/>
                <a:gd name="csY46" fmla="*/ 147587 h 279992"/>
                <a:gd name="csX47" fmla="*/ 433898 w 436512"/>
                <a:gd name="csY47" fmla="*/ 162769 h 279992"/>
                <a:gd name="csX48" fmla="*/ 428638 w 436512"/>
                <a:gd name="csY48" fmla="*/ 177951 h 279992"/>
                <a:gd name="csX49" fmla="*/ 420618 w 436512"/>
                <a:gd name="csY49" fmla="*/ 193133 h 279992"/>
                <a:gd name="csX50" fmla="*/ 419435 w 436512"/>
                <a:gd name="csY50" fmla="*/ 194809 h 279992"/>
                <a:gd name="csX51" fmla="*/ 409047 w 436512"/>
                <a:gd name="csY51" fmla="*/ 208315 h 279992"/>
                <a:gd name="csX52" fmla="*/ 395767 w 436512"/>
                <a:gd name="csY52" fmla="*/ 221811 h 279992"/>
                <a:gd name="csX53" fmla="*/ 393902 w 436512"/>
                <a:gd name="csY53" fmla="*/ 223498 h 279992"/>
                <a:gd name="csX54" fmla="*/ 373608 w 436512"/>
                <a:gd name="csY54" fmla="*/ 238680 h 279992"/>
                <a:gd name="csX55" fmla="*/ 372100 w 436512"/>
                <a:gd name="csY55" fmla="*/ 239646 h 279992"/>
                <a:gd name="csX56" fmla="*/ 348432 w 436512"/>
                <a:gd name="csY56" fmla="*/ 252665 h 279992"/>
                <a:gd name="csX57" fmla="*/ 345796 w 436512"/>
                <a:gd name="csY57" fmla="*/ 253862 h 279992"/>
                <a:gd name="csX58" fmla="*/ 324765 w 436512"/>
                <a:gd name="csY58" fmla="*/ 262380 h 279992"/>
                <a:gd name="csX59" fmla="*/ 303700 w 436512"/>
                <a:gd name="csY59" fmla="*/ 269044 h 279992"/>
                <a:gd name="csX60" fmla="*/ 301097 w 436512"/>
                <a:gd name="csY60" fmla="*/ 269800 h 279992"/>
                <a:gd name="csX61" fmla="*/ 277419 w 436512"/>
                <a:gd name="csY61" fmla="*/ 274947 h 279992"/>
                <a:gd name="csX62" fmla="*/ 253751 w 436512"/>
                <a:gd name="csY62" fmla="*/ 278321 h 279992"/>
                <a:gd name="csX63" fmla="*/ 230084 w 436512"/>
                <a:gd name="csY63" fmla="*/ 279992 h 279992"/>
                <a:gd name="csX64" fmla="*/ 206417 w 436512"/>
                <a:gd name="csY64" fmla="*/ 279992 h 279992"/>
                <a:gd name="csX65" fmla="*/ 182749 w 436512"/>
                <a:gd name="csY65" fmla="*/ 278321 h 279992"/>
                <a:gd name="csX66" fmla="*/ 159082 w 436512"/>
                <a:gd name="csY66" fmla="*/ 274947 h 279992"/>
                <a:gd name="csX67" fmla="*/ 135415 w 436512"/>
                <a:gd name="csY67" fmla="*/ 269800 h 279992"/>
                <a:gd name="csX68" fmla="*/ 132801 w 436512"/>
                <a:gd name="csY68" fmla="*/ 269044 h 279992"/>
                <a:gd name="csX69" fmla="*/ 111747 w 436512"/>
                <a:gd name="csY69" fmla="*/ 262380 h 279992"/>
                <a:gd name="csX70" fmla="*/ 90704 w 436512"/>
                <a:gd name="csY70" fmla="*/ 253862 h 279992"/>
                <a:gd name="csX71" fmla="*/ 88069 w 436512"/>
                <a:gd name="csY71" fmla="*/ 252665 h 279992"/>
                <a:gd name="csX72" fmla="*/ 64401 w 436512"/>
                <a:gd name="csY72" fmla="*/ 239646 h 279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6512" h="279992">
                  <a:moveTo>
                    <a:pt x="64401" y="239646"/>
                  </a:moveTo>
                  <a:lnTo>
                    <a:pt x="62893" y="238680"/>
                  </a:lnTo>
                  <a:lnTo>
                    <a:pt x="42599" y="223498"/>
                  </a:lnTo>
                  <a:lnTo>
                    <a:pt x="40734" y="221811"/>
                  </a:lnTo>
                  <a:lnTo>
                    <a:pt x="27454" y="208315"/>
                  </a:lnTo>
                  <a:lnTo>
                    <a:pt x="17066" y="194809"/>
                  </a:lnTo>
                  <a:lnTo>
                    <a:pt x="15882" y="193133"/>
                  </a:lnTo>
                  <a:lnTo>
                    <a:pt x="7863" y="177951"/>
                  </a:lnTo>
                  <a:lnTo>
                    <a:pt x="2602" y="162769"/>
                  </a:lnTo>
                  <a:lnTo>
                    <a:pt x="0" y="147587"/>
                  </a:lnTo>
                  <a:lnTo>
                    <a:pt x="0" y="132406"/>
                  </a:lnTo>
                  <a:lnTo>
                    <a:pt x="2602" y="117223"/>
                  </a:lnTo>
                  <a:lnTo>
                    <a:pt x="7863" y="102041"/>
                  </a:lnTo>
                  <a:lnTo>
                    <a:pt x="15882" y="86859"/>
                  </a:lnTo>
                  <a:lnTo>
                    <a:pt x="17066" y="85184"/>
                  </a:lnTo>
                  <a:lnTo>
                    <a:pt x="27454" y="71677"/>
                  </a:lnTo>
                  <a:lnTo>
                    <a:pt x="40734" y="58181"/>
                  </a:lnTo>
                  <a:lnTo>
                    <a:pt x="42599" y="56495"/>
                  </a:lnTo>
                  <a:lnTo>
                    <a:pt x="62893" y="41312"/>
                  </a:lnTo>
                  <a:lnTo>
                    <a:pt x="64401" y="40346"/>
                  </a:lnTo>
                  <a:lnTo>
                    <a:pt x="88069" y="27327"/>
                  </a:lnTo>
                  <a:lnTo>
                    <a:pt x="90704" y="26130"/>
                  </a:lnTo>
                  <a:lnTo>
                    <a:pt x="111747" y="17613"/>
                  </a:lnTo>
                  <a:lnTo>
                    <a:pt x="132801" y="10948"/>
                  </a:lnTo>
                  <a:lnTo>
                    <a:pt x="135415" y="10192"/>
                  </a:lnTo>
                  <a:lnTo>
                    <a:pt x="159082" y="5045"/>
                  </a:lnTo>
                  <a:lnTo>
                    <a:pt x="182749" y="1670"/>
                  </a:lnTo>
                  <a:lnTo>
                    <a:pt x="206417" y="0"/>
                  </a:lnTo>
                  <a:lnTo>
                    <a:pt x="230084" y="0"/>
                  </a:lnTo>
                  <a:lnTo>
                    <a:pt x="253751" y="1670"/>
                  </a:lnTo>
                  <a:lnTo>
                    <a:pt x="277419" y="5045"/>
                  </a:lnTo>
                  <a:lnTo>
                    <a:pt x="301097" y="10192"/>
                  </a:lnTo>
                  <a:lnTo>
                    <a:pt x="303700" y="10948"/>
                  </a:lnTo>
                  <a:lnTo>
                    <a:pt x="324765" y="17613"/>
                  </a:lnTo>
                  <a:lnTo>
                    <a:pt x="345796" y="26130"/>
                  </a:lnTo>
                  <a:lnTo>
                    <a:pt x="348432" y="27327"/>
                  </a:lnTo>
                  <a:lnTo>
                    <a:pt x="372100" y="40346"/>
                  </a:lnTo>
                  <a:lnTo>
                    <a:pt x="373608" y="41312"/>
                  </a:lnTo>
                  <a:lnTo>
                    <a:pt x="393902" y="56495"/>
                  </a:lnTo>
                  <a:lnTo>
                    <a:pt x="395767" y="58181"/>
                  </a:lnTo>
                  <a:lnTo>
                    <a:pt x="409047" y="71677"/>
                  </a:lnTo>
                  <a:lnTo>
                    <a:pt x="419435" y="85184"/>
                  </a:lnTo>
                  <a:lnTo>
                    <a:pt x="420618" y="86859"/>
                  </a:lnTo>
                  <a:lnTo>
                    <a:pt x="428638" y="102041"/>
                  </a:lnTo>
                  <a:lnTo>
                    <a:pt x="433898" y="117223"/>
                  </a:lnTo>
                  <a:lnTo>
                    <a:pt x="436512" y="132406"/>
                  </a:lnTo>
                  <a:lnTo>
                    <a:pt x="436512" y="147587"/>
                  </a:lnTo>
                  <a:lnTo>
                    <a:pt x="433898" y="162769"/>
                  </a:lnTo>
                  <a:lnTo>
                    <a:pt x="428638" y="177951"/>
                  </a:lnTo>
                  <a:lnTo>
                    <a:pt x="420618" y="193133"/>
                  </a:lnTo>
                  <a:lnTo>
                    <a:pt x="419435" y="194809"/>
                  </a:lnTo>
                  <a:lnTo>
                    <a:pt x="409047" y="208315"/>
                  </a:lnTo>
                  <a:lnTo>
                    <a:pt x="395767" y="221811"/>
                  </a:lnTo>
                  <a:lnTo>
                    <a:pt x="393902" y="223498"/>
                  </a:lnTo>
                  <a:lnTo>
                    <a:pt x="373608" y="238680"/>
                  </a:lnTo>
                  <a:lnTo>
                    <a:pt x="372100" y="239646"/>
                  </a:lnTo>
                  <a:lnTo>
                    <a:pt x="348432" y="252665"/>
                  </a:lnTo>
                  <a:lnTo>
                    <a:pt x="345796" y="253862"/>
                  </a:lnTo>
                  <a:lnTo>
                    <a:pt x="324765" y="262380"/>
                  </a:lnTo>
                  <a:lnTo>
                    <a:pt x="303700" y="269044"/>
                  </a:lnTo>
                  <a:lnTo>
                    <a:pt x="301097" y="269800"/>
                  </a:lnTo>
                  <a:lnTo>
                    <a:pt x="277419" y="274947"/>
                  </a:lnTo>
                  <a:lnTo>
                    <a:pt x="253751" y="278321"/>
                  </a:lnTo>
                  <a:lnTo>
                    <a:pt x="230084" y="279992"/>
                  </a:lnTo>
                  <a:lnTo>
                    <a:pt x="206417" y="279992"/>
                  </a:lnTo>
                  <a:lnTo>
                    <a:pt x="182749" y="278321"/>
                  </a:lnTo>
                  <a:lnTo>
                    <a:pt x="159082" y="274947"/>
                  </a:lnTo>
                  <a:lnTo>
                    <a:pt x="135415" y="269800"/>
                  </a:lnTo>
                  <a:lnTo>
                    <a:pt x="132801" y="269044"/>
                  </a:lnTo>
                  <a:lnTo>
                    <a:pt x="111747" y="262380"/>
                  </a:lnTo>
                  <a:lnTo>
                    <a:pt x="90704" y="253862"/>
                  </a:lnTo>
                  <a:lnTo>
                    <a:pt x="88069" y="252665"/>
                  </a:lnTo>
                  <a:lnTo>
                    <a:pt x="64401" y="23964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5F520ED-E164-5D23-E504-433479538A08}"/>
                </a:ext>
              </a:extLst>
            </p:cNvPr>
            <p:cNvSpPr/>
            <p:nvPr/>
          </p:nvSpPr>
          <p:spPr>
            <a:xfrm>
              <a:off x="1481392" y="3366468"/>
              <a:ext cx="766524" cy="491678"/>
            </a:xfrm>
            <a:custGeom>
              <a:avLst/>
              <a:gdLst>
                <a:gd name="csX0" fmla="*/ 113889 w 766524"/>
                <a:gd name="csY0" fmla="*/ 420433 h 491678"/>
                <a:gd name="csX1" fmla="*/ 134742 w 766524"/>
                <a:gd name="csY1" fmla="*/ 432799 h 491678"/>
                <a:gd name="csX2" fmla="*/ 140103 w 766524"/>
                <a:gd name="csY2" fmla="*/ 435615 h 491678"/>
                <a:gd name="csX3" fmla="*/ 158410 w 766524"/>
                <a:gd name="csY3" fmla="*/ 444888 h 491678"/>
                <a:gd name="csX4" fmla="*/ 172226 w 766524"/>
                <a:gd name="csY4" fmla="*/ 450797 h 491678"/>
                <a:gd name="csX5" fmla="*/ 182077 w 766524"/>
                <a:gd name="csY5" fmla="*/ 455042 h 491678"/>
                <a:gd name="csX6" fmla="*/ 205744 w 766524"/>
                <a:gd name="csY6" fmla="*/ 463612 h 491678"/>
                <a:gd name="csX7" fmla="*/ 213641 w 766524"/>
                <a:gd name="csY7" fmla="*/ 465980 h 491678"/>
                <a:gd name="csX8" fmla="*/ 229412 w 766524"/>
                <a:gd name="csY8" fmla="*/ 471050 h 491678"/>
                <a:gd name="csX9" fmla="*/ 253079 w 766524"/>
                <a:gd name="csY9" fmla="*/ 477100 h 491678"/>
                <a:gd name="csX10" fmla="*/ 273965 w 766524"/>
                <a:gd name="csY10" fmla="*/ 481162 h 491678"/>
                <a:gd name="csX11" fmla="*/ 276758 w 766524"/>
                <a:gd name="csY11" fmla="*/ 481777 h 491678"/>
                <a:gd name="csX12" fmla="*/ 300425 w 766524"/>
                <a:gd name="csY12" fmla="*/ 485957 h 491678"/>
                <a:gd name="csX13" fmla="*/ 324093 w 766524"/>
                <a:gd name="csY13" fmla="*/ 488896 h 491678"/>
                <a:gd name="csX14" fmla="*/ 347760 w 766524"/>
                <a:gd name="csY14" fmla="*/ 490768 h 491678"/>
                <a:gd name="csX15" fmla="*/ 371427 w 766524"/>
                <a:gd name="csY15" fmla="*/ 491679 h 491678"/>
                <a:gd name="csX16" fmla="*/ 395095 w 766524"/>
                <a:gd name="csY16" fmla="*/ 491679 h 491678"/>
                <a:gd name="csX17" fmla="*/ 418762 w 766524"/>
                <a:gd name="csY17" fmla="*/ 490768 h 491678"/>
                <a:gd name="csX18" fmla="*/ 442429 w 766524"/>
                <a:gd name="csY18" fmla="*/ 488896 h 491678"/>
                <a:gd name="csX19" fmla="*/ 466108 w 766524"/>
                <a:gd name="csY19" fmla="*/ 485957 h 491678"/>
                <a:gd name="csX20" fmla="*/ 489775 w 766524"/>
                <a:gd name="csY20" fmla="*/ 481777 h 491678"/>
                <a:gd name="csX21" fmla="*/ 492557 w 766524"/>
                <a:gd name="csY21" fmla="*/ 481162 h 491678"/>
                <a:gd name="csX22" fmla="*/ 513443 w 766524"/>
                <a:gd name="csY22" fmla="*/ 477100 h 491678"/>
                <a:gd name="csX23" fmla="*/ 537110 w 766524"/>
                <a:gd name="csY23" fmla="*/ 471050 h 491678"/>
                <a:gd name="csX24" fmla="*/ 552892 w 766524"/>
                <a:gd name="csY24" fmla="*/ 465980 h 491678"/>
                <a:gd name="csX25" fmla="*/ 560778 w 766524"/>
                <a:gd name="csY25" fmla="*/ 463612 h 491678"/>
                <a:gd name="csX26" fmla="*/ 584445 w 766524"/>
                <a:gd name="csY26" fmla="*/ 455042 h 491678"/>
                <a:gd name="csX27" fmla="*/ 594296 w 766524"/>
                <a:gd name="csY27" fmla="*/ 450797 h 491678"/>
                <a:gd name="csX28" fmla="*/ 608112 w 766524"/>
                <a:gd name="csY28" fmla="*/ 444888 h 491678"/>
                <a:gd name="csX29" fmla="*/ 626419 w 766524"/>
                <a:gd name="csY29" fmla="*/ 435615 h 491678"/>
                <a:gd name="csX30" fmla="*/ 631791 w 766524"/>
                <a:gd name="csY30" fmla="*/ 432799 h 491678"/>
                <a:gd name="csX31" fmla="*/ 652633 w 766524"/>
                <a:gd name="csY31" fmla="*/ 420433 h 491678"/>
                <a:gd name="csX32" fmla="*/ 655458 w 766524"/>
                <a:gd name="csY32" fmla="*/ 418622 h 491678"/>
                <a:gd name="csX33" fmla="*/ 674736 w 766524"/>
                <a:gd name="csY33" fmla="*/ 405251 h 491678"/>
                <a:gd name="csX34" fmla="*/ 679126 w 766524"/>
                <a:gd name="csY34" fmla="*/ 401807 h 491678"/>
                <a:gd name="csX35" fmla="*/ 693579 w 766524"/>
                <a:gd name="csY35" fmla="*/ 390069 h 491678"/>
                <a:gd name="csX36" fmla="*/ 702793 w 766524"/>
                <a:gd name="csY36" fmla="*/ 381204 h 491678"/>
                <a:gd name="csX37" fmla="*/ 709405 w 766524"/>
                <a:gd name="csY37" fmla="*/ 374887 h 491678"/>
                <a:gd name="csX38" fmla="*/ 722775 w 766524"/>
                <a:gd name="csY38" fmla="*/ 359705 h 491678"/>
                <a:gd name="csX39" fmla="*/ 726461 w 766524"/>
                <a:gd name="csY39" fmla="*/ 354645 h 491678"/>
                <a:gd name="csX40" fmla="*/ 734368 w 766524"/>
                <a:gd name="csY40" fmla="*/ 344523 h 491678"/>
                <a:gd name="csX41" fmla="*/ 743795 w 766524"/>
                <a:gd name="csY41" fmla="*/ 329341 h 491678"/>
                <a:gd name="csX42" fmla="*/ 750128 w 766524"/>
                <a:gd name="csY42" fmla="*/ 315946 h 491678"/>
                <a:gd name="csX43" fmla="*/ 751088 w 766524"/>
                <a:gd name="csY43" fmla="*/ 314159 h 491678"/>
                <a:gd name="csX44" fmla="*/ 757611 w 766524"/>
                <a:gd name="csY44" fmla="*/ 298976 h 491678"/>
                <a:gd name="csX45" fmla="*/ 762191 w 766524"/>
                <a:gd name="csY45" fmla="*/ 283794 h 491678"/>
                <a:gd name="csX46" fmla="*/ 765106 w 766524"/>
                <a:gd name="csY46" fmla="*/ 268612 h 491678"/>
                <a:gd name="csX47" fmla="*/ 766524 w 766524"/>
                <a:gd name="csY47" fmla="*/ 253430 h 491678"/>
                <a:gd name="csX48" fmla="*/ 766524 w 766524"/>
                <a:gd name="csY48" fmla="*/ 238249 h 491678"/>
                <a:gd name="csX49" fmla="*/ 765106 w 766524"/>
                <a:gd name="csY49" fmla="*/ 223067 h 491678"/>
                <a:gd name="csX50" fmla="*/ 762191 w 766524"/>
                <a:gd name="csY50" fmla="*/ 207884 h 491678"/>
                <a:gd name="csX51" fmla="*/ 757611 w 766524"/>
                <a:gd name="csY51" fmla="*/ 192702 h 491678"/>
                <a:gd name="csX52" fmla="*/ 751088 w 766524"/>
                <a:gd name="csY52" fmla="*/ 177520 h 491678"/>
                <a:gd name="csX53" fmla="*/ 750128 w 766524"/>
                <a:gd name="csY53" fmla="*/ 175733 h 491678"/>
                <a:gd name="csX54" fmla="*/ 743795 w 766524"/>
                <a:gd name="csY54" fmla="*/ 162338 h 491678"/>
                <a:gd name="csX55" fmla="*/ 734368 w 766524"/>
                <a:gd name="csY55" fmla="*/ 147156 h 491678"/>
                <a:gd name="csX56" fmla="*/ 726461 w 766524"/>
                <a:gd name="csY56" fmla="*/ 137034 h 491678"/>
                <a:gd name="csX57" fmla="*/ 722775 w 766524"/>
                <a:gd name="csY57" fmla="*/ 131973 h 491678"/>
                <a:gd name="csX58" fmla="*/ 709405 w 766524"/>
                <a:gd name="csY58" fmla="*/ 116791 h 491678"/>
                <a:gd name="csX59" fmla="*/ 702793 w 766524"/>
                <a:gd name="csY59" fmla="*/ 110475 h 491678"/>
                <a:gd name="csX60" fmla="*/ 693579 w 766524"/>
                <a:gd name="csY60" fmla="*/ 101610 h 491678"/>
                <a:gd name="csX61" fmla="*/ 679126 w 766524"/>
                <a:gd name="csY61" fmla="*/ 89871 h 491678"/>
                <a:gd name="csX62" fmla="*/ 674736 w 766524"/>
                <a:gd name="csY62" fmla="*/ 86428 h 491678"/>
                <a:gd name="csX63" fmla="*/ 655458 w 766524"/>
                <a:gd name="csY63" fmla="*/ 73056 h 491678"/>
                <a:gd name="csX64" fmla="*/ 652633 w 766524"/>
                <a:gd name="csY64" fmla="*/ 71246 h 491678"/>
                <a:gd name="csX65" fmla="*/ 631791 w 766524"/>
                <a:gd name="csY65" fmla="*/ 58879 h 491678"/>
                <a:gd name="csX66" fmla="*/ 626419 w 766524"/>
                <a:gd name="csY66" fmla="*/ 56063 h 491678"/>
                <a:gd name="csX67" fmla="*/ 608112 w 766524"/>
                <a:gd name="csY67" fmla="*/ 46791 h 491678"/>
                <a:gd name="csX68" fmla="*/ 594296 w 766524"/>
                <a:gd name="csY68" fmla="*/ 40881 h 491678"/>
                <a:gd name="csX69" fmla="*/ 584445 w 766524"/>
                <a:gd name="csY69" fmla="*/ 36637 h 491678"/>
                <a:gd name="csX70" fmla="*/ 560778 w 766524"/>
                <a:gd name="csY70" fmla="*/ 28067 h 491678"/>
                <a:gd name="csX71" fmla="*/ 552892 w 766524"/>
                <a:gd name="csY71" fmla="*/ 25699 h 491678"/>
                <a:gd name="csX72" fmla="*/ 537110 w 766524"/>
                <a:gd name="csY72" fmla="*/ 20628 h 491678"/>
                <a:gd name="csX73" fmla="*/ 513443 w 766524"/>
                <a:gd name="csY73" fmla="*/ 14579 h 491678"/>
                <a:gd name="csX74" fmla="*/ 492557 w 766524"/>
                <a:gd name="csY74" fmla="*/ 10517 h 491678"/>
                <a:gd name="csX75" fmla="*/ 489775 w 766524"/>
                <a:gd name="csY75" fmla="*/ 9901 h 491678"/>
                <a:gd name="csX76" fmla="*/ 466108 w 766524"/>
                <a:gd name="csY76" fmla="*/ 5721 h 491678"/>
                <a:gd name="csX77" fmla="*/ 442429 w 766524"/>
                <a:gd name="csY77" fmla="*/ 2782 h 491678"/>
                <a:gd name="csX78" fmla="*/ 418762 w 766524"/>
                <a:gd name="csY78" fmla="*/ 910 h 491678"/>
                <a:gd name="csX79" fmla="*/ 395095 w 766524"/>
                <a:gd name="csY79" fmla="*/ 0 h 491678"/>
                <a:gd name="csX80" fmla="*/ 371427 w 766524"/>
                <a:gd name="csY80" fmla="*/ 0 h 491678"/>
                <a:gd name="csX81" fmla="*/ 347760 w 766524"/>
                <a:gd name="csY81" fmla="*/ 910 h 491678"/>
                <a:gd name="csX82" fmla="*/ 324093 w 766524"/>
                <a:gd name="csY82" fmla="*/ 2782 h 491678"/>
                <a:gd name="csX83" fmla="*/ 300425 w 766524"/>
                <a:gd name="csY83" fmla="*/ 5721 h 491678"/>
                <a:gd name="csX84" fmla="*/ 276758 w 766524"/>
                <a:gd name="csY84" fmla="*/ 9901 h 491678"/>
                <a:gd name="csX85" fmla="*/ 273965 w 766524"/>
                <a:gd name="csY85" fmla="*/ 10517 h 491678"/>
                <a:gd name="csX86" fmla="*/ 253079 w 766524"/>
                <a:gd name="csY86" fmla="*/ 14579 h 491678"/>
                <a:gd name="csX87" fmla="*/ 229412 w 766524"/>
                <a:gd name="csY87" fmla="*/ 20628 h 491678"/>
                <a:gd name="csX88" fmla="*/ 213641 w 766524"/>
                <a:gd name="csY88" fmla="*/ 25699 h 491678"/>
                <a:gd name="csX89" fmla="*/ 205744 w 766524"/>
                <a:gd name="csY89" fmla="*/ 28067 h 491678"/>
                <a:gd name="csX90" fmla="*/ 182077 w 766524"/>
                <a:gd name="csY90" fmla="*/ 36637 h 491678"/>
                <a:gd name="csX91" fmla="*/ 172226 w 766524"/>
                <a:gd name="csY91" fmla="*/ 40881 h 491678"/>
                <a:gd name="csX92" fmla="*/ 158410 w 766524"/>
                <a:gd name="csY92" fmla="*/ 46791 h 491678"/>
                <a:gd name="csX93" fmla="*/ 140103 w 766524"/>
                <a:gd name="csY93" fmla="*/ 56063 h 491678"/>
                <a:gd name="csX94" fmla="*/ 134742 w 766524"/>
                <a:gd name="csY94" fmla="*/ 58879 h 491678"/>
                <a:gd name="csX95" fmla="*/ 113889 w 766524"/>
                <a:gd name="csY95" fmla="*/ 71246 h 491678"/>
                <a:gd name="csX96" fmla="*/ 111075 w 766524"/>
                <a:gd name="csY96" fmla="*/ 73056 h 491678"/>
                <a:gd name="csX97" fmla="*/ 91797 w 766524"/>
                <a:gd name="csY97" fmla="*/ 86428 h 491678"/>
                <a:gd name="csX98" fmla="*/ 87407 w 766524"/>
                <a:gd name="csY98" fmla="*/ 89871 h 491678"/>
                <a:gd name="csX99" fmla="*/ 72943 w 766524"/>
                <a:gd name="csY99" fmla="*/ 101610 h 491678"/>
                <a:gd name="csX100" fmla="*/ 63729 w 766524"/>
                <a:gd name="csY100" fmla="*/ 110475 h 491678"/>
                <a:gd name="csX101" fmla="*/ 57117 w 766524"/>
                <a:gd name="csY101" fmla="*/ 116791 h 491678"/>
                <a:gd name="csX102" fmla="*/ 43756 w 766524"/>
                <a:gd name="csY102" fmla="*/ 131973 h 491678"/>
                <a:gd name="csX103" fmla="*/ 40065 w 766524"/>
                <a:gd name="csY103" fmla="*/ 137034 h 491678"/>
                <a:gd name="csX104" fmla="*/ 32158 w 766524"/>
                <a:gd name="csY104" fmla="*/ 147156 h 491678"/>
                <a:gd name="csX105" fmla="*/ 22728 w 766524"/>
                <a:gd name="csY105" fmla="*/ 162338 h 491678"/>
                <a:gd name="csX106" fmla="*/ 16395 w 766524"/>
                <a:gd name="csY106" fmla="*/ 175733 h 491678"/>
                <a:gd name="csX107" fmla="*/ 15435 w 766524"/>
                <a:gd name="csY107" fmla="*/ 177520 h 491678"/>
                <a:gd name="csX108" fmla="*/ 8919 w 766524"/>
                <a:gd name="csY108" fmla="*/ 192702 h 491678"/>
                <a:gd name="csX109" fmla="*/ 4336 w 766524"/>
                <a:gd name="csY109" fmla="*/ 207884 h 491678"/>
                <a:gd name="csX110" fmla="*/ 1418 w 766524"/>
                <a:gd name="csY110" fmla="*/ 223067 h 491678"/>
                <a:gd name="csX111" fmla="*/ 0 w 766524"/>
                <a:gd name="csY111" fmla="*/ 238249 h 491678"/>
                <a:gd name="csX112" fmla="*/ 0 w 766524"/>
                <a:gd name="csY112" fmla="*/ 253430 h 491678"/>
                <a:gd name="csX113" fmla="*/ 1418 w 766524"/>
                <a:gd name="csY113" fmla="*/ 268612 h 491678"/>
                <a:gd name="csX114" fmla="*/ 4336 w 766524"/>
                <a:gd name="csY114" fmla="*/ 283794 h 491678"/>
                <a:gd name="csX115" fmla="*/ 8919 w 766524"/>
                <a:gd name="csY115" fmla="*/ 298976 h 491678"/>
                <a:gd name="csX116" fmla="*/ 15435 w 766524"/>
                <a:gd name="csY116" fmla="*/ 314159 h 491678"/>
                <a:gd name="csX117" fmla="*/ 16395 w 766524"/>
                <a:gd name="csY117" fmla="*/ 315946 h 491678"/>
                <a:gd name="csX118" fmla="*/ 22728 w 766524"/>
                <a:gd name="csY118" fmla="*/ 329341 h 491678"/>
                <a:gd name="csX119" fmla="*/ 32158 w 766524"/>
                <a:gd name="csY119" fmla="*/ 344523 h 491678"/>
                <a:gd name="csX120" fmla="*/ 40065 w 766524"/>
                <a:gd name="csY120" fmla="*/ 354645 h 491678"/>
                <a:gd name="csX121" fmla="*/ 43756 w 766524"/>
                <a:gd name="csY121" fmla="*/ 359705 h 491678"/>
                <a:gd name="csX122" fmla="*/ 57117 w 766524"/>
                <a:gd name="csY122" fmla="*/ 374887 h 491678"/>
                <a:gd name="csX123" fmla="*/ 63729 w 766524"/>
                <a:gd name="csY123" fmla="*/ 381204 h 491678"/>
                <a:gd name="csX124" fmla="*/ 72943 w 766524"/>
                <a:gd name="csY124" fmla="*/ 390069 h 491678"/>
                <a:gd name="csX125" fmla="*/ 87407 w 766524"/>
                <a:gd name="csY125" fmla="*/ 401807 h 491678"/>
                <a:gd name="csX126" fmla="*/ 91797 w 766524"/>
                <a:gd name="csY126" fmla="*/ 405251 h 491678"/>
                <a:gd name="csX127" fmla="*/ 111075 w 766524"/>
                <a:gd name="csY127" fmla="*/ 418622 h 491678"/>
                <a:gd name="csX128" fmla="*/ 113889 w 766524"/>
                <a:gd name="csY128" fmla="*/ 420433 h 491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6524" h="491678">
                  <a:moveTo>
                    <a:pt x="113889" y="420433"/>
                  </a:moveTo>
                  <a:lnTo>
                    <a:pt x="134742" y="432799"/>
                  </a:lnTo>
                  <a:lnTo>
                    <a:pt x="140103" y="435615"/>
                  </a:lnTo>
                  <a:lnTo>
                    <a:pt x="158410" y="444888"/>
                  </a:lnTo>
                  <a:lnTo>
                    <a:pt x="172226" y="450797"/>
                  </a:lnTo>
                  <a:lnTo>
                    <a:pt x="182077" y="455042"/>
                  </a:lnTo>
                  <a:lnTo>
                    <a:pt x="205744" y="463612"/>
                  </a:lnTo>
                  <a:lnTo>
                    <a:pt x="213641" y="465980"/>
                  </a:lnTo>
                  <a:lnTo>
                    <a:pt x="229412" y="471050"/>
                  </a:lnTo>
                  <a:lnTo>
                    <a:pt x="253079" y="477100"/>
                  </a:lnTo>
                  <a:lnTo>
                    <a:pt x="273965" y="481162"/>
                  </a:lnTo>
                  <a:lnTo>
                    <a:pt x="276758" y="481777"/>
                  </a:lnTo>
                  <a:lnTo>
                    <a:pt x="300425" y="485957"/>
                  </a:lnTo>
                  <a:lnTo>
                    <a:pt x="324093" y="488896"/>
                  </a:lnTo>
                  <a:lnTo>
                    <a:pt x="347760" y="490768"/>
                  </a:lnTo>
                  <a:lnTo>
                    <a:pt x="371427" y="491679"/>
                  </a:lnTo>
                  <a:lnTo>
                    <a:pt x="395095" y="491679"/>
                  </a:lnTo>
                  <a:lnTo>
                    <a:pt x="418762" y="490768"/>
                  </a:lnTo>
                  <a:lnTo>
                    <a:pt x="442429" y="488896"/>
                  </a:lnTo>
                  <a:lnTo>
                    <a:pt x="466108" y="485957"/>
                  </a:lnTo>
                  <a:lnTo>
                    <a:pt x="489775" y="481777"/>
                  </a:lnTo>
                  <a:lnTo>
                    <a:pt x="492557" y="481162"/>
                  </a:lnTo>
                  <a:lnTo>
                    <a:pt x="513443" y="477100"/>
                  </a:lnTo>
                  <a:lnTo>
                    <a:pt x="537110" y="471050"/>
                  </a:lnTo>
                  <a:lnTo>
                    <a:pt x="552892" y="465980"/>
                  </a:lnTo>
                  <a:lnTo>
                    <a:pt x="560778" y="463612"/>
                  </a:lnTo>
                  <a:lnTo>
                    <a:pt x="584445" y="455042"/>
                  </a:lnTo>
                  <a:lnTo>
                    <a:pt x="594296" y="450797"/>
                  </a:lnTo>
                  <a:lnTo>
                    <a:pt x="608112" y="444888"/>
                  </a:lnTo>
                  <a:lnTo>
                    <a:pt x="626419" y="435615"/>
                  </a:lnTo>
                  <a:lnTo>
                    <a:pt x="631791" y="432799"/>
                  </a:lnTo>
                  <a:lnTo>
                    <a:pt x="652633" y="420433"/>
                  </a:lnTo>
                  <a:lnTo>
                    <a:pt x="655458" y="418622"/>
                  </a:lnTo>
                  <a:lnTo>
                    <a:pt x="674736" y="405251"/>
                  </a:lnTo>
                  <a:lnTo>
                    <a:pt x="679126" y="401807"/>
                  </a:lnTo>
                  <a:lnTo>
                    <a:pt x="693579" y="390069"/>
                  </a:lnTo>
                  <a:lnTo>
                    <a:pt x="702793" y="381204"/>
                  </a:lnTo>
                  <a:lnTo>
                    <a:pt x="709405" y="374887"/>
                  </a:lnTo>
                  <a:lnTo>
                    <a:pt x="722775" y="359705"/>
                  </a:lnTo>
                  <a:lnTo>
                    <a:pt x="726461" y="354645"/>
                  </a:lnTo>
                  <a:lnTo>
                    <a:pt x="734368" y="344523"/>
                  </a:lnTo>
                  <a:lnTo>
                    <a:pt x="743795" y="329341"/>
                  </a:lnTo>
                  <a:lnTo>
                    <a:pt x="750128" y="315946"/>
                  </a:lnTo>
                  <a:lnTo>
                    <a:pt x="751088" y="314159"/>
                  </a:lnTo>
                  <a:lnTo>
                    <a:pt x="757611" y="298976"/>
                  </a:lnTo>
                  <a:lnTo>
                    <a:pt x="762191" y="283794"/>
                  </a:lnTo>
                  <a:lnTo>
                    <a:pt x="765106" y="268612"/>
                  </a:lnTo>
                  <a:lnTo>
                    <a:pt x="766524" y="253430"/>
                  </a:lnTo>
                  <a:lnTo>
                    <a:pt x="766524" y="238249"/>
                  </a:lnTo>
                  <a:lnTo>
                    <a:pt x="765106" y="223067"/>
                  </a:lnTo>
                  <a:lnTo>
                    <a:pt x="762191" y="207884"/>
                  </a:lnTo>
                  <a:lnTo>
                    <a:pt x="757611" y="192702"/>
                  </a:lnTo>
                  <a:lnTo>
                    <a:pt x="751088" y="177520"/>
                  </a:lnTo>
                  <a:lnTo>
                    <a:pt x="750128" y="175733"/>
                  </a:lnTo>
                  <a:lnTo>
                    <a:pt x="743795" y="162338"/>
                  </a:lnTo>
                  <a:lnTo>
                    <a:pt x="734368" y="147156"/>
                  </a:lnTo>
                  <a:lnTo>
                    <a:pt x="726461" y="137034"/>
                  </a:lnTo>
                  <a:lnTo>
                    <a:pt x="722775" y="131973"/>
                  </a:lnTo>
                  <a:lnTo>
                    <a:pt x="709405" y="116791"/>
                  </a:lnTo>
                  <a:lnTo>
                    <a:pt x="702793" y="110475"/>
                  </a:lnTo>
                  <a:lnTo>
                    <a:pt x="693579" y="101610"/>
                  </a:lnTo>
                  <a:lnTo>
                    <a:pt x="679126" y="89871"/>
                  </a:lnTo>
                  <a:lnTo>
                    <a:pt x="674736" y="86428"/>
                  </a:lnTo>
                  <a:lnTo>
                    <a:pt x="655458" y="73056"/>
                  </a:lnTo>
                  <a:lnTo>
                    <a:pt x="652633" y="71246"/>
                  </a:lnTo>
                  <a:lnTo>
                    <a:pt x="631791" y="58879"/>
                  </a:lnTo>
                  <a:lnTo>
                    <a:pt x="626419" y="56063"/>
                  </a:lnTo>
                  <a:lnTo>
                    <a:pt x="608112" y="46791"/>
                  </a:lnTo>
                  <a:lnTo>
                    <a:pt x="594296" y="40881"/>
                  </a:lnTo>
                  <a:lnTo>
                    <a:pt x="584445" y="36637"/>
                  </a:lnTo>
                  <a:lnTo>
                    <a:pt x="560778" y="28067"/>
                  </a:lnTo>
                  <a:lnTo>
                    <a:pt x="552892" y="25699"/>
                  </a:lnTo>
                  <a:lnTo>
                    <a:pt x="537110" y="20628"/>
                  </a:lnTo>
                  <a:lnTo>
                    <a:pt x="513443" y="14579"/>
                  </a:lnTo>
                  <a:lnTo>
                    <a:pt x="492557" y="10517"/>
                  </a:lnTo>
                  <a:lnTo>
                    <a:pt x="489775" y="9901"/>
                  </a:lnTo>
                  <a:lnTo>
                    <a:pt x="466108" y="5721"/>
                  </a:lnTo>
                  <a:lnTo>
                    <a:pt x="442429" y="2782"/>
                  </a:lnTo>
                  <a:lnTo>
                    <a:pt x="418762" y="910"/>
                  </a:lnTo>
                  <a:lnTo>
                    <a:pt x="395095" y="0"/>
                  </a:lnTo>
                  <a:lnTo>
                    <a:pt x="371427" y="0"/>
                  </a:lnTo>
                  <a:lnTo>
                    <a:pt x="347760" y="910"/>
                  </a:lnTo>
                  <a:lnTo>
                    <a:pt x="324093" y="2782"/>
                  </a:lnTo>
                  <a:lnTo>
                    <a:pt x="300425" y="5721"/>
                  </a:lnTo>
                  <a:lnTo>
                    <a:pt x="276758" y="9901"/>
                  </a:lnTo>
                  <a:lnTo>
                    <a:pt x="273965" y="10517"/>
                  </a:lnTo>
                  <a:lnTo>
                    <a:pt x="253079" y="14579"/>
                  </a:lnTo>
                  <a:lnTo>
                    <a:pt x="229412" y="20628"/>
                  </a:lnTo>
                  <a:lnTo>
                    <a:pt x="213641" y="25699"/>
                  </a:lnTo>
                  <a:lnTo>
                    <a:pt x="205744" y="28067"/>
                  </a:lnTo>
                  <a:lnTo>
                    <a:pt x="182077" y="36637"/>
                  </a:lnTo>
                  <a:lnTo>
                    <a:pt x="172226" y="40881"/>
                  </a:lnTo>
                  <a:lnTo>
                    <a:pt x="158410" y="46791"/>
                  </a:lnTo>
                  <a:lnTo>
                    <a:pt x="140103" y="56063"/>
                  </a:lnTo>
                  <a:lnTo>
                    <a:pt x="134742" y="58879"/>
                  </a:lnTo>
                  <a:lnTo>
                    <a:pt x="113889" y="71246"/>
                  </a:lnTo>
                  <a:lnTo>
                    <a:pt x="111075" y="73056"/>
                  </a:lnTo>
                  <a:lnTo>
                    <a:pt x="91797" y="86428"/>
                  </a:lnTo>
                  <a:lnTo>
                    <a:pt x="87407" y="89871"/>
                  </a:lnTo>
                  <a:lnTo>
                    <a:pt x="72943" y="101610"/>
                  </a:lnTo>
                  <a:lnTo>
                    <a:pt x="63729" y="110475"/>
                  </a:lnTo>
                  <a:lnTo>
                    <a:pt x="57117" y="116791"/>
                  </a:lnTo>
                  <a:lnTo>
                    <a:pt x="43756" y="131973"/>
                  </a:lnTo>
                  <a:lnTo>
                    <a:pt x="40065" y="137034"/>
                  </a:lnTo>
                  <a:lnTo>
                    <a:pt x="32158" y="147156"/>
                  </a:lnTo>
                  <a:lnTo>
                    <a:pt x="22728" y="162338"/>
                  </a:lnTo>
                  <a:lnTo>
                    <a:pt x="16395" y="175733"/>
                  </a:lnTo>
                  <a:lnTo>
                    <a:pt x="15435" y="177520"/>
                  </a:lnTo>
                  <a:lnTo>
                    <a:pt x="8919" y="192702"/>
                  </a:lnTo>
                  <a:lnTo>
                    <a:pt x="4336" y="207884"/>
                  </a:lnTo>
                  <a:lnTo>
                    <a:pt x="1418" y="223067"/>
                  </a:lnTo>
                  <a:lnTo>
                    <a:pt x="0" y="238249"/>
                  </a:lnTo>
                  <a:lnTo>
                    <a:pt x="0" y="253430"/>
                  </a:lnTo>
                  <a:lnTo>
                    <a:pt x="1418" y="268612"/>
                  </a:lnTo>
                  <a:lnTo>
                    <a:pt x="4336" y="283794"/>
                  </a:lnTo>
                  <a:lnTo>
                    <a:pt x="8919" y="298976"/>
                  </a:lnTo>
                  <a:lnTo>
                    <a:pt x="15435" y="314159"/>
                  </a:lnTo>
                  <a:lnTo>
                    <a:pt x="16395" y="315946"/>
                  </a:lnTo>
                  <a:lnTo>
                    <a:pt x="22728" y="329341"/>
                  </a:lnTo>
                  <a:lnTo>
                    <a:pt x="32158" y="344523"/>
                  </a:lnTo>
                  <a:lnTo>
                    <a:pt x="40065" y="354645"/>
                  </a:lnTo>
                  <a:lnTo>
                    <a:pt x="43756" y="359705"/>
                  </a:lnTo>
                  <a:lnTo>
                    <a:pt x="57117" y="374887"/>
                  </a:lnTo>
                  <a:lnTo>
                    <a:pt x="63729" y="381204"/>
                  </a:lnTo>
                  <a:lnTo>
                    <a:pt x="72943" y="390069"/>
                  </a:lnTo>
                  <a:lnTo>
                    <a:pt x="87407" y="401807"/>
                  </a:lnTo>
                  <a:lnTo>
                    <a:pt x="91797" y="405251"/>
                  </a:lnTo>
                  <a:lnTo>
                    <a:pt x="111075" y="418622"/>
                  </a:lnTo>
                  <a:lnTo>
                    <a:pt x="113889" y="42043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A06F595D-03F0-47AC-724C-9B39C90A93E4}"/>
                </a:ext>
              </a:extLst>
            </p:cNvPr>
            <p:cNvSpPr/>
            <p:nvPr/>
          </p:nvSpPr>
          <p:spPr>
            <a:xfrm>
              <a:off x="1541692" y="3405144"/>
              <a:ext cx="645933" cy="414327"/>
            </a:xfrm>
            <a:custGeom>
              <a:avLst/>
              <a:gdLst>
                <a:gd name="csX0" fmla="*/ 116662 w 645933"/>
                <a:gd name="csY0" fmla="*/ 366575 h 414327"/>
                <a:gd name="csX1" fmla="*/ 121777 w 645933"/>
                <a:gd name="csY1" fmla="*/ 369310 h 414327"/>
                <a:gd name="csX2" fmla="*/ 145444 w 645933"/>
                <a:gd name="csY2" fmla="*/ 380277 h 414327"/>
                <a:gd name="csX3" fmla="*/ 149220 w 645933"/>
                <a:gd name="csY3" fmla="*/ 381758 h 414327"/>
                <a:gd name="csX4" fmla="*/ 169112 w 645933"/>
                <a:gd name="csY4" fmla="*/ 389544 h 414327"/>
                <a:gd name="csX5" fmla="*/ 192779 w 645933"/>
                <a:gd name="csY5" fmla="*/ 396740 h 414327"/>
                <a:gd name="csX6" fmla="*/ 193583 w 645933"/>
                <a:gd name="csY6" fmla="*/ 396940 h 414327"/>
                <a:gd name="csX7" fmla="*/ 216458 w 645933"/>
                <a:gd name="csY7" fmla="*/ 403000 h 414327"/>
                <a:gd name="csX8" fmla="*/ 240125 w 645933"/>
                <a:gd name="csY8" fmla="*/ 407633 h 414327"/>
                <a:gd name="csX9" fmla="*/ 263793 w 645933"/>
                <a:gd name="csY9" fmla="*/ 410892 h 414327"/>
                <a:gd name="csX10" fmla="*/ 277609 w 645933"/>
                <a:gd name="csY10" fmla="*/ 412122 h 414327"/>
                <a:gd name="csX11" fmla="*/ 287460 w 645933"/>
                <a:gd name="csY11" fmla="*/ 413127 h 414327"/>
                <a:gd name="csX12" fmla="*/ 311127 w 645933"/>
                <a:gd name="csY12" fmla="*/ 414328 h 414327"/>
                <a:gd name="csX13" fmla="*/ 334795 w 645933"/>
                <a:gd name="csY13" fmla="*/ 414328 h 414327"/>
                <a:gd name="csX14" fmla="*/ 358462 w 645933"/>
                <a:gd name="csY14" fmla="*/ 413127 h 414327"/>
                <a:gd name="csX15" fmla="*/ 368313 w 645933"/>
                <a:gd name="csY15" fmla="*/ 412122 h 414327"/>
                <a:gd name="csX16" fmla="*/ 382130 w 645933"/>
                <a:gd name="csY16" fmla="*/ 410892 h 414327"/>
                <a:gd name="csX17" fmla="*/ 405808 w 645933"/>
                <a:gd name="csY17" fmla="*/ 407633 h 414327"/>
                <a:gd name="csX18" fmla="*/ 429476 w 645933"/>
                <a:gd name="csY18" fmla="*/ 403000 h 414327"/>
                <a:gd name="csX19" fmla="*/ 452339 w 645933"/>
                <a:gd name="csY19" fmla="*/ 396940 h 414327"/>
                <a:gd name="csX20" fmla="*/ 453143 w 645933"/>
                <a:gd name="csY20" fmla="*/ 396740 h 414327"/>
                <a:gd name="csX21" fmla="*/ 476810 w 645933"/>
                <a:gd name="csY21" fmla="*/ 389544 h 414327"/>
                <a:gd name="csX22" fmla="*/ 496714 w 645933"/>
                <a:gd name="csY22" fmla="*/ 381758 h 414327"/>
                <a:gd name="csX23" fmla="*/ 500478 w 645933"/>
                <a:gd name="csY23" fmla="*/ 380277 h 414327"/>
                <a:gd name="csX24" fmla="*/ 524145 w 645933"/>
                <a:gd name="csY24" fmla="*/ 369310 h 414327"/>
                <a:gd name="csX25" fmla="*/ 529261 w 645933"/>
                <a:gd name="csY25" fmla="*/ 366575 h 414327"/>
                <a:gd name="csX26" fmla="*/ 547812 w 645933"/>
                <a:gd name="csY26" fmla="*/ 355967 h 414327"/>
                <a:gd name="csX27" fmla="*/ 554950 w 645933"/>
                <a:gd name="csY27" fmla="*/ 351393 h 414327"/>
                <a:gd name="csX28" fmla="*/ 571491 w 645933"/>
                <a:gd name="csY28" fmla="*/ 339494 h 414327"/>
                <a:gd name="csX29" fmla="*/ 575746 w 645933"/>
                <a:gd name="csY29" fmla="*/ 336212 h 414327"/>
                <a:gd name="csX30" fmla="*/ 592847 w 645933"/>
                <a:gd name="csY30" fmla="*/ 321030 h 414327"/>
                <a:gd name="csX31" fmla="*/ 595158 w 645933"/>
                <a:gd name="csY31" fmla="*/ 318613 h 414327"/>
                <a:gd name="csX32" fmla="*/ 607288 w 645933"/>
                <a:gd name="csY32" fmla="*/ 305848 h 414327"/>
                <a:gd name="csX33" fmla="*/ 618513 w 645933"/>
                <a:gd name="csY33" fmla="*/ 290666 h 414327"/>
                <a:gd name="csX34" fmla="*/ 618826 w 645933"/>
                <a:gd name="csY34" fmla="*/ 290153 h 414327"/>
                <a:gd name="csX35" fmla="*/ 628275 w 645933"/>
                <a:gd name="csY35" fmla="*/ 275483 h 414327"/>
                <a:gd name="csX36" fmla="*/ 635490 w 645933"/>
                <a:gd name="csY36" fmla="*/ 260301 h 414327"/>
                <a:gd name="csX37" fmla="*/ 640572 w 645933"/>
                <a:gd name="csY37" fmla="*/ 245119 h 414327"/>
                <a:gd name="csX38" fmla="*/ 642493 w 645933"/>
                <a:gd name="csY38" fmla="*/ 236256 h 414327"/>
                <a:gd name="csX39" fmla="*/ 644057 w 645933"/>
                <a:gd name="csY39" fmla="*/ 229937 h 414327"/>
                <a:gd name="csX40" fmla="*/ 645933 w 645933"/>
                <a:gd name="csY40" fmla="*/ 214755 h 414327"/>
                <a:gd name="csX41" fmla="*/ 645933 w 645933"/>
                <a:gd name="csY41" fmla="*/ 199573 h 414327"/>
                <a:gd name="csX42" fmla="*/ 644057 w 645933"/>
                <a:gd name="csY42" fmla="*/ 184391 h 414327"/>
                <a:gd name="csX43" fmla="*/ 642493 w 645933"/>
                <a:gd name="csY43" fmla="*/ 178072 h 414327"/>
                <a:gd name="csX44" fmla="*/ 640572 w 645933"/>
                <a:gd name="csY44" fmla="*/ 169209 h 414327"/>
                <a:gd name="csX45" fmla="*/ 635490 w 645933"/>
                <a:gd name="csY45" fmla="*/ 154027 h 414327"/>
                <a:gd name="csX46" fmla="*/ 628275 w 645933"/>
                <a:gd name="csY46" fmla="*/ 138845 h 414327"/>
                <a:gd name="csX47" fmla="*/ 618826 w 645933"/>
                <a:gd name="csY47" fmla="*/ 124175 h 414327"/>
                <a:gd name="csX48" fmla="*/ 618513 w 645933"/>
                <a:gd name="csY48" fmla="*/ 123662 h 414327"/>
                <a:gd name="csX49" fmla="*/ 607288 w 645933"/>
                <a:gd name="csY49" fmla="*/ 108480 h 414327"/>
                <a:gd name="csX50" fmla="*/ 595158 w 645933"/>
                <a:gd name="csY50" fmla="*/ 95715 h 414327"/>
                <a:gd name="csX51" fmla="*/ 592847 w 645933"/>
                <a:gd name="csY51" fmla="*/ 93298 h 414327"/>
                <a:gd name="csX52" fmla="*/ 575746 w 645933"/>
                <a:gd name="csY52" fmla="*/ 78116 h 414327"/>
                <a:gd name="csX53" fmla="*/ 571491 w 645933"/>
                <a:gd name="csY53" fmla="*/ 74834 h 414327"/>
                <a:gd name="csX54" fmla="*/ 554950 w 645933"/>
                <a:gd name="csY54" fmla="*/ 62935 h 414327"/>
                <a:gd name="csX55" fmla="*/ 547812 w 645933"/>
                <a:gd name="csY55" fmla="*/ 58361 h 414327"/>
                <a:gd name="csX56" fmla="*/ 529261 w 645933"/>
                <a:gd name="csY56" fmla="*/ 47753 h 414327"/>
                <a:gd name="csX57" fmla="*/ 524145 w 645933"/>
                <a:gd name="csY57" fmla="*/ 45018 h 414327"/>
                <a:gd name="csX58" fmla="*/ 500478 w 645933"/>
                <a:gd name="csY58" fmla="*/ 34051 h 414327"/>
                <a:gd name="csX59" fmla="*/ 496714 w 645933"/>
                <a:gd name="csY59" fmla="*/ 32570 h 414327"/>
                <a:gd name="csX60" fmla="*/ 476810 w 645933"/>
                <a:gd name="csY60" fmla="*/ 24784 h 414327"/>
                <a:gd name="csX61" fmla="*/ 453143 w 645933"/>
                <a:gd name="csY61" fmla="*/ 17588 h 414327"/>
                <a:gd name="csX62" fmla="*/ 452339 w 645933"/>
                <a:gd name="csY62" fmla="*/ 17388 h 414327"/>
                <a:gd name="csX63" fmla="*/ 429476 w 645933"/>
                <a:gd name="csY63" fmla="*/ 11328 h 414327"/>
                <a:gd name="csX64" fmla="*/ 405808 w 645933"/>
                <a:gd name="csY64" fmla="*/ 6695 h 414327"/>
                <a:gd name="csX65" fmla="*/ 382130 w 645933"/>
                <a:gd name="csY65" fmla="*/ 3436 h 414327"/>
                <a:gd name="csX66" fmla="*/ 368313 w 645933"/>
                <a:gd name="csY66" fmla="*/ 2206 h 414327"/>
                <a:gd name="csX67" fmla="*/ 358462 w 645933"/>
                <a:gd name="csY67" fmla="*/ 1201 h 414327"/>
                <a:gd name="csX68" fmla="*/ 334795 w 645933"/>
                <a:gd name="csY68" fmla="*/ 0 h 414327"/>
                <a:gd name="csX69" fmla="*/ 311127 w 645933"/>
                <a:gd name="csY69" fmla="*/ 0 h 414327"/>
                <a:gd name="csX70" fmla="*/ 287460 w 645933"/>
                <a:gd name="csY70" fmla="*/ 1201 h 414327"/>
                <a:gd name="csX71" fmla="*/ 277609 w 645933"/>
                <a:gd name="csY71" fmla="*/ 2206 h 414327"/>
                <a:gd name="csX72" fmla="*/ 263793 w 645933"/>
                <a:gd name="csY72" fmla="*/ 3436 h 414327"/>
                <a:gd name="csX73" fmla="*/ 240125 w 645933"/>
                <a:gd name="csY73" fmla="*/ 6695 h 414327"/>
                <a:gd name="csX74" fmla="*/ 216458 w 645933"/>
                <a:gd name="csY74" fmla="*/ 11328 h 414327"/>
                <a:gd name="csX75" fmla="*/ 193583 w 645933"/>
                <a:gd name="csY75" fmla="*/ 17388 h 414327"/>
                <a:gd name="csX76" fmla="*/ 192779 w 645933"/>
                <a:gd name="csY76" fmla="*/ 17588 h 414327"/>
                <a:gd name="csX77" fmla="*/ 169112 w 645933"/>
                <a:gd name="csY77" fmla="*/ 24784 h 414327"/>
                <a:gd name="csX78" fmla="*/ 149220 w 645933"/>
                <a:gd name="csY78" fmla="*/ 32570 h 414327"/>
                <a:gd name="csX79" fmla="*/ 145444 w 645933"/>
                <a:gd name="csY79" fmla="*/ 34051 h 414327"/>
                <a:gd name="csX80" fmla="*/ 121777 w 645933"/>
                <a:gd name="csY80" fmla="*/ 45018 h 414327"/>
                <a:gd name="csX81" fmla="*/ 116662 w 645933"/>
                <a:gd name="csY81" fmla="*/ 47753 h 414327"/>
                <a:gd name="csX82" fmla="*/ 98110 w 645933"/>
                <a:gd name="csY82" fmla="*/ 58361 h 414327"/>
                <a:gd name="csX83" fmla="*/ 90984 w 645933"/>
                <a:gd name="csY83" fmla="*/ 62935 h 414327"/>
                <a:gd name="csX84" fmla="*/ 74442 w 645933"/>
                <a:gd name="csY84" fmla="*/ 74834 h 414327"/>
                <a:gd name="csX85" fmla="*/ 70176 w 645933"/>
                <a:gd name="csY85" fmla="*/ 78116 h 414327"/>
                <a:gd name="csX86" fmla="*/ 53076 w 645933"/>
                <a:gd name="csY86" fmla="*/ 93298 h 414327"/>
                <a:gd name="csX87" fmla="*/ 50775 w 645933"/>
                <a:gd name="csY87" fmla="*/ 95715 h 414327"/>
                <a:gd name="csX88" fmla="*/ 38634 w 645933"/>
                <a:gd name="csY88" fmla="*/ 108480 h 414327"/>
                <a:gd name="csX89" fmla="*/ 27409 w 645933"/>
                <a:gd name="csY89" fmla="*/ 123662 h 414327"/>
                <a:gd name="csX90" fmla="*/ 27108 w 645933"/>
                <a:gd name="csY90" fmla="*/ 124175 h 414327"/>
                <a:gd name="csX91" fmla="*/ 17658 w 645933"/>
                <a:gd name="csY91" fmla="*/ 138845 h 414327"/>
                <a:gd name="csX92" fmla="*/ 10432 w 645933"/>
                <a:gd name="csY92" fmla="*/ 154027 h 414327"/>
                <a:gd name="csX93" fmla="*/ 5350 w 645933"/>
                <a:gd name="csY93" fmla="*/ 169209 h 414327"/>
                <a:gd name="csX94" fmla="*/ 3429 w 645933"/>
                <a:gd name="csY94" fmla="*/ 178072 h 414327"/>
                <a:gd name="csX95" fmla="*/ 1865 w 645933"/>
                <a:gd name="csY95" fmla="*/ 184391 h 414327"/>
                <a:gd name="csX96" fmla="*/ 0 w 645933"/>
                <a:gd name="csY96" fmla="*/ 199573 h 414327"/>
                <a:gd name="csX97" fmla="*/ 0 w 645933"/>
                <a:gd name="csY97" fmla="*/ 214755 h 414327"/>
                <a:gd name="csX98" fmla="*/ 1865 w 645933"/>
                <a:gd name="csY98" fmla="*/ 229937 h 414327"/>
                <a:gd name="csX99" fmla="*/ 3429 w 645933"/>
                <a:gd name="csY99" fmla="*/ 236256 h 414327"/>
                <a:gd name="csX100" fmla="*/ 5350 w 645933"/>
                <a:gd name="csY100" fmla="*/ 245119 h 414327"/>
                <a:gd name="csX101" fmla="*/ 10432 w 645933"/>
                <a:gd name="csY101" fmla="*/ 260301 h 414327"/>
                <a:gd name="csX102" fmla="*/ 17658 w 645933"/>
                <a:gd name="csY102" fmla="*/ 275483 h 414327"/>
                <a:gd name="csX103" fmla="*/ 27108 w 645933"/>
                <a:gd name="csY103" fmla="*/ 290153 h 414327"/>
                <a:gd name="csX104" fmla="*/ 27409 w 645933"/>
                <a:gd name="csY104" fmla="*/ 290666 h 414327"/>
                <a:gd name="csX105" fmla="*/ 38634 w 645933"/>
                <a:gd name="csY105" fmla="*/ 305848 h 414327"/>
                <a:gd name="csX106" fmla="*/ 50775 w 645933"/>
                <a:gd name="csY106" fmla="*/ 318613 h 414327"/>
                <a:gd name="csX107" fmla="*/ 53076 w 645933"/>
                <a:gd name="csY107" fmla="*/ 321030 h 414327"/>
                <a:gd name="csX108" fmla="*/ 70176 w 645933"/>
                <a:gd name="csY108" fmla="*/ 336212 h 414327"/>
                <a:gd name="csX109" fmla="*/ 74442 w 645933"/>
                <a:gd name="csY109" fmla="*/ 339494 h 414327"/>
                <a:gd name="csX110" fmla="*/ 90984 w 645933"/>
                <a:gd name="csY110" fmla="*/ 351393 h 414327"/>
                <a:gd name="csX111" fmla="*/ 98110 w 645933"/>
                <a:gd name="csY111" fmla="*/ 355967 h 414327"/>
                <a:gd name="csX112" fmla="*/ 116662 w 645933"/>
                <a:gd name="csY112" fmla="*/ 366575 h 4143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45933" h="414327">
                  <a:moveTo>
                    <a:pt x="116662" y="366575"/>
                  </a:moveTo>
                  <a:lnTo>
                    <a:pt x="121777" y="369310"/>
                  </a:lnTo>
                  <a:lnTo>
                    <a:pt x="145444" y="380277"/>
                  </a:lnTo>
                  <a:lnTo>
                    <a:pt x="149220" y="381758"/>
                  </a:lnTo>
                  <a:lnTo>
                    <a:pt x="169112" y="389544"/>
                  </a:lnTo>
                  <a:lnTo>
                    <a:pt x="192779" y="396740"/>
                  </a:lnTo>
                  <a:lnTo>
                    <a:pt x="193583" y="396940"/>
                  </a:lnTo>
                  <a:lnTo>
                    <a:pt x="216458" y="403000"/>
                  </a:lnTo>
                  <a:lnTo>
                    <a:pt x="240125" y="407633"/>
                  </a:lnTo>
                  <a:lnTo>
                    <a:pt x="263793" y="410892"/>
                  </a:lnTo>
                  <a:lnTo>
                    <a:pt x="277609" y="412122"/>
                  </a:lnTo>
                  <a:lnTo>
                    <a:pt x="287460" y="413127"/>
                  </a:lnTo>
                  <a:lnTo>
                    <a:pt x="311127" y="414328"/>
                  </a:lnTo>
                  <a:lnTo>
                    <a:pt x="334795" y="414328"/>
                  </a:lnTo>
                  <a:lnTo>
                    <a:pt x="358462" y="413127"/>
                  </a:lnTo>
                  <a:lnTo>
                    <a:pt x="368313" y="412122"/>
                  </a:lnTo>
                  <a:lnTo>
                    <a:pt x="382130" y="410892"/>
                  </a:lnTo>
                  <a:lnTo>
                    <a:pt x="405808" y="407633"/>
                  </a:lnTo>
                  <a:lnTo>
                    <a:pt x="429476" y="403000"/>
                  </a:lnTo>
                  <a:lnTo>
                    <a:pt x="452339" y="396940"/>
                  </a:lnTo>
                  <a:lnTo>
                    <a:pt x="453143" y="396740"/>
                  </a:lnTo>
                  <a:lnTo>
                    <a:pt x="476810" y="389544"/>
                  </a:lnTo>
                  <a:lnTo>
                    <a:pt x="496714" y="381758"/>
                  </a:lnTo>
                  <a:lnTo>
                    <a:pt x="500478" y="380277"/>
                  </a:lnTo>
                  <a:lnTo>
                    <a:pt x="524145" y="369310"/>
                  </a:lnTo>
                  <a:lnTo>
                    <a:pt x="529261" y="366575"/>
                  </a:lnTo>
                  <a:lnTo>
                    <a:pt x="547812" y="355967"/>
                  </a:lnTo>
                  <a:lnTo>
                    <a:pt x="554950" y="351393"/>
                  </a:lnTo>
                  <a:lnTo>
                    <a:pt x="571491" y="339494"/>
                  </a:lnTo>
                  <a:lnTo>
                    <a:pt x="575746" y="336212"/>
                  </a:lnTo>
                  <a:lnTo>
                    <a:pt x="592847" y="321030"/>
                  </a:lnTo>
                  <a:lnTo>
                    <a:pt x="595158" y="318613"/>
                  </a:lnTo>
                  <a:lnTo>
                    <a:pt x="607288" y="305848"/>
                  </a:lnTo>
                  <a:lnTo>
                    <a:pt x="618513" y="290666"/>
                  </a:lnTo>
                  <a:lnTo>
                    <a:pt x="618826" y="290153"/>
                  </a:lnTo>
                  <a:lnTo>
                    <a:pt x="628275" y="275483"/>
                  </a:lnTo>
                  <a:lnTo>
                    <a:pt x="635490" y="260301"/>
                  </a:lnTo>
                  <a:lnTo>
                    <a:pt x="640572" y="245119"/>
                  </a:lnTo>
                  <a:lnTo>
                    <a:pt x="642493" y="236256"/>
                  </a:lnTo>
                  <a:lnTo>
                    <a:pt x="644057" y="229937"/>
                  </a:lnTo>
                  <a:lnTo>
                    <a:pt x="645933" y="214755"/>
                  </a:lnTo>
                  <a:lnTo>
                    <a:pt x="645933" y="199573"/>
                  </a:lnTo>
                  <a:lnTo>
                    <a:pt x="644057" y="184391"/>
                  </a:lnTo>
                  <a:lnTo>
                    <a:pt x="642493" y="178072"/>
                  </a:lnTo>
                  <a:lnTo>
                    <a:pt x="640572" y="169209"/>
                  </a:lnTo>
                  <a:lnTo>
                    <a:pt x="635490" y="154027"/>
                  </a:lnTo>
                  <a:lnTo>
                    <a:pt x="628275" y="138845"/>
                  </a:lnTo>
                  <a:lnTo>
                    <a:pt x="618826" y="124175"/>
                  </a:lnTo>
                  <a:lnTo>
                    <a:pt x="618513" y="123662"/>
                  </a:lnTo>
                  <a:lnTo>
                    <a:pt x="607288" y="108480"/>
                  </a:lnTo>
                  <a:lnTo>
                    <a:pt x="595158" y="95715"/>
                  </a:lnTo>
                  <a:lnTo>
                    <a:pt x="592847" y="93298"/>
                  </a:lnTo>
                  <a:lnTo>
                    <a:pt x="575746" y="78116"/>
                  </a:lnTo>
                  <a:lnTo>
                    <a:pt x="571491" y="74834"/>
                  </a:lnTo>
                  <a:lnTo>
                    <a:pt x="554950" y="62935"/>
                  </a:lnTo>
                  <a:lnTo>
                    <a:pt x="547812" y="58361"/>
                  </a:lnTo>
                  <a:lnTo>
                    <a:pt x="529261" y="47753"/>
                  </a:lnTo>
                  <a:lnTo>
                    <a:pt x="524145" y="45018"/>
                  </a:lnTo>
                  <a:lnTo>
                    <a:pt x="500478" y="34051"/>
                  </a:lnTo>
                  <a:lnTo>
                    <a:pt x="496714" y="32570"/>
                  </a:lnTo>
                  <a:lnTo>
                    <a:pt x="476810" y="24784"/>
                  </a:lnTo>
                  <a:lnTo>
                    <a:pt x="453143" y="17588"/>
                  </a:lnTo>
                  <a:lnTo>
                    <a:pt x="452339" y="17388"/>
                  </a:lnTo>
                  <a:lnTo>
                    <a:pt x="429476" y="11328"/>
                  </a:lnTo>
                  <a:lnTo>
                    <a:pt x="405808" y="6695"/>
                  </a:lnTo>
                  <a:lnTo>
                    <a:pt x="382130" y="3436"/>
                  </a:lnTo>
                  <a:lnTo>
                    <a:pt x="368313" y="2206"/>
                  </a:lnTo>
                  <a:lnTo>
                    <a:pt x="358462" y="1201"/>
                  </a:lnTo>
                  <a:lnTo>
                    <a:pt x="334795" y="0"/>
                  </a:lnTo>
                  <a:lnTo>
                    <a:pt x="311127" y="0"/>
                  </a:lnTo>
                  <a:lnTo>
                    <a:pt x="287460" y="1201"/>
                  </a:lnTo>
                  <a:lnTo>
                    <a:pt x="277609" y="2206"/>
                  </a:lnTo>
                  <a:lnTo>
                    <a:pt x="263793" y="3436"/>
                  </a:lnTo>
                  <a:lnTo>
                    <a:pt x="240125" y="6695"/>
                  </a:lnTo>
                  <a:lnTo>
                    <a:pt x="216458" y="11328"/>
                  </a:lnTo>
                  <a:lnTo>
                    <a:pt x="193583" y="17388"/>
                  </a:lnTo>
                  <a:lnTo>
                    <a:pt x="192779" y="17588"/>
                  </a:lnTo>
                  <a:lnTo>
                    <a:pt x="169112" y="24784"/>
                  </a:lnTo>
                  <a:lnTo>
                    <a:pt x="149220" y="32570"/>
                  </a:lnTo>
                  <a:lnTo>
                    <a:pt x="145444" y="34051"/>
                  </a:lnTo>
                  <a:lnTo>
                    <a:pt x="121777" y="45018"/>
                  </a:lnTo>
                  <a:lnTo>
                    <a:pt x="116662" y="47753"/>
                  </a:lnTo>
                  <a:lnTo>
                    <a:pt x="98110" y="58361"/>
                  </a:lnTo>
                  <a:lnTo>
                    <a:pt x="90984" y="62935"/>
                  </a:lnTo>
                  <a:lnTo>
                    <a:pt x="74442" y="74834"/>
                  </a:lnTo>
                  <a:lnTo>
                    <a:pt x="70176" y="78116"/>
                  </a:lnTo>
                  <a:lnTo>
                    <a:pt x="53076" y="93298"/>
                  </a:lnTo>
                  <a:lnTo>
                    <a:pt x="50775" y="95715"/>
                  </a:lnTo>
                  <a:lnTo>
                    <a:pt x="38634" y="108480"/>
                  </a:lnTo>
                  <a:lnTo>
                    <a:pt x="27409" y="123662"/>
                  </a:lnTo>
                  <a:lnTo>
                    <a:pt x="27108" y="124175"/>
                  </a:lnTo>
                  <a:lnTo>
                    <a:pt x="17658" y="138845"/>
                  </a:lnTo>
                  <a:lnTo>
                    <a:pt x="10432" y="154027"/>
                  </a:lnTo>
                  <a:lnTo>
                    <a:pt x="5350" y="169209"/>
                  </a:lnTo>
                  <a:lnTo>
                    <a:pt x="3429" y="178072"/>
                  </a:lnTo>
                  <a:lnTo>
                    <a:pt x="1865" y="184391"/>
                  </a:lnTo>
                  <a:lnTo>
                    <a:pt x="0" y="199573"/>
                  </a:lnTo>
                  <a:lnTo>
                    <a:pt x="0" y="214755"/>
                  </a:lnTo>
                  <a:lnTo>
                    <a:pt x="1865" y="229937"/>
                  </a:lnTo>
                  <a:lnTo>
                    <a:pt x="3429" y="236256"/>
                  </a:lnTo>
                  <a:lnTo>
                    <a:pt x="5350" y="245119"/>
                  </a:lnTo>
                  <a:lnTo>
                    <a:pt x="10432" y="260301"/>
                  </a:lnTo>
                  <a:lnTo>
                    <a:pt x="17658" y="275483"/>
                  </a:lnTo>
                  <a:lnTo>
                    <a:pt x="27108" y="290153"/>
                  </a:lnTo>
                  <a:lnTo>
                    <a:pt x="27409" y="290666"/>
                  </a:lnTo>
                  <a:lnTo>
                    <a:pt x="38634" y="305848"/>
                  </a:lnTo>
                  <a:lnTo>
                    <a:pt x="50775" y="318613"/>
                  </a:lnTo>
                  <a:lnTo>
                    <a:pt x="53076" y="321030"/>
                  </a:lnTo>
                  <a:lnTo>
                    <a:pt x="70176" y="336212"/>
                  </a:lnTo>
                  <a:lnTo>
                    <a:pt x="74442" y="339494"/>
                  </a:lnTo>
                  <a:lnTo>
                    <a:pt x="90984" y="351393"/>
                  </a:lnTo>
                  <a:lnTo>
                    <a:pt x="98110" y="355967"/>
                  </a:lnTo>
                  <a:lnTo>
                    <a:pt x="116662" y="36657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5C1843E7-06C2-21D9-8A64-13615E964216}"/>
                </a:ext>
              </a:extLst>
            </p:cNvPr>
            <p:cNvSpPr/>
            <p:nvPr/>
          </p:nvSpPr>
          <p:spPr>
            <a:xfrm>
              <a:off x="1582471" y="3431306"/>
              <a:ext cx="564365" cy="362002"/>
            </a:xfrm>
            <a:custGeom>
              <a:avLst/>
              <a:gdLst>
                <a:gd name="csX0" fmla="*/ 111959 w 564365"/>
                <a:gd name="csY0" fmla="*/ 325231 h 362002"/>
                <a:gd name="csX1" fmla="*/ 128333 w 564365"/>
                <a:gd name="csY1" fmla="*/ 332784 h 362002"/>
                <a:gd name="csX2" fmla="*/ 148918 w 564365"/>
                <a:gd name="csY2" fmla="*/ 340413 h 362002"/>
                <a:gd name="csX3" fmla="*/ 152001 w 564365"/>
                <a:gd name="csY3" fmla="*/ 341542 h 362002"/>
                <a:gd name="csX4" fmla="*/ 175679 w 564365"/>
                <a:gd name="csY4" fmla="*/ 348725 h 362002"/>
                <a:gd name="csX5" fmla="*/ 199347 w 564365"/>
                <a:gd name="csY5" fmla="*/ 354016 h 362002"/>
                <a:gd name="csX6" fmla="*/ 209075 w 564365"/>
                <a:gd name="csY6" fmla="*/ 355595 h 362002"/>
                <a:gd name="csX7" fmla="*/ 223014 w 564365"/>
                <a:gd name="csY7" fmla="*/ 358018 h 362002"/>
                <a:gd name="csX8" fmla="*/ 246681 w 564365"/>
                <a:gd name="csY8" fmla="*/ 360698 h 362002"/>
                <a:gd name="csX9" fmla="*/ 270349 w 564365"/>
                <a:gd name="csY9" fmla="*/ 362003 h 362002"/>
                <a:gd name="csX10" fmla="*/ 294016 w 564365"/>
                <a:gd name="csY10" fmla="*/ 362003 h 362002"/>
                <a:gd name="csX11" fmla="*/ 317684 w 564365"/>
                <a:gd name="csY11" fmla="*/ 360698 h 362002"/>
                <a:gd name="csX12" fmla="*/ 341351 w 564365"/>
                <a:gd name="csY12" fmla="*/ 358018 h 362002"/>
                <a:gd name="csX13" fmla="*/ 355290 w 564365"/>
                <a:gd name="csY13" fmla="*/ 355595 h 362002"/>
                <a:gd name="csX14" fmla="*/ 365030 w 564365"/>
                <a:gd name="csY14" fmla="*/ 354016 h 362002"/>
                <a:gd name="csX15" fmla="*/ 388697 w 564365"/>
                <a:gd name="csY15" fmla="*/ 348725 h 362002"/>
                <a:gd name="csX16" fmla="*/ 412364 w 564365"/>
                <a:gd name="csY16" fmla="*/ 341542 h 362002"/>
                <a:gd name="csX17" fmla="*/ 415447 w 564365"/>
                <a:gd name="csY17" fmla="*/ 340413 h 362002"/>
                <a:gd name="csX18" fmla="*/ 436032 w 564365"/>
                <a:gd name="csY18" fmla="*/ 332784 h 362002"/>
                <a:gd name="csX19" fmla="*/ 452406 w 564365"/>
                <a:gd name="csY19" fmla="*/ 325231 h 362002"/>
                <a:gd name="csX20" fmla="*/ 459699 w 564365"/>
                <a:gd name="csY20" fmla="*/ 321661 h 362002"/>
                <a:gd name="csX21" fmla="*/ 479882 w 564365"/>
                <a:gd name="csY21" fmla="*/ 310050 h 362002"/>
                <a:gd name="csX22" fmla="*/ 483367 w 564365"/>
                <a:gd name="csY22" fmla="*/ 307813 h 362002"/>
                <a:gd name="csX23" fmla="*/ 501472 w 564365"/>
                <a:gd name="csY23" fmla="*/ 294867 h 362002"/>
                <a:gd name="csX24" fmla="*/ 507034 w 564365"/>
                <a:gd name="csY24" fmla="*/ 290190 h 362002"/>
                <a:gd name="csX25" fmla="*/ 518817 w 564365"/>
                <a:gd name="csY25" fmla="*/ 279685 h 362002"/>
                <a:gd name="csX26" fmla="*/ 530713 w 564365"/>
                <a:gd name="csY26" fmla="*/ 266482 h 362002"/>
                <a:gd name="csX27" fmla="*/ 532466 w 564365"/>
                <a:gd name="csY27" fmla="*/ 264503 h 362002"/>
                <a:gd name="csX28" fmla="*/ 543669 w 564365"/>
                <a:gd name="csY28" fmla="*/ 249321 h 362002"/>
                <a:gd name="csX29" fmla="*/ 551912 w 564365"/>
                <a:gd name="csY29" fmla="*/ 234139 h 362002"/>
                <a:gd name="csX30" fmla="*/ 554380 w 564365"/>
                <a:gd name="csY30" fmla="*/ 227894 h 362002"/>
                <a:gd name="csX31" fmla="*/ 558155 w 564365"/>
                <a:gd name="csY31" fmla="*/ 218956 h 362002"/>
                <a:gd name="csX32" fmla="*/ 562332 w 564365"/>
                <a:gd name="csY32" fmla="*/ 203774 h 362002"/>
                <a:gd name="csX33" fmla="*/ 564365 w 564365"/>
                <a:gd name="csY33" fmla="*/ 188592 h 362002"/>
                <a:gd name="csX34" fmla="*/ 564365 w 564365"/>
                <a:gd name="csY34" fmla="*/ 173411 h 362002"/>
                <a:gd name="csX35" fmla="*/ 562332 w 564365"/>
                <a:gd name="csY35" fmla="*/ 158229 h 362002"/>
                <a:gd name="csX36" fmla="*/ 558155 w 564365"/>
                <a:gd name="csY36" fmla="*/ 143046 h 362002"/>
                <a:gd name="csX37" fmla="*/ 554380 w 564365"/>
                <a:gd name="csY37" fmla="*/ 134109 h 362002"/>
                <a:gd name="csX38" fmla="*/ 551912 w 564365"/>
                <a:gd name="csY38" fmla="*/ 127864 h 362002"/>
                <a:gd name="csX39" fmla="*/ 543669 w 564365"/>
                <a:gd name="csY39" fmla="*/ 112682 h 362002"/>
                <a:gd name="csX40" fmla="*/ 532466 w 564365"/>
                <a:gd name="csY40" fmla="*/ 97500 h 362002"/>
                <a:gd name="csX41" fmla="*/ 530713 w 564365"/>
                <a:gd name="csY41" fmla="*/ 95520 h 362002"/>
                <a:gd name="csX42" fmla="*/ 518817 w 564365"/>
                <a:gd name="csY42" fmla="*/ 82318 h 362002"/>
                <a:gd name="csX43" fmla="*/ 507034 w 564365"/>
                <a:gd name="csY43" fmla="*/ 71813 h 362002"/>
                <a:gd name="csX44" fmla="*/ 501472 w 564365"/>
                <a:gd name="csY44" fmla="*/ 67135 h 362002"/>
                <a:gd name="csX45" fmla="*/ 483367 w 564365"/>
                <a:gd name="csY45" fmla="*/ 54188 h 362002"/>
                <a:gd name="csX46" fmla="*/ 479882 w 564365"/>
                <a:gd name="csY46" fmla="*/ 51953 h 362002"/>
                <a:gd name="csX47" fmla="*/ 459699 w 564365"/>
                <a:gd name="csY47" fmla="*/ 40342 h 362002"/>
                <a:gd name="csX48" fmla="*/ 452406 w 564365"/>
                <a:gd name="csY48" fmla="*/ 36772 h 362002"/>
                <a:gd name="csX49" fmla="*/ 436032 w 564365"/>
                <a:gd name="csY49" fmla="*/ 29218 h 362002"/>
                <a:gd name="csX50" fmla="*/ 415447 w 564365"/>
                <a:gd name="csY50" fmla="*/ 21590 h 362002"/>
                <a:gd name="csX51" fmla="*/ 412364 w 564365"/>
                <a:gd name="csY51" fmla="*/ 20461 h 362002"/>
                <a:gd name="csX52" fmla="*/ 388697 w 564365"/>
                <a:gd name="csY52" fmla="*/ 13278 h 362002"/>
                <a:gd name="csX53" fmla="*/ 365030 w 564365"/>
                <a:gd name="csY53" fmla="*/ 7987 h 362002"/>
                <a:gd name="csX54" fmla="*/ 355290 w 564365"/>
                <a:gd name="csY54" fmla="*/ 6408 h 362002"/>
                <a:gd name="csX55" fmla="*/ 341351 w 564365"/>
                <a:gd name="csY55" fmla="*/ 3985 h 362002"/>
                <a:gd name="csX56" fmla="*/ 317684 w 564365"/>
                <a:gd name="csY56" fmla="*/ 1305 h 362002"/>
                <a:gd name="csX57" fmla="*/ 294016 w 564365"/>
                <a:gd name="csY57" fmla="*/ 0 h 362002"/>
                <a:gd name="csX58" fmla="*/ 270349 w 564365"/>
                <a:gd name="csY58" fmla="*/ 0 h 362002"/>
                <a:gd name="csX59" fmla="*/ 246681 w 564365"/>
                <a:gd name="csY59" fmla="*/ 1305 h 362002"/>
                <a:gd name="csX60" fmla="*/ 223014 w 564365"/>
                <a:gd name="csY60" fmla="*/ 3985 h 362002"/>
                <a:gd name="csX61" fmla="*/ 209075 w 564365"/>
                <a:gd name="csY61" fmla="*/ 6408 h 362002"/>
                <a:gd name="csX62" fmla="*/ 199347 w 564365"/>
                <a:gd name="csY62" fmla="*/ 7987 h 362002"/>
                <a:gd name="csX63" fmla="*/ 175679 w 564365"/>
                <a:gd name="csY63" fmla="*/ 13278 h 362002"/>
                <a:gd name="csX64" fmla="*/ 152001 w 564365"/>
                <a:gd name="csY64" fmla="*/ 20461 h 362002"/>
                <a:gd name="csX65" fmla="*/ 148918 w 564365"/>
                <a:gd name="csY65" fmla="*/ 21590 h 362002"/>
                <a:gd name="csX66" fmla="*/ 128333 w 564365"/>
                <a:gd name="csY66" fmla="*/ 29218 h 362002"/>
                <a:gd name="csX67" fmla="*/ 111959 w 564365"/>
                <a:gd name="csY67" fmla="*/ 36772 h 362002"/>
                <a:gd name="csX68" fmla="*/ 104666 w 564365"/>
                <a:gd name="csY68" fmla="*/ 40342 h 362002"/>
                <a:gd name="csX69" fmla="*/ 84483 w 564365"/>
                <a:gd name="csY69" fmla="*/ 51953 h 362002"/>
                <a:gd name="csX70" fmla="*/ 80999 w 564365"/>
                <a:gd name="csY70" fmla="*/ 54188 h 362002"/>
                <a:gd name="csX71" fmla="*/ 62893 w 564365"/>
                <a:gd name="csY71" fmla="*/ 67135 h 362002"/>
                <a:gd name="csX72" fmla="*/ 57331 w 564365"/>
                <a:gd name="csY72" fmla="*/ 71813 h 362002"/>
                <a:gd name="csX73" fmla="*/ 45559 w 564365"/>
                <a:gd name="csY73" fmla="*/ 82318 h 362002"/>
                <a:gd name="csX74" fmla="*/ 33664 w 564365"/>
                <a:gd name="csY74" fmla="*/ 95520 h 362002"/>
                <a:gd name="csX75" fmla="*/ 31899 w 564365"/>
                <a:gd name="csY75" fmla="*/ 97500 h 362002"/>
                <a:gd name="csX76" fmla="*/ 20708 w 564365"/>
                <a:gd name="csY76" fmla="*/ 112682 h 362002"/>
                <a:gd name="csX77" fmla="*/ 12454 w 564365"/>
                <a:gd name="csY77" fmla="*/ 127864 h 362002"/>
                <a:gd name="csX78" fmla="*/ 9996 w 564365"/>
                <a:gd name="csY78" fmla="*/ 134109 h 362002"/>
                <a:gd name="csX79" fmla="*/ 6221 w 564365"/>
                <a:gd name="csY79" fmla="*/ 143046 h 362002"/>
                <a:gd name="csX80" fmla="*/ 2033 w 564365"/>
                <a:gd name="csY80" fmla="*/ 158229 h 362002"/>
                <a:gd name="csX81" fmla="*/ 0 w 564365"/>
                <a:gd name="csY81" fmla="*/ 173411 h 362002"/>
                <a:gd name="csX82" fmla="*/ 0 w 564365"/>
                <a:gd name="csY82" fmla="*/ 188592 h 362002"/>
                <a:gd name="csX83" fmla="*/ 2033 w 564365"/>
                <a:gd name="csY83" fmla="*/ 203774 h 362002"/>
                <a:gd name="csX84" fmla="*/ 6221 w 564365"/>
                <a:gd name="csY84" fmla="*/ 218956 h 362002"/>
                <a:gd name="csX85" fmla="*/ 9996 w 564365"/>
                <a:gd name="csY85" fmla="*/ 227894 h 362002"/>
                <a:gd name="csX86" fmla="*/ 12454 w 564365"/>
                <a:gd name="csY86" fmla="*/ 234139 h 362002"/>
                <a:gd name="csX87" fmla="*/ 20708 w 564365"/>
                <a:gd name="csY87" fmla="*/ 249321 h 362002"/>
                <a:gd name="csX88" fmla="*/ 31899 w 564365"/>
                <a:gd name="csY88" fmla="*/ 264503 h 362002"/>
                <a:gd name="csX89" fmla="*/ 33664 w 564365"/>
                <a:gd name="csY89" fmla="*/ 266482 h 362002"/>
                <a:gd name="csX90" fmla="*/ 45559 w 564365"/>
                <a:gd name="csY90" fmla="*/ 279685 h 362002"/>
                <a:gd name="csX91" fmla="*/ 57331 w 564365"/>
                <a:gd name="csY91" fmla="*/ 290190 h 362002"/>
                <a:gd name="csX92" fmla="*/ 62893 w 564365"/>
                <a:gd name="csY92" fmla="*/ 294867 h 362002"/>
                <a:gd name="csX93" fmla="*/ 80999 w 564365"/>
                <a:gd name="csY93" fmla="*/ 307813 h 362002"/>
                <a:gd name="csX94" fmla="*/ 84483 w 564365"/>
                <a:gd name="csY94" fmla="*/ 310050 h 362002"/>
                <a:gd name="csX95" fmla="*/ 104666 w 564365"/>
                <a:gd name="csY95" fmla="*/ 321661 h 362002"/>
                <a:gd name="csX96" fmla="*/ 111959 w 564365"/>
                <a:gd name="csY96" fmla="*/ 325231 h 362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64365" h="362002">
                  <a:moveTo>
                    <a:pt x="111959" y="325231"/>
                  </a:moveTo>
                  <a:lnTo>
                    <a:pt x="128333" y="332784"/>
                  </a:lnTo>
                  <a:lnTo>
                    <a:pt x="148918" y="340413"/>
                  </a:lnTo>
                  <a:lnTo>
                    <a:pt x="152001" y="341542"/>
                  </a:lnTo>
                  <a:lnTo>
                    <a:pt x="175679" y="348725"/>
                  </a:lnTo>
                  <a:lnTo>
                    <a:pt x="199347" y="354016"/>
                  </a:lnTo>
                  <a:lnTo>
                    <a:pt x="209075" y="355595"/>
                  </a:lnTo>
                  <a:lnTo>
                    <a:pt x="223014" y="358018"/>
                  </a:lnTo>
                  <a:lnTo>
                    <a:pt x="246681" y="360698"/>
                  </a:lnTo>
                  <a:lnTo>
                    <a:pt x="270349" y="362003"/>
                  </a:lnTo>
                  <a:lnTo>
                    <a:pt x="294016" y="362003"/>
                  </a:lnTo>
                  <a:lnTo>
                    <a:pt x="317684" y="360698"/>
                  </a:lnTo>
                  <a:lnTo>
                    <a:pt x="341351" y="358018"/>
                  </a:lnTo>
                  <a:lnTo>
                    <a:pt x="355290" y="355595"/>
                  </a:lnTo>
                  <a:lnTo>
                    <a:pt x="365030" y="354016"/>
                  </a:lnTo>
                  <a:lnTo>
                    <a:pt x="388697" y="348725"/>
                  </a:lnTo>
                  <a:lnTo>
                    <a:pt x="412364" y="341542"/>
                  </a:lnTo>
                  <a:lnTo>
                    <a:pt x="415447" y="340413"/>
                  </a:lnTo>
                  <a:lnTo>
                    <a:pt x="436032" y="332784"/>
                  </a:lnTo>
                  <a:lnTo>
                    <a:pt x="452406" y="325231"/>
                  </a:lnTo>
                  <a:lnTo>
                    <a:pt x="459699" y="321661"/>
                  </a:lnTo>
                  <a:lnTo>
                    <a:pt x="479882" y="310050"/>
                  </a:lnTo>
                  <a:lnTo>
                    <a:pt x="483367" y="307813"/>
                  </a:lnTo>
                  <a:lnTo>
                    <a:pt x="501472" y="294867"/>
                  </a:lnTo>
                  <a:lnTo>
                    <a:pt x="507034" y="290190"/>
                  </a:lnTo>
                  <a:lnTo>
                    <a:pt x="518817" y="279685"/>
                  </a:lnTo>
                  <a:lnTo>
                    <a:pt x="530713" y="266482"/>
                  </a:lnTo>
                  <a:lnTo>
                    <a:pt x="532466" y="264503"/>
                  </a:lnTo>
                  <a:lnTo>
                    <a:pt x="543669" y="249321"/>
                  </a:lnTo>
                  <a:lnTo>
                    <a:pt x="551912" y="234139"/>
                  </a:lnTo>
                  <a:lnTo>
                    <a:pt x="554380" y="227894"/>
                  </a:lnTo>
                  <a:lnTo>
                    <a:pt x="558155" y="218956"/>
                  </a:lnTo>
                  <a:lnTo>
                    <a:pt x="562332" y="203774"/>
                  </a:lnTo>
                  <a:lnTo>
                    <a:pt x="564365" y="188592"/>
                  </a:lnTo>
                  <a:lnTo>
                    <a:pt x="564365" y="173411"/>
                  </a:lnTo>
                  <a:lnTo>
                    <a:pt x="562332" y="158229"/>
                  </a:lnTo>
                  <a:lnTo>
                    <a:pt x="558155" y="143046"/>
                  </a:lnTo>
                  <a:lnTo>
                    <a:pt x="554380" y="134109"/>
                  </a:lnTo>
                  <a:lnTo>
                    <a:pt x="551912" y="127864"/>
                  </a:lnTo>
                  <a:lnTo>
                    <a:pt x="543669" y="112682"/>
                  </a:lnTo>
                  <a:lnTo>
                    <a:pt x="532466" y="97500"/>
                  </a:lnTo>
                  <a:lnTo>
                    <a:pt x="530713" y="95520"/>
                  </a:lnTo>
                  <a:lnTo>
                    <a:pt x="518817" y="82318"/>
                  </a:lnTo>
                  <a:lnTo>
                    <a:pt x="507034" y="71813"/>
                  </a:lnTo>
                  <a:lnTo>
                    <a:pt x="501472" y="67135"/>
                  </a:lnTo>
                  <a:lnTo>
                    <a:pt x="483367" y="54188"/>
                  </a:lnTo>
                  <a:lnTo>
                    <a:pt x="479882" y="51953"/>
                  </a:lnTo>
                  <a:lnTo>
                    <a:pt x="459699" y="40342"/>
                  </a:lnTo>
                  <a:lnTo>
                    <a:pt x="452406" y="36772"/>
                  </a:lnTo>
                  <a:lnTo>
                    <a:pt x="436032" y="29218"/>
                  </a:lnTo>
                  <a:lnTo>
                    <a:pt x="415447" y="21590"/>
                  </a:lnTo>
                  <a:lnTo>
                    <a:pt x="412364" y="20461"/>
                  </a:lnTo>
                  <a:lnTo>
                    <a:pt x="388697" y="13278"/>
                  </a:lnTo>
                  <a:lnTo>
                    <a:pt x="365030" y="7987"/>
                  </a:lnTo>
                  <a:lnTo>
                    <a:pt x="355290" y="6408"/>
                  </a:lnTo>
                  <a:lnTo>
                    <a:pt x="341351" y="3985"/>
                  </a:lnTo>
                  <a:lnTo>
                    <a:pt x="317684" y="1305"/>
                  </a:lnTo>
                  <a:lnTo>
                    <a:pt x="294016" y="0"/>
                  </a:lnTo>
                  <a:lnTo>
                    <a:pt x="270349" y="0"/>
                  </a:lnTo>
                  <a:lnTo>
                    <a:pt x="246681" y="1305"/>
                  </a:lnTo>
                  <a:lnTo>
                    <a:pt x="223014" y="3985"/>
                  </a:lnTo>
                  <a:lnTo>
                    <a:pt x="209075" y="6408"/>
                  </a:lnTo>
                  <a:lnTo>
                    <a:pt x="199347" y="7987"/>
                  </a:lnTo>
                  <a:lnTo>
                    <a:pt x="175679" y="13278"/>
                  </a:lnTo>
                  <a:lnTo>
                    <a:pt x="152001" y="20461"/>
                  </a:lnTo>
                  <a:lnTo>
                    <a:pt x="148918" y="21590"/>
                  </a:lnTo>
                  <a:lnTo>
                    <a:pt x="128333" y="29218"/>
                  </a:lnTo>
                  <a:lnTo>
                    <a:pt x="111959" y="36772"/>
                  </a:lnTo>
                  <a:lnTo>
                    <a:pt x="104666" y="40342"/>
                  </a:lnTo>
                  <a:lnTo>
                    <a:pt x="84483" y="51953"/>
                  </a:lnTo>
                  <a:lnTo>
                    <a:pt x="80999" y="54188"/>
                  </a:lnTo>
                  <a:lnTo>
                    <a:pt x="62893" y="67135"/>
                  </a:lnTo>
                  <a:lnTo>
                    <a:pt x="57331" y="71813"/>
                  </a:lnTo>
                  <a:lnTo>
                    <a:pt x="45559" y="82318"/>
                  </a:lnTo>
                  <a:lnTo>
                    <a:pt x="33664" y="95520"/>
                  </a:lnTo>
                  <a:lnTo>
                    <a:pt x="31899" y="97500"/>
                  </a:lnTo>
                  <a:lnTo>
                    <a:pt x="20708" y="112682"/>
                  </a:lnTo>
                  <a:lnTo>
                    <a:pt x="12454" y="127864"/>
                  </a:lnTo>
                  <a:lnTo>
                    <a:pt x="9996" y="134109"/>
                  </a:lnTo>
                  <a:lnTo>
                    <a:pt x="6221" y="143046"/>
                  </a:lnTo>
                  <a:lnTo>
                    <a:pt x="2033" y="158229"/>
                  </a:lnTo>
                  <a:lnTo>
                    <a:pt x="0" y="173411"/>
                  </a:lnTo>
                  <a:lnTo>
                    <a:pt x="0" y="188592"/>
                  </a:lnTo>
                  <a:lnTo>
                    <a:pt x="2033" y="203774"/>
                  </a:lnTo>
                  <a:lnTo>
                    <a:pt x="6221" y="218956"/>
                  </a:lnTo>
                  <a:lnTo>
                    <a:pt x="9996" y="227894"/>
                  </a:lnTo>
                  <a:lnTo>
                    <a:pt x="12454" y="234139"/>
                  </a:lnTo>
                  <a:lnTo>
                    <a:pt x="20708" y="249321"/>
                  </a:lnTo>
                  <a:lnTo>
                    <a:pt x="31899" y="264503"/>
                  </a:lnTo>
                  <a:lnTo>
                    <a:pt x="33664" y="266482"/>
                  </a:lnTo>
                  <a:lnTo>
                    <a:pt x="45559" y="279685"/>
                  </a:lnTo>
                  <a:lnTo>
                    <a:pt x="57331" y="290190"/>
                  </a:lnTo>
                  <a:lnTo>
                    <a:pt x="62893" y="294867"/>
                  </a:lnTo>
                  <a:lnTo>
                    <a:pt x="80999" y="307813"/>
                  </a:lnTo>
                  <a:lnTo>
                    <a:pt x="84483" y="310050"/>
                  </a:lnTo>
                  <a:lnTo>
                    <a:pt x="104666" y="321661"/>
                  </a:lnTo>
                  <a:lnTo>
                    <a:pt x="111959" y="32523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32CBE318-B693-766C-4346-EA7907FEAAB5}"/>
                </a:ext>
              </a:extLst>
            </p:cNvPr>
            <p:cNvSpPr/>
            <p:nvPr/>
          </p:nvSpPr>
          <p:spPr>
            <a:xfrm>
              <a:off x="1615933" y="3452771"/>
              <a:ext cx="497439" cy="319073"/>
            </a:xfrm>
            <a:custGeom>
              <a:avLst/>
              <a:gdLst>
                <a:gd name="csX0" fmla="*/ 102164 w 497439"/>
                <a:gd name="csY0" fmla="*/ 288585 h 319073"/>
                <a:gd name="csX1" fmla="*/ 118538 w 497439"/>
                <a:gd name="csY1" fmla="*/ 295781 h 319073"/>
                <a:gd name="csX2" fmla="*/ 141803 w 497439"/>
                <a:gd name="csY2" fmla="*/ 303766 h 319073"/>
                <a:gd name="csX3" fmla="*/ 142217 w 497439"/>
                <a:gd name="csY3" fmla="*/ 303902 h 319073"/>
                <a:gd name="csX4" fmla="*/ 165884 w 497439"/>
                <a:gd name="csY4" fmla="*/ 310302 h 319073"/>
                <a:gd name="csX5" fmla="*/ 189551 w 497439"/>
                <a:gd name="csY5" fmla="*/ 314802 h 319073"/>
                <a:gd name="csX6" fmla="*/ 213219 w 497439"/>
                <a:gd name="csY6" fmla="*/ 317667 h 319073"/>
                <a:gd name="csX7" fmla="*/ 234943 w 497439"/>
                <a:gd name="csY7" fmla="*/ 318948 h 319073"/>
                <a:gd name="csX8" fmla="*/ 236886 w 497439"/>
                <a:gd name="csY8" fmla="*/ 319073 h 319073"/>
                <a:gd name="csX9" fmla="*/ 260554 w 497439"/>
                <a:gd name="csY9" fmla="*/ 319073 h 319073"/>
                <a:gd name="csX10" fmla="*/ 262508 w 497439"/>
                <a:gd name="csY10" fmla="*/ 318948 h 319073"/>
                <a:gd name="csX11" fmla="*/ 284221 w 497439"/>
                <a:gd name="csY11" fmla="*/ 317667 h 319073"/>
                <a:gd name="csX12" fmla="*/ 307888 w 497439"/>
                <a:gd name="csY12" fmla="*/ 314802 h 319073"/>
                <a:gd name="csX13" fmla="*/ 331567 w 497439"/>
                <a:gd name="csY13" fmla="*/ 310302 h 319073"/>
                <a:gd name="csX14" fmla="*/ 355234 w 497439"/>
                <a:gd name="csY14" fmla="*/ 303902 h 319073"/>
                <a:gd name="csX15" fmla="*/ 355636 w 497439"/>
                <a:gd name="csY15" fmla="*/ 303766 h 319073"/>
                <a:gd name="csX16" fmla="*/ 378902 w 497439"/>
                <a:gd name="csY16" fmla="*/ 295781 h 319073"/>
                <a:gd name="csX17" fmla="*/ 395287 w 497439"/>
                <a:gd name="csY17" fmla="*/ 288585 h 319073"/>
                <a:gd name="csX18" fmla="*/ 402569 w 497439"/>
                <a:gd name="csY18" fmla="*/ 285145 h 319073"/>
                <a:gd name="csX19" fmla="*/ 423299 w 497439"/>
                <a:gd name="csY19" fmla="*/ 273402 h 319073"/>
                <a:gd name="csX20" fmla="*/ 426236 w 497439"/>
                <a:gd name="csY20" fmla="*/ 271519 h 319073"/>
                <a:gd name="csX21" fmla="*/ 444543 w 497439"/>
                <a:gd name="csY21" fmla="*/ 258220 h 319073"/>
                <a:gd name="csX22" fmla="*/ 449904 w 497439"/>
                <a:gd name="csY22" fmla="*/ 253547 h 319073"/>
                <a:gd name="csX23" fmla="*/ 461129 w 497439"/>
                <a:gd name="csY23" fmla="*/ 243038 h 319073"/>
                <a:gd name="csX24" fmla="*/ 473571 w 497439"/>
                <a:gd name="csY24" fmla="*/ 228115 h 319073"/>
                <a:gd name="csX25" fmla="*/ 473784 w 497439"/>
                <a:gd name="csY25" fmla="*/ 227856 h 319073"/>
                <a:gd name="csX26" fmla="*/ 483769 w 497439"/>
                <a:gd name="csY26" fmla="*/ 212674 h 319073"/>
                <a:gd name="csX27" fmla="*/ 490783 w 497439"/>
                <a:gd name="csY27" fmla="*/ 197491 h 319073"/>
                <a:gd name="csX28" fmla="*/ 495251 w 497439"/>
                <a:gd name="csY28" fmla="*/ 182309 h 319073"/>
                <a:gd name="csX29" fmla="*/ 497250 w 497439"/>
                <a:gd name="csY29" fmla="*/ 168378 h 319073"/>
                <a:gd name="csX30" fmla="*/ 497440 w 497439"/>
                <a:gd name="csY30" fmla="*/ 167127 h 319073"/>
                <a:gd name="csX31" fmla="*/ 497440 w 497439"/>
                <a:gd name="csY31" fmla="*/ 151946 h 319073"/>
                <a:gd name="csX32" fmla="*/ 497250 w 497439"/>
                <a:gd name="csY32" fmla="*/ 150695 h 319073"/>
                <a:gd name="csX33" fmla="*/ 495251 w 497439"/>
                <a:gd name="csY33" fmla="*/ 136764 h 319073"/>
                <a:gd name="csX34" fmla="*/ 490783 w 497439"/>
                <a:gd name="csY34" fmla="*/ 121582 h 319073"/>
                <a:gd name="csX35" fmla="*/ 483769 w 497439"/>
                <a:gd name="csY35" fmla="*/ 106399 h 319073"/>
                <a:gd name="csX36" fmla="*/ 473784 w 497439"/>
                <a:gd name="csY36" fmla="*/ 91217 h 319073"/>
                <a:gd name="csX37" fmla="*/ 473571 w 497439"/>
                <a:gd name="csY37" fmla="*/ 90958 h 319073"/>
                <a:gd name="csX38" fmla="*/ 461129 w 497439"/>
                <a:gd name="csY38" fmla="*/ 76035 h 319073"/>
                <a:gd name="csX39" fmla="*/ 449904 w 497439"/>
                <a:gd name="csY39" fmla="*/ 65526 h 319073"/>
                <a:gd name="csX40" fmla="*/ 444543 w 497439"/>
                <a:gd name="csY40" fmla="*/ 60853 h 319073"/>
                <a:gd name="csX41" fmla="*/ 426236 w 497439"/>
                <a:gd name="csY41" fmla="*/ 47554 h 319073"/>
                <a:gd name="csX42" fmla="*/ 423299 w 497439"/>
                <a:gd name="csY42" fmla="*/ 45671 h 319073"/>
                <a:gd name="csX43" fmla="*/ 402569 w 497439"/>
                <a:gd name="csY43" fmla="*/ 33928 h 319073"/>
                <a:gd name="csX44" fmla="*/ 395287 w 497439"/>
                <a:gd name="csY44" fmla="*/ 30488 h 319073"/>
                <a:gd name="csX45" fmla="*/ 378902 w 497439"/>
                <a:gd name="csY45" fmla="*/ 23292 h 319073"/>
                <a:gd name="csX46" fmla="*/ 355636 w 497439"/>
                <a:gd name="csY46" fmla="*/ 15307 h 319073"/>
                <a:gd name="csX47" fmla="*/ 355234 w 497439"/>
                <a:gd name="csY47" fmla="*/ 15171 h 319073"/>
                <a:gd name="csX48" fmla="*/ 331567 w 497439"/>
                <a:gd name="csY48" fmla="*/ 8771 h 319073"/>
                <a:gd name="csX49" fmla="*/ 307888 w 497439"/>
                <a:gd name="csY49" fmla="*/ 4271 h 319073"/>
                <a:gd name="csX50" fmla="*/ 284221 w 497439"/>
                <a:gd name="csY50" fmla="*/ 1405 h 319073"/>
                <a:gd name="csX51" fmla="*/ 262508 w 497439"/>
                <a:gd name="csY51" fmla="*/ 125 h 319073"/>
                <a:gd name="csX52" fmla="*/ 260554 w 497439"/>
                <a:gd name="csY52" fmla="*/ 0 h 319073"/>
                <a:gd name="csX53" fmla="*/ 236886 w 497439"/>
                <a:gd name="csY53" fmla="*/ 0 h 319073"/>
                <a:gd name="csX54" fmla="*/ 234943 w 497439"/>
                <a:gd name="csY54" fmla="*/ 125 h 319073"/>
                <a:gd name="csX55" fmla="*/ 213219 w 497439"/>
                <a:gd name="csY55" fmla="*/ 1405 h 319073"/>
                <a:gd name="csX56" fmla="*/ 189551 w 497439"/>
                <a:gd name="csY56" fmla="*/ 4271 h 319073"/>
                <a:gd name="csX57" fmla="*/ 165884 w 497439"/>
                <a:gd name="csY57" fmla="*/ 8771 h 319073"/>
                <a:gd name="csX58" fmla="*/ 142217 w 497439"/>
                <a:gd name="csY58" fmla="*/ 15171 h 319073"/>
                <a:gd name="csX59" fmla="*/ 141803 w 497439"/>
                <a:gd name="csY59" fmla="*/ 15307 h 319073"/>
                <a:gd name="csX60" fmla="*/ 118538 w 497439"/>
                <a:gd name="csY60" fmla="*/ 23292 h 319073"/>
                <a:gd name="csX61" fmla="*/ 102164 w 497439"/>
                <a:gd name="csY61" fmla="*/ 30488 h 319073"/>
                <a:gd name="csX62" fmla="*/ 94871 w 497439"/>
                <a:gd name="csY62" fmla="*/ 33928 h 319073"/>
                <a:gd name="csX63" fmla="*/ 74141 w 497439"/>
                <a:gd name="csY63" fmla="*/ 45671 h 319073"/>
                <a:gd name="csX64" fmla="*/ 71203 w 497439"/>
                <a:gd name="csY64" fmla="*/ 47554 h 319073"/>
                <a:gd name="csX65" fmla="*/ 52897 w 497439"/>
                <a:gd name="csY65" fmla="*/ 60853 h 319073"/>
                <a:gd name="csX66" fmla="*/ 47536 w 497439"/>
                <a:gd name="csY66" fmla="*/ 65526 h 319073"/>
                <a:gd name="csX67" fmla="*/ 36311 w 497439"/>
                <a:gd name="csY67" fmla="*/ 76035 h 319073"/>
                <a:gd name="csX68" fmla="*/ 23868 w 497439"/>
                <a:gd name="csY68" fmla="*/ 90958 h 319073"/>
                <a:gd name="csX69" fmla="*/ 23656 w 497439"/>
                <a:gd name="csY69" fmla="*/ 91217 h 319073"/>
                <a:gd name="csX70" fmla="*/ 13682 w 497439"/>
                <a:gd name="csY70" fmla="*/ 106399 h 319073"/>
                <a:gd name="csX71" fmla="*/ 6668 w 497439"/>
                <a:gd name="csY71" fmla="*/ 121582 h 319073"/>
                <a:gd name="csX72" fmla="*/ 2200 w 497439"/>
                <a:gd name="csY72" fmla="*/ 136764 h 319073"/>
                <a:gd name="csX73" fmla="*/ 201 w 497439"/>
                <a:gd name="csY73" fmla="*/ 150695 h 319073"/>
                <a:gd name="csX74" fmla="*/ 0 w 497439"/>
                <a:gd name="csY74" fmla="*/ 151946 h 319073"/>
                <a:gd name="csX75" fmla="*/ 0 w 497439"/>
                <a:gd name="csY75" fmla="*/ 167127 h 319073"/>
                <a:gd name="csX76" fmla="*/ 201 w 497439"/>
                <a:gd name="csY76" fmla="*/ 168378 h 319073"/>
                <a:gd name="csX77" fmla="*/ 2200 w 497439"/>
                <a:gd name="csY77" fmla="*/ 182309 h 319073"/>
                <a:gd name="csX78" fmla="*/ 6668 w 497439"/>
                <a:gd name="csY78" fmla="*/ 197491 h 319073"/>
                <a:gd name="csX79" fmla="*/ 13682 w 497439"/>
                <a:gd name="csY79" fmla="*/ 212674 h 319073"/>
                <a:gd name="csX80" fmla="*/ 23656 w 497439"/>
                <a:gd name="csY80" fmla="*/ 227856 h 319073"/>
                <a:gd name="csX81" fmla="*/ 23868 w 497439"/>
                <a:gd name="csY81" fmla="*/ 228115 h 319073"/>
                <a:gd name="csX82" fmla="*/ 36311 w 497439"/>
                <a:gd name="csY82" fmla="*/ 243038 h 319073"/>
                <a:gd name="csX83" fmla="*/ 47536 w 497439"/>
                <a:gd name="csY83" fmla="*/ 253547 h 319073"/>
                <a:gd name="csX84" fmla="*/ 52897 w 497439"/>
                <a:gd name="csY84" fmla="*/ 258220 h 319073"/>
                <a:gd name="csX85" fmla="*/ 71203 w 497439"/>
                <a:gd name="csY85" fmla="*/ 271519 h 319073"/>
                <a:gd name="csX86" fmla="*/ 74141 w 497439"/>
                <a:gd name="csY86" fmla="*/ 273402 h 319073"/>
                <a:gd name="csX87" fmla="*/ 94871 w 497439"/>
                <a:gd name="csY87" fmla="*/ 285145 h 319073"/>
                <a:gd name="csX88" fmla="*/ 102164 w 497439"/>
                <a:gd name="csY88" fmla="*/ 288585 h 319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497439" h="319073">
                  <a:moveTo>
                    <a:pt x="102164" y="288585"/>
                  </a:moveTo>
                  <a:lnTo>
                    <a:pt x="118538" y="295781"/>
                  </a:lnTo>
                  <a:lnTo>
                    <a:pt x="141803" y="303766"/>
                  </a:lnTo>
                  <a:lnTo>
                    <a:pt x="142217" y="303902"/>
                  </a:lnTo>
                  <a:lnTo>
                    <a:pt x="165884" y="310302"/>
                  </a:lnTo>
                  <a:lnTo>
                    <a:pt x="189551" y="314802"/>
                  </a:lnTo>
                  <a:lnTo>
                    <a:pt x="213219" y="317667"/>
                  </a:lnTo>
                  <a:lnTo>
                    <a:pt x="234943" y="318948"/>
                  </a:lnTo>
                  <a:lnTo>
                    <a:pt x="236886" y="319073"/>
                  </a:lnTo>
                  <a:lnTo>
                    <a:pt x="260554" y="319073"/>
                  </a:lnTo>
                  <a:lnTo>
                    <a:pt x="262508" y="318948"/>
                  </a:lnTo>
                  <a:lnTo>
                    <a:pt x="284221" y="317667"/>
                  </a:lnTo>
                  <a:lnTo>
                    <a:pt x="307888" y="314802"/>
                  </a:lnTo>
                  <a:lnTo>
                    <a:pt x="331567" y="310302"/>
                  </a:lnTo>
                  <a:lnTo>
                    <a:pt x="355234" y="303902"/>
                  </a:lnTo>
                  <a:lnTo>
                    <a:pt x="355636" y="303766"/>
                  </a:lnTo>
                  <a:lnTo>
                    <a:pt x="378902" y="295781"/>
                  </a:lnTo>
                  <a:lnTo>
                    <a:pt x="395287" y="288585"/>
                  </a:lnTo>
                  <a:lnTo>
                    <a:pt x="402569" y="285145"/>
                  </a:lnTo>
                  <a:lnTo>
                    <a:pt x="423299" y="273402"/>
                  </a:lnTo>
                  <a:lnTo>
                    <a:pt x="426236" y="271519"/>
                  </a:lnTo>
                  <a:lnTo>
                    <a:pt x="444543" y="258220"/>
                  </a:lnTo>
                  <a:lnTo>
                    <a:pt x="449904" y="253547"/>
                  </a:lnTo>
                  <a:lnTo>
                    <a:pt x="461129" y="243038"/>
                  </a:lnTo>
                  <a:lnTo>
                    <a:pt x="473571" y="228115"/>
                  </a:lnTo>
                  <a:lnTo>
                    <a:pt x="473784" y="227856"/>
                  </a:lnTo>
                  <a:lnTo>
                    <a:pt x="483769" y="212674"/>
                  </a:lnTo>
                  <a:lnTo>
                    <a:pt x="490783" y="197491"/>
                  </a:lnTo>
                  <a:lnTo>
                    <a:pt x="495251" y="182309"/>
                  </a:lnTo>
                  <a:lnTo>
                    <a:pt x="497250" y="168378"/>
                  </a:lnTo>
                  <a:lnTo>
                    <a:pt x="497440" y="167127"/>
                  </a:lnTo>
                  <a:lnTo>
                    <a:pt x="497440" y="151946"/>
                  </a:lnTo>
                  <a:lnTo>
                    <a:pt x="497250" y="150695"/>
                  </a:lnTo>
                  <a:lnTo>
                    <a:pt x="495251" y="136764"/>
                  </a:lnTo>
                  <a:lnTo>
                    <a:pt x="490783" y="121582"/>
                  </a:lnTo>
                  <a:lnTo>
                    <a:pt x="483769" y="106399"/>
                  </a:lnTo>
                  <a:lnTo>
                    <a:pt x="473784" y="91217"/>
                  </a:lnTo>
                  <a:lnTo>
                    <a:pt x="473571" y="90958"/>
                  </a:lnTo>
                  <a:lnTo>
                    <a:pt x="461129" y="76035"/>
                  </a:lnTo>
                  <a:lnTo>
                    <a:pt x="449904" y="65526"/>
                  </a:lnTo>
                  <a:lnTo>
                    <a:pt x="444543" y="60853"/>
                  </a:lnTo>
                  <a:lnTo>
                    <a:pt x="426236" y="47554"/>
                  </a:lnTo>
                  <a:lnTo>
                    <a:pt x="423299" y="45671"/>
                  </a:lnTo>
                  <a:lnTo>
                    <a:pt x="402569" y="33928"/>
                  </a:lnTo>
                  <a:lnTo>
                    <a:pt x="395287" y="30488"/>
                  </a:lnTo>
                  <a:lnTo>
                    <a:pt x="378902" y="23292"/>
                  </a:lnTo>
                  <a:lnTo>
                    <a:pt x="355636" y="15307"/>
                  </a:lnTo>
                  <a:lnTo>
                    <a:pt x="355234" y="15171"/>
                  </a:lnTo>
                  <a:lnTo>
                    <a:pt x="331567" y="8771"/>
                  </a:lnTo>
                  <a:lnTo>
                    <a:pt x="307888" y="4271"/>
                  </a:lnTo>
                  <a:lnTo>
                    <a:pt x="284221" y="1405"/>
                  </a:lnTo>
                  <a:lnTo>
                    <a:pt x="262508" y="125"/>
                  </a:lnTo>
                  <a:lnTo>
                    <a:pt x="260554" y="0"/>
                  </a:lnTo>
                  <a:lnTo>
                    <a:pt x="236886" y="0"/>
                  </a:lnTo>
                  <a:lnTo>
                    <a:pt x="234943" y="125"/>
                  </a:lnTo>
                  <a:lnTo>
                    <a:pt x="213219" y="1405"/>
                  </a:lnTo>
                  <a:lnTo>
                    <a:pt x="189551" y="4271"/>
                  </a:lnTo>
                  <a:lnTo>
                    <a:pt x="165884" y="8771"/>
                  </a:lnTo>
                  <a:lnTo>
                    <a:pt x="142217" y="15171"/>
                  </a:lnTo>
                  <a:lnTo>
                    <a:pt x="141803" y="15307"/>
                  </a:lnTo>
                  <a:lnTo>
                    <a:pt x="118538" y="23292"/>
                  </a:lnTo>
                  <a:lnTo>
                    <a:pt x="102164" y="30488"/>
                  </a:lnTo>
                  <a:lnTo>
                    <a:pt x="94871" y="33928"/>
                  </a:lnTo>
                  <a:lnTo>
                    <a:pt x="74141" y="45671"/>
                  </a:lnTo>
                  <a:lnTo>
                    <a:pt x="71203" y="47554"/>
                  </a:lnTo>
                  <a:lnTo>
                    <a:pt x="52897" y="60853"/>
                  </a:lnTo>
                  <a:lnTo>
                    <a:pt x="47536" y="65526"/>
                  </a:lnTo>
                  <a:lnTo>
                    <a:pt x="36311" y="76035"/>
                  </a:lnTo>
                  <a:lnTo>
                    <a:pt x="23868" y="90958"/>
                  </a:lnTo>
                  <a:lnTo>
                    <a:pt x="23656" y="91217"/>
                  </a:lnTo>
                  <a:lnTo>
                    <a:pt x="13682" y="106399"/>
                  </a:lnTo>
                  <a:lnTo>
                    <a:pt x="6668" y="121582"/>
                  </a:lnTo>
                  <a:lnTo>
                    <a:pt x="2200" y="136764"/>
                  </a:lnTo>
                  <a:lnTo>
                    <a:pt x="201" y="150695"/>
                  </a:lnTo>
                  <a:lnTo>
                    <a:pt x="0" y="151946"/>
                  </a:lnTo>
                  <a:lnTo>
                    <a:pt x="0" y="167127"/>
                  </a:lnTo>
                  <a:lnTo>
                    <a:pt x="201" y="168378"/>
                  </a:lnTo>
                  <a:lnTo>
                    <a:pt x="2200" y="182309"/>
                  </a:lnTo>
                  <a:lnTo>
                    <a:pt x="6668" y="197491"/>
                  </a:lnTo>
                  <a:lnTo>
                    <a:pt x="13682" y="212674"/>
                  </a:lnTo>
                  <a:lnTo>
                    <a:pt x="23656" y="227856"/>
                  </a:lnTo>
                  <a:lnTo>
                    <a:pt x="23868" y="228115"/>
                  </a:lnTo>
                  <a:lnTo>
                    <a:pt x="36311" y="243038"/>
                  </a:lnTo>
                  <a:lnTo>
                    <a:pt x="47536" y="253547"/>
                  </a:lnTo>
                  <a:lnTo>
                    <a:pt x="52897" y="258220"/>
                  </a:lnTo>
                  <a:lnTo>
                    <a:pt x="71203" y="271519"/>
                  </a:lnTo>
                  <a:lnTo>
                    <a:pt x="74141" y="273402"/>
                  </a:lnTo>
                  <a:lnTo>
                    <a:pt x="94871" y="285145"/>
                  </a:lnTo>
                  <a:lnTo>
                    <a:pt x="102164" y="28858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7ADC0326-C03C-CB83-3A28-19DA3EB4DABA}"/>
                </a:ext>
              </a:extLst>
            </p:cNvPr>
            <p:cNvSpPr/>
            <p:nvPr/>
          </p:nvSpPr>
          <p:spPr>
            <a:xfrm>
              <a:off x="1644895" y="3471349"/>
              <a:ext cx="439516" cy="281917"/>
            </a:xfrm>
            <a:custGeom>
              <a:avLst/>
              <a:gdLst>
                <a:gd name="csX0" fmla="*/ 89889 w 439516"/>
                <a:gd name="csY0" fmla="*/ 254825 h 281917"/>
                <a:gd name="csX1" fmla="*/ 113255 w 439516"/>
                <a:gd name="csY1" fmla="*/ 264445 h 281917"/>
                <a:gd name="csX2" fmla="*/ 131249 w 439516"/>
                <a:gd name="csY2" fmla="*/ 270007 h 281917"/>
                <a:gd name="csX3" fmla="*/ 136922 w 439516"/>
                <a:gd name="csY3" fmla="*/ 271697 h 281917"/>
                <a:gd name="csX4" fmla="*/ 160590 w 439516"/>
                <a:gd name="csY4" fmla="*/ 276949 h 281917"/>
                <a:gd name="csX5" fmla="*/ 184257 w 439516"/>
                <a:gd name="csY5" fmla="*/ 280292 h 281917"/>
                <a:gd name="csX6" fmla="*/ 207924 w 439516"/>
                <a:gd name="csY6" fmla="*/ 281918 h 281917"/>
                <a:gd name="csX7" fmla="*/ 231592 w 439516"/>
                <a:gd name="csY7" fmla="*/ 281918 h 281917"/>
                <a:gd name="csX8" fmla="*/ 255259 w 439516"/>
                <a:gd name="csY8" fmla="*/ 280292 h 281917"/>
                <a:gd name="csX9" fmla="*/ 278927 w 439516"/>
                <a:gd name="csY9" fmla="*/ 276949 h 281917"/>
                <a:gd name="csX10" fmla="*/ 302605 w 439516"/>
                <a:gd name="csY10" fmla="*/ 271697 h 281917"/>
                <a:gd name="csX11" fmla="*/ 308268 w 439516"/>
                <a:gd name="csY11" fmla="*/ 270007 h 281917"/>
                <a:gd name="csX12" fmla="*/ 326273 w 439516"/>
                <a:gd name="csY12" fmla="*/ 264445 h 281917"/>
                <a:gd name="csX13" fmla="*/ 349627 w 439516"/>
                <a:gd name="csY13" fmla="*/ 254825 h 281917"/>
                <a:gd name="csX14" fmla="*/ 349940 w 439516"/>
                <a:gd name="csY14" fmla="*/ 254685 h 281917"/>
                <a:gd name="csX15" fmla="*/ 373608 w 439516"/>
                <a:gd name="csY15" fmla="*/ 241777 h 281917"/>
                <a:gd name="csX16" fmla="*/ 376936 w 439516"/>
                <a:gd name="csY16" fmla="*/ 239643 h 281917"/>
                <a:gd name="csX17" fmla="*/ 397063 w 439516"/>
                <a:gd name="csY17" fmla="*/ 224460 h 281917"/>
                <a:gd name="csX18" fmla="*/ 397275 w 439516"/>
                <a:gd name="csY18" fmla="*/ 224262 h 281917"/>
                <a:gd name="csX19" fmla="*/ 412275 w 439516"/>
                <a:gd name="csY19" fmla="*/ 209278 h 281917"/>
                <a:gd name="csX20" fmla="*/ 420942 w 439516"/>
                <a:gd name="csY20" fmla="*/ 197732 h 281917"/>
                <a:gd name="csX21" fmla="*/ 423578 w 439516"/>
                <a:gd name="csY21" fmla="*/ 194096 h 281917"/>
                <a:gd name="csX22" fmla="*/ 431765 w 439516"/>
                <a:gd name="csY22" fmla="*/ 178914 h 281917"/>
                <a:gd name="csX23" fmla="*/ 436981 w 439516"/>
                <a:gd name="csY23" fmla="*/ 163732 h 281917"/>
                <a:gd name="csX24" fmla="*/ 439517 w 439516"/>
                <a:gd name="csY24" fmla="*/ 148549 h 281917"/>
                <a:gd name="csX25" fmla="*/ 439517 w 439516"/>
                <a:gd name="csY25" fmla="*/ 133368 h 281917"/>
                <a:gd name="csX26" fmla="*/ 436981 w 439516"/>
                <a:gd name="csY26" fmla="*/ 118186 h 281917"/>
                <a:gd name="csX27" fmla="*/ 431765 w 439516"/>
                <a:gd name="csY27" fmla="*/ 103004 h 281917"/>
                <a:gd name="csX28" fmla="*/ 423578 w 439516"/>
                <a:gd name="csY28" fmla="*/ 87822 h 281917"/>
                <a:gd name="csX29" fmla="*/ 420942 w 439516"/>
                <a:gd name="csY29" fmla="*/ 84186 h 281917"/>
                <a:gd name="csX30" fmla="*/ 412275 w 439516"/>
                <a:gd name="csY30" fmla="*/ 72640 h 281917"/>
                <a:gd name="csX31" fmla="*/ 397275 w 439516"/>
                <a:gd name="csY31" fmla="*/ 57656 h 281917"/>
                <a:gd name="csX32" fmla="*/ 397063 w 439516"/>
                <a:gd name="csY32" fmla="*/ 57457 h 281917"/>
                <a:gd name="csX33" fmla="*/ 376936 w 439516"/>
                <a:gd name="csY33" fmla="*/ 42275 h 281917"/>
                <a:gd name="csX34" fmla="*/ 373608 w 439516"/>
                <a:gd name="csY34" fmla="*/ 40141 h 281917"/>
                <a:gd name="csX35" fmla="*/ 349940 w 439516"/>
                <a:gd name="csY35" fmla="*/ 27233 h 281917"/>
                <a:gd name="csX36" fmla="*/ 349627 w 439516"/>
                <a:gd name="csY36" fmla="*/ 27093 h 281917"/>
                <a:gd name="csX37" fmla="*/ 326273 w 439516"/>
                <a:gd name="csY37" fmla="*/ 17472 h 281917"/>
                <a:gd name="csX38" fmla="*/ 308268 w 439516"/>
                <a:gd name="csY38" fmla="*/ 11911 h 281917"/>
                <a:gd name="csX39" fmla="*/ 302605 w 439516"/>
                <a:gd name="csY39" fmla="*/ 10221 h 281917"/>
                <a:gd name="csX40" fmla="*/ 278927 w 439516"/>
                <a:gd name="csY40" fmla="*/ 4969 h 281917"/>
                <a:gd name="csX41" fmla="*/ 255259 w 439516"/>
                <a:gd name="csY41" fmla="*/ 1626 h 281917"/>
                <a:gd name="csX42" fmla="*/ 231592 w 439516"/>
                <a:gd name="csY42" fmla="*/ 0 h 281917"/>
                <a:gd name="csX43" fmla="*/ 207924 w 439516"/>
                <a:gd name="csY43" fmla="*/ 0 h 281917"/>
                <a:gd name="csX44" fmla="*/ 184257 w 439516"/>
                <a:gd name="csY44" fmla="*/ 1626 h 281917"/>
                <a:gd name="csX45" fmla="*/ 160590 w 439516"/>
                <a:gd name="csY45" fmla="*/ 4969 h 281917"/>
                <a:gd name="csX46" fmla="*/ 136922 w 439516"/>
                <a:gd name="csY46" fmla="*/ 10221 h 281917"/>
                <a:gd name="csX47" fmla="*/ 131249 w 439516"/>
                <a:gd name="csY47" fmla="*/ 11911 h 281917"/>
                <a:gd name="csX48" fmla="*/ 113255 w 439516"/>
                <a:gd name="csY48" fmla="*/ 17472 h 281917"/>
                <a:gd name="csX49" fmla="*/ 89889 w 439516"/>
                <a:gd name="csY49" fmla="*/ 27093 h 281917"/>
                <a:gd name="csX50" fmla="*/ 89576 w 439516"/>
                <a:gd name="csY50" fmla="*/ 27233 h 281917"/>
                <a:gd name="csX51" fmla="*/ 65909 w 439516"/>
                <a:gd name="csY51" fmla="*/ 40141 h 281917"/>
                <a:gd name="csX52" fmla="*/ 62581 w 439516"/>
                <a:gd name="csY52" fmla="*/ 42275 h 281917"/>
                <a:gd name="csX53" fmla="*/ 42465 w 439516"/>
                <a:gd name="csY53" fmla="*/ 57457 h 281917"/>
                <a:gd name="csX54" fmla="*/ 42242 w 439516"/>
                <a:gd name="csY54" fmla="*/ 57656 h 281917"/>
                <a:gd name="csX55" fmla="*/ 27242 w 439516"/>
                <a:gd name="csY55" fmla="*/ 72640 h 281917"/>
                <a:gd name="csX56" fmla="*/ 18574 w 439516"/>
                <a:gd name="csY56" fmla="*/ 84186 h 281917"/>
                <a:gd name="csX57" fmla="*/ 15938 w 439516"/>
                <a:gd name="csY57" fmla="*/ 87822 h 281917"/>
                <a:gd name="csX58" fmla="*/ 7751 w 439516"/>
                <a:gd name="csY58" fmla="*/ 103004 h 281917"/>
                <a:gd name="csX59" fmla="*/ 2535 w 439516"/>
                <a:gd name="csY59" fmla="*/ 118186 h 281917"/>
                <a:gd name="csX60" fmla="*/ 0 w 439516"/>
                <a:gd name="csY60" fmla="*/ 133368 h 281917"/>
                <a:gd name="csX61" fmla="*/ 0 w 439516"/>
                <a:gd name="csY61" fmla="*/ 148549 h 281917"/>
                <a:gd name="csX62" fmla="*/ 2535 w 439516"/>
                <a:gd name="csY62" fmla="*/ 163732 h 281917"/>
                <a:gd name="csX63" fmla="*/ 7751 w 439516"/>
                <a:gd name="csY63" fmla="*/ 178914 h 281917"/>
                <a:gd name="csX64" fmla="*/ 15938 w 439516"/>
                <a:gd name="csY64" fmla="*/ 194096 h 281917"/>
                <a:gd name="csX65" fmla="*/ 18574 w 439516"/>
                <a:gd name="csY65" fmla="*/ 197732 h 281917"/>
                <a:gd name="csX66" fmla="*/ 27242 w 439516"/>
                <a:gd name="csY66" fmla="*/ 209278 h 281917"/>
                <a:gd name="csX67" fmla="*/ 42242 w 439516"/>
                <a:gd name="csY67" fmla="*/ 224262 h 281917"/>
                <a:gd name="csX68" fmla="*/ 42465 w 439516"/>
                <a:gd name="csY68" fmla="*/ 224460 h 281917"/>
                <a:gd name="csX69" fmla="*/ 62581 w 439516"/>
                <a:gd name="csY69" fmla="*/ 239643 h 281917"/>
                <a:gd name="csX70" fmla="*/ 65909 w 439516"/>
                <a:gd name="csY70" fmla="*/ 241777 h 281917"/>
                <a:gd name="csX71" fmla="*/ 89576 w 439516"/>
                <a:gd name="csY71" fmla="*/ 254685 h 281917"/>
                <a:gd name="csX72" fmla="*/ 89889 w 439516"/>
                <a:gd name="csY72" fmla="*/ 254825 h 281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9516" h="281917">
                  <a:moveTo>
                    <a:pt x="89889" y="254825"/>
                  </a:moveTo>
                  <a:lnTo>
                    <a:pt x="113255" y="264445"/>
                  </a:lnTo>
                  <a:lnTo>
                    <a:pt x="131249" y="270007"/>
                  </a:lnTo>
                  <a:lnTo>
                    <a:pt x="136922" y="271697"/>
                  </a:lnTo>
                  <a:lnTo>
                    <a:pt x="160590" y="276949"/>
                  </a:lnTo>
                  <a:lnTo>
                    <a:pt x="184257" y="280292"/>
                  </a:lnTo>
                  <a:lnTo>
                    <a:pt x="207924" y="281918"/>
                  </a:lnTo>
                  <a:lnTo>
                    <a:pt x="231592" y="281918"/>
                  </a:lnTo>
                  <a:lnTo>
                    <a:pt x="255259" y="280292"/>
                  </a:lnTo>
                  <a:lnTo>
                    <a:pt x="278927" y="276949"/>
                  </a:lnTo>
                  <a:lnTo>
                    <a:pt x="302605" y="271697"/>
                  </a:lnTo>
                  <a:lnTo>
                    <a:pt x="308268" y="270007"/>
                  </a:lnTo>
                  <a:lnTo>
                    <a:pt x="326273" y="264445"/>
                  </a:lnTo>
                  <a:lnTo>
                    <a:pt x="349627" y="254825"/>
                  </a:lnTo>
                  <a:lnTo>
                    <a:pt x="349940" y="254685"/>
                  </a:lnTo>
                  <a:lnTo>
                    <a:pt x="373608" y="241777"/>
                  </a:lnTo>
                  <a:lnTo>
                    <a:pt x="376936" y="239643"/>
                  </a:lnTo>
                  <a:lnTo>
                    <a:pt x="397063" y="224460"/>
                  </a:lnTo>
                  <a:lnTo>
                    <a:pt x="397275" y="224262"/>
                  </a:lnTo>
                  <a:lnTo>
                    <a:pt x="412275" y="209278"/>
                  </a:lnTo>
                  <a:lnTo>
                    <a:pt x="420942" y="197732"/>
                  </a:lnTo>
                  <a:lnTo>
                    <a:pt x="423578" y="194096"/>
                  </a:lnTo>
                  <a:lnTo>
                    <a:pt x="431765" y="178914"/>
                  </a:lnTo>
                  <a:lnTo>
                    <a:pt x="436981" y="163732"/>
                  </a:lnTo>
                  <a:lnTo>
                    <a:pt x="439517" y="148549"/>
                  </a:lnTo>
                  <a:lnTo>
                    <a:pt x="439517" y="133368"/>
                  </a:lnTo>
                  <a:lnTo>
                    <a:pt x="436981" y="118186"/>
                  </a:lnTo>
                  <a:lnTo>
                    <a:pt x="431765" y="103004"/>
                  </a:lnTo>
                  <a:lnTo>
                    <a:pt x="423578" y="87822"/>
                  </a:lnTo>
                  <a:lnTo>
                    <a:pt x="420942" y="84186"/>
                  </a:lnTo>
                  <a:lnTo>
                    <a:pt x="412275" y="72640"/>
                  </a:lnTo>
                  <a:lnTo>
                    <a:pt x="397275" y="57656"/>
                  </a:lnTo>
                  <a:lnTo>
                    <a:pt x="397063" y="57457"/>
                  </a:lnTo>
                  <a:lnTo>
                    <a:pt x="376936" y="42275"/>
                  </a:lnTo>
                  <a:lnTo>
                    <a:pt x="373608" y="40141"/>
                  </a:lnTo>
                  <a:lnTo>
                    <a:pt x="349940" y="27233"/>
                  </a:lnTo>
                  <a:lnTo>
                    <a:pt x="349627" y="27093"/>
                  </a:lnTo>
                  <a:lnTo>
                    <a:pt x="326273" y="17472"/>
                  </a:lnTo>
                  <a:lnTo>
                    <a:pt x="308268" y="11911"/>
                  </a:lnTo>
                  <a:lnTo>
                    <a:pt x="302605" y="10221"/>
                  </a:lnTo>
                  <a:lnTo>
                    <a:pt x="278927" y="4969"/>
                  </a:lnTo>
                  <a:lnTo>
                    <a:pt x="255259" y="1626"/>
                  </a:lnTo>
                  <a:lnTo>
                    <a:pt x="231592" y="0"/>
                  </a:lnTo>
                  <a:lnTo>
                    <a:pt x="207924" y="0"/>
                  </a:lnTo>
                  <a:lnTo>
                    <a:pt x="184257" y="1626"/>
                  </a:lnTo>
                  <a:lnTo>
                    <a:pt x="160590" y="4969"/>
                  </a:lnTo>
                  <a:lnTo>
                    <a:pt x="136922" y="10221"/>
                  </a:lnTo>
                  <a:lnTo>
                    <a:pt x="131249" y="11911"/>
                  </a:lnTo>
                  <a:lnTo>
                    <a:pt x="113255" y="17472"/>
                  </a:lnTo>
                  <a:lnTo>
                    <a:pt x="89889" y="27093"/>
                  </a:lnTo>
                  <a:lnTo>
                    <a:pt x="89576" y="27233"/>
                  </a:lnTo>
                  <a:lnTo>
                    <a:pt x="65909" y="40141"/>
                  </a:lnTo>
                  <a:lnTo>
                    <a:pt x="62581" y="42275"/>
                  </a:lnTo>
                  <a:lnTo>
                    <a:pt x="42465" y="57457"/>
                  </a:lnTo>
                  <a:lnTo>
                    <a:pt x="42242" y="57656"/>
                  </a:lnTo>
                  <a:lnTo>
                    <a:pt x="27242" y="72640"/>
                  </a:lnTo>
                  <a:lnTo>
                    <a:pt x="18574" y="84186"/>
                  </a:lnTo>
                  <a:lnTo>
                    <a:pt x="15938" y="87822"/>
                  </a:lnTo>
                  <a:lnTo>
                    <a:pt x="7751" y="103004"/>
                  </a:lnTo>
                  <a:lnTo>
                    <a:pt x="2535" y="118186"/>
                  </a:lnTo>
                  <a:lnTo>
                    <a:pt x="0" y="133368"/>
                  </a:lnTo>
                  <a:lnTo>
                    <a:pt x="0" y="148549"/>
                  </a:lnTo>
                  <a:lnTo>
                    <a:pt x="2535" y="163732"/>
                  </a:lnTo>
                  <a:lnTo>
                    <a:pt x="7751" y="178914"/>
                  </a:lnTo>
                  <a:lnTo>
                    <a:pt x="15938" y="194096"/>
                  </a:lnTo>
                  <a:lnTo>
                    <a:pt x="18574" y="197732"/>
                  </a:lnTo>
                  <a:lnTo>
                    <a:pt x="27242" y="209278"/>
                  </a:lnTo>
                  <a:lnTo>
                    <a:pt x="42242" y="224262"/>
                  </a:lnTo>
                  <a:lnTo>
                    <a:pt x="42465" y="224460"/>
                  </a:lnTo>
                  <a:lnTo>
                    <a:pt x="62581" y="239643"/>
                  </a:lnTo>
                  <a:lnTo>
                    <a:pt x="65909" y="241777"/>
                  </a:lnTo>
                  <a:lnTo>
                    <a:pt x="89576" y="254685"/>
                  </a:lnTo>
                  <a:lnTo>
                    <a:pt x="89889" y="25482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CC6D7273-1D40-3B6C-985B-159A849AAC65}"/>
                </a:ext>
              </a:extLst>
            </p:cNvPr>
            <p:cNvSpPr/>
            <p:nvPr/>
          </p:nvSpPr>
          <p:spPr>
            <a:xfrm>
              <a:off x="1671924" y="3488685"/>
              <a:ext cx="385457" cy="247244"/>
            </a:xfrm>
            <a:custGeom>
              <a:avLst/>
              <a:gdLst>
                <a:gd name="csX0" fmla="*/ 86226 w 385457"/>
                <a:gd name="csY0" fmla="*/ 226853 h 247244"/>
                <a:gd name="csX1" fmla="*/ 76475 w 385457"/>
                <a:gd name="csY1" fmla="*/ 222306 h 247244"/>
                <a:gd name="csX2" fmla="*/ 62547 w 385457"/>
                <a:gd name="csY2" fmla="*/ 214934 h 247244"/>
                <a:gd name="csX3" fmla="*/ 50373 w 385457"/>
                <a:gd name="csY3" fmla="*/ 207124 h 247244"/>
                <a:gd name="csX4" fmla="*/ 38880 w 385457"/>
                <a:gd name="csY4" fmla="*/ 198195 h 247244"/>
                <a:gd name="csX5" fmla="*/ 31798 w 385457"/>
                <a:gd name="csY5" fmla="*/ 191942 h 247244"/>
                <a:gd name="csX6" fmla="*/ 18396 w 385457"/>
                <a:gd name="csY6" fmla="*/ 176759 h 247244"/>
                <a:gd name="csX7" fmla="*/ 15212 w 385457"/>
                <a:gd name="csY7" fmla="*/ 171811 h 247244"/>
                <a:gd name="csX8" fmla="*/ 8958 w 385457"/>
                <a:gd name="csY8" fmla="*/ 161577 h 247244"/>
                <a:gd name="csX9" fmla="*/ 2937 w 385457"/>
                <a:gd name="csY9" fmla="*/ 146395 h 247244"/>
                <a:gd name="csX10" fmla="*/ 0 w 385457"/>
                <a:gd name="csY10" fmla="*/ 131213 h 247244"/>
                <a:gd name="csX11" fmla="*/ 0 w 385457"/>
                <a:gd name="csY11" fmla="*/ 116032 h 247244"/>
                <a:gd name="csX12" fmla="*/ 2937 w 385457"/>
                <a:gd name="csY12" fmla="*/ 100849 h 247244"/>
                <a:gd name="csX13" fmla="*/ 8958 w 385457"/>
                <a:gd name="csY13" fmla="*/ 85667 h 247244"/>
                <a:gd name="csX14" fmla="*/ 15212 w 385457"/>
                <a:gd name="csY14" fmla="*/ 75432 h 247244"/>
                <a:gd name="csX15" fmla="*/ 18396 w 385457"/>
                <a:gd name="csY15" fmla="*/ 70485 h 247244"/>
                <a:gd name="csX16" fmla="*/ 31798 w 385457"/>
                <a:gd name="csY16" fmla="*/ 55303 h 247244"/>
                <a:gd name="csX17" fmla="*/ 38880 w 385457"/>
                <a:gd name="csY17" fmla="*/ 49049 h 247244"/>
                <a:gd name="csX18" fmla="*/ 50373 w 385457"/>
                <a:gd name="csY18" fmla="*/ 40121 h 247244"/>
                <a:gd name="csX19" fmla="*/ 62547 w 385457"/>
                <a:gd name="csY19" fmla="*/ 32310 h 247244"/>
                <a:gd name="csX20" fmla="*/ 76475 w 385457"/>
                <a:gd name="csY20" fmla="*/ 24938 h 247244"/>
                <a:gd name="csX21" fmla="*/ 86226 w 385457"/>
                <a:gd name="csY21" fmla="*/ 20390 h 247244"/>
                <a:gd name="csX22" fmla="*/ 109893 w 385457"/>
                <a:gd name="csY22" fmla="*/ 11799 h 247244"/>
                <a:gd name="csX23" fmla="*/ 117600 w 385457"/>
                <a:gd name="csY23" fmla="*/ 9756 h 247244"/>
                <a:gd name="csX24" fmla="*/ 133561 w 385457"/>
                <a:gd name="csY24" fmla="*/ 5741 h 247244"/>
                <a:gd name="csX25" fmla="*/ 157228 w 385457"/>
                <a:gd name="csY25" fmla="*/ 1879 h 247244"/>
                <a:gd name="csX26" fmla="*/ 180895 w 385457"/>
                <a:gd name="csY26" fmla="*/ 0 h 247244"/>
                <a:gd name="csX27" fmla="*/ 204563 w 385457"/>
                <a:gd name="csY27" fmla="*/ 0 h 247244"/>
                <a:gd name="csX28" fmla="*/ 228230 w 385457"/>
                <a:gd name="csY28" fmla="*/ 1879 h 247244"/>
                <a:gd name="csX29" fmla="*/ 251898 w 385457"/>
                <a:gd name="csY29" fmla="*/ 5741 h 247244"/>
                <a:gd name="csX30" fmla="*/ 267858 w 385457"/>
                <a:gd name="csY30" fmla="*/ 9756 h 247244"/>
                <a:gd name="csX31" fmla="*/ 275576 w 385457"/>
                <a:gd name="csY31" fmla="*/ 11799 h 247244"/>
                <a:gd name="csX32" fmla="*/ 299243 w 385457"/>
                <a:gd name="csY32" fmla="*/ 20390 h 247244"/>
                <a:gd name="csX33" fmla="*/ 308994 w 385457"/>
                <a:gd name="csY33" fmla="*/ 24938 h 247244"/>
                <a:gd name="csX34" fmla="*/ 322911 w 385457"/>
                <a:gd name="csY34" fmla="*/ 32310 h 247244"/>
                <a:gd name="csX35" fmla="*/ 335085 w 385457"/>
                <a:gd name="csY35" fmla="*/ 40121 h 247244"/>
                <a:gd name="csX36" fmla="*/ 346578 w 385457"/>
                <a:gd name="csY36" fmla="*/ 49049 h 247244"/>
                <a:gd name="csX37" fmla="*/ 353671 w 385457"/>
                <a:gd name="csY37" fmla="*/ 55303 h 247244"/>
                <a:gd name="csX38" fmla="*/ 367062 w 385457"/>
                <a:gd name="csY38" fmla="*/ 70485 h 247244"/>
                <a:gd name="csX39" fmla="*/ 370246 w 385457"/>
                <a:gd name="csY39" fmla="*/ 75432 h 247244"/>
                <a:gd name="csX40" fmla="*/ 376511 w 385457"/>
                <a:gd name="csY40" fmla="*/ 85667 h 247244"/>
                <a:gd name="csX41" fmla="*/ 382532 w 385457"/>
                <a:gd name="csY41" fmla="*/ 100849 h 247244"/>
                <a:gd name="csX42" fmla="*/ 385458 w 385457"/>
                <a:gd name="csY42" fmla="*/ 116032 h 247244"/>
                <a:gd name="csX43" fmla="*/ 385458 w 385457"/>
                <a:gd name="csY43" fmla="*/ 131213 h 247244"/>
                <a:gd name="csX44" fmla="*/ 382532 w 385457"/>
                <a:gd name="csY44" fmla="*/ 146395 h 247244"/>
                <a:gd name="csX45" fmla="*/ 376511 w 385457"/>
                <a:gd name="csY45" fmla="*/ 161577 h 247244"/>
                <a:gd name="csX46" fmla="*/ 370246 w 385457"/>
                <a:gd name="csY46" fmla="*/ 171811 h 247244"/>
                <a:gd name="csX47" fmla="*/ 367062 w 385457"/>
                <a:gd name="csY47" fmla="*/ 176759 h 247244"/>
                <a:gd name="csX48" fmla="*/ 353671 w 385457"/>
                <a:gd name="csY48" fmla="*/ 191942 h 247244"/>
                <a:gd name="csX49" fmla="*/ 346578 w 385457"/>
                <a:gd name="csY49" fmla="*/ 198195 h 247244"/>
                <a:gd name="csX50" fmla="*/ 335085 w 385457"/>
                <a:gd name="csY50" fmla="*/ 207124 h 247244"/>
                <a:gd name="csX51" fmla="*/ 322911 w 385457"/>
                <a:gd name="csY51" fmla="*/ 214934 h 247244"/>
                <a:gd name="csX52" fmla="*/ 308994 w 385457"/>
                <a:gd name="csY52" fmla="*/ 222306 h 247244"/>
                <a:gd name="csX53" fmla="*/ 299243 w 385457"/>
                <a:gd name="csY53" fmla="*/ 226853 h 247244"/>
                <a:gd name="csX54" fmla="*/ 275576 w 385457"/>
                <a:gd name="csY54" fmla="*/ 235445 h 247244"/>
                <a:gd name="csX55" fmla="*/ 267858 w 385457"/>
                <a:gd name="csY55" fmla="*/ 237488 h 247244"/>
                <a:gd name="csX56" fmla="*/ 251898 w 385457"/>
                <a:gd name="csY56" fmla="*/ 241503 h 247244"/>
                <a:gd name="csX57" fmla="*/ 228230 w 385457"/>
                <a:gd name="csY57" fmla="*/ 245366 h 247244"/>
                <a:gd name="csX58" fmla="*/ 204563 w 385457"/>
                <a:gd name="csY58" fmla="*/ 247244 h 247244"/>
                <a:gd name="csX59" fmla="*/ 180895 w 385457"/>
                <a:gd name="csY59" fmla="*/ 247244 h 247244"/>
                <a:gd name="csX60" fmla="*/ 157228 w 385457"/>
                <a:gd name="csY60" fmla="*/ 245366 h 247244"/>
                <a:gd name="csX61" fmla="*/ 133561 w 385457"/>
                <a:gd name="csY61" fmla="*/ 241503 h 247244"/>
                <a:gd name="csX62" fmla="*/ 117600 w 385457"/>
                <a:gd name="csY62" fmla="*/ 237488 h 247244"/>
                <a:gd name="csX63" fmla="*/ 109893 w 385457"/>
                <a:gd name="csY63" fmla="*/ 235445 h 247244"/>
                <a:gd name="csX64" fmla="*/ 86226 w 385457"/>
                <a:gd name="csY64" fmla="*/ 226853 h 247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85457" h="247244">
                  <a:moveTo>
                    <a:pt x="86226" y="226853"/>
                  </a:moveTo>
                  <a:lnTo>
                    <a:pt x="76475" y="222306"/>
                  </a:lnTo>
                  <a:lnTo>
                    <a:pt x="62547" y="214934"/>
                  </a:lnTo>
                  <a:lnTo>
                    <a:pt x="50373" y="207124"/>
                  </a:lnTo>
                  <a:lnTo>
                    <a:pt x="38880" y="198195"/>
                  </a:lnTo>
                  <a:lnTo>
                    <a:pt x="31798" y="191942"/>
                  </a:lnTo>
                  <a:lnTo>
                    <a:pt x="18396" y="176759"/>
                  </a:lnTo>
                  <a:lnTo>
                    <a:pt x="15212" y="171811"/>
                  </a:lnTo>
                  <a:lnTo>
                    <a:pt x="8958" y="161577"/>
                  </a:lnTo>
                  <a:lnTo>
                    <a:pt x="2937" y="146395"/>
                  </a:lnTo>
                  <a:lnTo>
                    <a:pt x="0" y="131213"/>
                  </a:lnTo>
                  <a:lnTo>
                    <a:pt x="0" y="116032"/>
                  </a:lnTo>
                  <a:lnTo>
                    <a:pt x="2937" y="100849"/>
                  </a:lnTo>
                  <a:lnTo>
                    <a:pt x="8958" y="85667"/>
                  </a:lnTo>
                  <a:lnTo>
                    <a:pt x="15212" y="75432"/>
                  </a:lnTo>
                  <a:lnTo>
                    <a:pt x="18396" y="70485"/>
                  </a:lnTo>
                  <a:lnTo>
                    <a:pt x="31798" y="55303"/>
                  </a:lnTo>
                  <a:lnTo>
                    <a:pt x="38880" y="49049"/>
                  </a:lnTo>
                  <a:lnTo>
                    <a:pt x="50373" y="40121"/>
                  </a:lnTo>
                  <a:lnTo>
                    <a:pt x="62547" y="32310"/>
                  </a:lnTo>
                  <a:lnTo>
                    <a:pt x="76475" y="24938"/>
                  </a:lnTo>
                  <a:lnTo>
                    <a:pt x="86226" y="20390"/>
                  </a:lnTo>
                  <a:lnTo>
                    <a:pt x="109893" y="11799"/>
                  </a:lnTo>
                  <a:lnTo>
                    <a:pt x="117600" y="9756"/>
                  </a:lnTo>
                  <a:lnTo>
                    <a:pt x="133561" y="5741"/>
                  </a:lnTo>
                  <a:lnTo>
                    <a:pt x="157228" y="1879"/>
                  </a:lnTo>
                  <a:lnTo>
                    <a:pt x="180895" y="0"/>
                  </a:lnTo>
                  <a:lnTo>
                    <a:pt x="204563" y="0"/>
                  </a:lnTo>
                  <a:lnTo>
                    <a:pt x="228230" y="1879"/>
                  </a:lnTo>
                  <a:lnTo>
                    <a:pt x="251898" y="5741"/>
                  </a:lnTo>
                  <a:lnTo>
                    <a:pt x="267858" y="9756"/>
                  </a:lnTo>
                  <a:lnTo>
                    <a:pt x="275576" y="11799"/>
                  </a:lnTo>
                  <a:lnTo>
                    <a:pt x="299243" y="20390"/>
                  </a:lnTo>
                  <a:lnTo>
                    <a:pt x="308994" y="24938"/>
                  </a:lnTo>
                  <a:lnTo>
                    <a:pt x="322911" y="32310"/>
                  </a:lnTo>
                  <a:lnTo>
                    <a:pt x="335085" y="40121"/>
                  </a:lnTo>
                  <a:lnTo>
                    <a:pt x="346578" y="49049"/>
                  </a:lnTo>
                  <a:lnTo>
                    <a:pt x="353671" y="55303"/>
                  </a:lnTo>
                  <a:lnTo>
                    <a:pt x="367062" y="70485"/>
                  </a:lnTo>
                  <a:lnTo>
                    <a:pt x="370246" y="75432"/>
                  </a:lnTo>
                  <a:lnTo>
                    <a:pt x="376511" y="85667"/>
                  </a:lnTo>
                  <a:lnTo>
                    <a:pt x="382532" y="100849"/>
                  </a:lnTo>
                  <a:lnTo>
                    <a:pt x="385458" y="116032"/>
                  </a:lnTo>
                  <a:lnTo>
                    <a:pt x="385458" y="131213"/>
                  </a:lnTo>
                  <a:lnTo>
                    <a:pt x="382532" y="146395"/>
                  </a:lnTo>
                  <a:lnTo>
                    <a:pt x="376511" y="161577"/>
                  </a:lnTo>
                  <a:lnTo>
                    <a:pt x="370246" y="171811"/>
                  </a:lnTo>
                  <a:lnTo>
                    <a:pt x="367062" y="176759"/>
                  </a:lnTo>
                  <a:lnTo>
                    <a:pt x="353671" y="191942"/>
                  </a:lnTo>
                  <a:lnTo>
                    <a:pt x="346578" y="198195"/>
                  </a:lnTo>
                  <a:lnTo>
                    <a:pt x="335085" y="207124"/>
                  </a:lnTo>
                  <a:lnTo>
                    <a:pt x="322911" y="214934"/>
                  </a:lnTo>
                  <a:lnTo>
                    <a:pt x="308994" y="222306"/>
                  </a:lnTo>
                  <a:lnTo>
                    <a:pt x="299243" y="226853"/>
                  </a:lnTo>
                  <a:lnTo>
                    <a:pt x="275576" y="235445"/>
                  </a:lnTo>
                  <a:lnTo>
                    <a:pt x="267858" y="237488"/>
                  </a:lnTo>
                  <a:lnTo>
                    <a:pt x="251898" y="241503"/>
                  </a:lnTo>
                  <a:lnTo>
                    <a:pt x="228230" y="245366"/>
                  </a:lnTo>
                  <a:lnTo>
                    <a:pt x="204563" y="247244"/>
                  </a:lnTo>
                  <a:lnTo>
                    <a:pt x="180895" y="247244"/>
                  </a:lnTo>
                  <a:lnTo>
                    <a:pt x="157228" y="245366"/>
                  </a:lnTo>
                  <a:lnTo>
                    <a:pt x="133561" y="241503"/>
                  </a:lnTo>
                  <a:lnTo>
                    <a:pt x="117600" y="237488"/>
                  </a:lnTo>
                  <a:lnTo>
                    <a:pt x="109893" y="235445"/>
                  </a:lnTo>
                  <a:lnTo>
                    <a:pt x="86226" y="22685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9D67D003-39DA-29FC-A646-D19660FBBD93}"/>
                </a:ext>
              </a:extLst>
            </p:cNvPr>
            <p:cNvSpPr/>
            <p:nvPr/>
          </p:nvSpPr>
          <p:spPr>
            <a:xfrm>
              <a:off x="1698217" y="3505550"/>
              <a:ext cx="332873" cy="213515"/>
            </a:xfrm>
            <a:custGeom>
              <a:avLst/>
              <a:gdLst>
                <a:gd name="csX0" fmla="*/ 102343 w 332873"/>
                <a:gd name="csY0" fmla="*/ 205442 h 213515"/>
                <a:gd name="csX1" fmla="*/ 107268 w 332873"/>
                <a:gd name="csY1" fmla="*/ 206845 h 213515"/>
                <a:gd name="csX2" fmla="*/ 130936 w 332873"/>
                <a:gd name="csY2" fmla="*/ 211332 h 213515"/>
                <a:gd name="csX3" fmla="*/ 154603 w 332873"/>
                <a:gd name="csY3" fmla="*/ 213516 h 213515"/>
                <a:gd name="csX4" fmla="*/ 178271 w 332873"/>
                <a:gd name="csY4" fmla="*/ 213516 h 213515"/>
                <a:gd name="csX5" fmla="*/ 201938 w 332873"/>
                <a:gd name="csY5" fmla="*/ 211332 h 213515"/>
                <a:gd name="csX6" fmla="*/ 225605 w 332873"/>
                <a:gd name="csY6" fmla="*/ 206845 h 213515"/>
                <a:gd name="csX7" fmla="*/ 230531 w 332873"/>
                <a:gd name="csY7" fmla="*/ 205442 h 213515"/>
                <a:gd name="csX8" fmla="*/ 249284 w 332873"/>
                <a:gd name="csY8" fmla="*/ 199595 h 213515"/>
                <a:gd name="csX9" fmla="*/ 270717 w 332873"/>
                <a:gd name="csY9" fmla="*/ 190260 h 213515"/>
                <a:gd name="csX10" fmla="*/ 272951 w 332873"/>
                <a:gd name="csY10" fmla="*/ 189126 h 213515"/>
                <a:gd name="csX11" fmla="*/ 294854 w 332873"/>
                <a:gd name="csY11" fmla="*/ 175077 h 213515"/>
                <a:gd name="csX12" fmla="*/ 296619 w 332873"/>
                <a:gd name="csY12" fmla="*/ 173648 h 213515"/>
                <a:gd name="csX13" fmla="*/ 311172 w 332873"/>
                <a:gd name="csY13" fmla="*/ 159895 h 213515"/>
                <a:gd name="csX14" fmla="*/ 320286 w 332873"/>
                <a:gd name="csY14" fmla="*/ 147871 h 213515"/>
                <a:gd name="csX15" fmla="*/ 322475 w 332873"/>
                <a:gd name="csY15" fmla="*/ 144713 h 213515"/>
                <a:gd name="csX16" fmla="*/ 329467 w 332873"/>
                <a:gd name="csY16" fmla="*/ 129531 h 213515"/>
                <a:gd name="csX17" fmla="*/ 332874 w 332873"/>
                <a:gd name="csY17" fmla="*/ 114348 h 213515"/>
                <a:gd name="csX18" fmla="*/ 332874 w 332873"/>
                <a:gd name="csY18" fmla="*/ 99167 h 213515"/>
                <a:gd name="csX19" fmla="*/ 329467 w 332873"/>
                <a:gd name="csY19" fmla="*/ 83985 h 213515"/>
                <a:gd name="csX20" fmla="*/ 322475 w 332873"/>
                <a:gd name="csY20" fmla="*/ 68803 h 213515"/>
                <a:gd name="csX21" fmla="*/ 320286 w 332873"/>
                <a:gd name="csY21" fmla="*/ 65644 h 213515"/>
                <a:gd name="csX22" fmla="*/ 311172 w 332873"/>
                <a:gd name="csY22" fmla="*/ 53621 h 213515"/>
                <a:gd name="csX23" fmla="*/ 296619 w 332873"/>
                <a:gd name="csY23" fmla="*/ 39868 h 213515"/>
                <a:gd name="csX24" fmla="*/ 294854 w 332873"/>
                <a:gd name="csY24" fmla="*/ 38439 h 213515"/>
                <a:gd name="csX25" fmla="*/ 272951 w 332873"/>
                <a:gd name="csY25" fmla="*/ 24389 h 213515"/>
                <a:gd name="csX26" fmla="*/ 270717 w 332873"/>
                <a:gd name="csY26" fmla="*/ 23256 h 213515"/>
                <a:gd name="csX27" fmla="*/ 249284 w 332873"/>
                <a:gd name="csY27" fmla="*/ 13921 h 213515"/>
                <a:gd name="csX28" fmla="*/ 230531 w 332873"/>
                <a:gd name="csY28" fmla="*/ 8074 h 213515"/>
                <a:gd name="csX29" fmla="*/ 225605 w 332873"/>
                <a:gd name="csY29" fmla="*/ 6671 h 213515"/>
                <a:gd name="csX30" fmla="*/ 201938 w 332873"/>
                <a:gd name="csY30" fmla="*/ 2182 h 213515"/>
                <a:gd name="csX31" fmla="*/ 178271 w 332873"/>
                <a:gd name="csY31" fmla="*/ 0 h 213515"/>
                <a:gd name="csX32" fmla="*/ 154603 w 332873"/>
                <a:gd name="csY32" fmla="*/ 0 h 213515"/>
                <a:gd name="csX33" fmla="*/ 130936 w 332873"/>
                <a:gd name="csY33" fmla="*/ 2182 h 213515"/>
                <a:gd name="csX34" fmla="*/ 107268 w 332873"/>
                <a:gd name="csY34" fmla="*/ 6671 h 213515"/>
                <a:gd name="csX35" fmla="*/ 102343 w 332873"/>
                <a:gd name="csY35" fmla="*/ 8074 h 213515"/>
                <a:gd name="csX36" fmla="*/ 83601 w 332873"/>
                <a:gd name="csY36" fmla="*/ 13921 h 213515"/>
                <a:gd name="csX37" fmla="*/ 62156 w 332873"/>
                <a:gd name="csY37" fmla="*/ 23256 h 213515"/>
                <a:gd name="csX38" fmla="*/ 59934 w 332873"/>
                <a:gd name="csY38" fmla="*/ 24389 h 213515"/>
                <a:gd name="csX39" fmla="*/ 38031 w 332873"/>
                <a:gd name="csY39" fmla="*/ 38439 h 213515"/>
                <a:gd name="csX40" fmla="*/ 36255 w 332873"/>
                <a:gd name="csY40" fmla="*/ 39868 h 213515"/>
                <a:gd name="csX41" fmla="*/ 21702 w 332873"/>
                <a:gd name="csY41" fmla="*/ 53621 h 213515"/>
                <a:gd name="csX42" fmla="*/ 12588 w 332873"/>
                <a:gd name="csY42" fmla="*/ 65644 h 213515"/>
                <a:gd name="csX43" fmla="*/ 10398 w 332873"/>
                <a:gd name="csY43" fmla="*/ 68803 h 213515"/>
                <a:gd name="csX44" fmla="*/ 3407 w 332873"/>
                <a:gd name="csY44" fmla="*/ 83985 h 213515"/>
                <a:gd name="csX45" fmla="*/ 0 w 332873"/>
                <a:gd name="csY45" fmla="*/ 99167 h 213515"/>
                <a:gd name="csX46" fmla="*/ 0 w 332873"/>
                <a:gd name="csY46" fmla="*/ 114348 h 213515"/>
                <a:gd name="csX47" fmla="*/ 3407 w 332873"/>
                <a:gd name="csY47" fmla="*/ 129531 h 213515"/>
                <a:gd name="csX48" fmla="*/ 10398 w 332873"/>
                <a:gd name="csY48" fmla="*/ 144713 h 213515"/>
                <a:gd name="csX49" fmla="*/ 12588 w 332873"/>
                <a:gd name="csY49" fmla="*/ 147871 h 213515"/>
                <a:gd name="csX50" fmla="*/ 21702 w 332873"/>
                <a:gd name="csY50" fmla="*/ 159895 h 213515"/>
                <a:gd name="csX51" fmla="*/ 36255 w 332873"/>
                <a:gd name="csY51" fmla="*/ 173648 h 213515"/>
                <a:gd name="csX52" fmla="*/ 38031 w 332873"/>
                <a:gd name="csY52" fmla="*/ 175077 h 213515"/>
                <a:gd name="csX53" fmla="*/ 59934 w 332873"/>
                <a:gd name="csY53" fmla="*/ 189126 h 213515"/>
                <a:gd name="csX54" fmla="*/ 62156 w 332873"/>
                <a:gd name="csY54" fmla="*/ 190260 h 213515"/>
                <a:gd name="csX55" fmla="*/ 83601 w 332873"/>
                <a:gd name="csY55" fmla="*/ 199595 h 213515"/>
                <a:gd name="csX56" fmla="*/ 102343 w 332873"/>
                <a:gd name="csY56" fmla="*/ 205442 h 213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32873" h="213515">
                  <a:moveTo>
                    <a:pt x="102343" y="205442"/>
                  </a:moveTo>
                  <a:lnTo>
                    <a:pt x="107268" y="206845"/>
                  </a:lnTo>
                  <a:lnTo>
                    <a:pt x="130936" y="211332"/>
                  </a:lnTo>
                  <a:lnTo>
                    <a:pt x="154603" y="213516"/>
                  </a:lnTo>
                  <a:lnTo>
                    <a:pt x="178271" y="213516"/>
                  </a:lnTo>
                  <a:lnTo>
                    <a:pt x="201938" y="211332"/>
                  </a:lnTo>
                  <a:lnTo>
                    <a:pt x="225605" y="206845"/>
                  </a:lnTo>
                  <a:lnTo>
                    <a:pt x="230531" y="205442"/>
                  </a:lnTo>
                  <a:lnTo>
                    <a:pt x="249284" y="199595"/>
                  </a:lnTo>
                  <a:lnTo>
                    <a:pt x="270717" y="190260"/>
                  </a:lnTo>
                  <a:lnTo>
                    <a:pt x="272951" y="189126"/>
                  </a:lnTo>
                  <a:lnTo>
                    <a:pt x="294854" y="175077"/>
                  </a:lnTo>
                  <a:lnTo>
                    <a:pt x="296619" y="173648"/>
                  </a:lnTo>
                  <a:lnTo>
                    <a:pt x="311172" y="159895"/>
                  </a:lnTo>
                  <a:lnTo>
                    <a:pt x="320286" y="147871"/>
                  </a:lnTo>
                  <a:lnTo>
                    <a:pt x="322475" y="144713"/>
                  </a:lnTo>
                  <a:lnTo>
                    <a:pt x="329467" y="129531"/>
                  </a:lnTo>
                  <a:lnTo>
                    <a:pt x="332874" y="114348"/>
                  </a:lnTo>
                  <a:lnTo>
                    <a:pt x="332874" y="99167"/>
                  </a:lnTo>
                  <a:lnTo>
                    <a:pt x="329467" y="83985"/>
                  </a:lnTo>
                  <a:lnTo>
                    <a:pt x="322475" y="68803"/>
                  </a:lnTo>
                  <a:lnTo>
                    <a:pt x="320286" y="65644"/>
                  </a:lnTo>
                  <a:lnTo>
                    <a:pt x="311172" y="53621"/>
                  </a:lnTo>
                  <a:lnTo>
                    <a:pt x="296619" y="39868"/>
                  </a:lnTo>
                  <a:lnTo>
                    <a:pt x="294854" y="38439"/>
                  </a:lnTo>
                  <a:lnTo>
                    <a:pt x="272951" y="24389"/>
                  </a:lnTo>
                  <a:lnTo>
                    <a:pt x="270717" y="23256"/>
                  </a:lnTo>
                  <a:lnTo>
                    <a:pt x="249284" y="13921"/>
                  </a:lnTo>
                  <a:lnTo>
                    <a:pt x="230531" y="8074"/>
                  </a:lnTo>
                  <a:lnTo>
                    <a:pt x="225605" y="6671"/>
                  </a:lnTo>
                  <a:lnTo>
                    <a:pt x="201938" y="2182"/>
                  </a:lnTo>
                  <a:lnTo>
                    <a:pt x="178271" y="0"/>
                  </a:lnTo>
                  <a:lnTo>
                    <a:pt x="154603" y="0"/>
                  </a:lnTo>
                  <a:lnTo>
                    <a:pt x="130936" y="2182"/>
                  </a:lnTo>
                  <a:lnTo>
                    <a:pt x="107268" y="6671"/>
                  </a:lnTo>
                  <a:lnTo>
                    <a:pt x="102343" y="8074"/>
                  </a:lnTo>
                  <a:lnTo>
                    <a:pt x="83601" y="13921"/>
                  </a:lnTo>
                  <a:lnTo>
                    <a:pt x="62156" y="23256"/>
                  </a:lnTo>
                  <a:lnTo>
                    <a:pt x="59934" y="24389"/>
                  </a:lnTo>
                  <a:lnTo>
                    <a:pt x="38031" y="38439"/>
                  </a:lnTo>
                  <a:lnTo>
                    <a:pt x="36255" y="39868"/>
                  </a:lnTo>
                  <a:lnTo>
                    <a:pt x="21702" y="53621"/>
                  </a:lnTo>
                  <a:lnTo>
                    <a:pt x="12588" y="65644"/>
                  </a:lnTo>
                  <a:lnTo>
                    <a:pt x="10398" y="68803"/>
                  </a:lnTo>
                  <a:lnTo>
                    <a:pt x="3407" y="83985"/>
                  </a:lnTo>
                  <a:lnTo>
                    <a:pt x="0" y="99167"/>
                  </a:lnTo>
                  <a:lnTo>
                    <a:pt x="0" y="114348"/>
                  </a:lnTo>
                  <a:lnTo>
                    <a:pt x="3407" y="129531"/>
                  </a:lnTo>
                  <a:lnTo>
                    <a:pt x="10398" y="144713"/>
                  </a:lnTo>
                  <a:lnTo>
                    <a:pt x="12588" y="147871"/>
                  </a:lnTo>
                  <a:lnTo>
                    <a:pt x="21702" y="159895"/>
                  </a:lnTo>
                  <a:lnTo>
                    <a:pt x="36255" y="173648"/>
                  </a:lnTo>
                  <a:lnTo>
                    <a:pt x="38031" y="175077"/>
                  </a:lnTo>
                  <a:lnTo>
                    <a:pt x="59934" y="189126"/>
                  </a:lnTo>
                  <a:lnTo>
                    <a:pt x="62156" y="190260"/>
                  </a:lnTo>
                  <a:lnTo>
                    <a:pt x="83601" y="199595"/>
                  </a:lnTo>
                  <a:lnTo>
                    <a:pt x="102343" y="20544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3C586C4C-D7F9-04AA-3EBD-2183793B942A}"/>
                </a:ext>
              </a:extLst>
            </p:cNvPr>
            <p:cNvSpPr/>
            <p:nvPr/>
          </p:nvSpPr>
          <p:spPr>
            <a:xfrm>
              <a:off x="1724933" y="3522685"/>
              <a:ext cx="279440" cy="179243"/>
            </a:xfrm>
            <a:custGeom>
              <a:avLst/>
              <a:gdLst>
                <a:gd name="csX0" fmla="*/ 88270 w 279440"/>
                <a:gd name="csY0" fmla="*/ 173124 h 179243"/>
                <a:gd name="csX1" fmla="*/ 104219 w 279440"/>
                <a:gd name="csY1" fmla="*/ 176660 h 179243"/>
                <a:gd name="csX2" fmla="*/ 127887 w 279440"/>
                <a:gd name="csY2" fmla="*/ 179243 h 179243"/>
                <a:gd name="csX3" fmla="*/ 151554 w 279440"/>
                <a:gd name="csY3" fmla="*/ 179243 h 179243"/>
                <a:gd name="csX4" fmla="*/ 175221 w 279440"/>
                <a:gd name="csY4" fmla="*/ 176660 h 179243"/>
                <a:gd name="csX5" fmla="*/ 191182 w 279440"/>
                <a:gd name="csY5" fmla="*/ 173124 h 179243"/>
                <a:gd name="csX6" fmla="*/ 198889 w 279440"/>
                <a:gd name="csY6" fmla="*/ 171198 h 179243"/>
                <a:gd name="csX7" fmla="*/ 222567 w 279440"/>
                <a:gd name="csY7" fmla="*/ 162148 h 179243"/>
                <a:gd name="csX8" fmla="*/ 230687 w 279440"/>
                <a:gd name="csY8" fmla="*/ 157942 h 179243"/>
                <a:gd name="csX9" fmla="*/ 246235 w 279440"/>
                <a:gd name="csY9" fmla="*/ 147970 h 179243"/>
                <a:gd name="csX10" fmla="*/ 252791 w 279440"/>
                <a:gd name="csY10" fmla="*/ 142759 h 179243"/>
                <a:gd name="csX11" fmla="*/ 266898 w 279440"/>
                <a:gd name="csY11" fmla="*/ 127577 h 179243"/>
                <a:gd name="csX12" fmla="*/ 269902 w 279440"/>
                <a:gd name="csY12" fmla="*/ 122627 h 179243"/>
                <a:gd name="csX13" fmla="*/ 275420 w 279440"/>
                <a:gd name="csY13" fmla="*/ 112395 h 179243"/>
                <a:gd name="csX14" fmla="*/ 279441 w 279440"/>
                <a:gd name="csY14" fmla="*/ 97213 h 179243"/>
                <a:gd name="csX15" fmla="*/ 279441 w 279440"/>
                <a:gd name="csY15" fmla="*/ 82032 h 179243"/>
                <a:gd name="csX16" fmla="*/ 275420 w 279440"/>
                <a:gd name="csY16" fmla="*/ 66849 h 179243"/>
                <a:gd name="csX17" fmla="*/ 269902 w 279440"/>
                <a:gd name="csY17" fmla="*/ 56617 h 179243"/>
                <a:gd name="csX18" fmla="*/ 266898 w 279440"/>
                <a:gd name="csY18" fmla="*/ 51667 h 179243"/>
                <a:gd name="csX19" fmla="*/ 252791 w 279440"/>
                <a:gd name="csY19" fmla="*/ 36485 h 179243"/>
                <a:gd name="csX20" fmla="*/ 246235 w 279440"/>
                <a:gd name="csY20" fmla="*/ 31275 h 179243"/>
                <a:gd name="csX21" fmla="*/ 230687 w 279440"/>
                <a:gd name="csY21" fmla="*/ 21303 h 179243"/>
                <a:gd name="csX22" fmla="*/ 222567 w 279440"/>
                <a:gd name="csY22" fmla="*/ 17097 h 179243"/>
                <a:gd name="csX23" fmla="*/ 198889 w 279440"/>
                <a:gd name="csY23" fmla="*/ 8046 h 179243"/>
                <a:gd name="csX24" fmla="*/ 191182 w 279440"/>
                <a:gd name="csY24" fmla="*/ 6121 h 179243"/>
                <a:gd name="csX25" fmla="*/ 175221 w 279440"/>
                <a:gd name="csY25" fmla="*/ 2584 h 179243"/>
                <a:gd name="csX26" fmla="*/ 151554 w 279440"/>
                <a:gd name="csY26" fmla="*/ 0 h 179243"/>
                <a:gd name="csX27" fmla="*/ 127887 w 279440"/>
                <a:gd name="csY27" fmla="*/ 0 h 179243"/>
                <a:gd name="csX28" fmla="*/ 104219 w 279440"/>
                <a:gd name="csY28" fmla="*/ 2584 h 179243"/>
                <a:gd name="csX29" fmla="*/ 88270 w 279440"/>
                <a:gd name="csY29" fmla="*/ 6121 h 179243"/>
                <a:gd name="csX30" fmla="*/ 80552 w 279440"/>
                <a:gd name="csY30" fmla="*/ 8046 h 179243"/>
                <a:gd name="csX31" fmla="*/ 56884 w 279440"/>
                <a:gd name="csY31" fmla="*/ 17097 h 179243"/>
                <a:gd name="csX32" fmla="*/ 48753 w 279440"/>
                <a:gd name="csY32" fmla="*/ 21303 h 179243"/>
                <a:gd name="csX33" fmla="*/ 33217 w 279440"/>
                <a:gd name="csY33" fmla="*/ 31275 h 179243"/>
                <a:gd name="csX34" fmla="*/ 26650 w 279440"/>
                <a:gd name="csY34" fmla="*/ 36485 h 179243"/>
                <a:gd name="csX35" fmla="*/ 12543 w 279440"/>
                <a:gd name="csY35" fmla="*/ 51667 h 179243"/>
                <a:gd name="csX36" fmla="*/ 9538 w 279440"/>
                <a:gd name="csY36" fmla="*/ 56617 h 179243"/>
                <a:gd name="csX37" fmla="*/ 4032 w 279440"/>
                <a:gd name="csY37" fmla="*/ 66849 h 179243"/>
                <a:gd name="csX38" fmla="*/ 0 w 279440"/>
                <a:gd name="csY38" fmla="*/ 82032 h 179243"/>
                <a:gd name="csX39" fmla="*/ 0 w 279440"/>
                <a:gd name="csY39" fmla="*/ 97213 h 179243"/>
                <a:gd name="csX40" fmla="*/ 4032 w 279440"/>
                <a:gd name="csY40" fmla="*/ 112395 h 179243"/>
                <a:gd name="csX41" fmla="*/ 9538 w 279440"/>
                <a:gd name="csY41" fmla="*/ 122627 h 179243"/>
                <a:gd name="csX42" fmla="*/ 12543 w 279440"/>
                <a:gd name="csY42" fmla="*/ 127577 h 179243"/>
                <a:gd name="csX43" fmla="*/ 26650 w 279440"/>
                <a:gd name="csY43" fmla="*/ 142759 h 179243"/>
                <a:gd name="csX44" fmla="*/ 33217 w 279440"/>
                <a:gd name="csY44" fmla="*/ 147970 h 179243"/>
                <a:gd name="csX45" fmla="*/ 48753 w 279440"/>
                <a:gd name="csY45" fmla="*/ 157942 h 179243"/>
                <a:gd name="csX46" fmla="*/ 56884 w 279440"/>
                <a:gd name="csY46" fmla="*/ 162148 h 179243"/>
                <a:gd name="csX47" fmla="*/ 80552 w 279440"/>
                <a:gd name="csY47" fmla="*/ 171198 h 179243"/>
                <a:gd name="csX48" fmla="*/ 88270 w 279440"/>
                <a:gd name="csY48" fmla="*/ 173124 h 1792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279440" h="179243">
                  <a:moveTo>
                    <a:pt x="88270" y="173124"/>
                  </a:moveTo>
                  <a:lnTo>
                    <a:pt x="104219" y="176660"/>
                  </a:lnTo>
                  <a:lnTo>
                    <a:pt x="127887" y="179243"/>
                  </a:lnTo>
                  <a:lnTo>
                    <a:pt x="151554" y="179243"/>
                  </a:lnTo>
                  <a:lnTo>
                    <a:pt x="175221" y="176660"/>
                  </a:lnTo>
                  <a:lnTo>
                    <a:pt x="191182" y="173124"/>
                  </a:lnTo>
                  <a:lnTo>
                    <a:pt x="198889" y="171198"/>
                  </a:lnTo>
                  <a:lnTo>
                    <a:pt x="222567" y="162148"/>
                  </a:lnTo>
                  <a:lnTo>
                    <a:pt x="230687" y="157942"/>
                  </a:lnTo>
                  <a:lnTo>
                    <a:pt x="246235" y="147970"/>
                  </a:lnTo>
                  <a:lnTo>
                    <a:pt x="252791" y="142759"/>
                  </a:lnTo>
                  <a:lnTo>
                    <a:pt x="266898" y="127577"/>
                  </a:lnTo>
                  <a:lnTo>
                    <a:pt x="269902" y="122627"/>
                  </a:lnTo>
                  <a:lnTo>
                    <a:pt x="275420" y="112395"/>
                  </a:lnTo>
                  <a:lnTo>
                    <a:pt x="279441" y="97213"/>
                  </a:lnTo>
                  <a:lnTo>
                    <a:pt x="279441" y="82032"/>
                  </a:lnTo>
                  <a:lnTo>
                    <a:pt x="275420" y="66849"/>
                  </a:lnTo>
                  <a:lnTo>
                    <a:pt x="269902" y="56617"/>
                  </a:lnTo>
                  <a:lnTo>
                    <a:pt x="266898" y="51667"/>
                  </a:lnTo>
                  <a:lnTo>
                    <a:pt x="252791" y="36485"/>
                  </a:lnTo>
                  <a:lnTo>
                    <a:pt x="246235" y="31275"/>
                  </a:lnTo>
                  <a:lnTo>
                    <a:pt x="230687" y="21303"/>
                  </a:lnTo>
                  <a:lnTo>
                    <a:pt x="222567" y="17097"/>
                  </a:lnTo>
                  <a:lnTo>
                    <a:pt x="198889" y="8046"/>
                  </a:lnTo>
                  <a:lnTo>
                    <a:pt x="191182" y="6121"/>
                  </a:lnTo>
                  <a:lnTo>
                    <a:pt x="175221" y="2584"/>
                  </a:lnTo>
                  <a:lnTo>
                    <a:pt x="151554" y="0"/>
                  </a:lnTo>
                  <a:lnTo>
                    <a:pt x="127887" y="0"/>
                  </a:lnTo>
                  <a:lnTo>
                    <a:pt x="104219" y="2584"/>
                  </a:lnTo>
                  <a:lnTo>
                    <a:pt x="88270" y="6121"/>
                  </a:lnTo>
                  <a:lnTo>
                    <a:pt x="80552" y="8046"/>
                  </a:lnTo>
                  <a:lnTo>
                    <a:pt x="56884" y="17097"/>
                  </a:lnTo>
                  <a:lnTo>
                    <a:pt x="48753" y="21303"/>
                  </a:lnTo>
                  <a:lnTo>
                    <a:pt x="33217" y="31275"/>
                  </a:lnTo>
                  <a:lnTo>
                    <a:pt x="26650" y="36485"/>
                  </a:lnTo>
                  <a:lnTo>
                    <a:pt x="12543" y="51667"/>
                  </a:lnTo>
                  <a:lnTo>
                    <a:pt x="9538" y="56617"/>
                  </a:lnTo>
                  <a:lnTo>
                    <a:pt x="4032" y="66849"/>
                  </a:lnTo>
                  <a:lnTo>
                    <a:pt x="0" y="82032"/>
                  </a:lnTo>
                  <a:lnTo>
                    <a:pt x="0" y="97213"/>
                  </a:lnTo>
                  <a:lnTo>
                    <a:pt x="4032" y="112395"/>
                  </a:lnTo>
                  <a:lnTo>
                    <a:pt x="9538" y="122627"/>
                  </a:lnTo>
                  <a:lnTo>
                    <a:pt x="12543" y="127577"/>
                  </a:lnTo>
                  <a:lnTo>
                    <a:pt x="26650" y="142759"/>
                  </a:lnTo>
                  <a:lnTo>
                    <a:pt x="33217" y="147970"/>
                  </a:lnTo>
                  <a:lnTo>
                    <a:pt x="48753" y="157942"/>
                  </a:lnTo>
                  <a:lnTo>
                    <a:pt x="56884" y="162148"/>
                  </a:lnTo>
                  <a:lnTo>
                    <a:pt x="80552" y="171198"/>
                  </a:lnTo>
                  <a:lnTo>
                    <a:pt x="88270" y="173124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E2E66A3-FD03-FE42-BADE-6C12C4B9DF78}"/>
                </a:ext>
              </a:extLst>
            </p:cNvPr>
            <p:cNvSpPr/>
            <p:nvPr/>
          </p:nvSpPr>
          <p:spPr>
            <a:xfrm>
              <a:off x="1753593" y="3541069"/>
              <a:ext cx="222120" cy="142477"/>
            </a:xfrm>
            <a:custGeom>
              <a:avLst/>
              <a:gdLst>
                <a:gd name="csX0" fmla="*/ 77279 w 222120"/>
                <a:gd name="csY0" fmla="*/ 139558 h 142477"/>
                <a:gd name="csX1" fmla="*/ 99227 w 222120"/>
                <a:gd name="csY1" fmla="*/ 142478 h 142477"/>
                <a:gd name="csX2" fmla="*/ 122894 w 222120"/>
                <a:gd name="csY2" fmla="*/ 142478 h 142477"/>
                <a:gd name="csX3" fmla="*/ 144841 w 222120"/>
                <a:gd name="csY3" fmla="*/ 139558 h 142477"/>
                <a:gd name="csX4" fmla="*/ 146561 w 222120"/>
                <a:gd name="csY4" fmla="*/ 139289 h 142477"/>
                <a:gd name="csX5" fmla="*/ 170229 w 222120"/>
                <a:gd name="csY5" fmla="*/ 131828 h 142477"/>
                <a:gd name="csX6" fmla="*/ 185586 w 222120"/>
                <a:gd name="csY6" fmla="*/ 124376 h 142477"/>
                <a:gd name="csX7" fmla="*/ 193907 w 222120"/>
                <a:gd name="csY7" fmla="*/ 119039 h 142477"/>
                <a:gd name="csX8" fmla="*/ 205523 w 222120"/>
                <a:gd name="csY8" fmla="*/ 109194 h 142477"/>
                <a:gd name="csX9" fmla="*/ 217150 w 222120"/>
                <a:gd name="csY9" fmla="*/ 94012 h 142477"/>
                <a:gd name="csX10" fmla="*/ 217575 w 222120"/>
                <a:gd name="csY10" fmla="*/ 92906 h 142477"/>
                <a:gd name="csX11" fmla="*/ 222121 w 222120"/>
                <a:gd name="csY11" fmla="*/ 78830 h 142477"/>
                <a:gd name="csX12" fmla="*/ 222121 w 222120"/>
                <a:gd name="csY12" fmla="*/ 63648 h 142477"/>
                <a:gd name="csX13" fmla="*/ 217575 w 222120"/>
                <a:gd name="csY13" fmla="*/ 49572 h 142477"/>
                <a:gd name="csX14" fmla="*/ 217150 w 222120"/>
                <a:gd name="csY14" fmla="*/ 48466 h 142477"/>
                <a:gd name="csX15" fmla="*/ 205523 w 222120"/>
                <a:gd name="csY15" fmla="*/ 33284 h 142477"/>
                <a:gd name="csX16" fmla="*/ 193907 w 222120"/>
                <a:gd name="csY16" fmla="*/ 23438 h 142477"/>
                <a:gd name="csX17" fmla="*/ 185586 w 222120"/>
                <a:gd name="csY17" fmla="*/ 18102 h 142477"/>
                <a:gd name="csX18" fmla="*/ 170229 w 222120"/>
                <a:gd name="csY18" fmla="*/ 10650 h 142477"/>
                <a:gd name="csX19" fmla="*/ 146561 w 222120"/>
                <a:gd name="csY19" fmla="*/ 3189 h 142477"/>
                <a:gd name="csX20" fmla="*/ 144841 w 222120"/>
                <a:gd name="csY20" fmla="*/ 2920 h 142477"/>
                <a:gd name="csX21" fmla="*/ 122894 w 222120"/>
                <a:gd name="csY21" fmla="*/ 0 h 142477"/>
                <a:gd name="csX22" fmla="*/ 99227 w 222120"/>
                <a:gd name="csY22" fmla="*/ 0 h 142477"/>
                <a:gd name="csX23" fmla="*/ 77279 w 222120"/>
                <a:gd name="csY23" fmla="*/ 2920 h 142477"/>
                <a:gd name="csX24" fmla="*/ 75559 w 222120"/>
                <a:gd name="csY24" fmla="*/ 3189 h 142477"/>
                <a:gd name="csX25" fmla="*/ 51892 w 222120"/>
                <a:gd name="csY25" fmla="*/ 10650 h 142477"/>
                <a:gd name="csX26" fmla="*/ 36545 w 222120"/>
                <a:gd name="csY26" fmla="*/ 18102 h 142477"/>
                <a:gd name="csX27" fmla="*/ 28224 w 222120"/>
                <a:gd name="csY27" fmla="*/ 23438 h 142477"/>
                <a:gd name="csX28" fmla="*/ 16608 w 222120"/>
                <a:gd name="csY28" fmla="*/ 33284 h 142477"/>
                <a:gd name="csX29" fmla="*/ 4970 w 222120"/>
                <a:gd name="csY29" fmla="*/ 48466 h 142477"/>
                <a:gd name="csX30" fmla="*/ 4557 w 222120"/>
                <a:gd name="csY30" fmla="*/ 49572 h 142477"/>
                <a:gd name="csX31" fmla="*/ 0 w 222120"/>
                <a:gd name="csY31" fmla="*/ 63648 h 142477"/>
                <a:gd name="csX32" fmla="*/ 0 w 222120"/>
                <a:gd name="csY32" fmla="*/ 78830 h 142477"/>
                <a:gd name="csX33" fmla="*/ 4557 w 222120"/>
                <a:gd name="csY33" fmla="*/ 92906 h 142477"/>
                <a:gd name="csX34" fmla="*/ 4970 w 222120"/>
                <a:gd name="csY34" fmla="*/ 94012 h 142477"/>
                <a:gd name="csX35" fmla="*/ 16608 w 222120"/>
                <a:gd name="csY35" fmla="*/ 109194 h 142477"/>
                <a:gd name="csX36" fmla="*/ 28224 w 222120"/>
                <a:gd name="csY36" fmla="*/ 119039 h 142477"/>
                <a:gd name="csX37" fmla="*/ 36545 w 222120"/>
                <a:gd name="csY37" fmla="*/ 124376 h 142477"/>
                <a:gd name="csX38" fmla="*/ 51892 w 222120"/>
                <a:gd name="csY38" fmla="*/ 131828 h 142477"/>
                <a:gd name="csX39" fmla="*/ 75559 w 222120"/>
                <a:gd name="csY39" fmla="*/ 139289 h 142477"/>
                <a:gd name="csX40" fmla="*/ 77279 w 222120"/>
                <a:gd name="csY40" fmla="*/ 139558 h 1424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22120" h="142477">
                  <a:moveTo>
                    <a:pt x="77279" y="139558"/>
                  </a:moveTo>
                  <a:lnTo>
                    <a:pt x="99227" y="142478"/>
                  </a:lnTo>
                  <a:lnTo>
                    <a:pt x="122894" y="142478"/>
                  </a:lnTo>
                  <a:lnTo>
                    <a:pt x="144841" y="139558"/>
                  </a:lnTo>
                  <a:lnTo>
                    <a:pt x="146561" y="139289"/>
                  </a:lnTo>
                  <a:lnTo>
                    <a:pt x="170229" y="131828"/>
                  </a:lnTo>
                  <a:lnTo>
                    <a:pt x="185586" y="124376"/>
                  </a:lnTo>
                  <a:lnTo>
                    <a:pt x="193907" y="119039"/>
                  </a:lnTo>
                  <a:lnTo>
                    <a:pt x="205523" y="109194"/>
                  </a:lnTo>
                  <a:lnTo>
                    <a:pt x="217150" y="94012"/>
                  </a:lnTo>
                  <a:lnTo>
                    <a:pt x="217575" y="92906"/>
                  </a:lnTo>
                  <a:lnTo>
                    <a:pt x="222121" y="78830"/>
                  </a:lnTo>
                  <a:lnTo>
                    <a:pt x="222121" y="63648"/>
                  </a:lnTo>
                  <a:lnTo>
                    <a:pt x="217575" y="49572"/>
                  </a:lnTo>
                  <a:lnTo>
                    <a:pt x="217150" y="48466"/>
                  </a:lnTo>
                  <a:lnTo>
                    <a:pt x="205523" y="33284"/>
                  </a:lnTo>
                  <a:lnTo>
                    <a:pt x="193907" y="23438"/>
                  </a:lnTo>
                  <a:lnTo>
                    <a:pt x="185586" y="18102"/>
                  </a:lnTo>
                  <a:lnTo>
                    <a:pt x="170229" y="10650"/>
                  </a:lnTo>
                  <a:lnTo>
                    <a:pt x="146561" y="3189"/>
                  </a:lnTo>
                  <a:lnTo>
                    <a:pt x="144841" y="2920"/>
                  </a:lnTo>
                  <a:lnTo>
                    <a:pt x="122894" y="0"/>
                  </a:lnTo>
                  <a:lnTo>
                    <a:pt x="99227" y="0"/>
                  </a:lnTo>
                  <a:lnTo>
                    <a:pt x="77279" y="2920"/>
                  </a:lnTo>
                  <a:lnTo>
                    <a:pt x="75559" y="3189"/>
                  </a:lnTo>
                  <a:lnTo>
                    <a:pt x="51892" y="10650"/>
                  </a:lnTo>
                  <a:lnTo>
                    <a:pt x="36545" y="18102"/>
                  </a:lnTo>
                  <a:lnTo>
                    <a:pt x="28224" y="23438"/>
                  </a:lnTo>
                  <a:lnTo>
                    <a:pt x="16608" y="33284"/>
                  </a:lnTo>
                  <a:lnTo>
                    <a:pt x="4970" y="48466"/>
                  </a:lnTo>
                  <a:lnTo>
                    <a:pt x="4557" y="49572"/>
                  </a:lnTo>
                  <a:lnTo>
                    <a:pt x="0" y="63648"/>
                  </a:lnTo>
                  <a:lnTo>
                    <a:pt x="0" y="78830"/>
                  </a:lnTo>
                  <a:lnTo>
                    <a:pt x="4557" y="92906"/>
                  </a:lnTo>
                  <a:lnTo>
                    <a:pt x="4970" y="94012"/>
                  </a:lnTo>
                  <a:lnTo>
                    <a:pt x="16608" y="109194"/>
                  </a:lnTo>
                  <a:lnTo>
                    <a:pt x="28224" y="119039"/>
                  </a:lnTo>
                  <a:lnTo>
                    <a:pt x="36545" y="124376"/>
                  </a:lnTo>
                  <a:lnTo>
                    <a:pt x="51892" y="131828"/>
                  </a:lnTo>
                  <a:lnTo>
                    <a:pt x="75559" y="139289"/>
                  </a:lnTo>
                  <a:lnTo>
                    <a:pt x="77279" y="13955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A28C8097-F340-BA34-4BFE-C92F72C69247}"/>
                </a:ext>
              </a:extLst>
            </p:cNvPr>
            <p:cNvSpPr/>
            <p:nvPr/>
          </p:nvSpPr>
          <p:spPr>
            <a:xfrm>
              <a:off x="1788083" y="3563189"/>
              <a:ext cx="153151" cy="98236"/>
            </a:xfrm>
            <a:custGeom>
              <a:avLst/>
              <a:gdLst>
                <a:gd name="csX0" fmla="*/ 64736 w 153151"/>
                <a:gd name="csY0" fmla="*/ 98237 h 98236"/>
                <a:gd name="csX1" fmla="*/ 41069 w 153151"/>
                <a:gd name="csY1" fmla="*/ 93194 h 98236"/>
                <a:gd name="csX2" fmla="*/ 26884 w 153151"/>
                <a:gd name="csY2" fmla="*/ 87073 h 98236"/>
                <a:gd name="csX3" fmla="*/ 17402 w 153151"/>
                <a:gd name="csY3" fmla="*/ 80990 h 98236"/>
                <a:gd name="csX4" fmla="*/ 7852 w 153151"/>
                <a:gd name="csY4" fmla="*/ 71891 h 98236"/>
                <a:gd name="csX5" fmla="*/ 0 w 153151"/>
                <a:gd name="csY5" fmla="*/ 56709 h 98236"/>
                <a:gd name="csX6" fmla="*/ 0 w 153151"/>
                <a:gd name="csY6" fmla="*/ 41528 h 98236"/>
                <a:gd name="csX7" fmla="*/ 7852 w 153151"/>
                <a:gd name="csY7" fmla="*/ 26346 h 98236"/>
                <a:gd name="csX8" fmla="*/ 17402 w 153151"/>
                <a:gd name="csY8" fmla="*/ 17247 h 98236"/>
                <a:gd name="csX9" fmla="*/ 26884 w 153151"/>
                <a:gd name="csY9" fmla="*/ 11164 h 98236"/>
                <a:gd name="csX10" fmla="*/ 41069 w 153151"/>
                <a:gd name="csY10" fmla="*/ 5043 h 98236"/>
                <a:gd name="csX11" fmla="*/ 64736 w 153151"/>
                <a:gd name="csY11" fmla="*/ 0 h 98236"/>
                <a:gd name="csX12" fmla="*/ 88404 w 153151"/>
                <a:gd name="csY12" fmla="*/ 0 h 98236"/>
                <a:gd name="csX13" fmla="*/ 112071 w 153151"/>
                <a:gd name="csY13" fmla="*/ 5043 h 98236"/>
                <a:gd name="csX14" fmla="*/ 126256 w 153151"/>
                <a:gd name="csY14" fmla="*/ 11164 h 98236"/>
                <a:gd name="csX15" fmla="*/ 135739 w 153151"/>
                <a:gd name="csY15" fmla="*/ 17247 h 98236"/>
                <a:gd name="csX16" fmla="*/ 145288 w 153151"/>
                <a:gd name="csY16" fmla="*/ 26346 h 98236"/>
                <a:gd name="csX17" fmla="*/ 153151 w 153151"/>
                <a:gd name="csY17" fmla="*/ 41528 h 98236"/>
                <a:gd name="csX18" fmla="*/ 153151 w 153151"/>
                <a:gd name="csY18" fmla="*/ 56709 h 98236"/>
                <a:gd name="csX19" fmla="*/ 145288 w 153151"/>
                <a:gd name="csY19" fmla="*/ 71891 h 98236"/>
                <a:gd name="csX20" fmla="*/ 135739 w 153151"/>
                <a:gd name="csY20" fmla="*/ 80990 h 98236"/>
                <a:gd name="csX21" fmla="*/ 126256 w 153151"/>
                <a:gd name="csY21" fmla="*/ 87073 h 98236"/>
                <a:gd name="csX22" fmla="*/ 112071 w 153151"/>
                <a:gd name="csY22" fmla="*/ 93194 h 98236"/>
                <a:gd name="csX23" fmla="*/ 88404 w 153151"/>
                <a:gd name="csY23" fmla="*/ 98237 h 98236"/>
                <a:gd name="csX24" fmla="*/ 64736 w 153151"/>
                <a:gd name="csY24" fmla="*/ 98237 h 98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53151" h="98236">
                  <a:moveTo>
                    <a:pt x="64736" y="98237"/>
                  </a:moveTo>
                  <a:lnTo>
                    <a:pt x="41069" y="93194"/>
                  </a:lnTo>
                  <a:lnTo>
                    <a:pt x="26884" y="87073"/>
                  </a:lnTo>
                  <a:lnTo>
                    <a:pt x="17402" y="80990"/>
                  </a:lnTo>
                  <a:lnTo>
                    <a:pt x="7852" y="71891"/>
                  </a:lnTo>
                  <a:lnTo>
                    <a:pt x="0" y="56709"/>
                  </a:lnTo>
                  <a:lnTo>
                    <a:pt x="0" y="41528"/>
                  </a:lnTo>
                  <a:lnTo>
                    <a:pt x="7852" y="26346"/>
                  </a:lnTo>
                  <a:lnTo>
                    <a:pt x="17402" y="17247"/>
                  </a:lnTo>
                  <a:lnTo>
                    <a:pt x="26884" y="11164"/>
                  </a:lnTo>
                  <a:lnTo>
                    <a:pt x="41069" y="5043"/>
                  </a:lnTo>
                  <a:lnTo>
                    <a:pt x="64736" y="0"/>
                  </a:lnTo>
                  <a:lnTo>
                    <a:pt x="88404" y="0"/>
                  </a:lnTo>
                  <a:lnTo>
                    <a:pt x="112071" y="5043"/>
                  </a:lnTo>
                  <a:lnTo>
                    <a:pt x="126256" y="11164"/>
                  </a:lnTo>
                  <a:lnTo>
                    <a:pt x="135739" y="17247"/>
                  </a:lnTo>
                  <a:lnTo>
                    <a:pt x="145288" y="26346"/>
                  </a:lnTo>
                  <a:lnTo>
                    <a:pt x="153151" y="41528"/>
                  </a:lnTo>
                  <a:lnTo>
                    <a:pt x="153151" y="56709"/>
                  </a:lnTo>
                  <a:lnTo>
                    <a:pt x="145288" y="71891"/>
                  </a:lnTo>
                  <a:lnTo>
                    <a:pt x="135739" y="80990"/>
                  </a:lnTo>
                  <a:lnTo>
                    <a:pt x="126256" y="87073"/>
                  </a:lnTo>
                  <a:lnTo>
                    <a:pt x="112071" y="93194"/>
                  </a:lnTo>
                  <a:lnTo>
                    <a:pt x="88404" y="98237"/>
                  </a:lnTo>
                  <a:lnTo>
                    <a:pt x="64736" y="98237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3C1F0C8-0A08-0280-6A8B-4144D1887BE5}"/>
                  </a:ext>
                </a:extLst>
              </p:cNvPr>
              <p:cNvSpPr txBox="1"/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3C1F0C8-0A08-0280-6A8B-4144D1887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05B35683-8961-D783-D112-DCC63E6301AA}"/>
                  </a:ext>
                </a:extLst>
              </p:cNvPr>
              <p:cNvSpPr txBox="1"/>
              <p:nvPr/>
            </p:nvSpPr>
            <p:spPr bwMode="gray">
              <a:xfrm>
                <a:off x="2740895" y="1472272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05B35683-8961-D783-D112-DCC63E630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40895" y="1472272"/>
                <a:ext cx="2215487" cy="4739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FD50C204-A1A3-9CAE-0547-352B6BA2E48F}"/>
                  </a:ext>
                </a:extLst>
              </p:cNvPr>
              <p:cNvSpPr txBox="1"/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FD50C204-A1A3-9CAE-0547-352B6BA2E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9170D5A0-D0B2-59A1-688F-55A7E00D4A0B}"/>
                  </a:ext>
                </a:extLst>
              </p:cNvPr>
              <p:cNvSpPr txBox="1"/>
              <p:nvPr/>
            </p:nvSpPr>
            <p:spPr bwMode="gray">
              <a:xfrm>
                <a:off x="1613219" y="2444285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9170D5A0-D0B2-59A1-688F-55A7E00D4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3219" y="2444285"/>
                <a:ext cx="658034" cy="254929"/>
              </a:xfrm>
              <a:prstGeom prst="rect">
                <a:avLst/>
              </a:prstGeom>
              <a:blipFill>
                <a:blip r:embed="rId12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0158FF20-2E00-4611-5BF5-39044041880B}"/>
                  </a:ext>
                </a:extLst>
              </p:cNvPr>
              <p:cNvSpPr txBox="1"/>
              <p:nvPr/>
            </p:nvSpPr>
            <p:spPr bwMode="gray">
              <a:xfrm>
                <a:off x="4557253" y="2444284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0158FF20-2E00-4611-5BF5-390440418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57253" y="2444284"/>
                <a:ext cx="658034" cy="254929"/>
              </a:xfrm>
              <a:prstGeom prst="rect">
                <a:avLst/>
              </a:prstGeom>
              <a:blipFill>
                <a:blip r:embed="rId1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FAFDED50-9A50-14CA-C7E3-29AF6F3B10FA}"/>
                  </a:ext>
                </a:extLst>
              </p:cNvPr>
              <p:cNvSpPr txBox="1"/>
              <p:nvPr/>
            </p:nvSpPr>
            <p:spPr bwMode="gray">
              <a:xfrm>
                <a:off x="7386430" y="2444284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FAFDED50-9A50-14CA-C7E3-29AF6F3B1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6430" y="2444284"/>
                <a:ext cx="658034" cy="254929"/>
              </a:xfrm>
              <a:prstGeom prst="rect">
                <a:avLst/>
              </a:prstGeom>
              <a:blipFill>
                <a:blip r:embed="rId1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87893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10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10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10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0" dur="10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5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0" dur="1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5" dur="10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80" dur="10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315" grpId="0"/>
      <p:bldP spid="3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3E2D5-3FB7-F1EE-3D2A-BA68B64F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69">
            <a:extLst>
              <a:ext uri="{FF2B5EF4-FFF2-40B4-BE49-F238E27FC236}">
                <a16:creationId xmlns:a16="http://schemas.microsoft.com/office/drawing/2014/main" id="{0DF3C806-7974-3419-5C6B-A63B40364108}"/>
              </a:ext>
            </a:extLst>
          </p:cNvPr>
          <p:cNvSpPr txBox="1"/>
          <p:nvPr/>
        </p:nvSpPr>
        <p:spPr bwMode="gray">
          <a:xfrm>
            <a:off x="4233232" y="2967683"/>
            <a:ext cx="3816874" cy="73866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40141C-143F-E3B6-F481-6CB016CCD88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</p:spPr>
            <p:txBody>
              <a:bodyPr/>
              <a:lstStyle/>
              <a:p>
                <a:r>
                  <a:rPr lang="en-US" dirty="0"/>
                  <a:t>The two messages are 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!</a:t>
                </a:r>
              </a:p>
              <a:p>
                <a:r>
                  <a:rPr lang="en-US" dirty="0"/>
                  <a:t>There is no analytical solution to solve them simultaneously</a:t>
                </a:r>
              </a:p>
              <a:p>
                <a:r>
                  <a:rPr lang="en-US" dirty="0"/>
                  <a:t>Thus, they get iterated until convergence from a start-point given by the i</a:t>
                </a:r>
                <a:r>
                  <a:rPr lang="en-US" dirty="0">
                    <a:solidFill>
                      <a:schemeClr val="tx1"/>
                    </a:solidFill>
                  </a:rPr>
                  <a:t>ncoming messages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Gam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40141C-143F-E3B6-F481-6CB016CCD8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  <a:blipFill>
                <a:blip r:embed="rId2"/>
                <a:stretch>
                  <a:fillRect t="-1149"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1F111F8-5ABD-9081-D00C-1422174E0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869F8A-38E5-AA74-CD60-34C9B02DC91C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869F8A-38E5-AA74-CD60-34C9B02DC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4FA97905-518B-A42F-C460-FE2B4D59B043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20EB59-677A-CB8C-B504-1A83D8DAF537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096B374-0F23-528A-0411-6D2AA3AF6035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096B374-0F23-528A-0411-6D2AA3AF60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AD3DFB-3B0E-4B71-B116-48F54966F58C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5B9F96-A715-91DA-D138-A4A08A7D5D0C}"/>
                  </a:ext>
                </a:extLst>
              </p:cNvPr>
              <p:cNvSpPr txBox="1"/>
              <p:nvPr/>
            </p:nvSpPr>
            <p:spPr bwMode="gray">
              <a:xfrm>
                <a:off x="1609251" y="1247426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5B9F96-A715-91DA-D138-A4A08A7D5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09251" y="1247426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863C7A-93DF-D30E-468C-BAB18DAF64D1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863C7A-93DF-D30E-468C-BAB18DAF6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6C2609-F1EE-E635-1301-5A509F3EB30A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39DF72-F657-14BE-5193-0E10A5DC4A70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39DF72-F657-14BE-5193-0E10A5DC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B8AA910-916D-3C7D-27A9-BD8C3D701E9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CC4B5B0-254C-D76E-7A18-DE803ED7147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9B88B6-2810-626D-7529-EFEE8DDBD46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DF360F6-5CD5-782B-7831-4CD923680AB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69DCB95-D251-E22B-1B7D-15607B55B383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69DCB95-D251-E22B-1B7D-15607B55B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437A9B9-393C-0A2D-9752-8A91EB9BB65D}"/>
              </a:ext>
            </a:extLst>
          </p:cNvPr>
          <p:cNvSpPr txBox="1"/>
          <p:nvPr/>
        </p:nvSpPr>
        <p:spPr bwMode="gray">
          <a:xfrm>
            <a:off x="4233232" y="1970269"/>
            <a:ext cx="3029384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5701F65-9650-A01D-4272-5560C388DE69}"/>
                  </a:ext>
                </a:extLst>
              </p:cNvPr>
              <p:cNvSpPr txBox="1"/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5701F65-9650-A01D-4272-5560C388D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blipFill>
                <a:blip r:embed="rId10"/>
                <a:stretch>
                  <a:fillRect l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81C975B-ABBC-5857-EDFD-254906FFFC83}"/>
                  </a:ext>
                </a:extLst>
              </p:cNvPr>
              <p:cNvSpPr txBox="1"/>
              <p:nvPr/>
            </p:nvSpPr>
            <p:spPr bwMode="gray">
              <a:xfrm>
                <a:off x="2081021" y="253083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12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sSup>
                                                  <m:sSup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𝑋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𝑦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og</m:t>
                                            </m:r>
                                          </m:fName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81C975B-ABBC-5857-EDFD-254906FFF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2530838"/>
                <a:ext cx="2223876" cy="9908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4BBBFB-9E5B-BEFD-C4FA-57C47345BBCB}"/>
                  </a:ext>
                </a:extLst>
              </p:cNvPr>
              <p:cNvSpPr txBox="1"/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4BBBFB-9E5B-BEFD-C4FA-57C47345B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80925E-A84A-8850-2BC8-D6604211A3C8}"/>
                  </a:ext>
                </a:extLst>
              </p:cNvPr>
              <p:cNvSpPr txBox="1"/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80925E-A84A-8850-2BC8-D6604211A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E90E07D-1AD4-B081-B2EC-0EF88B07FF69}"/>
                  </a:ext>
                </a:extLst>
              </p:cNvPr>
              <p:cNvSpPr txBox="1"/>
              <p:nvPr/>
            </p:nvSpPr>
            <p:spPr bwMode="gray">
              <a:xfrm>
                <a:off x="4896207" y="2225865"/>
                <a:ext cx="2156014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E90E07D-1AD4-B081-B2EC-0EF88B07F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6207" y="2225865"/>
                <a:ext cx="2156014" cy="30726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66EE96A-1EA5-E09A-7F5B-69E4477CC943}"/>
                  </a:ext>
                </a:extLst>
              </p:cNvPr>
              <p:cNvSpPr txBox="1"/>
              <p:nvPr/>
            </p:nvSpPr>
            <p:spPr bwMode="gray">
              <a:xfrm>
                <a:off x="4891179" y="3230000"/>
                <a:ext cx="3278156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66EE96A-1EA5-E09A-7F5B-69E4477C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1179" y="3230000"/>
                <a:ext cx="3278156" cy="5173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B495A32-6D4C-470F-5C30-BE2C4C9A2592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2456635" y="1927503"/>
            <a:ext cx="224956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A123672-99D3-E090-7F19-B639B4AEB1A0}"/>
                  </a:ext>
                </a:extLst>
              </p:cNvPr>
              <p:cNvSpPr txBox="1"/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A123672-99D3-E090-7F19-B639B4AEB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E06B50F1-2AEC-1F97-4ECB-839E2ECA1E4D}"/>
              </a:ext>
            </a:extLst>
          </p:cNvPr>
          <p:cNvSpPr/>
          <p:nvPr/>
        </p:nvSpPr>
        <p:spPr bwMode="gray">
          <a:xfrm>
            <a:off x="2681591" y="2040939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7E46C96-92DA-93BD-6C9B-BA1133609F07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3627458" y="1934692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3DEC93-A56A-F199-0553-AD80F8FB17CA}"/>
                  </a:ext>
                </a:extLst>
              </p:cNvPr>
              <p:cNvSpPr txBox="1"/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3DEC93-A56A-F199-0553-AD80F8FB1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DB7D270B-E1A3-7C0D-8E1E-EBB98F7C286B}"/>
              </a:ext>
            </a:extLst>
          </p:cNvPr>
          <p:cNvSpPr/>
          <p:nvPr/>
        </p:nvSpPr>
        <p:spPr bwMode="gray">
          <a:xfrm>
            <a:off x="3199852" y="1940961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FA46B52-9737-0370-A266-0B5B232441D8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2358399" y="2710998"/>
            <a:ext cx="353266" cy="3001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D0019DB-2EA3-018E-8BE2-A5B2AAAE5E1A}"/>
                  </a:ext>
                </a:extLst>
              </p:cNvPr>
              <p:cNvSpPr txBox="1"/>
              <p:nvPr/>
            </p:nvSpPr>
            <p:spPr bwMode="gray">
              <a:xfrm>
                <a:off x="1982785" y="2617471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D0019DB-2EA3-018E-8BE2-A5B2AAAE5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82785" y="2617471"/>
                <a:ext cx="375614" cy="1870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5E7B261-18C3-4E60-EE20-DBE7EC98685A}"/>
              </a:ext>
            </a:extLst>
          </p:cNvPr>
          <p:cNvSpPr/>
          <p:nvPr/>
        </p:nvSpPr>
        <p:spPr bwMode="gray">
          <a:xfrm>
            <a:off x="2711665" y="2634380"/>
            <a:ext cx="717335" cy="75347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41AEAB2-C9E3-2B11-6A56-4C94C4E45544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3980345" y="2708540"/>
            <a:ext cx="285274" cy="309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5DED748-6818-26D9-B1D3-DDD6B5C00D74}"/>
                  </a:ext>
                </a:extLst>
              </p:cNvPr>
              <p:cNvSpPr txBox="1"/>
              <p:nvPr/>
            </p:nvSpPr>
            <p:spPr bwMode="gray">
              <a:xfrm>
                <a:off x="4265619" y="2615013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5DED748-6818-26D9-B1D3-DDD6B5C00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65619" y="2615013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23C7A0E-5840-DA69-3AF5-A3DBD0684515}"/>
              </a:ext>
            </a:extLst>
          </p:cNvPr>
          <p:cNvSpPr/>
          <p:nvPr/>
        </p:nvSpPr>
        <p:spPr bwMode="gray">
          <a:xfrm>
            <a:off x="3552739" y="2841105"/>
            <a:ext cx="427606" cy="3547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BC21B19-B714-F641-9AF4-27EDCCD70904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 flipV="1">
            <a:off x="6854825" y="2393503"/>
            <a:ext cx="577210" cy="19773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D26003-38F7-A51F-CA4D-29E9A1484B05}"/>
                  </a:ext>
                </a:extLst>
              </p:cNvPr>
              <p:cNvSpPr txBox="1"/>
              <p:nvPr/>
            </p:nvSpPr>
            <p:spPr bwMode="gray">
              <a:xfrm>
                <a:off x="7432035" y="2497712"/>
                <a:ext cx="157715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D26003-38F7-A51F-CA4D-29E9A1484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32035" y="2497712"/>
                <a:ext cx="1577150" cy="187054"/>
              </a:xfrm>
              <a:prstGeom prst="roundRect">
                <a:avLst/>
              </a:prstGeom>
              <a:blipFill>
                <a:blip r:embed="rId20"/>
                <a:stretch>
                  <a:fillRect b="-1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7B454FF-4930-47A7-B1F9-080ECF3DB866}"/>
              </a:ext>
            </a:extLst>
          </p:cNvPr>
          <p:cNvSpPr/>
          <p:nvPr/>
        </p:nvSpPr>
        <p:spPr bwMode="gray">
          <a:xfrm>
            <a:off x="6279614" y="2289294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2088C54-5931-C16E-D3E7-39AF2B29CD61}"/>
              </a:ext>
            </a:extLst>
          </p:cNvPr>
          <p:cNvCxnSpPr>
            <a:cxnSpLocks/>
            <a:stCxn id="88" idx="1"/>
            <a:endCxn id="89" idx="0"/>
          </p:cNvCxnSpPr>
          <p:nvPr/>
        </p:nvCxnSpPr>
        <p:spPr bwMode="gray">
          <a:xfrm>
            <a:off x="7428024" y="2833117"/>
            <a:ext cx="189850" cy="56326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0623F8D-B9E7-332B-18B8-04B1815AD567}"/>
                  </a:ext>
                </a:extLst>
              </p:cNvPr>
              <p:cNvSpPr txBox="1"/>
              <p:nvPr/>
            </p:nvSpPr>
            <p:spPr bwMode="gray">
              <a:xfrm>
                <a:off x="7428024" y="2739590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0623F8D-B9E7-332B-18B8-04B1815AD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28024" y="2739590"/>
                <a:ext cx="1483360" cy="187054"/>
              </a:xfrm>
              <a:prstGeom prst="round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56DB2A83-516A-94DB-A86A-DC7A8B9DA83D}"/>
              </a:ext>
            </a:extLst>
          </p:cNvPr>
          <p:cNvSpPr/>
          <p:nvPr/>
        </p:nvSpPr>
        <p:spPr bwMode="gray">
          <a:xfrm>
            <a:off x="7311642" y="3396381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158136-FC59-00C9-3A4C-81F8F56F08DC}"/>
                  </a:ext>
                </a:extLst>
              </p:cNvPr>
              <p:cNvSpPr txBox="1"/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158136-FC59-00C9-3A4C-81F8F56F0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blipFill>
                <a:blip r:embed="rId2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A1CA89-7600-EE37-B6EC-7B58ED62447E}"/>
                  </a:ext>
                </a:extLst>
              </p:cNvPr>
              <p:cNvSpPr txBox="1"/>
              <p:nvPr/>
            </p:nvSpPr>
            <p:spPr bwMode="gray">
              <a:xfrm>
                <a:off x="2081021" y="1471288"/>
                <a:ext cx="3121008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func>
                                    <m:func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</m:d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𝑋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𝑦</m:t>
                                                  </m:r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A1CA89-7600-EE37-B6EC-7B58ED624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1471288"/>
                <a:ext cx="3121008" cy="53794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36D471A1-C4E2-D900-1CE6-16CCBC80E6FB}"/>
              </a:ext>
            </a:extLst>
          </p:cNvPr>
          <p:cNvSpPr/>
          <p:nvPr/>
        </p:nvSpPr>
        <p:spPr bwMode="gray">
          <a:xfrm>
            <a:off x="5919516" y="3263054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168BBAE5-DCDF-AE93-F47F-5AB90B8C70E4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flipH="1">
            <a:off x="6257477" y="2833117"/>
            <a:ext cx="1170547" cy="42993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C42D334A-3C22-82AF-5446-350CB8515303}"/>
              </a:ext>
            </a:extLst>
          </p:cNvPr>
          <p:cNvSpPr/>
          <p:nvPr/>
        </p:nvSpPr>
        <p:spPr bwMode="gray">
          <a:xfrm>
            <a:off x="5660521" y="2289294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273D2F61-32E7-AAF0-064B-EB9BDB841BC8}"/>
              </a:ext>
            </a:extLst>
          </p:cNvPr>
          <p:cNvCxnSpPr>
            <a:cxnSpLocks/>
            <a:endCxn id="95" idx="2"/>
          </p:cNvCxnSpPr>
          <p:nvPr/>
        </p:nvCxnSpPr>
        <p:spPr bwMode="gray">
          <a:xfrm rot="10800000">
            <a:off x="5948127" y="2497713"/>
            <a:ext cx="1483908" cy="93527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947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4" grpId="0" animBg="1"/>
      <p:bldP spid="5" grpId="0" animBg="1"/>
      <p:bldP spid="7" grpId="0" animBg="1"/>
      <p:bldP spid="9" grpId="0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1" grpId="0"/>
      <p:bldP spid="20" grpId="0"/>
      <p:bldP spid="84" grpId="0" animBg="1"/>
      <p:bldP spid="9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68C85-1212-8D6A-6E53-67355DAC7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B453003-00E8-82B0-0BAA-39776E9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F26487C0-6514-F9EA-15A2-87870716F9E8}"/>
                  </a:ext>
                </a:extLst>
              </p:cNvPr>
              <p:cNvSpPr txBox="1"/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F26487C0-6514-F9EA-15A2-87870716F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C78EACA7-E8FD-1F5B-0EA9-3A9E5E890A5C}"/>
                  </a:ext>
                </a:extLst>
              </p:cNvPr>
              <p:cNvSpPr txBox="1"/>
              <p:nvPr/>
            </p:nvSpPr>
            <p:spPr bwMode="gray">
              <a:xfrm>
                <a:off x="2740895" y="1472272"/>
                <a:ext cx="247740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3,0.5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C78EACA7-E8FD-1F5B-0EA9-3A9E5E890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40895" y="1472272"/>
                <a:ext cx="2477407" cy="4739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1C839E86-CF3B-B5F4-7366-2F28E27A3ABE}"/>
                  </a:ext>
                </a:extLst>
              </p:cNvPr>
              <p:cNvSpPr txBox="1"/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1C839E86-CF3B-B5F4-7366-2F28E27A3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TextBox 313">
            <a:extLst>
              <a:ext uri="{FF2B5EF4-FFF2-40B4-BE49-F238E27FC236}">
                <a16:creationId xmlns:a16="http://schemas.microsoft.com/office/drawing/2014/main" id="{165AEFAC-8E7D-1204-D4B2-B40F4609857B}"/>
              </a:ext>
            </a:extLst>
          </p:cNvPr>
          <p:cNvSpPr txBox="1"/>
          <p:nvPr/>
        </p:nvSpPr>
        <p:spPr bwMode="gray">
          <a:xfrm>
            <a:off x="1284202" y="2491176"/>
            <a:ext cx="658034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Start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14FA6F3E-C336-050D-5500-00ADB833C731}"/>
              </a:ext>
            </a:extLst>
          </p:cNvPr>
          <p:cNvSpPr txBox="1"/>
          <p:nvPr/>
        </p:nvSpPr>
        <p:spPr bwMode="gray">
          <a:xfrm>
            <a:off x="4157006" y="2491175"/>
            <a:ext cx="875843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Iteration 1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4EFBBD8-6853-3C1C-EDE9-CC326436399C}"/>
              </a:ext>
            </a:extLst>
          </p:cNvPr>
          <p:cNvSpPr txBox="1"/>
          <p:nvPr/>
        </p:nvSpPr>
        <p:spPr bwMode="gray">
          <a:xfrm>
            <a:off x="7094921" y="2491175"/>
            <a:ext cx="963427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Iteration 2</a:t>
            </a:r>
          </a:p>
        </p:txBody>
      </p: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53FFA168-F547-5BFA-7B32-3015B3755B7A}"/>
              </a:ext>
            </a:extLst>
          </p:cNvPr>
          <p:cNvGrpSpPr/>
          <p:nvPr/>
        </p:nvGrpSpPr>
        <p:grpSpPr>
          <a:xfrm>
            <a:off x="177353" y="2860026"/>
            <a:ext cx="2871732" cy="1914488"/>
            <a:chOff x="177353" y="3076904"/>
            <a:chExt cx="2871732" cy="1914488"/>
          </a:xfrm>
        </p:grpSpPr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33514C58-997D-6328-6BE0-880466084830}"/>
                </a:ext>
              </a:extLst>
            </p:cNvPr>
            <p:cNvSpPr/>
            <p:nvPr/>
          </p:nvSpPr>
          <p:spPr>
            <a:xfrm>
              <a:off x="177353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19DBDD6-10CD-D115-B421-29CAC9DDE19C}"/>
                </a:ext>
              </a:extLst>
            </p:cNvPr>
            <p:cNvSpPr/>
            <p:nvPr/>
          </p:nvSpPr>
          <p:spPr>
            <a:xfrm>
              <a:off x="521849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9E4F31A-7E83-D5C0-9C5A-29D594FCA38E}"/>
                </a:ext>
              </a:extLst>
            </p:cNvPr>
            <p:cNvSpPr/>
            <p:nvPr/>
          </p:nvSpPr>
          <p:spPr>
            <a:xfrm>
              <a:off x="52184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0219E3E-2B7D-D4D4-AAE2-30F0BD2AC4EC}"/>
                </a:ext>
              </a:extLst>
            </p:cNvPr>
            <p:cNvSpPr/>
            <p:nvPr/>
          </p:nvSpPr>
          <p:spPr>
            <a:xfrm>
              <a:off x="1139525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30FE4A70-A564-ACA9-0F52-F0687D4FC646}"/>
                </a:ext>
              </a:extLst>
            </p:cNvPr>
            <p:cNvSpPr/>
            <p:nvPr/>
          </p:nvSpPr>
          <p:spPr>
            <a:xfrm>
              <a:off x="1757200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E77B275-581C-9D7D-7C77-522B6EF0C0C6}"/>
                </a:ext>
              </a:extLst>
            </p:cNvPr>
            <p:cNvSpPr/>
            <p:nvPr/>
          </p:nvSpPr>
          <p:spPr>
            <a:xfrm>
              <a:off x="237487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149A0573-3211-D25F-A75F-13657A996A86}"/>
                </a:ext>
              </a:extLst>
            </p:cNvPr>
            <p:cNvSpPr/>
            <p:nvPr/>
          </p:nvSpPr>
          <p:spPr>
            <a:xfrm>
              <a:off x="299255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3B94BBF-731F-C7D4-B087-7CCC9BAC2CC3}"/>
                </a:ext>
              </a:extLst>
            </p:cNvPr>
            <p:cNvSpPr/>
            <p:nvPr/>
          </p:nvSpPr>
          <p:spPr>
            <a:xfrm>
              <a:off x="521849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FF95537C-9BEF-0EB3-6A18-3514BA09CFE2}"/>
                </a:ext>
              </a:extLst>
            </p:cNvPr>
            <p:cNvSpPr/>
            <p:nvPr/>
          </p:nvSpPr>
          <p:spPr>
            <a:xfrm>
              <a:off x="521849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A4C4B9D7-A10E-91E1-7E19-60F547D7D9F1}"/>
                </a:ext>
              </a:extLst>
            </p:cNvPr>
            <p:cNvSpPr/>
            <p:nvPr/>
          </p:nvSpPr>
          <p:spPr>
            <a:xfrm>
              <a:off x="521849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DD96FF9-0181-ED13-5373-BE906E80E5B8}"/>
                </a:ext>
              </a:extLst>
            </p:cNvPr>
            <p:cNvSpPr/>
            <p:nvPr/>
          </p:nvSpPr>
          <p:spPr>
            <a:xfrm>
              <a:off x="521849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CB54F962-A962-E869-8FCC-DA9A0DD17257}"/>
                </a:ext>
              </a:extLst>
            </p:cNvPr>
            <p:cNvSpPr/>
            <p:nvPr/>
          </p:nvSpPr>
          <p:spPr>
            <a:xfrm>
              <a:off x="521849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DB1A616-1B9A-4F35-06C8-FDC72B763D5C}"/>
                </a:ext>
              </a:extLst>
            </p:cNvPr>
            <p:cNvSpPr/>
            <p:nvPr/>
          </p:nvSpPr>
          <p:spPr>
            <a:xfrm>
              <a:off x="521849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3E8D691-12B5-7C40-FAE7-60B99FE5D3D5}"/>
                </a:ext>
              </a:extLst>
            </p:cNvPr>
            <p:cNvSpPr/>
            <p:nvPr/>
          </p:nvSpPr>
          <p:spPr>
            <a:xfrm>
              <a:off x="521849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F7BED934-7D5C-980C-2301-B2BCEBA15F8E}"/>
                </a:ext>
              </a:extLst>
            </p:cNvPr>
            <p:cNvSpPr/>
            <p:nvPr/>
          </p:nvSpPr>
          <p:spPr>
            <a:xfrm>
              <a:off x="52184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F29F99C6-B7F1-B823-F27F-D91B5AF1900E}"/>
                </a:ext>
              </a:extLst>
            </p:cNvPr>
            <p:cNvSpPr/>
            <p:nvPr/>
          </p:nvSpPr>
          <p:spPr>
            <a:xfrm>
              <a:off x="1139525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D72FB189-87B0-70BA-D03A-2C24EADB8F98}"/>
                </a:ext>
              </a:extLst>
            </p:cNvPr>
            <p:cNvSpPr/>
            <p:nvPr/>
          </p:nvSpPr>
          <p:spPr>
            <a:xfrm>
              <a:off x="1757200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671C41F-8651-0E0D-356A-DE4C26225ED0}"/>
                </a:ext>
              </a:extLst>
            </p:cNvPr>
            <p:cNvSpPr/>
            <p:nvPr/>
          </p:nvSpPr>
          <p:spPr>
            <a:xfrm>
              <a:off x="237487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711413C0-B617-1B70-FCF9-A1E8694BF6CB}"/>
                </a:ext>
              </a:extLst>
            </p:cNvPr>
            <p:cNvSpPr/>
            <p:nvPr/>
          </p:nvSpPr>
          <p:spPr>
            <a:xfrm>
              <a:off x="299255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140D6E75-705C-5924-9A9D-551AB74C1742}"/>
                </a:ext>
              </a:extLst>
            </p:cNvPr>
            <p:cNvSpPr/>
            <p:nvPr/>
          </p:nvSpPr>
          <p:spPr>
            <a:xfrm>
              <a:off x="449918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C42C3B76-C473-887E-5077-BA6981770E4F}"/>
                </a:ext>
              </a:extLst>
            </p:cNvPr>
            <p:cNvSpPr/>
            <p:nvPr/>
          </p:nvSpPr>
          <p:spPr>
            <a:xfrm>
              <a:off x="541266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E9C5CDAC-C739-F0F3-ADEC-7A65DE3E34A5}"/>
                </a:ext>
              </a:extLst>
            </p:cNvPr>
            <p:cNvSpPr/>
            <p:nvPr/>
          </p:nvSpPr>
          <p:spPr>
            <a:xfrm>
              <a:off x="1110941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920E777F-9D5F-053A-8364-49EA436B2A2B}"/>
                </a:ext>
              </a:extLst>
            </p:cNvPr>
            <p:cNvSpPr/>
            <p:nvPr/>
          </p:nvSpPr>
          <p:spPr>
            <a:xfrm>
              <a:off x="1730948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11C56EC8-1E80-97C4-CBB7-D8769FF8CDB1}"/>
                </a:ext>
              </a:extLst>
            </p:cNvPr>
            <p:cNvSpPr/>
            <p:nvPr/>
          </p:nvSpPr>
          <p:spPr>
            <a:xfrm>
              <a:off x="2344744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6411EA05-6446-5537-5C72-1A1975975AB7}"/>
                </a:ext>
              </a:extLst>
            </p:cNvPr>
            <p:cNvSpPr/>
            <p:nvPr/>
          </p:nvSpPr>
          <p:spPr>
            <a:xfrm>
              <a:off x="2963997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B6507FCD-A43C-FBDD-26F0-F134C28CF5C1}"/>
                </a:ext>
              </a:extLst>
            </p:cNvPr>
            <p:cNvSpPr/>
            <p:nvPr/>
          </p:nvSpPr>
          <p:spPr>
            <a:xfrm>
              <a:off x="1720633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D4F5C58B-D92A-A7E0-0BF3-681D4BB669D8}"/>
                </a:ext>
              </a:extLst>
            </p:cNvPr>
            <p:cNvSpPr/>
            <p:nvPr/>
          </p:nvSpPr>
          <p:spPr>
            <a:xfrm>
              <a:off x="52184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7CCAC1D5-5A0C-88F2-7CC3-84CEC0248D78}"/>
                </a:ext>
              </a:extLst>
            </p:cNvPr>
            <p:cNvSpPr/>
            <p:nvPr/>
          </p:nvSpPr>
          <p:spPr>
            <a:xfrm>
              <a:off x="521849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019E453-F331-6328-B722-158F0AA0BFF1}"/>
                </a:ext>
              </a:extLst>
            </p:cNvPr>
            <p:cNvSpPr/>
            <p:nvPr/>
          </p:nvSpPr>
          <p:spPr>
            <a:xfrm>
              <a:off x="521849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19E9281F-D3C5-0CB4-3816-94038325A32F}"/>
                </a:ext>
              </a:extLst>
            </p:cNvPr>
            <p:cNvSpPr/>
            <p:nvPr/>
          </p:nvSpPr>
          <p:spPr>
            <a:xfrm>
              <a:off x="521849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F1A96D6E-6371-A0A3-9B32-A157E37E8F29}"/>
                </a:ext>
              </a:extLst>
            </p:cNvPr>
            <p:cNvSpPr/>
            <p:nvPr/>
          </p:nvSpPr>
          <p:spPr>
            <a:xfrm>
              <a:off x="521849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0DAD483A-40B6-9521-3429-F260F40EA190}"/>
                </a:ext>
              </a:extLst>
            </p:cNvPr>
            <p:cNvSpPr/>
            <p:nvPr/>
          </p:nvSpPr>
          <p:spPr>
            <a:xfrm>
              <a:off x="521849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3B2EEC5-FDA5-93F0-5667-45E50E11F5D4}"/>
                </a:ext>
              </a:extLst>
            </p:cNvPr>
            <p:cNvSpPr/>
            <p:nvPr/>
          </p:nvSpPr>
          <p:spPr>
            <a:xfrm>
              <a:off x="521849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BF9DAA93-3955-A1F3-AA66-13AE4AC9AFC8}"/>
                </a:ext>
              </a:extLst>
            </p:cNvPr>
            <p:cNvSpPr/>
            <p:nvPr/>
          </p:nvSpPr>
          <p:spPr>
            <a:xfrm>
              <a:off x="421604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F65E15B0-E650-F445-62E5-F35DB2396E51}"/>
                </a:ext>
              </a:extLst>
            </p:cNvPr>
            <p:cNvSpPr/>
            <p:nvPr/>
          </p:nvSpPr>
          <p:spPr>
            <a:xfrm>
              <a:off x="425261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A1D3E250-0C55-2D81-3B2C-184C72F3D55D}"/>
                </a:ext>
              </a:extLst>
            </p:cNvPr>
            <p:cNvSpPr/>
            <p:nvPr/>
          </p:nvSpPr>
          <p:spPr>
            <a:xfrm>
              <a:off x="354409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B64E60FE-95B6-9A5C-A306-96F4A7AD5077}"/>
                </a:ext>
              </a:extLst>
            </p:cNvPr>
            <p:cNvSpPr/>
            <p:nvPr/>
          </p:nvSpPr>
          <p:spPr>
            <a:xfrm>
              <a:off x="421604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443BCCF3-4B9B-91F2-A385-8BE810CD37F4}"/>
                </a:ext>
              </a:extLst>
            </p:cNvPr>
            <p:cNvSpPr/>
            <p:nvPr/>
          </p:nvSpPr>
          <p:spPr>
            <a:xfrm>
              <a:off x="356791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57947091-A58B-A3C0-B114-0E1B026E9B1C}"/>
                </a:ext>
              </a:extLst>
            </p:cNvPr>
            <p:cNvSpPr/>
            <p:nvPr/>
          </p:nvSpPr>
          <p:spPr>
            <a:xfrm>
              <a:off x="425261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910262F9-98B3-0504-E66E-F37ECDCD5CF5}"/>
                </a:ext>
              </a:extLst>
            </p:cNvPr>
            <p:cNvSpPr/>
            <p:nvPr/>
          </p:nvSpPr>
          <p:spPr>
            <a:xfrm>
              <a:off x="350255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9247534-4814-3197-0C33-1293C0105061}"/>
                </a:ext>
              </a:extLst>
            </p:cNvPr>
            <p:cNvSpPr/>
            <p:nvPr/>
          </p:nvSpPr>
          <p:spPr>
            <a:xfrm>
              <a:off x="421604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A1BE65F0-1602-1ABE-C73B-EB7BD2B9E2ED}"/>
                </a:ext>
              </a:extLst>
            </p:cNvPr>
            <p:cNvSpPr/>
            <p:nvPr/>
          </p:nvSpPr>
          <p:spPr>
            <a:xfrm>
              <a:off x="352637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F9C5B4BE-5660-44CE-B074-54BF12F415E0}"/>
                </a:ext>
              </a:extLst>
            </p:cNvPr>
            <p:cNvSpPr/>
            <p:nvPr/>
          </p:nvSpPr>
          <p:spPr>
            <a:xfrm>
              <a:off x="425261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AA6EF5E5-20F4-02A0-3F84-C059FDCCB8AB}"/>
                </a:ext>
              </a:extLst>
            </p:cNvPr>
            <p:cNvSpPr/>
            <p:nvPr/>
          </p:nvSpPr>
          <p:spPr>
            <a:xfrm>
              <a:off x="221823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551E688A-D184-C82F-2350-A3828DB9E3E4}"/>
              </a:ext>
            </a:extLst>
          </p:cNvPr>
          <p:cNvGrpSpPr/>
          <p:nvPr/>
        </p:nvGrpSpPr>
        <p:grpSpPr>
          <a:xfrm>
            <a:off x="1087053" y="3141855"/>
            <a:ext cx="941454" cy="1310067"/>
            <a:chOff x="1087053" y="3358733"/>
            <a:chExt cx="941454" cy="1310067"/>
          </a:xfrm>
        </p:grpSpPr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46A3CF16-8D34-A791-474C-2F86229FBB28}"/>
                </a:ext>
              </a:extLst>
            </p:cNvPr>
            <p:cNvSpPr/>
            <p:nvPr/>
          </p:nvSpPr>
          <p:spPr>
            <a:xfrm>
              <a:off x="1087053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B7F86535-95F6-8F3E-9070-E3A548C19994}"/>
                </a:ext>
              </a:extLst>
            </p:cNvPr>
            <p:cNvSpPr/>
            <p:nvPr/>
          </p:nvSpPr>
          <p:spPr>
            <a:xfrm>
              <a:off x="1162564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976052ED-CD6B-C2DD-1DF9-C0D9B2280E68}"/>
                </a:ext>
              </a:extLst>
            </p:cNvPr>
            <p:cNvSpPr/>
            <p:nvPr/>
          </p:nvSpPr>
          <p:spPr>
            <a:xfrm>
              <a:off x="1343263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BA92E6A-69AA-98FC-F031-DDF718D47517}"/>
                </a:ext>
              </a:extLst>
            </p:cNvPr>
            <p:cNvSpPr/>
            <p:nvPr/>
          </p:nvSpPr>
          <p:spPr>
            <a:xfrm>
              <a:off x="1424629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690F9827-4936-D8EC-A8A3-6BCECC187F81}"/>
              </a:ext>
            </a:extLst>
          </p:cNvPr>
          <p:cNvGrpSpPr/>
          <p:nvPr/>
        </p:nvGrpSpPr>
        <p:grpSpPr>
          <a:xfrm>
            <a:off x="521849" y="3565292"/>
            <a:ext cx="1264415" cy="846162"/>
            <a:chOff x="521849" y="3782170"/>
            <a:chExt cx="1264415" cy="846162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83DC21B3-8061-F8D8-3F1A-89C6A2B30EAC}"/>
                </a:ext>
              </a:extLst>
            </p:cNvPr>
            <p:cNvSpPr/>
            <p:nvPr/>
          </p:nvSpPr>
          <p:spPr>
            <a:xfrm>
              <a:off x="521849" y="3782170"/>
              <a:ext cx="1264415" cy="846162"/>
            </a:xfrm>
            <a:custGeom>
              <a:avLst/>
              <a:gdLst>
                <a:gd name="csX0" fmla="*/ 0 w 1264415"/>
                <a:gd name="csY0" fmla="*/ 689594 h 846162"/>
                <a:gd name="csX1" fmla="*/ 5383 w 1264415"/>
                <a:gd name="csY1" fmla="*/ 698257 h 846162"/>
                <a:gd name="csX2" fmla="*/ 18094 w 1264415"/>
                <a:gd name="csY2" fmla="*/ 714099 h 846162"/>
                <a:gd name="csX3" fmla="*/ 24957 w 1264415"/>
                <a:gd name="csY3" fmla="*/ 720884 h 846162"/>
                <a:gd name="csX4" fmla="*/ 33985 w 1264415"/>
                <a:gd name="csY4" fmla="*/ 729942 h 846162"/>
                <a:gd name="csX5" fmla="*/ 49913 w 1264415"/>
                <a:gd name="csY5" fmla="*/ 742589 h 846162"/>
                <a:gd name="csX6" fmla="*/ 54021 w 1264415"/>
                <a:gd name="csY6" fmla="*/ 745796 h 846162"/>
                <a:gd name="csX7" fmla="*/ 74870 w 1264415"/>
                <a:gd name="csY7" fmla="*/ 759102 h 846162"/>
                <a:gd name="csX8" fmla="*/ 79052 w 1264415"/>
                <a:gd name="csY8" fmla="*/ 761638 h 846162"/>
                <a:gd name="csX9" fmla="*/ 99826 w 1264415"/>
                <a:gd name="csY9" fmla="*/ 772300 h 846162"/>
                <a:gd name="csX10" fmla="*/ 110844 w 1264415"/>
                <a:gd name="csY10" fmla="*/ 777493 h 846162"/>
                <a:gd name="csX11" fmla="*/ 124783 w 1264415"/>
                <a:gd name="csY11" fmla="*/ 783224 h 846162"/>
                <a:gd name="csX12" fmla="*/ 149739 w 1264415"/>
                <a:gd name="csY12" fmla="*/ 792354 h 846162"/>
                <a:gd name="csX13" fmla="*/ 152629 w 1264415"/>
                <a:gd name="csY13" fmla="*/ 793335 h 846162"/>
                <a:gd name="csX14" fmla="*/ 174696 w 1264415"/>
                <a:gd name="csY14" fmla="*/ 800227 h 846162"/>
                <a:gd name="csX15" fmla="*/ 199652 w 1264415"/>
                <a:gd name="csY15" fmla="*/ 806892 h 846162"/>
                <a:gd name="csX16" fmla="*/ 209195 w 1264415"/>
                <a:gd name="csY16" fmla="*/ 809178 h 846162"/>
                <a:gd name="csX17" fmla="*/ 224610 w 1264415"/>
                <a:gd name="csY17" fmla="*/ 812767 h 846162"/>
                <a:gd name="csX18" fmla="*/ 249567 w 1264415"/>
                <a:gd name="csY18" fmla="*/ 817900 h 846162"/>
                <a:gd name="csX19" fmla="*/ 274523 w 1264415"/>
                <a:gd name="csY19" fmla="*/ 822256 h 846162"/>
                <a:gd name="csX20" fmla="*/ 292834 w 1264415"/>
                <a:gd name="csY20" fmla="*/ 825032 h 846162"/>
                <a:gd name="csX21" fmla="*/ 299480 w 1264415"/>
                <a:gd name="csY21" fmla="*/ 826073 h 846162"/>
                <a:gd name="csX22" fmla="*/ 324436 w 1264415"/>
                <a:gd name="csY22" fmla="*/ 829651 h 846162"/>
                <a:gd name="csX23" fmla="*/ 349393 w 1264415"/>
                <a:gd name="csY23" fmla="*/ 832690 h 846162"/>
                <a:gd name="csX24" fmla="*/ 374349 w 1264415"/>
                <a:gd name="csY24" fmla="*/ 835274 h 846162"/>
                <a:gd name="csX25" fmla="*/ 399306 w 1264415"/>
                <a:gd name="csY25" fmla="*/ 837452 h 846162"/>
                <a:gd name="csX26" fmla="*/ 424262 w 1264415"/>
                <a:gd name="csY26" fmla="*/ 839295 h 846162"/>
                <a:gd name="csX27" fmla="*/ 449219 w 1264415"/>
                <a:gd name="csY27" fmla="*/ 840838 h 846162"/>
                <a:gd name="csX28" fmla="*/ 449959 w 1264415"/>
                <a:gd name="csY28" fmla="*/ 840874 h 846162"/>
                <a:gd name="csX29" fmla="*/ 474176 w 1264415"/>
                <a:gd name="csY29" fmla="*/ 842370 h 846162"/>
                <a:gd name="csX30" fmla="*/ 499132 w 1264415"/>
                <a:gd name="csY30" fmla="*/ 843626 h 846162"/>
                <a:gd name="csX31" fmla="*/ 524089 w 1264415"/>
                <a:gd name="csY31" fmla="*/ 844608 h 846162"/>
                <a:gd name="csX32" fmla="*/ 549045 w 1264415"/>
                <a:gd name="csY32" fmla="*/ 845337 h 846162"/>
                <a:gd name="csX33" fmla="*/ 574002 w 1264415"/>
                <a:gd name="csY33" fmla="*/ 845840 h 846162"/>
                <a:gd name="csX34" fmla="*/ 598958 w 1264415"/>
                <a:gd name="csY34" fmla="*/ 846115 h 846162"/>
                <a:gd name="csX35" fmla="*/ 623915 w 1264415"/>
                <a:gd name="csY35" fmla="*/ 846163 h 846162"/>
                <a:gd name="csX36" fmla="*/ 648873 w 1264415"/>
                <a:gd name="csY36" fmla="*/ 846007 h 846162"/>
                <a:gd name="csX37" fmla="*/ 673829 w 1264415"/>
                <a:gd name="csY37" fmla="*/ 845613 h 846162"/>
                <a:gd name="csX38" fmla="*/ 698786 w 1264415"/>
                <a:gd name="csY38" fmla="*/ 845002 h 846162"/>
                <a:gd name="csX39" fmla="*/ 723742 w 1264415"/>
                <a:gd name="csY39" fmla="*/ 844153 h 846162"/>
                <a:gd name="csX40" fmla="*/ 748699 w 1264415"/>
                <a:gd name="csY40" fmla="*/ 843040 h 846162"/>
                <a:gd name="csX41" fmla="*/ 773655 w 1264415"/>
                <a:gd name="csY41" fmla="*/ 841640 h 846162"/>
                <a:gd name="csX42" fmla="*/ 785110 w 1264415"/>
                <a:gd name="csY42" fmla="*/ 840874 h 846162"/>
                <a:gd name="csX43" fmla="*/ 798612 w 1264415"/>
                <a:gd name="csY43" fmla="*/ 840108 h 846162"/>
                <a:gd name="csX44" fmla="*/ 823568 w 1264415"/>
                <a:gd name="csY44" fmla="*/ 838421 h 846162"/>
                <a:gd name="csX45" fmla="*/ 848525 w 1264415"/>
                <a:gd name="csY45" fmla="*/ 836411 h 846162"/>
                <a:gd name="csX46" fmla="*/ 873477 w 1264415"/>
                <a:gd name="csY46" fmla="*/ 834030 h 846162"/>
                <a:gd name="csX47" fmla="*/ 898437 w 1264415"/>
                <a:gd name="csY47" fmla="*/ 831230 h 846162"/>
                <a:gd name="csX48" fmla="*/ 923397 w 1264415"/>
                <a:gd name="csY48" fmla="*/ 827939 h 846162"/>
                <a:gd name="csX49" fmla="*/ 942506 w 1264415"/>
                <a:gd name="csY49" fmla="*/ 825032 h 846162"/>
                <a:gd name="csX50" fmla="*/ 948357 w 1264415"/>
                <a:gd name="csY50" fmla="*/ 824182 h 846162"/>
                <a:gd name="csX51" fmla="*/ 973305 w 1264415"/>
                <a:gd name="csY51" fmla="*/ 820162 h 846162"/>
                <a:gd name="csX52" fmla="*/ 998265 w 1264415"/>
                <a:gd name="csY52" fmla="*/ 815436 h 846162"/>
                <a:gd name="csX53" fmla="*/ 1023226 w 1264415"/>
                <a:gd name="csY53" fmla="*/ 809872 h 846162"/>
                <a:gd name="csX54" fmla="*/ 1026085 w 1264415"/>
                <a:gd name="csY54" fmla="*/ 809178 h 846162"/>
                <a:gd name="csX55" fmla="*/ 1048174 w 1264415"/>
                <a:gd name="csY55" fmla="*/ 803697 h 846162"/>
                <a:gd name="csX56" fmla="*/ 1073134 w 1264415"/>
                <a:gd name="csY56" fmla="*/ 796446 h 846162"/>
                <a:gd name="csX57" fmla="*/ 1082838 w 1264415"/>
                <a:gd name="csY57" fmla="*/ 793335 h 846162"/>
                <a:gd name="csX58" fmla="*/ 1098094 w 1264415"/>
                <a:gd name="csY58" fmla="*/ 787986 h 846162"/>
                <a:gd name="csX59" fmla="*/ 1123042 w 1264415"/>
                <a:gd name="csY59" fmla="*/ 778019 h 846162"/>
                <a:gd name="csX60" fmla="*/ 1124299 w 1264415"/>
                <a:gd name="csY60" fmla="*/ 777493 h 846162"/>
                <a:gd name="csX61" fmla="*/ 1148002 w 1264415"/>
                <a:gd name="csY61" fmla="*/ 766042 h 846162"/>
                <a:gd name="csX62" fmla="*/ 1156402 w 1264415"/>
                <a:gd name="csY62" fmla="*/ 761638 h 846162"/>
                <a:gd name="csX63" fmla="*/ 1172963 w 1264415"/>
                <a:gd name="csY63" fmla="*/ 751324 h 846162"/>
                <a:gd name="csX64" fmla="*/ 1181446 w 1264415"/>
                <a:gd name="csY64" fmla="*/ 745796 h 846162"/>
                <a:gd name="csX65" fmla="*/ 1197923 w 1264415"/>
                <a:gd name="csY65" fmla="*/ 732610 h 846162"/>
                <a:gd name="csX66" fmla="*/ 1201201 w 1264415"/>
                <a:gd name="csY66" fmla="*/ 729942 h 846162"/>
                <a:gd name="csX67" fmla="*/ 1217223 w 1264415"/>
                <a:gd name="csY67" fmla="*/ 714099 h 846162"/>
                <a:gd name="csX68" fmla="*/ 1222871 w 1264415"/>
                <a:gd name="csY68" fmla="*/ 706956 h 846162"/>
                <a:gd name="csX69" fmla="*/ 1230014 w 1264415"/>
                <a:gd name="csY69" fmla="*/ 698257 h 846162"/>
                <a:gd name="csX70" fmla="*/ 1240173 w 1264415"/>
                <a:gd name="csY70" fmla="*/ 682402 h 846162"/>
                <a:gd name="csX71" fmla="*/ 1247807 w 1264415"/>
                <a:gd name="csY71" fmla="*/ 666560 h 846162"/>
                <a:gd name="csX72" fmla="*/ 1247831 w 1264415"/>
                <a:gd name="csY72" fmla="*/ 666488 h 846162"/>
                <a:gd name="csX73" fmla="*/ 1254197 w 1264415"/>
                <a:gd name="csY73" fmla="*/ 650718 h 846162"/>
                <a:gd name="csX74" fmla="*/ 1258780 w 1264415"/>
                <a:gd name="csY74" fmla="*/ 634863 h 846162"/>
                <a:gd name="csX75" fmla="*/ 1261879 w 1264415"/>
                <a:gd name="csY75" fmla="*/ 619021 h 846162"/>
                <a:gd name="csX76" fmla="*/ 1263697 w 1264415"/>
                <a:gd name="csY76" fmla="*/ 603167 h 846162"/>
                <a:gd name="csX77" fmla="*/ 1264415 w 1264415"/>
                <a:gd name="csY77" fmla="*/ 587324 h 846162"/>
                <a:gd name="csX78" fmla="*/ 1264152 w 1264415"/>
                <a:gd name="csY78" fmla="*/ 571482 h 846162"/>
                <a:gd name="csX79" fmla="*/ 1262979 w 1264415"/>
                <a:gd name="csY79" fmla="*/ 555628 h 846162"/>
                <a:gd name="csX80" fmla="*/ 1260957 w 1264415"/>
                <a:gd name="csY80" fmla="*/ 539785 h 846162"/>
                <a:gd name="csX81" fmla="*/ 1258121 w 1264415"/>
                <a:gd name="csY81" fmla="*/ 523931 h 846162"/>
                <a:gd name="csX82" fmla="*/ 1254496 w 1264415"/>
                <a:gd name="csY82" fmla="*/ 508088 h 846162"/>
                <a:gd name="csX83" fmla="*/ 1250069 w 1264415"/>
                <a:gd name="csY83" fmla="*/ 492246 h 846162"/>
                <a:gd name="csX84" fmla="*/ 1247831 w 1264415"/>
                <a:gd name="csY84" fmla="*/ 485319 h 846162"/>
                <a:gd name="csX85" fmla="*/ 1245199 w 1264415"/>
                <a:gd name="csY85" fmla="*/ 476396 h 846162"/>
                <a:gd name="csX86" fmla="*/ 1239862 w 1264415"/>
                <a:gd name="csY86" fmla="*/ 460549 h 846162"/>
                <a:gd name="csX87" fmla="*/ 1233783 w 1264415"/>
                <a:gd name="csY87" fmla="*/ 444702 h 846162"/>
                <a:gd name="csX88" fmla="*/ 1226903 w 1264415"/>
                <a:gd name="csY88" fmla="*/ 428855 h 846162"/>
                <a:gd name="csX89" fmla="*/ 1222871 w 1264415"/>
                <a:gd name="csY89" fmla="*/ 420389 h 846162"/>
                <a:gd name="csX90" fmla="*/ 1219604 w 1264415"/>
                <a:gd name="csY90" fmla="*/ 413008 h 846162"/>
                <a:gd name="csX91" fmla="*/ 1211946 w 1264415"/>
                <a:gd name="csY91" fmla="*/ 397162 h 846162"/>
                <a:gd name="csX92" fmla="*/ 1203451 w 1264415"/>
                <a:gd name="csY92" fmla="*/ 381315 h 846162"/>
                <a:gd name="csX93" fmla="*/ 1197923 w 1264415"/>
                <a:gd name="csY93" fmla="*/ 371792 h 846162"/>
                <a:gd name="csX94" fmla="*/ 1194441 w 1264415"/>
                <a:gd name="csY94" fmla="*/ 365467 h 846162"/>
                <a:gd name="csX95" fmla="*/ 1185108 w 1264415"/>
                <a:gd name="csY95" fmla="*/ 349620 h 846162"/>
                <a:gd name="csX96" fmla="*/ 1174817 w 1264415"/>
                <a:gd name="csY96" fmla="*/ 333773 h 846162"/>
                <a:gd name="csX97" fmla="*/ 1172963 w 1264415"/>
                <a:gd name="csY97" fmla="*/ 331034 h 846162"/>
                <a:gd name="csX98" fmla="*/ 1164395 w 1264415"/>
                <a:gd name="csY98" fmla="*/ 317927 h 846162"/>
                <a:gd name="csX99" fmla="*/ 1153112 w 1264415"/>
                <a:gd name="csY99" fmla="*/ 302080 h 846162"/>
                <a:gd name="csX100" fmla="*/ 1148002 w 1264415"/>
                <a:gd name="csY100" fmla="*/ 295301 h 846162"/>
                <a:gd name="csX101" fmla="*/ 1141350 w 1264415"/>
                <a:gd name="csY101" fmla="*/ 286233 h 846162"/>
                <a:gd name="csX102" fmla="*/ 1128905 w 1264415"/>
                <a:gd name="csY102" fmla="*/ 270386 h 846162"/>
                <a:gd name="csX103" fmla="*/ 1123042 w 1264415"/>
                <a:gd name="csY103" fmla="*/ 263332 h 846162"/>
                <a:gd name="csX104" fmla="*/ 1115851 w 1264415"/>
                <a:gd name="csY104" fmla="*/ 254538 h 846162"/>
                <a:gd name="csX105" fmla="*/ 1102019 w 1264415"/>
                <a:gd name="csY105" fmla="*/ 238692 h 846162"/>
                <a:gd name="csX106" fmla="*/ 1098094 w 1264415"/>
                <a:gd name="csY106" fmla="*/ 234380 h 846162"/>
                <a:gd name="csX107" fmla="*/ 1087612 w 1264415"/>
                <a:gd name="csY107" fmla="*/ 222845 h 846162"/>
                <a:gd name="csX108" fmla="*/ 1073134 w 1264415"/>
                <a:gd name="csY108" fmla="*/ 207992 h 846162"/>
                <a:gd name="csX109" fmla="*/ 1072153 w 1264415"/>
                <a:gd name="csY109" fmla="*/ 206998 h 846162"/>
                <a:gd name="csX110" fmla="*/ 1056155 w 1264415"/>
                <a:gd name="csY110" fmla="*/ 191151 h 846162"/>
                <a:gd name="csX111" fmla="*/ 1048174 w 1264415"/>
                <a:gd name="csY111" fmla="*/ 183658 h 846162"/>
                <a:gd name="csX112" fmla="*/ 1039080 w 1264415"/>
                <a:gd name="csY112" fmla="*/ 175304 h 846162"/>
                <a:gd name="csX113" fmla="*/ 1023226 w 1264415"/>
                <a:gd name="csY113" fmla="*/ 161443 h 846162"/>
                <a:gd name="csX114" fmla="*/ 1020868 w 1264415"/>
                <a:gd name="csY114" fmla="*/ 159458 h 846162"/>
                <a:gd name="csX115" fmla="*/ 1001604 w 1264415"/>
                <a:gd name="csY115" fmla="*/ 143611 h 846162"/>
                <a:gd name="csX116" fmla="*/ 998265 w 1264415"/>
                <a:gd name="csY116" fmla="*/ 140945 h 846162"/>
                <a:gd name="csX117" fmla="*/ 980987 w 1264415"/>
                <a:gd name="csY117" fmla="*/ 127763 h 846162"/>
                <a:gd name="csX118" fmla="*/ 973305 w 1264415"/>
                <a:gd name="csY118" fmla="*/ 122079 h 846162"/>
                <a:gd name="csX119" fmla="*/ 958743 w 1264415"/>
                <a:gd name="csY119" fmla="*/ 111916 h 846162"/>
                <a:gd name="csX120" fmla="*/ 948357 w 1264415"/>
                <a:gd name="csY120" fmla="*/ 104811 h 846162"/>
                <a:gd name="csX121" fmla="*/ 934597 w 1264415"/>
                <a:gd name="csY121" fmla="*/ 96069 h 846162"/>
                <a:gd name="csX122" fmla="*/ 923397 w 1264415"/>
                <a:gd name="csY122" fmla="*/ 89036 h 846162"/>
                <a:gd name="csX123" fmla="*/ 908093 w 1264415"/>
                <a:gd name="csY123" fmla="*/ 80223 h 846162"/>
                <a:gd name="csX124" fmla="*/ 898437 w 1264415"/>
                <a:gd name="csY124" fmla="*/ 74688 h 846162"/>
                <a:gd name="csX125" fmla="*/ 878550 w 1264415"/>
                <a:gd name="csY125" fmla="*/ 64376 h 846162"/>
                <a:gd name="csX126" fmla="*/ 873477 w 1264415"/>
                <a:gd name="csY126" fmla="*/ 61742 h 846162"/>
                <a:gd name="csX127" fmla="*/ 848525 w 1264415"/>
                <a:gd name="csY127" fmla="*/ 50091 h 846162"/>
                <a:gd name="csX128" fmla="*/ 844751 w 1264415"/>
                <a:gd name="csY128" fmla="*/ 48529 h 846162"/>
                <a:gd name="csX129" fmla="*/ 823568 w 1264415"/>
                <a:gd name="csY129" fmla="*/ 39599 h 846162"/>
                <a:gd name="csX130" fmla="*/ 804410 w 1264415"/>
                <a:gd name="csY130" fmla="*/ 32681 h 846162"/>
                <a:gd name="csX131" fmla="*/ 798612 w 1264415"/>
                <a:gd name="csY131" fmla="*/ 30533 h 846162"/>
                <a:gd name="csX132" fmla="*/ 773655 w 1264415"/>
                <a:gd name="csY132" fmla="*/ 22541 h 846162"/>
                <a:gd name="csX133" fmla="*/ 751969 w 1264415"/>
                <a:gd name="csY133" fmla="*/ 16836 h 846162"/>
                <a:gd name="csX134" fmla="*/ 748699 w 1264415"/>
                <a:gd name="csY134" fmla="*/ 15938 h 846162"/>
                <a:gd name="csX135" fmla="*/ 723742 w 1264415"/>
                <a:gd name="csY135" fmla="*/ 10296 h 846162"/>
                <a:gd name="csX136" fmla="*/ 698786 w 1264415"/>
                <a:gd name="csY136" fmla="*/ 5965 h 846162"/>
                <a:gd name="csX137" fmla="*/ 673829 w 1264415"/>
                <a:gd name="csY137" fmla="*/ 2855 h 846162"/>
                <a:gd name="csX138" fmla="*/ 649952 w 1264415"/>
                <a:gd name="csY138" fmla="*/ 988 h 846162"/>
                <a:gd name="csX139" fmla="*/ 648873 w 1264415"/>
                <a:gd name="csY139" fmla="*/ 897 h 846162"/>
                <a:gd name="csX140" fmla="*/ 623915 w 1264415"/>
                <a:gd name="csY140" fmla="*/ 0 h 846162"/>
                <a:gd name="csX141" fmla="*/ 598958 w 1264415"/>
                <a:gd name="csY141" fmla="*/ 299 h 846162"/>
                <a:gd name="csX142" fmla="*/ 587446 w 1264415"/>
                <a:gd name="csY142" fmla="*/ 988 h 846162"/>
                <a:gd name="csX143" fmla="*/ 574002 w 1264415"/>
                <a:gd name="csY143" fmla="*/ 1737 h 846162"/>
                <a:gd name="csX144" fmla="*/ 549045 w 1264415"/>
                <a:gd name="csY144" fmla="*/ 4261 h 846162"/>
                <a:gd name="csX145" fmla="*/ 524089 w 1264415"/>
                <a:gd name="csY145" fmla="*/ 7973 h 846162"/>
                <a:gd name="csX146" fmla="*/ 499132 w 1264415"/>
                <a:gd name="csY146" fmla="*/ 12947 h 846162"/>
                <a:gd name="csX147" fmla="*/ 483622 w 1264415"/>
                <a:gd name="csY147" fmla="*/ 16836 h 846162"/>
                <a:gd name="csX148" fmla="*/ 474176 w 1264415"/>
                <a:gd name="csY148" fmla="*/ 19101 h 846162"/>
                <a:gd name="csX149" fmla="*/ 449219 w 1264415"/>
                <a:gd name="csY149" fmla="*/ 26345 h 846162"/>
                <a:gd name="csX150" fmla="*/ 430975 w 1264415"/>
                <a:gd name="csY150" fmla="*/ 32681 h 846162"/>
                <a:gd name="csX151" fmla="*/ 424262 w 1264415"/>
                <a:gd name="csY151" fmla="*/ 34945 h 846162"/>
                <a:gd name="csX152" fmla="*/ 399306 w 1264415"/>
                <a:gd name="csY152" fmla="*/ 44679 h 846162"/>
                <a:gd name="csX153" fmla="*/ 390652 w 1264415"/>
                <a:gd name="csY153" fmla="*/ 48529 h 846162"/>
                <a:gd name="csX154" fmla="*/ 374349 w 1264415"/>
                <a:gd name="csY154" fmla="*/ 55674 h 846162"/>
                <a:gd name="csX155" fmla="*/ 356835 w 1264415"/>
                <a:gd name="csY155" fmla="*/ 64376 h 846162"/>
                <a:gd name="csX156" fmla="*/ 349393 w 1264415"/>
                <a:gd name="csY156" fmla="*/ 68048 h 846162"/>
                <a:gd name="csX157" fmla="*/ 327251 w 1264415"/>
                <a:gd name="csY157" fmla="*/ 80223 h 846162"/>
                <a:gd name="csX158" fmla="*/ 324436 w 1264415"/>
                <a:gd name="csY158" fmla="*/ 81773 h 846162"/>
                <a:gd name="csX159" fmla="*/ 300765 w 1264415"/>
                <a:gd name="csY159" fmla="*/ 96069 h 846162"/>
                <a:gd name="csX160" fmla="*/ 299480 w 1264415"/>
                <a:gd name="csY160" fmla="*/ 96854 h 846162"/>
                <a:gd name="csX161" fmla="*/ 276641 w 1264415"/>
                <a:gd name="csY161" fmla="*/ 111916 h 846162"/>
                <a:gd name="csX162" fmla="*/ 274523 w 1264415"/>
                <a:gd name="csY162" fmla="*/ 113339 h 846162"/>
                <a:gd name="csX163" fmla="*/ 254394 w 1264415"/>
                <a:gd name="csY163" fmla="*/ 127763 h 846162"/>
                <a:gd name="csX164" fmla="*/ 249567 w 1264415"/>
                <a:gd name="csY164" fmla="*/ 131316 h 846162"/>
                <a:gd name="csX165" fmla="*/ 233709 w 1264415"/>
                <a:gd name="csY165" fmla="*/ 143611 h 846162"/>
                <a:gd name="csX166" fmla="*/ 224610 w 1264415"/>
                <a:gd name="csY166" fmla="*/ 150917 h 846162"/>
                <a:gd name="csX167" fmla="*/ 214392 w 1264415"/>
                <a:gd name="csY167" fmla="*/ 159458 h 846162"/>
                <a:gd name="csX168" fmla="*/ 199652 w 1264415"/>
                <a:gd name="csY168" fmla="*/ 172329 h 846162"/>
                <a:gd name="csX169" fmla="*/ 196342 w 1264415"/>
                <a:gd name="csY169" fmla="*/ 175304 h 846162"/>
                <a:gd name="csX170" fmla="*/ 179248 w 1264415"/>
                <a:gd name="csY170" fmla="*/ 191151 h 846162"/>
                <a:gd name="csX171" fmla="*/ 174696 w 1264415"/>
                <a:gd name="csY171" fmla="*/ 195547 h 846162"/>
                <a:gd name="csX172" fmla="*/ 163026 w 1264415"/>
                <a:gd name="csY172" fmla="*/ 206998 h 846162"/>
                <a:gd name="csX173" fmla="*/ 149739 w 1264415"/>
                <a:gd name="csY173" fmla="*/ 220901 h 846162"/>
                <a:gd name="csX174" fmla="*/ 147891 w 1264415"/>
                <a:gd name="csY174" fmla="*/ 222845 h 846162"/>
                <a:gd name="csX175" fmla="*/ 133256 w 1264415"/>
                <a:gd name="csY175" fmla="*/ 238692 h 846162"/>
                <a:gd name="csX176" fmla="*/ 124783 w 1264415"/>
                <a:gd name="csY176" fmla="*/ 248510 h 846162"/>
                <a:gd name="csX177" fmla="*/ 119542 w 1264415"/>
                <a:gd name="csY177" fmla="*/ 254538 h 846162"/>
                <a:gd name="csX178" fmla="*/ 106436 w 1264415"/>
                <a:gd name="csY178" fmla="*/ 270386 h 846162"/>
                <a:gd name="csX179" fmla="*/ 99826 w 1264415"/>
                <a:gd name="csY179" fmla="*/ 278903 h 846162"/>
                <a:gd name="csX180" fmla="*/ 94025 w 1264415"/>
                <a:gd name="csY180" fmla="*/ 286233 h 846162"/>
                <a:gd name="csX181" fmla="*/ 82188 w 1264415"/>
                <a:gd name="csY181" fmla="*/ 302080 h 846162"/>
                <a:gd name="csX182" fmla="*/ 74870 w 1264415"/>
                <a:gd name="csY182" fmla="*/ 312631 h 846162"/>
                <a:gd name="csX183" fmla="*/ 71077 w 1264415"/>
                <a:gd name="csY183" fmla="*/ 317927 h 846162"/>
                <a:gd name="csX184" fmla="*/ 60310 w 1264415"/>
                <a:gd name="csY184" fmla="*/ 333773 h 846162"/>
                <a:gd name="csX185" fmla="*/ 50536 w 1264415"/>
                <a:gd name="csY185" fmla="*/ 349620 h 846162"/>
                <a:gd name="csX186" fmla="*/ 49913 w 1264415"/>
                <a:gd name="csY186" fmla="*/ 350677 h 846162"/>
                <a:gd name="csX187" fmla="*/ 40767 w 1264415"/>
                <a:gd name="csY187" fmla="*/ 365467 h 846162"/>
                <a:gd name="csX188" fmla="*/ 31862 w 1264415"/>
                <a:gd name="csY188" fmla="*/ 381315 h 846162"/>
                <a:gd name="csX189" fmla="*/ 24957 w 1264415"/>
                <a:gd name="csY189" fmla="*/ 394820 h 846162"/>
                <a:gd name="csX190" fmla="*/ 23685 w 1264415"/>
                <a:gd name="csY190" fmla="*/ 397162 h 846162"/>
                <a:gd name="csX191" fmla="*/ 15580 w 1264415"/>
                <a:gd name="csY191" fmla="*/ 413008 h 846162"/>
                <a:gd name="csX192" fmla="*/ 8315 w 1264415"/>
                <a:gd name="csY192" fmla="*/ 428855 h 846162"/>
                <a:gd name="csX193" fmla="*/ 1837 w 1264415"/>
                <a:gd name="csY193" fmla="*/ 444702 h 846162"/>
                <a:gd name="csX194" fmla="*/ 0 w 1264415"/>
                <a:gd name="csY194" fmla="*/ 449641 h 846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</a:cxnLst>
              <a:rect l="l" t="t" r="r" b="b"/>
              <a:pathLst>
                <a:path w="1264415" h="846162">
                  <a:moveTo>
                    <a:pt x="0" y="689594"/>
                  </a:moveTo>
                  <a:lnTo>
                    <a:pt x="5383" y="698257"/>
                  </a:lnTo>
                  <a:lnTo>
                    <a:pt x="18094" y="714099"/>
                  </a:lnTo>
                  <a:lnTo>
                    <a:pt x="24957" y="720884"/>
                  </a:lnTo>
                  <a:lnTo>
                    <a:pt x="33985" y="729942"/>
                  </a:lnTo>
                  <a:lnTo>
                    <a:pt x="49913" y="742589"/>
                  </a:lnTo>
                  <a:lnTo>
                    <a:pt x="54021" y="745796"/>
                  </a:lnTo>
                  <a:lnTo>
                    <a:pt x="74870" y="759102"/>
                  </a:lnTo>
                  <a:lnTo>
                    <a:pt x="79052" y="761638"/>
                  </a:lnTo>
                  <a:lnTo>
                    <a:pt x="99826" y="772300"/>
                  </a:lnTo>
                  <a:lnTo>
                    <a:pt x="110844" y="777493"/>
                  </a:lnTo>
                  <a:lnTo>
                    <a:pt x="124783" y="783224"/>
                  </a:lnTo>
                  <a:lnTo>
                    <a:pt x="149739" y="792354"/>
                  </a:lnTo>
                  <a:lnTo>
                    <a:pt x="152629" y="793335"/>
                  </a:lnTo>
                  <a:lnTo>
                    <a:pt x="174696" y="800227"/>
                  </a:lnTo>
                  <a:lnTo>
                    <a:pt x="199652" y="806892"/>
                  </a:lnTo>
                  <a:lnTo>
                    <a:pt x="209195" y="809178"/>
                  </a:lnTo>
                  <a:lnTo>
                    <a:pt x="224610" y="812767"/>
                  </a:lnTo>
                  <a:lnTo>
                    <a:pt x="249567" y="817900"/>
                  </a:lnTo>
                  <a:lnTo>
                    <a:pt x="274523" y="822256"/>
                  </a:lnTo>
                  <a:lnTo>
                    <a:pt x="292834" y="825032"/>
                  </a:lnTo>
                  <a:lnTo>
                    <a:pt x="299480" y="826073"/>
                  </a:lnTo>
                  <a:lnTo>
                    <a:pt x="324436" y="829651"/>
                  </a:lnTo>
                  <a:lnTo>
                    <a:pt x="349393" y="832690"/>
                  </a:lnTo>
                  <a:lnTo>
                    <a:pt x="374349" y="835274"/>
                  </a:lnTo>
                  <a:lnTo>
                    <a:pt x="399306" y="837452"/>
                  </a:lnTo>
                  <a:lnTo>
                    <a:pt x="424262" y="839295"/>
                  </a:lnTo>
                  <a:lnTo>
                    <a:pt x="449219" y="840838"/>
                  </a:lnTo>
                  <a:lnTo>
                    <a:pt x="449959" y="840874"/>
                  </a:lnTo>
                  <a:lnTo>
                    <a:pt x="474176" y="842370"/>
                  </a:lnTo>
                  <a:lnTo>
                    <a:pt x="499132" y="843626"/>
                  </a:lnTo>
                  <a:lnTo>
                    <a:pt x="524089" y="844608"/>
                  </a:lnTo>
                  <a:lnTo>
                    <a:pt x="549045" y="845337"/>
                  </a:lnTo>
                  <a:lnTo>
                    <a:pt x="574002" y="845840"/>
                  </a:lnTo>
                  <a:lnTo>
                    <a:pt x="598958" y="846115"/>
                  </a:lnTo>
                  <a:lnTo>
                    <a:pt x="623915" y="846163"/>
                  </a:lnTo>
                  <a:lnTo>
                    <a:pt x="648873" y="846007"/>
                  </a:lnTo>
                  <a:lnTo>
                    <a:pt x="673829" y="845613"/>
                  </a:lnTo>
                  <a:lnTo>
                    <a:pt x="698786" y="845002"/>
                  </a:lnTo>
                  <a:lnTo>
                    <a:pt x="723742" y="844153"/>
                  </a:lnTo>
                  <a:lnTo>
                    <a:pt x="748699" y="843040"/>
                  </a:lnTo>
                  <a:lnTo>
                    <a:pt x="773655" y="841640"/>
                  </a:lnTo>
                  <a:lnTo>
                    <a:pt x="785110" y="840874"/>
                  </a:lnTo>
                  <a:lnTo>
                    <a:pt x="798612" y="840108"/>
                  </a:lnTo>
                  <a:lnTo>
                    <a:pt x="823568" y="838421"/>
                  </a:lnTo>
                  <a:lnTo>
                    <a:pt x="848525" y="836411"/>
                  </a:lnTo>
                  <a:lnTo>
                    <a:pt x="873477" y="834030"/>
                  </a:lnTo>
                  <a:lnTo>
                    <a:pt x="898437" y="831230"/>
                  </a:lnTo>
                  <a:lnTo>
                    <a:pt x="923397" y="827939"/>
                  </a:lnTo>
                  <a:lnTo>
                    <a:pt x="942506" y="825032"/>
                  </a:lnTo>
                  <a:lnTo>
                    <a:pt x="948357" y="824182"/>
                  </a:lnTo>
                  <a:lnTo>
                    <a:pt x="973305" y="820162"/>
                  </a:lnTo>
                  <a:lnTo>
                    <a:pt x="998265" y="815436"/>
                  </a:lnTo>
                  <a:lnTo>
                    <a:pt x="1023226" y="809872"/>
                  </a:lnTo>
                  <a:lnTo>
                    <a:pt x="1026085" y="809178"/>
                  </a:lnTo>
                  <a:lnTo>
                    <a:pt x="1048174" y="803697"/>
                  </a:lnTo>
                  <a:lnTo>
                    <a:pt x="1073134" y="796446"/>
                  </a:lnTo>
                  <a:lnTo>
                    <a:pt x="1082838" y="793335"/>
                  </a:lnTo>
                  <a:lnTo>
                    <a:pt x="1098094" y="787986"/>
                  </a:lnTo>
                  <a:lnTo>
                    <a:pt x="1123042" y="778019"/>
                  </a:lnTo>
                  <a:lnTo>
                    <a:pt x="1124299" y="777493"/>
                  </a:lnTo>
                  <a:lnTo>
                    <a:pt x="1148002" y="766042"/>
                  </a:lnTo>
                  <a:lnTo>
                    <a:pt x="1156402" y="761638"/>
                  </a:lnTo>
                  <a:lnTo>
                    <a:pt x="1172963" y="751324"/>
                  </a:lnTo>
                  <a:lnTo>
                    <a:pt x="1181446" y="745796"/>
                  </a:lnTo>
                  <a:lnTo>
                    <a:pt x="1197923" y="732610"/>
                  </a:lnTo>
                  <a:lnTo>
                    <a:pt x="1201201" y="729942"/>
                  </a:lnTo>
                  <a:lnTo>
                    <a:pt x="1217223" y="714099"/>
                  </a:lnTo>
                  <a:lnTo>
                    <a:pt x="1222871" y="706956"/>
                  </a:lnTo>
                  <a:lnTo>
                    <a:pt x="1230014" y="698257"/>
                  </a:lnTo>
                  <a:lnTo>
                    <a:pt x="1240173" y="682402"/>
                  </a:lnTo>
                  <a:lnTo>
                    <a:pt x="1247807" y="666560"/>
                  </a:lnTo>
                  <a:lnTo>
                    <a:pt x="1247831" y="666488"/>
                  </a:lnTo>
                  <a:lnTo>
                    <a:pt x="1254197" y="650718"/>
                  </a:lnTo>
                  <a:lnTo>
                    <a:pt x="1258780" y="634863"/>
                  </a:lnTo>
                  <a:lnTo>
                    <a:pt x="1261879" y="619021"/>
                  </a:lnTo>
                  <a:lnTo>
                    <a:pt x="1263697" y="603167"/>
                  </a:lnTo>
                  <a:lnTo>
                    <a:pt x="1264415" y="587324"/>
                  </a:lnTo>
                  <a:lnTo>
                    <a:pt x="1264152" y="571482"/>
                  </a:lnTo>
                  <a:lnTo>
                    <a:pt x="1262979" y="555628"/>
                  </a:lnTo>
                  <a:lnTo>
                    <a:pt x="1260957" y="539785"/>
                  </a:lnTo>
                  <a:lnTo>
                    <a:pt x="1258121" y="523931"/>
                  </a:lnTo>
                  <a:lnTo>
                    <a:pt x="1254496" y="508088"/>
                  </a:lnTo>
                  <a:lnTo>
                    <a:pt x="1250069" y="492246"/>
                  </a:lnTo>
                  <a:lnTo>
                    <a:pt x="1247831" y="485319"/>
                  </a:lnTo>
                  <a:lnTo>
                    <a:pt x="1245199" y="476396"/>
                  </a:lnTo>
                  <a:lnTo>
                    <a:pt x="1239862" y="460549"/>
                  </a:lnTo>
                  <a:lnTo>
                    <a:pt x="1233783" y="444702"/>
                  </a:lnTo>
                  <a:lnTo>
                    <a:pt x="1226903" y="428855"/>
                  </a:lnTo>
                  <a:lnTo>
                    <a:pt x="1222871" y="420389"/>
                  </a:lnTo>
                  <a:lnTo>
                    <a:pt x="1219604" y="413008"/>
                  </a:lnTo>
                  <a:lnTo>
                    <a:pt x="1211946" y="397162"/>
                  </a:lnTo>
                  <a:lnTo>
                    <a:pt x="1203451" y="381315"/>
                  </a:lnTo>
                  <a:lnTo>
                    <a:pt x="1197923" y="371792"/>
                  </a:lnTo>
                  <a:lnTo>
                    <a:pt x="1194441" y="365467"/>
                  </a:lnTo>
                  <a:lnTo>
                    <a:pt x="1185108" y="349620"/>
                  </a:lnTo>
                  <a:lnTo>
                    <a:pt x="1174817" y="333773"/>
                  </a:lnTo>
                  <a:lnTo>
                    <a:pt x="1172963" y="331034"/>
                  </a:lnTo>
                  <a:lnTo>
                    <a:pt x="1164395" y="317927"/>
                  </a:lnTo>
                  <a:lnTo>
                    <a:pt x="1153112" y="302080"/>
                  </a:lnTo>
                  <a:lnTo>
                    <a:pt x="1148002" y="295301"/>
                  </a:lnTo>
                  <a:lnTo>
                    <a:pt x="1141350" y="286233"/>
                  </a:lnTo>
                  <a:lnTo>
                    <a:pt x="1128905" y="270386"/>
                  </a:lnTo>
                  <a:lnTo>
                    <a:pt x="1123042" y="263332"/>
                  </a:lnTo>
                  <a:lnTo>
                    <a:pt x="1115851" y="254538"/>
                  </a:lnTo>
                  <a:lnTo>
                    <a:pt x="1102019" y="238692"/>
                  </a:lnTo>
                  <a:lnTo>
                    <a:pt x="1098094" y="234380"/>
                  </a:lnTo>
                  <a:lnTo>
                    <a:pt x="1087612" y="222845"/>
                  </a:lnTo>
                  <a:lnTo>
                    <a:pt x="1073134" y="207992"/>
                  </a:lnTo>
                  <a:lnTo>
                    <a:pt x="1072153" y="206998"/>
                  </a:lnTo>
                  <a:lnTo>
                    <a:pt x="1056155" y="191151"/>
                  </a:lnTo>
                  <a:lnTo>
                    <a:pt x="1048174" y="183658"/>
                  </a:lnTo>
                  <a:lnTo>
                    <a:pt x="1039080" y="175304"/>
                  </a:lnTo>
                  <a:lnTo>
                    <a:pt x="1023226" y="161443"/>
                  </a:lnTo>
                  <a:lnTo>
                    <a:pt x="1020868" y="159458"/>
                  </a:lnTo>
                  <a:lnTo>
                    <a:pt x="1001604" y="143611"/>
                  </a:lnTo>
                  <a:lnTo>
                    <a:pt x="998265" y="140945"/>
                  </a:lnTo>
                  <a:lnTo>
                    <a:pt x="980987" y="127763"/>
                  </a:lnTo>
                  <a:lnTo>
                    <a:pt x="973305" y="122079"/>
                  </a:lnTo>
                  <a:lnTo>
                    <a:pt x="958743" y="111916"/>
                  </a:lnTo>
                  <a:lnTo>
                    <a:pt x="948357" y="104811"/>
                  </a:lnTo>
                  <a:lnTo>
                    <a:pt x="934597" y="96069"/>
                  </a:lnTo>
                  <a:lnTo>
                    <a:pt x="923397" y="89036"/>
                  </a:lnTo>
                  <a:lnTo>
                    <a:pt x="908093" y="80223"/>
                  </a:lnTo>
                  <a:lnTo>
                    <a:pt x="898437" y="74688"/>
                  </a:lnTo>
                  <a:lnTo>
                    <a:pt x="878550" y="64376"/>
                  </a:lnTo>
                  <a:lnTo>
                    <a:pt x="873477" y="61742"/>
                  </a:lnTo>
                  <a:lnTo>
                    <a:pt x="848525" y="50091"/>
                  </a:lnTo>
                  <a:lnTo>
                    <a:pt x="844751" y="48529"/>
                  </a:lnTo>
                  <a:lnTo>
                    <a:pt x="823568" y="39599"/>
                  </a:lnTo>
                  <a:lnTo>
                    <a:pt x="804410" y="32681"/>
                  </a:lnTo>
                  <a:lnTo>
                    <a:pt x="798612" y="30533"/>
                  </a:lnTo>
                  <a:lnTo>
                    <a:pt x="773655" y="22541"/>
                  </a:lnTo>
                  <a:lnTo>
                    <a:pt x="751969" y="16836"/>
                  </a:lnTo>
                  <a:lnTo>
                    <a:pt x="748699" y="15938"/>
                  </a:lnTo>
                  <a:lnTo>
                    <a:pt x="723742" y="10296"/>
                  </a:lnTo>
                  <a:lnTo>
                    <a:pt x="698786" y="5965"/>
                  </a:lnTo>
                  <a:lnTo>
                    <a:pt x="673829" y="2855"/>
                  </a:lnTo>
                  <a:lnTo>
                    <a:pt x="649952" y="988"/>
                  </a:lnTo>
                  <a:lnTo>
                    <a:pt x="648873" y="897"/>
                  </a:lnTo>
                  <a:lnTo>
                    <a:pt x="623915" y="0"/>
                  </a:lnTo>
                  <a:lnTo>
                    <a:pt x="598958" y="299"/>
                  </a:lnTo>
                  <a:lnTo>
                    <a:pt x="587446" y="988"/>
                  </a:lnTo>
                  <a:lnTo>
                    <a:pt x="574002" y="1737"/>
                  </a:lnTo>
                  <a:lnTo>
                    <a:pt x="549045" y="4261"/>
                  </a:lnTo>
                  <a:lnTo>
                    <a:pt x="524089" y="7973"/>
                  </a:lnTo>
                  <a:lnTo>
                    <a:pt x="499132" y="12947"/>
                  </a:lnTo>
                  <a:lnTo>
                    <a:pt x="483622" y="16836"/>
                  </a:lnTo>
                  <a:lnTo>
                    <a:pt x="474176" y="19101"/>
                  </a:lnTo>
                  <a:lnTo>
                    <a:pt x="449219" y="26345"/>
                  </a:lnTo>
                  <a:lnTo>
                    <a:pt x="430975" y="32681"/>
                  </a:lnTo>
                  <a:lnTo>
                    <a:pt x="424262" y="34945"/>
                  </a:lnTo>
                  <a:lnTo>
                    <a:pt x="399306" y="44679"/>
                  </a:lnTo>
                  <a:lnTo>
                    <a:pt x="390652" y="48529"/>
                  </a:lnTo>
                  <a:lnTo>
                    <a:pt x="374349" y="55674"/>
                  </a:lnTo>
                  <a:lnTo>
                    <a:pt x="356835" y="64376"/>
                  </a:lnTo>
                  <a:lnTo>
                    <a:pt x="349393" y="68048"/>
                  </a:lnTo>
                  <a:lnTo>
                    <a:pt x="327251" y="80223"/>
                  </a:lnTo>
                  <a:lnTo>
                    <a:pt x="324436" y="81773"/>
                  </a:lnTo>
                  <a:lnTo>
                    <a:pt x="300765" y="96069"/>
                  </a:lnTo>
                  <a:lnTo>
                    <a:pt x="299480" y="96854"/>
                  </a:lnTo>
                  <a:lnTo>
                    <a:pt x="276641" y="111916"/>
                  </a:lnTo>
                  <a:lnTo>
                    <a:pt x="274523" y="113339"/>
                  </a:lnTo>
                  <a:lnTo>
                    <a:pt x="254394" y="127763"/>
                  </a:lnTo>
                  <a:lnTo>
                    <a:pt x="249567" y="131316"/>
                  </a:lnTo>
                  <a:lnTo>
                    <a:pt x="233709" y="143611"/>
                  </a:lnTo>
                  <a:lnTo>
                    <a:pt x="224610" y="150917"/>
                  </a:lnTo>
                  <a:lnTo>
                    <a:pt x="214392" y="159458"/>
                  </a:lnTo>
                  <a:lnTo>
                    <a:pt x="199652" y="172329"/>
                  </a:lnTo>
                  <a:lnTo>
                    <a:pt x="196342" y="175304"/>
                  </a:lnTo>
                  <a:lnTo>
                    <a:pt x="179248" y="191151"/>
                  </a:lnTo>
                  <a:lnTo>
                    <a:pt x="174696" y="195547"/>
                  </a:lnTo>
                  <a:lnTo>
                    <a:pt x="163026" y="206998"/>
                  </a:lnTo>
                  <a:lnTo>
                    <a:pt x="149739" y="220901"/>
                  </a:lnTo>
                  <a:lnTo>
                    <a:pt x="147891" y="222845"/>
                  </a:lnTo>
                  <a:lnTo>
                    <a:pt x="133256" y="238692"/>
                  </a:lnTo>
                  <a:lnTo>
                    <a:pt x="124783" y="248510"/>
                  </a:lnTo>
                  <a:lnTo>
                    <a:pt x="119542" y="254538"/>
                  </a:lnTo>
                  <a:lnTo>
                    <a:pt x="106436" y="270386"/>
                  </a:lnTo>
                  <a:lnTo>
                    <a:pt x="99826" y="278903"/>
                  </a:lnTo>
                  <a:lnTo>
                    <a:pt x="94025" y="286233"/>
                  </a:lnTo>
                  <a:lnTo>
                    <a:pt x="82188" y="302080"/>
                  </a:lnTo>
                  <a:lnTo>
                    <a:pt x="74870" y="312631"/>
                  </a:lnTo>
                  <a:lnTo>
                    <a:pt x="71077" y="317927"/>
                  </a:lnTo>
                  <a:lnTo>
                    <a:pt x="60310" y="333773"/>
                  </a:lnTo>
                  <a:lnTo>
                    <a:pt x="50536" y="349620"/>
                  </a:lnTo>
                  <a:lnTo>
                    <a:pt x="49913" y="350677"/>
                  </a:lnTo>
                  <a:lnTo>
                    <a:pt x="40767" y="365467"/>
                  </a:lnTo>
                  <a:lnTo>
                    <a:pt x="31862" y="381315"/>
                  </a:lnTo>
                  <a:lnTo>
                    <a:pt x="24957" y="394820"/>
                  </a:lnTo>
                  <a:lnTo>
                    <a:pt x="23685" y="397162"/>
                  </a:lnTo>
                  <a:lnTo>
                    <a:pt x="15580" y="413008"/>
                  </a:lnTo>
                  <a:lnTo>
                    <a:pt x="8315" y="428855"/>
                  </a:lnTo>
                  <a:lnTo>
                    <a:pt x="1837" y="444702"/>
                  </a:lnTo>
                  <a:lnTo>
                    <a:pt x="0" y="449641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2F38A75F-64D6-280E-E631-0B9E76A175BF}"/>
                </a:ext>
              </a:extLst>
            </p:cNvPr>
            <p:cNvSpPr/>
            <p:nvPr/>
          </p:nvSpPr>
          <p:spPr>
            <a:xfrm>
              <a:off x="604880" y="3910255"/>
              <a:ext cx="1069194" cy="690640"/>
            </a:xfrm>
            <a:custGeom>
              <a:avLst/>
              <a:gdLst>
                <a:gd name="csX0" fmla="*/ 12061 w 1069194"/>
                <a:gd name="csY0" fmla="*/ 380003 h 690640"/>
                <a:gd name="csX1" fmla="*/ 7651 w 1069194"/>
                <a:gd name="csY1" fmla="*/ 395846 h 690640"/>
                <a:gd name="csX2" fmla="*/ 4207 w 1069194"/>
                <a:gd name="csY2" fmla="*/ 411700 h 690640"/>
                <a:gd name="csX3" fmla="*/ 1752 w 1069194"/>
                <a:gd name="csY3" fmla="*/ 427542 h 690640"/>
                <a:gd name="csX4" fmla="*/ 325 w 1069194"/>
                <a:gd name="csY4" fmla="*/ 443397 h 690640"/>
                <a:gd name="csX5" fmla="*/ 0 w 1069194"/>
                <a:gd name="csY5" fmla="*/ 459239 h 690640"/>
                <a:gd name="csX6" fmla="*/ 873 w 1069194"/>
                <a:gd name="csY6" fmla="*/ 475081 h 690640"/>
                <a:gd name="csX7" fmla="*/ 3090 w 1069194"/>
                <a:gd name="csY7" fmla="*/ 490936 h 690640"/>
                <a:gd name="csX8" fmla="*/ 6848 w 1069194"/>
                <a:gd name="csY8" fmla="*/ 506778 h 690640"/>
                <a:gd name="csX9" fmla="*/ 12423 w 1069194"/>
                <a:gd name="csY9" fmla="*/ 522633 h 690640"/>
                <a:gd name="csX10" fmla="*/ 16795 w 1069194"/>
                <a:gd name="csY10" fmla="*/ 531702 h 690640"/>
                <a:gd name="csX11" fmla="*/ 19911 w 1069194"/>
                <a:gd name="csY11" fmla="*/ 538475 h 690640"/>
                <a:gd name="csX12" fmla="*/ 29538 w 1069194"/>
                <a:gd name="csY12" fmla="*/ 554317 h 690640"/>
                <a:gd name="csX13" fmla="*/ 41751 w 1069194"/>
                <a:gd name="csY13" fmla="*/ 569454 h 690640"/>
                <a:gd name="csX14" fmla="*/ 42317 w 1069194"/>
                <a:gd name="csY14" fmla="*/ 570172 h 690640"/>
                <a:gd name="csX15" fmla="*/ 58068 w 1069194"/>
                <a:gd name="csY15" fmla="*/ 586014 h 690640"/>
                <a:gd name="csX16" fmla="*/ 66708 w 1069194"/>
                <a:gd name="csY16" fmla="*/ 592906 h 690640"/>
                <a:gd name="csX17" fmla="*/ 78265 w 1069194"/>
                <a:gd name="csY17" fmla="*/ 601856 h 690640"/>
                <a:gd name="csX18" fmla="*/ 91664 w 1069194"/>
                <a:gd name="csY18" fmla="*/ 610340 h 690640"/>
                <a:gd name="csX19" fmla="*/ 104032 w 1069194"/>
                <a:gd name="csY19" fmla="*/ 617711 h 690640"/>
                <a:gd name="csX20" fmla="*/ 116621 w 1069194"/>
                <a:gd name="csY20" fmla="*/ 624041 h 690640"/>
                <a:gd name="csX21" fmla="*/ 137440 w 1069194"/>
                <a:gd name="csY21" fmla="*/ 633553 h 690640"/>
                <a:gd name="csX22" fmla="*/ 141579 w 1069194"/>
                <a:gd name="csY22" fmla="*/ 635204 h 690640"/>
                <a:gd name="csX23" fmla="*/ 166535 w 1069194"/>
                <a:gd name="csY23" fmla="*/ 644418 h 690640"/>
                <a:gd name="csX24" fmla="*/ 181885 w 1069194"/>
                <a:gd name="csY24" fmla="*/ 649407 h 690640"/>
                <a:gd name="csX25" fmla="*/ 191492 w 1069194"/>
                <a:gd name="csY25" fmla="*/ 652243 h 690640"/>
                <a:gd name="csX26" fmla="*/ 216448 w 1069194"/>
                <a:gd name="csY26" fmla="*/ 658884 h 690640"/>
                <a:gd name="csX27" fmla="*/ 241405 w 1069194"/>
                <a:gd name="csY27" fmla="*/ 664532 h 690640"/>
                <a:gd name="csX28" fmla="*/ 244900 w 1069194"/>
                <a:gd name="csY28" fmla="*/ 665250 h 690640"/>
                <a:gd name="csX29" fmla="*/ 266362 w 1069194"/>
                <a:gd name="csY29" fmla="*/ 669474 h 690640"/>
                <a:gd name="csX30" fmla="*/ 291318 w 1069194"/>
                <a:gd name="csY30" fmla="*/ 673698 h 690640"/>
                <a:gd name="csX31" fmla="*/ 316275 w 1069194"/>
                <a:gd name="csY31" fmla="*/ 677275 h 690640"/>
                <a:gd name="csX32" fmla="*/ 341231 w 1069194"/>
                <a:gd name="csY32" fmla="*/ 680279 h 690640"/>
                <a:gd name="csX33" fmla="*/ 349081 w 1069194"/>
                <a:gd name="csY33" fmla="*/ 681092 h 690640"/>
                <a:gd name="csX34" fmla="*/ 366188 w 1069194"/>
                <a:gd name="csY34" fmla="*/ 682923 h 690640"/>
                <a:gd name="csX35" fmla="*/ 391144 w 1069194"/>
                <a:gd name="csY35" fmla="*/ 685161 h 690640"/>
                <a:gd name="csX36" fmla="*/ 416101 w 1069194"/>
                <a:gd name="csY36" fmla="*/ 686967 h 690640"/>
                <a:gd name="csX37" fmla="*/ 441057 w 1069194"/>
                <a:gd name="csY37" fmla="*/ 688391 h 690640"/>
                <a:gd name="csX38" fmla="*/ 466014 w 1069194"/>
                <a:gd name="csY38" fmla="*/ 689444 h 690640"/>
                <a:gd name="csX39" fmla="*/ 490970 w 1069194"/>
                <a:gd name="csY39" fmla="*/ 690162 h 690640"/>
                <a:gd name="csX40" fmla="*/ 515927 w 1069194"/>
                <a:gd name="csY40" fmla="*/ 690557 h 690640"/>
                <a:gd name="csX41" fmla="*/ 540884 w 1069194"/>
                <a:gd name="csY41" fmla="*/ 690641 h 690640"/>
                <a:gd name="csX42" fmla="*/ 565841 w 1069194"/>
                <a:gd name="csY42" fmla="*/ 690401 h 690640"/>
                <a:gd name="csX43" fmla="*/ 590798 w 1069194"/>
                <a:gd name="csY43" fmla="*/ 689851 h 690640"/>
                <a:gd name="csX44" fmla="*/ 615754 w 1069194"/>
                <a:gd name="csY44" fmla="*/ 688954 h 690640"/>
                <a:gd name="csX45" fmla="*/ 640711 w 1069194"/>
                <a:gd name="csY45" fmla="*/ 687721 h 690640"/>
                <a:gd name="csX46" fmla="*/ 665668 w 1069194"/>
                <a:gd name="csY46" fmla="*/ 686118 h 690640"/>
                <a:gd name="csX47" fmla="*/ 690624 w 1069194"/>
                <a:gd name="csY47" fmla="*/ 684096 h 690640"/>
                <a:gd name="csX48" fmla="*/ 715581 w 1069194"/>
                <a:gd name="csY48" fmla="*/ 681631 h 690640"/>
                <a:gd name="csX49" fmla="*/ 720289 w 1069194"/>
                <a:gd name="csY49" fmla="*/ 681092 h 690640"/>
                <a:gd name="csX50" fmla="*/ 740537 w 1069194"/>
                <a:gd name="csY50" fmla="*/ 678843 h 690640"/>
                <a:gd name="csX51" fmla="*/ 765494 w 1069194"/>
                <a:gd name="csY51" fmla="*/ 675564 h 690640"/>
                <a:gd name="csX52" fmla="*/ 790445 w 1069194"/>
                <a:gd name="csY52" fmla="*/ 671675 h 690640"/>
                <a:gd name="csX53" fmla="*/ 815406 w 1069194"/>
                <a:gd name="csY53" fmla="*/ 667093 h 690640"/>
                <a:gd name="csX54" fmla="*/ 824380 w 1069194"/>
                <a:gd name="csY54" fmla="*/ 665250 h 690640"/>
                <a:gd name="csX55" fmla="*/ 840366 w 1069194"/>
                <a:gd name="csY55" fmla="*/ 661816 h 690640"/>
                <a:gd name="csX56" fmla="*/ 865326 w 1069194"/>
                <a:gd name="csY56" fmla="*/ 655701 h 690640"/>
                <a:gd name="csX57" fmla="*/ 887366 w 1069194"/>
                <a:gd name="csY57" fmla="*/ 649407 h 690640"/>
                <a:gd name="csX58" fmla="*/ 890274 w 1069194"/>
                <a:gd name="csY58" fmla="*/ 648486 h 690640"/>
                <a:gd name="csX59" fmla="*/ 915234 w 1069194"/>
                <a:gd name="csY59" fmla="*/ 640003 h 690640"/>
                <a:gd name="csX60" fmla="*/ 931890 w 1069194"/>
                <a:gd name="csY60" fmla="*/ 633553 h 690640"/>
                <a:gd name="csX61" fmla="*/ 940194 w 1069194"/>
                <a:gd name="csY61" fmla="*/ 629880 h 690640"/>
                <a:gd name="csX62" fmla="*/ 965095 w 1069194"/>
                <a:gd name="csY62" fmla="*/ 617711 h 690640"/>
                <a:gd name="csX63" fmla="*/ 965143 w 1069194"/>
                <a:gd name="csY63" fmla="*/ 617675 h 690640"/>
                <a:gd name="csX64" fmla="*/ 990103 w 1069194"/>
                <a:gd name="csY64" fmla="*/ 602347 h 690640"/>
                <a:gd name="csX65" fmla="*/ 990844 w 1069194"/>
                <a:gd name="csY65" fmla="*/ 601856 h 690640"/>
                <a:gd name="csX66" fmla="*/ 1011138 w 1069194"/>
                <a:gd name="csY66" fmla="*/ 586014 h 690640"/>
                <a:gd name="csX67" fmla="*/ 1015063 w 1069194"/>
                <a:gd name="csY67" fmla="*/ 582161 h 690640"/>
                <a:gd name="csX68" fmla="*/ 1027196 w 1069194"/>
                <a:gd name="csY68" fmla="*/ 570172 h 690640"/>
                <a:gd name="csX69" fmla="*/ 1039508 w 1069194"/>
                <a:gd name="csY69" fmla="*/ 554317 h 690640"/>
                <a:gd name="csX70" fmla="*/ 1040011 w 1069194"/>
                <a:gd name="csY70" fmla="*/ 553504 h 690640"/>
                <a:gd name="csX71" fmla="*/ 1049512 w 1069194"/>
                <a:gd name="csY71" fmla="*/ 538475 h 690640"/>
                <a:gd name="csX72" fmla="*/ 1056954 w 1069194"/>
                <a:gd name="csY72" fmla="*/ 522633 h 690640"/>
                <a:gd name="csX73" fmla="*/ 1062279 w 1069194"/>
                <a:gd name="csY73" fmla="*/ 506778 h 690640"/>
                <a:gd name="csX74" fmla="*/ 1064971 w 1069194"/>
                <a:gd name="csY74" fmla="*/ 494968 h 690640"/>
                <a:gd name="csX75" fmla="*/ 1065964 w 1069194"/>
                <a:gd name="csY75" fmla="*/ 490936 h 690640"/>
                <a:gd name="csX76" fmla="*/ 1068286 w 1069194"/>
                <a:gd name="csY76" fmla="*/ 475081 h 690640"/>
                <a:gd name="csX77" fmla="*/ 1069195 w 1069194"/>
                <a:gd name="csY77" fmla="*/ 459239 h 690640"/>
                <a:gd name="csX78" fmla="*/ 1068860 w 1069194"/>
                <a:gd name="csY78" fmla="*/ 443397 h 690640"/>
                <a:gd name="csX79" fmla="*/ 1067364 w 1069194"/>
                <a:gd name="csY79" fmla="*/ 427542 h 690640"/>
                <a:gd name="csX80" fmla="*/ 1064971 w 1069194"/>
                <a:gd name="csY80" fmla="*/ 412825 h 690640"/>
                <a:gd name="csX81" fmla="*/ 1064804 w 1069194"/>
                <a:gd name="csY81" fmla="*/ 411700 h 690640"/>
                <a:gd name="csX82" fmla="*/ 1061513 w 1069194"/>
                <a:gd name="csY82" fmla="*/ 395846 h 690640"/>
                <a:gd name="csX83" fmla="*/ 1057289 w 1069194"/>
                <a:gd name="csY83" fmla="*/ 380003 h 690640"/>
                <a:gd name="csX84" fmla="*/ 1052156 w 1069194"/>
                <a:gd name="csY84" fmla="*/ 364161 h 690640"/>
                <a:gd name="csX85" fmla="*/ 1046089 w 1069194"/>
                <a:gd name="csY85" fmla="*/ 348311 h 690640"/>
                <a:gd name="csX86" fmla="*/ 1040011 w 1069194"/>
                <a:gd name="csY86" fmla="*/ 334548 h 690640"/>
                <a:gd name="csX87" fmla="*/ 1039137 w 1069194"/>
                <a:gd name="csY87" fmla="*/ 332464 h 690640"/>
                <a:gd name="csX88" fmla="*/ 1031755 w 1069194"/>
                <a:gd name="csY88" fmla="*/ 316617 h 690640"/>
                <a:gd name="csX89" fmla="*/ 1023427 w 1069194"/>
                <a:gd name="csY89" fmla="*/ 300770 h 690640"/>
                <a:gd name="csX90" fmla="*/ 1015063 w 1069194"/>
                <a:gd name="csY90" fmla="*/ 286531 h 690640"/>
                <a:gd name="csX91" fmla="*/ 1014141 w 1069194"/>
                <a:gd name="csY91" fmla="*/ 284923 h 690640"/>
                <a:gd name="csX92" fmla="*/ 1004449 w 1069194"/>
                <a:gd name="csY92" fmla="*/ 269077 h 690640"/>
                <a:gd name="csX93" fmla="*/ 993692 w 1069194"/>
                <a:gd name="csY93" fmla="*/ 253229 h 690640"/>
                <a:gd name="csX94" fmla="*/ 990103 w 1069194"/>
                <a:gd name="csY94" fmla="*/ 248278 h 690640"/>
                <a:gd name="csX95" fmla="*/ 982289 w 1069194"/>
                <a:gd name="csY95" fmla="*/ 237382 h 690640"/>
                <a:gd name="csX96" fmla="*/ 969941 w 1069194"/>
                <a:gd name="csY96" fmla="*/ 221535 h 690640"/>
                <a:gd name="csX97" fmla="*/ 965143 w 1069194"/>
                <a:gd name="csY97" fmla="*/ 215740 h 690640"/>
                <a:gd name="csX98" fmla="*/ 956791 w 1069194"/>
                <a:gd name="csY98" fmla="*/ 205688 h 690640"/>
                <a:gd name="csX99" fmla="*/ 942587 w 1069194"/>
                <a:gd name="csY99" fmla="*/ 189842 h 690640"/>
                <a:gd name="csX100" fmla="*/ 940194 w 1069194"/>
                <a:gd name="csY100" fmla="*/ 187278 h 690640"/>
                <a:gd name="csX101" fmla="*/ 927535 w 1069194"/>
                <a:gd name="csY101" fmla="*/ 173995 h 690640"/>
                <a:gd name="csX102" fmla="*/ 915234 w 1069194"/>
                <a:gd name="csY102" fmla="*/ 161949 h 690640"/>
                <a:gd name="csX103" fmla="*/ 911226 w 1069194"/>
                <a:gd name="csY103" fmla="*/ 158147 h 690640"/>
                <a:gd name="csX104" fmla="*/ 893756 w 1069194"/>
                <a:gd name="csY104" fmla="*/ 142300 h 690640"/>
                <a:gd name="csX105" fmla="*/ 890274 w 1069194"/>
                <a:gd name="csY105" fmla="*/ 139263 h 690640"/>
                <a:gd name="csX106" fmla="*/ 874910 w 1069194"/>
                <a:gd name="csY106" fmla="*/ 126453 h 690640"/>
                <a:gd name="csX107" fmla="*/ 865326 w 1069194"/>
                <a:gd name="csY107" fmla="*/ 118807 h 690640"/>
                <a:gd name="csX108" fmla="*/ 854401 w 1069194"/>
                <a:gd name="csY108" fmla="*/ 110607 h 690640"/>
                <a:gd name="csX109" fmla="*/ 840366 w 1069194"/>
                <a:gd name="csY109" fmla="*/ 100416 h 690640"/>
                <a:gd name="csX110" fmla="*/ 831966 w 1069194"/>
                <a:gd name="csY110" fmla="*/ 94760 h 690640"/>
                <a:gd name="csX111" fmla="*/ 815406 w 1069194"/>
                <a:gd name="csY111" fmla="*/ 83869 h 690640"/>
                <a:gd name="csX112" fmla="*/ 807161 w 1069194"/>
                <a:gd name="csY112" fmla="*/ 78913 h 690640"/>
                <a:gd name="csX113" fmla="*/ 790445 w 1069194"/>
                <a:gd name="csY113" fmla="*/ 69017 h 690640"/>
                <a:gd name="csX114" fmla="*/ 779270 w 1069194"/>
                <a:gd name="csY114" fmla="*/ 63066 h 690640"/>
                <a:gd name="csX115" fmla="*/ 765494 w 1069194"/>
                <a:gd name="csY115" fmla="*/ 55774 h 690640"/>
                <a:gd name="csX116" fmla="*/ 747180 w 1069194"/>
                <a:gd name="csY116" fmla="*/ 47218 h 690640"/>
                <a:gd name="csX117" fmla="*/ 740537 w 1069194"/>
                <a:gd name="csY117" fmla="*/ 44106 h 690640"/>
                <a:gd name="csX118" fmla="*/ 715581 w 1069194"/>
                <a:gd name="csY118" fmla="*/ 33871 h 690640"/>
                <a:gd name="csX119" fmla="*/ 708472 w 1069194"/>
                <a:gd name="csY119" fmla="*/ 31372 h 690640"/>
                <a:gd name="csX120" fmla="*/ 690624 w 1069194"/>
                <a:gd name="csY120" fmla="*/ 24982 h 690640"/>
                <a:gd name="csX121" fmla="*/ 665668 w 1069194"/>
                <a:gd name="csY121" fmla="*/ 17581 h 690640"/>
                <a:gd name="csX122" fmla="*/ 657156 w 1069194"/>
                <a:gd name="csY122" fmla="*/ 15525 h 690640"/>
                <a:gd name="csX123" fmla="*/ 640711 w 1069194"/>
                <a:gd name="csY123" fmla="*/ 11416 h 690640"/>
                <a:gd name="csX124" fmla="*/ 615754 w 1069194"/>
                <a:gd name="csY124" fmla="*/ 6577 h 690640"/>
                <a:gd name="csX125" fmla="*/ 590798 w 1069194"/>
                <a:gd name="csY125" fmla="*/ 3104 h 690640"/>
                <a:gd name="csX126" fmla="*/ 565841 w 1069194"/>
                <a:gd name="csY126" fmla="*/ 925 h 690640"/>
                <a:gd name="csX127" fmla="*/ 540884 w 1069194"/>
                <a:gd name="csY127" fmla="*/ 0 h 690640"/>
                <a:gd name="csX128" fmla="*/ 515927 w 1069194"/>
                <a:gd name="csY128" fmla="*/ 308 h 690640"/>
                <a:gd name="csX129" fmla="*/ 490970 w 1069194"/>
                <a:gd name="csY129" fmla="*/ 1856 h 690640"/>
                <a:gd name="csX130" fmla="*/ 466014 w 1069194"/>
                <a:gd name="csY130" fmla="*/ 4675 h 690640"/>
                <a:gd name="csX131" fmla="*/ 441057 w 1069194"/>
                <a:gd name="csY131" fmla="*/ 8821 h 690640"/>
                <a:gd name="csX132" fmla="*/ 416101 w 1069194"/>
                <a:gd name="csY132" fmla="*/ 14377 h 690640"/>
                <a:gd name="csX133" fmla="*/ 411937 w 1069194"/>
                <a:gd name="csY133" fmla="*/ 15525 h 690640"/>
                <a:gd name="csX134" fmla="*/ 391144 w 1069194"/>
                <a:gd name="csY134" fmla="*/ 21086 h 690640"/>
                <a:gd name="csX135" fmla="*/ 366188 w 1069194"/>
                <a:gd name="csY135" fmla="*/ 29289 h 690640"/>
                <a:gd name="csX136" fmla="*/ 360764 w 1069194"/>
                <a:gd name="csY136" fmla="*/ 31372 h 690640"/>
                <a:gd name="csX137" fmla="*/ 341231 w 1069194"/>
                <a:gd name="csY137" fmla="*/ 38759 h 690640"/>
                <a:gd name="csX138" fmla="*/ 322110 w 1069194"/>
                <a:gd name="csY138" fmla="*/ 47218 h 690640"/>
                <a:gd name="csX139" fmla="*/ 316275 w 1069194"/>
                <a:gd name="csY139" fmla="*/ 49785 h 690640"/>
                <a:gd name="csX140" fmla="*/ 291318 w 1069194"/>
                <a:gd name="csY140" fmla="*/ 62289 h 690640"/>
                <a:gd name="csX141" fmla="*/ 289919 w 1069194"/>
                <a:gd name="csY141" fmla="*/ 63066 h 690640"/>
                <a:gd name="csX142" fmla="*/ 266362 w 1069194"/>
                <a:gd name="csY142" fmla="*/ 76274 h 690640"/>
                <a:gd name="csX143" fmla="*/ 262096 w 1069194"/>
                <a:gd name="csY143" fmla="*/ 78913 h 690640"/>
                <a:gd name="csX144" fmla="*/ 241405 w 1069194"/>
                <a:gd name="csY144" fmla="*/ 91953 h 690640"/>
                <a:gd name="csX145" fmla="*/ 237303 w 1069194"/>
                <a:gd name="csY145" fmla="*/ 94760 h 690640"/>
                <a:gd name="csX146" fmla="*/ 216448 w 1069194"/>
                <a:gd name="csY146" fmla="*/ 109438 h 690640"/>
                <a:gd name="csX147" fmla="*/ 214897 w 1069194"/>
                <a:gd name="csY147" fmla="*/ 110607 h 690640"/>
                <a:gd name="csX148" fmla="*/ 194415 w 1069194"/>
                <a:gd name="csY148" fmla="*/ 126453 h 690640"/>
                <a:gd name="csX149" fmla="*/ 191492 w 1069194"/>
                <a:gd name="csY149" fmla="*/ 128798 h 690640"/>
                <a:gd name="csX150" fmla="*/ 175508 w 1069194"/>
                <a:gd name="csY150" fmla="*/ 142300 h 690640"/>
                <a:gd name="csX151" fmla="*/ 166535 w 1069194"/>
                <a:gd name="csY151" fmla="*/ 150278 h 690640"/>
                <a:gd name="csX152" fmla="*/ 158019 w 1069194"/>
                <a:gd name="csY152" fmla="*/ 158147 h 690640"/>
                <a:gd name="csX153" fmla="*/ 141876 w 1069194"/>
                <a:gd name="csY153" fmla="*/ 173995 h 690640"/>
                <a:gd name="csX154" fmla="*/ 141579 w 1069194"/>
                <a:gd name="csY154" fmla="*/ 174296 h 690640"/>
                <a:gd name="csX155" fmla="*/ 126619 w 1069194"/>
                <a:gd name="csY155" fmla="*/ 189842 h 690640"/>
                <a:gd name="csX156" fmla="*/ 116621 w 1069194"/>
                <a:gd name="csY156" fmla="*/ 201063 h 690640"/>
                <a:gd name="csX157" fmla="*/ 112548 w 1069194"/>
                <a:gd name="csY157" fmla="*/ 205688 h 690640"/>
                <a:gd name="csX158" fmla="*/ 99313 w 1069194"/>
                <a:gd name="csY158" fmla="*/ 221535 h 690640"/>
                <a:gd name="csX159" fmla="*/ 91664 w 1069194"/>
                <a:gd name="csY159" fmla="*/ 231425 h 690640"/>
                <a:gd name="csX160" fmla="*/ 87045 w 1069194"/>
                <a:gd name="csY160" fmla="*/ 237382 h 690640"/>
                <a:gd name="csX161" fmla="*/ 75517 w 1069194"/>
                <a:gd name="csY161" fmla="*/ 253229 h 690640"/>
                <a:gd name="csX162" fmla="*/ 66708 w 1069194"/>
                <a:gd name="csY162" fmla="*/ 266530 h 690640"/>
                <a:gd name="csX163" fmla="*/ 64993 w 1069194"/>
                <a:gd name="csY163" fmla="*/ 269077 h 690640"/>
                <a:gd name="csX164" fmla="*/ 54952 w 1069194"/>
                <a:gd name="csY164" fmla="*/ 284923 h 690640"/>
                <a:gd name="csX165" fmla="*/ 45950 w 1069194"/>
                <a:gd name="csY165" fmla="*/ 300770 h 690640"/>
                <a:gd name="csX166" fmla="*/ 41751 w 1069194"/>
                <a:gd name="csY166" fmla="*/ 308888 h 690640"/>
                <a:gd name="csX167" fmla="*/ 37611 w 1069194"/>
                <a:gd name="csY167" fmla="*/ 316617 h 690640"/>
                <a:gd name="csX168" fmla="*/ 29928 w 1069194"/>
                <a:gd name="csY168" fmla="*/ 332464 h 690640"/>
                <a:gd name="csX169" fmla="*/ 23196 w 1069194"/>
                <a:gd name="csY169" fmla="*/ 348311 h 690640"/>
                <a:gd name="csX170" fmla="*/ 17380 w 1069194"/>
                <a:gd name="csY170" fmla="*/ 364161 h 690640"/>
                <a:gd name="csX171" fmla="*/ 16795 w 1069194"/>
                <a:gd name="csY171" fmla="*/ 365992 h 690640"/>
                <a:gd name="csX172" fmla="*/ 12061 w 1069194"/>
                <a:gd name="csY172" fmla="*/ 380003 h 690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</a:cxnLst>
              <a:rect l="l" t="t" r="r" b="b"/>
              <a:pathLst>
                <a:path w="1069194" h="690640">
                  <a:moveTo>
                    <a:pt x="12061" y="380003"/>
                  </a:moveTo>
                  <a:lnTo>
                    <a:pt x="7651" y="395846"/>
                  </a:lnTo>
                  <a:lnTo>
                    <a:pt x="4207" y="411700"/>
                  </a:lnTo>
                  <a:lnTo>
                    <a:pt x="1752" y="427542"/>
                  </a:lnTo>
                  <a:lnTo>
                    <a:pt x="325" y="443397"/>
                  </a:lnTo>
                  <a:lnTo>
                    <a:pt x="0" y="459239"/>
                  </a:lnTo>
                  <a:lnTo>
                    <a:pt x="873" y="475081"/>
                  </a:lnTo>
                  <a:lnTo>
                    <a:pt x="3090" y="490936"/>
                  </a:lnTo>
                  <a:lnTo>
                    <a:pt x="6848" y="506778"/>
                  </a:lnTo>
                  <a:lnTo>
                    <a:pt x="12423" y="522633"/>
                  </a:lnTo>
                  <a:lnTo>
                    <a:pt x="16795" y="531702"/>
                  </a:lnTo>
                  <a:lnTo>
                    <a:pt x="19911" y="538475"/>
                  </a:lnTo>
                  <a:lnTo>
                    <a:pt x="29538" y="554317"/>
                  </a:lnTo>
                  <a:lnTo>
                    <a:pt x="41751" y="569454"/>
                  </a:lnTo>
                  <a:lnTo>
                    <a:pt x="42317" y="570172"/>
                  </a:lnTo>
                  <a:lnTo>
                    <a:pt x="58068" y="586014"/>
                  </a:lnTo>
                  <a:lnTo>
                    <a:pt x="66708" y="592906"/>
                  </a:lnTo>
                  <a:lnTo>
                    <a:pt x="78265" y="601856"/>
                  </a:lnTo>
                  <a:lnTo>
                    <a:pt x="91664" y="610340"/>
                  </a:lnTo>
                  <a:lnTo>
                    <a:pt x="104032" y="617711"/>
                  </a:lnTo>
                  <a:lnTo>
                    <a:pt x="116621" y="624041"/>
                  </a:lnTo>
                  <a:lnTo>
                    <a:pt x="137440" y="633553"/>
                  </a:lnTo>
                  <a:lnTo>
                    <a:pt x="141579" y="635204"/>
                  </a:lnTo>
                  <a:lnTo>
                    <a:pt x="166535" y="644418"/>
                  </a:lnTo>
                  <a:lnTo>
                    <a:pt x="181885" y="649407"/>
                  </a:lnTo>
                  <a:lnTo>
                    <a:pt x="191492" y="652243"/>
                  </a:lnTo>
                  <a:lnTo>
                    <a:pt x="216448" y="658884"/>
                  </a:lnTo>
                  <a:lnTo>
                    <a:pt x="241405" y="664532"/>
                  </a:lnTo>
                  <a:lnTo>
                    <a:pt x="244900" y="665250"/>
                  </a:lnTo>
                  <a:lnTo>
                    <a:pt x="266362" y="669474"/>
                  </a:lnTo>
                  <a:lnTo>
                    <a:pt x="291318" y="673698"/>
                  </a:lnTo>
                  <a:lnTo>
                    <a:pt x="316275" y="677275"/>
                  </a:lnTo>
                  <a:lnTo>
                    <a:pt x="341231" y="680279"/>
                  </a:lnTo>
                  <a:lnTo>
                    <a:pt x="349081" y="681092"/>
                  </a:lnTo>
                  <a:lnTo>
                    <a:pt x="366188" y="682923"/>
                  </a:lnTo>
                  <a:lnTo>
                    <a:pt x="391144" y="685161"/>
                  </a:lnTo>
                  <a:lnTo>
                    <a:pt x="416101" y="686967"/>
                  </a:lnTo>
                  <a:lnTo>
                    <a:pt x="441057" y="688391"/>
                  </a:lnTo>
                  <a:lnTo>
                    <a:pt x="466014" y="689444"/>
                  </a:lnTo>
                  <a:lnTo>
                    <a:pt x="490970" y="690162"/>
                  </a:lnTo>
                  <a:lnTo>
                    <a:pt x="515927" y="690557"/>
                  </a:lnTo>
                  <a:lnTo>
                    <a:pt x="540884" y="690641"/>
                  </a:lnTo>
                  <a:lnTo>
                    <a:pt x="565841" y="690401"/>
                  </a:lnTo>
                  <a:lnTo>
                    <a:pt x="590798" y="689851"/>
                  </a:lnTo>
                  <a:lnTo>
                    <a:pt x="615754" y="688954"/>
                  </a:lnTo>
                  <a:lnTo>
                    <a:pt x="640711" y="687721"/>
                  </a:lnTo>
                  <a:lnTo>
                    <a:pt x="665668" y="686118"/>
                  </a:lnTo>
                  <a:lnTo>
                    <a:pt x="690624" y="684096"/>
                  </a:lnTo>
                  <a:lnTo>
                    <a:pt x="715581" y="681631"/>
                  </a:lnTo>
                  <a:lnTo>
                    <a:pt x="720289" y="681092"/>
                  </a:lnTo>
                  <a:lnTo>
                    <a:pt x="740537" y="678843"/>
                  </a:lnTo>
                  <a:lnTo>
                    <a:pt x="765494" y="675564"/>
                  </a:lnTo>
                  <a:lnTo>
                    <a:pt x="790445" y="671675"/>
                  </a:lnTo>
                  <a:lnTo>
                    <a:pt x="815406" y="667093"/>
                  </a:lnTo>
                  <a:lnTo>
                    <a:pt x="824380" y="665250"/>
                  </a:lnTo>
                  <a:lnTo>
                    <a:pt x="840366" y="661816"/>
                  </a:lnTo>
                  <a:lnTo>
                    <a:pt x="865326" y="655701"/>
                  </a:lnTo>
                  <a:lnTo>
                    <a:pt x="887366" y="649407"/>
                  </a:lnTo>
                  <a:lnTo>
                    <a:pt x="890274" y="648486"/>
                  </a:lnTo>
                  <a:lnTo>
                    <a:pt x="915234" y="640003"/>
                  </a:lnTo>
                  <a:lnTo>
                    <a:pt x="931890" y="633553"/>
                  </a:lnTo>
                  <a:lnTo>
                    <a:pt x="940194" y="629880"/>
                  </a:lnTo>
                  <a:lnTo>
                    <a:pt x="965095" y="617711"/>
                  </a:lnTo>
                  <a:lnTo>
                    <a:pt x="965143" y="617675"/>
                  </a:lnTo>
                  <a:lnTo>
                    <a:pt x="990103" y="602347"/>
                  </a:lnTo>
                  <a:lnTo>
                    <a:pt x="990844" y="601856"/>
                  </a:lnTo>
                  <a:lnTo>
                    <a:pt x="1011138" y="586014"/>
                  </a:lnTo>
                  <a:lnTo>
                    <a:pt x="1015063" y="582161"/>
                  </a:lnTo>
                  <a:lnTo>
                    <a:pt x="1027196" y="570172"/>
                  </a:lnTo>
                  <a:lnTo>
                    <a:pt x="1039508" y="554317"/>
                  </a:lnTo>
                  <a:lnTo>
                    <a:pt x="1040011" y="553504"/>
                  </a:lnTo>
                  <a:lnTo>
                    <a:pt x="1049512" y="538475"/>
                  </a:lnTo>
                  <a:lnTo>
                    <a:pt x="1056954" y="522633"/>
                  </a:lnTo>
                  <a:lnTo>
                    <a:pt x="1062279" y="506778"/>
                  </a:lnTo>
                  <a:lnTo>
                    <a:pt x="1064971" y="494968"/>
                  </a:lnTo>
                  <a:lnTo>
                    <a:pt x="1065964" y="490936"/>
                  </a:lnTo>
                  <a:lnTo>
                    <a:pt x="1068286" y="475081"/>
                  </a:lnTo>
                  <a:lnTo>
                    <a:pt x="1069195" y="459239"/>
                  </a:lnTo>
                  <a:lnTo>
                    <a:pt x="1068860" y="443397"/>
                  </a:lnTo>
                  <a:lnTo>
                    <a:pt x="1067364" y="427542"/>
                  </a:lnTo>
                  <a:lnTo>
                    <a:pt x="1064971" y="412825"/>
                  </a:lnTo>
                  <a:lnTo>
                    <a:pt x="1064804" y="411700"/>
                  </a:lnTo>
                  <a:lnTo>
                    <a:pt x="1061513" y="395846"/>
                  </a:lnTo>
                  <a:lnTo>
                    <a:pt x="1057289" y="380003"/>
                  </a:lnTo>
                  <a:lnTo>
                    <a:pt x="1052156" y="364161"/>
                  </a:lnTo>
                  <a:lnTo>
                    <a:pt x="1046089" y="348311"/>
                  </a:lnTo>
                  <a:lnTo>
                    <a:pt x="1040011" y="334548"/>
                  </a:lnTo>
                  <a:lnTo>
                    <a:pt x="1039137" y="332464"/>
                  </a:lnTo>
                  <a:lnTo>
                    <a:pt x="1031755" y="316617"/>
                  </a:lnTo>
                  <a:lnTo>
                    <a:pt x="1023427" y="300770"/>
                  </a:lnTo>
                  <a:lnTo>
                    <a:pt x="1015063" y="286531"/>
                  </a:lnTo>
                  <a:lnTo>
                    <a:pt x="1014141" y="284923"/>
                  </a:lnTo>
                  <a:lnTo>
                    <a:pt x="1004449" y="269077"/>
                  </a:lnTo>
                  <a:lnTo>
                    <a:pt x="993692" y="253229"/>
                  </a:lnTo>
                  <a:lnTo>
                    <a:pt x="990103" y="248278"/>
                  </a:lnTo>
                  <a:lnTo>
                    <a:pt x="982289" y="237382"/>
                  </a:lnTo>
                  <a:lnTo>
                    <a:pt x="969941" y="221535"/>
                  </a:lnTo>
                  <a:lnTo>
                    <a:pt x="965143" y="215740"/>
                  </a:lnTo>
                  <a:lnTo>
                    <a:pt x="956791" y="205688"/>
                  </a:lnTo>
                  <a:lnTo>
                    <a:pt x="942587" y="189842"/>
                  </a:lnTo>
                  <a:lnTo>
                    <a:pt x="940194" y="187278"/>
                  </a:lnTo>
                  <a:lnTo>
                    <a:pt x="927535" y="173995"/>
                  </a:lnTo>
                  <a:lnTo>
                    <a:pt x="915234" y="161949"/>
                  </a:lnTo>
                  <a:lnTo>
                    <a:pt x="911226" y="158147"/>
                  </a:lnTo>
                  <a:lnTo>
                    <a:pt x="893756" y="142300"/>
                  </a:lnTo>
                  <a:lnTo>
                    <a:pt x="890274" y="139263"/>
                  </a:lnTo>
                  <a:lnTo>
                    <a:pt x="874910" y="126453"/>
                  </a:lnTo>
                  <a:lnTo>
                    <a:pt x="865326" y="118807"/>
                  </a:lnTo>
                  <a:lnTo>
                    <a:pt x="854401" y="110607"/>
                  </a:lnTo>
                  <a:lnTo>
                    <a:pt x="840366" y="100416"/>
                  </a:lnTo>
                  <a:lnTo>
                    <a:pt x="831966" y="94760"/>
                  </a:lnTo>
                  <a:lnTo>
                    <a:pt x="815406" y="83869"/>
                  </a:lnTo>
                  <a:lnTo>
                    <a:pt x="807161" y="78913"/>
                  </a:lnTo>
                  <a:lnTo>
                    <a:pt x="790445" y="69017"/>
                  </a:lnTo>
                  <a:lnTo>
                    <a:pt x="779270" y="63066"/>
                  </a:lnTo>
                  <a:lnTo>
                    <a:pt x="765494" y="55774"/>
                  </a:lnTo>
                  <a:lnTo>
                    <a:pt x="747180" y="47218"/>
                  </a:lnTo>
                  <a:lnTo>
                    <a:pt x="740537" y="44106"/>
                  </a:lnTo>
                  <a:lnTo>
                    <a:pt x="715581" y="33871"/>
                  </a:lnTo>
                  <a:lnTo>
                    <a:pt x="708472" y="31372"/>
                  </a:lnTo>
                  <a:lnTo>
                    <a:pt x="690624" y="24982"/>
                  </a:lnTo>
                  <a:lnTo>
                    <a:pt x="665668" y="17581"/>
                  </a:lnTo>
                  <a:lnTo>
                    <a:pt x="657156" y="15525"/>
                  </a:lnTo>
                  <a:lnTo>
                    <a:pt x="640711" y="11416"/>
                  </a:lnTo>
                  <a:lnTo>
                    <a:pt x="615754" y="6577"/>
                  </a:lnTo>
                  <a:lnTo>
                    <a:pt x="590798" y="3104"/>
                  </a:lnTo>
                  <a:lnTo>
                    <a:pt x="565841" y="925"/>
                  </a:lnTo>
                  <a:lnTo>
                    <a:pt x="540884" y="0"/>
                  </a:lnTo>
                  <a:lnTo>
                    <a:pt x="515927" y="308"/>
                  </a:lnTo>
                  <a:lnTo>
                    <a:pt x="490970" y="1856"/>
                  </a:lnTo>
                  <a:lnTo>
                    <a:pt x="466014" y="4675"/>
                  </a:lnTo>
                  <a:lnTo>
                    <a:pt x="441057" y="8821"/>
                  </a:lnTo>
                  <a:lnTo>
                    <a:pt x="416101" y="14377"/>
                  </a:lnTo>
                  <a:lnTo>
                    <a:pt x="411937" y="15525"/>
                  </a:lnTo>
                  <a:lnTo>
                    <a:pt x="391144" y="21086"/>
                  </a:lnTo>
                  <a:lnTo>
                    <a:pt x="366188" y="29289"/>
                  </a:lnTo>
                  <a:lnTo>
                    <a:pt x="360764" y="31372"/>
                  </a:lnTo>
                  <a:lnTo>
                    <a:pt x="341231" y="38759"/>
                  </a:lnTo>
                  <a:lnTo>
                    <a:pt x="322110" y="47218"/>
                  </a:lnTo>
                  <a:lnTo>
                    <a:pt x="316275" y="49785"/>
                  </a:lnTo>
                  <a:lnTo>
                    <a:pt x="291318" y="62289"/>
                  </a:lnTo>
                  <a:lnTo>
                    <a:pt x="289919" y="63066"/>
                  </a:lnTo>
                  <a:lnTo>
                    <a:pt x="266362" y="76274"/>
                  </a:lnTo>
                  <a:lnTo>
                    <a:pt x="262096" y="78913"/>
                  </a:lnTo>
                  <a:lnTo>
                    <a:pt x="241405" y="91953"/>
                  </a:lnTo>
                  <a:lnTo>
                    <a:pt x="237303" y="94760"/>
                  </a:lnTo>
                  <a:lnTo>
                    <a:pt x="216448" y="109438"/>
                  </a:lnTo>
                  <a:lnTo>
                    <a:pt x="214897" y="110607"/>
                  </a:lnTo>
                  <a:lnTo>
                    <a:pt x="194415" y="126453"/>
                  </a:lnTo>
                  <a:lnTo>
                    <a:pt x="191492" y="128798"/>
                  </a:lnTo>
                  <a:lnTo>
                    <a:pt x="175508" y="142300"/>
                  </a:lnTo>
                  <a:lnTo>
                    <a:pt x="166535" y="150278"/>
                  </a:lnTo>
                  <a:lnTo>
                    <a:pt x="158019" y="158147"/>
                  </a:lnTo>
                  <a:lnTo>
                    <a:pt x="141876" y="173995"/>
                  </a:lnTo>
                  <a:lnTo>
                    <a:pt x="141579" y="174296"/>
                  </a:lnTo>
                  <a:lnTo>
                    <a:pt x="126619" y="189842"/>
                  </a:lnTo>
                  <a:lnTo>
                    <a:pt x="116621" y="201063"/>
                  </a:lnTo>
                  <a:lnTo>
                    <a:pt x="112548" y="205688"/>
                  </a:lnTo>
                  <a:lnTo>
                    <a:pt x="99313" y="221535"/>
                  </a:lnTo>
                  <a:lnTo>
                    <a:pt x="91664" y="231425"/>
                  </a:lnTo>
                  <a:lnTo>
                    <a:pt x="87045" y="237382"/>
                  </a:lnTo>
                  <a:lnTo>
                    <a:pt x="75517" y="253229"/>
                  </a:lnTo>
                  <a:lnTo>
                    <a:pt x="66708" y="266530"/>
                  </a:lnTo>
                  <a:lnTo>
                    <a:pt x="64993" y="269077"/>
                  </a:lnTo>
                  <a:lnTo>
                    <a:pt x="54952" y="284923"/>
                  </a:lnTo>
                  <a:lnTo>
                    <a:pt x="45950" y="300770"/>
                  </a:lnTo>
                  <a:lnTo>
                    <a:pt x="41751" y="308888"/>
                  </a:lnTo>
                  <a:lnTo>
                    <a:pt x="37611" y="316617"/>
                  </a:lnTo>
                  <a:lnTo>
                    <a:pt x="29928" y="332464"/>
                  </a:lnTo>
                  <a:lnTo>
                    <a:pt x="23196" y="348311"/>
                  </a:lnTo>
                  <a:lnTo>
                    <a:pt x="17380" y="364161"/>
                  </a:lnTo>
                  <a:lnTo>
                    <a:pt x="16795" y="365992"/>
                  </a:lnTo>
                  <a:lnTo>
                    <a:pt x="12061" y="380003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C368D8C0-266F-E7FD-728F-A5D491813EF6}"/>
              </a:ext>
            </a:extLst>
          </p:cNvPr>
          <p:cNvGrpSpPr/>
          <p:nvPr/>
        </p:nvGrpSpPr>
        <p:grpSpPr>
          <a:xfrm>
            <a:off x="3159061" y="2860026"/>
            <a:ext cx="2871732" cy="1914488"/>
            <a:chOff x="3159061" y="3076904"/>
            <a:chExt cx="2871732" cy="1914488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D43F514-5563-ECD7-195B-1D7E9D7DE3B8}"/>
                </a:ext>
              </a:extLst>
            </p:cNvPr>
            <p:cNvSpPr/>
            <p:nvPr/>
          </p:nvSpPr>
          <p:spPr>
            <a:xfrm>
              <a:off x="3159061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F9D3BB45-73DF-4E4E-E876-FE96BB42C5B5}"/>
                </a:ext>
              </a:extLst>
            </p:cNvPr>
            <p:cNvSpPr/>
            <p:nvPr/>
          </p:nvSpPr>
          <p:spPr>
            <a:xfrm>
              <a:off x="3503557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0ED2227F-BFA1-5D7E-E5B4-F2CA25551B35}"/>
                </a:ext>
              </a:extLst>
            </p:cNvPr>
            <p:cNvSpPr/>
            <p:nvPr/>
          </p:nvSpPr>
          <p:spPr>
            <a:xfrm>
              <a:off x="350355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1DDF4727-08E5-B002-10D7-BE96C3B7A8AB}"/>
                </a:ext>
              </a:extLst>
            </p:cNvPr>
            <p:cNvSpPr/>
            <p:nvPr/>
          </p:nvSpPr>
          <p:spPr>
            <a:xfrm>
              <a:off x="4121233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15FE6693-D473-03B0-AB8E-697169CA6D23}"/>
                </a:ext>
              </a:extLst>
            </p:cNvPr>
            <p:cNvSpPr/>
            <p:nvPr/>
          </p:nvSpPr>
          <p:spPr>
            <a:xfrm>
              <a:off x="4738908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E6E61EA-66F9-A508-28E1-144C01A5E513}"/>
                </a:ext>
              </a:extLst>
            </p:cNvPr>
            <p:cNvSpPr/>
            <p:nvPr/>
          </p:nvSpPr>
          <p:spPr>
            <a:xfrm>
              <a:off x="5356582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819B7C0-7E0E-E206-D689-63132F452ED9}"/>
                </a:ext>
              </a:extLst>
            </p:cNvPr>
            <p:cNvSpPr/>
            <p:nvPr/>
          </p:nvSpPr>
          <p:spPr>
            <a:xfrm>
              <a:off x="597426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BC3E3BBC-D238-4136-3DC6-4870B49B2685}"/>
                </a:ext>
              </a:extLst>
            </p:cNvPr>
            <p:cNvSpPr/>
            <p:nvPr/>
          </p:nvSpPr>
          <p:spPr>
            <a:xfrm>
              <a:off x="3503557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A545F78A-5743-CC38-C75F-E41FCF36A1DE}"/>
                </a:ext>
              </a:extLst>
            </p:cNvPr>
            <p:cNvSpPr/>
            <p:nvPr/>
          </p:nvSpPr>
          <p:spPr>
            <a:xfrm>
              <a:off x="3503557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287FDB5E-09B6-EB3A-9CDC-9EC15C6EBB6E}"/>
                </a:ext>
              </a:extLst>
            </p:cNvPr>
            <p:cNvSpPr/>
            <p:nvPr/>
          </p:nvSpPr>
          <p:spPr>
            <a:xfrm>
              <a:off x="3503557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CD64ADCF-D56D-8840-21C2-44C589455557}"/>
                </a:ext>
              </a:extLst>
            </p:cNvPr>
            <p:cNvSpPr/>
            <p:nvPr/>
          </p:nvSpPr>
          <p:spPr>
            <a:xfrm>
              <a:off x="3503557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C43DEF36-7994-A287-A562-8F5D755D0B2D}"/>
                </a:ext>
              </a:extLst>
            </p:cNvPr>
            <p:cNvSpPr/>
            <p:nvPr/>
          </p:nvSpPr>
          <p:spPr>
            <a:xfrm>
              <a:off x="3503557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6A0AB2E3-F651-B324-86F3-D72403FE2B05}"/>
                </a:ext>
              </a:extLst>
            </p:cNvPr>
            <p:cNvSpPr/>
            <p:nvPr/>
          </p:nvSpPr>
          <p:spPr>
            <a:xfrm>
              <a:off x="3503557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C72144BC-9563-1BB4-ACB1-244B3BC65761}"/>
                </a:ext>
              </a:extLst>
            </p:cNvPr>
            <p:cNvSpPr/>
            <p:nvPr/>
          </p:nvSpPr>
          <p:spPr>
            <a:xfrm>
              <a:off x="3503557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7568ED4C-E862-EB0D-8AD4-1D799AA50329}"/>
                </a:ext>
              </a:extLst>
            </p:cNvPr>
            <p:cNvSpPr/>
            <p:nvPr/>
          </p:nvSpPr>
          <p:spPr>
            <a:xfrm>
              <a:off x="3503557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867F0413-5FC2-D6EE-F1F4-1F0D1579A42D}"/>
                </a:ext>
              </a:extLst>
            </p:cNvPr>
            <p:cNvSpPr/>
            <p:nvPr/>
          </p:nvSpPr>
          <p:spPr>
            <a:xfrm>
              <a:off x="4121233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F2BFAD07-9DE3-404D-9195-C99C4D596729}"/>
                </a:ext>
              </a:extLst>
            </p:cNvPr>
            <p:cNvSpPr/>
            <p:nvPr/>
          </p:nvSpPr>
          <p:spPr>
            <a:xfrm>
              <a:off x="4738908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F7BB7E9E-069B-7F59-052E-B3494D44EB41}"/>
                </a:ext>
              </a:extLst>
            </p:cNvPr>
            <p:cNvSpPr/>
            <p:nvPr/>
          </p:nvSpPr>
          <p:spPr>
            <a:xfrm>
              <a:off x="5356582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400FBA54-2B8E-6D91-02BE-289AA1B8F71D}"/>
                </a:ext>
              </a:extLst>
            </p:cNvPr>
            <p:cNvSpPr/>
            <p:nvPr/>
          </p:nvSpPr>
          <p:spPr>
            <a:xfrm>
              <a:off x="5974267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C16CB0BF-1200-90E6-FF91-66E7E3704A2E}"/>
                </a:ext>
              </a:extLst>
            </p:cNvPr>
            <p:cNvSpPr/>
            <p:nvPr/>
          </p:nvSpPr>
          <p:spPr>
            <a:xfrm>
              <a:off x="3431626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9255679E-765B-915F-3C4B-33F01E61227E}"/>
                </a:ext>
              </a:extLst>
            </p:cNvPr>
            <p:cNvSpPr/>
            <p:nvPr/>
          </p:nvSpPr>
          <p:spPr>
            <a:xfrm>
              <a:off x="3522974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942739A7-C1B0-4159-74F5-0D447D30F3D2}"/>
                </a:ext>
              </a:extLst>
            </p:cNvPr>
            <p:cNvSpPr/>
            <p:nvPr/>
          </p:nvSpPr>
          <p:spPr>
            <a:xfrm>
              <a:off x="4092649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47F656E-CFA7-E072-724F-382CC8B555FC}"/>
                </a:ext>
              </a:extLst>
            </p:cNvPr>
            <p:cNvSpPr/>
            <p:nvPr/>
          </p:nvSpPr>
          <p:spPr>
            <a:xfrm>
              <a:off x="4712656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3A798B61-5C9D-825B-F0D3-0E95F1FB08E1}"/>
                </a:ext>
              </a:extLst>
            </p:cNvPr>
            <p:cNvSpPr/>
            <p:nvPr/>
          </p:nvSpPr>
          <p:spPr>
            <a:xfrm>
              <a:off x="5326452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4564B4E8-1565-2911-F542-692E23DD4997}"/>
                </a:ext>
              </a:extLst>
            </p:cNvPr>
            <p:cNvSpPr/>
            <p:nvPr/>
          </p:nvSpPr>
          <p:spPr>
            <a:xfrm>
              <a:off x="5945705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97421EF0-D943-E9E2-1B83-9F03C24D02F0}"/>
                </a:ext>
              </a:extLst>
            </p:cNvPr>
            <p:cNvSpPr/>
            <p:nvPr/>
          </p:nvSpPr>
          <p:spPr>
            <a:xfrm>
              <a:off x="4702341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F8971567-F6F0-C79A-EA96-C915326E4068}"/>
                </a:ext>
              </a:extLst>
            </p:cNvPr>
            <p:cNvSpPr/>
            <p:nvPr/>
          </p:nvSpPr>
          <p:spPr>
            <a:xfrm>
              <a:off x="350355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83B7251C-0088-7E02-1EE6-71E600F4315C}"/>
                </a:ext>
              </a:extLst>
            </p:cNvPr>
            <p:cNvSpPr/>
            <p:nvPr/>
          </p:nvSpPr>
          <p:spPr>
            <a:xfrm>
              <a:off x="3503557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C3E75728-E211-9274-9B72-2751BAABF720}"/>
                </a:ext>
              </a:extLst>
            </p:cNvPr>
            <p:cNvSpPr/>
            <p:nvPr/>
          </p:nvSpPr>
          <p:spPr>
            <a:xfrm>
              <a:off x="3503557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11AB5955-BEF0-CBF0-B3F1-A2BE28D916A3}"/>
                </a:ext>
              </a:extLst>
            </p:cNvPr>
            <p:cNvSpPr/>
            <p:nvPr/>
          </p:nvSpPr>
          <p:spPr>
            <a:xfrm>
              <a:off x="3503557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A4649A7E-E1CB-7A7B-4E4E-0CD2ADE3420E}"/>
                </a:ext>
              </a:extLst>
            </p:cNvPr>
            <p:cNvSpPr/>
            <p:nvPr/>
          </p:nvSpPr>
          <p:spPr>
            <a:xfrm>
              <a:off x="3503557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9BFF2B1C-8880-8B44-DE41-63E2608CCD64}"/>
                </a:ext>
              </a:extLst>
            </p:cNvPr>
            <p:cNvSpPr/>
            <p:nvPr/>
          </p:nvSpPr>
          <p:spPr>
            <a:xfrm>
              <a:off x="3503557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D7DCC02E-9299-D2B7-AE67-091374F8C3F7}"/>
                </a:ext>
              </a:extLst>
            </p:cNvPr>
            <p:cNvSpPr/>
            <p:nvPr/>
          </p:nvSpPr>
          <p:spPr>
            <a:xfrm>
              <a:off x="3503557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6AFFA44B-EC87-801B-D377-D318F97DFCFD}"/>
                </a:ext>
              </a:extLst>
            </p:cNvPr>
            <p:cNvSpPr/>
            <p:nvPr/>
          </p:nvSpPr>
          <p:spPr>
            <a:xfrm>
              <a:off x="3403312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FF0A4E71-530B-22E1-67E6-17A664AF7B68}"/>
                </a:ext>
              </a:extLst>
            </p:cNvPr>
            <p:cNvSpPr/>
            <p:nvPr/>
          </p:nvSpPr>
          <p:spPr>
            <a:xfrm>
              <a:off x="3406969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49C89244-8C6C-164A-465E-D379F7CDCE00}"/>
                </a:ext>
              </a:extLst>
            </p:cNvPr>
            <p:cNvSpPr/>
            <p:nvPr/>
          </p:nvSpPr>
          <p:spPr>
            <a:xfrm>
              <a:off x="3336117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ADD69A3E-58AC-8957-51F3-AF79DD2B4A2E}"/>
                </a:ext>
              </a:extLst>
            </p:cNvPr>
            <p:cNvSpPr/>
            <p:nvPr/>
          </p:nvSpPr>
          <p:spPr>
            <a:xfrm>
              <a:off x="3403312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7CA4EFDB-1929-06EA-534C-A86509409DFA}"/>
                </a:ext>
              </a:extLst>
            </p:cNvPr>
            <p:cNvSpPr/>
            <p:nvPr/>
          </p:nvSpPr>
          <p:spPr>
            <a:xfrm>
              <a:off x="3338499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E1138428-5C5F-25C4-9FB2-86B8023D954B}"/>
                </a:ext>
              </a:extLst>
            </p:cNvPr>
            <p:cNvSpPr/>
            <p:nvPr/>
          </p:nvSpPr>
          <p:spPr>
            <a:xfrm>
              <a:off x="3406969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C647EE27-7553-6701-8884-47D1CAF302FC}"/>
                </a:ext>
              </a:extLst>
            </p:cNvPr>
            <p:cNvSpPr/>
            <p:nvPr/>
          </p:nvSpPr>
          <p:spPr>
            <a:xfrm>
              <a:off x="3331963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B407E4A0-4052-5B7A-7720-4EF13FDA758D}"/>
                </a:ext>
              </a:extLst>
            </p:cNvPr>
            <p:cNvSpPr/>
            <p:nvPr/>
          </p:nvSpPr>
          <p:spPr>
            <a:xfrm>
              <a:off x="3403312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B0A83F26-D472-9E31-6FC1-F41FF558F7A9}"/>
                </a:ext>
              </a:extLst>
            </p:cNvPr>
            <p:cNvSpPr/>
            <p:nvPr/>
          </p:nvSpPr>
          <p:spPr>
            <a:xfrm>
              <a:off x="3334345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5AECA06E-2DE4-05DE-0EA5-5C4ACFA7BBDC}"/>
                </a:ext>
              </a:extLst>
            </p:cNvPr>
            <p:cNvSpPr/>
            <p:nvPr/>
          </p:nvSpPr>
          <p:spPr>
            <a:xfrm>
              <a:off x="3406969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DD7F1052-72FB-F73F-2A9D-FF69A2CCE4F3}"/>
                </a:ext>
              </a:extLst>
            </p:cNvPr>
            <p:cNvSpPr/>
            <p:nvPr/>
          </p:nvSpPr>
          <p:spPr>
            <a:xfrm>
              <a:off x="3203531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AA01C25C-02E5-7401-7878-877AEE40F985}"/>
              </a:ext>
            </a:extLst>
          </p:cNvPr>
          <p:cNvGrpSpPr/>
          <p:nvPr/>
        </p:nvGrpSpPr>
        <p:grpSpPr>
          <a:xfrm>
            <a:off x="4068761" y="3141855"/>
            <a:ext cx="941454" cy="1310067"/>
            <a:chOff x="4068761" y="3358733"/>
            <a:chExt cx="941454" cy="1310067"/>
          </a:xfrm>
        </p:grpSpPr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8506A675-5B64-8DA1-E035-19498973DAFA}"/>
                </a:ext>
              </a:extLst>
            </p:cNvPr>
            <p:cNvSpPr/>
            <p:nvPr/>
          </p:nvSpPr>
          <p:spPr>
            <a:xfrm>
              <a:off x="4068761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D1AF6B43-0266-4AED-A749-57D8429CE5A8}"/>
                </a:ext>
              </a:extLst>
            </p:cNvPr>
            <p:cNvSpPr/>
            <p:nvPr/>
          </p:nvSpPr>
          <p:spPr>
            <a:xfrm>
              <a:off x="4144272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631C0030-CD80-0EC6-B6EB-5B6B5A7F7522}"/>
                </a:ext>
              </a:extLst>
            </p:cNvPr>
            <p:cNvSpPr/>
            <p:nvPr/>
          </p:nvSpPr>
          <p:spPr>
            <a:xfrm>
              <a:off x="4324971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151E3C18-4B14-37D4-CAC1-2FF68B768D1A}"/>
                </a:ext>
              </a:extLst>
            </p:cNvPr>
            <p:cNvSpPr/>
            <p:nvPr/>
          </p:nvSpPr>
          <p:spPr>
            <a:xfrm>
              <a:off x="4406337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65B6D6FB-366D-28D7-3FC5-6BB30D00BF55}"/>
              </a:ext>
            </a:extLst>
          </p:cNvPr>
          <p:cNvGrpSpPr/>
          <p:nvPr/>
        </p:nvGrpSpPr>
        <p:grpSpPr>
          <a:xfrm>
            <a:off x="4402963" y="3441500"/>
            <a:ext cx="536008" cy="988705"/>
            <a:chOff x="4402963" y="3658378"/>
            <a:chExt cx="536008" cy="988705"/>
          </a:xfrm>
        </p:grpSpPr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9B2692EF-79F4-9677-E5D3-52997455F787}"/>
                </a:ext>
              </a:extLst>
            </p:cNvPr>
            <p:cNvSpPr/>
            <p:nvPr/>
          </p:nvSpPr>
          <p:spPr>
            <a:xfrm>
              <a:off x="4402963" y="3658378"/>
              <a:ext cx="536008" cy="988705"/>
            </a:xfrm>
            <a:custGeom>
              <a:avLst/>
              <a:gdLst>
                <a:gd name="csX0" fmla="*/ 19288 w 536008"/>
                <a:gd name="csY0" fmla="*/ 853734 h 988705"/>
                <a:gd name="csX1" fmla="*/ 23991 w 536008"/>
                <a:gd name="csY1" fmla="*/ 864060 h 988705"/>
                <a:gd name="csX2" fmla="*/ 25810 w 536008"/>
                <a:gd name="csY2" fmla="*/ 869588 h 988705"/>
                <a:gd name="csX3" fmla="*/ 32522 w 536008"/>
                <a:gd name="csY3" fmla="*/ 885430 h 988705"/>
                <a:gd name="csX4" fmla="*/ 42310 w 536008"/>
                <a:gd name="csY4" fmla="*/ 901285 h 988705"/>
                <a:gd name="csX5" fmla="*/ 48951 w 536008"/>
                <a:gd name="csY5" fmla="*/ 909326 h 988705"/>
                <a:gd name="csX6" fmla="*/ 54491 w 536008"/>
                <a:gd name="csY6" fmla="*/ 917127 h 988705"/>
                <a:gd name="csX7" fmla="*/ 70633 w 536008"/>
                <a:gd name="csY7" fmla="*/ 932970 h 988705"/>
                <a:gd name="csX8" fmla="*/ 73899 w 536008"/>
                <a:gd name="csY8" fmla="*/ 935518 h 988705"/>
                <a:gd name="csX9" fmla="*/ 91860 w 536008"/>
                <a:gd name="csY9" fmla="*/ 948824 h 988705"/>
                <a:gd name="csX10" fmla="*/ 98859 w 536008"/>
                <a:gd name="csY10" fmla="*/ 952904 h 988705"/>
                <a:gd name="csX11" fmla="*/ 123820 w 536008"/>
                <a:gd name="csY11" fmla="*/ 964559 h 988705"/>
                <a:gd name="csX12" fmla="*/ 124119 w 536008"/>
                <a:gd name="csY12" fmla="*/ 964666 h 988705"/>
                <a:gd name="csX13" fmla="*/ 148768 w 536008"/>
                <a:gd name="csY13" fmla="*/ 973700 h 988705"/>
                <a:gd name="csX14" fmla="*/ 173728 w 536008"/>
                <a:gd name="csY14" fmla="*/ 979312 h 988705"/>
                <a:gd name="csX15" fmla="*/ 181434 w 536008"/>
                <a:gd name="csY15" fmla="*/ 980509 h 988705"/>
                <a:gd name="csX16" fmla="*/ 198688 w 536008"/>
                <a:gd name="csY16" fmla="*/ 983859 h 988705"/>
                <a:gd name="csX17" fmla="*/ 223636 w 536008"/>
                <a:gd name="csY17" fmla="*/ 986886 h 988705"/>
                <a:gd name="csX18" fmla="*/ 248596 w 536008"/>
                <a:gd name="csY18" fmla="*/ 988406 h 988705"/>
                <a:gd name="csX19" fmla="*/ 273556 w 536008"/>
                <a:gd name="csY19" fmla="*/ 988705 h 988705"/>
                <a:gd name="csX20" fmla="*/ 298517 w 536008"/>
                <a:gd name="csY20" fmla="*/ 987820 h 988705"/>
                <a:gd name="csX21" fmla="*/ 323465 w 536008"/>
                <a:gd name="csY21" fmla="*/ 985594 h 988705"/>
                <a:gd name="csX22" fmla="*/ 348425 w 536008"/>
                <a:gd name="csY22" fmla="*/ 981598 h 988705"/>
                <a:gd name="csX23" fmla="*/ 353367 w 536008"/>
                <a:gd name="csY23" fmla="*/ 980509 h 988705"/>
                <a:gd name="csX24" fmla="*/ 373385 w 536008"/>
                <a:gd name="csY24" fmla="*/ 976835 h 988705"/>
                <a:gd name="csX25" fmla="*/ 398333 w 536008"/>
                <a:gd name="csY25" fmla="*/ 969680 h 988705"/>
                <a:gd name="csX26" fmla="*/ 411005 w 536008"/>
                <a:gd name="csY26" fmla="*/ 964666 h 988705"/>
                <a:gd name="csX27" fmla="*/ 423293 w 536008"/>
                <a:gd name="csY27" fmla="*/ 959497 h 988705"/>
                <a:gd name="csX28" fmla="*/ 442666 w 536008"/>
                <a:gd name="csY28" fmla="*/ 948824 h 988705"/>
                <a:gd name="csX29" fmla="*/ 448253 w 536008"/>
                <a:gd name="csY29" fmla="*/ 945031 h 988705"/>
                <a:gd name="csX30" fmla="*/ 464503 w 536008"/>
                <a:gd name="csY30" fmla="*/ 932970 h 988705"/>
                <a:gd name="csX31" fmla="*/ 473214 w 536008"/>
                <a:gd name="csY31" fmla="*/ 923971 h 988705"/>
                <a:gd name="csX32" fmla="*/ 480226 w 536008"/>
                <a:gd name="csY32" fmla="*/ 917127 h 988705"/>
                <a:gd name="csX33" fmla="*/ 492323 w 536008"/>
                <a:gd name="csY33" fmla="*/ 901285 h 988705"/>
                <a:gd name="csX34" fmla="*/ 498162 w 536008"/>
                <a:gd name="csY34" fmla="*/ 890288 h 988705"/>
                <a:gd name="csX35" fmla="*/ 501416 w 536008"/>
                <a:gd name="csY35" fmla="*/ 885430 h 988705"/>
                <a:gd name="csX36" fmla="*/ 509828 w 536008"/>
                <a:gd name="csY36" fmla="*/ 869588 h 988705"/>
                <a:gd name="csX37" fmla="*/ 515799 w 536008"/>
                <a:gd name="csY37" fmla="*/ 853734 h 988705"/>
                <a:gd name="csX38" fmla="*/ 520131 w 536008"/>
                <a:gd name="csY38" fmla="*/ 837891 h 988705"/>
                <a:gd name="csX39" fmla="*/ 523122 w 536008"/>
                <a:gd name="csY39" fmla="*/ 823198 h 988705"/>
                <a:gd name="csX40" fmla="*/ 523469 w 536008"/>
                <a:gd name="csY40" fmla="*/ 822049 h 988705"/>
                <a:gd name="csX41" fmla="*/ 527418 w 536008"/>
                <a:gd name="csY41" fmla="*/ 806194 h 988705"/>
                <a:gd name="csX42" fmla="*/ 530349 w 536008"/>
                <a:gd name="csY42" fmla="*/ 790352 h 988705"/>
                <a:gd name="csX43" fmla="*/ 532515 w 536008"/>
                <a:gd name="csY43" fmla="*/ 774510 h 988705"/>
                <a:gd name="csX44" fmla="*/ 534059 w 536008"/>
                <a:gd name="csY44" fmla="*/ 758655 h 988705"/>
                <a:gd name="csX45" fmla="*/ 535111 w 536008"/>
                <a:gd name="csY45" fmla="*/ 742813 h 988705"/>
                <a:gd name="csX46" fmla="*/ 535746 w 536008"/>
                <a:gd name="csY46" fmla="*/ 726959 h 988705"/>
                <a:gd name="csX47" fmla="*/ 536009 w 536008"/>
                <a:gd name="csY47" fmla="*/ 711116 h 988705"/>
                <a:gd name="csX48" fmla="*/ 535961 w 536008"/>
                <a:gd name="csY48" fmla="*/ 695274 h 988705"/>
                <a:gd name="csX49" fmla="*/ 535614 w 536008"/>
                <a:gd name="csY49" fmla="*/ 679420 h 988705"/>
                <a:gd name="csX50" fmla="*/ 534992 w 536008"/>
                <a:gd name="csY50" fmla="*/ 663577 h 988705"/>
                <a:gd name="csX51" fmla="*/ 534106 w 536008"/>
                <a:gd name="csY51" fmla="*/ 647723 h 988705"/>
                <a:gd name="csX52" fmla="*/ 532946 w 536008"/>
                <a:gd name="csY52" fmla="*/ 631880 h 988705"/>
                <a:gd name="csX53" fmla="*/ 531534 w 536008"/>
                <a:gd name="csY53" fmla="*/ 616038 h 988705"/>
                <a:gd name="csX54" fmla="*/ 529859 w 536008"/>
                <a:gd name="csY54" fmla="*/ 600188 h 988705"/>
                <a:gd name="csX55" fmla="*/ 527896 w 536008"/>
                <a:gd name="csY55" fmla="*/ 584341 h 988705"/>
                <a:gd name="csX56" fmla="*/ 525635 w 536008"/>
                <a:gd name="csY56" fmla="*/ 568494 h 988705"/>
                <a:gd name="csX57" fmla="*/ 523122 w 536008"/>
                <a:gd name="csY57" fmla="*/ 552962 h 988705"/>
                <a:gd name="csX58" fmla="*/ 523086 w 536008"/>
                <a:gd name="csY58" fmla="*/ 552647 h 988705"/>
                <a:gd name="csX59" fmla="*/ 521327 w 536008"/>
                <a:gd name="csY59" fmla="*/ 536800 h 988705"/>
                <a:gd name="csX60" fmla="*/ 519353 w 536008"/>
                <a:gd name="csY60" fmla="*/ 520954 h 988705"/>
                <a:gd name="csX61" fmla="*/ 517139 w 536008"/>
                <a:gd name="csY61" fmla="*/ 505107 h 988705"/>
                <a:gd name="csX62" fmla="*/ 514674 w 536008"/>
                <a:gd name="csY62" fmla="*/ 489259 h 988705"/>
                <a:gd name="csX63" fmla="*/ 511910 w 536008"/>
                <a:gd name="csY63" fmla="*/ 473412 h 988705"/>
                <a:gd name="csX64" fmla="*/ 508847 w 536008"/>
                <a:gd name="csY64" fmla="*/ 457565 h 988705"/>
                <a:gd name="csX65" fmla="*/ 505437 w 536008"/>
                <a:gd name="csY65" fmla="*/ 441719 h 988705"/>
                <a:gd name="csX66" fmla="*/ 501644 w 536008"/>
                <a:gd name="csY66" fmla="*/ 425872 h 988705"/>
                <a:gd name="csX67" fmla="*/ 498162 w 536008"/>
                <a:gd name="csY67" fmla="*/ 412643 h 988705"/>
                <a:gd name="csX68" fmla="*/ 497683 w 536008"/>
                <a:gd name="csY68" fmla="*/ 410025 h 988705"/>
                <a:gd name="csX69" fmla="*/ 494644 w 536008"/>
                <a:gd name="csY69" fmla="*/ 394178 h 988705"/>
                <a:gd name="csX70" fmla="*/ 491270 w 536008"/>
                <a:gd name="csY70" fmla="*/ 378330 h 988705"/>
                <a:gd name="csX71" fmla="*/ 487524 w 536008"/>
                <a:gd name="csY71" fmla="*/ 362484 h 988705"/>
                <a:gd name="csX72" fmla="*/ 483360 w 536008"/>
                <a:gd name="csY72" fmla="*/ 346637 h 988705"/>
                <a:gd name="csX73" fmla="*/ 478718 w 536008"/>
                <a:gd name="csY73" fmla="*/ 330790 h 988705"/>
                <a:gd name="csX74" fmla="*/ 473573 w 536008"/>
                <a:gd name="csY74" fmla="*/ 314943 h 988705"/>
                <a:gd name="csX75" fmla="*/ 473214 w 536008"/>
                <a:gd name="csY75" fmla="*/ 313853 h 988705"/>
                <a:gd name="csX76" fmla="*/ 469468 w 536008"/>
                <a:gd name="csY76" fmla="*/ 299096 h 988705"/>
                <a:gd name="csX77" fmla="*/ 465017 w 536008"/>
                <a:gd name="csY77" fmla="*/ 283250 h 988705"/>
                <a:gd name="csX78" fmla="*/ 460064 w 536008"/>
                <a:gd name="csY78" fmla="*/ 267403 h 988705"/>
                <a:gd name="csX79" fmla="*/ 454535 w 536008"/>
                <a:gd name="csY79" fmla="*/ 251555 h 988705"/>
                <a:gd name="csX80" fmla="*/ 448385 w 536008"/>
                <a:gd name="csY80" fmla="*/ 235708 h 988705"/>
                <a:gd name="csX81" fmla="*/ 448253 w 536008"/>
                <a:gd name="csY81" fmla="*/ 235376 h 988705"/>
                <a:gd name="csX82" fmla="*/ 443192 w 536008"/>
                <a:gd name="csY82" fmla="*/ 219861 h 988705"/>
                <a:gd name="csX83" fmla="*/ 437425 w 536008"/>
                <a:gd name="csY83" fmla="*/ 204015 h 988705"/>
                <a:gd name="csX84" fmla="*/ 430987 w 536008"/>
                <a:gd name="csY84" fmla="*/ 188168 h 988705"/>
                <a:gd name="csX85" fmla="*/ 423784 w 536008"/>
                <a:gd name="csY85" fmla="*/ 172321 h 988705"/>
                <a:gd name="csX86" fmla="*/ 423293 w 536008"/>
                <a:gd name="csY86" fmla="*/ 171259 h 988705"/>
                <a:gd name="csX87" fmla="*/ 417131 w 536008"/>
                <a:gd name="csY87" fmla="*/ 156473 h 988705"/>
                <a:gd name="csX88" fmla="*/ 409796 w 536008"/>
                <a:gd name="csY88" fmla="*/ 140628 h 988705"/>
                <a:gd name="csX89" fmla="*/ 401576 w 536008"/>
                <a:gd name="csY89" fmla="*/ 124780 h 988705"/>
                <a:gd name="csX90" fmla="*/ 398333 w 536008"/>
                <a:gd name="csY90" fmla="*/ 118824 h 988705"/>
                <a:gd name="csX91" fmla="*/ 393021 w 536008"/>
                <a:gd name="csY91" fmla="*/ 108933 h 988705"/>
                <a:gd name="csX92" fmla="*/ 383831 w 536008"/>
                <a:gd name="csY92" fmla="*/ 93086 h 988705"/>
                <a:gd name="csX93" fmla="*/ 373517 w 536008"/>
                <a:gd name="csY93" fmla="*/ 77239 h 988705"/>
                <a:gd name="csX94" fmla="*/ 373385 w 536008"/>
                <a:gd name="csY94" fmla="*/ 77043 h 988705"/>
                <a:gd name="csX95" fmla="*/ 362066 w 536008"/>
                <a:gd name="csY95" fmla="*/ 61393 h 988705"/>
                <a:gd name="csX96" fmla="*/ 349227 w 536008"/>
                <a:gd name="csY96" fmla="*/ 45546 h 988705"/>
                <a:gd name="csX97" fmla="*/ 348425 w 536008"/>
                <a:gd name="csY97" fmla="*/ 44575 h 988705"/>
                <a:gd name="csX98" fmla="*/ 333049 w 536008"/>
                <a:gd name="csY98" fmla="*/ 29699 h 988705"/>
                <a:gd name="csX99" fmla="*/ 323465 w 536008"/>
                <a:gd name="csY99" fmla="*/ 20976 h 988705"/>
                <a:gd name="csX100" fmla="*/ 311439 w 536008"/>
                <a:gd name="csY100" fmla="*/ 13851 h 988705"/>
                <a:gd name="csX101" fmla="*/ 298517 w 536008"/>
                <a:gd name="csY101" fmla="*/ 6191 h 988705"/>
                <a:gd name="csX102" fmla="*/ 273556 w 536008"/>
                <a:gd name="csY102" fmla="*/ 0 h 988705"/>
                <a:gd name="csX103" fmla="*/ 248596 w 536008"/>
                <a:gd name="csY103" fmla="*/ 2033 h 988705"/>
                <a:gd name="csX104" fmla="*/ 223636 w 536008"/>
                <a:gd name="csY104" fmla="*/ 12662 h 988705"/>
                <a:gd name="csX105" fmla="*/ 222057 w 536008"/>
                <a:gd name="csY105" fmla="*/ 13851 h 988705"/>
                <a:gd name="csX106" fmla="*/ 201261 w 536008"/>
                <a:gd name="csY106" fmla="*/ 29699 h 988705"/>
                <a:gd name="csX107" fmla="*/ 198688 w 536008"/>
                <a:gd name="csY107" fmla="*/ 31708 h 988705"/>
                <a:gd name="csX108" fmla="*/ 185741 w 536008"/>
                <a:gd name="csY108" fmla="*/ 45546 h 988705"/>
                <a:gd name="csX109" fmla="*/ 173728 w 536008"/>
                <a:gd name="csY109" fmla="*/ 59608 h 988705"/>
                <a:gd name="csX110" fmla="*/ 172424 w 536008"/>
                <a:gd name="csY110" fmla="*/ 61393 h 988705"/>
                <a:gd name="csX111" fmla="*/ 161080 w 536008"/>
                <a:gd name="csY111" fmla="*/ 77239 h 988705"/>
                <a:gd name="csX112" fmla="*/ 150969 w 536008"/>
                <a:gd name="csY112" fmla="*/ 93086 h 988705"/>
                <a:gd name="csX113" fmla="*/ 148768 w 536008"/>
                <a:gd name="csY113" fmla="*/ 96657 h 988705"/>
                <a:gd name="csX114" fmla="*/ 141493 w 536008"/>
                <a:gd name="csY114" fmla="*/ 108933 h 988705"/>
                <a:gd name="csX115" fmla="*/ 132901 w 536008"/>
                <a:gd name="csY115" fmla="*/ 124780 h 988705"/>
                <a:gd name="csX116" fmla="*/ 125243 w 536008"/>
                <a:gd name="csY116" fmla="*/ 140628 h 988705"/>
                <a:gd name="csX117" fmla="*/ 123820 w 536008"/>
                <a:gd name="csY117" fmla="*/ 143670 h 988705"/>
                <a:gd name="csX118" fmla="*/ 117442 w 536008"/>
                <a:gd name="csY118" fmla="*/ 156473 h 988705"/>
                <a:gd name="csX119" fmla="*/ 110251 w 536008"/>
                <a:gd name="csY119" fmla="*/ 172321 h 988705"/>
                <a:gd name="csX120" fmla="*/ 103825 w 536008"/>
                <a:gd name="csY120" fmla="*/ 188168 h 988705"/>
                <a:gd name="csX121" fmla="*/ 98859 w 536008"/>
                <a:gd name="csY121" fmla="*/ 201665 h 988705"/>
                <a:gd name="csX122" fmla="*/ 97854 w 536008"/>
                <a:gd name="csY122" fmla="*/ 204015 h 988705"/>
                <a:gd name="csX123" fmla="*/ 91273 w 536008"/>
                <a:gd name="csY123" fmla="*/ 219861 h 988705"/>
                <a:gd name="csX124" fmla="*/ 85374 w 536008"/>
                <a:gd name="csY124" fmla="*/ 235708 h 988705"/>
                <a:gd name="csX125" fmla="*/ 80085 w 536008"/>
                <a:gd name="csY125" fmla="*/ 251555 h 988705"/>
                <a:gd name="csX126" fmla="*/ 75347 w 536008"/>
                <a:gd name="csY126" fmla="*/ 267403 h 988705"/>
                <a:gd name="csX127" fmla="*/ 73899 w 536008"/>
                <a:gd name="csY127" fmla="*/ 272458 h 988705"/>
                <a:gd name="csX128" fmla="*/ 70010 w 536008"/>
                <a:gd name="csY128" fmla="*/ 283250 h 988705"/>
                <a:gd name="csX129" fmla="*/ 64734 w 536008"/>
                <a:gd name="csY129" fmla="*/ 299096 h 988705"/>
                <a:gd name="csX130" fmla="*/ 59995 w 536008"/>
                <a:gd name="csY130" fmla="*/ 314943 h 988705"/>
                <a:gd name="csX131" fmla="*/ 55736 w 536008"/>
                <a:gd name="csY131" fmla="*/ 330790 h 988705"/>
                <a:gd name="csX132" fmla="*/ 51895 w 536008"/>
                <a:gd name="csY132" fmla="*/ 346637 h 988705"/>
                <a:gd name="csX133" fmla="*/ 48951 w 536008"/>
                <a:gd name="csY133" fmla="*/ 360053 h 988705"/>
                <a:gd name="csX134" fmla="*/ 48209 w 536008"/>
                <a:gd name="csY134" fmla="*/ 362484 h 988705"/>
                <a:gd name="csX135" fmla="*/ 43603 w 536008"/>
                <a:gd name="csY135" fmla="*/ 378330 h 988705"/>
                <a:gd name="csX136" fmla="*/ 39451 w 536008"/>
                <a:gd name="csY136" fmla="*/ 394178 h 988705"/>
                <a:gd name="csX137" fmla="*/ 35705 w 536008"/>
                <a:gd name="csY137" fmla="*/ 410025 h 988705"/>
                <a:gd name="csX138" fmla="*/ 32343 w 536008"/>
                <a:gd name="csY138" fmla="*/ 425872 h 988705"/>
                <a:gd name="csX139" fmla="*/ 29316 w 536008"/>
                <a:gd name="csY139" fmla="*/ 441719 h 988705"/>
                <a:gd name="csX140" fmla="*/ 26588 w 536008"/>
                <a:gd name="csY140" fmla="*/ 457565 h 988705"/>
                <a:gd name="csX141" fmla="*/ 24135 w 536008"/>
                <a:gd name="csY141" fmla="*/ 473412 h 988705"/>
                <a:gd name="csX142" fmla="*/ 23991 w 536008"/>
                <a:gd name="csY142" fmla="*/ 474432 h 988705"/>
                <a:gd name="csX143" fmla="*/ 20712 w 536008"/>
                <a:gd name="csY143" fmla="*/ 489259 h 988705"/>
                <a:gd name="csX144" fmla="*/ 17565 w 536008"/>
                <a:gd name="csY144" fmla="*/ 505107 h 988705"/>
                <a:gd name="csX145" fmla="*/ 14742 w 536008"/>
                <a:gd name="csY145" fmla="*/ 520954 h 988705"/>
                <a:gd name="csX146" fmla="*/ 12229 w 536008"/>
                <a:gd name="csY146" fmla="*/ 536800 h 988705"/>
                <a:gd name="csX147" fmla="*/ 9991 w 536008"/>
                <a:gd name="csY147" fmla="*/ 552647 h 988705"/>
                <a:gd name="csX148" fmla="*/ 8005 w 536008"/>
                <a:gd name="csY148" fmla="*/ 568494 h 988705"/>
                <a:gd name="csX149" fmla="*/ 6270 w 536008"/>
                <a:gd name="csY149" fmla="*/ 584341 h 988705"/>
                <a:gd name="csX150" fmla="*/ 4750 w 536008"/>
                <a:gd name="csY150" fmla="*/ 600188 h 988705"/>
                <a:gd name="csX151" fmla="*/ 3458 w 536008"/>
                <a:gd name="csY151" fmla="*/ 616038 h 988705"/>
                <a:gd name="csX152" fmla="*/ 2357 w 536008"/>
                <a:gd name="csY152" fmla="*/ 631880 h 988705"/>
                <a:gd name="csX153" fmla="*/ 1472 w 536008"/>
                <a:gd name="csY153" fmla="*/ 647723 h 988705"/>
                <a:gd name="csX154" fmla="*/ 790 w 536008"/>
                <a:gd name="csY154" fmla="*/ 663577 h 988705"/>
                <a:gd name="csX155" fmla="*/ 311 w 536008"/>
                <a:gd name="csY155" fmla="*/ 679420 h 988705"/>
                <a:gd name="csX156" fmla="*/ 36 w 536008"/>
                <a:gd name="csY156" fmla="*/ 695274 h 988705"/>
                <a:gd name="csX157" fmla="*/ 0 w 536008"/>
                <a:gd name="csY157" fmla="*/ 711116 h 988705"/>
                <a:gd name="csX158" fmla="*/ 203 w 536008"/>
                <a:gd name="csY158" fmla="*/ 726959 h 988705"/>
                <a:gd name="csX159" fmla="*/ 694 w 536008"/>
                <a:gd name="csY159" fmla="*/ 742813 h 988705"/>
                <a:gd name="csX160" fmla="*/ 1508 w 536008"/>
                <a:gd name="csY160" fmla="*/ 758655 h 988705"/>
                <a:gd name="csX161" fmla="*/ 2704 w 536008"/>
                <a:gd name="csY161" fmla="*/ 774510 h 988705"/>
                <a:gd name="csX162" fmla="*/ 4367 w 536008"/>
                <a:gd name="csY162" fmla="*/ 790352 h 988705"/>
                <a:gd name="csX163" fmla="*/ 6629 w 536008"/>
                <a:gd name="csY163" fmla="*/ 806194 h 988705"/>
                <a:gd name="csX164" fmla="*/ 9680 w 536008"/>
                <a:gd name="csY164" fmla="*/ 822049 h 988705"/>
                <a:gd name="csX165" fmla="*/ 13760 w 536008"/>
                <a:gd name="csY165" fmla="*/ 837891 h 988705"/>
                <a:gd name="csX166" fmla="*/ 19288 w 536008"/>
                <a:gd name="csY166" fmla="*/ 853734 h 988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</a:cxnLst>
              <a:rect l="l" t="t" r="r" b="b"/>
              <a:pathLst>
                <a:path w="536008" h="988705">
                  <a:moveTo>
                    <a:pt x="19288" y="853734"/>
                  </a:moveTo>
                  <a:lnTo>
                    <a:pt x="23991" y="864060"/>
                  </a:lnTo>
                  <a:lnTo>
                    <a:pt x="25810" y="869588"/>
                  </a:lnTo>
                  <a:lnTo>
                    <a:pt x="32522" y="885430"/>
                  </a:lnTo>
                  <a:lnTo>
                    <a:pt x="42310" y="901285"/>
                  </a:lnTo>
                  <a:lnTo>
                    <a:pt x="48951" y="909326"/>
                  </a:lnTo>
                  <a:lnTo>
                    <a:pt x="54491" y="917127"/>
                  </a:lnTo>
                  <a:lnTo>
                    <a:pt x="70633" y="932970"/>
                  </a:lnTo>
                  <a:lnTo>
                    <a:pt x="73899" y="935518"/>
                  </a:lnTo>
                  <a:lnTo>
                    <a:pt x="91860" y="948824"/>
                  </a:lnTo>
                  <a:lnTo>
                    <a:pt x="98859" y="952904"/>
                  </a:lnTo>
                  <a:lnTo>
                    <a:pt x="123820" y="964559"/>
                  </a:lnTo>
                  <a:lnTo>
                    <a:pt x="124119" y="964666"/>
                  </a:lnTo>
                  <a:lnTo>
                    <a:pt x="148768" y="973700"/>
                  </a:lnTo>
                  <a:lnTo>
                    <a:pt x="173728" y="979312"/>
                  </a:lnTo>
                  <a:lnTo>
                    <a:pt x="181434" y="980509"/>
                  </a:lnTo>
                  <a:lnTo>
                    <a:pt x="198688" y="983859"/>
                  </a:lnTo>
                  <a:lnTo>
                    <a:pt x="223636" y="986886"/>
                  </a:lnTo>
                  <a:lnTo>
                    <a:pt x="248596" y="988406"/>
                  </a:lnTo>
                  <a:lnTo>
                    <a:pt x="273556" y="988705"/>
                  </a:lnTo>
                  <a:lnTo>
                    <a:pt x="298517" y="987820"/>
                  </a:lnTo>
                  <a:lnTo>
                    <a:pt x="323465" y="985594"/>
                  </a:lnTo>
                  <a:lnTo>
                    <a:pt x="348425" y="981598"/>
                  </a:lnTo>
                  <a:lnTo>
                    <a:pt x="353367" y="980509"/>
                  </a:lnTo>
                  <a:lnTo>
                    <a:pt x="373385" y="976835"/>
                  </a:lnTo>
                  <a:lnTo>
                    <a:pt x="398333" y="969680"/>
                  </a:lnTo>
                  <a:lnTo>
                    <a:pt x="411005" y="964666"/>
                  </a:lnTo>
                  <a:lnTo>
                    <a:pt x="423293" y="959497"/>
                  </a:lnTo>
                  <a:lnTo>
                    <a:pt x="442666" y="948824"/>
                  </a:lnTo>
                  <a:lnTo>
                    <a:pt x="448253" y="945031"/>
                  </a:lnTo>
                  <a:lnTo>
                    <a:pt x="464503" y="932970"/>
                  </a:lnTo>
                  <a:lnTo>
                    <a:pt x="473214" y="923971"/>
                  </a:lnTo>
                  <a:lnTo>
                    <a:pt x="480226" y="917127"/>
                  </a:lnTo>
                  <a:lnTo>
                    <a:pt x="492323" y="901285"/>
                  </a:lnTo>
                  <a:lnTo>
                    <a:pt x="498162" y="890288"/>
                  </a:lnTo>
                  <a:lnTo>
                    <a:pt x="501416" y="885430"/>
                  </a:lnTo>
                  <a:lnTo>
                    <a:pt x="509828" y="869588"/>
                  </a:lnTo>
                  <a:lnTo>
                    <a:pt x="515799" y="853734"/>
                  </a:lnTo>
                  <a:lnTo>
                    <a:pt x="520131" y="837891"/>
                  </a:lnTo>
                  <a:lnTo>
                    <a:pt x="523122" y="823198"/>
                  </a:lnTo>
                  <a:lnTo>
                    <a:pt x="523469" y="822049"/>
                  </a:lnTo>
                  <a:lnTo>
                    <a:pt x="527418" y="806194"/>
                  </a:lnTo>
                  <a:lnTo>
                    <a:pt x="530349" y="790352"/>
                  </a:lnTo>
                  <a:lnTo>
                    <a:pt x="532515" y="774510"/>
                  </a:lnTo>
                  <a:lnTo>
                    <a:pt x="534059" y="758655"/>
                  </a:lnTo>
                  <a:lnTo>
                    <a:pt x="535111" y="742813"/>
                  </a:lnTo>
                  <a:lnTo>
                    <a:pt x="535746" y="726959"/>
                  </a:lnTo>
                  <a:lnTo>
                    <a:pt x="536009" y="711116"/>
                  </a:lnTo>
                  <a:lnTo>
                    <a:pt x="535961" y="695274"/>
                  </a:lnTo>
                  <a:lnTo>
                    <a:pt x="535614" y="679420"/>
                  </a:lnTo>
                  <a:lnTo>
                    <a:pt x="534992" y="663577"/>
                  </a:lnTo>
                  <a:lnTo>
                    <a:pt x="534106" y="647723"/>
                  </a:lnTo>
                  <a:lnTo>
                    <a:pt x="532946" y="631880"/>
                  </a:lnTo>
                  <a:lnTo>
                    <a:pt x="531534" y="616038"/>
                  </a:lnTo>
                  <a:lnTo>
                    <a:pt x="529859" y="600188"/>
                  </a:lnTo>
                  <a:lnTo>
                    <a:pt x="527896" y="584341"/>
                  </a:lnTo>
                  <a:lnTo>
                    <a:pt x="525635" y="568494"/>
                  </a:lnTo>
                  <a:lnTo>
                    <a:pt x="523122" y="552962"/>
                  </a:lnTo>
                  <a:lnTo>
                    <a:pt x="523086" y="552647"/>
                  </a:lnTo>
                  <a:lnTo>
                    <a:pt x="521327" y="536800"/>
                  </a:lnTo>
                  <a:lnTo>
                    <a:pt x="519353" y="520954"/>
                  </a:lnTo>
                  <a:lnTo>
                    <a:pt x="517139" y="505107"/>
                  </a:lnTo>
                  <a:lnTo>
                    <a:pt x="514674" y="489259"/>
                  </a:lnTo>
                  <a:lnTo>
                    <a:pt x="511910" y="473412"/>
                  </a:lnTo>
                  <a:lnTo>
                    <a:pt x="508847" y="457565"/>
                  </a:lnTo>
                  <a:lnTo>
                    <a:pt x="505437" y="441719"/>
                  </a:lnTo>
                  <a:lnTo>
                    <a:pt x="501644" y="425872"/>
                  </a:lnTo>
                  <a:lnTo>
                    <a:pt x="498162" y="412643"/>
                  </a:lnTo>
                  <a:lnTo>
                    <a:pt x="497683" y="410025"/>
                  </a:lnTo>
                  <a:lnTo>
                    <a:pt x="494644" y="394178"/>
                  </a:lnTo>
                  <a:lnTo>
                    <a:pt x="491270" y="378330"/>
                  </a:lnTo>
                  <a:lnTo>
                    <a:pt x="487524" y="362484"/>
                  </a:lnTo>
                  <a:lnTo>
                    <a:pt x="483360" y="346637"/>
                  </a:lnTo>
                  <a:lnTo>
                    <a:pt x="478718" y="330790"/>
                  </a:lnTo>
                  <a:lnTo>
                    <a:pt x="473573" y="314943"/>
                  </a:lnTo>
                  <a:lnTo>
                    <a:pt x="473214" y="313853"/>
                  </a:lnTo>
                  <a:lnTo>
                    <a:pt x="469468" y="299096"/>
                  </a:lnTo>
                  <a:lnTo>
                    <a:pt x="465017" y="283250"/>
                  </a:lnTo>
                  <a:lnTo>
                    <a:pt x="460064" y="267403"/>
                  </a:lnTo>
                  <a:lnTo>
                    <a:pt x="454535" y="251555"/>
                  </a:lnTo>
                  <a:lnTo>
                    <a:pt x="448385" y="235708"/>
                  </a:lnTo>
                  <a:lnTo>
                    <a:pt x="448253" y="235376"/>
                  </a:lnTo>
                  <a:lnTo>
                    <a:pt x="443192" y="219861"/>
                  </a:lnTo>
                  <a:lnTo>
                    <a:pt x="437425" y="204015"/>
                  </a:lnTo>
                  <a:lnTo>
                    <a:pt x="430987" y="188168"/>
                  </a:lnTo>
                  <a:lnTo>
                    <a:pt x="423784" y="172321"/>
                  </a:lnTo>
                  <a:lnTo>
                    <a:pt x="423293" y="171259"/>
                  </a:lnTo>
                  <a:lnTo>
                    <a:pt x="417131" y="156473"/>
                  </a:lnTo>
                  <a:lnTo>
                    <a:pt x="409796" y="140628"/>
                  </a:lnTo>
                  <a:lnTo>
                    <a:pt x="401576" y="124780"/>
                  </a:lnTo>
                  <a:lnTo>
                    <a:pt x="398333" y="118824"/>
                  </a:lnTo>
                  <a:lnTo>
                    <a:pt x="393021" y="108933"/>
                  </a:lnTo>
                  <a:lnTo>
                    <a:pt x="383831" y="93086"/>
                  </a:lnTo>
                  <a:lnTo>
                    <a:pt x="373517" y="77239"/>
                  </a:lnTo>
                  <a:lnTo>
                    <a:pt x="373385" y="77043"/>
                  </a:lnTo>
                  <a:lnTo>
                    <a:pt x="362066" y="61393"/>
                  </a:lnTo>
                  <a:lnTo>
                    <a:pt x="349227" y="45546"/>
                  </a:lnTo>
                  <a:lnTo>
                    <a:pt x="348425" y="44575"/>
                  </a:lnTo>
                  <a:lnTo>
                    <a:pt x="333049" y="29699"/>
                  </a:lnTo>
                  <a:lnTo>
                    <a:pt x="323465" y="20976"/>
                  </a:lnTo>
                  <a:lnTo>
                    <a:pt x="311439" y="13851"/>
                  </a:lnTo>
                  <a:lnTo>
                    <a:pt x="298517" y="6191"/>
                  </a:lnTo>
                  <a:lnTo>
                    <a:pt x="273556" y="0"/>
                  </a:lnTo>
                  <a:lnTo>
                    <a:pt x="248596" y="2033"/>
                  </a:lnTo>
                  <a:lnTo>
                    <a:pt x="223636" y="12662"/>
                  </a:lnTo>
                  <a:lnTo>
                    <a:pt x="222057" y="13851"/>
                  </a:lnTo>
                  <a:lnTo>
                    <a:pt x="201261" y="29699"/>
                  </a:lnTo>
                  <a:lnTo>
                    <a:pt x="198688" y="31708"/>
                  </a:lnTo>
                  <a:lnTo>
                    <a:pt x="185741" y="45546"/>
                  </a:lnTo>
                  <a:lnTo>
                    <a:pt x="173728" y="59608"/>
                  </a:lnTo>
                  <a:lnTo>
                    <a:pt x="172424" y="61393"/>
                  </a:lnTo>
                  <a:lnTo>
                    <a:pt x="161080" y="77239"/>
                  </a:lnTo>
                  <a:lnTo>
                    <a:pt x="150969" y="93086"/>
                  </a:lnTo>
                  <a:lnTo>
                    <a:pt x="148768" y="96657"/>
                  </a:lnTo>
                  <a:lnTo>
                    <a:pt x="141493" y="108933"/>
                  </a:lnTo>
                  <a:lnTo>
                    <a:pt x="132901" y="124780"/>
                  </a:lnTo>
                  <a:lnTo>
                    <a:pt x="125243" y="140628"/>
                  </a:lnTo>
                  <a:lnTo>
                    <a:pt x="123820" y="143670"/>
                  </a:lnTo>
                  <a:lnTo>
                    <a:pt x="117442" y="156473"/>
                  </a:lnTo>
                  <a:lnTo>
                    <a:pt x="110251" y="172321"/>
                  </a:lnTo>
                  <a:lnTo>
                    <a:pt x="103825" y="188168"/>
                  </a:lnTo>
                  <a:lnTo>
                    <a:pt x="98859" y="201665"/>
                  </a:lnTo>
                  <a:lnTo>
                    <a:pt x="97854" y="204015"/>
                  </a:lnTo>
                  <a:lnTo>
                    <a:pt x="91273" y="219861"/>
                  </a:lnTo>
                  <a:lnTo>
                    <a:pt x="85374" y="235708"/>
                  </a:lnTo>
                  <a:lnTo>
                    <a:pt x="80085" y="251555"/>
                  </a:lnTo>
                  <a:lnTo>
                    <a:pt x="75347" y="267403"/>
                  </a:lnTo>
                  <a:lnTo>
                    <a:pt x="73899" y="272458"/>
                  </a:lnTo>
                  <a:lnTo>
                    <a:pt x="70010" y="283250"/>
                  </a:lnTo>
                  <a:lnTo>
                    <a:pt x="64734" y="299096"/>
                  </a:lnTo>
                  <a:lnTo>
                    <a:pt x="59995" y="314943"/>
                  </a:lnTo>
                  <a:lnTo>
                    <a:pt x="55736" y="330790"/>
                  </a:lnTo>
                  <a:lnTo>
                    <a:pt x="51895" y="346637"/>
                  </a:lnTo>
                  <a:lnTo>
                    <a:pt x="48951" y="360053"/>
                  </a:lnTo>
                  <a:lnTo>
                    <a:pt x="48209" y="362484"/>
                  </a:lnTo>
                  <a:lnTo>
                    <a:pt x="43603" y="378330"/>
                  </a:lnTo>
                  <a:lnTo>
                    <a:pt x="39451" y="394178"/>
                  </a:lnTo>
                  <a:lnTo>
                    <a:pt x="35705" y="410025"/>
                  </a:lnTo>
                  <a:lnTo>
                    <a:pt x="32343" y="425872"/>
                  </a:lnTo>
                  <a:lnTo>
                    <a:pt x="29316" y="441719"/>
                  </a:lnTo>
                  <a:lnTo>
                    <a:pt x="26588" y="457565"/>
                  </a:lnTo>
                  <a:lnTo>
                    <a:pt x="24135" y="473412"/>
                  </a:lnTo>
                  <a:lnTo>
                    <a:pt x="23991" y="474432"/>
                  </a:lnTo>
                  <a:lnTo>
                    <a:pt x="20712" y="489259"/>
                  </a:lnTo>
                  <a:lnTo>
                    <a:pt x="17565" y="505107"/>
                  </a:lnTo>
                  <a:lnTo>
                    <a:pt x="14742" y="520954"/>
                  </a:lnTo>
                  <a:lnTo>
                    <a:pt x="12229" y="536800"/>
                  </a:lnTo>
                  <a:lnTo>
                    <a:pt x="9991" y="552647"/>
                  </a:lnTo>
                  <a:lnTo>
                    <a:pt x="8005" y="568494"/>
                  </a:lnTo>
                  <a:lnTo>
                    <a:pt x="6270" y="584341"/>
                  </a:lnTo>
                  <a:lnTo>
                    <a:pt x="4750" y="600188"/>
                  </a:lnTo>
                  <a:lnTo>
                    <a:pt x="3458" y="616038"/>
                  </a:lnTo>
                  <a:lnTo>
                    <a:pt x="2357" y="631880"/>
                  </a:lnTo>
                  <a:lnTo>
                    <a:pt x="1472" y="647723"/>
                  </a:lnTo>
                  <a:lnTo>
                    <a:pt x="790" y="663577"/>
                  </a:lnTo>
                  <a:lnTo>
                    <a:pt x="311" y="679420"/>
                  </a:lnTo>
                  <a:lnTo>
                    <a:pt x="36" y="695274"/>
                  </a:lnTo>
                  <a:lnTo>
                    <a:pt x="0" y="711116"/>
                  </a:lnTo>
                  <a:lnTo>
                    <a:pt x="203" y="726959"/>
                  </a:lnTo>
                  <a:lnTo>
                    <a:pt x="694" y="742813"/>
                  </a:lnTo>
                  <a:lnTo>
                    <a:pt x="1508" y="758655"/>
                  </a:lnTo>
                  <a:lnTo>
                    <a:pt x="2704" y="774510"/>
                  </a:lnTo>
                  <a:lnTo>
                    <a:pt x="4367" y="790352"/>
                  </a:lnTo>
                  <a:lnTo>
                    <a:pt x="6629" y="806194"/>
                  </a:lnTo>
                  <a:lnTo>
                    <a:pt x="9680" y="822049"/>
                  </a:lnTo>
                  <a:lnTo>
                    <a:pt x="13760" y="837891"/>
                  </a:lnTo>
                  <a:lnTo>
                    <a:pt x="19288" y="853734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561736BA-F4F7-23CA-4DD0-60FBC2AD52B9}"/>
                </a:ext>
              </a:extLst>
            </p:cNvPr>
            <p:cNvSpPr/>
            <p:nvPr/>
          </p:nvSpPr>
          <p:spPr>
            <a:xfrm>
              <a:off x="4431453" y="3759791"/>
              <a:ext cx="477975" cy="871461"/>
            </a:xfrm>
            <a:custGeom>
              <a:avLst/>
              <a:gdLst>
                <a:gd name="csX0" fmla="*/ 17230 w 477975"/>
                <a:gd name="csY0" fmla="*/ 736478 h 871461"/>
                <a:gd name="csX1" fmla="*/ 20461 w 477975"/>
                <a:gd name="csY1" fmla="*/ 744316 h 871461"/>
                <a:gd name="csX2" fmla="*/ 22950 w 477975"/>
                <a:gd name="csY2" fmla="*/ 752321 h 871461"/>
                <a:gd name="csX3" fmla="*/ 29352 w 477975"/>
                <a:gd name="csY3" fmla="*/ 768175 h 871461"/>
                <a:gd name="csX4" fmla="*/ 38385 w 477975"/>
                <a:gd name="csY4" fmla="*/ 784017 h 871461"/>
                <a:gd name="csX5" fmla="*/ 45409 w 477975"/>
                <a:gd name="csY5" fmla="*/ 793291 h 871461"/>
                <a:gd name="csX6" fmla="*/ 49837 w 477975"/>
                <a:gd name="csY6" fmla="*/ 799872 h 871461"/>
                <a:gd name="csX7" fmla="*/ 64315 w 477975"/>
                <a:gd name="csY7" fmla="*/ 815714 h 871461"/>
                <a:gd name="csX8" fmla="*/ 70369 w 477975"/>
                <a:gd name="csY8" fmla="*/ 820812 h 871461"/>
                <a:gd name="csX9" fmla="*/ 83878 w 477975"/>
                <a:gd name="csY9" fmla="*/ 831557 h 871461"/>
                <a:gd name="csX10" fmla="*/ 95330 w 477975"/>
                <a:gd name="csY10" fmla="*/ 838700 h 871461"/>
                <a:gd name="csX11" fmla="*/ 112620 w 477975"/>
                <a:gd name="csY11" fmla="*/ 847411 h 871461"/>
                <a:gd name="csX12" fmla="*/ 120278 w 477975"/>
                <a:gd name="csY12" fmla="*/ 850833 h 871461"/>
                <a:gd name="csX13" fmla="*/ 145238 w 477975"/>
                <a:gd name="csY13" fmla="*/ 859353 h 871461"/>
                <a:gd name="csX14" fmla="*/ 162947 w 477975"/>
                <a:gd name="csY14" fmla="*/ 863253 h 871461"/>
                <a:gd name="csX15" fmla="*/ 170198 w 477975"/>
                <a:gd name="csY15" fmla="*/ 864988 h 871461"/>
                <a:gd name="csX16" fmla="*/ 195146 w 477975"/>
                <a:gd name="csY16" fmla="*/ 869045 h 871461"/>
                <a:gd name="csX17" fmla="*/ 220106 w 477975"/>
                <a:gd name="csY17" fmla="*/ 871067 h 871461"/>
                <a:gd name="csX18" fmla="*/ 245066 w 477975"/>
                <a:gd name="csY18" fmla="*/ 871462 h 871461"/>
                <a:gd name="csX19" fmla="*/ 270027 w 477975"/>
                <a:gd name="csY19" fmla="*/ 870277 h 871461"/>
                <a:gd name="csX20" fmla="*/ 294975 w 477975"/>
                <a:gd name="csY20" fmla="*/ 867310 h 871461"/>
                <a:gd name="csX21" fmla="*/ 314670 w 477975"/>
                <a:gd name="csY21" fmla="*/ 863253 h 871461"/>
                <a:gd name="csX22" fmla="*/ 319935 w 477975"/>
                <a:gd name="csY22" fmla="*/ 862284 h 871461"/>
                <a:gd name="csX23" fmla="*/ 344895 w 477975"/>
                <a:gd name="csY23" fmla="*/ 855607 h 871461"/>
                <a:gd name="csX24" fmla="*/ 364901 w 477975"/>
                <a:gd name="csY24" fmla="*/ 847411 h 871461"/>
                <a:gd name="csX25" fmla="*/ 369843 w 477975"/>
                <a:gd name="csY25" fmla="*/ 845186 h 871461"/>
                <a:gd name="csX26" fmla="*/ 393272 w 477975"/>
                <a:gd name="csY26" fmla="*/ 831557 h 871461"/>
                <a:gd name="csX27" fmla="*/ 394803 w 477975"/>
                <a:gd name="csY27" fmla="*/ 830456 h 871461"/>
                <a:gd name="csX28" fmla="*/ 413350 w 477975"/>
                <a:gd name="csY28" fmla="*/ 815714 h 871461"/>
                <a:gd name="csX29" fmla="*/ 419763 w 477975"/>
                <a:gd name="csY29" fmla="*/ 808679 h 871461"/>
                <a:gd name="csX30" fmla="*/ 428092 w 477975"/>
                <a:gd name="csY30" fmla="*/ 799872 h 871461"/>
                <a:gd name="csX31" fmla="*/ 439184 w 477975"/>
                <a:gd name="csY31" fmla="*/ 784017 h 871461"/>
                <a:gd name="csX32" fmla="*/ 444724 w 477975"/>
                <a:gd name="csY32" fmla="*/ 773033 h 871461"/>
                <a:gd name="csX33" fmla="*/ 447679 w 477975"/>
                <a:gd name="csY33" fmla="*/ 768175 h 871461"/>
                <a:gd name="csX34" fmla="*/ 455433 w 477975"/>
                <a:gd name="csY34" fmla="*/ 752321 h 871461"/>
                <a:gd name="csX35" fmla="*/ 461057 w 477975"/>
                <a:gd name="csY35" fmla="*/ 736478 h 871461"/>
                <a:gd name="csX36" fmla="*/ 465209 w 477975"/>
                <a:gd name="csY36" fmla="*/ 720636 h 871461"/>
                <a:gd name="csX37" fmla="*/ 468308 w 477975"/>
                <a:gd name="csY37" fmla="*/ 704782 h 871461"/>
                <a:gd name="csX38" fmla="*/ 469672 w 477975"/>
                <a:gd name="csY38" fmla="*/ 695628 h 871461"/>
                <a:gd name="csX39" fmla="*/ 471120 w 477975"/>
                <a:gd name="csY39" fmla="*/ 688939 h 871461"/>
                <a:gd name="csX40" fmla="*/ 473740 w 477975"/>
                <a:gd name="csY40" fmla="*/ 673097 h 871461"/>
                <a:gd name="csX41" fmla="*/ 475619 w 477975"/>
                <a:gd name="csY41" fmla="*/ 657243 h 871461"/>
                <a:gd name="csX42" fmla="*/ 476887 w 477975"/>
                <a:gd name="csY42" fmla="*/ 641400 h 871461"/>
                <a:gd name="csX43" fmla="*/ 477653 w 477975"/>
                <a:gd name="csY43" fmla="*/ 625546 h 871461"/>
                <a:gd name="csX44" fmla="*/ 477976 w 477975"/>
                <a:gd name="csY44" fmla="*/ 609703 h 871461"/>
                <a:gd name="csX45" fmla="*/ 477916 w 477975"/>
                <a:gd name="csY45" fmla="*/ 593861 h 871461"/>
                <a:gd name="csX46" fmla="*/ 477497 w 477975"/>
                <a:gd name="csY46" fmla="*/ 578007 h 871461"/>
                <a:gd name="csX47" fmla="*/ 476743 w 477975"/>
                <a:gd name="csY47" fmla="*/ 562164 h 871461"/>
                <a:gd name="csX48" fmla="*/ 475667 w 477975"/>
                <a:gd name="csY48" fmla="*/ 546310 h 871461"/>
                <a:gd name="csX49" fmla="*/ 474279 w 477975"/>
                <a:gd name="csY49" fmla="*/ 530468 h 871461"/>
                <a:gd name="csX50" fmla="*/ 472556 w 477975"/>
                <a:gd name="csY50" fmla="*/ 514625 h 871461"/>
                <a:gd name="csX51" fmla="*/ 470521 w 477975"/>
                <a:gd name="csY51" fmla="*/ 498776 h 871461"/>
                <a:gd name="csX52" fmla="*/ 469672 w 477975"/>
                <a:gd name="csY52" fmla="*/ 492965 h 871461"/>
                <a:gd name="csX53" fmla="*/ 468679 w 477975"/>
                <a:gd name="csY53" fmla="*/ 482928 h 871461"/>
                <a:gd name="csX54" fmla="*/ 466908 w 477975"/>
                <a:gd name="csY54" fmla="*/ 467081 h 871461"/>
                <a:gd name="csX55" fmla="*/ 464898 w 477975"/>
                <a:gd name="csY55" fmla="*/ 451234 h 871461"/>
                <a:gd name="csX56" fmla="*/ 462612 w 477975"/>
                <a:gd name="csY56" fmla="*/ 435387 h 871461"/>
                <a:gd name="csX57" fmla="*/ 460051 w 477975"/>
                <a:gd name="csY57" fmla="*/ 419541 h 871461"/>
                <a:gd name="csX58" fmla="*/ 457180 w 477975"/>
                <a:gd name="csY58" fmla="*/ 403694 h 871461"/>
                <a:gd name="csX59" fmla="*/ 453973 w 477975"/>
                <a:gd name="csY59" fmla="*/ 387847 h 871461"/>
                <a:gd name="csX60" fmla="*/ 450395 w 477975"/>
                <a:gd name="csY60" fmla="*/ 371999 h 871461"/>
                <a:gd name="csX61" fmla="*/ 446411 w 477975"/>
                <a:gd name="csY61" fmla="*/ 356152 h 871461"/>
                <a:gd name="csX62" fmla="*/ 444724 w 477975"/>
                <a:gd name="csY62" fmla="*/ 349821 h 871461"/>
                <a:gd name="csX63" fmla="*/ 442809 w 477975"/>
                <a:gd name="csY63" fmla="*/ 340306 h 871461"/>
                <a:gd name="csX64" fmla="*/ 439387 w 477975"/>
                <a:gd name="csY64" fmla="*/ 324459 h 871461"/>
                <a:gd name="csX65" fmla="*/ 435570 w 477975"/>
                <a:gd name="csY65" fmla="*/ 308612 h 871461"/>
                <a:gd name="csX66" fmla="*/ 431334 w 477975"/>
                <a:gd name="csY66" fmla="*/ 292765 h 871461"/>
                <a:gd name="csX67" fmla="*/ 426632 w 477975"/>
                <a:gd name="csY67" fmla="*/ 276918 h 871461"/>
                <a:gd name="csX68" fmla="*/ 421415 w 477975"/>
                <a:gd name="csY68" fmla="*/ 261072 h 871461"/>
                <a:gd name="csX69" fmla="*/ 419763 w 477975"/>
                <a:gd name="csY69" fmla="*/ 256297 h 871461"/>
                <a:gd name="csX70" fmla="*/ 416640 w 477975"/>
                <a:gd name="csY70" fmla="*/ 245224 h 871461"/>
                <a:gd name="csX71" fmla="*/ 411782 w 477975"/>
                <a:gd name="csY71" fmla="*/ 229377 h 871461"/>
                <a:gd name="csX72" fmla="*/ 406386 w 477975"/>
                <a:gd name="csY72" fmla="*/ 213530 h 871461"/>
                <a:gd name="csX73" fmla="*/ 400379 w 477975"/>
                <a:gd name="csY73" fmla="*/ 197683 h 871461"/>
                <a:gd name="csX74" fmla="*/ 394803 w 477975"/>
                <a:gd name="csY74" fmla="*/ 184262 h 871461"/>
                <a:gd name="csX75" fmla="*/ 393906 w 477975"/>
                <a:gd name="csY75" fmla="*/ 181837 h 871461"/>
                <a:gd name="csX76" fmla="*/ 387839 w 477975"/>
                <a:gd name="csY76" fmla="*/ 165990 h 871461"/>
                <a:gd name="csX77" fmla="*/ 381079 w 477975"/>
                <a:gd name="csY77" fmla="*/ 150143 h 871461"/>
                <a:gd name="csX78" fmla="*/ 373541 w 477975"/>
                <a:gd name="csY78" fmla="*/ 134295 h 871461"/>
                <a:gd name="csX79" fmla="*/ 369843 w 477975"/>
                <a:gd name="csY79" fmla="*/ 126954 h 871461"/>
                <a:gd name="csX80" fmla="*/ 365655 w 477975"/>
                <a:gd name="csY80" fmla="*/ 118448 h 871461"/>
                <a:gd name="csX81" fmla="*/ 357291 w 477975"/>
                <a:gd name="csY81" fmla="*/ 102602 h 871461"/>
                <a:gd name="csX82" fmla="*/ 347946 w 477975"/>
                <a:gd name="csY82" fmla="*/ 86755 h 871461"/>
                <a:gd name="csX83" fmla="*/ 344895 w 477975"/>
                <a:gd name="csY83" fmla="*/ 81783 h 871461"/>
                <a:gd name="csX84" fmla="*/ 337596 w 477975"/>
                <a:gd name="csY84" fmla="*/ 70908 h 871461"/>
                <a:gd name="csX85" fmla="*/ 326061 w 477975"/>
                <a:gd name="csY85" fmla="*/ 55061 h 871461"/>
                <a:gd name="csX86" fmla="*/ 319935 w 477975"/>
                <a:gd name="csY86" fmla="*/ 47145 h 871461"/>
                <a:gd name="csX87" fmla="*/ 312277 w 477975"/>
                <a:gd name="csY87" fmla="*/ 39215 h 871461"/>
                <a:gd name="csX88" fmla="*/ 295968 w 477975"/>
                <a:gd name="csY88" fmla="*/ 23368 h 871461"/>
                <a:gd name="csX89" fmla="*/ 294975 w 477975"/>
                <a:gd name="csY89" fmla="*/ 22419 h 871461"/>
                <a:gd name="csX90" fmla="*/ 271175 w 477975"/>
                <a:gd name="csY90" fmla="*/ 7520 h 871461"/>
                <a:gd name="csX91" fmla="*/ 270027 w 477975"/>
                <a:gd name="csY91" fmla="*/ 6807 h 871461"/>
                <a:gd name="csX92" fmla="*/ 245066 w 477975"/>
                <a:gd name="csY92" fmla="*/ 0 h 871461"/>
                <a:gd name="csX93" fmla="*/ 220106 w 477975"/>
                <a:gd name="csY93" fmla="*/ 2235 h 871461"/>
                <a:gd name="csX94" fmla="*/ 208368 w 477975"/>
                <a:gd name="csY94" fmla="*/ 7520 h 871461"/>
                <a:gd name="csX95" fmla="*/ 195146 w 477975"/>
                <a:gd name="csY95" fmla="*/ 13339 h 871461"/>
                <a:gd name="csX96" fmla="*/ 182523 w 477975"/>
                <a:gd name="csY96" fmla="*/ 23368 h 871461"/>
                <a:gd name="csX97" fmla="*/ 170198 w 477975"/>
                <a:gd name="csY97" fmla="*/ 33545 h 871461"/>
                <a:gd name="csX98" fmla="*/ 165161 w 477975"/>
                <a:gd name="csY98" fmla="*/ 39215 h 871461"/>
                <a:gd name="csX99" fmla="*/ 151711 w 477975"/>
                <a:gd name="csY99" fmla="*/ 55061 h 871461"/>
                <a:gd name="csX100" fmla="*/ 145238 w 477975"/>
                <a:gd name="csY100" fmla="*/ 63192 h 871461"/>
                <a:gd name="csX101" fmla="*/ 139949 w 477975"/>
                <a:gd name="csY101" fmla="*/ 70908 h 871461"/>
                <a:gd name="csX102" fmla="*/ 129719 w 477975"/>
                <a:gd name="csY102" fmla="*/ 86755 h 871461"/>
                <a:gd name="csX103" fmla="*/ 120565 w 477975"/>
                <a:gd name="csY103" fmla="*/ 102602 h 871461"/>
                <a:gd name="csX104" fmla="*/ 120278 w 477975"/>
                <a:gd name="csY104" fmla="*/ 103108 h 871461"/>
                <a:gd name="csX105" fmla="*/ 111830 w 477975"/>
                <a:gd name="csY105" fmla="*/ 118448 h 871461"/>
                <a:gd name="csX106" fmla="*/ 103993 w 477975"/>
                <a:gd name="csY106" fmla="*/ 134295 h 871461"/>
                <a:gd name="csX107" fmla="*/ 96957 w 477975"/>
                <a:gd name="csY107" fmla="*/ 150143 h 871461"/>
                <a:gd name="csX108" fmla="*/ 95330 w 477975"/>
                <a:gd name="csY108" fmla="*/ 153978 h 871461"/>
                <a:gd name="csX109" fmla="*/ 89837 w 477975"/>
                <a:gd name="csY109" fmla="*/ 165990 h 871461"/>
                <a:gd name="csX110" fmla="*/ 83185 w 477975"/>
                <a:gd name="csY110" fmla="*/ 181837 h 871461"/>
                <a:gd name="csX111" fmla="*/ 77214 w 477975"/>
                <a:gd name="csY111" fmla="*/ 197683 h 871461"/>
                <a:gd name="csX112" fmla="*/ 71853 w 477975"/>
                <a:gd name="csY112" fmla="*/ 213530 h 871461"/>
                <a:gd name="csX113" fmla="*/ 70369 w 477975"/>
                <a:gd name="csY113" fmla="*/ 218134 h 871461"/>
                <a:gd name="csX114" fmla="*/ 66110 w 477975"/>
                <a:gd name="csY114" fmla="*/ 229377 h 871461"/>
                <a:gd name="csX115" fmla="*/ 60570 w 477975"/>
                <a:gd name="csY115" fmla="*/ 245224 h 871461"/>
                <a:gd name="csX116" fmla="*/ 55580 w 477975"/>
                <a:gd name="csY116" fmla="*/ 261072 h 871461"/>
                <a:gd name="csX117" fmla="*/ 51093 w 477975"/>
                <a:gd name="csY117" fmla="*/ 276918 h 871461"/>
                <a:gd name="csX118" fmla="*/ 47060 w 477975"/>
                <a:gd name="csY118" fmla="*/ 292765 h 871461"/>
                <a:gd name="csX119" fmla="*/ 45409 w 477975"/>
                <a:gd name="csY119" fmla="*/ 299629 h 871461"/>
                <a:gd name="csX120" fmla="*/ 42657 w 477975"/>
                <a:gd name="csY120" fmla="*/ 308612 h 871461"/>
                <a:gd name="csX121" fmla="*/ 38134 w 477975"/>
                <a:gd name="csY121" fmla="*/ 324459 h 871461"/>
                <a:gd name="csX122" fmla="*/ 34066 w 477975"/>
                <a:gd name="csY122" fmla="*/ 340306 h 871461"/>
                <a:gd name="csX123" fmla="*/ 30405 w 477975"/>
                <a:gd name="csY123" fmla="*/ 356152 h 871461"/>
                <a:gd name="csX124" fmla="*/ 27114 w 477975"/>
                <a:gd name="csY124" fmla="*/ 371999 h 871461"/>
                <a:gd name="csX125" fmla="*/ 24147 w 477975"/>
                <a:gd name="csY125" fmla="*/ 387847 h 871461"/>
                <a:gd name="csX126" fmla="*/ 21502 w 477975"/>
                <a:gd name="csY126" fmla="*/ 403694 h 871461"/>
                <a:gd name="csX127" fmla="*/ 20461 w 477975"/>
                <a:gd name="csY127" fmla="*/ 410411 h 871461"/>
                <a:gd name="csX128" fmla="*/ 18475 w 477975"/>
                <a:gd name="csY128" fmla="*/ 419541 h 871461"/>
                <a:gd name="csX129" fmla="*/ 15316 w 477975"/>
                <a:gd name="csY129" fmla="*/ 435387 h 871461"/>
                <a:gd name="csX130" fmla="*/ 12504 w 477975"/>
                <a:gd name="csY130" fmla="*/ 451234 h 871461"/>
                <a:gd name="csX131" fmla="*/ 10027 w 477975"/>
                <a:gd name="csY131" fmla="*/ 467081 h 871461"/>
                <a:gd name="csX132" fmla="*/ 7849 w 477975"/>
                <a:gd name="csY132" fmla="*/ 482928 h 871461"/>
                <a:gd name="csX133" fmla="*/ 5947 w 477975"/>
                <a:gd name="csY133" fmla="*/ 498776 h 871461"/>
                <a:gd name="csX134" fmla="*/ 4320 w 477975"/>
                <a:gd name="csY134" fmla="*/ 514625 h 871461"/>
                <a:gd name="csX135" fmla="*/ 2955 w 477975"/>
                <a:gd name="csY135" fmla="*/ 530468 h 871461"/>
                <a:gd name="csX136" fmla="*/ 1843 w 477975"/>
                <a:gd name="csY136" fmla="*/ 546310 h 871461"/>
                <a:gd name="csX137" fmla="*/ 981 w 477975"/>
                <a:gd name="csY137" fmla="*/ 562164 h 871461"/>
                <a:gd name="csX138" fmla="*/ 383 w 477975"/>
                <a:gd name="csY138" fmla="*/ 578007 h 871461"/>
                <a:gd name="csX139" fmla="*/ 48 w 477975"/>
                <a:gd name="csY139" fmla="*/ 593861 h 871461"/>
                <a:gd name="csX140" fmla="*/ 0 w 477975"/>
                <a:gd name="csY140" fmla="*/ 609703 h 871461"/>
                <a:gd name="csX141" fmla="*/ 251 w 477975"/>
                <a:gd name="csY141" fmla="*/ 625546 h 871461"/>
                <a:gd name="csX142" fmla="*/ 861 w 477975"/>
                <a:gd name="csY142" fmla="*/ 641400 h 871461"/>
                <a:gd name="csX143" fmla="*/ 1879 w 477975"/>
                <a:gd name="csY143" fmla="*/ 657243 h 871461"/>
                <a:gd name="csX144" fmla="*/ 3386 w 477975"/>
                <a:gd name="csY144" fmla="*/ 673097 h 871461"/>
                <a:gd name="csX145" fmla="*/ 5468 w 477975"/>
                <a:gd name="csY145" fmla="*/ 688939 h 871461"/>
                <a:gd name="csX146" fmla="*/ 8304 w 477975"/>
                <a:gd name="csY146" fmla="*/ 704782 h 871461"/>
                <a:gd name="csX147" fmla="*/ 12121 w 477975"/>
                <a:gd name="csY147" fmla="*/ 720636 h 871461"/>
                <a:gd name="csX148" fmla="*/ 17230 w 477975"/>
                <a:gd name="csY148" fmla="*/ 736478 h 8714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</a:cxnLst>
              <a:rect l="l" t="t" r="r" b="b"/>
              <a:pathLst>
                <a:path w="477975" h="871461">
                  <a:moveTo>
                    <a:pt x="17230" y="736478"/>
                  </a:moveTo>
                  <a:lnTo>
                    <a:pt x="20461" y="744316"/>
                  </a:lnTo>
                  <a:lnTo>
                    <a:pt x="22950" y="752321"/>
                  </a:lnTo>
                  <a:lnTo>
                    <a:pt x="29352" y="768175"/>
                  </a:lnTo>
                  <a:lnTo>
                    <a:pt x="38385" y="784017"/>
                  </a:lnTo>
                  <a:lnTo>
                    <a:pt x="45409" y="793291"/>
                  </a:lnTo>
                  <a:lnTo>
                    <a:pt x="49837" y="799872"/>
                  </a:lnTo>
                  <a:lnTo>
                    <a:pt x="64315" y="815714"/>
                  </a:lnTo>
                  <a:lnTo>
                    <a:pt x="70369" y="820812"/>
                  </a:lnTo>
                  <a:lnTo>
                    <a:pt x="83878" y="831557"/>
                  </a:lnTo>
                  <a:lnTo>
                    <a:pt x="95330" y="838700"/>
                  </a:lnTo>
                  <a:lnTo>
                    <a:pt x="112620" y="847411"/>
                  </a:lnTo>
                  <a:lnTo>
                    <a:pt x="120278" y="850833"/>
                  </a:lnTo>
                  <a:lnTo>
                    <a:pt x="145238" y="859353"/>
                  </a:lnTo>
                  <a:lnTo>
                    <a:pt x="162947" y="863253"/>
                  </a:lnTo>
                  <a:lnTo>
                    <a:pt x="170198" y="864988"/>
                  </a:lnTo>
                  <a:lnTo>
                    <a:pt x="195146" y="869045"/>
                  </a:lnTo>
                  <a:lnTo>
                    <a:pt x="220106" y="871067"/>
                  </a:lnTo>
                  <a:lnTo>
                    <a:pt x="245066" y="871462"/>
                  </a:lnTo>
                  <a:lnTo>
                    <a:pt x="270027" y="870277"/>
                  </a:lnTo>
                  <a:lnTo>
                    <a:pt x="294975" y="867310"/>
                  </a:lnTo>
                  <a:lnTo>
                    <a:pt x="314670" y="863253"/>
                  </a:lnTo>
                  <a:lnTo>
                    <a:pt x="319935" y="862284"/>
                  </a:lnTo>
                  <a:lnTo>
                    <a:pt x="344895" y="855607"/>
                  </a:lnTo>
                  <a:lnTo>
                    <a:pt x="364901" y="847411"/>
                  </a:lnTo>
                  <a:lnTo>
                    <a:pt x="369843" y="845186"/>
                  </a:lnTo>
                  <a:lnTo>
                    <a:pt x="393272" y="831557"/>
                  </a:lnTo>
                  <a:lnTo>
                    <a:pt x="394803" y="830456"/>
                  </a:lnTo>
                  <a:lnTo>
                    <a:pt x="413350" y="815714"/>
                  </a:lnTo>
                  <a:lnTo>
                    <a:pt x="419763" y="808679"/>
                  </a:lnTo>
                  <a:lnTo>
                    <a:pt x="428092" y="799872"/>
                  </a:lnTo>
                  <a:lnTo>
                    <a:pt x="439184" y="784017"/>
                  </a:lnTo>
                  <a:lnTo>
                    <a:pt x="444724" y="773033"/>
                  </a:lnTo>
                  <a:lnTo>
                    <a:pt x="447679" y="768175"/>
                  </a:lnTo>
                  <a:lnTo>
                    <a:pt x="455433" y="752321"/>
                  </a:lnTo>
                  <a:lnTo>
                    <a:pt x="461057" y="736478"/>
                  </a:lnTo>
                  <a:lnTo>
                    <a:pt x="465209" y="720636"/>
                  </a:lnTo>
                  <a:lnTo>
                    <a:pt x="468308" y="704782"/>
                  </a:lnTo>
                  <a:lnTo>
                    <a:pt x="469672" y="695628"/>
                  </a:lnTo>
                  <a:lnTo>
                    <a:pt x="471120" y="688939"/>
                  </a:lnTo>
                  <a:lnTo>
                    <a:pt x="473740" y="673097"/>
                  </a:lnTo>
                  <a:lnTo>
                    <a:pt x="475619" y="657243"/>
                  </a:lnTo>
                  <a:lnTo>
                    <a:pt x="476887" y="641400"/>
                  </a:lnTo>
                  <a:lnTo>
                    <a:pt x="477653" y="625546"/>
                  </a:lnTo>
                  <a:lnTo>
                    <a:pt x="477976" y="609703"/>
                  </a:lnTo>
                  <a:lnTo>
                    <a:pt x="477916" y="593861"/>
                  </a:lnTo>
                  <a:lnTo>
                    <a:pt x="477497" y="578007"/>
                  </a:lnTo>
                  <a:lnTo>
                    <a:pt x="476743" y="562164"/>
                  </a:lnTo>
                  <a:lnTo>
                    <a:pt x="475667" y="546310"/>
                  </a:lnTo>
                  <a:lnTo>
                    <a:pt x="474279" y="530468"/>
                  </a:lnTo>
                  <a:lnTo>
                    <a:pt x="472556" y="514625"/>
                  </a:lnTo>
                  <a:lnTo>
                    <a:pt x="470521" y="498776"/>
                  </a:lnTo>
                  <a:lnTo>
                    <a:pt x="469672" y="492965"/>
                  </a:lnTo>
                  <a:lnTo>
                    <a:pt x="468679" y="482928"/>
                  </a:lnTo>
                  <a:lnTo>
                    <a:pt x="466908" y="467081"/>
                  </a:lnTo>
                  <a:lnTo>
                    <a:pt x="464898" y="451234"/>
                  </a:lnTo>
                  <a:lnTo>
                    <a:pt x="462612" y="435387"/>
                  </a:lnTo>
                  <a:lnTo>
                    <a:pt x="460051" y="419541"/>
                  </a:lnTo>
                  <a:lnTo>
                    <a:pt x="457180" y="403694"/>
                  </a:lnTo>
                  <a:lnTo>
                    <a:pt x="453973" y="387847"/>
                  </a:lnTo>
                  <a:lnTo>
                    <a:pt x="450395" y="371999"/>
                  </a:lnTo>
                  <a:lnTo>
                    <a:pt x="446411" y="356152"/>
                  </a:lnTo>
                  <a:lnTo>
                    <a:pt x="444724" y="349821"/>
                  </a:lnTo>
                  <a:lnTo>
                    <a:pt x="442809" y="340306"/>
                  </a:lnTo>
                  <a:lnTo>
                    <a:pt x="439387" y="324459"/>
                  </a:lnTo>
                  <a:lnTo>
                    <a:pt x="435570" y="308612"/>
                  </a:lnTo>
                  <a:lnTo>
                    <a:pt x="431334" y="292765"/>
                  </a:lnTo>
                  <a:lnTo>
                    <a:pt x="426632" y="276918"/>
                  </a:lnTo>
                  <a:lnTo>
                    <a:pt x="421415" y="261072"/>
                  </a:lnTo>
                  <a:lnTo>
                    <a:pt x="419763" y="256297"/>
                  </a:lnTo>
                  <a:lnTo>
                    <a:pt x="416640" y="245224"/>
                  </a:lnTo>
                  <a:lnTo>
                    <a:pt x="411782" y="229377"/>
                  </a:lnTo>
                  <a:lnTo>
                    <a:pt x="406386" y="213530"/>
                  </a:lnTo>
                  <a:lnTo>
                    <a:pt x="400379" y="197683"/>
                  </a:lnTo>
                  <a:lnTo>
                    <a:pt x="394803" y="184262"/>
                  </a:lnTo>
                  <a:lnTo>
                    <a:pt x="393906" y="181837"/>
                  </a:lnTo>
                  <a:lnTo>
                    <a:pt x="387839" y="165990"/>
                  </a:lnTo>
                  <a:lnTo>
                    <a:pt x="381079" y="150143"/>
                  </a:lnTo>
                  <a:lnTo>
                    <a:pt x="373541" y="134295"/>
                  </a:lnTo>
                  <a:lnTo>
                    <a:pt x="369843" y="126954"/>
                  </a:lnTo>
                  <a:lnTo>
                    <a:pt x="365655" y="118448"/>
                  </a:lnTo>
                  <a:lnTo>
                    <a:pt x="357291" y="102602"/>
                  </a:lnTo>
                  <a:lnTo>
                    <a:pt x="347946" y="86755"/>
                  </a:lnTo>
                  <a:lnTo>
                    <a:pt x="344895" y="81783"/>
                  </a:lnTo>
                  <a:lnTo>
                    <a:pt x="337596" y="70908"/>
                  </a:lnTo>
                  <a:lnTo>
                    <a:pt x="326061" y="55061"/>
                  </a:lnTo>
                  <a:lnTo>
                    <a:pt x="319935" y="47145"/>
                  </a:lnTo>
                  <a:lnTo>
                    <a:pt x="312277" y="39215"/>
                  </a:lnTo>
                  <a:lnTo>
                    <a:pt x="295968" y="23368"/>
                  </a:lnTo>
                  <a:lnTo>
                    <a:pt x="294975" y="22419"/>
                  </a:lnTo>
                  <a:lnTo>
                    <a:pt x="271175" y="7520"/>
                  </a:lnTo>
                  <a:lnTo>
                    <a:pt x="270027" y="6807"/>
                  </a:lnTo>
                  <a:lnTo>
                    <a:pt x="245066" y="0"/>
                  </a:lnTo>
                  <a:lnTo>
                    <a:pt x="220106" y="2235"/>
                  </a:lnTo>
                  <a:lnTo>
                    <a:pt x="208368" y="7520"/>
                  </a:lnTo>
                  <a:lnTo>
                    <a:pt x="195146" y="13339"/>
                  </a:lnTo>
                  <a:lnTo>
                    <a:pt x="182523" y="23368"/>
                  </a:lnTo>
                  <a:lnTo>
                    <a:pt x="170198" y="33545"/>
                  </a:lnTo>
                  <a:lnTo>
                    <a:pt x="165161" y="39215"/>
                  </a:lnTo>
                  <a:lnTo>
                    <a:pt x="151711" y="55061"/>
                  </a:lnTo>
                  <a:lnTo>
                    <a:pt x="145238" y="63192"/>
                  </a:lnTo>
                  <a:lnTo>
                    <a:pt x="139949" y="70908"/>
                  </a:lnTo>
                  <a:lnTo>
                    <a:pt x="129719" y="86755"/>
                  </a:lnTo>
                  <a:lnTo>
                    <a:pt x="120565" y="102602"/>
                  </a:lnTo>
                  <a:lnTo>
                    <a:pt x="120278" y="103108"/>
                  </a:lnTo>
                  <a:lnTo>
                    <a:pt x="111830" y="118448"/>
                  </a:lnTo>
                  <a:lnTo>
                    <a:pt x="103993" y="134295"/>
                  </a:lnTo>
                  <a:lnTo>
                    <a:pt x="96957" y="150143"/>
                  </a:lnTo>
                  <a:lnTo>
                    <a:pt x="95330" y="153978"/>
                  </a:lnTo>
                  <a:lnTo>
                    <a:pt x="89837" y="165990"/>
                  </a:lnTo>
                  <a:lnTo>
                    <a:pt x="83185" y="181837"/>
                  </a:lnTo>
                  <a:lnTo>
                    <a:pt x="77214" y="197683"/>
                  </a:lnTo>
                  <a:lnTo>
                    <a:pt x="71853" y="213530"/>
                  </a:lnTo>
                  <a:lnTo>
                    <a:pt x="70369" y="218134"/>
                  </a:lnTo>
                  <a:lnTo>
                    <a:pt x="66110" y="229377"/>
                  </a:lnTo>
                  <a:lnTo>
                    <a:pt x="60570" y="245224"/>
                  </a:lnTo>
                  <a:lnTo>
                    <a:pt x="55580" y="261072"/>
                  </a:lnTo>
                  <a:lnTo>
                    <a:pt x="51093" y="276918"/>
                  </a:lnTo>
                  <a:lnTo>
                    <a:pt x="47060" y="292765"/>
                  </a:lnTo>
                  <a:lnTo>
                    <a:pt x="45409" y="299629"/>
                  </a:lnTo>
                  <a:lnTo>
                    <a:pt x="42657" y="308612"/>
                  </a:lnTo>
                  <a:lnTo>
                    <a:pt x="38134" y="324459"/>
                  </a:lnTo>
                  <a:lnTo>
                    <a:pt x="34066" y="340306"/>
                  </a:lnTo>
                  <a:lnTo>
                    <a:pt x="30405" y="356152"/>
                  </a:lnTo>
                  <a:lnTo>
                    <a:pt x="27114" y="371999"/>
                  </a:lnTo>
                  <a:lnTo>
                    <a:pt x="24147" y="387847"/>
                  </a:lnTo>
                  <a:lnTo>
                    <a:pt x="21502" y="403694"/>
                  </a:lnTo>
                  <a:lnTo>
                    <a:pt x="20461" y="410411"/>
                  </a:lnTo>
                  <a:lnTo>
                    <a:pt x="18475" y="419541"/>
                  </a:lnTo>
                  <a:lnTo>
                    <a:pt x="15316" y="435387"/>
                  </a:lnTo>
                  <a:lnTo>
                    <a:pt x="12504" y="451234"/>
                  </a:lnTo>
                  <a:lnTo>
                    <a:pt x="10027" y="467081"/>
                  </a:lnTo>
                  <a:lnTo>
                    <a:pt x="7849" y="482928"/>
                  </a:lnTo>
                  <a:lnTo>
                    <a:pt x="5947" y="498776"/>
                  </a:lnTo>
                  <a:lnTo>
                    <a:pt x="4320" y="514625"/>
                  </a:lnTo>
                  <a:lnTo>
                    <a:pt x="2955" y="530468"/>
                  </a:lnTo>
                  <a:lnTo>
                    <a:pt x="1843" y="546310"/>
                  </a:lnTo>
                  <a:lnTo>
                    <a:pt x="981" y="562164"/>
                  </a:lnTo>
                  <a:lnTo>
                    <a:pt x="383" y="578007"/>
                  </a:lnTo>
                  <a:lnTo>
                    <a:pt x="48" y="593861"/>
                  </a:lnTo>
                  <a:lnTo>
                    <a:pt x="0" y="609703"/>
                  </a:lnTo>
                  <a:lnTo>
                    <a:pt x="251" y="625546"/>
                  </a:lnTo>
                  <a:lnTo>
                    <a:pt x="861" y="641400"/>
                  </a:lnTo>
                  <a:lnTo>
                    <a:pt x="1879" y="657243"/>
                  </a:lnTo>
                  <a:lnTo>
                    <a:pt x="3386" y="673097"/>
                  </a:lnTo>
                  <a:lnTo>
                    <a:pt x="5468" y="688939"/>
                  </a:lnTo>
                  <a:lnTo>
                    <a:pt x="8304" y="704782"/>
                  </a:lnTo>
                  <a:lnTo>
                    <a:pt x="12121" y="720636"/>
                  </a:lnTo>
                  <a:lnTo>
                    <a:pt x="17230" y="736478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49E41BC5-5FCE-2625-12BB-07C96547DD3A}"/>
                </a:ext>
              </a:extLst>
            </p:cNvPr>
            <p:cNvSpPr/>
            <p:nvPr/>
          </p:nvSpPr>
          <p:spPr>
            <a:xfrm>
              <a:off x="4519783" y="4028893"/>
              <a:ext cx="300885" cy="535208"/>
            </a:xfrm>
            <a:custGeom>
              <a:avLst/>
              <a:gdLst>
                <a:gd name="csX0" fmla="*/ 28897 w 300885"/>
                <a:gd name="csY0" fmla="*/ 467376 h 535208"/>
                <a:gd name="csX1" fmla="*/ 31948 w 300885"/>
                <a:gd name="csY1" fmla="*/ 472078 h 535208"/>
                <a:gd name="csX2" fmla="*/ 39570 w 300885"/>
                <a:gd name="csY2" fmla="*/ 483218 h 535208"/>
                <a:gd name="csX3" fmla="*/ 53977 w 300885"/>
                <a:gd name="csY3" fmla="*/ 499072 h 535208"/>
                <a:gd name="csX4" fmla="*/ 56908 w 300885"/>
                <a:gd name="csY4" fmla="*/ 501705 h 535208"/>
                <a:gd name="csX5" fmla="*/ 75156 w 300885"/>
                <a:gd name="csY5" fmla="*/ 514915 h 535208"/>
                <a:gd name="csX6" fmla="*/ 81868 w 300885"/>
                <a:gd name="csY6" fmla="*/ 518911 h 535208"/>
                <a:gd name="csX7" fmla="*/ 106816 w 300885"/>
                <a:gd name="csY7" fmla="*/ 529022 h 535208"/>
                <a:gd name="csX8" fmla="*/ 114977 w 300885"/>
                <a:gd name="csY8" fmla="*/ 530769 h 535208"/>
                <a:gd name="csX9" fmla="*/ 131777 w 300885"/>
                <a:gd name="csY9" fmla="*/ 534203 h 535208"/>
                <a:gd name="csX10" fmla="*/ 156737 w 300885"/>
                <a:gd name="csY10" fmla="*/ 535208 h 535208"/>
                <a:gd name="csX11" fmla="*/ 181697 w 300885"/>
                <a:gd name="csY11" fmla="*/ 532157 h 535208"/>
                <a:gd name="csX12" fmla="*/ 186615 w 300885"/>
                <a:gd name="csY12" fmla="*/ 530769 h 535208"/>
                <a:gd name="csX13" fmla="*/ 206645 w 300885"/>
                <a:gd name="csY13" fmla="*/ 524703 h 535208"/>
                <a:gd name="csX14" fmla="*/ 225754 w 300885"/>
                <a:gd name="csY14" fmla="*/ 514915 h 535208"/>
                <a:gd name="csX15" fmla="*/ 231605 w 300885"/>
                <a:gd name="csY15" fmla="*/ 511385 h 535208"/>
                <a:gd name="csX16" fmla="*/ 246897 w 300885"/>
                <a:gd name="csY16" fmla="*/ 499072 h 535208"/>
                <a:gd name="csX17" fmla="*/ 256565 w 300885"/>
                <a:gd name="csY17" fmla="*/ 489033 h 535208"/>
                <a:gd name="csX18" fmla="*/ 261483 w 300885"/>
                <a:gd name="csY18" fmla="*/ 483218 h 535208"/>
                <a:gd name="csX19" fmla="*/ 272169 w 300885"/>
                <a:gd name="csY19" fmla="*/ 467376 h 535208"/>
                <a:gd name="csX20" fmla="*/ 280054 w 300885"/>
                <a:gd name="csY20" fmla="*/ 451533 h 535208"/>
                <a:gd name="csX21" fmla="*/ 281514 w 300885"/>
                <a:gd name="csY21" fmla="*/ 447824 h 535208"/>
                <a:gd name="csX22" fmla="*/ 286479 w 300885"/>
                <a:gd name="csY22" fmla="*/ 435679 h 535208"/>
                <a:gd name="csX23" fmla="*/ 291397 w 300885"/>
                <a:gd name="csY23" fmla="*/ 419836 h 535208"/>
                <a:gd name="csX24" fmla="*/ 295023 w 300885"/>
                <a:gd name="csY24" fmla="*/ 403994 h 535208"/>
                <a:gd name="csX25" fmla="*/ 297619 w 300885"/>
                <a:gd name="csY25" fmla="*/ 388140 h 535208"/>
                <a:gd name="csX26" fmla="*/ 299378 w 300885"/>
                <a:gd name="csY26" fmla="*/ 372297 h 535208"/>
                <a:gd name="csX27" fmla="*/ 300431 w 300885"/>
                <a:gd name="csY27" fmla="*/ 356443 h 535208"/>
                <a:gd name="csX28" fmla="*/ 300886 w 300885"/>
                <a:gd name="csY28" fmla="*/ 340601 h 535208"/>
                <a:gd name="csX29" fmla="*/ 300802 w 300885"/>
                <a:gd name="csY29" fmla="*/ 324758 h 535208"/>
                <a:gd name="csX30" fmla="*/ 300216 w 300885"/>
                <a:gd name="csY30" fmla="*/ 308904 h 535208"/>
                <a:gd name="csX31" fmla="*/ 299175 w 300885"/>
                <a:gd name="csY31" fmla="*/ 293061 h 535208"/>
                <a:gd name="csX32" fmla="*/ 297691 w 300885"/>
                <a:gd name="csY32" fmla="*/ 277207 h 535208"/>
                <a:gd name="csX33" fmla="*/ 295753 w 300885"/>
                <a:gd name="csY33" fmla="*/ 261365 h 535208"/>
                <a:gd name="csX34" fmla="*/ 293395 w 300885"/>
                <a:gd name="csY34" fmla="*/ 245522 h 535208"/>
                <a:gd name="csX35" fmla="*/ 290572 w 300885"/>
                <a:gd name="csY35" fmla="*/ 229673 h 535208"/>
                <a:gd name="csX36" fmla="*/ 287281 w 300885"/>
                <a:gd name="csY36" fmla="*/ 213826 h 535208"/>
                <a:gd name="csX37" fmla="*/ 283500 w 300885"/>
                <a:gd name="csY37" fmla="*/ 197978 h 535208"/>
                <a:gd name="csX38" fmla="*/ 281514 w 300885"/>
                <a:gd name="csY38" fmla="*/ 190471 h 535208"/>
                <a:gd name="csX39" fmla="*/ 279455 w 300885"/>
                <a:gd name="csY39" fmla="*/ 182131 h 535208"/>
                <a:gd name="csX40" fmla="*/ 275124 w 300885"/>
                <a:gd name="csY40" fmla="*/ 166284 h 535208"/>
                <a:gd name="csX41" fmla="*/ 270254 w 300885"/>
                <a:gd name="csY41" fmla="*/ 150438 h 535208"/>
                <a:gd name="csX42" fmla="*/ 264798 w 300885"/>
                <a:gd name="csY42" fmla="*/ 134591 h 535208"/>
                <a:gd name="csX43" fmla="*/ 258707 w 300885"/>
                <a:gd name="csY43" fmla="*/ 118744 h 535208"/>
                <a:gd name="csX44" fmla="*/ 256565 w 300885"/>
                <a:gd name="csY44" fmla="*/ 113500 h 535208"/>
                <a:gd name="csX45" fmla="*/ 251971 w 300885"/>
                <a:gd name="csY45" fmla="*/ 102897 h 535208"/>
                <a:gd name="csX46" fmla="*/ 244504 w 300885"/>
                <a:gd name="csY46" fmla="*/ 87049 h 535208"/>
                <a:gd name="csX47" fmla="*/ 236200 w 300885"/>
                <a:gd name="csY47" fmla="*/ 71203 h 535208"/>
                <a:gd name="csX48" fmla="*/ 231605 w 300885"/>
                <a:gd name="csY48" fmla="*/ 63027 h 535208"/>
                <a:gd name="csX49" fmla="*/ 226376 w 300885"/>
                <a:gd name="csY49" fmla="*/ 55356 h 535208"/>
                <a:gd name="csX50" fmla="*/ 214806 w 300885"/>
                <a:gd name="csY50" fmla="*/ 39509 h 535208"/>
                <a:gd name="csX51" fmla="*/ 206645 w 300885"/>
                <a:gd name="csY51" fmla="*/ 29166 h 535208"/>
                <a:gd name="csX52" fmla="*/ 200184 w 300885"/>
                <a:gd name="csY52" fmla="*/ 23662 h 535208"/>
                <a:gd name="csX53" fmla="*/ 181697 w 300885"/>
                <a:gd name="csY53" fmla="*/ 8693 h 535208"/>
                <a:gd name="csX54" fmla="*/ 179148 w 300885"/>
                <a:gd name="csY54" fmla="*/ 7815 h 535208"/>
                <a:gd name="csX55" fmla="*/ 156737 w 300885"/>
                <a:gd name="csY55" fmla="*/ 0 h 535208"/>
                <a:gd name="csX56" fmla="*/ 131777 w 300885"/>
                <a:gd name="csY56" fmla="*/ 2872 h 535208"/>
                <a:gd name="csX57" fmla="*/ 123149 w 300885"/>
                <a:gd name="csY57" fmla="*/ 7815 h 535208"/>
                <a:gd name="csX58" fmla="*/ 106816 w 300885"/>
                <a:gd name="csY58" fmla="*/ 17333 h 535208"/>
                <a:gd name="csX59" fmla="*/ 100654 w 300885"/>
                <a:gd name="csY59" fmla="*/ 23662 h 535208"/>
                <a:gd name="csX60" fmla="*/ 86056 w 300885"/>
                <a:gd name="csY60" fmla="*/ 39509 h 535208"/>
                <a:gd name="csX61" fmla="*/ 81868 w 300885"/>
                <a:gd name="csY61" fmla="*/ 44302 h 535208"/>
                <a:gd name="csX62" fmla="*/ 74581 w 300885"/>
                <a:gd name="csY62" fmla="*/ 55356 h 535208"/>
                <a:gd name="csX63" fmla="*/ 64973 w 300885"/>
                <a:gd name="csY63" fmla="*/ 71203 h 535208"/>
                <a:gd name="csX64" fmla="*/ 56908 w 300885"/>
                <a:gd name="csY64" fmla="*/ 85889 h 535208"/>
                <a:gd name="csX65" fmla="*/ 56346 w 300885"/>
                <a:gd name="csY65" fmla="*/ 87049 h 535208"/>
                <a:gd name="csX66" fmla="*/ 48939 w 300885"/>
                <a:gd name="csY66" fmla="*/ 102897 h 535208"/>
                <a:gd name="csX67" fmla="*/ 42286 w 300885"/>
                <a:gd name="csY67" fmla="*/ 118744 h 535208"/>
                <a:gd name="csX68" fmla="*/ 36316 w 300885"/>
                <a:gd name="csY68" fmla="*/ 134591 h 535208"/>
                <a:gd name="csX69" fmla="*/ 31948 w 300885"/>
                <a:gd name="csY69" fmla="*/ 147374 h 535208"/>
                <a:gd name="csX70" fmla="*/ 30895 w 300885"/>
                <a:gd name="csY70" fmla="*/ 150438 h 535208"/>
                <a:gd name="csX71" fmla="*/ 25798 w 300885"/>
                <a:gd name="csY71" fmla="*/ 166284 h 535208"/>
                <a:gd name="csX72" fmla="*/ 21263 w 300885"/>
                <a:gd name="csY72" fmla="*/ 182131 h 535208"/>
                <a:gd name="csX73" fmla="*/ 17254 w 300885"/>
                <a:gd name="csY73" fmla="*/ 197978 h 535208"/>
                <a:gd name="csX74" fmla="*/ 13737 w 300885"/>
                <a:gd name="csY74" fmla="*/ 213826 h 535208"/>
                <a:gd name="csX75" fmla="*/ 10661 w 300885"/>
                <a:gd name="csY75" fmla="*/ 229673 h 535208"/>
                <a:gd name="csX76" fmla="*/ 8041 w 300885"/>
                <a:gd name="csY76" fmla="*/ 245522 h 535208"/>
                <a:gd name="csX77" fmla="*/ 7000 w 300885"/>
                <a:gd name="csY77" fmla="*/ 252869 h 535208"/>
                <a:gd name="csX78" fmla="*/ 5624 w 300885"/>
                <a:gd name="csY78" fmla="*/ 261365 h 535208"/>
                <a:gd name="csX79" fmla="*/ 3506 w 300885"/>
                <a:gd name="csY79" fmla="*/ 277207 h 535208"/>
                <a:gd name="csX80" fmla="*/ 1879 w 300885"/>
                <a:gd name="csY80" fmla="*/ 293061 h 535208"/>
                <a:gd name="csX81" fmla="*/ 730 w 300885"/>
                <a:gd name="csY81" fmla="*/ 308904 h 535208"/>
                <a:gd name="csX82" fmla="*/ 96 w 300885"/>
                <a:gd name="csY82" fmla="*/ 324758 h 535208"/>
                <a:gd name="csX83" fmla="*/ 0 w 300885"/>
                <a:gd name="csY83" fmla="*/ 340601 h 535208"/>
                <a:gd name="csX84" fmla="*/ 503 w 300885"/>
                <a:gd name="csY84" fmla="*/ 356443 h 535208"/>
                <a:gd name="csX85" fmla="*/ 1651 w 300885"/>
                <a:gd name="csY85" fmla="*/ 372297 h 535208"/>
                <a:gd name="csX86" fmla="*/ 3590 w 300885"/>
                <a:gd name="csY86" fmla="*/ 388140 h 535208"/>
                <a:gd name="csX87" fmla="*/ 6437 w 300885"/>
                <a:gd name="csY87" fmla="*/ 403994 h 535208"/>
                <a:gd name="csX88" fmla="*/ 7000 w 300885"/>
                <a:gd name="csY88" fmla="*/ 406327 h 535208"/>
                <a:gd name="csX89" fmla="*/ 9896 w 300885"/>
                <a:gd name="csY89" fmla="*/ 419836 h 535208"/>
                <a:gd name="csX90" fmla="*/ 14478 w 300885"/>
                <a:gd name="csY90" fmla="*/ 435679 h 535208"/>
                <a:gd name="csX91" fmla="*/ 20641 w 300885"/>
                <a:gd name="csY91" fmla="*/ 451533 h 535208"/>
                <a:gd name="csX92" fmla="*/ 28897 w 300885"/>
                <a:gd name="csY92" fmla="*/ 467376 h 535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300885" h="535208">
                  <a:moveTo>
                    <a:pt x="28897" y="467376"/>
                  </a:moveTo>
                  <a:lnTo>
                    <a:pt x="31948" y="472078"/>
                  </a:lnTo>
                  <a:lnTo>
                    <a:pt x="39570" y="483218"/>
                  </a:lnTo>
                  <a:lnTo>
                    <a:pt x="53977" y="499072"/>
                  </a:lnTo>
                  <a:lnTo>
                    <a:pt x="56908" y="501705"/>
                  </a:lnTo>
                  <a:lnTo>
                    <a:pt x="75156" y="514915"/>
                  </a:lnTo>
                  <a:lnTo>
                    <a:pt x="81868" y="518911"/>
                  </a:lnTo>
                  <a:lnTo>
                    <a:pt x="106816" y="529022"/>
                  </a:lnTo>
                  <a:lnTo>
                    <a:pt x="114977" y="530769"/>
                  </a:lnTo>
                  <a:lnTo>
                    <a:pt x="131777" y="534203"/>
                  </a:lnTo>
                  <a:lnTo>
                    <a:pt x="156737" y="535208"/>
                  </a:lnTo>
                  <a:lnTo>
                    <a:pt x="181697" y="532157"/>
                  </a:lnTo>
                  <a:lnTo>
                    <a:pt x="186615" y="530769"/>
                  </a:lnTo>
                  <a:lnTo>
                    <a:pt x="206645" y="524703"/>
                  </a:lnTo>
                  <a:lnTo>
                    <a:pt x="225754" y="514915"/>
                  </a:lnTo>
                  <a:lnTo>
                    <a:pt x="231605" y="511385"/>
                  </a:lnTo>
                  <a:lnTo>
                    <a:pt x="246897" y="499072"/>
                  </a:lnTo>
                  <a:lnTo>
                    <a:pt x="256565" y="489033"/>
                  </a:lnTo>
                  <a:lnTo>
                    <a:pt x="261483" y="483218"/>
                  </a:lnTo>
                  <a:lnTo>
                    <a:pt x="272169" y="467376"/>
                  </a:lnTo>
                  <a:lnTo>
                    <a:pt x="280054" y="451533"/>
                  </a:lnTo>
                  <a:lnTo>
                    <a:pt x="281514" y="447824"/>
                  </a:lnTo>
                  <a:lnTo>
                    <a:pt x="286479" y="435679"/>
                  </a:lnTo>
                  <a:lnTo>
                    <a:pt x="291397" y="419836"/>
                  </a:lnTo>
                  <a:lnTo>
                    <a:pt x="295023" y="403994"/>
                  </a:lnTo>
                  <a:lnTo>
                    <a:pt x="297619" y="388140"/>
                  </a:lnTo>
                  <a:lnTo>
                    <a:pt x="299378" y="372297"/>
                  </a:lnTo>
                  <a:lnTo>
                    <a:pt x="300431" y="356443"/>
                  </a:lnTo>
                  <a:lnTo>
                    <a:pt x="300886" y="340601"/>
                  </a:lnTo>
                  <a:lnTo>
                    <a:pt x="300802" y="324758"/>
                  </a:lnTo>
                  <a:lnTo>
                    <a:pt x="300216" y="308904"/>
                  </a:lnTo>
                  <a:lnTo>
                    <a:pt x="299175" y="293061"/>
                  </a:lnTo>
                  <a:lnTo>
                    <a:pt x="297691" y="277207"/>
                  </a:lnTo>
                  <a:lnTo>
                    <a:pt x="295753" y="261365"/>
                  </a:lnTo>
                  <a:lnTo>
                    <a:pt x="293395" y="245522"/>
                  </a:lnTo>
                  <a:lnTo>
                    <a:pt x="290572" y="229673"/>
                  </a:lnTo>
                  <a:lnTo>
                    <a:pt x="287281" y="213826"/>
                  </a:lnTo>
                  <a:lnTo>
                    <a:pt x="283500" y="197978"/>
                  </a:lnTo>
                  <a:lnTo>
                    <a:pt x="281514" y="190471"/>
                  </a:lnTo>
                  <a:lnTo>
                    <a:pt x="279455" y="182131"/>
                  </a:lnTo>
                  <a:lnTo>
                    <a:pt x="275124" y="166284"/>
                  </a:lnTo>
                  <a:lnTo>
                    <a:pt x="270254" y="150438"/>
                  </a:lnTo>
                  <a:lnTo>
                    <a:pt x="264798" y="134591"/>
                  </a:lnTo>
                  <a:lnTo>
                    <a:pt x="258707" y="118744"/>
                  </a:lnTo>
                  <a:lnTo>
                    <a:pt x="256565" y="113500"/>
                  </a:lnTo>
                  <a:lnTo>
                    <a:pt x="251971" y="102897"/>
                  </a:lnTo>
                  <a:lnTo>
                    <a:pt x="244504" y="87049"/>
                  </a:lnTo>
                  <a:lnTo>
                    <a:pt x="236200" y="71203"/>
                  </a:lnTo>
                  <a:lnTo>
                    <a:pt x="231605" y="63027"/>
                  </a:lnTo>
                  <a:lnTo>
                    <a:pt x="226376" y="55356"/>
                  </a:lnTo>
                  <a:lnTo>
                    <a:pt x="214806" y="39509"/>
                  </a:lnTo>
                  <a:lnTo>
                    <a:pt x="206645" y="29166"/>
                  </a:lnTo>
                  <a:lnTo>
                    <a:pt x="200184" y="23662"/>
                  </a:lnTo>
                  <a:lnTo>
                    <a:pt x="181697" y="8693"/>
                  </a:lnTo>
                  <a:lnTo>
                    <a:pt x="179148" y="7815"/>
                  </a:lnTo>
                  <a:lnTo>
                    <a:pt x="156737" y="0"/>
                  </a:lnTo>
                  <a:lnTo>
                    <a:pt x="131777" y="2872"/>
                  </a:lnTo>
                  <a:lnTo>
                    <a:pt x="123149" y="7815"/>
                  </a:lnTo>
                  <a:lnTo>
                    <a:pt x="106816" y="17333"/>
                  </a:lnTo>
                  <a:lnTo>
                    <a:pt x="100654" y="23662"/>
                  </a:lnTo>
                  <a:lnTo>
                    <a:pt x="86056" y="39509"/>
                  </a:lnTo>
                  <a:lnTo>
                    <a:pt x="81868" y="44302"/>
                  </a:lnTo>
                  <a:lnTo>
                    <a:pt x="74581" y="55356"/>
                  </a:lnTo>
                  <a:lnTo>
                    <a:pt x="64973" y="71203"/>
                  </a:lnTo>
                  <a:lnTo>
                    <a:pt x="56908" y="85889"/>
                  </a:lnTo>
                  <a:lnTo>
                    <a:pt x="56346" y="87049"/>
                  </a:lnTo>
                  <a:lnTo>
                    <a:pt x="48939" y="102897"/>
                  </a:lnTo>
                  <a:lnTo>
                    <a:pt x="42286" y="118744"/>
                  </a:lnTo>
                  <a:lnTo>
                    <a:pt x="36316" y="134591"/>
                  </a:lnTo>
                  <a:lnTo>
                    <a:pt x="31948" y="147374"/>
                  </a:lnTo>
                  <a:lnTo>
                    <a:pt x="30895" y="150438"/>
                  </a:lnTo>
                  <a:lnTo>
                    <a:pt x="25798" y="166284"/>
                  </a:lnTo>
                  <a:lnTo>
                    <a:pt x="21263" y="182131"/>
                  </a:lnTo>
                  <a:lnTo>
                    <a:pt x="17254" y="197978"/>
                  </a:lnTo>
                  <a:lnTo>
                    <a:pt x="13737" y="213826"/>
                  </a:lnTo>
                  <a:lnTo>
                    <a:pt x="10661" y="229673"/>
                  </a:lnTo>
                  <a:lnTo>
                    <a:pt x="8041" y="245522"/>
                  </a:lnTo>
                  <a:lnTo>
                    <a:pt x="7000" y="252869"/>
                  </a:lnTo>
                  <a:lnTo>
                    <a:pt x="5624" y="261365"/>
                  </a:lnTo>
                  <a:lnTo>
                    <a:pt x="3506" y="277207"/>
                  </a:lnTo>
                  <a:lnTo>
                    <a:pt x="1879" y="293061"/>
                  </a:lnTo>
                  <a:lnTo>
                    <a:pt x="730" y="308904"/>
                  </a:lnTo>
                  <a:lnTo>
                    <a:pt x="96" y="324758"/>
                  </a:lnTo>
                  <a:lnTo>
                    <a:pt x="0" y="340601"/>
                  </a:lnTo>
                  <a:lnTo>
                    <a:pt x="503" y="356443"/>
                  </a:lnTo>
                  <a:lnTo>
                    <a:pt x="1651" y="372297"/>
                  </a:lnTo>
                  <a:lnTo>
                    <a:pt x="3590" y="388140"/>
                  </a:lnTo>
                  <a:lnTo>
                    <a:pt x="6437" y="403994"/>
                  </a:lnTo>
                  <a:lnTo>
                    <a:pt x="7000" y="406327"/>
                  </a:lnTo>
                  <a:lnTo>
                    <a:pt x="9896" y="419836"/>
                  </a:lnTo>
                  <a:lnTo>
                    <a:pt x="14478" y="435679"/>
                  </a:lnTo>
                  <a:lnTo>
                    <a:pt x="20641" y="451533"/>
                  </a:lnTo>
                  <a:lnTo>
                    <a:pt x="28897" y="467376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C39FFE0-141B-0338-DBF2-3B6B8038322B}"/>
                </a:ext>
              </a:extLst>
            </p:cNvPr>
            <p:cNvSpPr/>
            <p:nvPr/>
          </p:nvSpPr>
          <p:spPr>
            <a:xfrm>
              <a:off x="4582123" y="4185052"/>
              <a:ext cx="176384" cy="311360"/>
            </a:xfrm>
            <a:custGeom>
              <a:avLst/>
              <a:gdLst>
                <a:gd name="csX0" fmla="*/ 42849 w 176384"/>
                <a:gd name="csY0" fmla="*/ 295374 h 311360"/>
                <a:gd name="csX1" fmla="*/ 44476 w 176384"/>
                <a:gd name="csY1" fmla="*/ 296786 h 311360"/>
                <a:gd name="csX2" fmla="*/ 69436 w 176384"/>
                <a:gd name="csY2" fmla="*/ 309039 h 311360"/>
                <a:gd name="csX3" fmla="*/ 92661 w 176384"/>
                <a:gd name="csY3" fmla="*/ 311217 h 311360"/>
                <a:gd name="csX4" fmla="*/ 94396 w 176384"/>
                <a:gd name="csY4" fmla="*/ 311360 h 311360"/>
                <a:gd name="csX5" fmla="*/ 94983 w 176384"/>
                <a:gd name="csY5" fmla="*/ 311217 h 311360"/>
                <a:gd name="csX6" fmla="*/ 119356 w 176384"/>
                <a:gd name="csY6" fmla="*/ 304241 h 311360"/>
                <a:gd name="csX7" fmla="*/ 132339 w 176384"/>
                <a:gd name="csY7" fmla="*/ 295374 h 311360"/>
                <a:gd name="csX8" fmla="*/ 144305 w 176384"/>
                <a:gd name="csY8" fmla="*/ 285132 h 311360"/>
                <a:gd name="csX9" fmla="*/ 148720 w 176384"/>
                <a:gd name="csY9" fmla="*/ 279520 h 311360"/>
                <a:gd name="csX10" fmla="*/ 158472 w 176384"/>
                <a:gd name="csY10" fmla="*/ 263678 h 311360"/>
                <a:gd name="csX11" fmla="*/ 165651 w 176384"/>
                <a:gd name="csY11" fmla="*/ 247835 h 311360"/>
                <a:gd name="csX12" fmla="*/ 169265 w 176384"/>
                <a:gd name="csY12" fmla="*/ 236851 h 311360"/>
                <a:gd name="csX13" fmla="*/ 170629 w 176384"/>
                <a:gd name="csY13" fmla="*/ 231981 h 311360"/>
                <a:gd name="csX14" fmla="*/ 173728 w 176384"/>
                <a:gd name="csY14" fmla="*/ 216138 h 311360"/>
                <a:gd name="csX15" fmla="*/ 175594 w 176384"/>
                <a:gd name="csY15" fmla="*/ 200284 h 311360"/>
                <a:gd name="csX16" fmla="*/ 176384 w 176384"/>
                <a:gd name="csY16" fmla="*/ 184442 h 311360"/>
                <a:gd name="csX17" fmla="*/ 176229 w 176384"/>
                <a:gd name="csY17" fmla="*/ 168599 h 311360"/>
                <a:gd name="csX18" fmla="*/ 175211 w 176384"/>
                <a:gd name="csY18" fmla="*/ 152745 h 311360"/>
                <a:gd name="csX19" fmla="*/ 173381 w 176384"/>
                <a:gd name="csY19" fmla="*/ 136903 h 311360"/>
                <a:gd name="csX20" fmla="*/ 170760 w 176384"/>
                <a:gd name="csY20" fmla="*/ 121048 h 311360"/>
                <a:gd name="csX21" fmla="*/ 169265 w 176384"/>
                <a:gd name="csY21" fmla="*/ 113977 h 311360"/>
                <a:gd name="csX22" fmla="*/ 167123 w 176384"/>
                <a:gd name="csY22" fmla="*/ 105206 h 311360"/>
                <a:gd name="csX23" fmla="*/ 162420 w 176384"/>
                <a:gd name="csY23" fmla="*/ 89363 h 311360"/>
                <a:gd name="csX24" fmla="*/ 156832 w 176384"/>
                <a:gd name="csY24" fmla="*/ 73514 h 311360"/>
                <a:gd name="csX25" fmla="*/ 150311 w 176384"/>
                <a:gd name="csY25" fmla="*/ 57667 h 311360"/>
                <a:gd name="csX26" fmla="*/ 144305 w 176384"/>
                <a:gd name="csY26" fmla="*/ 44871 h 311360"/>
                <a:gd name="csX27" fmla="*/ 142246 w 176384"/>
                <a:gd name="csY27" fmla="*/ 41820 h 311360"/>
                <a:gd name="csX28" fmla="*/ 130484 w 176384"/>
                <a:gd name="csY28" fmla="*/ 25972 h 311360"/>
                <a:gd name="csX29" fmla="*/ 119356 w 176384"/>
                <a:gd name="csY29" fmla="*/ 12583 h 311360"/>
                <a:gd name="csX30" fmla="*/ 114678 w 176384"/>
                <a:gd name="csY30" fmla="*/ 10125 h 311360"/>
                <a:gd name="csX31" fmla="*/ 94396 w 176384"/>
                <a:gd name="csY31" fmla="*/ 0 h 311360"/>
                <a:gd name="csX32" fmla="*/ 69436 w 176384"/>
                <a:gd name="csY32" fmla="*/ 4127 h 311360"/>
                <a:gd name="csX33" fmla="*/ 62125 w 176384"/>
                <a:gd name="csY33" fmla="*/ 10125 h 311360"/>
                <a:gd name="csX34" fmla="*/ 44476 w 176384"/>
                <a:gd name="csY34" fmla="*/ 25817 h 311360"/>
                <a:gd name="csX35" fmla="*/ 44380 w 176384"/>
                <a:gd name="csY35" fmla="*/ 25972 h 311360"/>
                <a:gd name="csX36" fmla="*/ 34688 w 176384"/>
                <a:gd name="csY36" fmla="*/ 41820 h 311360"/>
                <a:gd name="csX37" fmla="*/ 26169 w 176384"/>
                <a:gd name="csY37" fmla="*/ 57667 h 311360"/>
                <a:gd name="csX38" fmla="*/ 19528 w 176384"/>
                <a:gd name="csY38" fmla="*/ 71805 h 311360"/>
                <a:gd name="csX39" fmla="*/ 18894 w 176384"/>
                <a:gd name="csY39" fmla="*/ 73514 h 311360"/>
                <a:gd name="csX40" fmla="*/ 13736 w 176384"/>
                <a:gd name="csY40" fmla="*/ 89363 h 311360"/>
                <a:gd name="csX41" fmla="*/ 9393 w 176384"/>
                <a:gd name="csY41" fmla="*/ 105206 h 311360"/>
                <a:gd name="csX42" fmla="*/ 5863 w 176384"/>
                <a:gd name="csY42" fmla="*/ 121048 h 311360"/>
                <a:gd name="csX43" fmla="*/ 3135 w 176384"/>
                <a:gd name="csY43" fmla="*/ 136903 h 311360"/>
                <a:gd name="csX44" fmla="*/ 1220 w 176384"/>
                <a:gd name="csY44" fmla="*/ 152745 h 311360"/>
                <a:gd name="csX45" fmla="*/ 156 w 176384"/>
                <a:gd name="csY45" fmla="*/ 168599 h 311360"/>
                <a:gd name="csX46" fmla="*/ 0 w 176384"/>
                <a:gd name="csY46" fmla="*/ 184442 h 311360"/>
                <a:gd name="csX47" fmla="*/ 826 w 176384"/>
                <a:gd name="csY47" fmla="*/ 200284 h 311360"/>
                <a:gd name="csX48" fmla="*/ 2764 w 176384"/>
                <a:gd name="csY48" fmla="*/ 216138 h 311360"/>
                <a:gd name="csX49" fmla="*/ 5983 w 176384"/>
                <a:gd name="csY49" fmla="*/ 231981 h 311360"/>
                <a:gd name="csX50" fmla="*/ 10745 w 176384"/>
                <a:gd name="csY50" fmla="*/ 247835 h 311360"/>
                <a:gd name="csX51" fmla="*/ 17386 w 176384"/>
                <a:gd name="csY51" fmla="*/ 263678 h 311360"/>
                <a:gd name="csX52" fmla="*/ 19528 w 176384"/>
                <a:gd name="csY52" fmla="*/ 267626 h 311360"/>
                <a:gd name="csX53" fmla="*/ 27975 w 176384"/>
                <a:gd name="csY53" fmla="*/ 279520 h 311360"/>
                <a:gd name="csX54" fmla="*/ 42849 w 176384"/>
                <a:gd name="csY54" fmla="*/ 295374 h 3113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76384" h="311360">
                  <a:moveTo>
                    <a:pt x="42849" y="295374"/>
                  </a:moveTo>
                  <a:lnTo>
                    <a:pt x="44476" y="296786"/>
                  </a:lnTo>
                  <a:lnTo>
                    <a:pt x="69436" y="309039"/>
                  </a:lnTo>
                  <a:lnTo>
                    <a:pt x="92661" y="311217"/>
                  </a:lnTo>
                  <a:lnTo>
                    <a:pt x="94396" y="311360"/>
                  </a:lnTo>
                  <a:lnTo>
                    <a:pt x="94983" y="311217"/>
                  </a:lnTo>
                  <a:lnTo>
                    <a:pt x="119356" y="304241"/>
                  </a:lnTo>
                  <a:lnTo>
                    <a:pt x="132339" y="295374"/>
                  </a:lnTo>
                  <a:lnTo>
                    <a:pt x="144305" y="285132"/>
                  </a:lnTo>
                  <a:lnTo>
                    <a:pt x="148720" y="279520"/>
                  </a:lnTo>
                  <a:lnTo>
                    <a:pt x="158472" y="263678"/>
                  </a:lnTo>
                  <a:lnTo>
                    <a:pt x="165651" y="247835"/>
                  </a:lnTo>
                  <a:lnTo>
                    <a:pt x="169265" y="236851"/>
                  </a:lnTo>
                  <a:lnTo>
                    <a:pt x="170629" y="231981"/>
                  </a:lnTo>
                  <a:lnTo>
                    <a:pt x="173728" y="216138"/>
                  </a:lnTo>
                  <a:lnTo>
                    <a:pt x="175594" y="200284"/>
                  </a:lnTo>
                  <a:lnTo>
                    <a:pt x="176384" y="184442"/>
                  </a:lnTo>
                  <a:lnTo>
                    <a:pt x="176229" y="168599"/>
                  </a:lnTo>
                  <a:lnTo>
                    <a:pt x="175211" y="152745"/>
                  </a:lnTo>
                  <a:lnTo>
                    <a:pt x="173381" y="136903"/>
                  </a:lnTo>
                  <a:lnTo>
                    <a:pt x="170760" y="121048"/>
                  </a:lnTo>
                  <a:lnTo>
                    <a:pt x="169265" y="113977"/>
                  </a:lnTo>
                  <a:lnTo>
                    <a:pt x="167123" y="105206"/>
                  </a:lnTo>
                  <a:lnTo>
                    <a:pt x="162420" y="89363"/>
                  </a:lnTo>
                  <a:lnTo>
                    <a:pt x="156832" y="73514"/>
                  </a:lnTo>
                  <a:lnTo>
                    <a:pt x="150311" y="57667"/>
                  </a:lnTo>
                  <a:lnTo>
                    <a:pt x="144305" y="44871"/>
                  </a:lnTo>
                  <a:lnTo>
                    <a:pt x="142246" y="41820"/>
                  </a:lnTo>
                  <a:lnTo>
                    <a:pt x="130484" y="25972"/>
                  </a:lnTo>
                  <a:lnTo>
                    <a:pt x="119356" y="12583"/>
                  </a:lnTo>
                  <a:lnTo>
                    <a:pt x="114678" y="10125"/>
                  </a:lnTo>
                  <a:lnTo>
                    <a:pt x="94396" y="0"/>
                  </a:lnTo>
                  <a:lnTo>
                    <a:pt x="69436" y="4127"/>
                  </a:lnTo>
                  <a:lnTo>
                    <a:pt x="62125" y="10125"/>
                  </a:lnTo>
                  <a:lnTo>
                    <a:pt x="44476" y="25817"/>
                  </a:lnTo>
                  <a:lnTo>
                    <a:pt x="44380" y="25972"/>
                  </a:lnTo>
                  <a:lnTo>
                    <a:pt x="34688" y="41820"/>
                  </a:lnTo>
                  <a:lnTo>
                    <a:pt x="26169" y="57667"/>
                  </a:lnTo>
                  <a:lnTo>
                    <a:pt x="19528" y="71805"/>
                  </a:lnTo>
                  <a:lnTo>
                    <a:pt x="18894" y="73514"/>
                  </a:lnTo>
                  <a:lnTo>
                    <a:pt x="13736" y="89363"/>
                  </a:lnTo>
                  <a:lnTo>
                    <a:pt x="9393" y="105206"/>
                  </a:lnTo>
                  <a:lnTo>
                    <a:pt x="5863" y="121048"/>
                  </a:lnTo>
                  <a:lnTo>
                    <a:pt x="3135" y="136903"/>
                  </a:lnTo>
                  <a:lnTo>
                    <a:pt x="1220" y="152745"/>
                  </a:lnTo>
                  <a:lnTo>
                    <a:pt x="156" y="168599"/>
                  </a:lnTo>
                  <a:lnTo>
                    <a:pt x="0" y="184442"/>
                  </a:lnTo>
                  <a:lnTo>
                    <a:pt x="826" y="200284"/>
                  </a:lnTo>
                  <a:lnTo>
                    <a:pt x="2764" y="216138"/>
                  </a:lnTo>
                  <a:lnTo>
                    <a:pt x="5983" y="231981"/>
                  </a:lnTo>
                  <a:lnTo>
                    <a:pt x="10745" y="247835"/>
                  </a:lnTo>
                  <a:lnTo>
                    <a:pt x="17386" y="263678"/>
                  </a:lnTo>
                  <a:lnTo>
                    <a:pt x="19528" y="267626"/>
                  </a:lnTo>
                  <a:lnTo>
                    <a:pt x="27975" y="279520"/>
                  </a:lnTo>
                  <a:lnTo>
                    <a:pt x="42849" y="295374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76A920D2-95B2-000E-7373-6D9439B4F043}"/>
              </a:ext>
            </a:extLst>
          </p:cNvPr>
          <p:cNvGrpSpPr/>
          <p:nvPr/>
        </p:nvGrpSpPr>
        <p:grpSpPr>
          <a:xfrm>
            <a:off x="6140768" y="2860026"/>
            <a:ext cx="2871732" cy="1914488"/>
            <a:chOff x="6140768" y="3076904"/>
            <a:chExt cx="2871732" cy="1914488"/>
          </a:xfrm>
        </p:grpSpPr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372C24DD-890B-123F-F5B0-4AFD9DBE3ACA}"/>
                </a:ext>
              </a:extLst>
            </p:cNvPr>
            <p:cNvSpPr/>
            <p:nvPr/>
          </p:nvSpPr>
          <p:spPr>
            <a:xfrm>
              <a:off x="6140768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1824A33B-391D-380A-5E62-65545D22EB6E}"/>
                </a:ext>
              </a:extLst>
            </p:cNvPr>
            <p:cNvSpPr/>
            <p:nvPr/>
          </p:nvSpPr>
          <p:spPr>
            <a:xfrm>
              <a:off x="6485264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02A5F026-E550-53BB-0A82-A7B138FC096C}"/>
                </a:ext>
              </a:extLst>
            </p:cNvPr>
            <p:cNvSpPr/>
            <p:nvPr/>
          </p:nvSpPr>
          <p:spPr>
            <a:xfrm>
              <a:off x="648526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AEE64307-F06D-F081-862A-E7894214B211}"/>
                </a:ext>
              </a:extLst>
            </p:cNvPr>
            <p:cNvSpPr/>
            <p:nvPr/>
          </p:nvSpPr>
          <p:spPr>
            <a:xfrm>
              <a:off x="7102940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1A98E8D9-7BB4-7514-1E78-579B7728D30A}"/>
                </a:ext>
              </a:extLst>
            </p:cNvPr>
            <p:cNvSpPr/>
            <p:nvPr/>
          </p:nvSpPr>
          <p:spPr>
            <a:xfrm>
              <a:off x="7720615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67010D77-5EDA-8FF5-B00A-A2BC8B1C78CB}"/>
                </a:ext>
              </a:extLst>
            </p:cNvPr>
            <p:cNvSpPr/>
            <p:nvPr/>
          </p:nvSpPr>
          <p:spPr>
            <a:xfrm>
              <a:off x="833828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FB27A061-788D-B6B8-01F7-4329D7C8D339}"/>
                </a:ext>
              </a:extLst>
            </p:cNvPr>
            <p:cNvSpPr/>
            <p:nvPr/>
          </p:nvSpPr>
          <p:spPr>
            <a:xfrm>
              <a:off x="895597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1C2B49AC-7BE7-8F30-9092-74BA648978A0}"/>
                </a:ext>
              </a:extLst>
            </p:cNvPr>
            <p:cNvSpPr/>
            <p:nvPr/>
          </p:nvSpPr>
          <p:spPr>
            <a:xfrm>
              <a:off x="6485264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8507E8B8-754C-7C61-30D2-69685F0C81A8}"/>
                </a:ext>
              </a:extLst>
            </p:cNvPr>
            <p:cNvSpPr/>
            <p:nvPr/>
          </p:nvSpPr>
          <p:spPr>
            <a:xfrm>
              <a:off x="6485264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A70B1D87-D795-0918-40B0-7767B680AC57}"/>
                </a:ext>
              </a:extLst>
            </p:cNvPr>
            <p:cNvSpPr/>
            <p:nvPr/>
          </p:nvSpPr>
          <p:spPr>
            <a:xfrm>
              <a:off x="6485264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18477603-5F67-8990-A647-389A719CE8A2}"/>
                </a:ext>
              </a:extLst>
            </p:cNvPr>
            <p:cNvSpPr/>
            <p:nvPr/>
          </p:nvSpPr>
          <p:spPr>
            <a:xfrm>
              <a:off x="6485264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49DE76DB-2EFA-ECE2-8785-509A392F4494}"/>
                </a:ext>
              </a:extLst>
            </p:cNvPr>
            <p:cNvSpPr/>
            <p:nvPr/>
          </p:nvSpPr>
          <p:spPr>
            <a:xfrm>
              <a:off x="6485264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235DDE08-CD2C-DC26-8230-D5F05F433423}"/>
                </a:ext>
              </a:extLst>
            </p:cNvPr>
            <p:cNvSpPr/>
            <p:nvPr/>
          </p:nvSpPr>
          <p:spPr>
            <a:xfrm>
              <a:off x="6485264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51CC0B0D-E0E0-6EC6-2EF9-0B0F1FB878C1}"/>
                </a:ext>
              </a:extLst>
            </p:cNvPr>
            <p:cNvSpPr/>
            <p:nvPr/>
          </p:nvSpPr>
          <p:spPr>
            <a:xfrm>
              <a:off x="6485264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598FCB1D-82C9-66EF-6ED3-21F19741EAAD}"/>
                </a:ext>
              </a:extLst>
            </p:cNvPr>
            <p:cNvSpPr/>
            <p:nvPr/>
          </p:nvSpPr>
          <p:spPr>
            <a:xfrm>
              <a:off x="648526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594AB7AB-3132-F873-E0B3-C83815856961}"/>
                </a:ext>
              </a:extLst>
            </p:cNvPr>
            <p:cNvSpPr/>
            <p:nvPr/>
          </p:nvSpPr>
          <p:spPr>
            <a:xfrm>
              <a:off x="7102940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656D36B4-F49F-2D15-07AA-335CA8B9E5CE}"/>
                </a:ext>
              </a:extLst>
            </p:cNvPr>
            <p:cNvSpPr/>
            <p:nvPr/>
          </p:nvSpPr>
          <p:spPr>
            <a:xfrm>
              <a:off x="7720615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28727AA3-ADD7-8E21-CC61-59A733DD242E}"/>
                </a:ext>
              </a:extLst>
            </p:cNvPr>
            <p:cNvSpPr/>
            <p:nvPr/>
          </p:nvSpPr>
          <p:spPr>
            <a:xfrm>
              <a:off x="833828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F46361F3-36FB-7148-D0A4-7844F85B01FD}"/>
                </a:ext>
              </a:extLst>
            </p:cNvPr>
            <p:cNvSpPr/>
            <p:nvPr/>
          </p:nvSpPr>
          <p:spPr>
            <a:xfrm>
              <a:off x="895597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8343B10E-F652-FAC7-4CF3-8B9F91C44872}"/>
                </a:ext>
              </a:extLst>
            </p:cNvPr>
            <p:cNvSpPr/>
            <p:nvPr/>
          </p:nvSpPr>
          <p:spPr>
            <a:xfrm>
              <a:off x="6413333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796B2D98-1447-C579-B0A3-39BF24E659BC}"/>
                </a:ext>
              </a:extLst>
            </p:cNvPr>
            <p:cNvSpPr/>
            <p:nvPr/>
          </p:nvSpPr>
          <p:spPr>
            <a:xfrm>
              <a:off x="6504681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DC6D2EF1-5D89-9C25-9648-8C5AFBCCFC64}"/>
                </a:ext>
              </a:extLst>
            </p:cNvPr>
            <p:cNvSpPr/>
            <p:nvPr/>
          </p:nvSpPr>
          <p:spPr>
            <a:xfrm>
              <a:off x="7074356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A0DFF6A0-B662-3AA7-DE51-103F6D201E2A}"/>
                </a:ext>
              </a:extLst>
            </p:cNvPr>
            <p:cNvSpPr/>
            <p:nvPr/>
          </p:nvSpPr>
          <p:spPr>
            <a:xfrm>
              <a:off x="7694363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7E8DA980-2567-66A7-ADC3-24035624AA13}"/>
                </a:ext>
              </a:extLst>
            </p:cNvPr>
            <p:cNvSpPr/>
            <p:nvPr/>
          </p:nvSpPr>
          <p:spPr>
            <a:xfrm>
              <a:off x="8308159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9D39F2B7-8C93-C551-640C-6FC156281D58}"/>
                </a:ext>
              </a:extLst>
            </p:cNvPr>
            <p:cNvSpPr/>
            <p:nvPr/>
          </p:nvSpPr>
          <p:spPr>
            <a:xfrm>
              <a:off x="8927412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81B70D1B-9FD3-0DC5-588A-283B71A0D0C4}"/>
                </a:ext>
              </a:extLst>
            </p:cNvPr>
            <p:cNvSpPr/>
            <p:nvPr/>
          </p:nvSpPr>
          <p:spPr>
            <a:xfrm>
              <a:off x="7684048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C940C68E-C0EF-EA84-E9C3-8779C4A8C096}"/>
                </a:ext>
              </a:extLst>
            </p:cNvPr>
            <p:cNvSpPr/>
            <p:nvPr/>
          </p:nvSpPr>
          <p:spPr>
            <a:xfrm>
              <a:off x="648526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40DD6D50-AF22-0655-BC67-47ADE8338FF7}"/>
                </a:ext>
              </a:extLst>
            </p:cNvPr>
            <p:cNvSpPr/>
            <p:nvPr/>
          </p:nvSpPr>
          <p:spPr>
            <a:xfrm>
              <a:off x="6485264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57F5F68A-C669-02F4-E8F8-D935C9444FAC}"/>
                </a:ext>
              </a:extLst>
            </p:cNvPr>
            <p:cNvSpPr/>
            <p:nvPr/>
          </p:nvSpPr>
          <p:spPr>
            <a:xfrm>
              <a:off x="6485264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7A2EC98F-C353-1DEC-41AB-4ED29178089B}"/>
                </a:ext>
              </a:extLst>
            </p:cNvPr>
            <p:cNvSpPr/>
            <p:nvPr/>
          </p:nvSpPr>
          <p:spPr>
            <a:xfrm>
              <a:off x="6485264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DB711593-3C62-117C-8666-3CFD16476577}"/>
                </a:ext>
              </a:extLst>
            </p:cNvPr>
            <p:cNvSpPr/>
            <p:nvPr/>
          </p:nvSpPr>
          <p:spPr>
            <a:xfrm>
              <a:off x="6485264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FEA59D87-812F-770B-8396-BCDBC8B950FE}"/>
                </a:ext>
              </a:extLst>
            </p:cNvPr>
            <p:cNvSpPr/>
            <p:nvPr/>
          </p:nvSpPr>
          <p:spPr>
            <a:xfrm>
              <a:off x="6485264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2679B413-F2F0-2CDE-C538-DFB578AE5BEC}"/>
                </a:ext>
              </a:extLst>
            </p:cNvPr>
            <p:cNvSpPr/>
            <p:nvPr/>
          </p:nvSpPr>
          <p:spPr>
            <a:xfrm>
              <a:off x="6485264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ABB5F003-415B-FF98-DDB4-939F854A809F}"/>
                </a:ext>
              </a:extLst>
            </p:cNvPr>
            <p:cNvSpPr/>
            <p:nvPr/>
          </p:nvSpPr>
          <p:spPr>
            <a:xfrm>
              <a:off x="6385019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E495DB7D-5571-EECA-0095-7BCD7BFFD5C7}"/>
                </a:ext>
              </a:extLst>
            </p:cNvPr>
            <p:cNvSpPr/>
            <p:nvPr/>
          </p:nvSpPr>
          <p:spPr>
            <a:xfrm>
              <a:off x="6388676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397E3A77-EA73-7F35-0365-6FCE74821D96}"/>
                </a:ext>
              </a:extLst>
            </p:cNvPr>
            <p:cNvSpPr/>
            <p:nvPr/>
          </p:nvSpPr>
          <p:spPr>
            <a:xfrm>
              <a:off x="6317824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642E27C3-3CBD-39E6-7234-956119C05569}"/>
                </a:ext>
              </a:extLst>
            </p:cNvPr>
            <p:cNvSpPr/>
            <p:nvPr/>
          </p:nvSpPr>
          <p:spPr>
            <a:xfrm>
              <a:off x="6385019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1B7F0D89-3540-2B0A-070A-B853C0633BD0}"/>
                </a:ext>
              </a:extLst>
            </p:cNvPr>
            <p:cNvSpPr/>
            <p:nvPr/>
          </p:nvSpPr>
          <p:spPr>
            <a:xfrm>
              <a:off x="6320206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A87202F8-2F95-4C13-AD00-31E26CD415E0}"/>
                </a:ext>
              </a:extLst>
            </p:cNvPr>
            <p:cNvSpPr/>
            <p:nvPr/>
          </p:nvSpPr>
          <p:spPr>
            <a:xfrm>
              <a:off x="6388676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2FF73B69-BE7A-83A2-C6E3-425936E70DF7}"/>
                </a:ext>
              </a:extLst>
            </p:cNvPr>
            <p:cNvSpPr/>
            <p:nvPr/>
          </p:nvSpPr>
          <p:spPr>
            <a:xfrm>
              <a:off x="6313670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1FC0DDBB-05B0-F7A2-4AE8-8DCADECEB857}"/>
                </a:ext>
              </a:extLst>
            </p:cNvPr>
            <p:cNvSpPr/>
            <p:nvPr/>
          </p:nvSpPr>
          <p:spPr>
            <a:xfrm>
              <a:off x="6385019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C82804DA-48B0-6CDC-B562-F008BA2E55DE}"/>
                </a:ext>
              </a:extLst>
            </p:cNvPr>
            <p:cNvSpPr/>
            <p:nvPr/>
          </p:nvSpPr>
          <p:spPr>
            <a:xfrm>
              <a:off x="6316052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C21BC980-5811-EDE7-42E4-1A44CC7EB1E4}"/>
                </a:ext>
              </a:extLst>
            </p:cNvPr>
            <p:cNvSpPr/>
            <p:nvPr/>
          </p:nvSpPr>
          <p:spPr>
            <a:xfrm>
              <a:off x="6388676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FFCF1768-E946-5EAD-E826-91CB531F6329}"/>
                </a:ext>
              </a:extLst>
            </p:cNvPr>
            <p:cNvSpPr/>
            <p:nvPr/>
          </p:nvSpPr>
          <p:spPr>
            <a:xfrm>
              <a:off x="6185238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324C9515-8CD8-9679-8957-E7110429C216}"/>
              </a:ext>
            </a:extLst>
          </p:cNvPr>
          <p:cNvGrpSpPr/>
          <p:nvPr/>
        </p:nvGrpSpPr>
        <p:grpSpPr>
          <a:xfrm>
            <a:off x="7050468" y="3141855"/>
            <a:ext cx="941454" cy="1310067"/>
            <a:chOff x="7050468" y="3358733"/>
            <a:chExt cx="941454" cy="1310067"/>
          </a:xfrm>
        </p:grpSpPr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323881BF-0D33-29C5-DAA4-D488BD5FF3EF}"/>
                </a:ext>
              </a:extLst>
            </p:cNvPr>
            <p:cNvSpPr/>
            <p:nvPr/>
          </p:nvSpPr>
          <p:spPr>
            <a:xfrm>
              <a:off x="7050468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AB5D64CB-CC4E-C2F3-4807-AC84134EBCC0}"/>
                </a:ext>
              </a:extLst>
            </p:cNvPr>
            <p:cNvSpPr/>
            <p:nvPr/>
          </p:nvSpPr>
          <p:spPr>
            <a:xfrm>
              <a:off x="7125979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43414C61-0FF6-7281-7A8A-866BF77C8CFE}"/>
                </a:ext>
              </a:extLst>
            </p:cNvPr>
            <p:cNvSpPr/>
            <p:nvPr/>
          </p:nvSpPr>
          <p:spPr>
            <a:xfrm>
              <a:off x="7306678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B94999A-3177-AD92-2E6D-9D68F9A7203B}"/>
                </a:ext>
              </a:extLst>
            </p:cNvPr>
            <p:cNvSpPr/>
            <p:nvPr/>
          </p:nvSpPr>
          <p:spPr>
            <a:xfrm>
              <a:off x="7388044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110FBBE0-9097-EF77-8426-829E4B5E29BB}"/>
              </a:ext>
            </a:extLst>
          </p:cNvPr>
          <p:cNvGrpSpPr/>
          <p:nvPr/>
        </p:nvGrpSpPr>
        <p:grpSpPr>
          <a:xfrm>
            <a:off x="7378699" y="3448082"/>
            <a:ext cx="543391" cy="982206"/>
            <a:chOff x="7378699" y="3664960"/>
            <a:chExt cx="543391" cy="982206"/>
          </a:xfrm>
        </p:grpSpPr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7E01A93D-6F6C-48FE-580F-A1DDD81CDF20}"/>
                </a:ext>
              </a:extLst>
            </p:cNvPr>
            <p:cNvSpPr/>
            <p:nvPr/>
          </p:nvSpPr>
          <p:spPr>
            <a:xfrm>
              <a:off x="7378699" y="3664960"/>
              <a:ext cx="543391" cy="982206"/>
            </a:xfrm>
            <a:custGeom>
              <a:avLst/>
              <a:gdLst>
                <a:gd name="csX0" fmla="*/ 3985 w 543391"/>
                <a:gd name="csY0" fmla="*/ 767927 h 982206"/>
                <a:gd name="csX1" fmla="*/ 5002 w 543391"/>
                <a:gd name="csY1" fmla="*/ 774568 h 982206"/>
                <a:gd name="csX2" fmla="*/ 5887 w 543391"/>
                <a:gd name="csY2" fmla="*/ 783770 h 982206"/>
                <a:gd name="csX3" fmla="*/ 7933 w 543391"/>
                <a:gd name="csY3" fmla="*/ 799612 h 982206"/>
                <a:gd name="csX4" fmla="*/ 10685 w 543391"/>
                <a:gd name="csY4" fmla="*/ 815467 h 982206"/>
                <a:gd name="csX5" fmla="*/ 14383 w 543391"/>
                <a:gd name="csY5" fmla="*/ 831309 h 982206"/>
                <a:gd name="csX6" fmla="*/ 19384 w 543391"/>
                <a:gd name="csY6" fmla="*/ 847151 h 982206"/>
                <a:gd name="csX7" fmla="*/ 26276 w 543391"/>
                <a:gd name="csY7" fmla="*/ 863006 h 982206"/>
                <a:gd name="csX8" fmla="*/ 29962 w 543391"/>
                <a:gd name="csY8" fmla="*/ 869647 h 982206"/>
                <a:gd name="csX9" fmla="*/ 33827 w 543391"/>
                <a:gd name="csY9" fmla="*/ 878848 h 982206"/>
                <a:gd name="csX10" fmla="*/ 42885 w 543391"/>
                <a:gd name="csY10" fmla="*/ 894702 h 982206"/>
                <a:gd name="csX11" fmla="*/ 54922 w 543391"/>
                <a:gd name="csY11" fmla="*/ 908929 h 982206"/>
                <a:gd name="csX12" fmla="*/ 56106 w 543391"/>
                <a:gd name="csY12" fmla="*/ 910545 h 982206"/>
                <a:gd name="csX13" fmla="*/ 71327 w 543391"/>
                <a:gd name="csY13" fmla="*/ 926387 h 982206"/>
                <a:gd name="csX14" fmla="*/ 79870 w 543391"/>
                <a:gd name="csY14" fmla="*/ 932873 h 982206"/>
                <a:gd name="csX15" fmla="*/ 93092 w 543391"/>
                <a:gd name="csY15" fmla="*/ 942242 h 982206"/>
                <a:gd name="csX16" fmla="*/ 104830 w 543391"/>
                <a:gd name="csY16" fmla="*/ 948894 h 982206"/>
                <a:gd name="csX17" fmla="*/ 125531 w 543391"/>
                <a:gd name="csY17" fmla="*/ 958084 h 982206"/>
                <a:gd name="csX18" fmla="*/ 129790 w 543391"/>
                <a:gd name="csY18" fmla="*/ 959831 h 982206"/>
                <a:gd name="csX19" fmla="*/ 154739 w 543391"/>
                <a:gd name="csY19" fmla="*/ 968207 h 982206"/>
                <a:gd name="csX20" fmla="*/ 179699 w 543391"/>
                <a:gd name="csY20" fmla="*/ 973376 h 982206"/>
                <a:gd name="csX21" fmla="*/ 183480 w 543391"/>
                <a:gd name="csY21" fmla="*/ 973926 h 982206"/>
                <a:gd name="csX22" fmla="*/ 204659 w 543391"/>
                <a:gd name="csY22" fmla="*/ 977851 h 982206"/>
                <a:gd name="csX23" fmla="*/ 229607 w 543391"/>
                <a:gd name="csY23" fmla="*/ 980651 h 982206"/>
                <a:gd name="csX24" fmla="*/ 254567 w 543391"/>
                <a:gd name="csY24" fmla="*/ 982015 h 982206"/>
                <a:gd name="csX25" fmla="*/ 279527 w 543391"/>
                <a:gd name="csY25" fmla="*/ 982206 h 982206"/>
                <a:gd name="csX26" fmla="*/ 304487 w 543391"/>
                <a:gd name="csY26" fmla="*/ 981261 h 982206"/>
                <a:gd name="csX27" fmla="*/ 329436 w 543391"/>
                <a:gd name="csY27" fmla="*/ 979012 h 982206"/>
                <a:gd name="csX28" fmla="*/ 354396 w 543391"/>
                <a:gd name="csY28" fmla="*/ 975015 h 982206"/>
                <a:gd name="csX29" fmla="*/ 359326 w 543391"/>
                <a:gd name="csY29" fmla="*/ 973926 h 982206"/>
                <a:gd name="csX30" fmla="*/ 379356 w 543391"/>
                <a:gd name="csY30" fmla="*/ 970277 h 982206"/>
                <a:gd name="csX31" fmla="*/ 404304 w 543391"/>
                <a:gd name="csY31" fmla="*/ 963205 h 982206"/>
                <a:gd name="csX32" fmla="*/ 417406 w 543391"/>
                <a:gd name="csY32" fmla="*/ 958084 h 982206"/>
                <a:gd name="csX33" fmla="*/ 429264 w 543391"/>
                <a:gd name="csY33" fmla="*/ 953166 h 982206"/>
                <a:gd name="csX34" fmla="*/ 449342 w 543391"/>
                <a:gd name="csY34" fmla="*/ 942242 h 982206"/>
                <a:gd name="csX35" fmla="*/ 454224 w 543391"/>
                <a:gd name="csY35" fmla="*/ 938975 h 982206"/>
                <a:gd name="csX36" fmla="*/ 471395 w 543391"/>
                <a:gd name="csY36" fmla="*/ 926387 h 982206"/>
                <a:gd name="csX37" fmla="*/ 479185 w 543391"/>
                <a:gd name="csY37" fmla="*/ 918490 h 982206"/>
                <a:gd name="csX38" fmla="*/ 487417 w 543391"/>
                <a:gd name="csY38" fmla="*/ 910545 h 982206"/>
                <a:gd name="csX39" fmla="*/ 499406 w 543391"/>
                <a:gd name="csY39" fmla="*/ 894702 h 982206"/>
                <a:gd name="csX40" fmla="*/ 504133 w 543391"/>
                <a:gd name="csY40" fmla="*/ 885980 h 982206"/>
                <a:gd name="csX41" fmla="*/ 508955 w 543391"/>
                <a:gd name="csY41" fmla="*/ 878848 h 982206"/>
                <a:gd name="csX42" fmla="*/ 517223 w 543391"/>
                <a:gd name="csY42" fmla="*/ 863006 h 982206"/>
                <a:gd name="csX43" fmla="*/ 523074 w 543391"/>
                <a:gd name="csY43" fmla="*/ 847151 h 982206"/>
                <a:gd name="csX44" fmla="*/ 527334 w 543391"/>
                <a:gd name="csY44" fmla="*/ 831309 h 982206"/>
                <a:gd name="csX45" fmla="*/ 529093 w 543391"/>
                <a:gd name="csY45" fmla="*/ 822813 h 982206"/>
                <a:gd name="csX46" fmla="*/ 531354 w 543391"/>
                <a:gd name="csY46" fmla="*/ 815467 h 982206"/>
                <a:gd name="csX47" fmla="*/ 535171 w 543391"/>
                <a:gd name="csY47" fmla="*/ 799612 h 982206"/>
                <a:gd name="csX48" fmla="*/ 538007 w 543391"/>
                <a:gd name="csY48" fmla="*/ 783770 h 982206"/>
                <a:gd name="csX49" fmla="*/ 540089 w 543391"/>
                <a:gd name="csY49" fmla="*/ 767927 h 982206"/>
                <a:gd name="csX50" fmla="*/ 541573 w 543391"/>
                <a:gd name="csY50" fmla="*/ 752073 h 982206"/>
                <a:gd name="csX51" fmla="*/ 542578 w 543391"/>
                <a:gd name="csY51" fmla="*/ 736231 h 982206"/>
                <a:gd name="csX52" fmla="*/ 543164 w 543391"/>
                <a:gd name="csY52" fmla="*/ 720376 h 982206"/>
                <a:gd name="csX53" fmla="*/ 543392 w 543391"/>
                <a:gd name="csY53" fmla="*/ 704534 h 982206"/>
                <a:gd name="csX54" fmla="*/ 543308 w 543391"/>
                <a:gd name="csY54" fmla="*/ 688692 h 982206"/>
                <a:gd name="csX55" fmla="*/ 542937 w 543391"/>
                <a:gd name="csY55" fmla="*/ 672837 h 982206"/>
                <a:gd name="csX56" fmla="*/ 542291 w 543391"/>
                <a:gd name="csY56" fmla="*/ 656995 h 982206"/>
                <a:gd name="csX57" fmla="*/ 541381 w 543391"/>
                <a:gd name="csY57" fmla="*/ 641141 h 982206"/>
                <a:gd name="csX58" fmla="*/ 540209 w 543391"/>
                <a:gd name="csY58" fmla="*/ 625298 h 982206"/>
                <a:gd name="csX59" fmla="*/ 538773 w 543391"/>
                <a:gd name="csY59" fmla="*/ 609456 h 982206"/>
                <a:gd name="csX60" fmla="*/ 537062 w 543391"/>
                <a:gd name="csY60" fmla="*/ 593606 h 982206"/>
                <a:gd name="csX61" fmla="*/ 535076 w 543391"/>
                <a:gd name="csY61" fmla="*/ 577759 h 982206"/>
                <a:gd name="csX62" fmla="*/ 532802 w 543391"/>
                <a:gd name="csY62" fmla="*/ 561912 h 982206"/>
                <a:gd name="csX63" fmla="*/ 530205 w 543391"/>
                <a:gd name="csY63" fmla="*/ 546065 h 982206"/>
                <a:gd name="csX64" fmla="*/ 529093 w 543391"/>
                <a:gd name="csY64" fmla="*/ 539811 h 982206"/>
                <a:gd name="csX65" fmla="*/ 527980 w 543391"/>
                <a:gd name="csY65" fmla="*/ 530217 h 982206"/>
                <a:gd name="csX66" fmla="*/ 525970 w 543391"/>
                <a:gd name="csY66" fmla="*/ 514372 h 982206"/>
                <a:gd name="csX67" fmla="*/ 523708 w 543391"/>
                <a:gd name="csY67" fmla="*/ 498524 h 982206"/>
                <a:gd name="csX68" fmla="*/ 521184 w 543391"/>
                <a:gd name="csY68" fmla="*/ 482677 h 982206"/>
                <a:gd name="csX69" fmla="*/ 518372 w 543391"/>
                <a:gd name="csY69" fmla="*/ 466830 h 982206"/>
                <a:gd name="csX70" fmla="*/ 515237 w 543391"/>
                <a:gd name="csY70" fmla="*/ 450983 h 982206"/>
                <a:gd name="csX71" fmla="*/ 511755 w 543391"/>
                <a:gd name="csY71" fmla="*/ 435137 h 982206"/>
                <a:gd name="csX72" fmla="*/ 507878 w 543391"/>
                <a:gd name="csY72" fmla="*/ 419290 h 982206"/>
                <a:gd name="csX73" fmla="*/ 504133 w 543391"/>
                <a:gd name="csY73" fmla="*/ 405384 h 982206"/>
                <a:gd name="csX74" fmla="*/ 503762 w 543391"/>
                <a:gd name="csY74" fmla="*/ 403442 h 982206"/>
                <a:gd name="csX75" fmla="*/ 500627 w 543391"/>
                <a:gd name="csY75" fmla="*/ 387595 h 982206"/>
                <a:gd name="csX76" fmla="*/ 497145 w 543391"/>
                <a:gd name="csY76" fmla="*/ 371748 h 982206"/>
                <a:gd name="csX77" fmla="*/ 493268 w 543391"/>
                <a:gd name="csY77" fmla="*/ 355902 h 982206"/>
                <a:gd name="csX78" fmla="*/ 488960 w 543391"/>
                <a:gd name="csY78" fmla="*/ 340055 h 982206"/>
                <a:gd name="csX79" fmla="*/ 484162 w 543391"/>
                <a:gd name="csY79" fmla="*/ 324208 h 982206"/>
                <a:gd name="csX80" fmla="*/ 479185 w 543391"/>
                <a:gd name="csY80" fmla="*/ 309315 h 982206"/>
                <a:gd name="csX81" fmla="*/ 478933 w 543391"/>
                <a:gd name="csY81" fmla="*/ 308361 h 982206"/>
                <a:gd name="csX82" fmla="*/ 474757 w 543391"/>
                <a:gd name="csY82" fmla="*/ 292513 h 982206"/>
                <a:gd name="csX83" fmla="*/ 470115 w 543391"/>
                <a:gd name="csY83" fmla="*/ 276667 h 982206"/>
                <a:gd name="csX84" fmla="*/ 464933 w 543391"/>
                <a:gd name="csY84" fmla="*/ 260820 h 982206"/>
                <a:gd name="csX85" fmla="*/ 459154 w 543391"/>
                <a:gd name="csY85" fmla="*/ 244973 h 982206"/>
                <a:gd name="csX86" fmla="*/ 454224 w 543391"/>
                <a:gd name="csY86" fmla="*/ 232579 h 982206"/>
                <a:gd name="csX87" fmla="*/ 453076 w 543391"/>
                <a:gd name="csY87" fmla="*/ 229126 h 982206"/>
                <a:gd name="csX88" fmla="*/ 447643 w 543391"/>
                <a:gd name="csY88" fmla="*/ 213279 h 982206"/>
                <a:gd name="csX89" fmla="*/ 441565 w 543391"/>
                <a:gd name="csY89" fmla="*/ 197433 h 982206"/>
                <a:gd name="csX90" fmla="*/ 434768 w 543391"/>
                <a:gd name="csY90" fmla="*/ 181586 h 982206"/>
                <a:gd name="csX91" fmla="*/ 429264 w 543391"/>
                <a:gd name="csY91" fmla="*/ 169806 h 982206"/>
                <a:gd name="csX92" fmla="*/ 427553 w 543391"/>
                <a:gd name="csY92" fmla="*/ 165738 h 982206"/>
                <a:gd name="csX93" fmla="*/ 420589 w 543391"/>
                <a:gd name="csY93" fmla="*/ 149891 h 982206"/>
                <a:gd name="csX94" fmla="*/ 412800 w 543391"/>
                <a:gd name="csY94" fmla="*/ 134045 h 982206"/>
                <a:gd name="csX95" fmla="*/ 404304 w 543391"/>
                <a:gd name="csY95" fmla="*/ 118582 h 982206"/>
                <a:gd name="csX96" fmla="*/ 404101 w 543391"/>
                <a:gd name="csY96" fmla="*/ 118198 h 982206"/>
                <a:gd name="csX97" fmla="*/ 395378 w 543391"/>
                <a:gd name="csY97" fmla="*/ 102351 h 982206"/>
                <a:gd name="csX98" fmla="*/ 385578 w 543391"/>
                <a:gd name="csY98" fmla="*/ 86504 h 982206"/>
                <a:gd name="csX99" fmla="*/ 379356 w 543391"/>
                <a:gd name="csY99" fmla="*/ 77113 h 982206"/>
                <a:gd name="csX100" fmla="*/ 374653 w 543391"/>
                <a:gd name="csY100" fmla="*/ 70657 h 982206"/>
                <a:gd name="csX101" fmla="*/ 362472 w 543391"/>
                <a:gd name="csY101" fmla="*/ 54811 h 982206"/>
                <a:gd name="csX102" fmla="*/ 354396 w 543391"/>
                <a:gd name="csY102" fmla="*/ 45043 h 982206"/>
                <a:gd name="csX103" fmla="*/ 348114 w 543391"/>
                <a:gd name="csY103" fmla="*/ 38963 h 982206"/>
                <a:gd name="csX104" fmla="*/ 330871 w 543391"/>
                <a:gd name="csY104" fmla="*/ 23116 h 982206"/>
                <a:gd name="csX105" fmla="*/ 329436 w 543391"/>
                <a:gd name="csY105" fmla="*/ 21824 h 982206"/>
                <a:gd name="csX106" fmla="*/ 305074 w 543391"/>
                <a:gd name="csY106" fmla="*/ 7269 h 982206"/>
                <a:gd name="csX107" fmla="*/ 304487 w 543391"/>
                <a:gd name="csY107" fmla="*/ 6917 h 982206"/>
                <a:gd name="csX108" fmla="*/ 279527 w 543391"/>
                <a:gd name="csY108" fmla="*/ 0 h 982206"/>
                <a:gd name="csX109" fmla="*/ 254567 w 543391"/>
                <a:gd name="csY109" fmla="*/ 1421 h 982206"/>
                <a:gd name="csX110" fmla="*/ 239586 w 543391"/>
                <a:gd name="csY110" fmla="*/ 7269 h 982206"/>
                <a:gd name="csX111" fmla="*/ 229607 w 543391"/>
                <a:gd name="csY111" fmla="*/ 11024 h 982206"/>
                <a:gd name="csX112" fmla="*/ 212532 w 543391"/>
                <a:gd name="csY112" fmla="*/ 23116 h 982206"/>
                <a:gd name="csX113" fmla="*/ 204659 w 543391"/>
                <a:gd name="csY113" fmla="*/ 28818 h 982206"/>
                <a:gd name="csX114" fmla="*/ 194644 w 543391"/>
                <a:gd name="csY114" fmla="*/ 38963 h 982206"/>
                <a:gd name="csX115" fmla="*/ 180141 w 543391"/>
                <a:gd name="csY115" fmla="*/ 54811 h 982206"/>
                <a:gd name="csX116" fmla="*/ 179699 w 543391"/>
                <a:gd name="csY116" fmla="*/ 55306 h 982206"/>
                <a:gd name="csX117" fmla="*/ 168032 w 543391"/>
                <a:gd name="csY117" fmla="*/ 70657 h 982206"/>
                <a:gd name="csX118" fmla="*/ 157275 w 543391"/>
                <a:gd name="csY118" fmla="*/ 86504 h 982206"/>
                <a:gd name="csX119" fmla="*/ 154739 w 543391"/>
                <a:gd name="csY119" fmla="*/ 90381 h 982206"/>
                <a:gd name="csX120" fmla="*/ 147332 w 543391"/>
                <a:gd name="csY120" fmla="*/ 102351 h 982206"/>
                <a:gd name="csX121" fmla="*/ 138346 w 543391"/>
                <a:gd name="csY121" fmla="*/ 118198 h 982206"/>
                <a:gd name="csX122" fmla="*/ 130329 w 543391"/>
                <a:gd name="csY122" fmla="*/ 134045 h 982206"/>
                <a:gd name="csX123" fmla="*/ 129790 w 543391"/>
                <a:gd name="csY123" fmla="*/ 135140 h 982206"/>
                <a:gd name="csX124" fmla="*/ 122144 w 543391"/>
                <a:gd name="csY124" fmla="*/ 149891 h 982206"/>
                <a:gd name="csX125" fmla="*/ 114750 w 543391"/>
                <a:gd name="csY125" fmla="*/ 165738 h 982206"/>
                <a:gd name="csX126" fmla="*/ 108157 w 543391"/>
                <a:gd name="csY126" fmla="*/ 181586 h 982206"/>
                <a:gd name="csX127" fmla="*/ 104830 w 543391"/>
                <a:gd name="csY127" fmla="*/ 190116 h 982206"/>
                <a:gd name="csX128" fmla="*/ 101588 w 543391"/>
                <a:gd name="csY128" fmla="*/ 197433 h 982206"/>
                <a:gd name="csX129" fmla="*/ 94947 w 543391"/>
                <a:gd name="csY129" fmla="*/ 213279 h 982206"/>
                <a:gd name="csX130" fmla="*/ 89000 w 543391"/>
                <a:gd name="csY130" fmla="*/ 229126 h 982206"/>
                <a:gd name="csX131" fmla="*/ 83675 w 543391"/>
                <a:gd name="csY131" fmla="*/ 244973 h 982206"/>
                <a:gd name="csX132" fmla="*/ 79870 w 543391"/>
                <a:gd name="csY132" fmla="*/ 257374 h 982206"/>
                <a:gd name="csX133" fmla="*/ 78566 w 543391"/>
                <a:gd name="csY133" fmla="*/ 260820 h 982206"/>
                <a:gd name="csX134" fmla="*/ 72763 w 543391"/>
                <a:gd name="csY134" fmla="*/ 276667 h 982206"/>
                <a:gd name="csX135" fmla="*/ 67546 w 543391"/>
                <a:gd name="csY135" fmla="*/ 292513 h 982206"/>
                <a:gd name="csX136" fmla="*/ 62867 w 543391"/>
                <a:gd name="csY136" fmla="*/ 308361 h 982206"/>
                <a:gd name="csX137" fmla="*/ 58667 w 543391"/>
                <a:gd name="csY137" fmla="*/ 324208 h 982206"/>
                <a:gd name="csX138" fmla="*/ 54922 w 543391"/>
                <a:gd name="csY138" fmla="*/ 339959 h 982206"/>
                <a:gd name="csX139" fmla="*/ 54886 w 543391"/>
                <a:gd name="csY139" fmla="*/ 340055 h 982206"/>
                <a:gd name="csX140" fmla="*/ 49932 w 543391"/>
                <a:gd name="csY140" fmla="*/ 355902 h 982206"/>
                <a:gd name="csX141" fmla="*/ 45481 w 543391"/>
                <a:gd name="csY141" fmla="*/ 371748 h 982206"/>
                <a:gd name="csX142" fmla="*/ 41473 w 543391"/>
                <a:gd name="csY142" fmla="*/ 387595 h 982206"/>
                <a:gd name="csX143" fmla="*/ 37871 w 543391"/>
                <a:gd name="csY143" fmla="*/ 403442 h 982206"/>
                <a:gd name="csX144" fmla="*/ 34628 w 543391"/>
                <a:gd name="csY144" fmla="*/ 419290 h 982206"/>
                <a:gd name="csX145" fmla="*/ 31721 w 543391"/>
                <a:gd name="csY145" fmla="*/ 435137 h 982206"/>
                <a:gd name="csX146" fmla="*/ 29962 w 543391"/>
                <a:gd name="csY146" fmla="*/ 445497 h 982206"/>
                <a:gd name="csX147" fmla="*/ 28610 w 543391"/>
                <a:gd name="csY147" fmla="*/ 450983 h 982206"/>
                <a:gd name="csX148" fmla="*/ 24924 w 543391"/>
                <a:gd name="csY148" fmla="*/ 466830 h 982206"/>
                <a:gd name="csX149" fmla="*/ 21610 w 543391"/>
                <a:gd name="csY149" fmla="*/ 482677 h 982206"/>
                <a:gd name="csX150" fmla="*/ 18642 w 543391"/>
                <a:gd name="csY150" fmla="*/ 498524 h 982206"/>
                <a:gd name="csX151" fmla="*/ 15986 w 543391"/>
                <a:gd name="csY151" fmla="*/ 514372 h 982206"/>
                <a:gd name="csX152" fmla="*/ 13617 w 543391"/>
                <a:gd name="csY152" fmla="*/ 530217 h 982206"/>
                <a:gd name="csX153" fmla="*/ 11511 w 543391"/>
                <a:gd name="csY153" fmla="*/ 546065 h 982206"/>
                <a:gd name="csX154" fmla="*/ 9644 w 543391"/>
                <a:gd name="csY154" fmla="*/ 561912 h 982206"/>
                <a:gd name="csX155" fmla="*/ 8005 w 543391"/>
                <a:gd name="csY155" fmla="*/ 577759 h 982206"/>
                <a:gd name="csX156" fmla="*/ 6569 w 543391"/>
                <a:gd name="csY156" fmla="*/ 593606 h 982206"/>
                <a:gd name="csX157" fmla="*/ 5349 w 543391"/>
                <a:gd name="csY157" fmla="*/ 609456 h 982206"/>
                <a:gd name="csX158" fmla="*/ 5002 w 543391"/>
                <a:gd name="csY158" fmla="*/ 614577 h 982206"/>
                <a:gd name="csX159" fmla="*/ 3841 w 543391"/>
                <a:gd name="csY159" fmla="*/ 625298 h 982206"/>
                <a:gd name="csX160" fmla="*/ 2441 w 543391"/>
                <a:gd name="csY160" fmla="*/ 641141 h 982206"/>
                <a:gd name="csX161" fmla="*/ 1340 w 543391"/>
                <a:gd name="csY161" fmla="*/ 656995 h 982206"/>
                <a:gd name="csX162" fmla="*/ 562 w 543391"/>
                <a:gd name="csY162" fmla="*/ 672837 h 982206"/>
                <a:gd name="csX163" fmla="*/ 108 w 543391"/>
                <a:gd name="csY163" fmla="*/ 688692 h 982206"/>
                <a:gd name="csX164" fmla="*/ 0 w 543391"/>
                <a:gd name="csY164" fmla="*/ 704534 h 982206"/>
                <a:gd name="csX165" fmla="*/ 287 w 543391"/>
                <a:gd name="csY165" fmla="*/ 720376 h 982206"/>
                <a:gd name="csX166" fmla="*/ 993 w 543391"/>
                <a:gd name="csY166" fmla="*/ 736231 h 982206"/>
                <a:gd name="csX167" fmla="*/ 2190 w 543391"/>
                <a:gd name="csY167" fmla="*/ 752073 h 982206"/>
                <a:gd name="csX168" fmla="*/ 3985 w 543391"/>
                <a:gd name="csY168" fmla="*/ 767927 h 9822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543391" h="982206">
                  <a:moveTo>
                    <a:pt x="3985" y="767927"/>
                  </a:moveTo>
                  <a:lnTo>
                    <a:pt x="5002" y="774568"/>
                  </a:lnTo>
                  <a:lnTo>
                    <a:pt x="5887" y="783770"/>
                  </a:lnTo>
                  <a:lnTo>
                    <a:pt x="7933" y="799612"/>
                  </a:lnTo>
                  <a:lnTo>
                    <a:pt x="10685" y="815467"/>
                  </a:lnTo>
                  <a:lnTo>
                    <a:pt x="14383" y="831309"/>
                  </a:lnTo>
                  <a:lnTo>
                    <a:pt x="19384" y="847151"/>
                  </a:lnTo>
                  <a:lnTo>
                    <a:pt x="26276" y="863006"/>
                  </a:lnTo>
                  <a:lnTo>
                    <a:pt x="29962" y="869647"/>
                  </a:lnTo>
                  <a:lnTo>
                    <a:pt x="33827" y="878848"/>
                  </a:lnTo>
                  <a:lnTo>
                    <a:pt x="42885" y="894702"/>
                  </a:lnTo>
                  <a:lnTo>
                    <a:pt x="54922" y="908929"/>
                  </a:lnTo>
                  <a:lnTo>
                    <a:pt x="56106" y="910545"/>
                  </a:lnTo>
                  <a:lnTo>
                    <a:pt x="71327" y="926387"/>
                  </a:lnTo>
                  <a:lnTo>
                    <a:pt x="79870" y="932873"/>
                  </a:lnTo>
                  <a:lnTo>
                    <a:pt x="93092" y="942242"/>
                  </a:lnTo>
                  <a:lnTo>
                    <a:pt x="104830" y="948894"/>
                  </a:lnTo>
                  <a:lnTo>
                    <a:pt x="125531" y="958084"/>
                  </a:lnTo>
                  <a:lnTo>
                    <a:pt x="129790" y="959831"/>
                  </a:lnTo>
                  <a:lnTo>
                    <a:pt x="154739" y="968207"/>
                  </a:lnTo>
                  <a:lnTo>
                    <a:pt x="179699" y="973376"/>
                  </a:lnTo>
                  <a:lnTo>
                    <a:pt x="183480" y="973926"/>
                  </a:lnTo>
                  <a:lnTo>
                    <a:pt x="204659" y="977851"/>
                  </a:lnTo>
                  <a:lnTo>
                    <a:pt x="229607" y="980651"/>
                  </a:lnTo>
                  <a:lnTo>
                    <a:pt x="254567" y="982015"/>
                  </a:lnTo>
                  <a:lnTo>
                    <a:pt x="279527" y="982206"/>
                  </a:lnTo>
                  <a:lnTo>
                    <a:pt x="304487" y="981261"/>
                  </a:lnTo>
                  <a:lnTo>
                    <a:pt x="329436" y="979012"/>
                  </a:lnTo>
                  <a:lnTo>
                    <a:pt x="354396" y="975015"/>
                  </a:lnTo>
                  <a:lnTo>
                    <a:pt x="359326" y="973926"/>
                  </a:lnTo>
                  <a:lnTo>
                    <a:pt x="379356" y="970277"/>
                  </a:lnTo>
                  <a:lnTo>
                    <a:pt x="404304" y="963205"/>
                  </a:lnTo>
                  <a:lnTo>
                    <a:pt x="417406" y="958084"/>
                  </a:lnTo>
                  <a:lnTo>
                    <a:pt x="429264" y="953166"/>
                  </a:lnTo>
                  <a:lnTo>
                    <a:pt x="449342" y="942242"/>
                  </a:lnTo>
                  <a:lnTo>
                    <a:pt x="454224" y="938975"/>
                  </a:lnTo>
                  <a:lnTo>
                    <a:pt x="471395" y="926387"/>
                  </a:lnTo>
                  <a:lnTo>
                    <a:pt x="479185" y="918490"/>
                  </a:lnTo>
                  <a:lnTo>
                    <a:pt x="487417" y="910545"/>
                  </a:lnTo>
                  <a:lnTo>
                    <a:pt x="499406" y="894702"/>
                  </a:lnTo>
                  <a:lnTo>
                    <a:pt x="504133" y="885980"/>
                  </a:lnTo>
                  <a:lnTo>
                    <a:pt x="508955" y="878848"/>
                  </a:lnTo>
                  <a:lnTo>
                    <a:pt x="517223" y="863006"/>
                  </a:lnTo>
                  <a:lnTo>
                    <a:pt x="523074" y="847151"/>
                  </a:lnTo>
                  <a:lnTo>
                    <a:pt x="527334" y="831309"/>
                  </a:lnTo>
                  <a:lnTo>
                    <a:pt x="529093" y="822813"/>
                  </a:lnTo>
                  <a:lnTo>
                    <a:pt x="531354" y="815467"/>
                  </a:lnTo>
                  <a:lnTo>
                    <a:pt x="535171" y="799612"/>
                  </a:lnTo>
                  <a:lnTo>
                    <a:pt x="538007" y="783770"/>
                  </a:lnTo>
                  <a:lnTo>
                    <a:pt x="540089" y="767927"/>
                  </a:lnTo>
                  <a:lnTo>
                    <a:pt x="541573" y="752073"/>
                  </a:lnTo>
                  <a:lnTo>
                    <a:pt x="542578" y="736231"/>
                  </a:lnTo>
                  <a:lnTo>
                    <a:pt x="543164" y="720376"/>
                  </a:lnTo>
                  <a:lnTo>
                    <a:pt x="543392" y="704534"/>
                  </a:lnTo>
                  <a:lnTo>
                    <a:pt x="543308" y="688692"/>
                  </a:lnTo>
                  <a:lnTo>
                    <a:pt x="542937" y="672837"/>
                  </a:lnTo>
                  <a:lnTo>
                    <a:pt x="542291" y="656995"/>
                  </a:lnTo>
                  <a:lnTo>
                    <a:pt x="541381" y="641141"/>
                  </a:lnTo>
                  <a:lnTo>
                    <a:pt x="540209" y="625298"/>
                  </a:lnTo>
                  <a:lnTo>
                    <a:pt x="538773" y="609456"/>
                  </a:lnTo>
                  <a:lnTo>
                    <a:pt x="537062" y="593606"/>
                  </a:lnTo>
                  <a:lnTo>
                    <a:pt x="535076" y="577759"/>
                  </a:lnTo>
                  <a:lnTo>
                    <a:pt x="532802" y="561912"/>
                  </a:lnTo>
                  <a:lnTo>
                    <a:pt x="530205" y="546065"/>
                  </a:lnTo>
                  <a:lnTo>
                    <a:pt x="529093" y="539811"/>
                  </a:lnTo>
                  <a:lnTo>
                    <a:pt x="527980" y="530217"/>
                  </a:lnTo>
                  <a:lnTo>
                    <a:pt x="525970" y="514372"/>
                  </a:lnTo>
                  <a:lnTo>
                    <a:pt x="523708" y="498524"/>
                  </a:lnTo>
                  <a:lnTo>
                    <a:pt x="521184" y="482677"/>
                  </a:lnTo>
                  <a:lnTo>
                    <a:pt x="518372" y="466830"/>
                  </a:lnTo>
                  <a:lnTo>
                    <a:pt x="515237" y="450983"/>
                  </a:lnTo>
                  <a:lnTo>
                    <a:pt x="511755" y="435137"/>
                  </a:lnTo>
                  <a:lnTo>
                    <a:pt x="507878" y="419290"/>
                  </a:lnTo>
                  <a:lnTo>
                    <a:pt x="504133" y="405384"/>
                  </a:lnTo>
                  <a:lnTo>
                    <a:pt x="503762" y="403442"/>
                  </a:lnTo>
                  <a:lnTo>
                    <a:pt x="500627" y="387595"/>
                  </a:lnTo>
                  <a:lnTo>
                    <a:pt x="497145" y="371748"/>
                  </a:lnTo>
                  <a:lnTo>
                    <a:pt x="493268" y="355902"/>
                  </a:lnTo>
                  <a:lnTo>
                    <a:pt x="488960" y="340055"/>
                  </a:lnTo>
                  <a:lnTo>
                    <a:pt x="484162" y="324208"/>
                  </a:lnTo>
                  <a:lnTo>
                    <a:pt x="479185" y="309315"/>
                  </a:lnTo>
                  <a:lnTo>
                    <a:pt x="478933" y="308361"/>
                  </a:lnTo>
                  <a:lnTo>
                    <a:pt x="474757" y="292513"/>
                  </a:lnTo>
                  <a:lnTo>
                    <a:pt x="470115" y="276667"/>
                  </a:lnTo>
                  <a:lnTo>
                    <a:pt x="464933" y="260820"/>
                  </a:lnTo>
                  <a:lnTo>
                    <a:pt x="459154" y="244973"/>
                  </a:lnTo>
                  <a:lnTo>
                    <a:pt x="454224" y="232579"/>
                  </a:lnTo>
                  <a:lnTo>
                    <a:pt x="453076" y="229126"/>
                  </a:lnTo>
                  <a:lnTo>
                    <a:pt x="447643" y="213279"/>
                  </a:lnTo>
                  <a:lnTo>
                    <a:pt x="441565" y="197433"/>
                  </a:lnTo>
                  <a:lnTo>
                    <a:pt x="434768" y="181586"/>
                  </a:lnTo>
                  <a:lnTo>
                    <a:pt x="429264" y="169806"/>
                  </a:lnTo>
                  <a:lnTo>
                    <a:pt x="427553" y="165738"/>
                  </a:lnTo>
                  <a:lnTo>
                    <a:pt x="420589" y="149891"/>
                  </a:lnTo>
                  <a:lnTo>
                    <a:pt x="412800" y="134045"/>
                  </a:lnTo>
                  <a:lnTo>
                    <a:pt x="404304" y="118582"/>
                  </a:lnTo>
                  <a:lnTo>
                    <a:pt x="404101" y="118198"/>
                  </a:lnTo>
                  <a:lnTo>
                    <a:pt x="395378" y="102351"/>
                  </a:lnTo>
                  <a:lnTo>
                    <a:pt x="385578" y="86504"/>
                  </a:lnTo>
                  <a:lnTo>
                    <a:pt x="379356" y="77113"/>
                  </a:lnTo>
                  <a:lnTo>
                    <a:pt x="374653" y="70657"/>
                  </a:lnTo>
                  <a:lnTo>
                    <a:pt x="362472" y="54811"/>
                  </a:lnTo>
                  <a:lnTo>
                    <a:pt x="354396" y="45043"/>
                  </a:lnTo>
                  <a:lnTo>
                    <a:pt x="348114" y="38963"/>
                  </a:lnTo>
                  <a:lnTo>
                    <a:pt x="330871" y="23116"/>
                  </a:lnTo>
                  <a:lnTo>
                    <a:pt x="329436" y="21824"/>
                  </a:lnTo>
                  <a:lnTo>
                    <a:pt x="305074" y="7269"/>
                  </a:lnTo>
                  <a:lnTo>
                    <a:pt x="304487" y="6917"/>
                  </a:lnTo>
                  <a:lnTo>
                    <a:pt x="279527" y="0"/>
                  </a:lnTo>
                  <a:lnTo>
                    <a:pt x="254567" y="1421"/>
                  </a:lnTo>
                  <a:lnTo>
                    <a:pt x="239586" y="7269"/>
                  </a:lnTo>
                  <a:lnTo>
                    <a:pt x="229607" y="11024"/>
                  </a:lnTo>
                  <a:lnTo>
                    <a:pt x="212532" y="23116"/>
                  </a:lnTo>
                  <a:lnTo>
                    <a:pt x="204659" y="28818"/>
                  </a:lnTo>
                  <a:lnTo>
                    <a:pt x="194644" y="38963"/>
                  </a:lnTo>
                  <a:lnTo>
                    <a:pt x="180141" y="54811"/>
                  </a:lnTo>
                  <a:lnTo>
                    <a:pt x="179699" y="55306"/>
                  </a:lnTo>
                  <a:lnTo>
                    <a:pt x="168032" y="70657"/>
                  </a:lnTo>
                  <a:lnTo>
                    <a:pt x="157275" y="86504"/>
                  </a:lnTo>
                  <a:lnTo>
                    <a:pt x="154739" y="90381"/>
                  </a:lnTo>
                  <a:lnTo>
                    <a:pt x="147332" y="102351"/>
                  </a:lnTo>
                  <a:lnTo>
                    <a:pt x="138346" y="118198"/>
                  </a:lnTo>
                  <a:lnTo>
                    <a:pt x="130329" y="134045"/>
                  </a:lnTo>
                  <a:lnTo>
                    <a:pt x="129790" y="135140"/>
                  </a:lnTo>
                  <a:lnTo>
                    <a:pt x="122144" y="149891"/>
                  </a:lnTo>
                  <a:lnTo>
                    <a:pt x="114750" y="165738"/>
                  </a:lnTo>
                  <a:lnTo>
                    <a:pt x="108157" y="181586"/>
                  </a:lnTo>
                  <a:lnTo>
                    <a:pt x="104830" y="190116"/>
                  </a:lnTo>
                  <a:lnTo>
                    <a:pt x="101588" y="197433"/>
                  </a:lnTo>
                  <a:lnTo>
                    <a:pt x="94947" y="213279"/>
                  </a:lnTo>
                  <a:lnTo>
                    <a:pt x="89000" y="229126"/>
                  </a:lnTo>
                  <a:lnTo>
                    <a:pt x="83675" y="244973"/>
                  </a:lnTo>
                  <a:lnTo>
                    <a:pt x="79870" y="257374"/>
                  </a:lnTo>
                  <a:lnTo>
                    <a:pt x="78566" y="260820"/>
                  </a:lnTo>
                  <a:lnTo>
                    <a:pt x="72763" y="276667"/>
                  </a:lnTo>
                  <a:lnTo>
                    <a:pt x="67546" y="292513"/>
                  </a:lnTo>
                  <a:lnTo>
                    <a:pt x="62867" y="308361"/>
                  </a:lnTo>
                  <a:lnTo>
                    <a:pt x="58667" y="324208"/>
                  </a:lnTo>
                  <a:lnTo>
                    <a:pt x="54922" y="339959"/>
                  </a:lnTo>
                  <a:lnTo>
                    <a:pt x="54886" y="340055"/>
                  </a:lnTo>
                  <a:lnTo>
                    <a:pt x="49932" y="355902"/>
                  </a:lnTo>
                  <a:lnTo>
                    <a:pt x="45481" y="371748"/>
                  </a:lnTo>
                  <a:lnTo>
                    <a:pt x="41473" y="387595"/>
                  </a:lnTo>
                  <a:lnTo>
                    <a:pt x="37871" y="403442"/>
                  </a:lnTo>
                  <a:lnTo>
                    <a:pt x="34628" y="419290"/>
                  </a:lnTo>
                  <a:lnTo>
                    <a:pt x="31721" y="435137"/>
                  </a:lnTo>
                  <a:lnTo>
                    <a:pt x="29962" y="445497"/>
                  </a:lnTo>
                  <a:lnTo>
                    <a:pt x="28610" y="450983"/>
                  </a:lnTo>
                  <a:lnTo>
                    <a:pt x="24924" y="466830"/>
                  </a:lnTo>
                  <a:lnTo>
                    <a:pt x="21610" y="482677"/>
                  </a:lnTo>
                  <a:lnTo>
                    <a:pt x="18642" y="498524"/>
                  </a:lnTo>
                  <a:lnTo>
                    <a:pt x="15986" y="514372"/>
                  </a:lnTo>
                  <a:lnTo>
                    <a:pt x="13617" y="530217"/>
                  </a:lnTo>
                  <a:lnTo>
                    <a:pt x="11511" y="546065"/>
                  </a:lnTo>
                  <a:lnTo>
                    <a:pt x="9644" y="561912"/>
                  </a:lnTo>
                  <a:lnTo>
                    <a:pt x="8005" y="577759"/>
                  </a:lnTo>
                  <a:lnTo>
                    <a:pt x="6569" y="593606"/>
                  </a:lnTo>
                  <a:lnTo>
                    <a:pt x="5349" y="609456"/>
                  </a:lnTo>
                  <a:lnTo>
                    <a:pt x="5002" y="614577"/>
                  </a:lnTo>
                  <a:lnTo>
                    <a:pt x="3841" y="625298"/>
                  </a:lnTo>
                  <a:lnTo>
                    <a:pt x="2441" y="641141"/>
                  </a:lnTo>
                  <a:lnTo>
                    <a:pt x="1340" y="656995"/>
                  </a:lnTo>
                  <a:lnTo>
                    <a:pt x="562" y="672837"/>
                  </a:lnTo>
                  <a:lnTo>
                    <a:pt x="108" y="688692"/>
                  </a:lnTo>
                  <a:lnTo>
                    <a:pt x="0" y="704534"/>
                  </a:lnTo>
                  <a:lnTo>
                    <a:pt x="287" y="720376"/>
                  </a:lnTo>
                  <a:lnTo>
                    <a:pt x="993" y="736231"/>
                  </a:lnTo>
                  <a:lnTo>
                    <a:pt x="2190" y="752073"/>
                  </a:lnTo>
                  <a:lnTo>
                    <a:pt x="3985" y="767927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67D6BA8C-CDA1-D519-FD80-5393FD9979CA}"/>
                </a:ext>
              </a:extLst>
            </p:cNvPr>
            <p:cNvSpPr/>
            <p:nvPr/>
          </p:nvSpPr>
          <p:spPr>
            <a:xfrm>
              <a:off x="7409104" y="3766187"/>
              <a:ext cx="483097" cy="865160"/>
            </a:xfrm>
            <a:custGeom>
              <a:avLst/>
              <a:gdLst>
                <a:gd name="csX0" fmla="*/ 4966 w 483097"/>
                <a:gd name="csY0" fmla="*/ 682542 h 865160"/>
                <a:gd name="csX1" fmla="*/ 7574 w 483097"/>
                <a:gd name="csY1" fmla="*/ 698385 h 865160"/>
                <a:gd name="csX2" fmla="*/ 11092 w 483097"/>
                <a:gd name="csY2" fmla="*/ 714239 h 865160"/>
                <a:gd name="csX3" fmla="*/ 15818 w 483097"/>
                <a:gd name="csY3" fmla="*/ 730082 h 865160"/>
                <a:gd name="csX4" fmla="*/ 22220 w 483097"/>
                <a:gd name="csY4" fmla="*/ 745924 h 865160"/>
                <a:gd name="csX5" fmla="*/ 24517 w 483097"/>
                <a:gd name="csY5" fmla="*/ 750471 h 865160"/>
                <a:gd name="csX6" fmla="*/ 28993 w 483097"/>
                <a:gd name="csY6" fmla="*/ 761778 h 865160"/>
                <a:gd name="csX7" fmla="*/ 37512 w 483097"/>
                <a:gd name="csY7" fmla="*/ 777621 h 865160"/>
                <a:gd name="csX8" fmla="*/ 49466 w 483097"/>
                <a:gd name="csY8" fmla="*/ 792997 h 865160"/>
                <a:gd name="csX9" fmla="*/ 49801 w 483097"/>
                <a:gd name="csY9" fmla="*/ 793475 h 865160"/>
                <a:gd name="csX10" fmla="*/ 63705 w 483097"/>
                <a:gd name="csY10" fmla="*/ 809318 h 865160"/>
                <a:gd name="csX11" fmla="*/ 74426 w 483097"/>
                <a:gd name="csY11" fmla="*/ 818100 h 865160"/>
                <a:gd name="csX12" fmla="*/ 83711 w 483097"/>
                <a:gd name="csY12" fmla="*/ 825160 h 865160"/>
                <a:gd name="csX13" fmla="*/ 99386 w 483097"/>
                <a:gd name="csY13" fmla="*/ 834637 h 865160"/>
                <a:gd name="csX14" fmla="*/ 112644 w 483097"/>
                <a:gd name="csY14" fmla="*/ 841014 h 865160"/>
                <a:gd name="csX15" fmla="*/ 124334 w 483097"/>
                <a:gd name="csY15" fmla="*/ 846052 h 865160"/>
                <a:gd name="csX16" fmla="*/ 149294 w 483097"/>
                <a:gd name="csY16" fmla="*/ 853901 h 865160"/>
                <a:gd name="csX17" fmla="*/ 163437 w 483097"/>
                <a:gd name="csY17" fmla="*/ 856857 h 865160"/>
                <a:gd name="csX18" fmla="*/ 174254 w 483097"/>
                <a:gd name="csY18" fmla="*/ 859333 h 865160"/>
                <a:gd name="csX19" fmla="*/ 199202 w 483097"/>
                <a:gd name="csY19" fmla="*/ 863067 h 865160"/>
                <a:gd name="csX20" fmla="*/ 224163 w 483097"/>
                <a:gd name="csY20" fmla="*/ 864909 h 865160"/>
                <a:gd name="csX21" fmla="*/ 249123 w 483097"/>
                <a:gd name="csY21" fmla="*/ 865161 h 865160"/>
                <a:gd name="csX22" fmla="*/ 274083 w 483097"/>
                <a:gd name="csY22" fmla="*/ 863892 h 865160"/>
                <a:gd name="csX23" fmla="*/ 299031 w 483097"/>
                <a:gd name="csY23" fmla="*/ 860877 h 865160"/>
                <a:gd name="csX24" fmla="*/ 318559 w 483097"/>
                <a:gd name="csY24" fmla="*/ 856857 h 865160"/>
                <a:gd name="csX25" fmla="*/ 323991 w 483097"/>
                <a:gd name="csY25" fmla="*/ 855851 h 865160"/>
                <a:gd name="csX26" fmla="*/ 348951 w 483097"/>
                <a:gd name="csY26" fmla="*/ 849211 h 865160"/>
                <a:gd name="csX27" fmla="*/ 369125 w 483097"/>
                <a:gd name="csY27" fmla="*/ 841014 h 865160"/>
                <a:gd name="csX28" fmla="*/ 373899 w 483097"/>
                <a:gd name="csY28" fmla="*/ 838884 h 865160"/>
                <a:gd name="csX29" fmla="*/ 397735 w 483097"/>
                <a:gd name="csY29" fmla="*/ 825160 h 865160"/>
                <a:gd name="csX30" fmla="*/ 398860 w 483097"/>
                <a:gd name="csY30" fmla="*/ 824370 h 865160"/>
                <a:gd name="csX31" fmla="*/ 418004 w 483097"/>
                <a:gd name="csY31" fmla="*/ 809318 h 865160"/>
                <a:gd name="csX32" fmla="*/ 423820 w 483097"/>
                <a:gd name="csY32" fmla="*/ 803036 h 865160"/>
                <a:gd name="csX33" fmla="*/ 432961 w 483097"/>
                <a:gd name="csY33" fmla="*/ 793475 h 865160"/>
                <a:gd name="csX34" fmla="*/ 444030 w 483097"/>
                <a:gd name="csY34" fmla="*/ 777621 h 865160"/>
                <a:gd name="csX35" fmla="*/ 448780 w 483097"/>
                <a:gd name="csY35" fmla="*/ 768371 h 865160"/>
                <a:gd name="csX36" fmla="*/ 452848 w 483097"/>
                <a:gd name="csY36" fmla="*/ 761778 h 865160"/>
                <a:gd name="csX37" fmla="*/ 460518 w 483097"/>
                <a:gd name="csY37" fmla="*/ 745924 h 865160"/>
                <a:gd name="csX38" fmla="*/ 466094 w 483097"/>
                <a:gd name="csY38" fmla="*/ 730082 h 865160"/>
                <a:gd name="csX39" fmla="*/ 470210 w 483097"/>
                <a:gd name="csY39" fmla="*/ 714239 h 865160"/>
                <a:gd name="csX40" fmla="*/ 473273 w 483097"/>
                <a:gd name="csY40" fmla="*/ 698385 h 865160"/>
                <a:gd name="csX41" fmla="*/ 473728 w 483097"/>
                <a:gd name="csY41" fmla="*/ 695322 h 865160"/>
                <a:gd name="csX42" fmla="*/ 476504 w 483097"/>
                <a:gd name="csY42" fmla="*/ 682542 h 865160"/>
                <a:gd name="csX43" fmla="*/ 479053 w 483097"/>
                <a:gd name="csY43" fmla="*/ 666700 h 865160"/>
                <a:gd name="csX44" fmla="*/ 480872 w 483097"/>
                <a:gd name="csY44" fmla="*/ 650846 h 865160"/>
                <a:gd name="csX45" fmla="*/ 482092 w 483097"/>
                <a:gd name="csY45" fmla="*/ 635003 h 865160"/>
                <a:gd name="csX46" fmla="*/ 482810 w 483097"/>
                <a:gd name="csY46" fmla="*/ 619149 h 865160"/>
                <a:gd name="csX47" fmla="*/ 483097 w 483097"/>
                <a:gd name="csY47" fmla="*/ 603307 h 865160"/>
                <a:gd name="csX48" fmla="*/ 482989 w 483097"/>
                <a:gd name="csY48" fmla="*/ 587464 h 865160"/>
                <a:gd name="csX49" fmla="*/ 482535 w 483097"/>
                <a:gd name="csY49" fmla="*/ 571610 h 865160"/>
                <a:gd name="csX50" fmla="*/ 481745 w 483097"/>
                <a:gd name="csY50" fmla="*/ 555768 h 865160"/>
                <a:gd name="csX51" fmla="*/ 480620 w 483097"/>
                <a:gd name="csY51" fmla="*/ 539913 h 865160"/>
                <a:gd name="csX52" fmla="*/ 479184 w 483097"/>
                <a:gd name="csY52" fmla="*/ 524071 h 865160"/>
                <a:gd name="csX53" fmla="*/ 477425 w 483097"/>
                <a:gd name="csY53" fmla="*/ 508228 h 865160"/>
                <a:gd name="csX54" fmla="*/ 475343 w 483097"/>
                <a:gd name="csY54" fmla="*/ 492379 h 865160"/>
                <a:gd name="csX55" fmla="*/ 473728 w 483097"/>
                <a:gd name="csY55" fmla="*/ 481710 h 865160"/>
                <a:gd name="csX56" fmla="*/ 473202 w 483097"/>
                <a:gd name="csY56" fmla="*/ 476532 h 865160"/>
                <a:gd name="csX57" fmla="*/ 471371 w 483097"/>
                <a:gd name="csY57" fmla="*/ 460684 h 865160"/>
                <a:gd name="csX58" fmla="*/ 469289 w 483097"/>
                <a:gd name="csY58" fmla="*/ 444837 h 865160"/>
                <a:gd name="csX59" fmla="*/ 466944 w 483097"/>
                <a:gd name="csY59" fmla="*/ 428990 h 865160"/>
                <a:gd name="csX60" fmla="*/ 464299 w 483097"/>
                <a:gd name="csY60" fmla="*/ 413144 h 865160"/>
                <a:gd name="csX61" fmla="*/ 461344 w 483097"/>
                <a:gd name="csY61" fmla="*/ 397297 h 865160"/>
                <a:gd name="csX62" fmla="*/ 458041 w 483097"/>
                <a:gd name="csY62" fmla="*/ 381450 h 865160"/>
                <a:gd name="csX63" fmla="*/ 454356 w 483097"/>
                <a:gd name="csY63" fmla="*/ 365603 h 865160"/>
                <a:gd name="csX64" fmla="*/ 450252 w 483097"/>
                <a:gd name="csY64" fmla="*/ 349755 h 865160"/>
                <a:gd name="csX65" fmla="*/ 448780 w 483097"/>
                <a:gd name="csY65" fmla="*/ 344363 h 865160"/>
                <a:gd name="csX66" fmla="*/ 446614 w 483097"/>
                <a:gd name="csY66" fmla="*/ 333909 h 865160"/>
                <a:gd name="csX67" fmla="*/ 443048 w 483097"/>
                <a:gd name="csY67" fmla="*/ 318062 h 865160"/>
                <a:gd name="csX68" fmla="*/ 439088 w 483097"/>
                <a:gd name="csY68" fmla="*/ 302215 h 865160"/>
                <a:gd name="csX69" fmla="*/ 434673 w 483097"/>
                <a:gd name="csY69" fmla="*/ 286368 h 865160"/>
                <a:gd name="csX70" fmla="*/ 429779 w 483097"/>
                <a:gd name="csY70" fmla="*/ 270521 h 865160"/>
                <a:gd name="csX71" fmla="*/ 424346 w 483097"/>
                <a:gd name="csY71" fmla="*/ 254675 h 865160"/>
                <a:gd name="csX72" fmla="*/ 423820 w 483097"/>
                <a:gd name="csY72" fmla="*/ 253195 h 865160"/>
                <a:gd name="csX73" fmla="*/ 419644 w 483097"/>
                <a:gd name="csY73" fmla="*/ 238828 h 865160"/>
                <a:gd name="csX74" fmla="*/ 414546 w 483097"/>
                <a:gd name="csY74" fmla="*/ 222980 h 865160"/>
                <a:gd name="csX75" fmla="*/ 408887 w 483097"/>
                <a:gd name="csY75" fmla="*/ 207133 h 865160"/>
                <a:gd name="csX76" fmla="*/ 402581 w 483097"/>
                <a:gd name="csY76" fmla="*/ 191286 h 865160"/>
                <a:gd name="csX77" fmla="*/ 398860 w 483097"/>
                <a:gd name="csY77" fmla="*/ 182524 h 865160"/>
                <a:gd name="csX78" fmla="*/ 396167 w 483097"/>
                <a:gd name="csY78" fmla="*/ 175440 h 865160"/>
                <a:gd name="csX79" fmla="*/ 389766 w 483097"/>
                <a:gd name="csY79" fmla="*/ 159593 h 865160"/>
                <a:gd name="csX80" fmla="*/ 382622 w 483097"/>
                <a:gd name="csY80" fmla="*/ 143746 h 865160"/>
                <a:gd name="csX81" fmla="*/ 374665 w 483097"/>
                <a:gd name="csY81" fmla="*/ 127899 h 865160"/>
                <a:gd name="csX82" fmla="*/ 373899 w 483097"/>
                <a:gd name="csY82" fmla="*/ 126422 h 865160"/>
                <a:gd name="csX83" fmla="*/ 366648 w 483097"/>
                <a:gd name="csY83" fmla="*/ 112051 h 865160"/>
                <a:gd name="csX84" fmla="*/ 357794 w 483097"/>
                <a:gd name="csY84" fmla="*/ 96205 h 865160"/>
                <a:gd name="csX85" fmla="*/ 348951 w 483097"/>
                <a:gd name="csY85" fmla="*/ 81905 h 865160"/>
                <a:gd name="csX86" fmla="*/ 347910 w 483097"/>
                <a:gd name="csY86" fmla="*/ 80358 h 865160"/>
                <a:gd name="csX87" fmla="*/ 336986 w 483097"/>
                <a:gd name="csY87" fmla="*/ 64511 h 865160"/>
                <a:gd name="csX88" fmla="*/ 324757 w 483097"/>
                <a:gd name="csY88" fmla="*/ 48664 h 865160"/>
                <a:gd name="csX89" fmla="*/ 323991 w 483097"/>
                <a:gd name="csY89" fmla="*/ 47693 h 865160"/>
                <a:gd name="csX90" fmla="*/ 309501 w 483097"/>
                <a:gd name="csY90" fmla="*/ 32818 h 865160"/>
                <a:gd name="csX91" fmla="*/ 299031 w 483097"/>
                <a:gd name="csY91" fmla="*/ 22782 h 865160"/>
                <a:gd name="csX92" fmla="*/ 289913 w 483097"/>
                <a:gd name="csY92" fmla="*/ 16971 h 865160"/>
                <a:gd name="csX93" fmla="*/ 274083 w 483097"/>
                <a:gd name="csY93" fmla="*/ 6975 h 865160"/>
                <a:gd name="csX94" fmla="*/ 252976 w 483097"/>
                <a:gd name="csY94" fmla="*/ 1124 h 865160"/>
                <a:gd name="csX95" fmla="*/ 249123 w 483097"/>
                <a:gd name="csY95" fmla="*/ 0 h 865160"/>
                <a:gd name="csX96" fmla="*/ 231031 w 483097"/>
                <a:gd name="csY96" fmla="*/ 1124 h 865160"/>
                <a:gd name="csX97" fmla="*/ 224163 w 483097"/>
                <a:gd name="csY97" fmla="*/ 1515 h 865160"/>
                <a:gd name="csX98" fmla="*/ 199202 w 483097"/>
                <a:gd name="csY98" fmla="*/ 11461 h 865160"/>
                <a:gd name="csX99" fmla="*/ 191796 w 483097"/>
                <a:gd name="csY99" fmla="*/ 16971 h 865160"/>
                <a:gd name="csX100" fmla="*/ 174254 w 483097"/>
                <a:gd name="csY100" fmla="*/ 30408 h 865160"/>
                <a:gd name="csX101" fmla="*/ 171993 w 483097"/>
                <a:gd name="csY101" fmla="*/ 32818 h 865160"/>
                <a:gd name="csX102" fmla="*/ 157491 w 483097"/>
                <a:gd name="csY102" fmla="*/ 48664 h 865160"/>
                <a:gd name="csX103" fmla="*/ 149294 w 483097"/>
                <a:gd name="csY103" fmla="*/ 58317 h 865160"/>
                <a:gd name="csX104" fmla="*/ 144843 w 483097"/>
                <a:gd name="csY104" fmla="*/ 64511 h 865160"/>
                <a:gd name="csX105" fmla="*/ 134002 w 483097"/>
                <a:gd name="csY105" fmla="*/ 80358 h 865160"/>
                <a:gd name="csX106" fmla="*/ 124334 w 483097"/>
                <a:gd name="csY106" fmla="*/ 96161 h 865160"/>
                <a:gd name="csX107" fmla="*/ 124310 w 483097"/>
                <a:gd name="csY107" fmla="*/ 96205 h 865160"/>
                <a:gd name="csX108" fmla="*/ 115192 w 483097"/>
                <a:gd name="csY108" fmla="*/ 112051 h 865160"/>
                <a:gd name="csX109" fmla="*/ 107032 w 483097"/>
                <a:gd name="csY109" fmla="*/ 127899 h 865160"/>
                <a:gd name="csX110" fmla="*/ 99721 w 483097"/>
                <a:gd name="csY110" fmla="*/ 143746 h 865160"/>
                <a:gd name="csX111" fmla="*/ 99386 w 483097"/>
                <a:gd name="csY111" fmla="*/ 144485 h 865160"/>
                <a:gd name="csX112" fmla="*/ 92183 w 483097"/>
                <a:gd name="csY112" fmla="*/ 159593 h 865160"/>
                <a:gd name="csX113" fmla="*/ 85386 w 483097"/>
                <a:gd name="csY113" fmla="*/ 175440 h 865160"/>
                <a:gd name="csX114" fmla="*/ 79284 w 483097"/>
                <a:gd name="csY114" fmla="*/ 191286 h 865160"/>
                <a:gd name="csX115" fmla="*/ 74426 w 483097"/>
                <a:gd name="csY115" fmla="*/ 205220 h 865160"/>
                <a:gd name="csX116" fmla="*/ 73660 w 483097"/>
                <a:gd name="csY116" fmla="*/ 207133 h 865160"/>
                <a:gd name="csX117" fmla="*/ 67474 w 483097"/>
                <a:gd name="csY117" fmla="*/ 222980 h 865160"/>
                <a:gd name="csX118" fmla="*/ 61910 w 483097"/>
                <a:gd name="csY118" fmla="*/ 238828 h 865160"/>
                <a:gd name="csX119" fmla="*/ 56920 w 483097"/>
                <a:gd name="csY119" fmla="*/ 254675 h 865160"/>
                <a:gd name="csX120" fmla="*/ 52421 w 483097"/>
                <a:gd name="csY120" fmla="*/ 270521 h 865160"/>
                <a:gd name="csX121" fmla="*/ 49466 w 483097"/>
                <a:gd name="csY121" fmla="*/ 281856 h 865160"/>
                <a:gd name="csX122" fmla="*/ 47994 w 483097"/>
                <a:gd name="csY122" fmla="*/ 286368 h 865160"/>
                <a:gd name="csX123" fmla="*/ 43052 w 483097"/>
                <a:gd name="csY123" fmla="*/ 302215 h 865160"/>
                <a:gd name="csX124" fmla="*/ 38613 w 483097"/>
                <a:gd name="csY124" fmla="*/ 318062 h 865160"/>
                <a:gd name="csX125" fmla="*/ 34616 w 483097"/>
                <a:gd name="csY125" fmla="*/ 333909 h 865160"/>
                <a:gd name="csX126" fmla="*/ 31027 w 483097"/>
                <a:gd name="csY126" fmla="*/ 349755 h 865160"/>
                <a:gd name="csX127" fmla="*/ 27796 w 483097"/>
                <a:gd name="csY127" fmla="*/ 365603 h 865160"/>
                <a:gd name="csX128" fmla="*/ 24900 w 483097"/>
                <a:gd name="csY128" fmla="*/ 381450 h 865160"/>
                <a:gd name="csX129" fmla="*/ 24517 w 483097"/>
                <a:gd name="csY129" fmla="*/ 383657 h 865160"/>
                <a:gd name="csX130" fmla="*/ 21275 w 483097"/>
                <a:gd name="csY130" fmla="*/ 397297 h 865160"/>
                <a:gd name="csX131" fmla="*/ 17877 w 483097"/>
                <a:gd name="csY131" fmla="*/ 413144 h 865160"/>
                <a:gd name="csX132" fmla="*/ 14849 w 483097"/>
                <a:gd name="csY132" fmla="*/ 428990 h 865160"/>
                <a:gd name="csX133" fmla="*/ 12145 w 483097"/>
                <a:gd name="csY133" fmla="*/ 444837 h 865160"/>
                <a:gd name="csX134" fmla="*/ 9764 w 483097"/>
                <a:gd name="csY134" fmla="*/ 460684 h 865160"/>
                <a:gd name="csX135" fmla="*/ 7658 w 483097"/>
                <a:gd name="csY135" fmla="*/ 476532 h 865160"/>
                <a:gd name="csX136" fmla="*/ 5827 w 483097"/>
                <a:gd name="csY136" fmla="*/ 492379 h 865160"/>
                <a:gd name="csX137" fmla="*/ 4260 w 483097"/>
                <a:gd name="csY137" fmla="*/ 508228 h 865160"/>
                <a:gd name="csX138" fmla="*/ 2943 w 483097"/>
                <a:gd name="csY138" fmla="*/ 524071 h 865160"/>
                <a:gd name="csX139" fmla="*/ 1855 w 483097"/>
                <a:gd name="csY139" fmla="*/ 539913 h 865160"/>
                <a:gd name="csX140" fmla="*/ 1017 w 483097"/>
                <a:gd name="csY140" fmla="*/ 555768 h 865160"/>
                <a:gd name="csX141" fmla="*/ 419 w 483097"/>
                <a:gd name="csY141" fmla="*/ 571610 h 865160"/>
                <a:gd name="csX142" fmla="*/ 72 w 483097"/>
                <a:gd name="csY142" fmla="*/ 587464 h 865160"/>
                <a:gd name="csX143" fmla="*/ 0 w 483097"/>
                <a:gd name="csY143" fmla="*/ 603307 h 865160"/>
                <a:gd name="csX144" fmla="*/ 215 w 483097"/>
                <a:gd name="csY144" fmla="*/ 619149 h 865160"/>
                <a:gd name="csX145" fmla="*/ 754 w 483097"/>
                <a:gd name="csY145" fmla="*/ 635003 h 865160"/>
                <a:gd name="csX146" fmla="*/ 1675 w 483097"/>
                <a:gd name="csY146" fmla="*/ 650846 h 865160"/>
                <a:gd name="csX147" fmla="*/ 3039 w 483097"/>
                <a:gd name="csY147" fmla="*/ 666700 h 865160"/>
                <a:gd name="csX148" fmla="*/ 4966 w 483097"/>
                <a:gd name="csY148" fmla="*/ 682542 h 865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</a:cxnLst>
              <a:rect l="l" t="t" r="r" b="b"/>
              <a:pathLst>
                <a:path w="483097" h="865160">
                  <a:moveTo>
                    <a:pt x="4966" y="682542"/>
                  </a:moveTo>
                  <a:lnTo>
                    <a:pt x="7574" y="698385"/>
                  </a:lnTo>
                  <a:lnTo>
                    <a:pt x="11092" y="714239"/>
                  </a:lnTo>
                  <a:lnTo>
                    <a:pt x="15818" y="730082"/>
                  </a:lnTo>
                  <a:lnTo>
                    <a:pt x="22220" y="745924"/>
                  </a:lnTo>
                  <a:lnTo>
                    <a:pt x="24517" y="750471"/>
                  </a:lnTo>
                  <a:lnTo>
                    <a:pt x="28993" y="761778"/>
                  </a:lnTo>
                  <a:lnTo>
                    <a:pt x="37512" y="777621"/>
                  </a:lnTo>
                  <a:lnTo>
                    <a:pt x="49466" y="792997"/>
                  </a:lnTo>
                  <a:lnTo>
                    <a:pt x="49801" y="793475"/>
                  </a:lnTo>
                  <a:lnTo>
                    <a:pt x="63705" y="809318"/>
                  </a:lnTo>
                  <a:lnTo>
                    <a:pt x="74426" y="818100"/>
                  </a:lnTo>
                  <a:lnTo>
                    <a:pt x="83711" y="825160"/>
                  </a:lnTo>
                  <a:lnTo>
                    <a:pt x="99386" y="834637"/>
                  </a:lnTo>
                  <a:lnTo>
                    <a:pt x="112644" y="841014"/>
                  </a:lnTo>
                  <a:lnTo>
                    <a:pt x="124334" y="846052"/>
                  </a:lnTo>
                  <a:lnTo>
                    <a:pt x="149294" y="853901"/>
                  </a:lnTo>
                  <a:lnTo>
                    <a:pt x="163437" y="856857"/>
                  </a:lnTo>
                  <a:lnTo>
                    <a:pt x="174254" y="859333"/>
                  </a:lnTo>
                  <a:lnTo>
                    <a:pt x="199202" y="863067"/>
                  </a:lnTo>
                  <a:lnTo>
                    <a:pt x="224163" y="864909"/>
                  </a:lnTo>
                  <a:lnTo>
                    <a:pt x="249123" y="865161"/>
                  </a:lnTo>
                  <a:lnTo>
                    <a:pt x="274083" y="863892"/>
                  </a:lnTo>
                  <a:lnTo>
                    <a:pt x="299031" y="860877"/>
                  </a:lnTo>
                  <a:lnTo>
                    <a:pt x="318559" y="856857"/>
                  </a:lnTo>
                  <a:lnTo>
                    <a:pt x="323991" y="855851"/>
                  </a:lnTo>
                  <a:lnTo>
                    <a:pt x="348951" y="849211"/>
                  </a:lnTo>
                  <a:lnTo>
                    <a:pt x="369125" y="841014"/>
                  </a:lnTo>
                  <a:lnTo>
                    <a:pt x="373899" y="838884"/>
                  </a:lnTo>
                  <a:lnTo>
                    <a:pt x="397735" y="825160"/>
                  </a:lnTo>
                  <a:lnTo>
                    <a:pt x="398860" y="824370"/>
                  </a:lnTo>
                  <a:lnTo>
                    <a:pt x="418004" y="809318"/>
                  </a:lnTo>
                  <a:lnTo>
                    <a:pt x="423820" y="803036"/>
                  </a:lnTo>
                  <a:lnTo>
                    <a:pt x="432961" y="793475"/>
                  </a:lnTo>
                  <a:lnTo>
                    <a:pt x="444030" y="777621"/>
                  </a:lnTo>
                  <a:lnTo>
                    <a:pt x="448780" y="768371"/>
                  </a:lnTo>
                  <a:lnTo>
                    <a:pt x="452848" y="761778"/>
                  </a:lnTo>
                  <a:lnTo>
                    <a:pt x="460518" y="745924"/>
                  </a:lnTo>
                  <a:lnTo>
                    <a:pt x="466094" y="730082"/>
                  </a:lnTo>
                  <a:lnTo>
                    <a:pt x="470210" y="714239"/>
                  </a:lnTo>
                  <a:lnTo>
                    <a:pt x="473273" y="698385"/>
                  </a:lnTo>
                  <a:lnTo>
                    <a:pt x="473728" y="695322"/>
                  </a:lnTo>
                  <a:lnTo>
                    <a:pt x="476504" y="682542"/>
                  </a:lnTo>
                  <a:lnTo>
                    <a:pt x="479053" y="666700"/>
                  </a:lnTo>
                  <a:lnTo>
                    <a:pt x="480872" y="650846"/>
                  </a:lnTo>
                  <a:lnTo>
                    <a:pt x="482092" y="635003"/>
                  </a:lnTo>
                  <a:lnTo>
                    <a:pt x="482810" y="619149"/>
                  </a:lnTo>
                  <a:lnTo>
                    <a:pt x="483097" y="603307"/>
                  </a:lnTo>
                  <a:lnTo>
                    <a:pt x="482989" y="587464"/>
                  </a:lnTo>
                  <a:lnTo>
                    <a:pt x="482535" y="571610"/>
                  </a:lnTo>
                  <a:lnTo>
                    <a:pt x="481745" y="555768"/>
                  </a:lnTo>
                  <a:lnTo>
                    <a:pt x="480620" y="539913"/>
                  </a:lnTo>
                  <a:lnTo>
                    <a:pt x="479184" y="524071"/>
                  </a:lnTo>
                  <a:lnTo>
                    <a:pt x="477425" y="508228"/>
                  </a:lnTo>
                  <a:lnTo>
                    <a:pt x="475343" y="492379"/>
                  </a:lnTo>
                  <a:lnTo>
                    <a:pt x="473728" y="481710"/>
                  </a:lnTo>
                  <a:lnTo>
                    <a:pt x="473202" y="476532"/>
                  </a:lnTo>
                  <a:lnTo>
                    <a:pt x="471371" y="460684"/>
                  </a:lnTo>
                  <a:lnTo>
                    <a:pt x="469289" y="444837"/>
                  </a:lnTo>
                  <a:lnTo>
                    <a:pt x="466944" y="428990"/>
                  </a:lnTo>
                  <a:lnTo>
                    <a:pt x="464299" y="413144"/>
                  </a:lnTo>
                  <a:lnTo>
                    <a:pt x="461344" y="397297"/>
                  </a:lnTo>
                  <a:lnTo>
                    <a:pt x="458041" y="381450"/>
                  </a:lnTo>
                  <a:lnTo>
                    <a:pt x="454356" y="365603"/>
                  </a:lnTo>
                  <a:lnTo>
                    <a:pt x="450252" y="349755"/>
                  </a:lnTo>
                  <a:lnTo>
                    <a:pt x="448780" y="344363"/>
                  </a:lnTo>
                  <a:lnTo>
                    <a:pt x="446614" y="333909"/>
                  </a:lnTo>
                  <a:lnTo>
                    <a:pt x="443048" y="318062"/>
                  </a:lnTo>
                  <a:lnTo>
                    <a:pt x="439088" y="302215"/>
                  </a:lnTo>
                  <a:lnTo>
                    <a:pt x="434673" y="286368"/>
                  </a:lnTo>
                  <a:lnTo>
                    <a:pt x="429779" y="270521"/>
                  </a:lnTo>
                  <a:lnTo>
                    <a:pt x="424346" y="254675"/>
                  </a:lnTo>
                  <a:lnTo>
                    <a:pt x="423820" y="253195"/>
                  </a:lnTo>
                  <a:lnTo>
                    <a:pt x="419644" y="238828"/>
                  </a:lnTo>
                  <a:lnTo>
                    <a:pt x="414546" y="222980"/>
                  </a:lnTo>
                  <a:lnTo>
                    <a:pt x="408887" y="207133"/>
                  </a:lnTo>
                  <a:lnTo>
                    <a:pt x="402581" y="191286"/>
                  </a:lnTo>
                  <a:lnTo>
                    <a:pt x="398860" y="182524"/>
                  </a:lnTo>
                  <a:lnTo>
                    <a:pt x="396167" y="175440"/>
                  </a:lnTo>
                  <a:lnTo>
                    <a:pt x="389766" y="159593"/>
                  </a:lnTo>
                  <a:lnTo>
                    <a:pt x="382622" y="143746"/>
                  </a:lnTo>
                  <a:lnTo>
                    <a:pt x="374665" y="127899"/>
                  </a:lnTo>
                  <a:lnTo>
                    <a:pt x="373899" y="126422"/>
                  </a:lnTo>
                  <a:lnTo>
                    <a:pt x="366648" y="112051"/>
                  </a:lnTo>
                  <a:lnTo>
                    <a:pt x="357794" y="96205"/>
                  </a:lnTo>
                  <a:lnTo>
                    <a:pt x="348951" y="81905"/>
                  </a:lnTo>
                  <a:lnTo>
                    <a:pt x="347910" y="80358"/>
                  </a:lnTo>
                  <a:lnTo>
                    <a:pt x="336986" y="64511"/>
                  </a:lnTo>
                  <a:lnTo>
                    <a:pt x="324757" y="48664"/>
                  </a:lnTo>
                  <a:lnTo>
                    <a:pt x="323991" y="47693"/>
                  </a:lnTo>
                  <a:lnTo>
                    <a:pt x="309501" y="32818"/>
                  </a:lnTo>
                  <a:lnTo>
                    <a:pt x="299031" y="22782"/>
                  </a:lnTo>
                  <a:lnTo>
                    <a:pt x="289913" y="16971"/>
                  </a:lnTo>
                  <a:lnTo>
                    <a:pt x="274083" y="6975"/>
                  </a:lnTo>
                  <a:lnTo>
                    <a:pt x="252976" y="1124"/>
                  </a:lnTo>
                  <a:lnTo>
                    <a:pt x="249123" y="0"/>
                  </a:lnTo>
                  <a:lnTo>
                    <a:pt x="231031" y="1124"/>
                  </a:lnTo>
                  <a:lnTo>
                    <a:pt x="224163" y="1515"/>
                  </a:lnTo>
                  <a:lnTo>
                    <a:pt x="199202" y="11461"/>
                  </a:lnTo>
                  <a:lnTo>
                    <a:pt x="191796" y="16971"/>
                  </a:lnTo>
                  <a:lnTo>
                    <a:pt x="174254" y="30408"/>
                  </a:lnTo>
                  <a:lnTo>
                    <a:pt x="171993" y="32818"/>
                  </a:lnTo>
                  <a:lnTo>
                    <a:pt x="157491" y="48664"/>
                  </a:lnTo>
                  <a:lnTo>
                    <a:pt x="149294" y="58317"/>
                  </a:lnTo>
                  <a:lnTo>
                    <a:pt x="144843" y="64511"/>
                  </a:lnTo>
                  <a:lnTo>
                    <a:pt x="134002" y="80358"/>
                  </a:lnTo>
                  <a:lnTo>
                    <a:pt x="124334" y="96161"/>
                  </a:lnTo>
                  <a:lnTo>
                    <a:pt x="124310" y="96205"/>
                  </a:lnTo>
                  <a:lnTo>
                    <a:pt x="115192" y="112051"/>
                  </a:lnTo>
                  <a:lnTo>
                    <a:pt x="107032" y="127899"/>
                  </a:lnTo>
                  <a:lnTo>
                    <a:pt x="99721" y="143746"/>
                  </a:lnTo>
                  <a:lnTo>
                    <a:pt x="99386" y="144485"/>
                  </a:lnTo>
                  <a:lnTo>
                    <a:pt x="92183" y="159593"/>
                  </a:lnTo>
                  <a:lnTo>
                    <a:pt x="85386" y="175440"/>
                  </a:lnTo>
                  <a:lnTo>
                    <a:pt x="79284" y="191286"/>
                  </a:lnTo>
                  <a:lnTo>
                    <a:pt x="74426" y="205220"/>
                  </a:lnTo>
                  <a:lnTo>
                    <a:pt x="73660" y="207133"/>
                  </a:lnTo>
                  <a:lnTo>
                    <a:pt x="67474" y="222980"/>
                  </a:lnTo>
                  <a:lnTo>
                    <a:pt x="61910" y="238828"/>
                  </a:lnTo>
                  <a:lnTo>
                    <a:pt x="56920" y="254675"/>
                  </a:lnTo>
                  <a:lnTo>
                    <a:pt x="52421" y="270521"/>
                  </a:lnTo>
                  <a:lnTo>
                    <a:pt x="49466" y="281856"/>
                  </a:lnTo>
                  <a:lnTo>
                    <a:pt x="47994" y="286368"/>
                  </a:lnTo>
                  <a:lnTo>
                    <a:pt x="43052" y="302215"/>
                  </a:lnTo>
                  <a:lnTo>
                    <a:pt x="38613" y="318062"/>
                  </a:lnTo>
                  <a:lnTo>
                    <a:pt x="34616" y="333909"/>
                  </a:lnTo>
                  <a:lnTo>
                    <a:pt x="31027" y="349755"/>
                  </a:lnTo>
                  <a:lnTo>
                    <a:pt x="27796" y="365603"/>
                  </a:lnTo>
                  <a:lnTo>
                    <a:pt x="24900" y="381450"/>
                  </a:lnTo>
                  <a:lnTo>
                    <a:pt x="24517" y="383657"/>
                  </a:lnTo>
                  <a:lnTo>
                    <a:pt x="21275" y="397297"/>
                  </a:lnTo>
                  <a:lnTo>
                    <a:pt x="17877" y="413144"/>
                  </a:lnTo>
                  <a:lnTo>
                    <a:pt x="14849" y="428990"/>
                  </a:lnTo>
                  <a:lnTo>
                    <a:pt x="12145" y="444837"/>
                  </a:lnTo>
                  <a:lnTo>
                    <a:pt x="9764" y="460684"/>
                  </a:lnTo>
                  <a:lnTo>
                    <a:pt x="7658" y="476532"/>
                  </a:lnTo>
                  <a:lnTo>
                    <a:pt x="5827" y="492379"/>
                  </a:lnTo>
                  <a:lnTo>
                    <a:pt x="4260" y="508228"/>
                  </a:lnTo>
                  <a:lnTo>
                    <a:pt x="2943" y="524071"/>
                  </a:lnTo>
                  <a:lnTo>
                    <a:pt x="1855" y="539913"/>
                  </a:lnTo>
                  <a:lnTo>
                    <a:pt x="1017" y="555768"/>
                  </a:lnTo>
                  <a:lnTo>
                    <a:pt x="419" y="571610"/>
                  </a:lnTo>
                  <a:lnTo>
                    <a:pt x="72" y="587464"/>
                  </a:lnTo>
                  <a:lnTo>
                    <a:pt x="0" y="603307"/>
                  </a:lnTo>
                  <a:lnTo>
                    <a:pt x="215" y="619149"/>
                  </a:lnTo>
                  <a:lnTo>
                    <a:pt x="754" y="635003"/>
                  </a:lnTo>
                  <a:lnTo>
                    <a:pt x="1675" y="650846"/>
                  </a:lnTo>
                  <a:lnTo>
                    <a:pt x="3039" y="666700"/>
                  </a:lnTo>
                  <a:lnTo>
                    <a:pt x="4966" y="682542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A38999B5-4570-FE5E-01C8-1CE8280B5A61}"/>
                </a:ext>
              </a:extLst>
            </p:cNvPr>
            <p:cNvSpPr/>
            <p:nvPr/>
          </p:nvSpPr>
          <p:spPr>
            <a:xfrm>
              <a:off x="7498020" y="4034273"/>
              <a:ext cx="303924" cy="529864"/>
            </a:xfrm>
            <a:custGeom>
              <a:avLst/>
              <a:gdLst>
                <a:gd name="csX0" fmla="*/ 9955 w 303924"/>
                <a:gd name="csY0" fmla="*/ 414457 h 529864"/>
                <a:gd name="csX1" fmla="*/ 10470 w 303924"/>
                <a:gd name="csY1" fmla="*/ 416084 h 529864"/>
                <a:gd name="csX2" fmla="*/ 14550 w 303924"/>
                <a:gd name="csY2" fmla="*/ 430299 h 529864"/>
                <a:gd name="csX3" fmla="*/ 20653 w 303924"/>
                <a:gd name="csY3" fmla="*/ 446153 h 529864"/>
                <a:gd name="csX4" fmla="*/ 28837 w 303924"/>
                <a:gd name="csY4" fmla="*/ 461996 h 529864"/>
                <a:gd name="csX5" fmla="*/ 35418 w 303924"/>
                <a:gd name="csY5" fmla="*/ 471832 h 529864"/>
                <a:gd name="csX6" fmla="*/ 39714 w 303924"/>
                <a:gd name="csY6" fmla="*/ 477838 h 529864"/>
                <a:gd name="csX7" fmla="*/ 54228 w 303924"/>
                <a:gd name="csY7" fmla="*/ 493693 h 529864"/>
                <a:gd name="csX8" fmla="*/ 60378 w 303924"/>
                <a:gd name="csY8" fmla="*/ 499029 h 529864"/>
                <a:gd name="csX9" fmla="*/ 75658 w 303924"/>
                <a:gd name="csY9" fmla="*/ 509535 h 529864"/>
                <a:gd name="csX10" fmla="*/ 85338 w 303924"/>
                <a:gd name="csY10" fmla="*/ 515063 h 529864"/>
                <a:gd name="csX11" fmla="*/ 110286 w 303924"/>
                <a:gd name="csY11" fmla="*/ 524456 h 529864"/>
                <a:gd name="csX12" fmla="*/ 115025 w 303924"/>
                <a:gd name="csY12" fmla="*/ 525389 h 529864"/>
                <a:gd name="csX13" fmla="*/ 135247 w 303924"/>
                <a:gd name="csY13" fmla="*/ 529182 h 529864"/>
                <a:gd name="csX14" fmla="*/ 160207 w 303924"/>
                <a:gd name="csY14" fmla="*/ 529865 h 529864"/>
                <a:gd name="csX15" fmla="*/ 185167 w 303924"/>
                <a:gd name="csY15" fmla="*/ 526574 h 529864"/>
                <a:gd name="csX16" fmla="*/ 189307 w 303924"/>
                <a:gd name="csY16" fmla="*/ 525389 h 529864"/>
                <a:gd name="csX17" fmla="*/ 210115 w 303924"/>
                <a:gd name="csY17" fmla="*/ 518952 h 529864"/>
                <a:gd name="csX18" fmla="*/ 228434 w 303924"/>
                <a:gd name="csY18" fmla="*/ 509535 h 529864"/>
                <a:gd name="csX19" fmla="*/ 235075 w 303924"/>
                <a:gd name="csY19" fmla="*/ 505515 h 529864"/>
                <a:gd name="csX20" fmla="*/ 249781 w 303924"/>
                <a:gd name="csY20" fmla="*/ 493693 h 529864"/>
                <a:gd name="csX21" fmla="*/ 260035 w 303924"/>
                <a:gd name="csY21" fmla="*/ 483055 h 529864"/>
                <a:gd name="csX22" fmla="*/ 264474 w 303924"/>
                <a:gd name="csY22" fmla="*/ 477838 h 529864"/>
                <a:gd name="csX23" fmla="*/ 275243 w 303924"/>
                <a:gd name="csY23" fmla="*/ 461996 h 529864"/>
                <a:gd name="csX24" fmla="*/ 283201 w 303924"/>
                <a:gd name="csY24" fmla="*/ 446153 h 529864"/>
                <a:gd name="csX25" fmla="*/ 284983 w 303924"/>
                <a:gd name="csY25" fmla="*/ 441619 h 529864"/>
                <a:gd name="csX26" fmla="*/ 289626 w 303924"/>
                <a:gd name="csY26" fmla="*/ 430299 h 529864"/>
                <a:gd name="csX27" fmla="*/ 294556 w 303924"/>
                <a:gd name="csY27" fmla="*/ 414457 h 529864"/>
                <a:gd name="csX28" fmla="*/ 298181 w 303924"/>
                <a:gd name="csY28" fmla="*/ 398614 h 529864"/>
                <a:gd name="csX29" fmla="*/ 300766 w 303924"/>
                <a:gd name="csY29" fmla="*/ 382760 h 529864"/>
                <a:gd name="csX30" fmla="*/ 302501 w 303924"/>
                <a:gd name="csY30" fmla="*/ 366918 h 529864"/>
                <a:gd name="csX31" fmla="*/ 303518 w 303924"/>
                <a:gd name="csY31" fmla="*/ 351063 h 529864"/>
                <a:gd name="csX32" fmla="*/ 303925 w 303924"/>
                <a:gd name="csY32" fmla="*/ 335221 h 529864"/>
                <a:gd name="csX33" fmla="*/ 303769 w 303924"/>
                <a:gd name="csY33" fmla="*/ 319379 h 529864"/>
                <a:gd name="csX34" fmla="*/ 303123 w 303924"/>
                <a:gd name="csY34" fmla="*/ 303524 h 529864"/>
                <a:gd name="csX35" fmla="*/ 301998 w 303924"/>
                <a:gd name="csY35" fmla="*/ 287682 h 529864"/>
                <a:gd name="csX36" fmla="*/ 300407 w 303924"/>
                <a:gd name="csY36" fmla="*/ 271827 h 529864"/>
                <a:gd name="csX37" fmla="*/ 298373 w 303924"/>
                <a:gd name="csY37" fmla="*/ 255985 h 529864"/>
                <a:gd name="csX38" fmla="*/ 295872 w 303924"/>
                <a:gd name="csY38" fmla="*/ 240143 h 529864"/>
                <a:gd name="csX39" fmla="*/ 292917 w 303924"/>
                <a:gd name="csY39" fmla="*/ 224293 h 529864"/>
                <a:gd name="csX40" fmla="*/ 289471 w 303924"/>
                <a:gd name="csY40" fmla="*/ 208446 h 529864"/>
                <a:gd name="csX41" fmla="*/ 285498 w 303924"/>
                <a:gd name="csY41" fmla="*/ 192599 h 529864"/>
                <a:gd name="csX42" fmla="*/ 284983 w 303924"/>
                <a:gd name="csY42" fmla="*/ 190706 h 529864"/>
                <a:gd name="csX43" fmla="*/ 281430 w 303924"/>
                <a:gd name="csY43" fmla="*/ 176752 h 529864"/>
                <a:gd name="csX44" fmla="*/ 276895 w 303924"/>
                <a:gd name="csY44" fmla="*/ 160904 h 529864"/>
                <a:gd name="csX45" fmla="*/ 271785 w 303924"/>
                <a:gd name="csY45" fmla="*/ 145058 h 529864"/>
                <a:gd name="csX46" fmla="*/ 266066 w 303924"/>
                <a:gd name="csY46" fmla="*/ 129211 h 529864"/>
                <a:gd name="csX47" fmla="*/ 260035 w 303924"/>
                <a:gd name="csY47" fmla="*/ 114181 h 529864"/>
                <a:gd name="csX48" fmla="*/ 259688 w 303924"/>
                <a:gd name="csY48" fmla="*/ 113364 h 529864"/>
                <a:gd name="csX49" fmla="*/ 252664 w 303924"/>
                <a:gd name="csY49" fmla="*/ 97517 h 529864"/>
                <a:gd name="csX50" fmla="*/ 244839 w 303924"/>
                <a:gd name="csY50" fmla="*/ 81670 h 529864"/>
                <a:gd name="csX51" fmla="*/ 236140 w 303924"/>
                <a:gd name="csY51" fmla="*/ 65824 h 529864"/>
                <a:gd name="csX52" fmla="*/ 235075 w 303924"/>
                <a:gd name="csY52" fmla="*/ 63963 h 529864"/>
                <a:gd name="csX53" fmla="*/ 225431 w 303924"/>
                <a:gd name="csY53" fmla="*/ 49977 h 529864"/>
                <a:gd name="csX54" fmla="*/ 213370 w 303924"/>
                <a:gd name="csY54" fmla="*/ 34129 h 529864"/>
                <a:gd name="csX55" fmla="*/ 210115 w 303924"/>
                <a:gd name="csY55" fmla="*/ 30043 h 529864"/>
                <a:gd name="csX56" fmla="*/ 196379 w 303924"/>
                <a:gd name="csY56" fmla="*/ 18282 h 529864"/>
                <a:gd name="csX57" fmla="*/ 185167 w 303924"/>
                <a:gd name="csY57" fmla="*/ 9163 h 529864"/>
                <a:gd name="csX58" fmla="*/ 166788 w 303924"/>
                <a:gd name="csY58" fmla="*/ 2435 h 529864"/>
                <a:gd name="csX59" fmla="*/ 160207 w 303924"/>
                <a:gd name="csY59" fmla="*/ 0 h 529864"/>
                <a:gd name="csX60" fmla="*/ 135247 w 303924"/>
                <a:gd name="csY60" fmla="*/ 1965 h 529864"/>
                <a:gd name="csX61" fmla="*/ 134337 w 303924"/>
                <a:gd name="csY61" fmla="*/ 2435 h 529864"/>
                <a:gd name="csX62" fmla="*/ 110286 w 303924"/>
                <a:gd name="csY62" fmla="*/ 15056 h 529864"/>
                <a:gd name="csX63" fmla="*/ 106924 w 303924"/>
                <a:gd name="csY63" fmla="*/ 18282 h 529864"/>
                <a:gd name="csX64" fmla="*/ 91046 w 303924"/>
                <a:gd name="csY64" fmla="*/ 34129 h 529864"/>
                <a:gd name="csX65" fmla="*/ 85338 w 303924"/>
                <a:gd name="csY65" fmla="*/ 40179 h 529864"/>
                <a:gd name="csX66" fmla="*/ 78506 w 303924"/>
                <a:gd name="csY66" fmla="*/ 49977 h 529864"/>
                <a:gd name="csX67" fmla="*/ 68251 w 303924"/>
                <a:gd name="csY67" fmla="*/ 65824 h 529864"/>
                <a:gd name="csX68" fmla="*/ 60378 w 303924"/>
                <a:gd name="csY68" fmla="*/ 79224 h 529864"/>
                <a:gd name="csX69" fmla="*/ 59122 w 303924"/>
                <a:gd name="csY69" fmla="*/ 81670 h 529864"/>
                <a:gd name="csX70" fmla="*/ 51368 w 303924"/>
                <a:gd name="csY70" fmla="*/ 97517 h 529864"/>
                <a:gd name="csX71" fmla="*/ 44392 w 303924"/>
                <a:gd name="csY71" fmla="*/ 113364 h 529864"/>
                <a:gd name="csX72" fmla="*/ 38146 w 303924"/>
                <a:gd name="csY72" fmla="*/ 129211 h 529864"/>
                <a:gd name="csX73" fmla="*/ 35418 w 303924"/>
                <a:gd name="csY73" fmla="*/ 136686 h 529864"/>
                <a:gd name="csX74" fmla="*/ 32403 w 303924"/>
                <a:gd name="csY74" fmla="*/ 145058 h 529864"/>
                <a:gd name="csX75" fmla="*/ 27150 w 303924"/>
                <a:gd name="csY75" fmla="*/ 160904 h 529864"/>
                <a:gd name="csX76" fmla="*/ 22471 w 303924"/>
                <a:gd name="csY76" fmla="*/ 176752 h 529864"/>
                <a:gd name="csX77" fmla="*/ 18331 w 303924"/>
                <a:gd name="csY77" fmla="*/ 192599 h 529864"/>
                <a:gd name="csX78" fmla="*/ 14694 w 303924"/>
                <a:gd name="csY78" fmla="*/ 208446 h 529864"/>
                <a:gd name="csX79" fmla="*/ 11535 w 303924"/>
                <a:gd name="csY79" fmla="*/ 224293 h 529864"/>
                <a:gd name="csX80" fmla="*/ 10470 w 303924"/>
                <a:gd name="csY80" fmla="*/ 230370 h 529864"/>
                <a:gd name="csX81" fmla="*/ 8555 w 303924"/>
                <a:gd name="csY81" fmla="*/ 240143 h 529864"/>
                <a:gd name="csX82" fmla="*/ 5899 w 303924"/>
                <a:gd name="csY82" fmla="*/ 255985 h 529864"/>
                <a:gd name="csX83" fmla="*/ 3733 w 303924"/>
                <a:gd name="csY83" fmla="*/ 271827 h 529864"/>
                <a:gd name="csX84" fmla="*/ 2046 w 303924"/>
                <a:gd name="csY84" fmla="*/ 287682 h 529864"/>
                <a:gd name="csX85" fmla="*/ 850 w 303924"/>
                <a:gd name="csY85" fmla="*/ 303524 h 529864"/>
                <a:gd name="csX86" fmla="*/ 167 w 303924"/>
                <a:gd name="csY86" fmla="*/ 319379 h 529864"/>
                <a:gd name="csX87" fmla="*/ 0 w 303924"/>
                <a:gd name="csY87" fmla="*/ 335221 h 529864"/>
                <a:gd name="csX88" fmla="*/ 431 w 303924"/>
                <a:gd name="csY88" fmla="*/ 351063 h 529864"/>
                <a:gd name="csX89" fmla="*/ 1520 w 303924"/>
                <a:gd name="csY89" fmla="*/ 366918 h 529864"/>
                <a:gd name="csX90" fmla="*/ 3362 w 303924"/>
                <a:gd name="csY90" fmla="*/ 382760 h 529864"/>
                <a:gd name="csX91" fmla="*/ 6102 w 303924"/>
                <a:gd name="csY91" fmla="*/ 398614 h 529864"/>
                <a:gd name="csX92" fmla="*/ 9955 w 303924"/>
                <a:gd name="csY92" fmla="*/ 414457 h 529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303924" h="529864">
                  <a:moveTo>
                    <a:pt x="9955" y="414457"/>
                  </a:moveTo>
                  <a:lnTo>
                    <a:pt x="10470" y="416084"/>
                  </a:lnTo>
                  <a:lnTo>
                    <a:pt x="14550" y="430299"/>
                  </a:lnTo>
                  <a:lnTo>
                    <a:pt x="20653" y="446153"/>
                  </a:lnTo>
                  <a:lnTo>
                    <a:pt x="28837" y="461996"/>
                  </a:lnTo>
                  <a:lnTo>
                    <a:pt x="35418" y="471832"/>
                  </a:lnTo>
                  <a:lnTo>
                    <a:pt x="39714" y="477838"/>
                  </a:lnTo>
                  <a:lnTo>
                    <a:pt x="54228" y="493693"/>
                  </a:lnTo>
                  <a:lnTo>
                    <a:pt x="60378" y="499029"/>
                  </a:lnTo>
                  <a:lnTo>
                    <a:pt x="75658" y="509535"/>
                  </a:lnTo>
                  <a:lnTo>
                    <a:pt x="85338" y="515063"/>
                  </a:lnTo>
                  <a:lnTo>
                    <a:pt x="110286" y="524456"/>
                  </a:lnTo>
                  <a:lnTo>
                    <a:pt x="115025" y="525389"/>
                  </a:lnTo>
                  <a:lnTo>
                    <a:pt x="135247" y="529182"/>
                  </a:lnTo>
                  <a:lnTo>
                    <a:pt x="160207" y="529865"/>
                  </a:lnTo>
                  <a:lnTo>
                    <a:pt x="185167" y="526574"/>
                  </a:lnTo>
                  <a:lnTo>
                    <a:pt x="189307" y="525389"/>
                  </a:lnTo>
                  <a:lnTo>
                    <a:pt x="210115" y="518952"/>
                  </a:lnTo>
                  <a:lnTo>
                    <a:pt x="228434" y="509535"/>
                  </a:lnTo>
                  <a:lnTo>
                    <a:pt x="235075" y="505515"/>
                  </a:lnTo>
                  <a:lnTo>
                    <a:pt x="249781" y="493693"/>
                  </a:lnTo>
                  <a:lnTo>
                    <a:pt x="260035" y="483055"/>
                  </a:lnTo>
                  <a:lnTo>
                    <a:pt x="264474" y="477838"/>
                  </a:lnTo>
                  <a:lnTo>
                    <a:pt x="275243" y="461996"/>
                  </a:lnTo>
                  <a:lnTo>
                    <a:pt x="283201" y="446153"/>
                  </a:lnTo>
                  <a:lnTo>
                    <a:pt x="284983" y="441619"/>
                  </a:lnTo>
                  <a:lnTo>
                    <a:pt x="289626" y="430299"/>
                  </a:lnTo>
                  <a:lnTo>
                    <a:pt x="294556" y="414457"/>
                  </a:lnTo>
                  <a:lnTo>
                    <a:pt x="298181" y="398614"/>
                  </a:lnTo>
                  <a:lnTo>
                    <a:pt x="300766" y="382760"/>
                  </a:lnTo>
                  <a:lnTo>
                    <a:pt x="302501" y="366918"/>
                  </a:lnTo>
                  <a:lnTo>
                    <a:pt x="303518" y="351063"/>
                  </a:lnTo>
                  <a:lnTo>
                    <a:pt x="303925" y="335221"/>
                  </a:lnTo>
                  <a:lnTo>
                    <a:pt x="303769" y="319379"/>
                  </a:lnTo>
                  <a:lnTo>
                    <a:pt x="303123" y="303524"/>
                  </a:lnTo>
                  <a:lnTo>
                    <a:pt x="301998" y="287682"/>
                  </a:lnTo>
                  <a:lnTo>
                    <a:pt x="300407" y="271827"/>
                  </a:lnTo>
                  <a:lnTo>
                    <a:pt x="298373" y="255985"/>
                  </a:lnTo>
                  <a:lnTo>
                    <a:pt x="295872" y="240143"/>
                  </a:lnTo>
                  <a:lnTo>
                    <a:pt x="292917" y="224293"/>
                  </a:lnTo>
                  <a:lnTo>
                    <a:pt x="289471" y="208446"/>
                  </a:lnTo>
                  <a:lnTo>
                    <a:pt x="285498" y="192599"/>
                  </a:lnTo>
                  <a:lnTo>
                    <a:pt x="284983" y="190706"/>
                  </a:lnTo>
                  <a:lnTo>
                    <a:pt x="281430" y="176752"/>
                  </a:lnTo>
                  <a:lnTo>
                    <a:pt x="276895" y="160904"/>
                  </a:lnTo>
                  <a:lnTo>
                    <a:pt x="271785" y="145058"/>
                  </a:lnTo>
                  <a:lnTo>
                    <a:pt x="266066" y="129211"/>
                  </a:lnTo>
                  <a:lnTo>
                    <a:pt x="260035" y="114181"/>
                  </a:lnTo>
                  <a:lnTo>
                    <a:pt x="259688" y="113364"/>
                  </a:lnTo>
                  <a:lnTo>
                    <a:pt x="252664" y="97517"/>
                  </a:lnTo>
                  <a:lnTo>
                    <a:pt x="244839" y="81670"/>
                  </a:lnTo>
                  <a:lnTo>
                    <a:pt x="236140" y="65824"/>
                  </a:lnTo>
                  <a:lnTo>
                    <a:pt x="235075" y="63963"/>
                  </a:lnTo>
                  <a:lnTo>
                    <a:pt x="225431" y="49977"/>
                  </a:lnTo>
                  <a:lnTo>
                    <a:pt x="213370" y="34129"/>
                  </a:lnTo>
                  <a:lnTo>
                    <a:pt x="210115" y="30043"/>
                  </a:lnTo>
                  <a:lnTo>
                    <a:pt x="196379" y="18282"/>
                  </a:lnTo>
                  <a:lnTo>
                    <a:pt x="185167" y="9163"/>
                  </a:lnTo>
                  <a:lnTo>
                    <a:pt x="166788" y="2435"/>
                  </a:lnTo>
                  <a:lnTo>
                    <a:pt x="160207" y="0"/>
                  </a:lnTo>
                  <a:lnTo>
                    <a:pt x="135247" y="1965"/>
                  </a:lnTo>
                  <a:lnTo>
                    <a:pt x="134337" y="2435"/>
                  </a:lnTo>
                  <a:lnTo>
                    <a:pt x="110286" y="15056"/>
                  </a:lnTo>
                  <a:lnTo>
                    <a:pt x="106924" y="18282"/>
                  </a:lnTo>
                  <a:lnTo>
                    <a:pt x="91046" y="34129"/>
                  </a:lnTo>
                  <a:lnTo>
                    <a:pt x="85338" y="40179"/>
                  </a:lnTo>
                  <a:lnTo>
                    <a:pt x="78506" y="49977"/>
                  </a:lnTo>
                  <a:lnTo>
                    <a:pt x="68251" y="65824"/>
                  </a:lnTo>
                  <a:lnTo>
                    <a:pt x="60378" y="79224"/>
                  </a:lnTo>
                  <a:lnTo>
                    <a:pt x="59122" y="81670"/>
                  </a:lnTo>
                  <a:lnTo>
                    <a:pt x="51368" y="97517"/>
                  </a:lnTo>
                  <a:lnTo>
                    <a:pt x="44392" y="113364"/>
                  </a:lnTo>
                  <a:lnTo>
                    <a:pt x="38146" y="129211"/>
                  </a:lnTo>
                  <a:lnTo>
                    <a:pt x="35418" y="136686"/>
                  </a:lnTo>
                  <a:lnTo>
                    <a:pt x="32403" y="145058"/>
                  </a:lnTo>
                  <a:lnTo>
                    <a:pt x="27150" y="160904"/>
                  </a:lnTo>
                  <a:lnTo>
                    <a:pt x="22471" y="176752"/>
                  </a:lnTo>
                  <a:lnTo>
                    <a:pt x="18331" y="192599"/>
                  </a:lnTo>
                  <a:lnTo>
                    <a:pt x="14694" y="208446"/>
                  </a:lnTo>
                  <a:lnTo>
                    <a:pt x="11535" y="224293"/>
                  </a:lnTo>
                  <a:lnTo>
                    <a:pt x="10470" y="230370"/>
                  </a:lnTo>
                  <a:lnTo>
                    <a:pt x="8555" y="240143"/>
                  </a:lnTo>
                  <a:lnTo>
                    <a:pt x="5899" y="255985"/>
                  </a:lnTo>
                  <a:lnTo>
                    <a:pt x="3733" y="271827"/>
                  </a:lnTo>
                  <a:lnTo>
                    <a:pt x="2046" y="287682"/>
                  </a:lnTo>
                  <a:lnTo>
                    <a:pt x="850" y="303524"/>
                  </a:lnTo>
                  <a:lnTo>
                    <a:pt x="167" y="319379"/>
                  </a:lnTo>
                  <a:lnTo>
                    <a:pt x="0" y="335221"/>
                  </a:lnTo>
                  <a:lnTo>
                    <a:pt x="431" y="351063"/>
                  </a:lnTo>
                  <a:lnTo>
                    <a:pt x="1520" y="366918"/>
                  </a:lnTo>
                  <a:lnTo>
                    <a:pt x="3362" y="382760"/>
                  </a:lnTo>
                  <a:lnTo>
                    <a:pt x="6102" y="398614"/>
                  </a:lnTo>
                  <a:lnTo>
                    <a:pt x="9955" y="414457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2F4EEFDE-58B4-6C83-46BB-53650EDA8E07}"/>
                </a:ext>
              </a:extLst>
            </p:cNvPr>
            <p:cNvSpPr/>
            <p:nvPr/>
          </p:nvSpPr>
          <p:spPr>
            <a:xfrm>
              <a:off x="7561665" y="4190434"/>
              <a:ext cx="176850" cy="305511"/>
            </a:xfrm>
            <a:custGeom>
              <a:avLst/>
              <a:gdLst>
                <a:gd name="csX0" fmla="*/ 17434 w 176850"/>
                <a:gd name="csY0" fmla="*/ 258296 h 305511"/>
                <a:gd name="csX1" fmla="*/ 21694 w 176850"/>
                <a:gd name="csY1" fmla="*/ 265870 h 305511"/>
                <a:gd name="csX2" fmla="*/ 27880 w 176850"/>
                <a:gd name="csY2" fmla="*/ 274138 h 305511"/>
                <a:gd name="csX3" fmla="*/ 43375 w 176850"/>
                <a:gd name="csY3" fmla="*/ 289992 h 305511"/>
                <a:gd name="csX4" fmla="*/ 46642 w 176850"/>
                <a:gd name="csY4" fmla="*/ 292684 h 305511"/>
                <a:gd name="csX5" fmla="*/ 71602 w 176850"/>
                <a:gd name="csY5" fmla="*/ 303920 h 305511"/>
                <a:gd name="csX6" fmla="*/ 96562 w 176850"/>
                <a:gd name="csY6" fmla="*/ 305512 h 305511"/>
                <a:gd name="csX7" fmla="*/ 121522 w 176850"/>
                <a:gd name="csY7" fmla="*/ 297758 h 305511"/>
                <a:gd name="csX8" fmla="*/ 132626 w 176850"/>
                <a:gd name="csY8" fmla="*/ 289992 h 305511"/>
                <a:gd name="csX9" fmla="*/ 146470 w 176850"/>
                <a:gd name="csY9" fmla="*/ 277823 h 305511"/>
                <a:gd name="csX10" fmla="*/ 149330 w 176850"/>
                <a:gd name="csY10" fmla="*/ 274138 h 305511"/>
                <a:gd name="csX11" fmla="*/ 159046 w 176850"/>
                <a:gd name="csY11" fmla="*/ 258296 h 305511"/>
                <a:gd name="csX12" fmla="*/ 166190 w 176850"/>
                <a:gd name="csY12" fmla="*/ 242453 h 305511"/>
                <a:gd name="csX13" fmla="*/ 171275 w 176850"/>
                <a:gd name="csY13" fmla="*/ 226599 h 305511"/>
                <a:gd name="csX14" fmla="*/ 171430 w 176850"/>
                <a:gd name="csY14" fmla="*/ 225905 h 305511"/>
                <a:gd name="csX15" fmla="*/ 174338 w 176850"/>
                <a:gd name="csY15" fmla="*/ 210756 h 305511"/>
                <a:gd name="csX16" fmla="*/ 176145 w 176850"/>
                <a:gd name="csY16" fmla="*/ 194902 h 305511"/>
                <a:gd name="csX17" fmla="*/ 176851 w 176850"/>
                <a:gd name="csY17" fmla="*/ 179060 h 305511"/>
                <a:gd name="csX18" fmla="*/ 176588 w 176850"/>
                <a:gd name="csY18" fmla="*/ 163217 h 305511"/>
                <a:gd name="csX19" fmla="*/ 175439 w 176850"/>
                <a:gd name="csY19" fmla="*/ 147363 h 305511"/>
                <a:gd name="csX20" fmla="*/ 173465 w 176850"/>
                <a:gd name="csY20" fmla="*/ 131521 h 305511"/>
                <a:gd name="csX21" fmla="*/ 171430 w 176850"/>
                <a:gd name="csY21" fmla="*/ 119902 h 305511"/>
                <a:gd name="csX22" fmla="*/ 170581 w 176850"/>
                <a:gd name="csY22" fmla="*/ 115666 h 305511"/>
                <a:gd name="csX23" fmla="*/ 166572 w 176850"/>
                <a:gd name="csY23" fmla="*/ 99824 h 305511"/>
                <a:gd name="csX24" fmla="*/ 161655 w 176850"/>
                <a:gd name="csY24" fmla="*/ 83981 h 305511"/>
                <a:gd name="csX25" fmla="*/ 155815 w 176850"/>
                <a:gd name="csY25" fmla="*/ 68132 h 305511"/>
                <a:gd name="csX26" fmla="*/ 149019 w 176850"/>
                <a:gd name="csY26" fmla="*/ 52285 h 305511"/>
                <a:gd name="csX27" fmla="*/ 146470 w 176850"/>
                <a:gd name="csY27" fmla="*/ 46941 h 305511"/>
                <a:gd name="csX28" fmla="*/ 139351 w 176850"/>
                <a:gd name="csY28" fmla="*/ 36437 h 305511"/>
                <a:gd name="csX29" fmla="*/ 127325 w 176850"/>
                <a:gd name="csY29" fmla="*/ 20590 h 305511"/>
                <a:gd name="csX30" fmla="*/ 121522 w 176850"/>
                <a:gd name="csY30" fmla="*/ 13612 h 305511"/>
                <a:gd name="csX31" fmla="*/ 105560 w 176850"/>
                <a:gd name="csY31" fmla="*/ 4743 h 305511"/>
                <a:gd name="csX32" fmla="*/ 96562 w 176850"/>
                <a:gd name="csY32" fmla="*/ 0 h 305511"/>
                <a:gd name="csX33" fmla="*/ 71602 w 176850"/>
                <a:gd name="csY33" fmla="*/ 2787 h 305511"/>
                <a:gd name="csX34" fmla="*/ 68957 w 176850"/>
                <a:gd name="csY34" fmla="*/ 4743 h 305511"/>
                <a:gd name="csX35" fmla="*/ 48939 w 176850"/>
                <a:gd name="csY35" fmla="*/ 20590 h 305511"/>
                <a:gd name="csX36" fmla="*/ 46642 w 176850"/>
                <a:gd name="csY36" fmla="*/ 22553 h 305511"/>
                <a:gd name="csX37" fmla="*/ 37488 w 176850"/>
                <a:gd name="csY37" fmla="*/ 36437 h 305511"/>
                <a:gd name="csX38" fmla="*/ 28239 w 176850"/>
                <a:gd name="csY38" fmla="*/ 52285 h 305511"/>
                <a:gd name="csX39" fmla="*/ 21694 w 176850"/>
                <a:gd name="csY39" fmla="*/ 65070 h 305511"/>
                <a:gd name="csX40" fmla="*/ 20497 w 176850"/>
                <a:gd name="csY40" fmla="*/ 68132 h 305511"/>
                <a:gd name="csX41" fmla="*/ 14981 w 176850"/>
                <a:gd name="csY41" fmla="*/ 83981 h 305511"/>
                <a:gd name="csX42" fmla="*/ 10338 w 176850"/>
                <a:gd name="csY42" fmla="*/ 99824 h 305511"/>
                <a:gd name="csX43" fmla="*/ 6533 w 176850"/>
                <a:gd name="csY43" fmla="*/ 115666 h 305511"/>
                <a:gd name="csX44" fmla="*/ 3590 w 176850"/>
                <a:gd name="csY44" fmla="*/ 131521 h 305511"/>
                <a:gd name="csX45" fmla="*/ 1484 w 176850"/>
                <a:gd name="csY45" fmla="*/ 147363 h 305511"/>
                <a:gd name="csX46" fmla="*/ 275 w 176850"/>
                <a:gd name="csY46" fmla="*/ 163217 h 305511"/>
                <a:gd name="csX47" fmla="*/ 0 w 176850"/>
                <a:gd name="csY47" fmla="*/ 179060 h 305511"/>
                <a:gd name="csX48" fmla="*/ 754 w 176850"/>
                <a:gd name="csY48" fmla="*/ 194902 h 305511"/>
                <a:gd name="csX49" fmla="*/ 2656 w 176850"/>
                <a:gd name="csY49" fmla="*/ 210756 h 305511"/>
                <a:gd name="csX50" fmla="*/ 5887 w 176850"/>
                <a:gd name="csY50" fmla="*/ 226599 h 305511"/>
                <a:gd name="csX51" fmla="*/ 10697 w 176850"/>
                <a:gd name="csY51" fmla="*/ 242453 h 305511"/>
                <a:gd name="csX52" fmla="*/ 17434 w 176850"/>
                <a:gd name="csY52" fmla="*/ 258296 h 305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</a:cxnLst>
              <a:rect l="l" t="t" r="r" b="b"/>
              <a:pathLst>
                <a:path w="176850" h="305511">
                  <a:moveTo>
                    <a:pt x="17434" y="258296"/>
                  </a:moveTo>
                  <a:lnTo>
                    <a:pt x="21694" y="265870"/>
                  </a:lnTo>
                  <a:lnTo>
                    <a:pt x="27880" y="274138"/>
                  </a:lnTo>
                  <a:lnTo>
                    <a:pt x="43375" y="289992"/>
                  </a:lnTo>
                  <a:lnTo>
                    <a:pt x="46642" y="292684"/>
                  </a:lnTo>
                  <a:lnTo>
                    <a:pt x="71602" y="303920"/>
                  </a:lnTo>
                  <a:lnTo>
                    <a:pt x="96562" y="305512"/>
                  </a:lnTo>
                  <a:lnTo>
                    <a:pt x="121522" y="297758"/>
                  </a:lnTo>
                  <a:lnTo>
                    <a:pt x="132626" y="289992"/>
                  </a:lnTo>
                  <a:lnTo>
                    <a:pt x="146470" y="277823"/>
                  </a:lnTo>
                  <a:lnTo>
                    <a:pt x="149330" y="274138"/>
                  </a:lnTo>
                  <a:lnTo>
                    <a:pt x="159046" y="258296"/>
                  </a:lnTo>
                  <a:lnTo>
                    <a:pt x="166190" y="242453"/>
                  </a:lnTo>
                  <a:lnTo>
                    <a:pt x="171275" y="226599"/>
                  </a:lnTo>
                  <a:lnTo>
                    <a:pt x="171430" y="225905"/>
                  </a:lnTo>
                  <a:lnTo>
                    <a:pt x="174338" y="210756"/>
                  </a:lnTo>
                  <a:lnTo>
                    <a:pt x="176145" y="194902"/>
                  </a:lnTo>
                  <a:lnTo>
                    <a:pt x="176851" y="179060"/>
                  </a:lnTo>
                  <a:lnTo>
                    <a:pt x="176588" y="163217"/>
                  </a:lnTo>
                  <a:lnTo>
                    <a:pt x="175439" y="147363"/>
                  </a:lnTo>
                  <a:lnTo>
                    <a:pt x="173465" y="131521"/>
                  </a:lnTo>
                  <a:lnTo>
                    <a:pt x="171430" y="119902"/>
                  </a:lnTo>
                  <a:lnTo>
                    <a:pt x="170581" y="115666"/>
                  </a:lnTo>
                  <a:lnTo>
                    <a:pt x="166572" y="99824"/>
                  </a:lnTo>
                  <a:lnTo>
                    <a:pt x="161655" y="83981"/>
                  </a:lnTo>
                  <a:lnTo>
                    <a:pt x="155815" y="68132"/>
                  </a:lnTo>
                  <a:lnTo>
                    <a:pt x="149019" y="52285"/>
                  </a:lnTo>
                  <a:lnTo>
                    <a:pt x="146470" y="46941"/>
                  </a:lnTo>
                  <a:lnTo>
                    <a:pt x="139351" y="36437"/>
                  </a:lnTo>
                  <a:lnTo>
                    <a:pt x="127325" y="20590"/>
                  </a:lnTo>
                  <a:lnTo>
                    <a:pt x="121522" y="13612"/>
                  </a:lnTo>
                  <a:lnTo>
                    <a:pt x="105560" y="4743"/>
                  </a:lnTo>
                  <a:lnTo>
                    <a:pt x="96562" y="0"/>
                  </a:lnTo>
                  <a:lnTo>
                    <a:pt x="71602" y="2787"/>
                  </a:lnTo>
                  <a:lnTo>
                    <a:pt x="68957" y="4743"/>
                  </a:lnTo>
                  <a:lnTo>
                    <a:pt x="48939" y="20590"/>
                  </a:lnTo>
                  <a:lnTo>
                    <a:pt x="46642" y="22553"/>
                  </a:lnTo>
                  <a:lnTo>
                    <a:pt x="37488" y="36437"/>
                  </a:lnTo>
                  <a:lnTo>
                    <a:pt x="28239" y="52285"/>
                  </a:lnTo>
                  <a:lnTo>
                    <a:pt x="21694" y="65070"/>
                  </a:lnTo>
                  <a:lnTo>
                    <a:pt x="20497" y="68132"/>
                  </a:lnTo>
                  <a:lnTo>
                    <a:pt x="14981" y="83981"/>
                  </a:lnTo>
                  <a:lnTo>
                    <a:pt x="10338" y="99824"/>
                  </a:lnTo>
                  <a:lnTo>
                    <a:pt x="6533" y="115666"/>
                  </a:lnTo>
                  <a:lnTo>
                    <a:pt x="3590" y="131521"/>
                  </a:lnTo>
                  <a:lnTo>
                    <a:pt x="1484" y="147363"/>
                  </a:lnTo>
                  <a:lnTo>
                    <a:pt x="275" y="163217"/>
                  </a:lnTo>
                  <a:lnTo>
                    <a:pt x="0" y="179060"/>
                  </a:lnTo>
                  <a:lnTo>
                    <a:pt x="754" y="194902"/>
                  </a:lnTo>
                  <a:lnTo>
                    <a:pt x="2656" y="210756"/>
                  </a:lnTo>
                  <a:lnTo>
                    <a:pt x="5887" y="226599"/>
                  </a:lnTo>
                  <a:lnTo>
                    <a:pt x="10697" y="242453"/>
                  </a:lnTo>
                  <a:lnTo>
                    <a:pt x="17434" y="258296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EC51D18-F66B-99B9-6103-B874AD4B13A5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EC51D18-F66B-99B9-6103-B874AD4B13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3433872F-F88C-0400-BB41-A63204C71C68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FAC856F-5A5C-86D1-FA17-AE6AF48260D1}"/>
              </a:ext>
            </a:extLst>
          </p:cNvPr>
          <p:cNvCxnSpPr>
            <a:cxnSpLocks/>
            <a:stCxn id="25" idx="3"/>
            <a:endCxn id="2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A5CB390-5CC1-BB12-1BE4-CF292883856B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A5CB390-5CC1-BB12-1BE4-CF29288385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81AFE64-6FFF-C52E-445C-29D5344C7B1F}"/>
              </a:ext>
            </a:extLst>
          </p:cNvPr>
          <p:cNvCxnSpPr>
            <a:cxnSpLocks/>
            <a:stCxn id="2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F307CCE-4F43-BAB6-D263-6646C5B25882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F307CCE-4F43-BAB6-D263-6646C5B25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BB41E19-0436-CCCA-3888-18274D48A6D3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BB41E19-0436-CCCA-3888-18274D48A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8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FB4895A-75EA-1B4F-B994-F6BAB355DDD6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FB4895A-75EA-1B4F-B994-F6BAB355D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4C6027-E389-2677-299D-0EDD8CDA595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16EC8C-A029-E0B3-DBEC-2081E96B5CD4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92FBACE-4401-AD80-659C-23D6EAFBDDB2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F83EBB6-6B30-46F3-FC30-C68A03F3FC7B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7405388-B609-9084-A4FA-EE4882EE0FD8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7405388-B609-9084-A4FA-EE4882EE0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EBE77B1-75F4-E297-BA49-9155EDC8DA4B}"/>
                  </a:ext>
                </a:extLst>
              </p:cNvPr>
              <p:cNvSpPr txBox="1"/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EBE77B1-75F4-E297-BA49-9155EDC8D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blipFill>
                <a:blip r:embed="rId11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77803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4" dur="100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1000"/>
                                        <p:tgtEl>
                                          <p:spTgt spid="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10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6" dur="10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315" grpId="0"/>
      <p:bldP spid="3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9AF60-C741-30CB-F048-A662424F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69">
            <a:extLst>
              <a:ext uri="{FF2B5EF4-FFF2-40B4-BE49-F238E27FC236}">
                <a16:creationId xmlns:a16="http://schemas.microsoft.com/office/drawing/2014/main" id="{E570B84E-7E9C-13F9-C750-72C08FCEDAB8}"/>
              </a:ext>
            </a:extLst>
          </p:cNvPr>
          <p:cNvSpPr txBox="1"/>
          <p:nvPr/>
        </p:nvSpPr>
        <p:spPr bwMode="gray">
          <a:xfrm>
            <a:off x="3355523" y="3503739"/>
            <a:ext cx="4103111" cy="73866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FACBC22-34CA-4734-3C01-40B830246D4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62775" y="4417521"/>
                <a:ext cx="8023813" cy="613729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three messages (</a:t>
                </a:r>
                <a:r>
                  <a:rPr lang="en-US">
                    <a:solidFill>
                      <a:schemeClr val="tx1"/>
                    </a:solidFill>
                  </a:rPr>
                  <a:t>six equations) are </a:t>
                </a:r>
                <a:r>
                  <a:rPr lang="en-US" dirty="0">
                    <a:solidFill>
                      <a:schemeClr val="tx1"/>
                    </a:solidFill>
                  </a:rPr>
                  <a:t>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Iterate to solve for the six parameters of the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FACBC22-34CA-4734-3C01-40B830246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62775" y="4417521"/>
                <a:ext cx="8023813" cy="613729"/>
              </a:xfrm>
              <a:blipFill>
                <a:blip r:embed="rId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0283C48-47B7-FD9A-29BB-444992997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 with Variable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5420CDC-5331-4EFB-1E16-56EA5DE6C261}"/>
                  </a:ext>
                </a:extLst>
              </p:cNvPr>
              <p:cNvSpPr/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5420CDC-5331-4EFB-1E16-56EA5DE6C2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0376180-7F93-5698-5A7B-53D5FF70B5E3}"/>
              </a:ext>
            </a:extLst>
          </p:cNvPr>
          <p:cNvSpPr/>
          <p:nvPr/>
        </p:nvSpPr>
        <p:spPr bwMode="gray">
          <a:xfrm>
            <a:off x="7858283" y="190603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4E9E21-72DF-F826-16B6-81CBBB41B697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84282" y="1969034"/>
            <a:ext cx="82601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358156-446E-2D4E-107E-6EF819D8B8A6}"/>
                  </a:ext>
                </a:extLst>
              </p:cNvPr>
              <p:cNvSpPr/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358156-446E-2D4E-107E-6EF819D8B8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3B1EF2F-A06E-D3D7-EDCB-7310AAD81B9F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960416"/>
            <a:ext cx="809017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E9605E-2C00-D943-33AA-1515CEE66864}"/>
                  </a:ext>
                </a:extLst>
              </p:cNvPr>
              <p:cNvSpPr txBox="1"/>
              <p:nvPr/>
            </p:nvSpPr>
            <p:spPr bwMode="gray">
              <a:xfrm>
                <a:off x="377656" y="1354576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E9605E-2C00-D943-33AA-1515CEE66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7656" y="1354576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l="-1408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4D952B-1ADE-691D-C70B-BA1704B69771}"/>
                  </a:ext>
                </a:extLst>
              </p:cNvPr>
              <p:cNvSpPr txBox="1"/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4D952B-1ADE-691D-C70B-BA1704B69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1CE35-87E3-E253-B737-2F68EA76FDBD}"/>
                  </a:ext>
                </a:extLst>
              </p:cNvPr>
              <p:cNvSpPr txBox="1"/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1CE35-87E3-E253-B737-2F68EA76F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1D7C08-3BBA-3E61-9415-65EA03EE6ED4}"/>
                  </a:ext>
                </a:extLst>
              </p:cNvPr>
              <p:cNvSpPr txBox="1"/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1D7C08-3BBA-3E61-9415-65EA03EE6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AE00484-F33F-BA7E-FBA4-7D022E94CE5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2035144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2204BE8-0401-A758-C987-35C94F33426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203203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2645DF-C7A2-858E-0E63-E162D17DCBC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89421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CDC8B16-2110-1BC1-2A02-F8D5D3650D70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887425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3BC2D66-7F91-3634-3B22-BC54BF116A0A}"/>
                  </a:ext>
                </a:extLst>
              </p:cNvPr>
              <p:cNvSpPr txBox="1"/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3BC2D66-7F91-3634-3B22-BC54BF116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99A1533E-3694-5559-8D7B-D38AF7F69215}"/>
              </a:ext>
            </a:extLst>
          </p:cNvPr>
          <p:cNvSpPr txBox="1"/>
          <p:nvPr/>
        </p:nvSpPr>
        <p:spPr bwMode="gray">
          <a:xfrm>
            <a:off x="3355524" y="1882175"/>
            <a:ext cx="3244761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D6ABF7-4238-FC90-97BE-4D5CCABA7189}"/>
                  </a:ext>
                </a:extLst>
              </p:cNvPr>
              <p:cNvSpPr txBox="1"/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D6ABF7-4238-FC90-97BE-4D5CCABA7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blipFill>
                <a:blip r:embed="rId10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1D2887-0A26-48CA-D6AF-73B856F24B5B}"/>
                  </a:ext>
                </a:extLst>
              </p:cNvPr>
              <p:cNvSpPr txBox="1"/>
              <p:nvPr/>
            </p:nvSpPr>
            <p:spPr bwMode="gray">
              <a:xfrm>
                <a:off x="956604" y="317768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12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sSup>
                                                  <m:sSup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𝑋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𝑌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og</m:t>
                                            </m:r>
                                          </m:fName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1D2887-0A26-48CA-D6AF-73B856F24B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56604" y="3177688"/>
                <a:ext cx="2223876" cy="9908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594574-ADBB-7DF1-FE8D-4DE3D94E3CEF}"/>
                  </a:ext>
                </a:extLst>
              </p:cNvPr>
              <p:cNvSpPr txBox="1"/>
              <p:nvPr/>
            </p:nvSpPr>
            <p:spPr bwMode="gray">
              <a:xfrm>
                <a:off x="3304905" y="1865164"/>
                <a:ext cx="331595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594574-ADBB-7DF1-FE8D-4DE3D94E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04905" y="1865164"/>
                <a:ext cx="3315954" cy="3687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1E50946-525D-A78A-90B4-EF4794365742}"/>
                  </a:ext>
                </a:extLst>
              </p:cNvPr>
              <p:cNvSpPr txBox="1"/>
              <p:nvPr/>
            </p:nvSpPr>
            <p:spPr bwMode="gray">
              <a:xfrm>
                <a:off x="3182165" y="3490854"/>
                <a:ext cx="3499540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1E50946-525D-A78A-90B4-EF4794365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82165" y="3490854"/>
                <a:ext cx="3499540" cy="3687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241D682-6EAF-47ED-C091-BF26F43C6A76}"/>
                  </a:ext>
                </a:extLst>
              </p:cNvPr>
              <p:cNvSpPr txBox="1"/>
              <p:nvPr/>
            </p:nvSpPr>
            <p:spPr bwMode="gray">
              <a:xfrm>
                <a:off x="3936410" y="2137771"/>
                <a:ext cx="2617918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241D682-6EAF-47ED-C091-BF26F43C6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36410" y="2137771"/>
                <a:ext cx="2617918" cy="30726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4147884-48B2-BC97-AD53-6C21E95FB00D}"/>
                  </a:ext>
                </a:extLst>
              </p:cNvPr>
              <p:cNvSpPr txBox="1"/>
              <p:nvPr/>
            </p:nvSpPr>
            <p:spPr bwMode="gray">
              <a:xfrm>
                <a:off x="3282686" y="3771009"/>
                <a:ext cx="4330749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4147884-48B2-BC97-AD53-6C21E95FB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82686" y="3771009"/>
                <a:ext cx="4330749" cy="5173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DA670F8-7A8F-A36F-362A-56F57C58D1B7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1369779" y="1927503"/>
            <a:ext cx="206175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A447D01-4C8F-A250-9BA4-D3A68A8CACC2}"/>
                  </a:ext>
                </a:extLst>
              </p:cNvPr>
              <p:cNvSpPr txBox="1"/>
              <p:nvPr/>
            </p:nvSpPr>
            <p:spPr bwMode="gray">
              <a:xfrm>
                <a:off x="956604" y="1833976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A447D01-4C8F-A250-9BA4-D3A68A8CA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56604" y="1833976"/>
                <a:ext cx="413175" cy="187054"/>
              </a:xfrm>
              <a:prstGeom prst="rect">
                <a:avLst/>
              </a:prstGeom>
              <a:blipFill>
                <a:blip r:embed="rId16"/>
                <a:stretch>
                  <a:fillRect l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38FFB7C8-BB22-0854-A45C-1F525A7BDACD}"/>
              </a:ext>
            </a:extLst>
          </p:cNvPr>
          <p:cNvSpPr/>
          <p:nvPr/>
        </p:nvSpPr>
        <p:spPr bwMode="gray">
          <a:xfrm>
            <a:off x="1575954" y="2040939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C094476-06B4-DEE3-D6D2-020EA3A88371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2521821" y="1934692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EDC41AD-E20B-A9D8-5871-E524D19EF5CE}"/>
                  </a:ext>
                </a:extLst>
              </p:cNvPr>
              <p:cNvSpPr txBox="1"/>
              <p:nvPr/>
            </p:nvSpPr>
            <p:spPr bwMode="gray">
              <a:xfrm>
                <a:off x="2805784" y="184116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EDC41AD-E20B-A9D8-5871-E524D19EF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05784" y="1841165"/>
                <a:ext cx="375614" cy="1870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2EF75BA0-4054-2FB8-1E07-22E1521B5BE3}"/>
              </a:ext>
            </a:extLst>
          </p:cNvPr>
          <p:cNvSpPr/>
          <p:nvPr/>
        </p:nvSpPr>
        <p:spPr bwMode="gray">
          <a:xfrm>
            <a:off x="2094215" y="1940961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1B50D9F-04FE-CFFE-86D3-79CD7B5F60B1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1252763" y="3357848"/>
            <a:ext cx="334485" cy="3001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14041CB-EDEA-A40F-F717-C64D40A5DAE7}"/>
                  </a:ext>
                </a:extLst>
              </p:cNvPr>
              <p:cNvSpPr txBox="1"/>
              <p:nvPr/>
            </p:nvSpPr>
            <p:spPr bwMode="gray">
              <a:xfrm>
                <a:off x="839588" y="3264321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14041CB-EDEA-A40F-F717-C64D40A5D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588" y="3264321"/>
                <a:ext cx="413175" cy="187054"/>
              </a:xfrm>
              <a:prstGeom prst="rect">
                <a:avLst/>
              </a:prstGeom>
              <a:blipFill>
                <a:blip r:embed="rId18"/>
                <a:stretch>
                  <a:fillRect l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1E57D2A6-F912-7C89-8EAB-5C59643D2AB1}"/>
              </a:ext>
            </a:extLst>
          </p:cNvPr>
          <p:cNvSpPr/>
          <p:nvPr/>
        </p:nvSpPr>
        <p:spPr bwMode="gray">
          <a:xfrm>
            <a:off x="1587248" y="3281230"/>
            <a:ext cx="717335" cy="75347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C9D5057-B563-721F-62B4-2526011F8516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2855928" y="3355390"/>
            <a:ext cx="285274" cy="309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988B597-03E1-A040-5876-DD842DCB1E82}"/>
                  </a:ext>
                </a:extLst>
              </p:cNvPr>
              <p:cNvSpPr txBox="1"/>
              <p:nvPr/>
            </p:nvSpPr>
            <p:spPr bwMode="gray">
              <a:xfrm>
                <a:off x="3141202" y="3261863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988B597-03E1-A040-5876-DD842DCB1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41202" y="3261863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D561BE9-CC2F-A459-C68E-29245D9B2AC5}"/>
              </a:ext>
            </a:extLst>
          </p:cNvPr>
          <p:cNvSpPr/>
          <p:nvPr/>
        </p:nvSpPr>
        <p:spPr bwMode="gray">
          <a:xfrm>
            <a:off x="2428322" y="3487955"/>
            <a:ext cx="427606" cy="3547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C711818-5937-4E78-3D32-EA8F52BBACB2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 flipV="1">
            <a:off x="6389502" y="2305409"/>
            <a:ext cx="704107" cy="29265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DDCCFC5-73A1-7914-4764-CE58487AE5E7}"/>
                  </a:ext>
                </a:extLst>
              </p:cNvPr>
              <p:cNvSpPr txBox="1"/>
              <p:nvPr/>
            </p:nvSpPr>
            <p:spPr bwMode="gray">
              <a:xfrm>
                <a:off x="7093609" y="2504540"/>
                <a:ext cx="157715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DDCCFC5-73A1-7914-4764-CE58487AE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2504540"/>
                <a:ext cx="1577150" cy="187054"/>
              </a:xfrm>
              <a:prstGeom prst="round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59197A7-1390-1374-227F-602E916D104A}"/>
              </a:ext>
            </a:extLst>
          </p:cNvPr>
          <p:cNvSpPr/>
          <p:nvPr/>
        </p:nvSpPr>
        <p:spPr bwMode="gray">
          <a:xfrm>
            <a:off x="5814291" y="2201200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7D8937D-0914-16BC-0CB1-5B07E8E4BCF1}"/>
              </a:ext>
            </a:extLst>
          </p:cNvPr>
          <p:cNvCxnSpPr>
            <a:cxnSpLocks/>
            <a:stCxn id="88" idx="1"/>
            <a:endCxn id="89" idx="0"/>
          </p:cNvCxnSpPr>
          <p:nvPr/>
        </p:nvCxnSpPr>
        <p:spPr bwMode="gray">
          <a:xfrm flipH="1">
            <a:off x="7027032" y="3183877"/>
            <a:ext cx="66577" cy="7485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00AEDB9-17BD-AC73-4BC1-12EC22AF6B86}"/>
                  </a:ext>
                </a:extLst>
              </p:cNvPr>
              <p:cNvSpPr txBox="1"/>
              <p:nvPr/>
            </p:nvSpPr>
            <p:spPr bwMode="gray">
              <a:xfrm>
                <a:off x="7093609" y="3090350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00AEDB9-17BD-AC73-4BC1-12EC22AF6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3090350"/>
                <a:ext cx="1483360" cy="187054"/>
              </a:xfrm>
              <a:prstGeom prst="roundRect">
                <a:avLst/>
              </a:prstGeom>
              <a:blipFill>
                <a:blip r:embed="rId21"/>
                <a:stretch>
                  <a:fillRect l="-847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FF7013AF-3949-5FFA-32D9-BFFDE283B152}"/>
              </a:ext>
            </a:extLst>
          </p:cNvPr>
          <p:cNvSpPr/>
          <p:nvPr/>
        </p:nvSpPr>
        <p:spPr bwMode="gray">
          <a:xfrm>
            <a:off x="6720800" y="3932437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9070F65-5B69-132D-4A17-48FF6E08BF97}"/>
                  </a:ext>
                </a:extLst>
              </p:cNvPr>
              <p:cNvSpPr txBox="1"/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9070F65-5B69-132D-4A17-48FF6E08B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blipFill>
                <a:blip r:embed="rId2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F509BA-88F0-4F3E-B2BF-999AE08CB7F4}"/>
                  </a:ext>
                </a:extLst>
              </p:cNvPr>
              <p:cNvSpPr txBox="1"/>
              <p:nvPr/>
            </p:nvSpPr>
            <p:spPr bwMode="gray">
              <a:xfrm>
                <a:off x="2124361" y="1211603"/>
                <a:ext cx="3121008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func>
                                    <m:func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</m:d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𝑋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𝑌</m:t>
                                                  </m:r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F509BA-88F0-4F3E-B2BF-999AE08CB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24361" y="1211603"/>
                <a:ext cx="3121008" cy="53794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B38D1CD0-B8F9-5BD9-49BA-56AC0B5F4F83}"/>
              </a:ext>
            </a:extLst>
          </p:cNvPr>
          <p:cNvSpPr/>
          <p:nvPr/>
        </p:nvSpPr>
        <p:spPr bwMode="gray">
          <a:xfrm>
            <a:off x="4322106" y="3789971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C075B09-8604-0229-070C-6893963AFD0F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flipH="1">
            <a:off x="4660067" y="3183877"/>
            <a:ext cx="2433542" cy="60609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0C6F2747-8AF1-E5D5-B87C-0D3356E17F3D}"/>
              </a:ext>
            </a:extLst>
          </p:cNvPr>
          <p:cNvSpPr/>
          <p:nvPr/>
        </p:nvSpPr>
        <p:spPr bwMode="gray">
          <a:xfrm>
            <a:off x="5195198" y="2201200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96A569-C932-CE0D-47CC-32E2E63F9FB7}"/>
              </a:ext>
            </a:extLst>
          </p:cNvPr>
          <p:cNvCxnSpPr>
            <a:cxnSpLocks/>
            <a:endCxn id="95" idx="2"/>
          </p:cNvCxnSpPr>
          <p:nvPr/>
        </p:nvCxnSpPr>
        <p:spPr bwMode="gray">
          <a:xfrm rot="10800000">
            <a:off x="5482805" y="2409619"/>
            <a:ext cx="1610805" cy="188449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59D97F6-7F2B-93A8-67C7-ABC4F5374810}"/>
                  </a:ext>
                </a:extLst>
              </p:cNvPr>
              <p:cNvSpPr/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59D97F6-7F2B-93A8-67C7-ABC4F53748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615C39-BB4B-D096-8CA3-53803508E349}"/>
              </a:ext>
            </a:extLst>
          </p:cNvPr>
          <p:cNvCxnSpPr>
            <a:cxnSpLocks/>
            <a:stCxn id="12" idx="4"/>
            <a:endCxn id="5" idx="0"/>
          </p:cNvCxnSpPr>
          <p:nvPr/>
        </p:nvCxnSpPr>
        <p:spPr bwMode="gray">
          <a:xfrm>
            <a:off x="7921283" y="1317475"/>
            <a:ext cx="0" cy="58855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689FB42-D00F-9CA6-4158-EFBC8B879A18}"/>
                  </a:ext>
                </a:extLst>
              </p:cNvPr>
              <p:cNvSpPr txBox="1"/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689FB42-D00F-9CA6-4158-EFBC8B879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blipFill>
                <a:blip r:embed="rId2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1C4DE4D-E5E5-0D55-7A41-1282C4872606}"/>
                  </a:ext>
                </a:extLst>
              </p:cNvPr>
              <p:cNvSpPr txBox="1"/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1C4DE4D-E5E5-0D55-7A41-1282C4872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E1A4173-4AA7-F727-7E49-04B03C640451}"/>
              </a:ext>
            </a:extLst>
          </p:cNvPr>
          <p:cNvCxnSpPr>
            <a:cxnSpLocks/>
          </p:cNvCxnSpPr>
          <p:nvPr/>
        </p:nvCxnSpPr>
        <p:spPr bwMode="gray">
          <a:xfrm>
            <a:off x="7984282" y="1408508"/>
            <a:ext cx="0" cy="34738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0EAA60-4FBC-9978-7475-75699044755B}"/>
              </a:ext>
            </a:extLst>
          </p:cNvPr>
          <p:cNvCxnSpPr>
            <a:cxnSpLocks/>
            <a:endCxn id="11" idx="3"/>
          </p:cNvCxnSpPr>
          <p:nvPr/>
        </p:nvCxnSpPr>
        <p:spPr bwMode="gray">
          <a:xfrm>
            <a:off x="7844121" y="1383623"/>
            <a:ext cx="1661" cy="372273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DA9772-C547-934B-FF82-F6E94584B7F2}"/>
                  </a:ext>
                </a:extLst>
              </p:cNvPr>
              <p:cNvSpPr txBox="1"/>
              <p:nvPr/>
            </p:nvSpPr>
            <p:spPr bwMode="gray">
              <a:xfrm>
                <a:off x="1043539" y="2568933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𝑌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DA9772-C547-934B-FF82-F6E94584B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539" y="2568933"/>
                <a:ext cx="1621445" cy="594201"/>
              </a:xfrm>
              <a:prstGeom prst="rect">
                <a:avLst/>
              </a:prstGeom>
              <a:blipFill>
                <a:blip r:embed="rId27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9A14F3E-3071-4A05-A808-6361A0F2B3D4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 bwMode="gray">
          <a:xfrm>
            <a:off x="1348363" y="2563074"/>
            <a:ext cx="206175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C9A824A-BCC0-79B0-0F44-5708BA4D8A40}"/>
                  </a:ext>
                </a:extLst>
              </p:cNvPr>
              <p:cNvSpPr txBox="1"/>
              <p:nvPr/>
            </p:nvSpPr>
            <p:spPr bwMode="gray">
              <a:xfrm>
                <a:off x="935188" y="2469547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C9A824A-BCC0-79B0-0F44-5708BA4D8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35188" y="2469547"/>
                <a:ext cx="413175" cy="187054"/>
              </a:xfrm>
              <a:prstGeom prst="rect">
                <a:avLst/>
              </a:prstGeom>
              <a:blipFill>
                <a:blip r:embed="rId28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5BCD2F22-3DFA-93DB-CADF-1C5BB467E651}"/>
              </a:ext>
            </a:extLst>
          </p:cNvPr>
          <p:cNvSpPr/>
          <p:nvPr/>
        </p:nvSpPr>
        <p:spPr bwMode="gray">
          <a:xfrm>
            <a:off x="1554538" y="2676510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6759517-5489-F532-A069-F092FA9DAE3C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 bwMode="gray">
          <a:xfrm flipH="1">
            <a:off x="2500405" y="2570263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B744BD-FB1B-68DC-7AFA-05C8F04B8097}"/>
                  </a:ext>
                </a:extLst>
              </p:cNvPr>
              <p:cNvSpPr txBox="1"/>
              <p:nvPr/>
            </p:nvSpPr>
            <p:spPr bwMode="gray">
              <a:xfrm>
                <a:off x="2784368" y="247673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B744BD-FB1B-68DC-7AFA-05C8F04B8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84368" y="2476736"/>
                <a:ext cx="375614" cy="187054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939DAA01-A935-60FA-0530-9578FB24491E}"/>
              </a:ext>
            </a:extLst>
          </p:cNvPr>
          <p:cNvSpPr/>
          <p:nvPr/>
        </p:nvSpPr>
        <p:spPr bwMode="gray">
          <a:xfrm>
            <a:off x="2072799" y="2576532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D75B642-9329-18D8-B121-6E988B6C9441}"/>
                  </a:ext>
                </a:extLst>
              </p:cNvPr>
              <p:cNvSpPr txBox="1"/>
              <p:nvPr/>
            </p:nvSpPr>
            <p:spPr bwMode="gray">
              <a:xfrm>
                <a:off x="7093609" y="2792555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D75B642-9329-18D8-B121-6E988B6C9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2792555"/>
                <a:ext cx="1483360" cy="187054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Arrow Connector 95">
            <a:extLst>
              <a:ext uri="{FF2B5EF4-FFF2-40B4-BE49-F238E27FC236}">
                <a16:creationId xmlns:a16="http://schemas.microsoft.com/office/drawing/2014/main" id="{32E7C056-D021-E149-BE57-A58781005CBD}"/>
              </a:ext>
            </a:extLst>
          </p:cNvPr>
          <p:cNvCxnSpPr>
            <a:cxnSpLocks/>
            <a:stCxn id="54" idx="1"/>
            <a:endCxn id="69" idx="2"/>
          </p:cNvCxnSpPr>
          <p:nvPr/>
        </p:nvCxnSpPr>
        <p:spPr bwMode="gray">
          <a:xfrm rot="10800000">
            <a:off x="4797537" y="2415116"/>
            <a:ext cx="2296073" cy="470966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37C557A4-D1DA-AC0A-D7BD-6127A33F59FD}"/>
              </a:ext>
            </a:extLst>
          </p:cNvPr>
          <p:cNvSpPr/>
          <p:nvPr/>
        </p:nvSpPr>
        <p:spPr bwMode="gray">
          <a:xfrm>
            <a:off x="4509930" y="2206698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F9A6E7-4602-31B9-C330-A4252A21A7F3}"/>
              </a:ext>
            </a:extLst>
          </p:cNvPr>
          <p:cNvSpPr txBox="1"/>
          <p:nvPr/>
        </p:nvSpPr>
        <p:spPr bwMode="gray">
          <a:xfrm>
            <a:off x="3355524" y="2632583"/>
            <a:ext cx="3244761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0F06B71-0BED-5AE2-6A22-6520149FA1C0}"/>
                  </a:ext>
                </a:extLst>
              </p:cNvPr>
              <p:cNvSpPr txBox="1"/>
              <p:nvPr/>
            </p:nvSpPr>
            <p:spPr bwMode="gray">
              <a:xfrm>
                <a:off x="3304905" y="2615572"/>
                <a:ext cx="331595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0F06B71-0BED-5AE2-6A22-6520149FA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04905" y="2615572"/>
                <a:ext cx="3315954" cy="36875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88C317F-9D2E-D054-83CD-5E620C9E1618}"/>
                  </a:ext>
                </a:extLst>
              </p:cNvPr>
              <p:cNvSpPr txBox="1"/>
              <p:nvPr/>
            </p:nvSpPr>
            <p:spPr bwMode="gray">
              <a:xfrm>
                <a:off x="3936410" y="2888179"/>
                <a:ext cx="2617918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88C317F-9D2E-D054-83CD-5E620C9E1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36410" y="2888179"/>
                <a:ext cx="2617918" cy="30726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63957B06-2398-C549-F6DA-44D42CC12C1F}"/>
              </a:ext>
            </a:extLst>
          </p:cNvPr>
          <p:cNvSpPr/>
          <p:nvPr/>
        </p:nvSpPr>
        <p:spPr bwMode="gray">
          <a:xfrm>
            <a:off x="5814291" y="2932743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F7F7DBAA-C89B-D70D-D175-929CCA2A3751}"/>
              </a:ext>
            </a:extLst>
          </p:cNvPr>
          <p:cNvSpPr/>
          <p:nvPr/>
        </p:nvSpPr>
        <p:spPr bwMode="gray">
          <a:xfrm>
            <a:off x="5195198" y="2932743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DE769B01-43AC-B031-2C2D-497A2D43C8AC}"/>
              </a:ext>
            </a:extLst>
          </p:cNvPr>
          <p:cNvSpPr/>
          <p:nvPr/>
        </p:nvSpPr>
        <p:spPr bwMode="gray">
          <a:xfrm>
            <a:off x="4509930" y="2938241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B1501EF-9584-7977-D40D-E4CDBCC4D47B}"/>
              </a:ext>
            </a:extLst>
          </p:cNvPr>
          <p:cNvCxnSpPr>
            <a:cxnSpLocks/>
            <a:endCxn id="80" idx="3"/>
          </p:cNvCxnSpPr>
          <p:nvPr/>
        </p:nvCxnSpPr>
        <p:spPr bwMode="gray">
          <a:xfrm flipH="1">
            <a:off x="6389502" y="2598067"/>
            <a:ext cx="704107" cy="43888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95">
            <a:extLst>
              <a:ext uri="{FF2B5EF4-FFF2-40B4-BE49-F238E27FC236}">
                <a16:creationId xmlns:a16="http://schemas.microsoft.com/office/drawing/2014/main" id="{EE59B584-7758-D23E-D3CE-7D4396B8E211}"/>
              </a:ext>
            </a:extLst>
          </p:cNvPr>
          <p:cNvCxnSpPr>
            <a:cxnSpLocks/>
            <a:endCxn id="81" idx="0"/>
          </p:cNvCxnSpPr>
          <p:nvPr/>
        </p:nvCxnSpPr>
        <p:spPr bwMode="gray">
          <a:xfrm rot="10800000" flipV="1">
            <a:off x="5482805" y="2598067"/>
            <a:ext cx="1610805" cy="334676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95">
            <a:extLst>
              <a:ext uri="{FF2B5EF4-FFF2-40B4-BE49-F238E27FC236}">
                <a16:creationId xmlns:a16="http://schemas.microsoft.com/office/drawing/2014/main" id="{E95A2B72-7DE9-47DA-7B62-C1AB04014150}"/>
              </a:ext>
            </a:extLst>
          </p:cNvPr>
          <p:cNvCxnSpPr>
            <a:cxnSpLocks/>
            <a:stCxn id="88" idx="1"/>
            <a:endCxn id="82" idx="2"/>
          </p:cNvCxnSpPr>
          <p:nvPr/>
        </p:nvCxnSpPr>
        <p:spPr bwMode="gray">
          <a:xfrm rot="10800000">
            <a:off x="4797537" y="3146659"/>
            <a:ext cx="2296073" cy="37218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B1580506-4D4C-05EC-9034-86C1B4A8B085}"/>
              </a:ext>
            </a:extLst>
          </p:cNvPr>
          <p:cNvSpPr/>
          <p:nvPr/>
        </p:nvSpPr>
        <p:spPr bwMode="gray">
          <a:xfrm>
            <a:off x="6033966" y="3926941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6E34EC42-93E5-B291-D913-FA0FF9C6664A}"/>
              </a:ext>
            </a:extLst>
          </p:cNvPr>
          <p:cNvSpPr/>
          <p:nvPr/>
        </p:nvSpPr>
        <p:spPr bwMode="gray">
          <a:xfrm>
            <a:off x="5184686" y="3789971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F9925CE-5937-6CEF-CCAC-B800E84EB73B}"/>
              </a:ext>
            </a:extLst>
          </p:cNvPr>
          <p:cNvCxnSpPr>
            <a:cxnSpLocks/>
            <a:stCxn id="54" idx="1"/>
            <a:endCxn id="105" idx="0"/>
          </p:cNvCxnSpPr>
          <p:nvPr/>
        </p:nvCxnSpPr>
        <p:spPr bwMode="gray">
          <a:xfrm flipH="1">
            <a:off x="5522647" y="2886082"/>
            <a:ext cx="1570962" cy="9038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A51B07C3-38C6-C002-B96D-CDAAD67D0A5F}"/>
              </a:ext>
            </a:extLst>
          </p:cNvPr>
          <p:cNvCxnSpPr>
            <a:cxnSpLocks/>
            <a:stCxn id="54" idx="1"/>
            <a:endCxn id="104" idx="0"/>
          </p:cNvCxnSpPr>
          <p:nvPr/>
        </p:nvCxnSpPr>
        <p:spPr bwMode="gray">
          <a:xfrm flipH="1">
            <a:off x="6340198" y="2886082"/>
            <a:ext cx="753411" cy="104085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30269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4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9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4" grpId="0" animBg="1"/>
      <p:bldP spid="5" grpId="0" animBg="1"/>
      <p:bldP spid="7" grpId="0" animBg="1"/>
      <p:bldP spid="9" grpId="0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1" grpId="0"/>
      <p:bldP spid="20" grpId="0"/>
      <p:bldP spid="84" grpId="0" animBg="1"/>
      <p:bldP spid="95" grpId="0" animBg="1"/>
      <p:bldP spid="12" grpId="0" animBg="1"/>
      <p:bldP spid="21" grpId="0"/>
      <p:bldP spid="22" grpId="0"/>
      <p:bldP spid="45" grpId="0"/>
      <p:bldP spid="47" grpId="0"/>
      <p:bldP spid="48" grpId="0" animBg="1"/>
      <p:bldP spid="50" grpId="0"/>
      <p:bldP spid="51" grpId="0" animBg="1"/>
      <p:bldP spid="54" grpId="0" animBg="1"/>
      <p:bldP spid="69" grpId="0" animBg="1"/>
      <p:bldP spid="75" grpId="0" animBg="1"/>
      <p:bldP spid="76" grpId="0"/>
      <p:bldP spid="77" grpId="0"/>
      <p:bldP spid="80" grpId="0" animBg="1"/>
      <p:bldP spid="81" grpId="0" animBg="1"/>
      <p:bldP spid="82" grpId="0" animBg="1"/>
      <p:bldP spid="104" grpId="0" animBg="1"/>
      <p:bldP spid="10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BA17-E679-17F3-919A-D6E4160A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8549AB-623C-E75D-CF64-0D66C790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8D5829E0-1FFF-B5D1-B988-41B86C4DF7E4}"/>
                  </a:ext>
                </a:extLst>
              </p:cNvPr>
              <p:cNvSpPr txBox="1"/>
              <p:nvPr/>
            </p:nvSpPr>
            <p:spPr bwMode="gray">
              <a:xfrm>
                <a:off x="2730886" y="1225682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8D5829E0-1FFF-B5D1-B988-41B86C4DF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225682"/>
                <a:ext cx="2215487" cy="323739"/>
              </a:xfrm>
              <a:prstGeom prst="rect">
                <a:avLst/>
              </a:prstGeom>
              <a:blipFill>
                <a:blip r:embed="rId2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48345E6E-8203-7D8F-0125-5A4CA06C6F33}"/>
                  </a:ext>
                </a:extLst>
              </p:cNvPr>
              <p:cNvSpPr txBox="1"/>
              <p:nvPr/>
            </p:nvSpPr>
            <p:spPr bwMode="gray">
              <a:xfrm>
                <a:off x="2711585" y="1799224"/>
                <a:ext cx="247740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48345E6E-8203-7D8F-0125-5A4CA06C6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11585" y="1799224"/>
                <a:ext cx="2477407" cy="3237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53F1A25-D05F-8C82-F51E-2A1D089933A4}"/>
                  </a:ext>
                </a:extLst>
              </p:cNvPr>
              <p:cNvSpPr txBox="1"/>
              <p:nvPr/>
            </p:nvSpPr>
            <p:spPr bwMode="gray">
              <a:xfrm>
                <a:off x="2869475" y="2085995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53F1A25-D05F-8C82-F51E-2A1D08993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69475" y="2085995"/>
                <a:ext cx="2215487" cy="323739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28231D6-7228-5BFA-16F5-EB5FBC7B54EB}"/>
                  </a:ext>
                </a:extLst>
              </p:cNvPr>
              <p:cNvSpPr txBox="1"/>
              <p:nvPr/>
            </p:nvSpPr>
            <p:spPr bwMode="gray">
              <a:xfrm>
                <a:off x="1059885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𝑋𝑌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28231D6-7228-5BFA-16F5-EB5FBC7B5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59885" y="2523989"/>
                <a:ext cx="1059770" cy="254929"/>
              </a:xfrm>
              <a:prstGeom prst="rect">
                <a:avLst/>
              </a:prstGeom>
              <a:blipFill>
                <a:blip r:embed="rId5"/>
                <a:stretch>
                  <a:fillRect l="-2353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E10492D6-F25E-3059-2B2F-B4B96029CE02}"/>
                  </a:ext>
                </a:extLst>
              </p:cNvPr>
              <p:cNvSpPr/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E10492D6-F25E-3059-2B2F-B4B96029CE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D3001AA-A48C-8AA1-153B-9FFB4D1BC48D}"/>
              </a:ext>
            </a:extLst>
          </p:cNvPr>
          <p:cNvSpPr/>
          <p:nvPr/>
        </p:nvSpPr>
        <p:spPr bwMode="gray">
          <a:xfrm>
            <a:off x="7858283" y="190603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4278D9-13F1-EE67-7A65-CB45ED5756EE}"/>
              </a:ext>
            </a:extLst>
          </p:cNvPr>
          <p:cNvCxnSpPr>
            <a:cxnSpLocks/>
            <a:stCxn id="4" idx="3"/>
            <a:endCxn id="2" idx="2"/>
          </p:cNvCxnSpPr>
          <p:nvPr/>
        </p:nvCxnSpPr>
        <p:spPr bwMode="gray">
          <a:xfrm>
            <a:off x="7984282" y="1969034"/>
            <a:ext cx="82601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4CAABC1-C00D-72E6-CC0A-74810263B3A7}"/>
                  </a:ext>
                </a:extLst>
              </p:cNvPr>
              <p:cNvSpPr/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4CAABC1-C00D-72E6-CC0A-74810263B3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4F57C4-CB1E-EABD-64A8-A3693D218F8A}"/>
              </a:ext>
            </a:extLst>
          </p:cNvPr>
          <p:cNvCxnSpPr>
            <a:cxnSpLocks/>
            <a:stCxn id="4" idx="1"/>
          </p:cNvCxnSpPr>
          <p:nvPr/>
        </p:nvCxnSpPr>
        <p:spPr bwMode="gray">
          <a:xfrm flipH="1" flipV="1">
            <a:off x="7049266" y="1960416"/>
            <a:ext cx="809017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BB0C9D-3CF9-6629-368E-994D17AC101D}"/>
                  </a:ext>
                </a:extLst>
              </p:cNvPr>
              <p:cNvSpPr txBox="1"/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BB0C9D-3CF9-6629-368E-994D17AC1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55037-8708-93DF-A40E-FCD67BC95EE2}"/>
                  </a:ext>
                </a:extLst>
              </p:cNvPr>
              <p:cNvSpPr txBox="1"/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55037-8708-93DF-A40E-FCD67BC95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F8D31F-E51F-820C-5A55-58186466B5D6}"/>
                  </a:ext>
                </a:extLst>
              </p:cNvPr>
              <p:cNvSpPr txBox="1"/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F8D31F-E51F-820C-5A55-58186466B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5B64BB-1194-6230-61F9-08486FDFA0C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2035144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0BC1643-D505-F363-022A-73275CC19B8C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203203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5C7012-48AD-F9E4-8843-3382059323A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89421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6D83532-9624-BB1D-CF8F-12F751C97973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887425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E422C5-8829-E9B3-266A-7207B33805E5}"/>
                  </a:ext>
                </a:extLst>
              </p:cNvPr>
              <p:cNvSpPr txBox="1"/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E422C5-8829-E9B3-266A-7207B3380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ED3134-0050-5BA7-08FF-DF2E65776905}"/>
                  </a:ext>
                </a:extLst>
              </p:cNvPr>
              <p:cNvSpPr txBox="1"/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ED3134-0050-5BA7-08FF-DF2E657769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blipFill>
                <a:blip r:embed="rId1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8F8C9C9-32DC-4E8C-B11F-DD89042537A4}"/>
                  </a:ext>
                </a:extLst>
              </p:cNvPr>
              <p:cNvSpPr/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8F8C9C9-32DC-4E8C-B11F-DD89042537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800A8D-2D71-9FA9-A69C-ABDFF3B7A549}"/>
              </a:ext>
            </a:extLst>
          </p:cNvPr>
          <p:cNvCxnSpPr>
            <a:cxnSpLocks/>
            <a:stCxn id="17" idx="4"/>
            <a:endCxn id="4" idx="0"/>
          </p:cNvCxnSpPr>
          <p:nvPr/>
        </p:nvCxnSpPr>
        <p:spPr bwMode="gray">
          <a:xfrm>
            <a:off x="7921283" y="1317475"/>
            <a:ext cx="0" cy="58855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7124DD-8622-A153-CB5C-E4031CEE9928}"/>
                  </a:ext>
                </a:extLst>
              </p:cNvPr>
              <p:cNvSpPr txBox="1"/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7124DD-8622-A153-CB5C-E4031CEE9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blipFill>
                <a:blip r:embed="rId1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379C80-7000-08B2-11EE-AB1FBE307786}"/>
                  </a:ext>
                </a:extLst>
              </p:cNvPr>
              <p:cNvSpPr txBox="1"/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379C80-7000-08B2-11EE-AB1FBE307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E355FC2-0492-DCD2-357D-9D98F62B1E7D}"/>
              </a:ext>
            </a:extLst>
          </p:cNvPr>
          <p:cNvCxnSpPr>
            <a:cxnSpLocks/>
          </p:cNvCxnSpPr>
          <p:nvPr/>
        </p:nvCxnSpPr>
        <p:spPr bwMode="gray">
          <a:xfrm>
            <a:off x="7984282" y="1408508"/>
            <a:ext cx="0" cy="34738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5F6B31-6E91-FA5C-9041-6F3139045232}"/>
              </a:ext>
            </a:extLst>
          </p:cNvPr>
          <p:cNvCxnSpPr>
            <a:cxnSpLocks/>
            <a:endCxn id="9" idx="3"/>
          </p:cNvCxnSpPr>
          <p:nvPr/>
        </p:nvCxnSpPr>
        <p:spPr bwMode="gray">
          <a:xfrm>
            <a:off x="7844121" y="1383623"/>
            <a:ext cx="1661" cy="372273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2B50A7-BDD9-8475-A021-A566F8E635B4}"/>
                  </a:ext>
                </a:extLst>
              </p:cNvPr>
              <p:cNvSpPr txBox="1"/>
              <p:nvPr/>
            </p:nvSpPr>
            <p:spPr bwMode="gray">
              <a:xfrm>
                <a:off x="2805377" y="1512453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2B50A7-BDD9-8475-A021-A566F8E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05377" y="1512453"/>
                <a:ext cx="2215487" cy="323739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4F7E10-71BC-B398-8687-9102D0DA098C}"/>
                  </a:ext>
                </a:extLst>
              </p:cNvPr>
              <p:cNvSpPr txBox="1"/>
              <p:nvPr/>
            </p:nvSpPr>
            <p:spPr bwMode="gray">
              <a:xfrm>
                <a:off x="4088604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𝑋𝑆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4F7E10-71BC-B398-8687-9102D0DA0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88604" y="2523989"/>
                <a:ext cx="1059770" cy="254929"/>
              </a:xfrm>
              <a:prstGeom prst="rect">
                <a:avLst/>
              </a:prstGeom>
              <a:blipFill>
                <a:blip r:embed="rId17"/>
                <a:stretch>
                  <a:fillRect l="-2381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D40C72-CF47-77EE-FB38-9F7381DD0E33}"/>
                  </a:ext>
                </a:extLst>
              </p:cNvPr>
              <p:cNvSpPr txBox="1"/>
              <p:nvPr/>
            </p:nvSpPr>
            <p:spPr bwMode="gray">
              <a:xfrm>
                <a:off x="7117323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𝑌𝑆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D40C72-CF47-77EE-FB38-9F7381DD0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17323" y="2523989"/>
                <a:ext cx="1059770" cy="254929"/>
              </a:xfrm>
              <a:prstGeom prst="rect">
                <a:avLst/>
              </a:prstGeom>
              <a:blipFill>
                <a:blip r:embed="rId18"/>
                <a:stretch>
                  <a:fillRect l="-2381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B5D969A8-7DB0-D48E-A3AF-CCC0C10519FA}"/>
              </a:ext>
            </a:extLst>
          </p:cNvPr>
          <p:cNvGrpSpPr/>
          <p:nvPr/>
        </p:nvGrpSpPr>
        <p:grpSpPr>
          <a:xfrm>
            <a:off x="181708" y="3006708"/>
            <a:ext cx="2816124" cy="1877416"/>
            <a:chOff x="181708" y="3006708"/>
            <a:chExt cx="2816124" cy="1877416"/>
          </a:xfrm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357E0F12-8F41-72BC-2329-FDC8FE0C569F}"/>
                </a:ext>
              </a:extLst>
            </p:cNvPr>
            <p:cNvSpPr/>
            <p:nvPr/>
          </p:nvSpPr>
          <p:spPr>
            <a:xfrm>
              <a:off x="181708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082A8FF-F95F-67CC-92A1-92692B52E597}"/>
                </a:ext>
              </a:extLst>
            </p:cNvPr>
            <p:cNvSpPr/>
            <p:nvPr/>
          </p:nvSpPr>
          <p:spPr>
            <a:xfrm>
              <a:off x="452607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5FC131F3-B80F-ED0D-918E-D2BA35CCC357}"/>
                </a:ext>
              </a:extLst>
            </p:cNvPr>
            <p:cNvSpPr/>
            <p:nvPr/>
          </p:nvSpPr>
          <p:spPr>
            <a:xfrm>
              <a:off x="45260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D8ADBEC-1A8D-5C40-7600-295CE3825319}"/>
                </a:ext>
              </a:extLst>
            </p:cNvPr>
            <p:cNvSpPr/>
            <p:nvPr/>
          </p:nvSpPr>
          <p:spPr>
            <a:xfrm>
              <a:off x="86757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733F2422-AC4B-6B2B-575F-FFCF424C58B7}"/>
                </a:ext>
              </a:extLst>
            </p:cNvPr>
            <p:cNvSpPr/>
            <p:nvPr/>
          </p:nvSpPr>
          <p:spPr>
            <a:xfrm>
              <a:off x="128253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D6F1DCF9-B298-4583-5D01-0789764E8369}"/>
                </a:ext>
              </a:extLst>
            </p:cNvPr>
            <p:cNvSpPr/>
            <p:nvPr/>
          </p:nvSpPr>
          <p:spPr>
            <a:xfrm>
              <a:off x="1697498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7B7F7D2-7EE9-7D62-B940-7ECA09CEDFA8}"/>
                </a:ext>
              </a:extLst>
            </p:cNvPr>
            <p:cNvSpPr/>
            <p:nvPr/>
          </p:nvSpPr>
          <p:spPr>
            <a:xfrm>
              <a:off x="211246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9BEA0456-CACF-06CE-2548-34535C53A216}"/>
                </a:ext>
              </a:extLst>
            </p:cNvPr>
            <p:cNvSpPr/>
            <p:nvPr/>
          </p:nvSpPr>
          <p:spPr>
            <a:xfrm>
              <a:off x="2527433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09EFA974-6844-D14A-5977-FEDA8DF3B7F6}"/>
                </a:ext>
              </a:extLst>
            </p:cNvPr>
            <p:cNvSpPr/>
            <p:nvPr/>
          </p:nvSpPr>
          <p:spPr>
            <a:xfrm>
              <a:off x="294240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1C96684E-1024-1850-3F1E-33C10E8F1A4A}"/>
                </a:ext>
              </a:extLst>
            </p:cNvPr>
            <p:cNvSpPr/>
            <p:nvPr/>
          </p:nvSpPr>
          <p:spPr>
            <a:xfrm>
              <a:off x="452607" y="455662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25C90BC-9C93-C65E-DCDA-D6C4A5EBBAAA}"/>
                </a:ext>
              </a:extLst>
            </p:cNvPr>
            <p:cNvSpPr/>
            <p:nvPr/>
          </p:nvSpPr>
          <p:spPr>
            <a:xfrm>
              <a:off x="452607" y="41939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9E945B1A-675E-700F-0DDE-808D854A914D}"/>
                </a:ext>
              </a:extLst>
            </p:cNvPr>
            <p:cNvSpPr/>
            <p:nvPr/>
          </p:nvSpPr>
          <p:spPr>
            <a:xfrm>
              <a:off x="452607" y="383137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E605B217-2A10-09F7-9D90-D687E09D2576}"/>
                </a:ext>
              </a:extLst>
            </p:cNvPr>
            <p:cNvSpPr/>
            <p:nvPr/>
          </p:nvSpPr>
          <p:spPr>
            <a:xfrm>
              <a:off x="452607" y="346875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94381BC4-50A9-DBC0-0A4E-6B7C2EF31704}"/>
                </a:ext>
              </a:extLst>
            </p:cNvPr>
            <p:cNvSpPr/>
            <p:nvPr/>
          </p:nvSpPr>
          <p:spPr>
            <a:xfrm>
              <a:off x="452607" y="310613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FAC43B91-D1D5-D50F-0901-A16A15C4A967}"/>
                </a:ext>
              </a:extLst>
            </p:cNvPr>
            <p:cNvSpPr/>
            <p:nvPr/>
          </p:nvSpPr>
          <p:spPr>
            <a:xfrm>
              <a:off x="452607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D13AEAF9-F0DD-7847-AD1A-B9BDFF6E7AA3}"/>
                </a:ext>
              </a:extLst>
            </p:cNvPr>
            <p:cNvSpPr/>
            <p:nvPr/>
          </p:nvSpPr>
          <p:spPr>
            <a:xfrm>
              <a:off x="452607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ABA66EA3-8152-9FAE-5C3D-B5D1E5A78BF0}"/>
                </a:ext>
              </a:extLst>
            </p:cNvPr>
            <p:cNvSpPr/>
            <p:nvPr/>
          </p:nvSpPr>
          <p:spPr>
            <a:xfrm>
              <a:off x="86757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48685AE7-393F-0929-C067-E975931E466D}"/>
                </a:ext>
              </a:extLst>
            </p:cNvPr>
            <p:cNvSpPr/>
            <p:nvPr/>
          </p:nvSpPr>
          <p:spPr>
            <a:xfrm>
              <a:off x="128253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D1E68659-4E6A-95AF-D198-A74B70423E3F}"/>
                </a:ext>
              </a:extLst>
            </p:cNvPr>
            <p:cNvSpPr/>
            <p:nvPr/>
          </p:nvSpPr>
          <p:spPr>
            <a:xfrm>
              <a:off x="1697498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4262C118-3698-861B-6CAC-17F8BA384899}"/>
                </a:ext>
              </a:extLst>
            </p:cNvPr>
            <p:cNvSpPr/>
            <p:nvPr/>
          </p:nvSpPr>
          <p:spPr>
            <a:xfrm>
              <a:off x="211246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BA34F58E-575D-EA9E-3BAA-BAA9C899F731}"/>
                </a:ext>
              </a:extLst>
            </p:cNvPr>
            <p:cNvSpPr/>
            <p:nvPr/>
          </p:nvSpPr>
          <p:spPr>
            <a:xfrm>
              <a:off x="2527433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1FC30222-5B3D-CED1-39D8-7846C02F41FC}"/>
                </a:ext>
              </a:extLst>
            </p:cNvPr>
            <p:cNvSpPr/>
            <p:nvPr/>
          </p:nvSpPr>
          <p:spPr>
            <a:xfrm>
              <a:off x="294240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11C462C5-D6B1-C188-B3B9-6569981DA790}"/>
                </a:ext>
              </a:extLst>
            </p:cNvPr>
            <p:cNvSpPr/>
            <p:nvPr/>
          </p:nvSpPr>
          <p:spPr>
            <a:xfrm>
              <a:off x="380955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900ABDDF-546A-6BF3-471B-962EAB6E33A7}"/>
                </a:ext>
              </a:extLst>
            </p:cNvPr>
            <p:cNvSpPr/>
            <p:nvPr/>
          </p:nvSpPr>
          <p:spPr>
            <a:xfrm>
              <a:off x="470860" y="4641949"/>
              <a:ext cx="53399" cy="84143"/>
            </a:xfrm>
            <a:custGeom>
              <a:avLst/>
              <a:gdLst>
                <a:gd name="csX0" fmla="*/ 36668 w 53399"/>
                <a:gd name="csY0" fmla="*/ 38839 h 84143"/>
                <a:gd name="csX1" fmla="*/ 48944 w 53399"/>
                <a:gd name="csY1" fmla="*/ 45844 h 84143"/>
                <a:gd name="csX2" fmla="*/ 53400 w 53399"/>
                <a:gd name="csY2" fmla="*/ 58998 h 84143"/>
                <a:gd name="csX3" fmla="*/ 45142 w 53399"/>
                <a:gd name="csY3" fmla="*/ 77572 h 84143"/>
                <a:gd name="csX4" fmla="*/ 21675 w 53399"/>
                <a:gd name="csY4" fmla="*/ 84143 h 84143"/>
                <a:gd name="csX5" fmla="*/ 11135 w 53399"/>
                <a:gd name="csY5" fmla="*/ 83111 h 84143"/>
                <a:gd name="csX6" fmla="*/ 0 w 53399"/>
                <a:gd name="csY6" fmla="*/ 80131 h 84143"/>
                <a:gd name="csX7" fmla="*/ 0 w 53399"/>
                <a:gd name="csY7" fmla="*/ 69535 h 84143"/>
                <a:gd name="csX8" fmla="*/ 9995 w 53399"/>
                <a:gd name="csY8" fmla="*/ 73548 h 84143"/>
                <a:gd name="csX9" fmla="*/ 21349 w 53399"/>
                <a:gd name="csY9" fmla="*/ 74909 h 84143"/>
                <a:gd name="csX10" fmla="*/ 37048 w 53399"/>
                <a:gd name="csY10" fmla="*/ 70837 h 84143"/>
                <a:gd name="csX11" fmla="*/ 42480 w 53399"/>
                <a:gd name="csY11" fmla="*/ 58998 h 84143"/>
                <a:gd name="csX12" fmla="*/ 37429 w 53399"/>
                <a:gd name="csY12" fmla="*/ 47804 h 84143"/>
                <a:gd name="csX13" fmla="*/ 23468 w 53399"/>
                <a:gd name="csY13" fmla="*/ 43732 h 84143"/>
                <a:gd name="csX14" fmla="*/ 14015 w 53399"/>
                <a:gd name="csY14" fmla="*/ 43732 h 84143"/>
                <a:gd name="csX15" fmla="*/ 14015 w 53399"/>
                <a:gd name="csY15" fmla="*/ 34709 h 84143"/>
                <a:gd name="csX16" fmla="*/ 23902 w 53399"/>
                <a:gd name="csY16" fmla="*/ 34709 h 84143"/>
                <a:gd name="csX17" fmla="*/ 36287 w 53399"/>
                <a:gd name="csY17" fmla="*/ 31505 h 84143"/>
                <a:gd name="csX18" fmla="*/ 40579 w 53399"/>
                <a:gd name="csY18" fmla="*/ 22165 h 84143"/>
                <a:gd name="csX19" fmla="*/ 36125 w 53399"/>
                <a:gd name="csY19" fmla="*/ 12602 h 84143"/>
                <a:gd name="csX20" fmla="*/ 23468 w 53399"/>
                <a:gd name="csY20" fmla="*/ 9235 h 84143"/>
                <a:gd name="csX21" fmla="*/ 13798 w 53399"/>
                <a:gd name="csY21" fmla="*/ 10209 h 84143"/>
                <a:gd name="csX22" fmla="*/ 2444 w 53399"/>
                <a:gd name="csY22" fmla="*/ 13259 h 84143"/>
                <a:gd name="csX23" fmla="*/ 2444 w 53399"/>
                <a:gd name="csY23" fmla="*/ 3473 h 84143"/>
                <a:gd name="csX24" fmla="*/ 14124 w 53399"/>
                <a:gd name="csY24" fmla="*/ 868 h 84143"/>
                <a:gd name="csX25" fmla="*/ 24445 w 53399"/>
                <a:gd name="csY25" fmla="*/ 0 h 84143"/>
                <a:gd name="csX26" fmla="*/ 44219 w 53399"/>
                <a:gd name="csY26" fmla="*/ 5703 h 84143"/>
                <a:gd name="csX27" fmla="*/ 51498 w 53399"/>
                <a:gd name="csY27" fmla="*/ 21027 h 84143"/>
                <a:gd name="csX28" fmla="*/ 47641 w 53399"/>
                <a:gd name="csY28" fmla="*/ 32432 h 84143"/>
                <a:gd name="csX29" fmla="*/ 36668 w 53399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3">
                  <a:moveTo>
                    <a:pt x="36668" y="38839"/>
                  </a:moveTo>
                  <a:cubicBezTo>
                    <a:pt x="41919" y="39966"/>
                    <a:pt x="46011" y="42301"/>
                    <a:pt x="48944" y="45844"/>
                  </a:cubicBezTo>
                  <a:cubicBezTo>
                    <a:pt x="51914" y="49396"/>
                    <a:pt x="53400" y="53780"/>
                    <a:pt x="53400" y="58998"/>
                  </a:cubicBezTo>
                  <a:cubicBezTo>
                    <a:pt x="53400" y="67000"/>
                    <a:pt x="50647" y="73192"/>
                    <a:pt x="45142" y="77572"/>
                  </a:cubicBezTo>
                  <a:cubicBezTo>
                    <a:pt x="39638" y="81953"/>
                    <a:pt x="31815" y="84143"/>
                    <a:pt x="21675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0" y="82462"/>
                    <a:pt x="3839" y="81468"/>
                    <a:pt x="0" y="80131"/>
                  </a:cubicBezTo>
                  <a:lnTo>
                    <a:pt x="0" y="69535"/>
                  </a:lnTo>
                  <a:cubicBezTo>
                    <a:pt x="3042" y="71311"/>
                    <a:pt x="6374" y="72648"/>
                    <a:pt x="9995" y="73548"/>
                  </a:cubicBezTo>
                  <a:cubicBezTo>
                    <a:pt x="13617" y="74455"/>
                    <a:pt x="17401" y="74909"/>
                    <a:pt x="21349" y="74909"/>
                  </a:cubicBezTo>
                  <a:cubicBezTo>
                    <a:pt x="28229" y="74909"/>
                    <a:pt x="33463" y="73552"/>
                    <a:pt x="37048" y="70837"/>
                  </a:cubicBezTo>
                  <a:cubicBezTo>
                    <a:pt x="40670" y="68123"/>
                    <a:pt x="42480" y="64176"/>
                    <a:pt x="42480" y="58998"/>
                  </a:cubicBezTo>
                  <a:cubicBezTo>
                    <a:pt x="42480" y="54218"/>
                    <a:pt x="40796" y="50487"/>
                    <a:pt x="37429" y="47804"/>
                  </a:cubicBezTo>
                  <a:cubicBezTo>
                    <a:pt x="34096" y="45089"/>
                    <a:pt x="29443" y="43732"/>
                    <a:pt x="23468" y="43732"/>
                  </a:cubicBezTo>
                  <a:lnTo>
                    <a:pt x="14015" y="43732"/>
                  </a:lnTo>
                  <a:lnTo>
                    <a:pt x="14015" y="34709"/>
                  </a:lnTo>
                  <a:lnTo>
                    <a:pt x="23902" y="34709"/>
                  </a:lnTo>
                  <a:cubicBezTo>
                    <a:pt x="29298" y="34709"/>
                    <a:pt x="33426" y="33641"/>
                    <a:pt x="36287" y="31505"/>
                  </a:cubicBezTo>
                  <a:cubicBezTo>
                    <a:pt x="39148" y="29331"/>
                    <a:pt x="40579" y="26217"/>
                    <a:pt x="40579" y="22165"/>
                  </a:cubicBezTo>
                  <a:cubicBezTo>
                    <a:pt x="40579" y="17996"/>
                    <a:pt x="39094" y="14808"/>
                    <a:pt x="36125" y="12602"/>
                  </a:cubicBezTo>
                  <a:cubicBezTo>
                    <a:pt x="33192" y="10357"/>
                    <a:pt x="28972" y="9235"/>
                    <a:pt x="23468" y="9235"/>
                  </a:cubicBezTo>
                  <a:cubicBezTo>
                    <a:pt x="20461" y="9235"/>
                    <a:pt x="17238" y="9559"/>
                    <a:pt x="13798" y="10209"/>
                  </a:cubicBezTo>
                  <a:cubicBezTo>
                    <a:pt x="10357" y="10866"/>
                    <a:pt x="6573" y="11883"/>
                    <a:pt x="2444" y="13259"/>
                  </a:cubicBezTo>
                  <a:lnTo>
                    <a:pt x="2444" y="3473"/>
                  </a:lnTo>
                  <a:cubicBezTo>
                    <a:pt x="6609" y="2316"/>
                    <a:pt x="10502" y="1447"/>
                    <a:pt x="14124" y="868"/>
                  </a:cubicBezTo>
                  <a:cubicBezTo>
                    <a:pt x="17782" y="289"/>
                    <a:pt x="21222" y="0"/>
                    <a:pt x="24445" y="0"/>
                  </a:cubicBezTo>
                  <a:cubicBezTo>
                    <a:pt x="32775" y="0"/>
                    <a:pt x="39366" y="1901"/>
                    <a:pt x="44219" y="5703"/>
                  </a:cubicBezTo>
                  <a:cubicBezTo>
                    <a:pt x="49071" y="9473"/>
                    <a:pt x="51498" y="14581"/>
                    <a:pt x="51498" y="21027"/>
                  </a:cubicBezTo>
                  <a:cubicBezTo>
                    <a:pt x="51498" y="25517"/>
                    <a:pt x="50212" y="29319"/>
                    <a:pt x="47641" y="32432"/>
                  </a:cubicBezTo>
                  <a:cubicBezTo>
                    <a:pt x="45069" y="35507"/>
                    <a:pt x="41412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FB84BC31-2453-FD92-923A-F70DC25F3388}"/>
                </a:ext>
              </a:extLst>
            </p:cNvPr>
            <p:cNvSpPr/>
            <p:nvPr/>
          </p:nvSpPr>
          <p:spPr>
            <a:xfrm>
              <a:off x="797033" y="4685023"/>
              <a:ext cx="69642" cy="9234"/>
            </a:xfrm>
            <a:custGeom>
              <a:avLst/>
              <a:gdLst>
                <a:gd name="csX0" fmla="*/ 0 w 69642"/>
                <a:gd name="csY0" fmla="*/ 0 h 9234"/>
                <a:gd name="csX1" fmla="*/ 69643 w 69642"/>
                <a:gd name="csY1" fmla="*/ 0 h 9234"/>
                <a:gd name="csX2" fmla="*/ 69643 w 69642"/>
                <a:gd name="csY2" fmla="*/ 9235 h 9234"/>
                <a:gd name="csX3" fmla="*/ 0 w 69642"/>
                <a:gd name="csY3" fmla="*/ 9235 h 9234"/>
                <a:gd name="csX4" fmla="*/ 0 w 69642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2" h="9234">
                  <a:moveTo>
                    <a:pt x="0" y="0"/>
                  </a:moveTo>
                  <a:lnTo>
                    <a:pt x="69643" y="0"/>
                  </a:lnTo>
                  <a:lnTo>
                    <a:pt x="69643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C5EA275E-28CE-D64C-ECEC-D5705A6E0980}"/>
                </a:ext>
              </a:extLst>
            </p:cNvPr>
            <p:cNvSpPr/>
            <p:nvPr/>
          </p:nvSpPr>
          <p:spPr>
            <a:xfrm>
              <a:off x="886613" y="464194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8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33"/>
                    <a:pt x="38515" y="16021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598"/>
                    <a:pt x="9090" y="2261"/>
                    <a:pt x="12928" y="1361"/>
                  </a:cubicBezTo>
                  <a:cubicBezTo>
                    <a:pt x="16767" y="454"/>
                    <a:pt x="20280" y="0"/>
                    <a:pt x="23468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5"/>
                    <a:pt x="51063" y="23139"/>
                  </a:cubicBezTo>
                  <a:cubicBezTo>
                    <a:pt x="51063" y="26472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89E19FAA-2A01-E778-7194-0AAF0C651D53}"/>
                </a:ext>
              </a:extLst>
            </p:cNvPr>
            <p:cNvSpPr/>
            <p:nvPr/>
          </p:nvSpPr>
          <p:spPr>
            <a:xfrm>
              <a:off x="1211564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80FFEC9C-3351-DD98-0956-18C4982FCA94}"/>
                </a:ext>
              </a:extLst>
            </p:cNvPr>
            <p:cNvSpPr/>
            <p:nvPr/>
          </p:nvSpPr>
          <p:spPr>
            <a:xfrm>
              <a:off x="1305217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2 w 48292"/>
                <a:gd name="csY1" fmla="*/ 71870 h 81104"/>
                <a:gd name="csX2" fmla="*/ 19502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305DC152-5EB5-7400-A48D-640ADBC5B1FB}"/>
                </a:ext>
              </a:extLst>
            </p:cNvPr>
            <p:cNvSpPr/>
            <p:nvPr/>
          </p:nvSpPr>
          <p:spPr>
            <a:xfrm>
              <a:off x="1669466" y="4641949"/>
              <a:ext cx="56064" cy="84143"/>
            </a:xfrm>
            <a:custGeom>
              <a:avLst/>
              <a:gdLst>
                <a:gd name="csX0" fmla="*/ 28032 w 56064"/>
                <a:gd name="csY0" fmla="*/ 8695 h 84143"/>
                <a:gd name="csX1" fmla="*/ 15266 w 56064"/>
                <a:gd name="csY1" fmla="*/ 17061 h 84143"/>
                <a:gd name="csX2" fmla="*/ 11030 w 56064"/>
                <a:gd name="csY2" fmla="*/ 42101 h 84143"/>
                <a:gd name="csX3" fmla="*/ 15266 w 56064"/>
                <a:gd name="csY3" fmla="*/ 67141 h 84143"/>
                <a:gd name="csX4" fmla="*/ 28032 w 56064"/>
                <a:gd name="csY4" fmla="*/ 75460 h 84143"/>
                <a:gd name="csX5" fmla="*/ 40798 w 56064"/>
                <a:gd name="csY5" fmla="*/ 67141 h 84143"/>
                <a:gd name="csX6" fmla="*/ 45093 w 56064"/>
                <a:gd name="csY6" fmla="*/ 42101 h 84143"/>
                <a:gd name="csX7" fmla="*/ 40798 w 56064"/>
                <a:gd name="csY7" fmla="*/ 17061 h 84143"/>
                <a:gd name="csX8" fmla="*/ 28032 w 56064"/>
                <a:gd name="csY8" fmla="*/ 8695 h 84143"/>
                <a:gd name="csX9" fmla="*/ 28032 w 56064"/>
                <a:gd name="csY9" fmla="*/ 0 h 84143"/>
                <a:gd name="csX10" fmla="*/ 48836 w 56064"/>
                <a:gd name="csY10" fmla="*/ 10807 h 84143"/>
                <a:gd name="csX11" fmla="*/ 56064 w 56064"/>
                <a:gd name="csY11" fmla="*/ 42101 h 84143"/>
                <a:gd name="csX12" fmla="*/ 48836 w 56064"/>
                <a:gd name="csY12" fmla="*/ 73395 h 84143"/>
                <a:gd name="csX13" fmla="*/ 28032 w 56064"/>
                <a:gd name="csY13" fmla="*/ 84143 h 84143"/>
                <a:gd name="csX14" fmla="*/ 7181 w 56064"/>
                <a:gd name="csY14" fmla="*/ 73395 h 84143"/>
                <a:gd name="csX15" fmla="*/ 0 w 56064"/>
                <a:gd name="csY15" fmla="*/ 42101 h 84143"/>
                <a:gd name="csX16" fmla="*/ 7181 w 56064"/>
                <a:gd name="csY16" fmla="*/ 10807 h 84143"/>
                <a:gd name="csX17" fmla="*/ 28032 w 56064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4" h="84143">
                  <a:moveTo>
                    <a:pt x="28032" y="8695"/>
                  </a:moveTo>
                  <a:cubicBezTo>
                    <a:pt x="22384" y="8695"/>
                    <a:pt x="18129" y="11483"/>
                    <a:pt x="15266" y="17061"/>
                  </a:cubicBezTo>
                  <a:cubicBezTo>
                    <a:pt x="12442" y="22599"/>
                    <a:pt x="11030" y="30946"/>
                    <a:pt x="11030" y="42101"/>
                  </a:cubicBezTo>
                  <a:cubicBezTo>
                    <a:pt x="11030" y="53217"/>
                    <a:pt x="12442" y="61564"/>
                    <a:pt x="15266" y="67141"/>
                  </a:cubicBezTo>
                  <a:cubicBezTo>
                    <a:pt x="18129" y="72687"/>
                    <a:pt x="22384" y="75460"/>
                    <a:pt x="28032" y="75460"/>
                  </a:cubicBezTo>
                  <a:cubicBezTo>
                    <a:pt x="33719" y="75460"/>
                    <a:pt x="37975" y="72687"/>
                    <a:pt x="40798" y="67141"/>
                  </a:cubicBezTo>
                  <a:cubicBezTo>
                    <a:pt x="43662" y="61564"/>
                    <a:pt x="45093" y="53217"/>
                    <a:pt x="45093" y="42101"/>
                  </a:cubicBezTo>
                  <a:cubicBezTo>
                    <a:pt x="45093" y="30946"/>
                    <a:pt x="43662" y="22599"/>
                    <a:pt x="40798" y="17061"/>
                  </a:cubicBezTo>
                  <a:cubicBezTo>
                    <a:pt x="37975" y="11484"/>
                    <a:pt x="33719" y="8695"/>
                    <a:pt x="28032" y="8695"/>
                  </a:cubicBezTo>
                  <a:moveTo>
                    <a:pt x="28032" y="0"/>
                  </a:moveTo>
                  <a:cubicBezTo>
                    <a:pt x="37122" y="0"/>
                    <a:pt x="44057" y="3602"/>
                    <a:pt x="48836" y="10807"/>
                  </a:cubicBezTo>
                  <a:cubicBezTo>
                    <a:pt x="53655" y="17980"/>
                    <a:pt x="56064" y="28412"/>
                    <a:pt x="56064" y="42101"/>
                  </a:cubicBezTo>
                  <a:cubicBezTo>
                    <a:pt x="56064" y="55751"/>
                    <a:pt x="53655" y="66183"/>
                    <a:pt x="48836" y="73395"/>
                  </a:cubicBezTo>
                  <a:cubicBezTo>
                    <a:pt x="44057" y="80561"/>
                    <a:pt x="37122" y="84143"/>
                    <a:pt x="28032" y="84143"/>
                  </a:cubicBezTo>
                  <a:cubicBezTo>
                    <a:pt x="18942" y="84143"/>
                    <a:pt x="11992" y="80561"/>
                    <a:pt x="7181" y="73395"/>
                  </a:cubicBezTo>
                  <a:cubicBezTo>
                    <a:pt x="2394" y="66183"/>
                    <a:pt x="0" y="55751"/>
                    <a:pt x="0" y="42101"/>
                  </a:cubicBezTo>
                  <a:cubicBezTo>
                    <a:pt x="0" y="28412"/>
                    <a:pt x="2394" y="17980"/>
                    <a:pt x="7181" y="10807"/>
                  </a:cubicBezTo>
                  <a:cubicBezTo>
                    <a:pt x="11992" y="3602"/>
                    <a:pt x="18942" y="0"/>
                    <a:pt x="28032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5E6CD133-ED3A-454C-6D02-D1DE568AFE73}"/>
                </a:ext>
              </a:extLst>
            </p:cNvPr>
            <p:cNvSpPr/>
            <p:nvPr/>
          </p:nvSpPr>
          <p:spPr>
            <a:xfrm>
              <a:off x="2088317" y="4643415"/>
              <a:ext cx="48296" cy="81104"/>
            </a:xfrm>
            <a:custGeom>
              <a:avLst/>
              <a:gdLst>
                <a:gd name="csX0" fmla="*/ 1572 w 48296"/>
                <a:gd name="csY0" fmla="*/ 71870 h 81104"/>
                <a:gd name="csX1" fmla="*/ 19502 w 48296"/>
                <a:gd name="csY1" fmla="*/ 71870 h 81104"/>
                <a:gd name="csX2" fmla="*/ 19502 w 48296"/>
                <a:gd name="csY2" fmla="*/ 9997 h 81104"/>
                <a:gd name="csX3" fmla="*/ 0 w 48296"/>
                <a:gd name="csY3" fmla="*/ 13905 h 81104"/>
                <a:gd name="csX4" fmla="*/ 0 w 48296"/>
                <a:gd name="csY4" fmla="*/ 3907 h 81104"/>
                <a:gd name="csX5" fmla="*/ 19396 w 48296"/>
                <a:gd name="csY5" fmla="*/ 0 h 81104"/>
                <a:gd name="csX6" fmla="*/ 30367 w 48296"/>
                <a:gd name="csY6" fmla="*/ 0 h 81104"/>
                <a:gd name="csX7" fmla="*/ 30367 w 48296"/>
                <a:gd name="csY7" fmla="*/ 71870 h 81104"/>
                <a:gd name="csX8" fmla="*/ 48297 w 48296"/>
                <a:gd name="csY8" fmla="*/ 71870 h 81104"/>
                <a:gd name="csX9" fmla="*/ 48297 w 48296"/>
                <a:gd name="csY9" fmla="*/ 81104 h 81104"/>
                <a:gd name="csX10" fmla="*/ 1572 w 48296"/>
                <a:gd name="csY10" fmla="*/ 81104 h 81104"/>
                <a:gd name="csX11" fmla="*/ 1572 w 48296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6" h="81104">
                  <a:moveTo>
                    <a:pt x="1572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6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7" y="71870"/>
                  </a:lnTo>
                  <a:lnTo>
                    <a:pt x="48297" y="81104"/>
                  </a:lnTo>
                  <a:lnTo>
                    <a:pt x="1572" y="81104"/>
                  </a:lnTo>
                  <a:lnTo>
                    <a:pt x="1572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428A2010-7BE1-6198-1D10-BFC3A6D08037}"/>
                </a:ext>
              </a:extLst>
            </p:cNvPr>
            <p:cNvSpPr/>
            <p:nvPr/>
          </p:nvSpPr>
          <p:spPr>
            <a:xfrm>
              <a:off x="2501677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90 w 51499"/>
                <a:gd name="csY6" fmla="*/ 41937 h 82571"/>
                <a:gd name="csX7" fmla="*/ 37924 w 51499"/>
                <a:gd name="csY7" fmla="*/ 31940 h 82571"/>
                <a:gd name="csX8" fmla="*/ 40036 w 51499"/>
                <a:gd name="csY8" fmla="*/ 23843 h 82571"/>
                <a:gd name="csX9" fmla="*/ 35483 w 51499"/>
                <a:gd name="csY9" fmla="*/ 13306 h 82571"/>
                <a:gd name="csX10" fmla="*/ 23691 w 51499"/>
                <a:gd name="csY10" fmla="*/ 9235 h 82571"/>
                <a:gd name="csX11" fmla="*/ 12766 w 51499"/>
                <a:gd name="csY11" fmla="*/ 11030 h 82571"/>
                <a:gd name="csX12" fmla="*/ 551 w 51499"/>
                <a:gd name="csY12" fmla="*/ 16463 h 82571"/>
                <a:gd name="csX13" fmla="*/ 551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9" y="69026"/>
                    <a:pt x="9837" y="63249"/>
                    <a:pt x="17002" y="56006"/>
                  </a:cubicBezTo>
                  <a:cubicBezTo>
                    <a:pt x="24215" y="48731"/>
                    <a:pt x="28744" y="44041"/>
                    <a:pt x="30590" y="41937"/>
                  </a:cubicBezTo>
                  <a:cubicBezTo>
                    <a:pt x="34102" y="37986"/>
                    <a:pt x="36547" y="34654"/>
                    <a:pt x="37924" y="31940"/>
                  </a:cubicBezTo>
                  <a:cubicBezTo>
                    <a:pt x="39332" y="29186"/>
                    <a:pt x="40036" y="26487"/>
                    <a:pt x="40036" y="23843"/>
                  </a:cubicBezTo>
                  <a:cubicBezTo>
                    <a:pt x="40036" y="19533"/>
                    <a:pt x="38518" y="16021"/>
                    <a:pt x="35483" y="13306"/>
                  </a:cubicBezTo>
                  <a:cubicBezTo>
                    <a:pt x="32471" y="10592"/>
                    <a:pt x="28541" y="9235"/>
                    <a:pt x="23691" y="9235"/>
                  </a:cubicBezTo>
                  <a:cubicBezTo>
                    <a:pt x="20249" y="9235"/>
                    <a:pt x="16607" y="9833"/>
                    <a:pt x="12766" y="11030"/>
                  </a:cubicBezTo>
                  <a:cubicBezTo>
                    <a:pt x="8965" y="12227"/>
                    <a:pt x="4893" y="14038"/>
                    <a:pt x="551" y="16463"/>
                  </a:cubicBezTo>
                  <a:lnTo>
                    <a:pt x="551" y="5374"/>
                  </a:lnTo>
                  <a:cubicBezTo>
                    <a:pt x="4971" y="3598"/>
                    <a:pt x="9098" y="2261"/>
                    <a:pt x="12931" y="1361"/>
                  </a:cubicBezTo>
                  <a:cubicBezTo>
                    <a:pt x="16772" y="454"/>
                    <a:pt x="20284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37" y="35616"/>
                    <a:pt x="45672" y="39132"/>
                    <a:pt x="42371" y="43192"/>
                  </a:cubicBezTo>
                  <a:cubicBezTo>
                    <a:pt x="41471" y="44241"/>
                    <a:pt x="38593" y="47280"/>
                    <a:pt x="33735" y="52309"/>
                  </a:cubicBezTo>
                  <a:cubicBezTo>
                    <a:pt x="28885" y="57308"/>
                    <a:pt x="22040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2F0979D3-257F-DCCC-0A8A-02256E5A7681}"/>
                </a:ext>
              </a:extLst>
            </p:cNvPr>
            <p:cNvSpPr/>
            <p:nvPr/>
          </p:nvSpPr>
          <p:spPr>
            <a:xfrm>
              <a:off x="2915695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2 w 53400"/>
                <a:gd name="csY4" fmla="*/ 84143 h 84143"/>
                <a:gd name="csX5" fmla="*/ 11135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76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41 w 53400"/>
                <a:gd name="csY22" fmla="*/ 13259 h 84143"/>
                <a:gd name="csX23" fmla="*/ 2441 w 53400"/>
                <a:gd name="csY23" fmla="*/ 3473 h 84143"/>
                <a:gd name="csX24" fmla="*/ 14128 w 53400"/>
                <a:gd name="csY24" fmla="*/ 868 h 84143"/>
                <a:gd name="csX25" fmla="*/ 24442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8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2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69" y="68123"/>
                    <a:pt x="42476" y="64176"/>
                    <a:pt x="42476" y="58998"/>
                  </a:cubicBezTo>
                  <a:cubicBezTo>
                    <a:pt x="42476" y="54218"/>
                    <a:pt x="40795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299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1" y="11883"/>
                    <a:pt x="2441" y="13259"/>
                  </a:cubicBezTo>
                  <a:lnTo>
                    <a:pt x="2441" y="3473"/>
                  </a:lnTo>
                  <a:cubicBezTo>
                    <a:pt x="6610" y="2316"/>
                    <a:pt x="10506" y="1447"/>
                    <a:pt x="14128" y="868"/>
                  </a:cubicBezTo>
                  <a:cubicBezTo>
                    <a:pt x="17781" y="289"/>
                    <a:pt x="21219" y="0"/>
                    <a:pt x="24442" y="0"/>
                  </a:cubicBezTo>
                  <a:cubicBezTo>
                    <a:pt x="32773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A6D2CDC8-5F79-9EB8-A025-2D0070F1BFB1}"/>
                </a:ext>
              </a:extLst>
            </p:cNvPr>
            <p:cNvSpPr/>
            <p:nvPr/>
          </p:nvSpPr>
          <p:spPr>
            <a:xfrm>
              <a:off x="1661639" y="4790300"/>
              <a:ext cx="63081" cy="57378"/>
            </a:xfrm>
            <a:custGeom>
              <a:avLst/>
              <a:gdLst>
                <a:gd name="csX0" fmla="*/ 63081 w 63081"/>
                <a:gd name="csY0" fmla="*/ 8343 h 57378"/>
                <a:gd name="csX1" fmla="*/ 60910 w 63081"/>
                <a:gd name="csY1" fmla="*/ 13787 h 57378"/>
                <a:gd name="csX2" fmla="*/ 56276 w 63081"/>
                <a:gd name="csY2" fmla="*/ 15700 h 57378"/>
                <a:gd name="csX3" fmla="*/ 52697 w 63081"/>
                <a:gd name="csY3" fmla="*/ 14339 h 57378"/>
                <a:gd name="csX4" fmla="*/ 51453 w 63081"/>
                <a:gd name="csY4" fmla="*/ 11253 h 57378"/>
                <a:gd name="csX5" fmla="*/ 53189 w 63081"/>
                <a:gd name="csY5" fmla="*/ 6864 h 57378"/>
                <a:gd name="csX6" fmla="*/ 57519 w 63081"/>
                <a:gd name="csY6" fmla="*/ 4388 h 57378"/>
                <a:gd name="csX7" fmla="*/ 51207 w 63081"/>
                <a:gd name="csY7" fmla="*/ 2781 h 57378"/>
                <a:gd name="csX8" fmla="*/ 46572 w 63081"/>
                <a:gd name="csY8" fmla="*/ 4083 h 57378"/>
                <a:gd name="csX9" fmla="*/ 43169 w 63081"/>
                <a:gd name="csY9" fmla="*/ 7052 h 57378"/>
                <a:gd name="csX10" fmla="*/ 40822 w 63081"/>
                <a:gd name="csY10" fmla="*/ 11124 h 57378"/>
                <a:gd name="csX11" fmla="*/ 39332 w 63081"/>
                <a:gd name="csY11" fmla="*/ 14902 h 57378"/>
                <a:gd name="csX12" fmla="*/ 38651 w 63081"/>
                <a:gd name="csY12" fmla="*/ 17742 h 57378"/>
                <a:gd name="csX13" fmla="*/ 34322 w 63081"/>
                <a:gd name="csY13" fmla="*/ 35061 h 57378"/>
                <a:gd name="csX14" fmla="*/ 32221 w 63081"/>
                <a:gd name="csY14" fmla="*/ 46184 h 57378"/>
                <a:gd name="csX15" fmla="*/ 33958 w 63081"/>
                <a:gd name="csY15" fmla="*/ 52192 h 57378"/>
                <a:gd name="csX16" fmla="*/ 39144 w 63081"/>
                <a:gd name="csY16" fmla="*/ 54539 h 57378"/>
                <a:gd name="csX17" fmla="*/ 42054 w 63081"/>
                <a:gd name="csY17" fmla="*/ 54163 h 57378"/>
                <a:gd name="csX18" fmla="*/ 45574 w 63081"/>
                <a:gd name="csY18" fmla="*/ 52626 h 57378"/>
                <a:gd name="csX19" fmla="*/ 49411 w 63081"/>
                <a:gd name="csY19" fmla="*/ 49716 h 57378"/>
                <a:gd name="csX20" fmla="*/ 53060 w 63081"/>
                <a:gd name="csY20" fmla="*/ 44894 h 57378"/>
                <a:gd name="csX21" fmla="*/ 56029 w 63081"/>
                <a:gd name="csY21" fmla="*/ 37971 h 57378"/>
                <a:gd name="csX22" fmla="*/ 57637 w 63081"/>
                <a:gd name="csY22" fmla="*/ 36610 h 57378"/>
                <a:gd name="csX23" fmla="*/ 59185 w 63081"/>
                <a:gd name="csY23" fmla="*/ 37842 h 57378"/>
                <a:gd name="csX24" fmla="*/ 58317 w 63081"/>
                <a:gd name="csY24" fmla="*/ 41115 h 57378"/>
                <a:gd name="csX25" fmla="*/ 55724 w 63081"/>
                <a:gd name="csY25" fmla="*/ 46126 h 57378"/>
                <a:gd name="csX26" fmla="*/ 51699 w 63081"/>
                <a:gd name="csY26" fmla="*/ 51441 h 57378"/>
                <a:gd name="csX27" fmla="*/ 46008 w 63081"/>
                <a:gd name="csY27" fmla="*/ 55654 h 57378"/>
                <a:gd name="csX28" fmla="*/ 38898 w 63081"/>
                <a:gd name="csY28" fmla="*/ 57378 h 57378"/>
                <a:gd name="csX29" fmla="*/ 30062 w 63081"/>
                <a:gd name="csY29" fmla="*/ 54539 h 57378"/>
                <a:gd name="csX30" fmla="*/ 25240 w 63081"/>
                <a:gd name="csY30" fmla="*/ 47733 h 57378"/>
                <a:gd name="csX31" fmla="*/ 24489 w 63081"/>
                <a:gd name="csY31" fmla="*/ 49036 h 57378"/>
                <a:gd name="csX32" fmla="*/ 22764 w 63081"/>
                <a:gd name="csY32" fmla="*/ 51441 h 57378"/>
                <a:gd name="csX33" fmla="*/ 20100 w 63081"/>
                <a:gd name="csY33" fmla="*/ 54293 h 57378"/>
                <a:gd name="csX34" fmla="*/ 16451 w 63081"/>
                <a:gd name="csY34" fmla="*/ 56393 h 57378"/>
                <a:gd name="csX35" fmla="*/ 11945 w 63081"/>
                <a:gd name="csY35" fmla="*/ 57378 h 57378"/>
                <a:gd name="csX36" fmla="*/ 6313 w 63081"/>
                <a:gd name="csY36" fmla="*/ 56522 h 57378"/>
                <a:gd name="csX37" fmla="*/ 1866 w 63081"/>
                <a:gd name="csY37" fmla="*/ 53671 h 57378"/>
                <a:gd name="csX38" fmla="*/ 0 w 63081"/>
                <a:gd name="csY38" fmla="*/ 48977 h 57378"/>
                <a:gd name="csX39" fmla="*/ 2042 w 63081"/>
                <a:gd name="csY39" fmla="*/ 43838 h 57378"/>
                <a:gd name="csX40" fmla="*/ 6993 w 63081"/>
                <a:gd name="csY40" fmla="*/ 41679 h 57378"/>
                <a:gd name="csX41" fmla="*/ 10208 w 63081"/>
                <a:gd name="csY41" fmla="*/ 42723 h 57378"/>
                <a:gd name="csX42" fmla="*/ 11687 w 63081"/>
                <a:gd name="csY42" fmla="*/ 46067 h 57378"/>
                <a:gd name="csX43" fmla="*/ 9962 w 63081"/>
                <a:gd name="csY43" fmla="*/ 50514 h 57378"/>
                <a:gd name="csX44" fmla="*/ 5761 w 63081"/>
                <a:gd name="csY44" fmla="*/ 52931 h 57378"/>
                <a:gd name="csX45" fmla="*/ 12062 w 63081"/>
                <a:gd name="csY45" fmla="*/ 54539 h 57378"/>
                <a:gd name="csX46" fmla="*/ 19361 w 63081"/>
                <a:gd name="csY46" fmla="*/ 50948 h 57378"/>
                <a:gd name="csX47" fmla="*/ 24125 w 63081"/>
                <a:gd name="csY47" fmla="*/ 41362 h 57378"/>
                <a:gd name="csX48" fmla="*/ 29440 w 63081"/>
                <a:gd name="csY48" fmla="*/ 20522 h 57378"/>
                <a:gd name="csX49" fmla="*/ 30919 w 63081"/>
                <a:gd name="csY49" fmla="*/ 11253 h 57378"/>
                <a:gd name="csX50" fmla="*/ 30238 w 63081"/>
                <a:gd name="csY50" fmla="*/ 6864 h 57378"/>
                <a:gd name="csX51" fmla="*/ 28384 w 63081"/>
                <a:gd name="csY51" fmla="*/ 4259 h 57378"/>
                <a:gd name="csX52" fmla="*/ 26225 w 63081"/>
                <a:gd name="csY52" fmla="*/ 3086 h 57378"/>
                <a:gd name="csX53" fmla="*/ 24125 w 63081"/>
                <a:gd name="csY53" fmla="*/ 2781 h 57378"/>
                <a:gd name="csX54" fmla="*/ 20159 w 63081"/>
                <a:gd name="csY54" fmla="*/ 3520 h 57378"/>
                <a:gd name="csX55" fmla="*/ 15653 w 63081"/>
                <a:gd name="csY55" fmla="*/ 5996 h 57378"/>
                <a:gd name="csX56" fmla="*/ 10948 w 63081"/>
                <a:gd name="csY56" fmla="*/ 11124 h 57378"/>
                <a:gd name="csX57" fmla="*/ 7111 w 63081"/>
                <a:gd name="csY57" fmla="*/ 19349 h 57378"/>
                <a:gd name="csX58" fmla="*/ 5445 w 63081"/>
                <a:gd name="csY58" fmla="*/ 20769 h 57378"/>
                <a:gd name="csX59" fmla="*/ 3966 w 63081"/>
                <a:gd name="csY59" fmla="*/ 19478 h 57378"/>
                <a:gd name="csX60" fmla="*/ 4764 w 63081"/>
                <a:gd name="csY60" fmla="*/ 16263 h 57378"/>
                <a:gd name="csX61" fmla="*/ 7369 w 63081"/>
                <a:gd name="csY61" fmla="*/ 11253 h 57378"/>
                <a:gd name="csX62" fmla="*/ 11441 w 63081"/>
                <a:gd name="csY62" fmla="*/ 5996 h 57378"/>
                <a:gd name="csX63" fmla="*/ 17202 w 63081"/>
                <a:gd name="csY63" fmla="*/ 1725 h 57378"/>
                <a:gd name="csX64" fmla="*/ 24371 w 63081"/>
                <a:gd name="csY64" fmla="*/ 0 h 57378"/>
                <a:gd name="csX65" fmla="*/ 27645 w 63081"/>
                <a:gd name="csY65" fmla="*/ 364 h 57378"/>
                <a:gd name="csX66" fmla="*/ 31294 w 63081"/>
                <a:gd name="csY66" fmla="*/ 1608 h 57378"/>
                <a:gd name="csX67" fmla="*/ 35131 w 63081"/>
                <a:gd name="csY67" fmla="*/ 4576 h 57378"/>
                <a:gd name="csX68" fmla="*/ 38041 w 63081"/>
                <a:gd name="csY68" fmla="*/ 9586 h 57378"/>
                <a:gd name="csX69" fmla="*/ 39766 w 63081"/>
                <a:gd name="csY69" fmla="*/ 6794 h 57378"/>
                <a:gd name="csX70" fmla="*/ 42430 w 63081"/>
                <a:gd name="csY70" fmla="*/ 3767 h 57378"/>
                <a:gd name="csX71" fmla="*/ 46384 w 63081"/>
                <a:gd name="csY71" fmla="*/ 1044 h 57378"/>
                <a:gd name="csX72" fmla="*/ 51336 w 63081"/>
                <a:gd name="csY72" fmla="*/ 0 h 57378"/>
                <a:gd name="csX73" fmla="*/ 56334 w 63081"/>
                <a:gd name="csY73" fmla="*/ 681 h 57378"/>
                <a:gd name="csX74" fmla="*/ 60910 w 63081"/>
                <a:gd name="csY74" fmla="*/ 3332 h 57378"/>
                <a:gd name="csX75" fmla="*/ 63081 w 63081"/>
                <a:gd name="csY75" fmla="*/ 8343 h 57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3081" h="57378">
                  <a:moveTo>
                    <a:pt x="63081" y="8343"/>
                  </a:moveTo>
                  <a:cubicBezTo>
                    <a:pt x="63081" y="10650"/>
                    <a:pt x="62358" y="12465"/>
                    <a:pt x="60910" y="13787"/>
                  </a:cubicBezTo>
                  <a:cubicBezTo>
                    <a:pt x="59471" y="15062"/>
                    <a:pt x="57926" y="15700"/>
                    <a:pt x="56276" y="15700"/>
                  </a:cubicBezTo>
                  <a:cubicBezTo>
                    <a:pt x="54711" y="15700"/>
                    <a:pt x="53518" y="15246"/>
                    <a:pt x="52697" y="14339"/>
                  </a:cubicBezTo>
                  <a:cubicBezTo>
                    <a:pt x="51868" y="13431"/>
                    <a:pt x="51453" y="12403"/>
                    <a:pt x="51453" y="11253"/>
                  </a:cubicBezTo>
                  <a:cubicBezTo>
                    <a:pt x="51453" y="9688"/>
                    <a:pt x="52032" y="8225"/>
                    <a:pt x="53189" y="6864"/>
                  </a:cubicBezTo>
                  <a:cubicBezTo>
                    <a:pt x="54339" y="5503"/>
                    <a:pt x="55783" y="4678"/>
                    <a:pt x="57519" y="4388"/>
                  </a:cubicBezTo>
                  <a:cubicBezTo>
                    <a:pt x="55830" y="3317"/>
                    <a:pt x="53725" y="2781"/>
                    <a:pt x="51207" y="2781"/>
                  </a:cubicBezTo>
                  <a:cubicBezTo>
                    <a:pt x="49556" y="2781"/>
                    <a:pt x="48011" y="3215"/>
                    <a:pt x="46572" y="4083"/>
                  </a:cubicBezTo>
                  <a:cubicBezTo>
                    <a:pt x="45171" y="4944"/>
                    <a:pt x="44037" y="5933"/>
                    <a:pt x="43169" y="7052"/>
                  </a:cubicBezTo>
                  <a:cubicBezTo>
                    <a:pt x="42347" y="8163"/>
                    <a:pt x="41565" y="9520"/>
                    <a:pt x="40822" y="11124"/>
                  </a:cubicBezTo>
                  <a:cubicBezTo>
                    <a:pt x="40118" y="12696"/>
                    <a:pt x="39621" y="13955"/>
                    <a:pt x="39332" y="14902"/>
                  </a:cubicBezTo>
                  <a:cubicBezTo>
                    <a:pt x="39089" y="15809"/>
                    <a:pt x="38863" y="16756"/>
                    <a:pt x="38651" y="17742"/>
                  </a:cubicBezTo>
                  <a:lnTo>
                    <a:pt x="34322" y="35061"/>
                  </a:lnTo>
                  <a:cubicBezTo>
                    <a:pt x="32921" y="40544"/>
                    <a:pt x="32221" y="44252"/>
                    <a:pt x="32221" y="46184"/>
                  </a:cubicBezTo>
                  <a:cubicBezTo>
                    <a:pt x="32221" y="48578"/>
                    <a:pt x="32800" y="50581"/>
                    <a:pt x="33958" y="52192"/>
                  </a:cubicBezTo>
                  <a:cubicBezTo>
                    <a:pt x="35108" y="53757"/>
                    <a:pt x="36836" y="54539"/>
                    <a:pt x="39144" y="54539"/>
                  </a:cubicBezTo>
                  <a:cubicBezTo>
                    <a:pt x="40052" y="54539"/>
                    <a:pt x="41021" y="54414"/>
                    <a:pt x="42054" y="54163"/>
                  </a:cubicBezTo>
                  <a:cubicBezTo>
                    <a:pt x="43087" y="53874"/>
                    <a:pt x="44260" y="53362"/>
                    <a:pt x="45574" y="52626"/>
                  </a:cubicBezTo>
                  <a:cubicBezTo>
                    <a:pt x="46935" y="51836"/>
                    <a:pt x="48214" y="50866"/>
                    <a:pt x="49411" y="49716"/>
                  </a:cubicBezTo>
                  <a:cubicBezTo>
                    <a:pt x="50647" y="48519"/>
                    <a:pt x="51864" y="46912"/>
                    <a:pt x="53060" y="44894"/>
                  </a:cubicBezTo>
                  <a:cubicBezTo>
                    <a:pt x="54257" y="42875"/>
                    <a:pt x="55247" y="40568"/>
                    <a:pt x="56029" y="37971"/>
                  </a:cubicBezTo>
                  <a:cubicBezTo>
                    <a:pt x="56280" y="37063"/>
                    <a:pt x="56815" y="36610"/>
                    <a:pt x="57637" y="36610"/>
                  </a:cubicBezTo>
                  <a:cubicBezTo>
                    <a:pt x="58669" y="36610"/>
                    <a:pt x="59185" y="37020"/>
                    <a:pt x="59185" y="37842"/>
                  </a:cubicBezTo>
                  <a:cubicBezTo>
                    <a:pt x="59185" y="38546"/>
                    <a:pt x="58896" y="39637"/>
                    <a:pt x="58317" y="41115"/>
                  </a:cubicBezTo>
                  <a:cubicBezTo>
                    <a:pt x="57785" y="42563"/>
                    <a:pt x="56921" y="44233"/>
                    <a:pt x="55724" y="46126"/>
                  </a:cubicBezTo>
                  <a:cubicBezTo>
                    <a:pt x="54566" y="47980"/>
                    <a:pt x="53225" y="49751"/>
                    <a:pt x="51699" y="51441"/>
                  </a:cubicBezTo>
                  <a:cubicBezTo>
                    <a:pt x="50174" y="53092"/>
                    <a:pt x="48277" y="54496"/>
                    <a:pt x="46008" y="55654"/>
                  </a:cubicBezTo>
                  <a:cubicBezTo>
                    <a:pt x="43740" y="56803"/>
                    <a:pt x="41370" y="57378"/>
                    <a:pt x="38898" y="57378"/>
                  </a:cubicBezTo>
                  <a:cubicBezTo>
                    <a:pt x="35354" y="57378"/>
                    <a:pt x="32409" y="56432"/>
                    <a:pt x="30062" y="54539"/>
                  </a:cubicBezTo>
                  <a:cubicBezTo>
                    <a:pt x="27707" y="52646"/>
                    <a:pt x="26100" y="50377"/>
                    <a:pt x="25240" y="47733"/>
                  </a:cubicBezTo>
                  <a:cubicBezTo>
                    <a:pt x="25028" y="48109"/>
                    <a:pt x="24778" y="48543"/>
                    <a:pt x="24489" y="49036"/>
                  </a:cubicBezTo>
                  <a:cubicBezTo>
                    <a:pt x="24199" y="49529"/>
                    <a:pt x="23624" y="50330"/>
                    <a:pt x="22764" y="51441"/>
                  </a:cubicBezTo>
                  <a:cubicBezTo>
                    <a:pt x="21935" y="52513"/>
                    <a:pt x="21047" y="53463"/>
                    <a:pt x="20100" y="54293"/>
                  </a:cubicBezTo>
                  <a:cubicBezTo>
                    <a:pt x="19154" y="55075"/>
                    <a:pt x="17937" y="55775"/>
                    <a:pt x="16451" y="56393"/>
                  </a:cubicBezTo>
                  <a:cubicBezTo>
                    <a:pt x="15012" y="57050"/>
                    <a:pt x="13510" y="57378"/>
                    <a:pt x="11945" y="57378"/>
                  </a:cubicBezTo>
                  <a:cubicBezTo>
                    <a:pt x="9966" y="57378"/>
                    <a:pt x="8089" y="57093"/>
                    <a:pt x="6313" y="56522"/>
                  </a:cubicBezTo>
                  <a:cubicBezTo>
                    <a:pt x="4584" y="55943"/>
                    <a:pt x="3102" y="54993"/>
                    <a:pt x="1866" y="53671"/>
                  </a:cubicBezTo>
                  <a:cubicBezTo>
                    <a:pt x="622" y="52356"/>
                    <a:pt x="0" y="50792"/>
                    <a:pt x="0" y="48977"/>
                  </a:cubicBezTo>
                  <a:cubicBezTo>
                    <a:pt x="0" y="46951"/>
                    <a:pt x="681" y="45238"/>
                    <a:pt x="2042" y="43838"/>
                  </a:cubicBezTo>
                  <a:cubicBezTo>
                    <a:pt x="3450" y="42398"/>
                    <a:pt x="5100" y="41679"/>
                    <a:pt x="6993" y="41679"/>
                  </a:cubicBezTo>
                  <a:cubicBezTo>
                    <a:pt x="8190" y="41679"/>
                    <a:pt x="9262" y="42027"/>
                    <a:pt x="10208" y="42723"/>
                  </a:cubicBezTo>
                  <a:cubicBezTo>
                    <a:pt x="11194" y="43427"/>
                    <a:pt x="11687" y="44542"/>
                    <a:pt x="11687" y="46067"/>
                  </a:cubicBezTo>
                  <a:cubicBezTo>
                    <a:pt x="11687" y="47757"/>
                    <a:pt x="11112" y="49239"/>
                    <a:pt x="9962" y="50514"/>
                  </a:cubicBezTo>
                  <a:cubicBezTo>
                    <a:pt x="8804" y="51797"/>
                    <a:pt x="7404" y="52603"/>
                    <a:pt x="5761" y="52931"/>
                  </a:cubicBezTo>
                  <a:cubicBezTo>
                    <a:pt x="7451" y="54003"/>
                    <a:pt x="9551" y="54539"/>
                    <a:pt x="12062" y="54539"/>
                  </a:cubicBezTo>
                  <a:cubicBezTo>
                    <a:pt x="14785" y="54539"/>
                    <a:pt x="17217" y="53342"/>
                    <a:pt x="19361" y="50948"/>
                  </a:cubicBezTo>
                  <a:cubicBezTo>
                    <a:pt x="21504" y="48562"/>
                    <a:pt x="23092" y="45367"/>
                    <a:pt x="24125" y="41362"/>
                  </a:cubicBezTo>
                  <a:cubicBezTo>
                    <a:pt x="26675" y="31756"/>
                    <a:pt x="28447" y="24809"/>
                    <a:pt x="29440" y="20522"/>
                  </a:cubicBezTo>
                  <a:cubicBezTo>
                    <a:pt x="30426" y="16197"/>
                    <a:pt x="30919" y="13107"/>
                    <a:pt x="30919" y="11253"/>
                  </a:cubicBezTo>
                  <a:cubicBezTo>
                    <a:pt x="30919" y="9524"/>
                    <a:pt x="30692" y="8061"/>
                    <a:pt x="30238" y="6864"/>
                  </a:cubicBezTo>
                  <a:cubicBezTo>
                    <a:pt x="29792" y="5667"/>
                    <a:pt x="29174" y="4799"/>
                    <a:pt x="28384" y="4259"/>
                  </a:cubicBezTo>
                  <a:cubicBezTo>
                    <a:pt x="27649" y="3688"/>
                    <a:pt x="26929" y="3297"/>
                    <a:pt x="26225" y="3086"/>
                  </a:cubicBezTo>
                  <a:cubicBezTo>
                    <a:pt x="25568" y="2883"/>
                    <a:pt x="24868" y="2781"/>
                    <a:pt x="24125" y="2781"/>
                  </a:cubicBezTo>
                  <a:cubicBezTo>
                    <a:pt x="22889" y="2781"/>
                    <a:pt x="21567" y="3027"/>
                    <a:pt x="20159" y="3520"/>
                  </a:cubicBezTo>
                  <a:cubicBezTo>
                    <a:pt x="18806" y="4013"/>
                    <a:pt x="17304" y="4838"/>
                    <a:pt x="15653" y="5996"/>
                  </a:cubicBezTo>
                  <a:cubicBezTo>
                    <a:pt x="14042" y="7107"/>
                    <a:pt x="12473" y="8816"/>
                    <a:pt x="10948" y="11124"/>
                  </a:cubicBezTo>
                  <a:cubicBezTo>
                    <a:pt x="9422" y="13431"/>
                    <a:pt x="8143" y="16173"/>
                    <a:pt x="7111" y="19349"/>
                  </a:cubicBezTo>
                  <a:cubicBezTo>
                    <a:pt x="6907" y="20296"/>
                    <a:pt x="6352" y="20769"/>
                    <a:pt x="5445" y="20769"/>
                  </a:cubicBezTo>
                  <a:cubicBezTo>
                    <a:pt x="4459" y="20730"/>
                    <a:pt x="3966" y="20299"/>
                    <a:pt x="3966" y="19478"/>
                  </a:cubicBezTo>
                  <a:cubicBezTo>
                    <a:pt x="3966" y="18774"/>
                    <a:pt x="4232" y="17702"/>
                    <a:pt x="4764" y="16263"/>
                  </a:cubicBezTo>
                  <a:cubicBezTo>
                    <a:pt x="5343" y="14777"/>
                    <a:pt x="6211" y="13107"/>
                    <a:pt x="7369" y="11253"/>
                  </a:cubicBezTo>
                  <a:cubicBezTo>
                    <a:pt x="8558" y="9399"/>
                    <a:pt x="9915" y="7646"/>
                    <a:pt x="11441" y="5996"/>
                  </a:cubicBezTo>
                  <a:cubicBezTo>
                    <a:pt x="13013" y="4306"/>
                    <a:pt x="14933" y="2883"/>
                    <a:pt x="17202" y="1725"/>
                  </a:cubicBezTo>
                  <a:cubicBezTo>
                    <a:pt x="19510" y="575"/>
                    <a:pt x="21899" y="0"/>
                    <a:pt x="24371" y="0"/>
                  </a:cubicBezTo>
                  <a:cubicBezTo>
                    <a:pt x="25482" y="0"/>
                    <a:pt x="26573" y="121"/>
                    <a:pt x="27645" y="364"/>
                  </a:cubicBezTo>
                  <a:cubicBezTo>
                    <a:pt x="28756" y="575"/>
                    <a:pt x="29972" y="989"/>
                    <a:pt x="31294" y="1608"/>
                  </a:cubicBezTo>
                  <a:cubicBezTo>
                    <a:pt x="32655" y="2225"/>
                    <a:pt x="33934" y="3215"/>
                    <a:pt x="35131" y="4576"/>
                  </a:cubicBezTo>
                  <a:cubicBezTo>
                    <a:pt x="36328" y="5937"/>
                    <a:pt x="37298" y="7607"/>
                    <a:pt x="38041" y="9586"/>
                  </a:cubicBezTo>
                  <a:cubicBezTo>
                    <a:pt x="38534" y="8632"/>
                    <a:pt x="39109" y="7701"/>
                    <a:pt x="39766" y="6794"/>
                  </a:cubicBezTo>
                  <a:cubicBezTo>
                    <a:pt x="40470" y="5894"/>
                    <a:pt x="41358" y="4885"/>
                    <a:pt x="42430" y="3767"/>
                  </a:cubicBezTo>
                  <a:cubicBezTo>
                    <a:pt x="43540" y="2617"/>
                    <a:pt x="44858" y="1709"/>
                    <a:pt x="46384" y="1044"/>
                  </a:cubicBezTo>
                  <a:cubicBezTo>
                    <a:pt x="47949" y="348"/>
                    <a:pt x="49599" y="0"/>
                    <a:pt x="51336" y="0"/>
                  </a:cubicBezTo>
                  <a:cubicBezTo>
                    <a:pt x="53025" y="0"/>
                    <a:pt x="54691" y="227"/>
                    <a:pt x="56334" y="681"/>
                  </a:cubicBezTo>
                  <a:cubicBezTo>
                    <a:pt x="57985" y="1087"/>
                    <a:pt x="59510" y="1971"/>
                    <a:pt x="60910" y="3332"/>
                  </a:cubicBezTo>
                  <a:cubicBezTo>
                    <a:pt x="62358" y="4654"/>
                    <a:pt x="63081" y="6325"/>
                    <a:pt x="63081" y="834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E7126502-B553-5F0B-62CD-4B4D8C53A627}"/>
                </a:ext>
              </a:extLst>
            </p:cNvPr>
            <p:cNvSpPr/>
            <p:nvPr/>
          </p:nvSpPr>
          <p:spPr>
            <a:xfrm>
              <a:off x="45260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56073666-A453-26FD-C029-E782B79DDBF3}"/>
                </a:ext>
              </a:extLst>
            </p:cNvPr>
            <p:cNvSpPr/>
            <p:nvPr/>
          </p:nvSpPr>
          <p:spPr>
            <a:xfrm>
              <a:off x="452607" y="455662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A2C76A6-9AD1-4AA1-33C7-5821528A48D6}"/>
                </a:ext>
              </a:extLst>
            </p:cNvPr>
            <p:cNvSpPr/>
            <p:nvPr/>
          </p:nvSpPr>
          <p:spPr>
            <a:xfrm>
              <a:off x="452607" y="41939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5131431D-9086-D777-1F05-54A94B1991BD}"/>
                </a:ext>
              </a:extLst>
            </p:cNvPr>
            <p:cNvSpPr/>
            <p:nvPr/>
          </p:nvSpPr>
          <p:spPr>
            <a:xfrm>
              <a:off x="452607" y="383137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883E82E1-82C1-E93F-9F50-3240D3C484DA}"/>
                </a:ext>
              </a:extLst>
            </p:cNvPr>
            <p:cNvSpPr/>
            <p:nvPr/>
          </p:nvSpPr>
          <p:spPr>
            <a:xfrm>
              <a:off x="452607" y="346875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948A120A-BC4F-C32F-36F9-C07B322B8D4E}"/>
                </a:ext>
              </a:extLst>
            </p:cNvPr>
            <p:cNvSpPr/>
            <p:nvPr/>
          </p:nvSpPr>
          <p:spPr>
            <a:xfrm>
              <a:off x="452607" y="310613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80017DE3-3E04-3347-2E18-174CCD0401BA}"/>
                </a:ext>
              </a:extLst>
            </p:cNvPr>
            <p:cNvSpPr/>
            <p:nvPr/>
          </p:nvSpPr>
          <p:spPr>
            <a:xfrm>
              <a:off x="354304" y="4514601"/>
              <a:ext cx="56060" cy="84143"/>
            </a:xfrm>
            <a:custGeom>
              <a:avLst/>
              <a:gdLst>
                <a:gd name="csX0" fmla="*/ 28030 w 56060"/>
                <a:gd name="csY0" fmla="*/ 8683 h 84143"/>
                <a:gd name="csX1" fmla="*/ 15265 w 56060"/>
                <a:gd name="csY1" fmla="*/ 17049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49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49 h 84143"/>
                <a:gd name="csX8" fmla="*/ 28030 w 56060"/>
                <a:gd name="csY8" fmla="*/ 8683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84 h 84143"/>
                <a:gd name="csX13" fmla="*/ 28030 w 56060"/>
                <a:gd name="csY13" fmla="*/ 84144 h 84143"/>
                <a:gd name="csX14" fmla="*/ 7171 w 56060"/>
                <a:gd name="csY14" fmla="*/ 73384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83"/>
                  </a:moveTo>
                  <a:cubicBezTo>
                    <a:pt x="22380" y="8683"/>
                    <a:pt x="18125" y="11472"/>
                    <a:pt x="15265" y="17049"/>
                  </a:cubicBezTo>
                  <a:cubicBezTo>
                    <a:pt x="12440" y="22596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0"/>
                    <a:pt x="22380" y="75449"/>
                    <a:pt x="28030" y="75449"/>
                  </a:cubicBezTo>
                  <a:cubicBezTo>
                    <a:pt x="33716" y="75449"/>
                    <a:pt x="37972" y="72680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6"/>
                    <a:pt x="40796" y="17049"/>
                  </a:cubicBezTo>
                  <a:cubicBezTo>
                    <a:pt x="37972" y="11472"/>
                    <a:pt x="33716" y="8683"/>
                    <a:pt x="28030" y="8683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1"/>
                    <a:pt x="53653" y="66179"/>
                    <a:pt x="48836" y="73384"/>
                  </a:cubicBezTo>
                  <a:cubicBezTo>
                    <a:pt x="44056" y="80557"/>
                    <a:pt x="37120" y="84144"/>
                    <a:pt x="28030" y="84144"/>
                  </a:cubicBezTo>
                  <a:cubicBezTo>
                    <a:pt x="18940" y="84144"/>
                    <a:pt x="11987" y="80557"/>
                    <a:pt x="7171" y="73384"/>
                  </a:cubicBezTo>
                  <a:cubicBezTo>
                    <a:pt x="2390" y="66179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67C5975E-6F95-CE1B-0026-6936CD12D505}"/>
                </a:ext>
              </a:extLst>
            </p:cNvPr>
            <p:cNvSpPr/>
            <p:nvPr/>
          </p:nvSpPr>
          <p:spPr>
            <a:xfrm>
              <a:off x="362072" y="4153445"/>
              <a:ext cx="48293" cy="81104"/>
            </a:xfrm>
            <a:custGeom>
              <a:avLst/>
              <a:gdLst>
                <a:gd name="csX0" fmla="*/ 1576 w 48293"/>
                <a:gd name="csY0" fmla="*/ 71870 h 81104"/>
                <a:gd name="csX1" fmla="*/ 19502 w 48293"/>
                <a:gd name="csY1" fmla="*/ 71870 h 81104"/>
                <a:gd name="csX2" fmla="*/ 19502 w 48293"/>
                <a:gd name="csY2" fmla="*/ 9995 h 81104"/>
                <a:gd name="csX3" fmla="*/ 0 w 48293"/>
                <a:gd name="csY3" fmla="*/ 13906 h 81104"/>
                <a:gd name="csX4" fmla="*/ 0 w 48293"/>
                <a:gd name="csY4" fmla="*/ 3911 h 81104"/>
                <a:gd name="csX5" fmla="*/ 19394 w 48293"/>
                <a:gd name="csY5" fmla="*/ 0 h 81104"/>
                <a:gd name="csX6" fmla="*/ 30367 w 48293"/>
                <a:gd name="csY6" fmla="*/ 0 h 81104"/>
                <a:gd name="csX7" fmla="*/ 30367 w 48293"/>
                <a:gd name="csY7" fmla="*/ 71870 h 81104"/>
                <a:gd name="csX8" fmla="*/ 48293 w 48293"/>
                <a:gd name="csY8" fmla="*/ 71870 h 81104"/>
                <a:gd name="csX9" fmla="*/ 48293 w 48293"/>
                <a:gd name="csY9" fmla="*/ 81104 h 81104"/>
                <a:gd name="csX10" fmla="*/ 1576 w 48293"/>
                <a:gd name="csY10" fmla="*/ 81104 h 81104"/>
                <a:gd name="csX11" fmla="*/ 1576 w 48293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3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5"/>
                  </a:lnTo>
                  <a:lnTo>
                    <a:pt x="0" y="13906"/>
                  </a:lnTo>
                  <a:lnTo>
                    <a:pt x="0" y="3911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D2779376-D093-C205-AAAD-55D4302C5651}"/>
                </a:ext>
              </a:extLst>
            </p:cNvPr>
            <p:cNvSpPr/>
            <p:nvPr/>
          </p:nvSpPr>
          <p:spPr>
            <a:xfrm>
              <a:off x="358868" y="3789358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7 h 82571"/>
                <a:gd name="csX6" fmla="*/ 30583 w 51497"/>
                <a:gd name="csY6" fmla="*/ 41938 h 82571"/>
                <a:gd name="csX7" fmla="*/ 37917 w 51497"/>
                <a:gd name="csY7" fmla="*/ 31942 h 82571"/>
                <a:gd name="csX8" fmla="*/ 40036 w 51497"/>
                <a:gd name="csY8" fmla="*/ 23848 h 82571"/>
                <a:gd name="csX9" fmla="*/ 35473 w 51497"/>
                <a:gd name="csY9" fmla="*/ 13310 h 82571"/>
                <a:gd name="csX10" fmla="*/ 23685 w 51497"/>
                <a:gd name="csY10" fmla="*/ 9235 h 82571"/>
                <a:gd name="csX11" fmla="*/ 12765 w 51497"/>
                <a:gd name="csY11" fmla="*/ 11027 h 82571"/>
                <a:gd name="csX12" fmla="*/ 543 w 51497"/>
                <a:gd name="csY12" fmla="*/ 16460 h 82571"/>
                <a:gd name="csX13" fmla="*/ 543 w 51497"/>
                <a:gd name="csY13" fmla="*/ 5378 h 82571"/>
                <a:gd name="csX14" fmla="*/ 12928 w 51497"/>
                <a:gd name="csY14" fmla="*/ 1358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41 h 82571"/>
                <a:gd name="csX18" fmla="*/ 49162 w 51497"/>
                <a:gd name="csY18" fmla="*/ 32648 h 82571"/>
                <a:gd name="csX19" fmla="*/ 42372 w 51497"/>
                <a:gd name="csY19" fmla="*/ 43186 h 82571"/>
                <a:gd name="csX20" fmla="*/ 33734 w 51497"/>
                <a:gd name="csY20" fmla="*/ 52313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50"/>
                    <a:pt x="17002" y="56007"/>
                  </a:cubicBezTo>
                  <a:cubicBezTo>
                    <a:pt x="24209" y="48728"/>
                    <a:pt x="28736" y="44038"/>
                    <a:pt x="30583" y="41938"/>
                  </a:cubicBezTo>
                  <a:cubicBezTo>
                    <a:pt x="34096" y="37990"/>
                    <a:pt x="36541" y="34658"/>
                    <a:pt x="37917" y="31942"/>
                  </a:cubicBezTo>
                  <a:cubicBezTo>
                    <a:pt x="39330" y="29190"/>
                    <a:pt x="40036" y="26492"/>
                    <a:pt x="40036" y="23848"/>
                  </a:cubicBezTo>
                  <a:cubicBezTo>
                    <a:pt x="40036" y="19538"/>
                    <a:pt x="38515" y="16026"/>
                    <a:pt x="35473" y="13310"/>
                  </a:cubicBezTo>
                  <a:cubicBezTo>
                    <a:pt x="32466" y="10593"/>
                    <a:pt x="28537" y="9235"/>
                    <a:pt x="23685" y="9235"/>
                  </a:cubicBezTo>
                  <a:cubicBezTo>
                    <a:pt x="20244" y="9235"/>
                    <a:pt x="16605" y="9832"/>
                    <a:pt x="12765" y="11027"/>
                  </a:cubicBezTo>
                  <a:cubicBezTo>
                    <a:pt x="8963" y="12223"/>
                    <a:pt x="4889" y="14034"/>
                    <a:pt x="543" y="16460"/>
                  </a:cubicBezTo>
                  <a:lnTo>
                    <a:pt x="543" y="5378"/>
                  </a:lnTo>
                  <a:cubicBezTo>
                    <a:pt x="4961" y="3603"/>
                    <a:pt x="9090" y="2263"/>
                    <a:pt x="12928" y="1358"/>
                  </a:cubicBezTo>
                  <a:cubicBezTo>
                    <a:pt x="16767" y="453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3"/>
                    <a:pt x="51063" y="16116"/>
                    <a:pt x="51063" y="23141"/>
                  </a:cubicBezTo>
                  <a:cubicBezTo>
                    <a:pt x="51063" y="26473"/>
                    <a:pt x="50430" y="29642"/>
                    <a:pt x="49162" y="32648"/>
                  </a:cubicBezTo>
                  <a:cubicBezTo>
                    <a:pt x="47930" y="35618"/>
                    <a:pt x="45667" y="39130"/>
                    <a:pt x="42372" y="43186"/>
                  </a:cubicBezTo>
                  <a:cubicBezTo>
                    <a:pt x="41466" y="44237"/>
                    <a:pt x="38587" y="47279"/>
                    <a:pt x="33734" y="52313"/>
                  </a:cubicBezTo>
                  <a:cubicBezTo>
                    <a:pt x="28881" y="57311"/>
                    <a:pt x="22037" y="64319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A2657AF8-0020-C481-02C6-7F5D5EB07379}"/>
                </a:ext>
              </a:extLst>
            </p:cNvPr>
            <p:cNvSpPr/>
            <p:nvPr/>
          </p:nvSpPr>
          <p:spPr>
            <a:xfrm>
              <a:off x="356965" y="3426737"/>
              <a:ext cx="53399" cy="84146"/>
            </a:xfrm>
            <a:custGeom>
              <a:avLst/>
              <a:gdLst>
                <a:gd name="csX0" fmla="*/ 36668 w 53399"/>
                <a:gd name="csY0" fmla="*/ 38841 h 84146"/>
                <a:gd name="csX1" fmla="*/ 48945 w 53399"/>
                <a:gd name="csY1" fmla="*/ 45849 h 84146"/>
                <a:gd name="csX2" fmla="*/ 53400 w 53399"/>
                <a:gd name="csY2" fmla="*/ 58995 h 84146"/>
                <a:gd name="csX3" fmla="*/ 45142 w 53399"/>
                <a:gd name="csY3" fmla="*/ 77574 h 84146"/>
                <a:gd name="csX4" fmla="*/ 21675 w 53399"/>
                <a:gd name="csY4" fmla="*/ 84147 h 84146"/>
                <a:gd name="csX5" fmla="*/ 11137 w 53399"/>
                <a:gd name="csY5" fmla="*/ 83114 h 84146"/>
                <a:gd name="csX6" fmla="*/ 0 w 53399"/>
                <a:gd name="csY6" fmla="*/ 80127 h 84146"/>
                <a:gd name="csX7" fmla="*/ 0 w 53399"/>
                <a:gd name="csY7" fmla="*/ 69534 h 84146"/>
                <a:gd name="csX8" fmla="*/ 9996 w 53399"/>
                <a:gd name="csY8" fmla="*/ 73554 h 84146"/>
                <a:gd name="csX9" fmla="*/ 21350 w 53399"/>
                <a:gd name="csY9" fmla="*/ 74912 h 84146"/>
                <a:gd name="csX10" fmla="*/ 37048 w 53399"/>
                <a:gd name="csY10" fmla="*/ 70837 h 84146"/>
                <a:gd name="csX11" fmla="*/ 42481 w 53399"/>
                <a:gd name="csY11" fmla="*/ 58995 h 84146"/>
                <a:gd name="csX12" fmla="*/ 37429 w 53399"/>
                <a:gd name="csY12" fmla="*/ 47805 h 84146"/>
                <a:gd name="csX13" fmla="*/ 23468 w 53399"/>
                <a:gd name="csY13" fmla="*/ 43731 h 84146"/>
                <a:gd name="csX14" fmla="*/ 14016 w 53399"/>
                <a:gd name="csY14" fmla="*/ 43731 h 84146"/>
                <a:gd name="csX15" fmla="*/ 14016 w 53399"/>
                <a:gd name="csY15" fmla="*/ 34712 h 84146"/>
                <a:gd name="csX16" fmla="*/ 23903 w 53399"/>
                <a:gd name="csY16" fmla="*/ 34712 h 84146"/>
                <a:gd name="csX17" fmla="*/ 36288 w 53399"/>
                <a:gd name="csY17" fmla="*/ 31508 h 84146"/>
                <a:gd name="csX18" fmla="*/ 40579 w 53399"/>
                <a:gd name="csY18" fmla="*/ 22164 h 84146"/>
                <a:gd name="csX19" fmla="*/ 36125 w 53399"/>
                <a:gd name="csY19" fmla="*/ 12603 h 84146"/>
                <a:gd name="csX20" fmla="*/ 23468 w 53399"/>
                <a:gd name="csY20" fmla="*/ 9236 h 84146"/>
                <a:gd name="csX21" fmla="*/ 13798 w 53399"/>
                <a:gd name="csY21" fmla="*/ 10213 h 84146"/>
                <a:gd name="csX22" fmla="*/ 2445 w 53399"/>
                <a:gd name="csY22" fmla="*/ 13256 h 84146"/>
                <a:gd name="csX23" fmla="*/ 2445 w 53399"/>
                <a:gd name="csY23" fmla="*/ 3477 h 84146"/>
                <a:gd name="csX24" fmla="*/ 14124 w 53399"/>
                <a:gd name="csY24" fmla="*/ 869 h 84146"/>
                <a:gd name="csX25" fmla="*/ 24445 w 53399"/>
                <a:gd name="csY25" fmla="*/ 0 h 84146"/>
                <a:gd name="csX26" fmla="*/ 44219 w 53399"/>
                <a:gd name="csY26" fmla="*/ 5704 h 84146"/>
                <a:gd name="csX27" fmla="*/ 51499 w 53399"/>
                <a:gd name="csY27" fmla="*/ 21024 h 84146"/>
                <a:gd name="csX28" fmla="*/ 47642 w 53399"/>
                <a:gd name="csY28" fmla="*/ 32431 h 84146"/>
                <a:gd name="csX29" fmla="*/ 36668 w 53399"/>
                <a:gd name="csY29" fmla="*/ 38841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6">
                  <a:moveTo>
                    <a:pt x="36668" y="38841"/>
                  </a:moveTo>
                  <a:cubicBezTo>
                    <a:pt x="41920" y="39964"/>
                    <a:pt x="46012" y="42300"/>
                    <a:pt x="48945" y="45849"/>
                  </a:cubicBezTo>
                  <a:cubicBezTo>
                    <a:pt x="51915" y="49398"/>
                    <a:pt x="53400" y="53780"/>
                    <a:pt x="53400" y="58995"/>
                  </a:cubicBezTo>
                  <a:cubicBezTo>
                    <a:pt x="53400" y="66999"/>
                    <a:pt x="50647" y="73191"/>
                    <a:pt x="45142" y="77574"/>
                  </a:cubicBezTo>
                  <a:cubicBezTo>
                    <a:pt x="39638" y="81956"/>
                    <a:pt x="31815" y="84147"/>
                    <a:pt x="21675" y="84147"/>
                  </a:cubicBezTo>
                  <a:cubicBezTo>
                    <a:pt x="18271" y="84147"/>
                    <a:pt x="14758" y="83803"/>
                    <a:pt x="11137" y="83114"/>
                  </a:cubicBezTo>
                  <a:cubicBezTo>
                    <a:pt x="7552" y="82463"/>
                    <a:pt x="3839" y="81467"/>
                    <a:pt x="0" y="80127"/>
                  </a:cubicBezTo>
                  <a:lnTo>
                    <a:pt x="0" y="69534"/>
                  </a:lnTo>
                  <a:cubicBezTo>
                    <a:pt x="3042" y="71309"/>
                    <a:pt x="6374" y="72649"/>
                    <a:pt x="9996" y="73554"/>
                  </a:cubicBezTo>
                  <a:cubicBezTo>
                    <a:pt x="13617" y="74459"/>
                    <a:pt x="17402" y="74912"/>
                    <a:pt x="21350" y="74912"/>
                  </a:cubicBezTo>
                  <a:cubicBezTo>
                    <a:pt x="28230" y="74912"/>
                    <a:pt x="33463" y="73554"/>
                    <a:pt x="37048" y="70837"/>
                  </a:cubicBezTo>
                  <a:cubicBezTo>
                    <a:pt x="40670" y="68121"/>
                    <a:pt x="42481" y="64174"/>
                    <a:pt x="42481" y="58995"/>
                  </a:cubicBezTo>
                  <a:cubicBezTo>
                    <a:pt x="42481" y="54215"/>
                    <a:pt x="40797" y="50485"/>
                    <a:pt x="37429" y="47805"/>
                  </a:cubicBezTo>
                  <a:cubicBezTo>
                    <a:pt x="34097" y="45089"/>
                    <a:pt x="29443" y="43731"/>
                    <a:pt x="23468" y="43731"/>
                  </a:cubicBezTo>
                  <a:lnTo>
                    <a:pt x="14016" y="43731"/>
                  </a:lnTo>
                  <a:lnTo>
                    <a:pt x="14016" y="34712"/>
                  </a:lnTo>
                  <a:lnTo>
                    <a:pt x="23903" y="34712"/>
                  </a:lnTo>
                  <a:cubicBezTo>
                    <a:pt x="29299" y="34712"/>
                    <a:pt x="33427" y="33644"/>
                    <a:pt x="36288" y="31508"/>
                  </a:cubicBezTo>
                  <a:cubicBezTo>
                    <a:pt x="39149" y="29335"/>
                    <a:pt x="40579" y="26220"/>
                    <a:pt x="40579" y="22164"/>
                  </a:cubicBezTo>
                  <a:cubicBezTo>
                    <a:pt x="40579" y="17999"/>
                    <a:pt x="39094" y="14812"/>
                    <a:pt x="36125" y="12603"/>
                  </a:cubicBezTo>
                  <a:cubicBezTo>
                    <a:pt x="33192" y="10358"/>
                    <a:pt x="28972" y="9236"/>
                    <a:pt x="23468" y="9236"/>
                  </a:cubicBezTo>
                  <a:cubicBezTo>
                    <a:pt x="20462" y="9236"/>
                    <a:pt x="17239" y="9562"/>
                    <a:pt x="13798" y="10213"/>
                  </a:cubicBezTo>
                  <a:cubicBezTo>
                    <a:pt x="10357" y="10865"/>
                    <a:pt x="6573" y="11879"/>
                    <a:pt x="2445" y="13256"/>
                  </a:cubicBezTo>
                  <a:lnTo>
                    <a:pt x="2445" y="3477"/>
                  </a:lnTo>
                  <a:cubicBezTo>
                    <a:pt x="6610" y="2318"/>
                    <a:pt x="10503" y="1449"/>
                    <a:pt x="14124" y="869"/>
                  </a:cubicBezTo>
                  <a:cubicBezTo>
                    <a:pt x="17782" y="290"/>
                    <a:pt x="21222" y="0"/>
                    <a:pt x="24445" y="0"/>
                  </a:cubicBezTo>
                  <a:cubicBezTo>
                    <a:pt x="32775" y="0"/>
                    <a:pt x="39367" y="1901"/>
                    <a:pt x="44219" y="5704"/>
                  </a:cubicBezTo>
                  <a:cubicBezTo>
                    <a:pt x="49072" y="9470"/>
                    <a:pt x="51499" y="14577"/>
                    <a:pt x="51499" y="21024"/>
                  </a:cubicBezTo>
                  <a:cubicBezTo>
                    <a:pt x="51499" y="25515"/>
                    <a:pt x="50213" y="29317"/>
                    <a:pt x="47642" y="32431"/>
                  </a:cubicBezTo>
                  <a:cubicBezTo>
                    <a:pt x="45071" y="35509"/>
                    <a:pt x="41413" y="37646"/>
                    <a:pt x="36668" y="38841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C5F47DEC-0946-F774-8486-ED6FE14EB602}"/>
                </a:ext>
              </a:extLst>
            </p:cNvPr>
            <p:cNvSpPr/>
            <p:nvPr/>
          </p:nvSpPr>
          <p:spPr>
            <a:xfrm>
              <a:off x="351262" y="306558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2 h 81104"/>
                <a:gd name="csX9" fmla="*/ 47533 w 59103"/>
                <a:gd name="csY9" fmla="*/ 61982 h 81104"/>
                <a:gd name="csX10" fmla="*/ 47533 w 59103"/>
                <a:gd name="csY10" fmla="*/ 81105 h 81104"/>
                <a:gd name="csX11" fmla="*/ 36614 w 59103"/>
                <a:gd name="csY11" fmla="*/ 81105 h 81104"/>
                <a:gd name="csX12" fmla="*/ 36614 w 59103"/>
                <a:gd name="csY12" fmla="*/ 61982 h 81104"/>
                <a:gd name="csX13" fmla="*/ 0 w 59103"/>
                <a:gd name="csY13" fmla="*/ 61982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2"/>
                  </a:lnTo>
                  <a:lnTo>
                    <a:pt x="47533" y="61982"/>
                  </a:lnTo>
                  <a:lnTo>
                    <a:pt x="47533" y="81105"/>
                  </a:lnTo>
                  <a:lnTo>
                    <a:pt x="36614" y="81105"/>
                  </a:lnTo>
                  <a:lnTo>
                    <a:pt x="36614" y="61982"/>
                  </a:lnTo>
                  <a:lnTo>
                    <a:pt x="0" y="61982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19727E38-67B1-E6A7-E0AD-405D9E46448D}"/>
                </a:ext>
              </a:extLst>
            </p:cNvPr>
            <p:cNvSpPr/>
            <p:nvPr/>
          </p:nvSpPr>
          <p:spPr>
            <a:xfrm>
              <a:off x="213162" y="3803653"/>
              <a:ext cx="81935" cy="58436"/>
            </a:xfrm>
            <a:custGeom>
              <a:avLst/>
              <a:gdLst>
                <a:gd name="csX0" fmla="*/ 4823 w 81935"/>
                <a:gd name="csY0" fmla="*/ 0 h 58436"/>
                <a:gd name="csX1" fmla="*/ 7730 w 81935"/>
                <a:gd name="csY1" fmla="*/ 556 h 58436"/>
                <a:gd name="csX2" fmla="*/ 56087 w 81935"/>
                <a:gd name="csY2" fmla="*/ 12676 h 58436"/>
                <a:gd name="csX3" fmla="*/ 74391 w 81935"/>
                <a:gd name="csY3" fmla="*/ 23992 h 58436"/>
                <a:gd name="csX4" fmla="*/ 81935 w 81935"/>
                <a:gd name="csY4" fmla="*/ 42358 h 58436"/>
                <a:gd name="csX5" fmla="*/ 78782 w 81935"/>
                <a:gd name="csY5" fmla="*/ 52006 h 58436"/>
                <a:gd name="csX6" fmla="*/ 70928 w 81935"/>
                <a:gd name="csY6" fmla="*/ 55777 h 58436"/>
                <a:gd name="csX7" fmla="*/ 64682 w 81935"/>
                <a:gd name="csY7" fmla="*/ 53551 h 58436"/>
                <a:gd name="csX8" fmla="*/ 62704 w 81935"/>
                <a:gd name="csY8" fmla="*/ 48666 h 58436"/>
                <a:gd name="csX9" fmla="*/ 62951 w 81935"/>
                <a:gd name="csY9" fmla="*/ 46873 h 58436"/>
                <a:gd name="csX10" fmla="*/ 64250 w 81935"/>
                <a:gd name="csY10" fmla="*/ 44956 h 58436"/>
                <a:gd name="csX11" fmla="*/ 67094 w 81935"/>
                <a:gd name="csY11" fmla="*/ 43967 h 58436"/>
                <a:gd name="csX12" fmla="*/ 72288 w 81935"/>
                <a:gd name="csY12" fmla="*/ 46501 h 58436"/>
                <a:gd name="csX13" fmla="*/ 73587 w 81935"/>
                <a:gd name="csY13" fmla="*/ 48914 h 58436"/>
                <a:gd name="csX14" fmla="*/ 73835 w 81935"/>
                <a:gd name="csY14" fmla="*/ 51943 h 58436"/>
                <a:gd name="csX15" fmla="*/ 76741 w 81935"/>
                <a:gd name="csY15" fmla="*/ 49841 h 58436"/>
                <a:gd name="csX16" fmla="*/ 78349 w 81935"/>
                <a:gd name="csY16" fmla="*/ 46934 h 58436"/>
                <a:gd name="csX17" fmla="*/ 78967 w 81935"/>
                <a:gd name="csY17" fmla="*/ 44400 h 58436"/>
                <a:gd name="csX18" fmla="*/ 79153 w 81935"/>
                <a:gd name="csY18" fmla="*/ 42358 h 58436"/>
                <a:gd name="csX19" fmla="*/ 71175 w 81935"/>
                <a:gd name="csY19" fmla="*/ 28383 h 58436"/>
                <a:gd name="csX20" fmla="*/ 66352 w 81935"/>
                <a:gd name="csY20" fmla="*/ 25291 h 58436"/>
                <a:gd name="csX21" fmla="*/ 61096 w 81935"/>
                <a:gd name="csY21" fmla="*/ 22942 h 58436"/>
                <a:gd name="csX22" fmla="*/ 56705 w 81935"/>
                <a:gd name="csY22" fmla="*/ 21519 h 58436"/>
                <a:gd name="csX23" fmla="*/ 51635 w 81935"/>
                <a:gd name="csY23" fmla="*/ 20159 h 58436"/>
                <a:gd name="csX24" fmla="*/ 57386 w 81935"/>
                <a:gd name="csY24" fmla="*/ 32959 h 58436"/>
                <a:gd name="csX25" fmla="*/ 56582 w 81935"/>
                <a:gd name="csY25" fmla="*/ 38587 h 58436"/>
                <a:gd name="csX26" fmla="*/ 54108 w 81935"/>
                <a:gd name="csY26" fmla="*/ 43472 h 58436"/>
                <a:gd name="csX27" fmla="*/ 49347 w 81935"/>
                <a:gd name="csY27" fmla="*/ 47120 h 58436"/>
                <a:gd name="csX28" fmla="*/ 42297 w 81935"/>
                <a:gd name="csY28" fmla="*/ 48419 h 58436"/>
                <a:gd name="csX29" fmla="*/ 32218 w 81935"/>
                <a:gd name="csY29" fmla="*/ 46749 h 58436"/>
                <a:gd name="csX30" fmla="*/ 15707 w 81935"/>
                <a:gd name="csY30" fmla="*/ 41060 h 58436"/>
                <a:gd name="csX31" fmla="*/ 6802 w 81935"/>
                <a:gd name="csY31" fmla="*/ 38895 h 58436"/>
                <a:gd name="csX32" fmla="*/ 4514 w 81935"/>
                <a:gd name="csY32" fmla="*/ 39205 h 58436"/>
                <a:gd name="csX33" fmla="*/ 3277 w 81935"/>
                <a:gd name="csY33" fmla="*/ 40132 h 58436"/>
                <a:gd name="csX34" fmla="*/ 2845 w 81935"/>
                <a:gd name="csY34" fmla="*/ 41121 h 58436"/>
                <a:gd name="csX35" fmla="*/ 2783 w 81935"/>
                <a:gd name="csY35" fmla="*/ 42049 h 58436"/>
                <a:gd name="csX36" fmla="*/ 6493 w 81935"/>
                <a:gd name="csY36" fmla="*/ 49099 h 58436"/>
                <a:gd name="csX37" fmla="*/ 18489 w 81935"/>
                <a:gd name="csY37" fmla="*/ 54850 h 58436"/>
                <a:gd name="csX38" fmla="*/ 20406 w 81935"/>
                <a:gd name="csY38" fmla="*/ 55654 h 58436"/>
                <a:gd name="csX39" fmla="*/ 20777 w 81935"/>
                <a:gd name="csY39" fmla="*/ 56890 h 58436"/>
                <a:gd name="csX40" fmla="*/ 19479 w 81935"/>
                <a:gd name="csY40" fmla="*/ 58437 h 58436"/>
                <a:gd name="csX41" fmla="*/ 17067 w 81935"/>
                <a:gd name="csY41" fmla="*/ 57880 h 58436"/>
                <a:gd name="csX42" fmla="*/ 12182 w 81935"/>
                <a:gd name="csY42" fmla="*/ 56024 h 58436"/>
                <a:gd name="csX43" fmla="*/ 6555 w 81935"/>
                <a:gd name="csY43" fmla="*/ 52809 h 58436"/>
                <a:gd name="csX44" fmla="*/ 1917 w 81935"/>
                <a:gd name="csY44" fmla="*/ 48048 h 58436"/>
                <a:gd name="csX45" fmla="*/ 0 w 81935"/>
                <a:gd name="csY45" fmla="*/ 41679 h 58436"/>
                <a:gd name="csX46" fmla="*/ 3030 w 81935"/>
                <a:gd name="csY46" fmla="*/ 34196 h 58436"/>
                <a:gd name="csX47" fmla="*/ 10389 w 81935"/>
                <a:gd name="csY47" fmla="*/ 31290 h 58436"/>
                <a:gd name="csX48" fmla="*/ 13790 w 81935"/>
                <a:gd name="csY48" fmla="*/ 31785 h 58436"/>
                <a:gd name="csX49" fmla="*/ 19479 w 81935"/>
                <a:gd name="csY49" fmla="*/ 33825 h 58436"/>
                <a:gd name="csX50" fmla="*/ 44338 w 81935"/>
                <a:gd name="csY50" fmla="*/ 40317 h 58436"/>
                <a:gd name="csX51" fmla="*/ 47986 w 81935"/>
                <a:gd name="csY51" fmla="*/ 40009 h 58436"/>
                <a:gd name="csX52" fmla="*/ 51202 w 81935"/>
                <a:gd name="csY52" fmla="*/ 38834 h 58436"/>
                <a:gd name="csX53" fmla="*/ 53675 w 81935"/>
                <a:gd name="csY53" fmla="*/ 36422 h 58436"/>
                <a:gd name="csX54" fmla="*/ 54541 w 81935"/>
                <a:gd name="csY54" fmla="*/ 32464 h 58436"/>
                <a:gd name="csX55" fmla="*/ 53181 w 81935"/>
                <a:gd name="csY55" fmla="*/ 26838 h 58436"/>
                <a:gd name="csX56" fmla="*/ 49841 w 81935"/>
                <a:gd name="csY56" fmla="*/ 22324 h 58436"/>
                <a:gd name="csX57" fmla="*/ 46317 w 81935"/>
                <a:gd name="csY57" fmla="*/ 19478 h 58436"/>
                <a:gd name="csX58" fmla="*/ 43781 w 81935"/>
                <a:gd name="csY58" fmla="*/ 18118 h 58436"/>
                <a:gd name="csX59" fmla="*/ 21025 w 81935"/>
                <a:gd name="csY59" fmla="*/ 12428 h 58436"/>
                <a:gd name="csX60" fmla="*/ 10883 w 81935"/>
                <a:gd name="csY60" fmla="*/ 9894 h 58436"/>
                <a:gd name="csX61" fmla="*/ 4019 w 81935"/>
                <a:gd name="csY61" fmla="*/ 8162 h 58436"/>
                <a:gd name="csX62" fmla="*/ 2041 w 81935"/>
                <a:gd name="csY62" fmla="*/ 6122 h 58436"/>
                <a:gd name="csX63" fmla="*/ 1360 w 81935"/>
                <a:gd name="csY63" fmla="*/ 3710 h 58436"/>
                <a:gd name="csX64" fmla="*/ 2288 w 81935"/>
                <a:gd name="csY64" fmla="*/ 1112 h 58436"/>
                <a:gd name="csX65" fmla="*/ 4823 w 81935"/>
                <a:gd name="csY65" fmla="*/ 0 h 58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81935" h="58436">
                  <a:moveTo>
                    <a:pt x="4823" y="0"/>
                  </a:moveTo>
                  <a:cubicBezTo>
                    <a:pt x="5400" y="0"/>
                    <a:pt x="6369" y="185"/>
                    <a:pt x="7730" y="556"/>
                  </a:cubicBezTo>
                  <a:lnTo>
                    <a:pt x="56087" y="12676"/>
                  </a:lnTo>
                  <a:cubicBezTo>
                    <a:pt x="63260" y="14449"/>
                    <a:pt x="69362" y="18221"/>
                    <a:pt x="74391" y="23992"/>
                  </a:cubicBezTo>
                  <a:cubicBezTo>
                    <a:pt x="79421" y="29723"/>
                    <a:pt x="81935" y="35845"/>
                    <a:pt x="81935" y="42358"/>
                  </a:cubicBezTo>
                  <a:cubicBezTo>
                    <a:pt x="81935" y="46275"/>
                    <a:pt x="80884" y="49491"/>
                    <a:pt x="78782" y="52006"/>
                  </a:cubicBezTo>
                  <a:cubicBezTo>
                    <a:pt x="76720" y="54520"/>
                    <a:pt x="74102" y="55777"/>
                    <a:pt x="70928" y="55777"/>
                  </a:cubicBezTo>
                  <a:cubicBezTo>
                    <a:pt x="68125" y="55777"/>
                    <a:pt x="66043" y="55035"/>
                    <a:pt x="64682" y="53551"/>
                  </a:cubicBezTo>
                  <a:cubicBezTo>
                    <a:pt x="63363" y="52067"/>
                    <a:pt x="62704" y="50439"/>
                    <a:pt x="62704" y="48666"/>
                  </a:cubicBezTo>
                  <a:cubicBezTo>
                    <a:pt x="62704" y="48089"/>
                    <a:pt x="62786" y="47491"/>
                    <a:pt x="62951" y="46873"/>
                  </a:cubicBezTo>
                  <a:cubicBezTo>
                    <a:pt x="63116" y="46254"/>
                    <a:pt x="63549" y="45615"/>
                    <a:pt x="64250" y="44956"/>
                  </a:cubicBezTo>
                  <a:cubicBezTo>
                    <a:pt x="64950" y="44296"/>
                    <a:pt x="65899" y="43967"/>
                    <a:pt x="67094" y="43967"/>
                  </a:cubicBezTo>
                  <a:cubicBezTo>
                    <a:pt x="69032" y="43967"/>
                    <a:pt x="70763" y="44812"/>
                    <a:pt x="72288" y="46501"/>
                  </a:cubicBezTo>
                  <a:cubicBezTo>
                    <a:pt x="72989" y="47326"/>
                    <a:pt x="73422" y="48130"/>
                    <a:pt x="73587" y="48914"/>
                  </a:cubicBezTo>
                  <a:cubicBezTo>
                    <a:pt x="73752" y="49655"/>
                    <a:pt x="73835" y="50665"/>
                    <a:pt x="73835" y="51943"/>
                  </a:cubicBezTo>
                  <a:cubicBezTo>
                    <a:pt x="74989" y="51449"/>
                    <a:pt x="75958" y="50748"/>
                    <a:pt x="76741" y="49841"/>
                  </a:cubicBezTo>
                  <a:cubicBezTo>
                    <a:pt x="77524" y="48934"/>
                    <a:pt x="78060" y="47965"/>
                    <a:pt x="78349" y="46934"/>
                  </a:cubicBezTo>
                  <a:cubicBezTo>
                    <a:pt x="78678" y="45904"/>
                    <a:pt x="78885" y="45059"/>
                    <a:pt x="78967" y="44400"/>
                  </a:cubicBezTo>
                  <a:cubicBezTo>
                    <a:pt x="79091" y="43699"/>
                    <a:pt x="79153" y="43018"/>
                    <a:pt x="79153" y="42358"/>
                  </a:cubicBezTo>
                  <a:cubicBezTo>
                    <a:pt x="79153" y="37082"/>
                    <a:pt x="76494" y="32423"/>
                    <a:pt x="71175" y="28383"/>
                  </a:cubicBezTo>
                  <a:cubicBezTo>
                    <a:pt x="69568" y="27188"/>
                    <a:pt x="67960" y="26157"/>
                    <a:pt x="66352" y="25291"/>
                  </a:cubicBezTo>
                  <a:cubicBezTo>
                    <a:pt x="64786" y="24384"/>
                    <a:pt x="63033" y="23601"/>
                    <a:pt x="61096" y="22942"/>
                  </a:cubicBezTo>
                  <a:cubicBezTo>
                    <a:pt x="59199" y="22282"/>
                    <a:pt x="57736" y="21807"/>
                    <a:pt x="56705" y="21519"/>
                  </a:cubicBezTo>
                  <a:cubicBezTo>
                    <a:pt x="55675" y="21189"/>
                    <a:pt x="53985" y="20736"/>
                    <a:pt x="51635" y="20159"/>
                  </a:cubicBezTo>
                  <a:cubicBezTo>
                    <a:pt x="55469" y="23993"/>
                    <a:pt x="57386" y="28259"/>
                    <a:pt x="57386" y="32959"/>
                  </a:cubicBezTo>
                  <a:cubicBezTo>
                    <a:pt x="57386" y="34938"/>
                    <a:pt x="57118" y="36814"/>
                    <a:pt x="56582" y="38587"/>
                  </a:cubicBezTo>
                  <a:cubicBezTo>
                    <a:pt x="56046" y="40318"/>
                    <a:pt x="55221" y="41946"/>
                    <a:pt x="54108" y="43472"/>
                  </a:cubicBezTo>
                  <a:cubicBezTo>
                    <a:pt x="52954" y="44997"/>
                    <a:pt x="51367" y="46213"/>
                    <a:pt x="49347" y="47120"/>
                  </a:cubicBezTo>
                  <a:cubicBezTo>
                    <a:pt x="47327" y="47986"/>
                    <a:pt x="44977" y="48419"/>
                    <a:pt x="42297" y="48419"/>
                  </a:cubicBezTo>
                  <a:cubicBezTo>
                    <a:pt x="39453" y="48419"/>
                    <a:pt x="36093" y="47862"/>
                    <a:pt x="32218" y="46749"/>
                  </a:cubicBezTo>
                  <a:cubicBezTo>
                    <a:pt x="28342" y="45636"/>
                    <a:pt x="22839" y="43739"/>
                    <a:pt x="15707" y="41060"/>
                  </a:cubicBezTo>
                  <a:cubicBezTo>
                    <a:pt x="11708" y="39617"/>
                    <a:pt x="8740" y="38895"/>
                    <a:pt x="6802" y="38895"/>
                  </a:cubicBezTo>
                  <a:cubicBezTo>
                    <a:pt x="5854" y="38895"/>
                    <a:pt x="5091" y="38999"/>
                    <a:pt x="4514" y="39205"/>
                  </a:cubicBezTo>
                  <a:cubicBezTo>
                    <a:pt x="3896" y="39411"/>
                    <a:pt x="3484" y="39720"/>
                    <a:pt x="3277" y="40132"/>
                  </a:cubicBezTo>
                  <a:cubicBezTo>
                    <a:pt x="3030" y="40544"/>
                    <a:pt x="2886" y="40874"/>
                    <a:pt x="2845" y="41121"/>
                  </a:cubicBezTo>
                  <a:cubicBezTo>
                    <a:pt x="2803" y="41328"/>
                    <a:pt x="2783" y="41637"/>
                    <a:pt x="2783" y="42049"/>
                  </a:cubicBezTo>
                  <a:cubicBezTo>
                    <a:pt x="2783" y="44481"/>
                    <a:pt x="4019" y="46831"/>
                    <a:pt x="6493" y="49099"/>
                  </a:cubicBezTo>
                  <a:cubicBezTo>
                    <a:pt x="8966" y="51366"/>
                    <a:pt x="12965" y="53283"/>
                    <a:pt x="18489" y="54850"/>
                  </a:cubicBezTo>
                  <a:cubicBezTo>
                    <a:pt x="19520" y="55180"/>
                    <a:pt x="20159" y="55448"/>
                    <a:pt x="20406" y="55654"/>
                  </a:cubicBezTo>
                  <a:cubicBezTo>
                    <a:pt x="20654" y="55860"/>
                    <a:pt x="20777" y="56272"/>
                    <a:pt x="20777" y="56890"/>
                  </a:cubicBezTo>
                  <a:cubicBezTo>
                    <a:pt x="20736" y="57921"/>
                    <a:pt x="20303" y="58437"/>
                    <a:pt x="19479" y="58437"/>
                  </a:cubicBezTo>
                  <a:cubicBezTo>
                    <a:pt x="19149" y="58437"/>
                    <a:pt x="18345" y="58251"/>
                    <a:pt x="17067" y="57880"/>
                  </a:cubicBezTo>
                  <a:cubicBezTo>
                    <a:pt x="15748" y="57509"/>
                    <a:pt x="14120" y="56890"/>
                    <a:pt x="12182" y="56024"/>
                  </a:cubicBezTo>
                  <a:cubicBezTo>
                    <a:pt x="10203" y="55118"/>
                    <a:pt x="8327" y="54046"/>
                    <a:pt x="6555" y="52809"/>
                  </a:cubicBezTo>
                  <a:cubicBezTo>
                    <a:pt x="4741" y="51573"/>
                    <a:pt x="3195" y="49985"/>
                    <a:pt x="1917" y="48048"/>
                  </a:cubicBezTo>
                  <a:cubicBezTo>
                    <a:pt x="639" y="46069"/>
                    <a:pt x="0" y="43946"/>
                    <a:pt x="0" y="41679"/>
                  </a:cubicBezTo>
                  <a:cubicBezTo>
                    <a:pt x="0" y="38586"/>
                    <a:pt x="1010" y="36092"/>
                    <a:pt x="3030" y="34196"/>
                  </a:cubicBezTo>
                  <a:cubicBezTo>
                    <a:pt x="5009" y="32258"/>
                    <a:pt x="7462" y="31290"/>
                    <a:pt x="10389" y="31290"/>
                  </a:cubicBezTo>
                  <a:cubicBezTo>
                    <a:pt x="11584" y="31290"/>
                    <a:pt x="12718" y="31455"/>
                    <a:pt x="13790" y="31785"/>
                  </a:cubicBezTo>
                  <a:cubicBezTo>
                    <a:pt x="14820" y="32073"/>
                    <a:pt x="16717" y="32754"/>
                    <a:pt x="19479" y="33825"/>
                  </a:cubicBezTo>
                  <a:cubicBezTo>
                    <a:pt x="30610" y="38153"/>
                    <a:pt x="38896" y="40317"/>
                    <a:pt x="44338" y="40317"/>
                  </a:cubicBezTo>
                  <a:cubicBezTo>
                    <a:pt x="45657" y="40317"/>
                    <a:pt x="46873" y="40215"/>
                    <a:pt x="47986" y="40009"/>
                  </a:cubicBezTo>
                  <a:cubicBezTo>
                    <a:pt x="49058" y="39762"/>
                    <a:pt x="50130" y="39370"/>
                    <a:pt x="51202" y="38834"/>
                  </a:cubicBezTo>
                  <a:cubicBezTo>
                    <a:pt x="52232" y="38298"/>
                    <a:pt x="53057" y="37494"/>
                    <a:pt x="53675" y="36422"/>
                  </a:cubicBezTo>
                  <a:cubicBezTo>
                    <a:pt x="54252" y="35309"/>
                    <a:pt x="54541" y="33989"/>
                    <a:pt x="54541" y="32464"/>
                  </a:cubicBezTo>
                  <a:cubicBezTo>
                    <a:pt x="54541" y="30526"/>
                    <a:pt x="54088" y="28651"/>
                    <a:pt x="53181" y="26838"/>
                  </a:cubicBezTo>
                  <a:cubicBezTo>
                    <a:pt x="52232" y="24982"/>
                    <a:pt x="51119" y="23478"/>
                    <a:pt x="49841" y="22324"/>
                  </a:cubicBezTo>
                  <a:cubicBezTo>
                    <a:pt x="48563" y="21128"/>
                    <a:pt x="47388" y="20179"/>
                    <a:pt x="46317" y="19478"/>
                  </a:cubicBezTo>
                  <a:cubicBezTo>
                    <a:pt x="45203" y="18737"/>
                    <a:pt x="44358" y="18283"/>
                    <a:pt x="43781" y="18118"/>
                  </a:cubicBezTo>
                  <a:lnTo>
                    <a:pt x="21025" y="12428"/>
                  </a:lnTo>
                  <a:lnTo>
                    <a:pt x="10883" y="9894"/>
                  </a:lnTo>
                  <a:cubicBezTo>
                    <a:pt x="7214" y="9110"/>
                    <a:pt x="4926" y="8533"/>
                    <a:pt x="4019" y="8162"/>
                  </a:cubicBezTo>
                  <a:cubicBezTo>
                    <a:pt x="3154" y="7668"/>
                    <a:pt x="2494" y="6988"/>
                    <a:pt x="2041" y="6122"/>
                  </a:cubicBezTo>
                  <a:cubicBezTo>
                    <a:pt x="1587" y="5256"/>
                    <a:pt x="1360" y="4452"/>
                    <a:pt x="1360" y="3710"/>
                  </a:cubicBezTo>
                  <a:cubicBezTo>
                    <a:pt x="1360" y="2679"/>
                    <a:pt x="1670" y="1813"/>
                    <a:pt x="2288" y="1112"/>
                  </a:cubicBezTo>
                  <a:cubicBezTo>
                    <a:pt x="2906" y="371"/>
                    <a:pt x="3751" y="0"/>
                    <a:pt x="4823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95B01E3-E121-F893-F552-3D292A86DF10}"/>
              </a:ext>
            </a:extLst>
          </p:cNvPr>
          <p:cNvGrpSpPr/>
          <p:nvPr/>
        </p:nvGrpSpPr>
        <p:grpSpPr>
          <a:xfrm>
            <a:off x="1591401" y="3604014"/>
            <a:ext cx="1104929" cy="852457"/>
            <a:chOff x="1591401" y="3604014"/>
            <a:chExt cx="1104929" cy="852457"/>
          </a:xfrm>
        </p:grpSpPr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E0252598-7113-7219-B6F5-6919EAE2430D}"/>
                </a:ext>
              </a:extLst>
            </p:cNvPr>
            <p:cNvSpPr/>
            <p:nvPr/>
          </p:nvSpPr>
          <p:spPr>
            <a:xfrm>
              <a:off x="1591401" y="3604014"/>
              <a:ext cx="1104929" cy="852457"/>
            </a:xfrm>
            <a:custGeom>
              <a:avLst/>
              <a:gdLst>
                <a:gd name="csX0" fmla="*/ 15735 w 1104929"/>
                <a:gd name="csY0" fmla="*/ 747956 h 852457"/>
                <a:gd name="csX1" fmla="*/ 18082 w 1104929"/>
                <a:gd name="csY1" fmla="*/ 753189 h 852457"/>
                <a:gd name="csX2" fmla="*/ 22693 w 1104929"/>
                <a:gd name="csY2" fmla="*/ 763491 h 852457"/>
                <a:gd name="csX3" fmla="*/ 31658 w 1104929"/>
                <a:gd name="csY3" fmla="*/ 779038 h 852457"/>
                <a:gd name="csX4" fmla="*/ 43227 w 1104929"/>
                <a:gd name="csY4" fmla="*/ 794316 h 852457"/>
                <a:gd name="csX5" fmla="*/ 43439 w 1104929"/>
                <a:gd name="csY5" fmla="*/ 794574 h 852457"/>
                <a:gd name="csX6" fmla="*/ 58963 w 1104929"/>
                <a:gd name="csY6" fmla="*/ 810110 h 852457"/>
                <a:gd name="csX7" fmla="*/ 68373 w 1104929"/>
                <a:gd name="csY7" fmla="*/ 817584 h 852457"/>
                <a:gd name="csX8" fmla="*/ 80811 w 1104929"/>
                <a:gd name="csY8" fmla="*/ 825657 h 852457"/>
                <a:gd name="csX9" fmla="*/ 93530 w 1104929"/>
                <a:gd name="csY9" fmla="*/ 832545 h 852457"/>
                <a:gd name="csX10" fmla="*/ 115707 w 1104929"/>
                <a:gd name="csY10" fmla="*/ 841193 h 852457"/>
                <a:gd name="csX11" fmla="*/ 118676 w 1104929"/>
                <a:gd name="csY11" fmla="*/ 842214 h 852457"/>
                <a:gd name="csX12" fmla="*/ 143822 w 1104929"/>
                <a:gd name="csY12" fmla="*/ 848256 h 852457"/>
                <a:gd name="csX13" fmla="*/ 168979 w 1104929"/>
                <a:gd name="csY13" fmla="*/ 851460 h 852457"/>
                <a:gd name="csX14" fmla="*/ 194125 w 1104929"/>
                <a:gd name="csY14" fmla="*/ 852457 h 852457"/>
                <a:gd name="csX15" fmla="*/ 219270 w 1104929"/>
                <a:gd name="csY15" fmla="*/ 851671 h 852457"/>
                <a:gd name="csX16" fmla="*/ 244428 w 1104929"/>
                <a:gd name="csY16" fmla="*/ 849371 h 852457"/>
                <a:gd name="csX17" fmla="*/ 269573 w 1104929"/>
                <a:gd name="csY17" fmla="*/ 845699 h 852457"/>
                <a:gd name="csX18" fmla="*/ 292196 w 1104929"/>
                <a:gd name="csY18" fmla="*/ 841193 h 852457"/>
                <a:gd name="csX19" fmla="*/ 294719 w 1104929"/>
                <a:gd name="csY19" fmla="*/ 840747 h 852457"/>
                <a:gd name="csX20" fmla="*/ 319876 w 1104929"/>
                <a:gd name="csY20" fmla="*/ 835079 h 852457"/>
                <a:gd name="csX21" fmla="*/ 345022 w 1104929"/>
                <a:gd name="csY21" fmla="*/ 828215 h 852457"/>
                <a:gd name="csX22" fmla="*/ 353060 w 1104929"/>
                <a:gd name="csY22" fmla="*/ 825657 h 852457"/>
                <a:gd name="csX23" fmla="*/ 370168 w 1104929"/>
                <a:gd name="csY23" fmla="*/ 820647 h 852457"/>
                <a:gd name="csX24" fmla="*/ 395313 w 1104929"/>
                <a:gd name="csY24" fmla="*/ 812093 h 852457"/>
                <a:gd name="csX25" fmla="*/ 400535 w 1104929"/>
                <a:gd name="csY25" fmla="*/ 810110 h 852457"/>
                <a:gd name="csX26" fmla="*/ 420471 w 1104929"/>
                <a:gd name="csY26" fmla="*/ 803034 h 852457"/>
                <a:gd name="csX27" fmla="*/ 441369 w 1104929"/>
                <a:gd name="csY27" fmla="*/ 794574 h 852457"/>
                <a:gd name="csX28" fmla="*/ 445616 w 1104929"/>
                <a:gd name="csY28" fmla="*/ 792955 h 852457"/>
                <a:gd name="csX29" fmla="*/ 470762 w 1104929"/>
                <a:gd name="csY29" fmla="*/ 782418 h 852457"/>
                <a:gd name="csX30" fmla="*/ 478154 w 1104929"/>
                <a:gd name="csY30" fmla="*/ 779038 h 852457"/>
                <a:gd name="csX31" fmla="*/ 495919 w 1104929"/>
                <a:gd name="csY31" fmla="*/ 771224 h 852457"/>
                <a:gd name="csX32" fmla="*/ 511936 w 1104929"/>
                <a:gd name="csY32" fmla="*/ 763491 h 852457"/>
                <a:gd name="csX33" fmla="*/ 521065 w 1104929"/>
                <a:gd name="csY33" fmla="*/ 759232 h 852457"/>
                <a:gd name="csX34" fmla="*/ 543313 w 1104929"/>
                <a:gd name="csY34" fmla="*/ 747956 h 852457"/>
                <a:gd name="csX35" fmla="*/ 546211 w 1104929"/>
                <a:gd name="csY35" fmla="*/ 746524 h 852457"/>
                <a:gd name="csX36" fmla="*/ 571368 w 1104929"/>
                <a:gd name="csY36" fmla="*/ 733253 h 852457"/>
                <a:gd name="csX37" fmla="*/ 572882 w 1104929"/>
                <a:gd name="csY37" fmla="*/ 732420 h 852457"/>
                <a:gd name="csX38" fmla="*/ 596514 w 1104929"/>
                <a:gd name="csY38" fmla="*/ 719466 h 852457"/>
                <a:gd name="csX39" fmla="*/ 601008 w 1104929"/>
                <a:gd name="csY39" fmla="*/ 716873 h 852457"/>
                <a:gd name="csX40" fmla="*/ 621659 w 1104929"/>
                <a:gd name="csY40" fmla="*/ 704986 h 852457"/>
                <a:gd name="csX41" fmla="*/ 627726 w 1104929"/>
                <a:gd name="csY41" fmla="*/ 701337 h 852457"/>
                <a:gd name="csX42" fmla="*/ 646817 w 1104929"/>
                <a:gd name="csY42" fmla="*/ 689791 h 852457"/>
                <a:gd name="csX43" fmla="*/ 653200 w 1104929"/>
                <a:gd name="csY43" fmla="*/ 685790 h 852457"/>
                <a:gd name="csX44" fmla="*/ 671962 w 1104929"/>
                <a:gd name="csY44" fmla="*/ 673891 h 852457"/>
                <a:gd name="csX45" fmla="*/ 677559 w 1104929"/>
                <a:gd name="csY45" fmla="*/ 670254 h 852457"/>
                <a:gd name="csX46" fmla="*/ 697108 w 1104929"/>
                <a:gd name="csY46" fmla="*/ 657253 h 852457"/>
                <a:gd name="csX47" fmla="*/ 700863 w 1104929"/>
                <a:gd name="csY47" fmla="*/ 654718 h 852457"/>
                <a:gd name="csX48" fmla="*/ 722265 w 1104929"/>
                <a:gd name="csY48" fmla="*/ 639816 h 852457"/>
                <a:gd name="csX49" fmla="*/ 723169 w 1104929"/>
                <a:gd name="csY49" fmla="*/ 639171 h 852457"/>
                <a:gd name="csX50" fmla="*/ 744888 w 1104929"/>
                <a:gd name="csY50" fmla="*/ 623635 h 852457"/>
                <a:gd name="csX51" fmla="*/ 747411 w 1104929"/>
                <a:gd name="csY51" fmla="*/ 621770 h 852457"/>
                <a:gd name="csX52" fmla="*/ 765915 w 1104929"/>
                <a:gd name="csY52" fmla="*/ 608088 h 852457"/>
                <a:gd name="csX53" fmla="*/ 772557 w 1104929"/>
                <a:gd name="csY53" fmla="*/ 602937 h 852457"/>
                <a:gd name="csX54" fmla="*/ 786109 w 1104929"/>
                <a:gd name="csY54" fmla="*/ 592552 h 852457"/>
                <a:gd name="csX55" fmla="*/ 797714 w 1104929"/>
                <a:gd name="csY55" fmla="*/ 583130 h 852457"/>
                <a:gd name="csX56" fmla="*/ 805400 w 1104929"/>
                <a:gd name="csY56" fmla="*/ 577017 h 852457"/>
                <a:gd name="csX57" fmla="*/ 822860 w 1104929"/>
                <a:gd name="csY57" fmla="*/ 562176 h 852457"/>
                <a:gd name="csX58" fmla="*/ 823716 w 1104929"/>
                <a:gd name="csY58" fmla="*/ 561474 h 852457"/>
                <a:gd name="csX59" fmla="*/ 842056 w 1104929"/>
                <a:gd name="csY59" fmla="*/ 545934 h 852457"/>
                <a:gd name="csX60" fmla="*/ 848005 w 1104929"/>
                <a:gd name="csY60" fmla="*/ 540522 h 852457"/>
                <a:gd name="csX61" fmla="*/ 859610 w 1104929"/>
                <a:gd name="csY61" fmla="*/ 530394 h 852457"/>
                <a:gd name="csX62" fmla="*/ 873163 w 1104929"/>
                <a:gd name="csY62" fmla="*/ 517496 h 852457"/>
                <a:gd name="csX63" fmla="*/ 876073 w 1104929"/>
                <a:gd name="csY63" fmla="*/ 514853 h 852457"/>
                <a:gd name="csX64" fmla="*/ 892453 w 1104929"/>
                <a:gd name="csY64" fmla="*/ 499313 h 852457"/>
                <a:gd name="csX65" fmla="*/ 898308 w 1104929"/>
                <a:gd name="csY65" fmla="*/ 493325 h 852457"/>
                <a:gd name="csX66" fmla="*/ 908212 w 1104929"/>
                <a:gd name="csY66" fmla="*/ 483774 h 852457"/>
                <a:gd name="csX67" fmla="*/ 922797 w 1104929"/>
                <a:gd name="csY67" fmla="*/ 468233 h 852457"/>
                <a:gd name="csX68" fmla="*/ 923454 w 1104929"/>
                <a:gd name="csY68" fmla="*/ 467500 h 852457"/>
                <a:gd name="csX69" fmla="*/ 937805 w 1104929"/>
                <a:gd name="csY69" fmla="*/ 452693 h 852457"/>
                <a:gd name="csX70" fmla="*/ 948600 w 1104929"/>
                <a:gd name="csY70" fmla="*/ 440172 h 852457"/>
                <a:gd name="csX71" fmla="*/ 951427 w 1104929"/>
                <a:gd name="csY71" fmla="*/ 437153 h 852457"/>
                <a:gd name="csX72" fmla="*/ 965144 w 1104929"/>
                <a:gd name="csY72" fmla="*/ 421613 h 852457"/>
                <a:gd name="csX73" fmla="*/ 973757 w 1104929"/>
                <a:gd name="csY73" fmla="*/ 410756 h 852457"/>
                <a:gd name="csX74" fmla="*/ 977817 w 1104929"/>
                <a:gd name="csY74" fmla="*/ 406073 h 852457"/>
                <a:gd name="csX75" fmla="*/ 990384 w 1104929"/>
                <a:gd name="csY75" fmla="*/ 390533 h 852457"/>
                <a:gd name="csX76" fmla="*/ 998903 w 1104929"/>
                <a:gd name="csY76" fmla="*/ 378763 h 852457"/>
                <a:gd name="csX77" fmla="*/ 1001918 w 1104929"/>
                <a:gd name="csY77" fmla="*/ 374993 h 852457"/>
                <a:gd name="csX78" fmla="*/ 1013523 w 1104929"/>
                <a:gd name="csY78" fmla="*/ 359452 h 852457"/>
                <a:gd name="csX79" fmla="*/ 1023743 w 1104929"/>
                <a:gd name="csY79" fmla="*/ 343912 h 852457"/>
                <a:gd name="csX80" fmla="*/ 1024048 w 1104929"/>
                <a:gd name="csY80" fmla="*/ 343403 h 852457"/>
                <a:gd name="csX81" fmla="*/ 1034433 w 1104929"/>
                <a:gd name="csY81" fmla="*/ 328373 h 852457"/>
                <a:gd name="csX82" fmla="*/ 1043902 w 1104929"/>
                <a:gd name="csY82" fmla="*/ 312833 h 852457"/>
                <a:gd name="csX83" fmla="*/ 1049206 w 1104929"/>
                <a:gd name="csY83" fmla="*/ 303209 h 852457"/>
                <a:gd name="csX84" fmla="*/ 1052867 w 1104929"/>
                <a:gd name="csY84" fmla="*/ 297292 h 852457"/>
                <a:gd name="csX85" fmla="*/ 1061597 w 1104929"/>
                <a:gd name="csY85" fmla="*/ 281752 h 852457"/>
                <a:gd name="csX86" fmla="*/ 1069270 w 1104929"/>
                <a:gd name="csY86" fmla="*/ 266212 h 852457"/>
                <a:gd name="csX87" fmla="*/ 1074351 w 1104929"/>
                <a:gd name="csY87" fmla="*/ 254592 h 852457"/>
                <a:gd name="csX88" fmla="*/ 1076299 w 1104929"/>
                <a:gd name="csY88" fmla="*/ 250673 h 852457"/>
                <a:gd name="csX89" fmla="*/ 1083140 w 1104929"/>
                <a:gd name="csY89" fmla="*/ 235132 h 852457"/>
                <a:gd name="csX90" fmla="*/ 1088983 w 1104929"/>
                <a:gd name="csY90" fmla="*/ 219592 h 852457"/>
                <a:gd name="csX91" fmla="*/ 1093912 w 1104929"/>
                <a:gd name="csY91" fmla="*/ 204052 h 852457"/>
                <a:gd name="csX92" fmla="*/ 1097948 w 1104929"/>
                <a:gd name="csY92" fmla="*/ 188511 h 852457"/>
                <a:gd name="csX93" fmla="*/ 1099497 w 1104929"/>
                <a:gd name="csY93" fmla="*/ 180763 h 852457"/>
                <a:gd name="csX94" fmla="*/ 1101292 w 1104929"/>
                <a:gd name="csY94" fmla="*/ 172972 h 852457"/>
                <a:gd name="csX95" fmla="*/ 1103709 w 1104929"/>
                <a:gd name="csY95" fmla="*/ 157432 h 852457"/>
                <a:gd name="csX96" fmla="*/ 1104930 w 1104929"/>
                <a:gd name="csY96" fmla="*/ 141892 h 852457"/>
                <a:gd name="csX97" fmla="*/ 1104801 w 1104929"/>
                <a:gd name="csY97" fmla="*/ 126351 h 852457"/>
                <a:gd name="csX98" fmla="*/ 1103123 w 1104929"/>
                <a:gd name="csY98" fmla="*/ 110812 h 852457"/>
                <a:gd name="csX99" fmla="*/ 1099579 w 1104929"/>
                <a:gd name="csY99" fmla="*/ 95272 h 852457"/>
                <a:gd name="csX100" fmla="*/ 1099497 w 1104929"/>
                <a:gd name="csY100" fmla="*/ 95050 h 852457"/>
                <a:gd name="csX101" fmla="*/ 1093923 w 1104929"/>
                <a:gd name="csY101" fmla="*/ 79731 h 852457"/>
                <a:gd name="csX102" fmla="*/ 1085252 w 1104929"/>
                <a:gd name="csY102" fmla="*/ 64191 h 852457"/>
                <a:gd name="csX103" fmla="*/ 1074351 w 1104929"/>
                <a:gd name="csY103" fmla="*/ 50575 h 852457"/>
                <a:gd name="csX104" fmla="*/ 1072544 w 1104929"/>
                <a:gd name="csY104" fmla="*/ 48651 h 852457"/>
                <a:gd name="csX105" fmla="*/ 1053582 w 1104929"/>
                <a:gd name="csY105" fmla="*/ 33112 h 852457"/>
                <a:gd name="csX106" fmla="*/ 1049206 w 1104929"/>
                <a:gd name="csY106" fmla="*/ 30239 h 852457"/>
                <a:gd name="csX107" fmla="*/ 1024048 w 1104929"/>
                <a:gd name="csY107" fmla="*/ 17811 h 852457"/>
                <a:gd name="csX108" fmla="*/ 1023380 w 1104929"/>
                <a:gd name="csY108" fmla="*/ 17571 h 852457"/>
                <a:gd name="csX109" fmla="*/ 998903 w 1104929"/>
                <a:gd name="csY109" fmla="*/ 9712 h 852457"/>
                <a:gd name="csX110" fmla="*/ 973757 w 1104929"/>
                <a:gd name="csY110" fmla="*/ 4586 h 852457"/>
                <a:gd name="csX111" fmla="*/ 952355 w 1104929"/>
                <a:gd name="csY111" fmla="*/ 2031 h 852457"/>
                <a:gd name="csX112" fmla="*/ 948600 w 1104929"/>
                <a:gd name="csY112" fmla="*/ 1586 h 852457"/>
                <a:gd name="csX113" fmla="*/ 923454 w 1104929"/>
                <a:gd name="csY113" fmla="*/ 119 h 852457"/>
                <a:gd name="csX114" fmla="*/ 898308 w 1104929"/>
                <a:gd name="csY114" fmla="*/ 0 h 852457"/>
                <a:gd name="csX115" fmla="*/ 873163 w 1104929"/>
                <a:gd name="csY115" fmla="*/ 1016 h 852457"/>
                <a:gd name="csX116" fmla="*/ 860537 w 1104929"/>
                <a:gd name="csY116" fmla="*/ 2031 h 852457"/>
                <a:gd name="csX117" fmla="*/ 848005 w 1104929"/>
                <a:gd name="csY117" fmla="*/ 2936 h 852457"/>
                <a:gd name="csX118" fmla="*/ 822860 w 1104929"/>
                <a:gd name="csY118" fmla="*/ 5567 h 852457"/>
                <a:gd name="csX119" fmla="*/ 797714 w 1104929"/>
                <a:gd name="csY119" fmla="*/ 8969 h 852457"/>
                <a:gd name="csX120" fmla="*/ 772557 w 1104929"/>
                <a:gd name="csY120" fmla="*/ 13141 h 852457"/>
                <a:gd name="csX121" fmla="*/ 750063 w 1104929"/>
                <a:gd name="csY121" fmla="*/ 17571 h 852457"/>
                <a:gd name="csX122" fmla="*/ 747411 w 1104929"/>
                <a:gd name="csY122" fmla="*/ 18051 h 852457"/>
                <a:gd name="csX123" fmla="*/ 722265 w 1104929"/>
                <a:gd name="csY123" fmla="*/ 23207 h 852457"/>
                <a:gd name="csX124" fmla="*/ 697108 w 1104929"/>
                <a:gd name="csY124" fmla="*/ 29148 h 852457"/>
                <a:gd name="csX125" fmla="*/ 682136 w 1104929"/>
                <a:gd name="csY125" fmla="*/ 33112 h 852457"/>
                <a:gd name="csX126" fmla="*/ 671962 w 1104929"/>
                <a:gd name="csY126" fmla="*/ 35636 h 852457"/>
                <a:gd name="csX127" fmla="*/ 646817 w 1104929"/>
                <a:gd name="csY127" fmla="*/ 42515 h 852457"/>
                <a:gd name="csX128" fmla="*/ 626810 w 1104929"/>
                <a:gd name="csY128" fmla="*/ 48651 h 852457"/>
                <a:gd name="csX129" fmla="*/ 621659 w 1104929"/>
                <a:gd name="csY129" fmla="*/ 50152 h 852457"/>
                <a:gd name="csX130" fmla="*/ 596514 w 1104929"/>
                <a:gd name="csY130" fmla="*/ 58040 h 852457"/>
                <a:gd name="csX131" fmla="*/ 578843 w 1104929"/>
                <a:gd name="csY131" fmla="*/ 64191 h 852457"/>
                <a:gd name="csX132" fmla="*/ 571368 w 1104929"/>
                <a:gd name="csY132" fmla="*/ 66693 h 852457"/>
                <a:gd name="csX133" fmla="*/ 546211 w 1104929"/>
                <a:gd name="csY133" fmla="*/ 75751 h 852457"/>
                <a:gd name="csX134" fmla="*/ 535991 w 1104929"/>
                <a:gd name="csY134" fmla="*/ 79731 h 852457"/>
                <a:gd name="csX135" fmla="*/ 521065 w 1104929"/>
                <a:gd name="csY135" fmla="*/ 85379 h 852457"/>
                <a:gd name="csX136" fmla="*/ 497210 w 1104929"/>
                <a:gd name="csY136" fmla="*/ 95272 h 852457"/>
                <a:gd name="csX137" fmla="*/ 495919 w 1104929"/>
                <a:gd name="csY137" fmla="*/ 95799 h 852457"/>
                <a:gd name="csX138" fmla="*/ 470762 w 1104929"/>
                <a:gd name="csY138" fmla="*/ 106513 h 852457"/>
                <a:gd name="csX139" fmla="*/ 461375 w 1104929"/>
                <a:gd name="csY139" fmla="*/ 110812 h 852457"/>
                <a:gd name="csX140" fmla="*/ 445616 w 1104929"/>
                <a:gd name="csY140" fmla="*/ 117967 h 852457"/>
                <a:gd name="csX141" fmla="*/ 428356 w 1104929"/>
                <a:gd name="csY141" fmla="*/ 126351 h 852457"/>
                <a:gd name="csX142" fmla="*/ 420471 w 1104929"/>
                <a:gd name="csY142" fmla="*/ 130189 h 852457"/>
                <a:gd name="csX143" fmla="*/ 397778 w 1104929"/>
                <a:gd name="csY143" fmla="*/ 141892 h 852457"/>
                <a:gd name="csX144" fmla="*/ 395313 w 1104929"/>
                <a:gd name="csY144" fmla="*/ 143171 h 852457"/>
                <a:gd name="csX145" fmla="*/ 370168 w 1104929"/>
                <a:gd name="csY145" fmla="*/ 156873 h 852457"/>
                <a:gd name="csX146" fmla="*/ 369182 w 1104929"/>
                <a:gd name="csY146" fmla="*/ 157432 h 852457"/>
                <a:gd name="csX147" fmla="*/ 345022 w 1104929"/>
                <a:gd name="csY147" fmla="*/ 171344 h 852457"/>
                <a:gd name="csX148" fmla="*/ 342300 w 1104929"/>
                <a:gd name="csY148" fmla="*/ 172972 h 852457"/>
                <a:gd name="csX149" fmla="*/ 319876 w 1104929"/>
                <a:gd name="csY149" fmla="*/ 186775 h 852457"/>
                <a:gd name="csX150" fmla="*/ 317131 w 1104929"/>
                <a:gd name="csY150" fmla="*/ 188511 h 852457"/>
                <a:gd name="csX151" fmla="*/ 294719 w 1104929"/>
                <a:gd name="csY151" fmla="*/ 203254 h 852457"/>
                <a:gd name="csX152" fmla="*/ 293534 w 1104929"/>
                <a:gd name="csY152" fmla="*/ 204052 h 852457"/>
                <a:gd name="csX153" fmla="*/ 271240 w 1104929"/>
                <a:gd name="csY153" fmla="*/ 219592 h 852457"/>
                <a:gd name="csX154" fmla="*/ 269573 w 1104929"/>
                <a:gd name="csY154" fmla="*/ 220812 h 852457"/>
                <a:gd name="csX155" fmla="*/ 250119 w 1104929"/>
                <a:gd name="csY155" fmla="*/ 235132 h 852457"/>
                <a:gd name="csX156" fmla="*/ 244428 w 1104929"/>
                <a:gd name="csY156" fmla="*/ 239583 h 852457"/>
                <a:gd name="csX157" fmla="*/ 230242 w 1104929"/>
                <a:gd name="csY157" fmla="*/ 250673 h 852457"/>
                <a:gd name="csX158" fmla="*/ 219270 w 1104929"/>
                <a:gd name="csY158" fmla="*/ 259859 h 852457"/>
                <a:gd name="csX159" fmla="*/ 211632 w 1104929"/>
                <a:gd name="csY159" fmla="*/ 266212 h 852457"/>
                <a:gd name="csX160" fmla="*/ 194313 w 1104929"/>
                <a:gd name="csY160" fmla="*/ 281752 h 852457"/>
                <a:gd name="csX161" fmla="*/ 194125 w 1104929"/>
                <a:gd name="csY161" fmla="*/ 281932 h 852457"/>
                <a:gd name="csX162" fmla="*/ 177392 w 1104929"/>
                <a:gd name="csY162" fmla="*/ 297292 h 852457"/>
                <a:gd name="csX163" fmla="*/ 168979 w 1104929"/>
                <a:gd name="csY163" fmla="*/ 305774 h 852457"/>
                <a:gd name="csX164" fmla="*/ 161763 w 1104929"/>
                <a:gd name="csY164" fmla="*/ 312833 h 852457"/>
                <a:gd name="csX165" fmla="*/ 147131 w 1104929"/>
                <a:gd name="csY165" fmla="*/ 328373 h 852457"/>
                <a:gd name="csX166" fmla="*/ 143822 w 1104929"/>
                <a:gd name="csY166" fmla="*/ 332131 h 852457"/>
                <a:gd name="csX167" fmla="*/ 133027 w 1104929"/>
                <a:gd name="csY167" fmla="*/ 343912 h 852457"/>
                <a:gd name="csX168" fmla="*/ 120237 w 1104929"/>
                <a:gd name="csY168" fmla="*/ 359452 h 852457"/>
                <a:gd name="csX169" fmla="*/ 118676 w 1104929"/>
                <a:gd name="csY169" fmla="*/ 361465 h 852457"/>
                <a:gd name="csX170" fmla="*/ 107635 w 1104929"/>
                <a:gd name="csY170" fmla="*/ 374993 h 852457"/>
                <a:gd name="csX171" fmla="*/ 96323 w 1104929"/>
                <a:gd name="csY171" fmla="*/ 390533 h 852457"/>
                <a:gd name="csX172" fmla="*/ 93530 w 1104929"/>
                <a:gd name="csY172" fmla="*/ 394670 h 852457"/>
                <a:gd name="csX173" fmla="*/ 85317 w 1104929"/>
                <a:gd name="csY173" fmla="*/ 406073 h 852457"/>
                <a:gd name="csX174" fmla="*/ 75226 w 1104929"/>
                <a:gd name="csY174" fmla="*/ 421613 h 852457"/>
                <a:gd name="csX175" fmla="*/ 68373 w 1104929"/>
                <a:gd name="csY175" fmla="*/ 433362 h 852457"/>
                <a:gd name="csX176" fmla="*/ 65991 w 1104929"/>
                <a:gd name="csY176" fmla="*/ 437153 h 852457"/>
                <a:gd name="csX177" fmla="*/ 56956 w 1104929"/>
                <a:gd name="csY177" fmla="*/ 452693 h 852457"/>
                <a:gd name="csX178" fmla="*/ 48954 w 1104929"/>
                <a:gd name="csY178" fmla="*/ 468233 h 852457"/>
                <a:gd name="csX179" fmla="*/ 43227 w 1104929"/>
                <a:gd name="csY179" fmla="*/ 480688 h 852457"/>
                <a:gd name="csX180" fmla="*/ 41679 w 1104929"/>
                <a:gd name="csY180" fmla="*/ 483774 h 852457"/>
                <a:gd name="csX181" fmla="*/ 34533 w 1104929"/>
                <a:gd name="csY181" fmla="*/ 499313 h 852457"/>
                <a:gd name="csX182" fmla="*/ 28255 w 1104929"/>
                <a:gd name="csY182" fmla="*/ 514853 h 852457"/>
                <a:gd name="csX183" fmla="*/ 22764 w 1104929"/>
                <a:gd name="csY183" fmla="*/ 530394 h 852457"/>
                <a:gd name="csX184" fmla="*/ 18082 w 1104929"/>
                <a:gd name="csY184" fmla="*/ 545710 h 852457"/>
                <a:gd name="csX185" fmla="*/ 18000 w 1104929"/>
                <a:gd name="csY185" fmla="*/ 545934 h 852457"/>
                <a:gd name="csX186" fmla="*/ 13330 w 1104929"/>
                <a:gd name="csY186" fmla="*/ 561474 h 852457"/>
                <a:gd name="csX187" fmla="*/ 9387 w 1104929"/>
                <a:gd name="csY187" fmla="*/ 577017 h 852457"/>
                <a:gd name="csX188" fmla="*/ 6149 w 1104929"/>
                <a:gd name="csY188" fmla="*/ 592552 h 852457"/>
                <a:gd name="csX189" fmla="*/ 3602 w 1104929"/>
                <a:gd name="csY189" fmla="*/ 608088 h 852457"/>
                <a:gd name="csX190" fmla="*/ 1713 w 1104929"/>
                <a:gd name="csY190" fmla="*/ 623635 h 852457"/>
                <a:gd name="csX191" fmla="*/ 504 w 1104929"/>
                <a:gd name="csY191" fmla="*/ 639171 h 852457"/>
                <a:gd name="csX192" fmla="*/ 0 w 1104929"/>
                <a:gd name="csY192" fmla="*/ 654718 h 852457"/>
                <a:gd name="csX193" fmla="*/ 223 w 1104929"/>
                <a:gd name="csY193" fmla="*/ 670254 h 852457"/>
                <a:gd name="csX194" fmla="*/ 1244 w 1104929"/>
                <a:gd name="csY194" fmla="*/ 685790 h 852457"/>
                <a:gd name="csX195" fmla="*/ 3156 w 1104929"/>
                <a:gd name="csY195" fmla="*/ 701337 h 852457"/>
                <a:gd name="csX196" fmla="*/ 6090 w 1104929"/>
                <a:gd name="csY196" fmla="*/ 716873 h 852457"/>
                <a:gd name="csX197" fmla="*/ 10208 w 1104929"/>
                <a:gd name="csY197" fmla="*/ 732420 h 852457"/>
                <a:gd name="csX198" fmla="*/ 15735 w 1104929"/>
                <a:gd name="csY198" fmla="*/ 747956 h 852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</a:cxnLst>
              <a:rect l="l" t="t" r="r" b="b"/>
              <a:pathLst>
                <a:path w="1104929" h="852457">
                  <a:moveTo>
                    <a:pt x="15735" y="747956"/>
                  </a:moveTo>
                  <a:lnTo>
                    <a:pt x="18082" y="753189"/>
                  </a:lnTo>
                  <a:lnTo>
                    <a:pt x="22693" y="763491"/>
                  </a:lnTo>
                  <a:lnTo>
                    <a:pt x="31658" y="779038"/>
                  </a:lnTo>
                  <a:lnTo>
                    <a:pt x="43227" y="794316"/>
                  </a:lnTo>
                  <a:lnTo>
                    <a:pt x="43439" y="794574"/>
                  </a:lnTo>
                  <a:lnTo>
                    <a:pt x="58963" y="810110"/>
                  </a:lnTo>
                  <a:lnTo>
                    <a:pt x="68373" y="817584"/>
                  </a:lnTo>
                  <a:lnTo>
                    <a:pt x="80811" y="825657"/>
                  </a:lnTo>
                  <a:lnTo>
                    <a:pt x="93530" y="832545"/>
                  </a:lnTo>
                  <a:lnTo>
                    <a:pt x="115707" y="841193"/>
                  </a:lnTo>
                  <a:lnTo>
                    <a:pt x="118676" y="842214"/>
                  </a:lnTo>
                  <a:lnTo>
                    <a:pt x="143822" y="848256"/>
                  </a:lnTo>
                  <a:lnTo>
                    <a:pt x="168979" y="851460"/>
                  </a:lnTo>
                  <a:lnTo>
                    <a:pt x="194125" y="852457"/>
                  </a:lnTo>
                  <a:lnTo>
                    <a:pt x="219270" y="851671"/>
                  </a:lnTo>
                  <a:lnTo>
                    <a:pt x="244428" y="849371"/>
                  </a:lnTo>
                  <a:lnTo>
                    <a:pt x="269573" y="845699"/>
                  </a:lnTo>
                  <a:lnTo>
                    <a:pt x="292196" y="841193"/>
                  </a:lnTo>
                  <a:lnTo>
                    <a:pt x="294719" y="840747"/>
                  </a:lnTo>
                  <a:lnTo>
                    <a:pt x="319876" y="835079"/>
                  </a:lnTo>
                  <a:lnTo>
                    <a:pt x="345022" y="828215"/>
                  </a:lnTo>
                  <a:lnTo>
                    <a:pt x="353060" y="825657"/>
                  </a:lnTo>
                  <a:lnTo>
                    <a:pt x="370168" y="820647"/>
                  </a:lnTo>
                  <a:lnTo>
                    <a:pt x="395313" y="812093"/>
                  </a:lnTo>
                  <a:lnTo>
                    <a:pt x="400535" y="810110"/>
                  </a:lnTo>
                  <a:lnTo>
                    <a:pt x="420471" y="803034"/>
                  </a:lnTo>
                  <a:lnTo>
                    <a:pt x="441369" y="794574"/>
                  </a:lnTo>
                  <a:lnTo>
                    <a:pt x="445616" y="792955"/>
                  </a:lnTo>
                  <a:lnTo>
                    <a:pt x="470762" y="782418"/>
                  </a:lnTo>
                  <a:lnTo>
                    <a:pt x="478154" y="779038"/>
                  </a:lnTo>
                  <a:lnTo>
                    <a:pt x="495919" y="771224"/>
                  </a:lnTo>
                  <a:lnTo>
                    <a:pt x="511936" y="763491"/>
                  </a:lnTo>
                  <a:lnTo>
                    <a:pt x="521065" y="759232"/>
                  </a:lnTo>
                  <a:lnTo>
                    <a:pt x="543313" y="747956"/>
                  </a:lnTo>
                  <a:lnTo>
                    <a:pt x="546211" y="746524"/>
                  </a:lnTo>
                  <a:lnTo>
                    <a:pt x="571368" y="733253"/>
                  </a:lnTo>
                  <a:lnTo>
                    <a:pt x="572882" y="732420"/>
                  </a:lnTo>
                  <a:lnTo>
                    <a:pt x="596514" y="719466"/>
                  </a:lnTo>
                  <a:lnTo>
                    <a:pt x="601008" y="716873"/>
                  </a:lnTo>
                  <a:lnTo>
                    <a:pt x="621659" y="704986"/>
                  </a:lnTo>
                  <a:lnTo>
                    <a:pt x="627726" y="701337"/>
                  </a:lnTo>
                  <a:lnTo>
                    <a:pt x="646817" y="689791"/>
                  </a:lnTo>
                  <a:lnTo>
                    <a:pt x="653200" y="685790"/>
                  </a:lnTo>
                  <a:lnTo>
                    <a:pt x="671962" y="673891"/>
                  </a:lnTo>
                  <a:lnTo>
                    <a:pt x="677559" y="670254"/>
                  </a:lnTo>
                  <a:lnTo>
                    <a:pt x="697108" y="657253"/>
                  </a:lnTo>
                  <a:lnTo>
                    <a:pt x="700863" y="654718"/>
                  </a:lnTo>
                  <a:lnTo>
                    <a:pt x="722265" y="639816"/>
                  </a:lnTo>
                  <a:lnTo>
                    <a:pt x="723169" y="639171"/>
                  </a:lnTo>
                  <a:lnTo>
                    <a:pt x="744888" y="623635"/>
                  </a:lnTo>
                  <a:lnTo>
                    <a:pt x="747411" y="621770"/>
                  </a:lnTo>
                  <a:lnTo>
                    <a:pt x="765915" y="608088"/>
                  </a:lnTo>
                  <a:lnTo>
                    <a:pt x="772557" y="602937"/>
                  </a:lnTo>
                  <a:lnTo>
                    <a:pt x="786109" y="592552"/>
                  </a:lnTo>
                  <a:lnTo>
                    <a:pt x="797714" y="583130"/>
                  </a:lnTo>
                  <a:lnTo>
                    <a:pt x="805400" y="577017"/>
                  </a:lnTo>
                  <a:lnTo>
                    <a:pt x="822860" y="562176"/>
                  </a:lnTo>
                  <a:lnTo>
                    <a:pt x="823716" y="561474"/>
                  </a:lnTo>
                  <a:lnTo>
                    <a:pt x="842056" y="545934"/>
                  </a:lnTo>
                  <a:lnTo>
                    <a:pt x="848005" y="540522"/>
                  </a:lnTo>
                  <a:lnTo>
                    <a:pt x="859610" y="530394"/>
                  </a:lnTo>
                  <a:lnTo>
                    <a:pt x="873163" y="517496"/>
                  </a:lnTo>
                  <a:lnTo>
                    <a:pt x="876073" y="514853"/>
                  </a:lnTo>
                  <a:lnTo>
                    <a:pt x="892453" y="499313"/>
                  </a:lnTo>
                  <a:lnTo>
                    <a:pt x="898308" y="493325"/>
                  </a:lnTo>
                  <a:lnTo>
                    <a:pt x="908212" y="483774"/>
                  </a:lnTo>
                  <a:lnTo>
                    <a:pt x="922797" y="468233"/>
                  </a:lnTo>
                  <a:lnTo>
                    <a:pt x="923454" y="467500"/>
                  </a:lnTo>
                  <a:lnTo>
                    <a:pt x="937805" y="452693"/>
                  </a:lnTo>
                  <a:lnTo>
                    <a:pt x="948600" y="440172"/>
                  </a:lnTo>
                  <a:lnTo>
                    <a:pt x="951427" y="437153"/>
                  </a:lnTo>
                  <a:lnTo>
                    <a:pt x="965144" y="421613"/>
                  </a:lnTo>
                  <a:lnTo>
                    <a:pt x="973757" y="410756"/>
                  </a:lnTo>
                  <a:lnTo>
                    <a:pt x="977817" y="406073"/>
                  </a:lnTo>
                  <a:lnTo>
                    <a:pt x="990384" y="390533"/>
                  </a:lnTo>
                  <a:lnTo>
                    <a:pt x="998903" y="378763"/>
                  </a:lnTo>
                  <a:lnTo>
                    <a:pt x="1001918" y="374993"/>
                  </a:lnTo>
                  <a:lnTo>
                    <a:pt x="1013523" y="359452"/>
                  </a:lnTo>
                  <a:lnTo>
                    <a:pt x="1023743" y="343912"/>
                  </a:lnTo>
                  <a:lnTo>
                    <a:pt x="1024048" y="343403"/>
                  </a:lnTo>
                  <a:lnTo>
                    <a:pt x="1034433" y="328373"/>
                  </a:lnTo>
                  <a:lnTo>
                    <a:pt x="1043902" y="312833"/>
                  </a:lnTo>
                  <a:lnTo>
                    <a:pt x="1049206" y="303209"/>
                  </a:lnTo>
                  <a:lnTo>
                    <a:pt x="1052867" y="297292"/>
                  </a:lnTo>
                  <a:lnTo>
                    <a:pt x="1061597" y="281752"/>
                  </a:lnTo>
                  <a:lnTo>
                    <a:pt x="1069270" y="266212"/>
                  </a:lnTo>
                  <a:lnTo>
                    <a:pt x="1074351" y="254592"/>
                  </a:lnTo>
                  <a:lnTo>
                    <a:pt x="1076299" y="250673"/>
                  </a:lnTo>
                  <a:lnTo>
                    <a:pt x="1083140" y="235132"/>
                  </a:lnTo>
                  <a:lnTo>
                    <a:pt x="1088983" y="219592"/>
                  </a:lnTo>
                  <a:lnTo>
                    <a:pt x="1093912" y="204052"/>
                  </a:lnTo>
                  <a:lnTo>
                    <a:pt x="1097948" y="188511"/>
                  </a:lnTo>
                  <a:lnTo>
                    <a:pt x="1099497" y="180763"/>
                  </a:lnTo>
                  <a:lnTo>
                    <a:pt x="1101292" y="172972"/>
                  </a:lnTo>
                  <a:lnTo>
                    <a:pt x="1103709" y="157432"/>
                  </a:lnTo>
                  <a:lnTo>
                    <a:pt x="1104930" y="141892"/>
                  </a:lnTo>
                  <a:lnTo>
                    <a:pt x="1104801" y="126351"/>
                  </a:lnTo>
                  <a:lnTo>
                    <a:pt x="1103123" y="110812"/>
                  </a:lnTo>
                  <a:lnTo>
                    <a:pt x="1099579" y="95272"/>
                  </a:lnTo>
                  <a:lnTo>
                    <a:pt x="1099497" y="95050"/>
                  </a:lnTo>
                  <a:lnTo>
                    <a:pt x="1093923" y="79731"/>
                  </a:lnTo>
                  <a:lnTo>
                    <a:pt x="1085252" y="64191"/>
                  </a:lnTo>
                  <a:lnTo>
                    <a:pt x="1074351" y="50575"/>
                  </a:lnTo>
                  <a:lnTo>
                    <a:pt x="1072544" y="48651"/>
                  </a:lnTo>
                  <a:lnTo>
                    <a:pt x="1053582" y="33112"/>
                  </a:lnTo>
                  <a:lnTo>
                    <a:pt x="1049206" y="30239"/>
                  </a:lnTo>
                  <a:lnTo>
                    <a:pt x="1024048" y="17811"/>
                  </a:lnTo>
                  <a:lnTo>
                    <a:pt x="1023380" y="17571"/>
                  </a:lnTo>
                  <a:lnTo>
                    <a:pt x="998903" y="9712"/>
                  </a:lnTo>
                  <a:lnTo>
                    <a:pt x="973757" y="4586"/>
                  </a:lnTo>
                  <a:lnTo>
                    <a:pt x="952355" y="2031"/>
                  </a:lnTo>
                  <a:lnTo>
                    <a:pt x="948600" y="1586"/>
                  </a:lnTo>
                  <a:lnTo>
                    <a:pt x="923454" y="119"/>
                  </a:lnTo>
                  <a:lnTo>
                    <a:pt x="898308" y="0"/>
                  </a:lnTo>
                  <a:lnTo>
                    <a:pt x="873163" y="1016"/>
                  </a:lnTo>
                  <a:lnTo>
                    <a:pt x="860537" y="2031"/>
                  </a:lnTo>
                  <a:lnTo>
                    <a:pt x="848005" y="2936"/>
                  </a:lnTo>
                  <a:lnTo>
                    <a:pt x="822860" y="5567"/>
                  </a:lnTo>
                  <a:lnTo>
                    <a:pt x="797714" y="8969"/>
                  </a:lnTo>
                  <a:lnTo>
                    <a:pt x="772557" y="13141"/>
                  </a:lnTo>
                  <a:lnTo>
                    <a:pt x="750063" y="17571"/>
                  </a:lnTo>
                  <a:lnTo>
                    <a:pt x="747411" y="18051"/>
                  </a:lnTo>
                  <a:lnTo>
                    <a:pt x="722265" y="23207"/>
                  </a:lnTo>
                  <a:lnTo>
                    <a:pt x="697108" y="29148"/>
                  </a:lnTo>
                  <a:lnTo>
                    <a:pt x="682136" y="33112"/>
                  </a:lnTo>
                  <a:lnTo>
                    <a:pt x="671962" y="35636"/>
                  </a:lnTo>
                  <a:lnTo>
                    <a:pt x="646817" y="42515"/>
                  </a:lnTo>
                  <a:lnTo>
                    <a:pt x="626810" y="48651"/>
                  </a:lnTo>
                  <a:lnTo>
                    <a:pt x="621659" y="50152"/>
                  </a:lnTo>
                  <a:lnTo>
                    <a:pt x="596514" y="58040"/>
                  </a:lnTo>
                  <a:lnTo>
                    <a:pt x="578843" y="64191"/>
                  </a:lnTo>
                  <a:lnTo>
                    <a:pt x="571368" y="66693"/>
                  </a:lnTo>
                  <a:lnTo>
                    <a:pt x="546211" y="75751"/>
                  </a:lnTo>
                  <a:lnTo>
                    <a:pt x="535991" y="79731"/>
                  </a:lnTo>
                  <a:lnTo>
                    <a:pt x="521065" y="85379"/>
                  </a:lnTo>
                  <a:lnTo>
                    <a:pt x="497210" y="95272"/>
                  </a:lnTo>
                  <a:lnTo>
                    <a:pt x="495919" y="95799"/>
                  </a:lnTo>
                  <a:lnTo>
                    <a:pt x="470762" y="106513"/>
                  </a:lnTo>
                  <a:lnTo>
                    <a:pt x="461375" y="110812"/>
                  </a:lnTo>
                  <a:lnTo>
                    <a:pt x="445616" y="117967"/>
                  </a:lnTo>
                  <a:lnTo>
                    <a:pt x="428356" y="126351"/>
                  </a:lnTo>
                  <a:lnTo>
                    <a:pt x="420471" y="130189"/>
                  </a:lnTo>
                  <a:lnTo>
                    <a:pt x="397778" y="141892"/>
                  </a:lnTo>
                  <a:lnTo>
                    <a:pt x="395313" y="143171"/>
                  </a:lnTo>
                  <a:lnTo>
                    <a:pt x="370168" y="156873"/>
                  </a:lnTo>
                  <a:lnTo>
                    <a:pt x="369182" y="157432"/>
                  </a:lnTo>
                  <a:lnTo>
                    <a:pt x="345022" y="171344"/>
                  </a:lnTo>
                  <a:lnTo>
                    <a:pt x="342300" y="172972"/>
                  </a:lnTo>
                  <a:lnTo>
                    <a:pt x="319876" y="186775"/>
                  </a:lnTo>
                  <a:lnTo>
                    <a:pt x="317131" y="188511"/>
                  </a:lnTo>
                  <a:lnTo>
                    <a:pt x="294719" y="203254"/>
                  </a:lnTo>
                  <a:lnTo>
                    <a:pt x="293534" y="204052"/>
                  </a:lnTo>
                  <a:lnTo>
                    <a:pt x="271240" y="219592"/>
                  </a:lnTo>
                  <a:lnTo>
                    <a:pt x="269573" y="220812"/>
                  </a:lnTo>
                  <a:lnTo>
                    <a:pt x="250119" y="235132"/>
                  </a:lnTo>
                  <a:lnTo>
                    <a:pt x="244428" y="239583"/>
                  </a:lnTo>
                  <a:lnTo>
                    <a:pt x="230242" y="250673"/>
                  </a:lnTo>
                  <a:lnTo>
                    <a:pt x="219270" y="259859"/>
                  </a:lnTo>
                  <a:lnTo>
                    <a:pt x="211632" y="266212"/>
                  </a:lnTo>
                  <a:lnTo>
                    <a:pt x="194313" y="281752"/>
                  </a:lnTo>
                  <a:lnTo>
                    <a:pt x="194125" y="281932"/>
                  </a:lnTo>
                  <a:lnTo>
                    <a:pt x="177392" y="297292"/>
                  </a:lnTo>
                  <a:lnTo>
                    <a:pt x="168979" y="305774"/>
                  </a:lnTo>
                  <a:lnTo>
                    <a:pt x="161763" y="312833"/>
                  </a:lnTo>
                  <a:lnTo>
                    <a:pt x="147131" y="328373"/>
                  </a:lnTo>
                  <a:lnTo>
                    <a:pt x="143822" y="332131"/>
                  </a:lnTo>
                  <a:lnTo>
                    <a:pt x="133027" y="343912"/>
                  </a:lnTo>
                  <a:lnTo>
                    <a:pt x="120237" y="359452"/>
                  </a:lnTo>
                  <a:lnTo>
                    <a:pt x="118676" y="361465"/>
                  </a:lnTo>
                  <a:lnTo>
                    <a:pt x="107635" y="374993"/>
                  </a:lnTo>
                  <a:lnTo>
                    <a:pt x="96323" y="390533"/>
                  </a:lnTo>
                  <a:lnTo>
                    <a:pt x="93530" y="394670"/>
                  </a:lnTo>
                  <a:lnTo>
                    <a:pt x="85317" y="406073"/>
                  </a:lnTo>
                  <a:lnTo>
                    <a:pt x="75226" y="421613"/>
                  </a:lnTo>
                  <a:lnTo>
                    <a:pt x="68373" y="433362"/>
                  </a:lnTo>
                  <a:lnTo>
                    <a:pt x="65991" y="437153"/>
                  </a:lnTo>
                  <a:lnTo>
                    <a:pt x="56956" y="452693"/>
                  </a:lnTo>
                  <a:lnTo>
                    <a:pt x="48954" y="468233"/>
                  </a:lnTo>
                  <a:lnTo>
                    <a:pt x="43227" y="480688"/>
                  </a:lnTo>
                  <a:lnTo>
                    <a:pt x="41679" y="483774"/>
                  </a:lnTo>
                  <a:lnTo>
                    <a:pt x="34533" y="499313"/>
                  </a:lnTo>
                  <a:lnTo>
                    <a:pt x="28255" y="514853"/>
                  </a:lnTo>
                  <a:lnTo>
                    <a:pt x="22764" y="530394"/>
                  </a:lnTo>
                  <a:lnTo>
                    <a:pt x="18082" y="545710"/>
                  </a:lnTo>
                  <a:lnTo>
                    <a:pt x="18000" y="545934"/>
                  </a:lnTo>
                  <a:lnTo>
                    <a:pt x="13330" y="561474"/>
                  </a:lnTo>
                  <a:lnTo>
                    <a:pt x="9387" y="577017"/>
                  </a:lnTo>
                  <a:lnTo>
                    <a:pt x="6149" y="592552"/>
                  </a:lnTo>
                  <a:lnTo>
                    <a:pt x="3602" y="608088"/>
                  </a:lnTo>
                  <a:lnTo>
                    <a:pt x="1713" y="623635"/>
                  </a:lnTo>
                  <a:lnTo>
                    <a:pt x="504" y="639171"/>
                  </a:lnTo>
                  <a:lnTo>
                    <a:pt x="0" y="654718"/>
                  </a:lnTo>
                  <a:lnTo>
                    <a:pt x="223" y="670254"/>
                  </a:lnTo>
                  <a:lnTo>
                    <a:pt x="1244" y="685790"/>
                  </a:lnTo>
                  <a:lnTo>
                    <a:pt x="3156" y="701337"/>
                  </a:lnTo>
                  <a:lnTo>
                    <a:pt x="6090" y="716873"/>
                  </a:lnTo>
                  <a:lnTo>
                    <a:pt x="10208" y="732420"/>
                  </a:lnTo>
                  <a:lnTo>
                    <a:pt x="15735" y="747956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65A314FF-28DD-FA4E-B5FA-FB1826941552}"/>
                </a:ext>
              </a:extLst>
            </p:cNvPr>
            <p:cNvSpPr/>
            <p:nvPr/>
          </p:nvSpPr>
          <p:spPr>
            <a:xfrm>
              <a:off x="1711344" y="3691608"/>
              <a:ext cx="874911" cy="678209"/>
            </a:xfrm>
            <a:custGeom>
              <a:avLst/>
              <a:gdLst>
                <a:gd name="csX0" fmla="*/ 17519 w 874911"/>
                <a:gd name="csY0" fmla="*/ 613744 h 678209"/>
                <a:gd name="csX1" fmla="*/ 23878 w 874911"/>
                <a:gd name="csY1" fmla="*/ 623753 h 678209"/>
                <a:gd name="csX2" fmla="*/ 27844 w 874911"/>
                <a:gd name="csY2" fmla="*/ 629279 h 678209"/>
                <a:gd name="csX3" fmla="*/ 42782 w 874911"/>
                <a:gd name="csY3" fmla="*/ 644827 h 678209"/>
                <a:gd name="csX4" fmla="*/ 49036 w 874911"/>
                <a:gd name="csY4" fmla="*/ 649849 h 678209"/>
                <a:gd name="csX5" fmla="*/ 66179 w 874911"/>
                <a:gd name="csY5" fmla="*/ 660362 h 678209"/>
                <a:gd name="csX6" fmla="*/ 74181 w 874911"/>
                <a:gd name="csY6" fmla="*/ 664305 h 678209"/>
                <a:gd name="csX7" fmla="*/ 99327 w 874911"/>
                <a:gd name="csY7" fmla="*/ 672589 h 678209"/>
                <a:gd name="csX8" fmla="*/ 118266 w 874911"/>
                <a:gd name="csY8" fmla="*/ 675898 h 678209"/>
                <a:gd name="csX9" fmla="*/ 124484 w 874911"/>
                <a:gd name="csY9" fmla="*/ 676872 h 678209"/>
                <a:gd name="csX10" fmla="*/ 149630 w 874911"/>
                <a:gd name="csY10" fmla="*/ 678209 h 678209"/>
                <a:gd name="csX11" fmla="*/ 174776 w 874911"/>
                <a:gd name="csY11" fmla="*/ 677271 h 678209"/>
                <a:gd name="csX12" fmla="*/ 186486 w 874911"/>
                <a:gd name="csY12" fmla="*/ 675898 h 678209"/>
                <a:gd name="csX13" fmla="*/ 199933 w 874911"/>
                <a:gd name="csY13" fmla="*/ 674466 h 678209"/>
                <a:gd name="csX14" fmla="*/ 225079 w 874911"/>
                <a:gd name="csY14" fmla="*/ 670184 h 678209"/>
                <a:gd name="csX15" fmla="*/ 250224 w 874911"/>
                <a:gd name="csY15" fmla="*/ 664457 h 678209"/>
                <a:gd name="csX16" fmla="*/ 264669 w 874911"/>
                <a:gd name="csY16" fmla="*/ 660362 h 678209"/>
                <a:gd name="csX17" fmla="*/ 275370 w 874911"/>
                <a:gd name="csY17" fmla="*/ 657523 h 678209"/>
                <a:gd name="csX18" fmla="*/ 300527 w 874911"/>
                <a:gd name="csY18" fmla="*/ 649556 h 678209"/>
                <a:gd name="csX19" fmla="*/ 313411 w 874911"/>
                <a:gd name="csY19" fmla="*/ 644827 h 678209"/>
                <a:gd name="csX20" fmla="*/ 325673 w 874911"/>
                <a:gd name="csY20" fmla="*/ 640544 h 678209"/>
                <a:gd name="csX21" fmla="*/ 350819 w 874911"/>
                <a:gd name="csY21" fmla="*/ 630511 h 678209"/>
                <a:gd name="csX22" fmla="*/ 353611 w 874911"/>
                <a:gd name="csY22" fmla="*/ 629279 h 678209"/>
                <a:gd name="csX23" fmla="*/ 375976 w 874911"/>
                <a:gd name="csY23" fmla="*/ 619787 h 678209"/>
                <a:gd name="csX24" fmla="*/ 388766 w 874911"/>
                <a:gd name="csY24" fmla="*/ 613744 h 678209"/>
                <a:gd name="csX25" fmla="*/ 401122 w 874911"/>
                <a:gd name="csY25" fmla="*/ 608076 h 678209"/>
                <a:gd name="csX26" fmla="*/ 420741 w 874911"/>
                <a:gd name="csY26" fmla="*/ 598196 h 678209"/>
                <a:gd name="csX27" fmla="*/ 426267 w 874911"/>
                <a:gd name="csY27" fmla="*/ 595474 h 678209"/>
                <a:gd name="csX28" fmla="*/ 450228 w 874911"/>
                <a:gd name="csY28" fmla="*/ 582661 h 678209"/>
                <a:gd name="csX29" fmla="*/ 451425 w 874911"/>
                <a:gd name="csY29" fmla="*/ 582027 h 678209"/>
                <a:gd name="csX30" fmla="*/ 476570 w 874911"/>
                <a:gd name="csY30" fmla="*/ 567829 h 678209"/>
                <a:gd name="csX31" fmla="*/ 477767 w 874911"/>
                <a:gd name="csY31" fmla="*/ 567125 h 678209"/>
                <a:gd name="csX32" fmla="*/ 501716 w 874911"/>
                <a:gd name="csY32" fmla="*/ 552822 h 678209"/>
                <a:gd name="csX33" fmla="*/ 503711 w 874911"/>
                <a:gd name="csY33" fmla="*/ 551578 h 678209"/>
                <a:gd name="csX34" fmla="*/ 526873 w 874911"/>
                <a:gd name="csY34" fmla="*/ 536922 h 678209"/>
                <a:gd name="csX35" fmla="*/ 528211 w 874911"/>
                <a:gd name="csY35" fmla="*/ 536042 h 678209"/>
                <a:gd name="csX36" fmla="*/ 551467 w 874911"/>
                <a:gd name="csY36" fmla="*/ 520495 h 678209"/>
                <a:gd name="csX37" fmla="*/ 552019 w 874911"/>
                <a:gd name="csY37" fmla="*/ 520131 h 678209"/>
                <a:gd name="csX38" fmla="*/ 573750 w 874911"/>
                <a:gd name="csY38" fmla="*/ 504959 h 678209"/>
                <a:gd name="csX39" fmla="*/ 577165 w 874911"/>
                <a:gd name="csY39" fmla="*/ 502495 h 678209"/>
                <a:gd name="csX40" fmla="*/ 595035 w 874911"/>
                <a:gd name="csY40" fmla="*/ 489424 h 678209"/>
                <a:gd name="csX41" fmla="*/ 602322 w 874911"/>
                <a:gd name="csY41" fmla="*/ 483874 h 678209"/>
                <a:gd name="csX42" fmla="*/ 615358 w 874911"/>
                <a:gd name="csY42" fmla="*/ 473881 h 678209"/>
                <a:gd name="csX43" fmla="*/ 627468 w 874911"/>
                <a:gd name="csY43" fmla="*/ 464138 h 678209"/>
                <a:gd name="csX44" fmla="*/ 634707 w 874911"/>
                <a:gd name="csY44" fmla="*/ 458341 h 678209"/>
                <a:gd name="csX45" fmla="*/ 652613 w 874911"/>
                <a:gd name="csY45" fmla="*/ 443136 h 678209"/>
                <a:gd name="csX46" fmla="*/ 653012 w 874911"/>
                <a:gd name="csY46" fmla="*/ 442800 h 678209"/>
                <a:gd name="csX47" fmla="*/ 671047 w 874911"/>
                <a:gd name="csY47" fmla="*/ 427260 h 678209"/>
                <a:gd name="csX48" fmla="*/ 677771 w 874911"/>
                <a:gd name="csY48" fmla="*/ 421074 h 678209"/>
                <a:gd name="csX49" fmla="*/ 688167 w 874911"/>
                <a:gd name="csY49" fmla="*/ 411720 h 678209"/>
                <a:gd name="csX50" fmla="*/ 702916 w 874911"/>
                <a:gd name="csY50" fmla="*/ 397396 h 678209"/>
                <a:gd name="csX51" fmla="*/ 704207 w 874911"/>
                <a:gd name="csY51" fmla="*/ 396181 h 678209"/>
                <a:gd name="csX52" fmla="*/ 720083 w 874911"/>
                <a:gd name="csY52" fmla="*/ 380640 h 678209"/>
                <a:gd name="csX53" fmla="*/ 728062 w 874911"/>
                <a:gd name="csY53" fmla="*/ 372158 h 678209"/>
                <a:gd name="csX54" fmla="*/ 734997 w 874911"/>
                <a:gd name="csY54" fmla="*/ 365100 h 678209"/>
                <a:gd name="csX55" fmla="*/ 749171 w 874911"/>
                <a:gd name="csY55" fmla="*/ 349560 h 678209"/>
                <a:gd name="csX56" fmla="*/ 753219 w 874911"/>
                <a:gd name="csY56" fmla="*/ 344819 h 678209"/>
                <a:gd name="csX57" fmla="*/ 762923 w 874911"/>
                <a:gd name="csY57" fmla="*/ 334019 h 678209"/>
                <a:gd name="csX58" fmla="*/ 775654 w 874911"/>
                <a:gd name="csY58" fmla="*/ 318480 h 678209"/>
                <a:gd name="csX59" fmla="*/ 778365 w 874911"/>
                <a:gd name="csY59" fmla="*/ 314946 h 678209"/>
                <a:gd name="csX60" fmla="*/ 788151 w 874911"/>
                <a:gd name="csY60" fmla="*/ 302940 h 678209"/>
                <a:gd name="csX61" fmla="*/ 799592 w 874911"/>
                <a:gd name="csY61" fmla="*/ 287400 h 678209"/>
                <a:gd name="csX62" fmla="*/ 803511 w 874911"/>
                <a:gd name="csY62" fmla="*/ 281632 h 678209"/>
                <a:gd name="csX63" fmla="*/ 810633 w 874911"/>
                <a:gd name="csY63" fmla="*/ 271859 h 678209"/>
                <a:gd name="csX64" fmla="*/ 820877 w 874911"/>
                <a:gd name="csY64" fmla="*/ 256319 h 678209"/>
                <a:gd name="csX65" fmla="*/ 828656 w 874911"/>
                <a:gd name="csY65" fmla="*/ 243165 h 678209"/>
                <a:gd name="csX66" fmla="*/ 830193 w 874911"/>
                <a:gd name="csY66" fmla="*/ 240780 h 678209"/>
                <a:gd name="csX67" fmla="*/ 839205 w 874911"/>
                <a:gd name="csY67" fmla="*/ 225240 h 678209"/>
                <a:gd name="csX68" fmla="*/ 847125 w 874911"/>
                <a:gd name="csY68" fmla="*/ 209699 h 678209"/>
                <a:gd name="csX69" fmla="*/ 853814 w 874911"/>
                <a:gd name="csY69" fmla="*/ 194735 h 678209"/>
                <a:gd name="csX70" fmla="*/ 854095 w 874911"/>
                <a:gd name="csY70" fmla="*/ 194159 h 678209"/>
                <a:gd name="csX71" fmla="*/ 860572 w 874911"/>
                <a:gd name="csY71" fmla="*/ 178619 h 678209"/>
                <a:gd name="csX72" fmla="*/ 865923 w 874911"/>
                <a:gd name="csY72" fmla="*/ 163079 h 678209"/>
                <a:gd name="csX73" fmla="*/ 870135 w 874911"/>
                <a:gd name="csY73" fmla="*/ 147539 h 678209"/>
                <a:gd name="csX74" fmla="*/ 873151 w 874911"/>
                <a:gd name="csY74" fmla="*/ 131999 h 678209"/>
                <a:gd name="csX75" fmla="*/ 874817 w 874911"/>
                <a:gd name="csY75" fmla="*/ 116458 h 678209"/>
                <a:gd name="csX76" fmla="*/ 874911 w 874911"/>
                <a:gd name="csY76" fmla="*/ 100918 h 678209"/>
                <a:gd name="csX77" fmla="*/ 873081 w 874911"/>
                <a:gd name="csY77" fmla="*/ 85379 h 678209"/>
                <a:gd name="csX78" fmla="*/ 868798 w 874911"/>
                <a:gd name="csY78" fmla="*/ 69839 h 678209"/>
                <a:gd name="csX79" fmla="*/ 861312 w 874911"/>
                <a:gd name="csY79" fmla="*/ 54298 h 678209"/>
                <a:gd name="csX80" fmla="*/ 853814 w 874911"/>
                <a:gd name="csY80" fmla="*/ 43942 h 678209"/>
                <a:gd name="csX81" fmla="*/ 849167 w 874911"/>
                <a:gd name="csY81" fmla="*/ 38758 h 678209"/>
                <a:gd name="csX82" fmla="*/ 829454 w 874911"/>
                <a:gd name="csY82" fmla="*/ 23219 h 678209"/>
                <a:gd name="csX83" fmla="*/ 828656 w 874911"/>
                <a:gd name="csY83" fmla="*/ 22727 h 678209"/>
                <a:gd name="csX84" fmla="*/ 803511 w 874911"/>
                <a:gd name="csY84" fmla="*/ 11398 h 678209"/>
                <a:gd name="csX85" fmla="*/ 790099 w 874911"/>
                <a:gd name="csY85" fmla="*/ 7679 h 678209"/>
                <a:gd name="csX86" fmla="*/ 778365 w 874911"/>
                <a:gd name="csY86" fmla="*/ 4806 h 678209"/>
                <a:gd name="csX87" fmla="*/ 753219 w 874911"/>
                <a:gd name="csY87" fmla="*/ 1297 h 678209"/>
                <a:gd name="csX88" fmla="*/ 728062 w 874911"/>
                <a:gd name="csY88" fmla="*/ 0 h 678209"/>
                <a:gd name="csX89" fmla="*/ 702916 w 874911"/>
                <a:gd name="csY89" fmla="*/ 413 h 678209"/>
                <a:gd name="csX90" fmla="*/ 677771 w 874911"/>
                <a:gd name="csY90" fmla="*/ 2224 h 678209"/>
                <a:gd name="csX91" fmla="*/ 652613 w 874911"/>
                <a:gd name="csY91" fmla="*/ 5251 h 678209"/>
                <a:gd name="csX92" fmla="*/ 637887 w 874911"/>
                <a:gd name="csY92" fmla="*/ 7679 h 678209"/>
                <a:gd name="csX93" fmla="*/ 627468 w 874911"/>
                <a:gd name="csY93" fmla="*/ 9283 h 678209"/>
                <a:gd name="csX94" fmla="*/ 602322 w 874911"/>
                <a:gd name="csY94" fmla="*/ 14122 h 678209"/>
                <a:gd name="csX95" fmla="*/ 577165 w 874911"/>
                <a:gd name="csY95" fmla="*/ 19934 h 678209"/>
                <a:gd name="csX96" fmla="*/ 564891 w 874911"/>
                <a:gd name="csY96" fmla="*/ 23219 h 678209"/>
                <a:gd name="csX97" fmla="*/ 552019 w 874911"/>
                <a:gd name="csY97" fmla="*/ 26496 h 678209"/>
                <a:gd name="csX98" fmla="*/ 526873 w 874911"/>
                <a:gd name="csY98" fmla="*/ 33779 h 678209"/>
                <a:gd name="csX99" fmla="*/ 511596 w 874911"/>
                <a:gd name="csY99" fmla="*/ 38758 h 678209"/>
                <a:gd name="csX100" fmla="*/ 501716 w 874911"/>
                <a:gd name="csY100" fmla="*/ 41870 h 678209"/>
                <a:gd name="csX101" fmla="*/ 476570 w 874911"/>
                <a:gd name="csY101" fmla="*/ 50637 h 678209"/>
                <a:gd name="csX102" fmla="*/ 466984 w 874911"/>
                <a:gd name="csY102" fmla="*/ 54298 h 678209"/>
                <a:gd name="csX103" fmla="*/ 451425 w 874911"/>
                <a:gd name="csY103" fmla="*/ 60114 h 678209"/>
                <a:gd name="csX104" fmla="*/ 427875 w 874911"/>
                <a:gd name="csY104" fmla="*/ 69839 h 678209"/>
                <a:gd name="csX105" fmla="*/ 426267 w 874911"/>
                <a:gd name="csY105" fmla="*/ 70490 h 678209"/>
                <a:gd name="csX106" fmla="*/ 401122 w 874911"/>
                <a:gd name="csY106" fmla="*/ 81411 h 678209"/>
                <a:gd name="csX107" fmla="*/ 392650 w 874911"/>
                <a:gd name="csY107" fmla="*/ 85379 h 678209"/>
                <a:gd name="csX108" fmla="*/ 375976 w 874911"/>
                <a:gd name="csY108" fmla="*/ 93186 h 678209"/>
                <a:gd name="csX109" fmla="*/ 360570 w 874911"/>
                <a:gd name="csY109" fmla="*/ 100918 h 678209"/>
                <a:gd name="csX110" fmla="*/ 350819 w 874911"/>
                <a:gd name="csY110" fmla="*/ 105856 h 678209"/>
                <a:gd name="csX111" fmla="*/ 331106 w 874911"/>
                <a:gd name="csY111" fmla="*/ 116458 h 678209"/>
                <a:gd name="csX112" fmla="*/ 325673 w 874911"/>
                <a:gd name="csY112" fmla="*/ 119433 h 678209"/>
                <a:gd name="csX113" fmla="*/ 303848 w 874911"/>
                <a:gd name="csY113" fmla="*/ 131999 h 678209"/>
                <a:gd name="csX114" fmla="*/ 300527 w 874911"/>
                <a:gd name="csY114" fmla="*/ 133961 h 678209"/>
                <a:gd name="csX115" fmla="*/ 278468 w 874911"/>
                <a:gd name="csY115" fmla="*/ 147539 h 678209"/>
                <a:gd name="csX116" fmla="*/ 275370 w 874911"/>
                <a:gd name="csY116" fmla="*/ 149512 h 678209"/>
                <a:gd name="csX117" fmla="*/ 254765 w 874911"/>
                <a:gd name="csY117" fmla="*/ 163079 h 678209"/>
                <a:gd name="csX118" fmla="*/ 250224 w 874911"/>
                <a:gd name="csY118" fmla="*/ 166199 h 678209"/>
                <a:gd name="csX119" fmla="*/ 232577 w 874911"/>
                <a:gd name="csY119" fmla="*/ 178619 h 678209"/>
                <a:gd name="csX120" fmla="*/ 225079 w 874911"/>
                <a:gd name="csY120" fmla="*/ 184180 h 678209"/>
                <a:gd name="csX121" fmla="*/ 211808 w 874911"/>
                <a:gd name="csY121" fmla="*/ 194159 h 678209"/>
                <a:gd name="csX122" fmla="*/ 199933 w 874911"/>
                <a:gd name="csY122" fmla="*/ 203668 h 678209"/>
                <a:gd name="csX123" fmla="*/ 192423 w 874911"/>
                <a:gd name="csY123" fmla="*/ 209699 h 678209"/>
                <a:gd name="csX124" fmla="*/ 174776 w 874911"/>
                <a:gd name="csY124" fmla="*/ 224940 h 678209"/>
                <a:gd name="csX125" fmla="*/ 174435 w 874911"/>
                <a:gd name="csY125" fmla="*/ 225240 h 678209"/>
                <a:gd name="csX126" fmla="*/ 157128 w 874911"/>
                <a:gd name="csY126" fmla="*/ 240780 h 678209"/>
                <a:gd name="csX127" fmla="*/ 149630 w 874911"/>
                <a:gd name="csY127" fmla="*/ 248110 h 678209"/>
                <a:gd name="csX128" fmla="*/ 141100 w 874911"/>
                <a:gd name="csY128" fmla="*/ 256319 h 678209"/>
                <a:gd name="csX129" fmla="*/ 126280 w 874911"/>
                <a:gd name="csY129" fmla="*/ 271859 h 678209"/>
                <a:gd name="csX130" fmla="*/ 124484 w 874911"/>
                <a:gd name="csY130" fmla="*/ 273862 h 678209"/>
                <a:gd name="csX131" fmla="*/ 112000 w 874911"/>
                <a:gd name="csY131" fmla="*/ 287400 h 678209"/>
                <a:gd name="csX132" fmla="*/ 99327 w 874911"/>
                <a:gd name="csY132" fmla="*/ 302756 h 678209"/>
                <a:gd name="csX133" fmla="*/ 99175 w 874911"/>
                <a:gd name="csY133" fmla="*/ 302940 h 678209"/>
                <a:gd name="csX134" fmla="*/ 86619 w 874911"/>
                <a:gd name="csY134" fmla="*/ 318480 h 678209"/>
                <a:gd name="csX135" fmla="*/ 75472 w 874911"/>
                <a:gd name="csY135" fmla="*/ 334019 h 678209"/>
                <a:gd name="csX136" fmla="*/ 74181 w 874911"/>
                <a:gd name="csY136" fmla="*/ 335948 h 678209"/>
                <a:gd name="csX137" fmla="*/ 64653 w 874911"/>
                <a:gd name="csY137" fmla="*/ 349560 h 678209"/>
                <a:gd name="csX138" fmla="*/ 54938 w 874911"/>
                <a:gd name="csY138" fmla="*/ 365100 h 678209"/>
                <a:gd name="csX139" fmla="*/ 49036 w 874911"/>
                <a:gd name="csY139" fmla="*/ 375639 h 678209"/>
                <a:gd name="csX140" fmla="*/ 46055 w 874911"/>
                <a:gd name="csY140" fmla="*/ 380640 h 678209"/>
                <a:gd name="csX141" fmla="*/ 37654 w 874911"/>
                <a:gd name="csY141" fmla="*/ 396181 h 678209"/>
                <a:gd name="csX142" fmla="*/ 30285 w 874911"/>
                <a:gd name="csY142" fmla="*/ 411720 h 678209"/>
                <a:gd name="csX143" fmla="*/ 23878 w 874911"/>
                <a:gd name="csY143" fmla="*/ 427184 h 678209"/>
                <a:gd name="csX144" fmla="*/ 23843 w 874911"/>
                <a:gd name="csY144" fmla="*/ 427260 h 678209"/>
                <a:gd name="csX145" fmla="*/ 17718 w 874911"/>
                <a:gd name="csY145" fmla="*/ 442800 h 678209"/>
                <a:gd name="csX146" fmla="*/ 12520 w 874911"/>
                <a:gd name="csY146" fmla="*/ 458341 h 678209"/>
                <a:gd name="csX147" fmla="*/ 8225 w 874911"/>
                <a:gd name="csY147" fmla="*/ 473881 h 678209"/>
                <a:gd name="csX148" fmla="*/ 4811 w 874911"/>
                <a:gd name="csY148" fmla="*/ 489424 h 678209"/>
                <a:gd name="csX149" fmla="*/ 2276 w 874911"/>
                <a:gd name="csY149" fmla="*/ 504959 h 678209"/>
                <a:gd name="csX150" fmla="*/ 645 w 874911"/>
                <a:gd name="csY150" fmla="*/ 520495 h 678209"/>
                <a:gd name="csX151" fmla="*/ 0 w 874911"/>
                <a:gd name="csY151" fmla="*/ 536042 h 678209"/>
                <a:gd name="csX152" fmla="*/ 434 w 874911"/>
                <a:gd name="csY152" fmla="*/ 551578 h 678209"/>
                <a:gd name="csX153" fmla="*/ 2112 w 874911"/>
                <a:gd name="csY153" fmla="*/ 567125 h 678209"/>
                <a:gd name="csX154" fmla="*/ 5280 w 874911"/>
                <a:gd name="csY154" fmla="*/ 582661 h 678209"/>
                <a:gd name="csX155" fmla="*/ 10255 w 874911"/>
                <a:gd name="csY155" fmla="*/ 598196 h 678209"/>
                <a:gd name="csX156" fmla="*/ 17519 w 874911"/>
                <a:gd name="csY156" fmla="*/ 613744 h 67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874911" h="678209">
                  <a:moveTo>
                    <a:pt x="17519" y="613744"/>
                  </a:moveTo>
                  <a:lnTo>
                    <a:pt x="23878" y="623753"/>
                  </a:lnTo>
                  <a:lnTo>
                    <a:pt x="27844" y="629279"/>
                  </a:lnTo>
                  <a:lnTo>
                    <a:pt x="42782" y="644827"/>
                  </a:lnTo>
                  <a:lnTo>
                    <a:pt x="49036" y="649849"/>
                  </a:lnTo>
                  <a:lnTo>
                    <a:pt x="66179" y="660362"/>
                  </a:lnTo>
                  <a:lnTo>
                    <a:pt x="74181" y="664305"/>
                  </a:lnTo>
                  <a:lnTo>
                    <a:pt x="99327" y="672589"/>
                  </a:lnTo>
                  <a:lnTo>
                    <a:pt x="118266" y="675898"/>
                  </a:lnTo>
                  <a:lnTo>
                    <a:pt x="124484" y="676872"/>
                  </a:lnTo>
                  <a:lnTo>
                    <a:pt x="149630" y="678209"/>
                  </a:lnTo>
                  <a:lnTo>
                    <a:pt x="174776" y="677271"/>
                  </a:lnTo>
                  <a:lnTo>
                    <a:pt x="186486" y="675898"/>
                  </a:lnTo>
                  <a:lnTo>
                    <a:pt x="199933" y="674466"/>
                  </a:lnTo>
                  <a:lnTo>
                    <a:pt x="225079" y="670184"/>
                  </a:lnTo>
                  <a:lnTo>
                    <a:pt x="250224" y="664457"/>
                  </a:lnTo>
                  <a:lnTo>
                    <a:pt x="264669" y="660362"/>
                  </a:lnTo>
                  <a:lnTo>
                    <a:pt x="275370" y="657523"/>
                  </a:lnTo>
                  <a:lnTo>
                    <a:pt x="300527" y="649556"/>
                  </a:lnTo>
                  <a:lnTo>
                    <a:pt x="313411" y="644827"/>
                  </a:lnTo>
                  <a:lnTo>
                    <a:pt x="325673" y="640544"/>
                  </a:lnTo>
                  <a:lnTo>
                    <a:pt x="350819" y="630511"/>
                  </a:lnTo>
                  <a:lnTo>
                    <a:pt x="353611" y="629279"/>
                  </a:lnTo>
                  <a:lnTo>
                    <a:pt x="375976" y="619787"/>
                  </a:lnTo>
                  <a:lnTo>
                    <a:pt x="388766" y="613744"/>
                  </a:lnTo>
                  <a:lnTo>
                    <a:pt x="401122" y="608076"/>
                  </a:lnTo>
                  <a:lnTo>
                    <a:pt x="420741" y="598196"/>
                  </a:lnTo>
                  <a:lnTo>
                    <a:pt x="426267" y="595474"/>
                  </a:lnTo>
                  <a:lnTo>
                    <a:pt x="450228" y="582661"/>
                  </a:lnTo>
                  <a:lnTo>
                    <a:pt x="451425" y="582027"/>
                  </a:lnTo>
                  <a:lnTo>
                    <a:pt x="476570" y="567829"/>
                  </a:lnTo>
                  <a:lnTo>
                    <a:pt x="477767" y="567125"/>
                  </a:lnTo>
                  <a:lnTo>
                    <a:pt x="501716" y="552822"/>
                  </a:lnTo>
                  <a:lnTo>
                    <a:pt x="503711" y="551578"/>
                  </a:lnTo>
                  <a:lnTo>
                    <a:pt x="526873" y="536922"/>
                  </a:lnTo>
                  <a:lnTo>
                    <a:pt x="528211" y="536042"/>
                  </a:lnTo>
                  <a:lnTo>
                    <a:pt x="551467" y="520495"/>
                  </a:lnTo>
                  <a:lnTo>
                    <a:pt x="552019" y="520131"/>
                  </a:lnTo>
                  <a:lnTo>
                    <a:pt x="573750" y="504959"/>
                  </a:lnTo>
                  <a:lnTo>
                    <a:pt x="577165" y="502495"/>
                  </a:lnTo>
                  <a:lnTo>
                    <a:pt x="595035" y="489424"/>
                  </a:lnTo>
                  <a:lnTo>
                    <a:pt x="602322" y="483874"/>
                  </a:lnTo>
                  <a:lnTo>
                    <a:pt x="615358" y="473881"/>
                  </a:lnTo>
                  <a:lnTo>
                    <a:pt x="627468" y="464138"/>
                  </a:lnTo>
                  <a:lnTo>
                    <a:pt x="634707" y="458341"/>
                  </a:lnTo>
                  <a:lnTo>
                    <a:pt x="652613" y="443136"/>
                  </a:lnTo>
                  <a:lnTo>
                    <a:pt x="653012" y="442800"/>
                  </a:lnTo>
                  <a:lnTo>
                    <a:pt x="671047" y="427260"/>
                  </a:lnTo>
                  <a:lnTo>
                    <a:pt x="677771" y="421074"/>
                  </a:lnTo>
                  <a:lnTo>
                    <a:pt x="688167" y="411720"/>
                  </a:lnTo>
                  <a:lnTo>
                    <a:pt x="702916" y="397396"/>
                  </a:lnTo>
                  <a:lnTo>
                    <a:pt x="704207" y="396181"/>
                  </a:lnTo>
                  <a:lnTo>
                    <a:pt x="720083" y="380640"/>
                  </a:lnTo>
                  <a:lnTo>
                    <a:pt x="728062" y="372158"/>
                  </a:lnTo>
                  <a:lnTo>
                    <a:pt x="734997" y="365100"/>
                  </a:lnTo>
                  <a:lnTo>
                    <a:pt x="749171" y="349560"/>
                  </a:lnTo>
                  <a:lnTo>
                    <a:pt x="753219" y="344819"/>
                  </a:lnTo>
                  <a:lnTo>
                    <a:pt x="762923" y="334019"/>
                  </a:lnTo>
                  <a:lnTo>
                    <a:pt x="775654" y="318480"/>
                  </a:lnTo>
                  <a:lnTo>
                    <a:pt x="778365" y="314946"/>
                  </a:lnTo>
                  <a:lnTo>
                    <a:pt x="788151" y="302940"/>
                  </a:lnTo>
                  <a:lnTo>
                    <a:pt x="799592" y="287400"/>
                  </a:lnTo>
                  <a:lnTo>
                    <a:pt x="803511" y="281632"/>
                  </a:lnTo>
                  <a:lnTo>
                    <a:pt x="810633" y="271859"/>
                  </a:lnTo>
                  <a:lnTo>
                    <a:pt x="820877" y="256319"/>
                  </a:lnTo>
                  <a:lnTo>
                    <a:pt x="828656" y="243165"/>
                  </a:lnTo>
                  <a:lnTo>
                    <a:pt x="830193" y="240780"/>
                  </a:lnTo>
                  <a:lnTo>
                    <a:pt x="839205" y="225240"/>
                  </a:lnTo>
                  <a:lnTo>
                    <a:pt x="847125" y="209699"/>
                  </a:lnTo>
                  <a:lnTo>
                    <a:pt x="853814" y="194735"/>
                  </a:lnTo>
                  <a:lnTo>
                    <a:pt x="854095" y="194159"/>
                  </a:lnTo>
                  <a:lnTo>
                    <a:pt x="860572" y="178619"/>
                  </a:lnTo>
                  <a:lnTo>
                    <a:pt x="865923" y="163079"/>
                  </a:lnTo>
                  <a:lnTo>
                    <a:pt x="870135" y="147539"/>
                  </a:lnTo>
                  <a:lnTo>
                    <a:pt x="873151" y="131999"/>
                  </a:lnTo>
                  <a:lnTo>
                    <a:pt x="874817" y="116458"/>
                  </a:lnTo>
                  <a:lnTo>
                    <a:pt x="874911" y="100918"/>
                  </a:lnTo>
                  <a:lnTo>
                    <a:pt x="873081" y="85379"/>
                  </a:lnTo>
                  <a:lnTo>
                    <a:pt x="868798" y="69839"/>
                  </a:lnTo>
                  <a:lnTo>
                    <a:pt x="861312" y="54298"/>
                  </a:lnTo>
                  <a:lnTo>
                    <a:pt x="853814" y="43942"/>
                  </a:lnTo>
                  <a:lnTo>
                    <a:pt x="849167" y="38758"/>
                  </a:lnTo>
                  <a:lnTo>
                    <a:pt x="829454" y="23219"/>
                  </a:lnTo>
                  <a:lnTo>
                    <a:pt x="828656" y="22727"/>
                  </a:lnTo>
                  <a:lnTo>
                    <a:pt x="803511" y="11398"/>
                  </a:lnTo>
                  <a:lnTo>
                    <a:pt x="790099" y="7679"/>
                  </a:lnTo>
                  <a:lnTo>
                    <a:pt x="778365" y="4806"/>
                  </a:lnTo>
                  <a:lnTo>
                    <a:pt x="753219" y="1297"/>
                  </a:lnTo>
                  <a:lnTo>
                    <a:pt x="728062" y="0"/>
                  </a:lnTo>
                  <a:lnTo>
                    <a:pt x="702916" y="413"/>
                  </a:lnTo>
                  <a:lnTo>
                    <a:pt x="677771" y="2224"/>
                  </a:lnTo>
                  <a:lnTo>
                    <a:pt x="652613" y="5251"/>
                  </a:lnTo>
                  <a:lnTo>
                    <a:pt x="637887" y="7679"/>
                  </a:lnTo>
                  <a:lnTo>
                    <a:pt x="627468" y="9283"/>
                  </a:lnTo>
                  <a:lnTo>
                    <a:pt x="602322" y="14122"/>
                  </a:lnTo>
                  <a:lnTo>
                    <a:pt x="577165" y="19934"/>
                  </a:lnTo>
                  <a:lnTo>
                    <a:pt x="564891" y="23219"/>
                  </a:lnTo>
                  <a:lnTo>
                    <a:pt x="552019" y="26496"/>
                  </a:lnTo>
                  <a:lnTo>
                    <a:pt x="526873" y="33779"/>
                  </a:lnTo>
                  <a:lnTo>
                    <a:pt x="511596" y="38758"/>
                  </a:lnTo>
                  <a:lnTo>
                    <a:pt x="501716" y="41870"/>
                  </a:lnTo>
                  <a:lnTo>
                    <a:pt x="476570" y="50637"/>
                  </a:lnTo>
                  <a:lnTo>
                    <a:pt x="466984" y="54298"/>
                  </a:lnTo>
                  <a:lnTo>
                    <a:pt x="451425" y="60114"/>
                  </a:lnTo>
                  <a:lnTo>
                    <a:pt x="427875" y="69839"/>
                  </a:lnTo>
                  <a:lnTo>
                    <a:pt x="426267" y="70490"/>
                  </a:lnTo>
                  <a:lnTo>
                    <a:pt x="401122" y="81411"/>
                  </a:lnTo>
                  <a:lnTo>
                    <a:pt x="392650" y="85379"/>
                  </a:lnTo>
                  <a:lnTo>
                    <a:pt x="375976" y="93186"/>
                  </a:lnTo>
                  <a:lnTo>
                    <a:pt x="360570" y="100918"/>
                  </a:lnTo>
                  <a:lnTo>
                    <a:pt x="350819" y="105856"/>
                  </a:lnTo>
                  <a:lnTo>
                    <a:pt x="331106" y="116458"/>
                  </a:lnTo>
                  <a:lnTo>
                    <a:pt x="325673" y="119433"/>
                  </a:lnTo>
                  <a:lnTo>
                    <a:pt x="303848" y="131999"/>
                  </a:lnTo>
                  <a:lnTo>
                    <a:pt x="300527" y="133961"/>
                  </a:lnTo>
                  <a:lnTo>
                    <a:pt x="278468" y="147539"/>
                  </a:lnTo>
                  <a:lnTo>
                    <a:pt x="275370" y="149512"/>
                  </a:lnTo>
                  <a:lnTo>
                    <a:pt x="254765" y="163079"/>
                  </a:lnTo>
                  <a:lnTo>
                    <a:pt x="250224" y="166199"/>
                  </a:lnTo>
                  <a:lnTo>
                    <a:pt x="232577" y="178619"/>
                  </a:lnTo>
                  <a:lnTo>
                    <a:pt x="225079" y="184180"/>
                  </a:lnTo>
                  <a:lnTo>
                    <a:pt x="211808" y="194159"/>
                  </a:lnTo>
                  <a:lnTo>
                    <a:pt x="199933" y="203668"/>
                  </a:lnTo>
                  <a:lnTo>
                    <a:pt x="192423" y="209699"/>
                  </a:lnTo>
                  <a:lnTo>
                    <a:pt x="174776" y="224940"/>
                  </a:lnTo>
                  <a:lnTo>
                    <a:pt x="174435" y="225240"/>
                  </a:lnTo>
                  <a:lnTo>
                    <a:pt x="157128" y="240780"/>
                  </a:lnTo>
                  <a:lnTo>
                    <a:pt x="149630" y="248110"/>
                  </a:lnTo>
                  <a:lnTo>
                    <a:pt x="141100" y="256319"/>
                  </a:lnTo>
                  <a:lnTo>
                    <a:pt x="126280" y="271859"/>
                  </a:lnTo>
                  <a:lnTo>
                    <a:pt x="124484" y="273862"/>
                  </a:lnTo>
                  <a:lnTo>
                    <a:pt x="112000" y="287400"/>
                  </a:lnTo>
                  <a:lnTo>
                    <a:pt x="99327" y="302756"/>
                  </a:lnTo>
                  <a:lnTo>
                    <a:pt x="99175" y="302940"/>
                  </a:lnTo>
                  <a:lnTo>
                    <a:pt x="86619" y="318480"/>
                  </a:lnTo>
                  <a:lnTo>
                    <a:pt x="75472" y="334019"/>
                  </a:lnTo>
                  <a:lnTo>
                    <a:pt x="74181" y="335948"/>
                  </a:lnTo>
                  <a:lnTo>
                    <a:pt x="64653" y="349560"/>
                  </a:lnTo>
                  <a:lnTo>
                    <a:pt x="54938" y="365100"/>
                  </a:lnTo>
                  <a:lnTo>
                    <a:pt x="49036" y="375639"/>
                  </a:lnTo>
                  <a:lnTo>
                    <a:pt x="46055" y="380640"/>
                  </a:lnTo>
                  <a:lnTo>
                    <a:pt x="37654" y="396181"/>
                  </a:lnTo>
                  <a:lnTo>
                    <a:pt x="30285" y="411720"/>
                  </a:lnTo>
                  <a:lnTo>
                    <a:pt x="23878" y="427184"/>
                  </a:lnTo>
                  <a:lnTo>
                    <a:pt x="23843" y="427260"/>
                  </a:lnTo>
                  <a:lnTo>
                    <a:pt x="17718" y="442800"/>
                  </a:lnTo>
                  <a:lnTo>
                    <a:pt x="12520" y="458341"/>
                  </a:lnTo>
                  <a:lnTo>
                    <a:pt x="8225" y="473881"/>
                  </a:lnTo>
                  <a:lnTo>
                    <a:pt x="4811" y="489424"/>
                  </a:lnTo>
                  <a:lnTo>
                    <a:pt x="2276" y="504959"/>
                  </a:lnTo>
                  <a:lnTo>
                    <a:pt x="645" y="520495"/>
                  </a:lnTo>
                  <a:lnTo>
                    <a:pt x="0" y="536042"/>
                  </a:lnTo>
                  <a:lnTo>
                    <a:pt x="434" y="551578"/>
                  </a:lnTo>
                  <a:lnTo>
                    <a:pt x="2112" y="567125"/>
                  </a:lnTo>
                  <a:lnTo>
                    <a:pt x="5280" y="582661"/>
                  </a:lnTo>
                  <a:lnTo>
                    <a:pt x="10255" y="598196"/>
                  </a:lnTo>
                  <a:lnTo>
                    <a:pt x="17519" y="61374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EC99F0DF-7AEF-26DC-4798-617CADD46CAF}"/>
                </a:ext>
              </a:extLst>
            </p:cNvPr>
            <p:cNvSpPr/>
            <p:nvPr/>
          </p:nvSpPr>
          <p:spPr>
            <a:xfrm>
              <a:off x="1796379" y="3755328"/>
              <a:ext cx="709851" cy="551337"/>
            </a:xfrm>
            <a:custGeom>
              <a:avLst/>
              <a:gdLst>
                <a:gd name="csX0" fmla="*/ 27387 w 709851"/>
                <a:gd name="csY0" fmla="*/ 518940 h 551337"/>
                <a:gd name="csX1" fmla="*/ 39449 w 709851"/>
                <a:gd name="csY1" fmla="*/ 529407 h 551337"/>
                <a:gd name="csX2" fmla="*/ 47628 w 709851"/>
                <a:gd name="csY2" fmla="*/ 534476 h 551337"/>
                <a:gd name="csX3" fmla="*/ 64595 w 709851"/>
                <a:gd name="csY3" fmla="*/ 542478 h 551337"/>
                <a:gd name="csX4" fmla="*/ 89741 w 709851"/>
                <a:gd name="csY4" fmla="*/ 549014 h 551337"/>
                <a:gd name="csX5" fmla="*/ 99714 w 709851"/>
                <a:gd name="csY5" fmla="*/ 550023 h 551337"/>
                <a:gd name="csX6" fmla="*/ 114898 w 709851"/>
                <a:gd name="csY6" fmla="*/ 551337 h 551337"/>
                <a:gd name="csX7" fmla="*/ 140044 w 709851"/>
                <a:gd name="csY7" fmla="*/ 550704 h 551337"/>
                <a:gd name="csX8" fmla="*/ 145652 w 709851"/>
                <a:gd name="csY8" fmla="*/ 550023 h 551337"/>
                <a:gd name="csX9" fmla="*/ 165189 w 709851"/>
                <a:gd name="csY9" fmla="*/ 547794 h 551337"/>
                <a:gd name="csX10" fmla="*/ 190335 w 709851"/>
                <a:gd name="csY10" fmla="*/ 543030 h 551337"/>
                <a:gd name="csX11" fmla="*/ 215492 w 709851"/>
                <a:gd name="csY11" fmla="*/ 536646 h 551337"/>
                <a:gd name="csX12" fmla="*/ 222298 w 709851"/>
                <a:gd name="csY12" fmla="*/ 534476 h 551337"/>
                <a:gd name="csX13" fmla="*/ 240638 w 709851"/>
                <a:gd name="csY13" fmla="*/ 528902 h 551337"/>
                <a:gd name="csX14" fmla="*/ 265783 w 709851"/>
                <a:gd name="csY14" fmla="*/ 519832 h 551337"/>
                <a:gd name="csX15" fmla="*/ 267943 w 709851"/>
                <a:gd name="csY15" fmla="*/ 518940 h 551337"/>
                <a:gd name="csX16" fmla="*/ 290941 w 709851"/>
                <a:gd name="csY16" fmla="*/ 509706 h 551337"/>
                <a:gd name="csX17" fmla="*/ 304822 w 709851"/>
                <a:gd name="csY17" fmla="*/ 503405 h 551337"/>
                <a:gd name="csX18" fmla="*/ 316086 w 709851"/>
                <a:gd name="csY18" fmla="*/ 498406 h 551337"/>
                <a:gd name="csX19" fmla="*/ 337442 w 709851"/>
                <a:gd name="csY19" fmla="*/ 487857 h 551337"/>
                <a:gd name="csX20" fmla="*/ 341232 w 709851"/>
                <a:gd name="csY20" fmla="*/ 486015 h 551337"/>
                <a:gd name="csX21" fmla="*/ 366389 w 709851"/>
                <a:gd name="csY21" fmla="*/ 472615 h 551337"/>
                <a:gd name="csX22" fmla="*/ 366894 w 709851"/>
                <a:gd name="csY22" fmla="*/ 472322 h 551337"/>
                <a:gd name="csX23" fmla="*/ 391535 w 709851"/>
                <a:gd name="csY23" fmla="*/ 458229 h 551337"/>
                <a:gd name="csX24" fmla="*/ 393917 w 709851"/>
                <a:gd name="csY24" fmla="*/ 456774 h 551337"/>
                <a:gd name="csX25" fmla="*/ 416681 w 709851"/>
                <a:gd name="csY25" fmla="*/ 442787 h 551337"/>
                <a:gd name="csX26" fmla="*/ 419074 w 709851"/>
                <a:gd name="csY26" fmla="*/ 441239 h 551337"/>
                <a:gd name="csX27" fmla="*/ 441838 w 709851"/>
                <a:gd name="csY27" fmla="*/ 426254 h 551337"/>
                <a:gd name="csX28" fmla="*/ 442636 w 709851"/>
                <a:gd name="csY28" fmla="*/ 425703 h 551337"/>
                <a:gd name="csX29" fmla="*/ 464848 w 709851"/>
                <a:gd name="csY29" fmla="*/ 410160 h 551337"/>
                <a:gd name="csX30" fmla="*/ 466984 w 709851"/>
                <a:gd name="csY30" fmla="*/ 408627 h 551337"/>
                <a:gd name="csX31" fmla="*/ 485899 w 709851"/>
                <a:gd name="csY31" fmla="*/ 394620 h 551337"/>
                <a:gd name="csX32" fmla="*/ 492129 w 709851"/>
                <a:gd name="csY32" fmla="*/ 389826 h 551337"/>
                <a:gd name="csX33" fmla="*/ 505835 w 709851"/>
                <a:gd name="csY33" fmla="*/ 379080 h 551337"/>
                <a:gd name="csX34" fmla="*/ 517287 w 709851"/>
                <a:gd name="csY34" fmla="*/ 369693 h 551337"/>
                <a:gd name="csX35" fmla="*/ 524714 w 709851"/>
                <a:gd name="csY35" fmla="*/ 363539 h 551337"/>
                <a:gd name="csX36" fmla="*/ 542432 w 709851"/>
                <a:gd name="csY36" fmla="*/ 348053 h 551337"/>
                <a:gd name="csX37" fmla="*/ 542491 w 709851"/>
                <a:gd name="csY37" fmla="*/ 347999 h 551337"/>
                <a:gd name="csX38" fmla="*/ 559658 w 709851"/>
                <a:gd name="csY38" fmla="*/ 332460 h 551337"/>
                <a:gd name="csX39" fmla="*/ 567578 w 709851"/>
                <a:gd name="csY39" fmla="*/ 324805 h 551337"/>
                <a:gd name="csX40" fmla="*/ 575827 w 709851"/>
                <a:gd name="csY40" fmla="*/ 316920 h 551337"/>
                <a:gd name="csX41" fmla="*/ 591011 w 709851"/>
                <a:gd name="csY41" fmla="*/ 301379 h 551337"/>
                <a:gd name="csX42" fmla="*/ 592735 w 709851"/>
                <a:gd name="csY42" fmla="*/ 299524 h 551337"/>
                <a:gd name="csX43" fmla="*/ 605654 w 709851"/>
                <a:gd name="csY43" fmla="*/ 285839 h 551337"/>
                <a:gd name="csX44" fmla="*/ 617881 w 709851"/>
                <a:gd name="csY44" fmla="*/ 271760 h 551337"/>
                <a:gd name="csX45" fmla="*/ 619184 w 709851"/>
                <a:gd name="csY45" fmla="*/ 270299 h 551337"/>
                <a:gd name="csX46" fmla="*/ 632208 w 709851"/>
                <a:gd name="csY46" fmla="*/ 254760 h 551337"/>
                <a:gd name="csX47" fmla="*/ 643027 w 709851"/>
                <a:gd name="csY47" fmla="*/ 240583 h 551337"/>
                <a:gd name="csX48" fmla="*/ 644118 w 709851"/>
                <a:gd name="csY48" fmla="*/ 239219 h 551337"/>
                <a:gd name="csX49" fmla="*/ 655488 w 709851"/>
                <a:gd name="csY49" fmla="*/ 223679 h 551337"/>
                <a:gd name="csX50" fmla="*/ 665743 w 709851"/>
                <a:gd name="csY50" fmla="*/ 208139 h 551337"/>
                <a:gd name="csX51" fmla="*/ 668184 w 709851"/>
                <a:gd name="csY51" fmla="*/ 204046 h 551337"/>
                <a:gd name="csX52" fmla="*/ 675318 w 709851"/>
                <a:gd name="csY52" fmla="*/ 192598 h 551337"/>
                <a:gd name="csX53" fmla="*/ 683861 w 709851"/>
                <a:gd name="csY53" fmla="*/ 177059 h 551337"/>
                <a:gd name="csX54" fmla="*/ 691335 w 709851"/>
                <a:gd name="csY54" fmla="*/ 161519 h 551337"/>
                <a:gd name="csX55" fmla="*/ 693330 w 709851"/>
                <a:gd name="csY55" fmla="*/ 156599 h 551337"/>
                <a:gd name="csX56" fmla="*/ 697859 w 709851"/>
                <a:gd name="csY56" fmla="*/ 145979 h 551337"/>
                <a:gd name="csX57" fmla="*/ 703139 w 709851"/>
                <a:gd name="csY57" fmla="*/ 130438 h 551337"/>
                <a:gd name="csX58" fmla="*/ 707035 w 709851"/>
                <a:gd name="csY58" fmla="*/ 114898 h 551337"/>
                <a:gd name="csX59" fmla="*/ 709370 w 709851"/>
                <a:gd name="csY59" fmla="*/ 99359 h 551337"/>
                <a:gd name="csX60" fmla="*/ 709851 w 709851"/>
                <a:gd name="csY60" fmla="*/ 83818 h 551337"/>
                <a:gd name="csX61" fmla="*/ 707974 w 709851"/>
                <a:gd name="csY61" fmla="*/ 68278 h 551337"/>
                <a:gd name="csX62" fmla="*/ 703057 w 709851"/>
                <a:gd name="csY62" fmla="*/ 52738 h 551337"/>
                <a:gd name="csX63" fmla="*/ 693999 w 709851"/>
                <a:gd name="csY63" fmla="*/ 37198 h 551337"/>
                <a:gd name="csX64" fmla="*/ 693330 w 709851"/>
                <a:gd name="csY64" fmla="*/ 36396 h 551337"/>
                <a:gd name="csX65" fmla="*/ 676785 w 709851"/>
                <a:gd name="csY65" fmla="*/ 21658 h 551337"/>
                <a:gd name="csX66" fmla="*/ 668184 w 709851"/>
                <a:gd name="csY66" fmla="*/ 16280 h 551337"/>
                <a:gd name="csX67" fmla="*/ 643027 w 709851"/>
                <a:gd name="csY67" fmla="*/ 6416 h 551337"/>
                <a:gd name="csX68" fmla="*/ 641666 w 709851"/>
                <a:gd name="csY68" fmla="*/ 6118 h 551337"/>
                <a:gd name="csX69" fmla="*/ 617881 w 709851"/>
                <a:gd name="csY69" fmla="*/ 1677 h 551337"/>
                <a:gd name="csX70" fmla="*/ 592735 w 709851"/>
                <a:gd name="csY70" fmla="*/ 0 h 551337"/>
                <a:gd name="csX71" fmla="*/ 567578 w 709851"/>
                <a:gd name="csY71" fmla="*/ 566 h 551337"/>
                <a:gd name="csX72" fmla="*/ 542432 w 709851"/>
                <a:gd name="csY72" fmla="*/ 2901 h 551337"/>
                <a:gd name="csX73" fmla="*/ 521417 w 709851"/>
                <a:gd name="csY73" fmla="*/ 6118 h 551337"/>
                <a:gd name="csX74" fmla="*/ 517287 w 709851"/>
                <a:gd name="csY74" fmla="*/ 6720 h 551337"/>
                <a:gd name="csX75" fmla="*/ 492129 w 709851"/>
                <a:gd name="csY75" fmla="*/ 11707 h 551337"/>
                <a:gd name="csX76" fmla="*/ 466984 w 709851"/>
                <a:gd name="csY76" fmla="*/ 17877 h 551337"/>
                <a:gd name="csX77" fmla="*/ 453983 w 709851"/>
                <a:gd name="csY77" fmla="*/ 21658 h 551337"/>
                <a:gd name="csX78" fmla="*/ 441838 w 709851"/>
                <a:gd name="csY78" fmla="*/ 25083 h 551337"/>
                <a:gd name="csX79" fmla="*/ 416681 w 709851"/>
                <a:gd name="csY79" fmla="*/ 33254 h 551337"/>
                <a:gd name="csX80" fmla="*/ 405921 w 709851"/>
                <a:gd name="csY80" fmla="*/ 37198 h 551337"/>
                <a:gd name="csX81" fmla="*/ 391535 w 709851"/>
                <a:gd name="csY81" fmla="*/ 42382 h 551337"/>
                <a:gd name="csX82" fmla="*/ 366389 w 709851"/>
                <a:gd name="csY82" fmla="*/ 52543 h 551337"/>
                <a:gd name="csX83" fmla="*/ 365944 w 709851"/>
                <a:gd name="csY83" fmla="*/ 52738 h 551337"/>
                <a:gd name="csX84" fmla="*/ 341232 w 709851"/>
                <a:gd name="csY84" fmla="*/ 63502 h 551337"/>
                <a:gd name="csX85" fmla="*/ 331200 w 709851"/>
                <a:gd name="csY85" fmla="*/ 68278 h 551337"/>
                <a:gd name="csX86" fmla="*/ 316086 w 709851"/>
                <a:gd name="csY86" fmla="*/ 75513 h 551337"/>
                <a:gd name="csX87" fmla="*/ 300011 w 709851"/>
                <a:gd name="csY87" fmla="*/ 83818 h 551337"/>
                <a:gd name="csX88" fmla="*/ 290941 w 709851"/>
                <a:gd name="csY88" fmla="*/ 88582 h 551337"/>
                <a:gd name="csX89" fmla="*/ 271697 w 709851"/>
                <a:gd name="csY89" fmla="*/ 99359 h 551337"/>
                <a:gd name="csX90" fmla="*/ 265783 w 709851"/>
                <a:gd name="csY90" fmla="*/ 102749 h 551337"/>
                <a:gd name="csX91" fmla="*/ 245730 w 709851"/>
                <a:gd name="csY91" fmla="*/ 114898 h 551337"/>
                <a:gd name="csX92" fmla="*/ 240638 w 709851"/>
                <a:gd name="csY92" fmla="*/ 118091 h 551337"/>
                <a:gd name="csX93" fmla="*/ 221770 w 709851"/>
                <a:gd name="csY93" fmla="*/ 130438 h 551337"/>
                <a:gd name="csX94" fmla="*/ 215492 w 709851"/>
                <a:gd name="csY94" fmla="*/ 134733 h 551337"/>
                <a:gd name="csX95" fmla="*/ 199569 w 709851"/>
                <a:gd name="csY95" fmla="*/ 145979 h 551337"/>
                <a:gd name="csX96" fmla="*/ 190335 w 709851"/>
                <a:gd name="csY96" fmla="*/ 152851 h 551337"/>
                <a:gd name="csX97" fmla="*/ 178965 w 709851"/>
                <a:gd name="csY97" fmla="*/ 161519 h 551337"/>
                <a:gd name="csX98" fmla="*/ 165189 w 709851"/>
                <a:gd name="csY98" fmla="*/ 172686 h 551337"/>
                <a:gd name="csX99" fmla="*/ 159874 w 709851"/>
                <a:gd name="csY99" fmla="*/ 177059 h 551337"/>
                <a:gd name="csX100" fmla="*/ 142132 w 709851"/>
                <a:gd name="csY100" fmla="*/ 192598 h 551337"/>
                <a:gd name="csX101" fmla="*/ 140044 w 709851"/>
                <a:gd name="csY101" fmla="*/ 194536 h 551337"/>
                <a:gd name="csX102" fmla="*/ 125423 w 709851"/>
                <a:gd name="csY102" fmla="*/ 208139 h 551337"/>
                <a:gd name="csX103" fmla="*/ 114898 w 709851"/>
                <a:gd name="csY103" fmla="*/ 218819 h 551337"/>
                <a:gd name="csX104" fmla="*/ 110064 w 709851"/>
                <a:gd name="csY104" fmla="*/ 223679 h 551337"/>
                <a:gd name="csX105" fmla="*/ 95737 w 709851"/>
                <a:gd name="csY105" fmla="*/ 239219 h 551337"/>
                <a:gd name="csX106" fmla="*/ 89741 w 709851"/>
                <a:gd name="csY106" fmla="*/ 246288 h 551337"/>
                <a:gd name="csX107" fmla="*/ 82430 w 709851"/>
                <a:gd name="csY107" fmla="*/ 254760 h 551337"/>
                <a:gd name="csX108" fmla="*/ 70204 w 709851"/>
                <a:gd name="csY108" fmla="*/ 270299 h 551337"/>
                <a:gd name="csX109" fmla="*/ 64595 w 709851"/>
                <a:gd name="csY109" fmla="*/ 278138 h 551337"/>
                <a:gd name="csX110" fmla="*/ 58916 w 709851"/>
                <a:gd name="csY110" fmla="*/ 285839 h 551337"/>
                <a:gd name="csX111" fmla="*/ 48543 w 709851"/>
                <a:gd name="csY111" fmla="*/ 301379 h 551337"/>
                <a:gd name="csX112" fmla="*/ 39449 w 709851"/>
                <a:gd name="csY112" fmla="*/ 316769 h 551337"/>
                <a:gd name="csX113" fmla="*/ 39355 w 709851"/>
                <a:gd name="csY113" fmla="*/ 316920 h 551337"/>
                <a:gd name="csX114" fmla="*/ 30719 w 709851"/>
                <a:gd name="csY114" fmla="*/ 332460 h 551337"/>
                <a:gd name="csX115" fmla="*/ 23221 w 709851"/>
                <a:gd name="csY115" fmla="*/ 347999 h 551337"/>
                <a:gd name="csX116" fmla="*/ 16779 w 709851"/>
                <a:gd name="csY116" fmla="*/ 363539 h 551337"/>
                <a:gd name="csX117" fmla="*/ 14292 w 709851"/>
                <a:gd name="csY117" fmla="*/ 370662 h 551337"/>
                <a:gd name="csX118" fmla="*/ 11194 w 709851"/>
                <a:gd name="csY118" fmla="*/ 379080 h 551337"/>
                <a:gd name="csX119" fmla="*/ 6594 w 709851"/>
                <a:gd name="csY119" fmla="*/ 394620 h 551337"/>
                <a:gd name="csX120" fmla="*/ 3145 w 709851"/>
                <a:gd name="csY120" fmla="*/ 410160 h 551337"/>
                <a:gd name="csX121" fmla="*/ 915 w 709851"/>
                <a:gd name="csY121" fmla="*/ 425703 h 551337"/>
                <a:gd name="csX122" fmla="*/ 0 w 709851"/>
                <a:gd name="csY122" fmla="*/ 441239 h 551337"/>
                <a:gd name="csX123" fmla="*/ 587 w 709851"/>
                <a:gd name="csY123" fmla="*/ 456774 h 551337"/>
                <a:gd name="csX124" fmla="*/ 2980 w 709851"/>
                <a:gd name="csY124" fmla="*/ 472322 h 551337"/>
                <a:gd name="csX125" fmla="*/ 7580 w 709851"/>
                <a:gd name="csY125" fmla="*/ 487857 h 551337"/>
                <a:gd name="csX126" fmla="*/ 14292 w 709851"/>
                <a:gd name="csY126" fmla="*/ 501961 h 551337"/>
                <a:gd name="csX127" fmla="*/ 15090 w 709851"/>
                <a:gd name="csY127" fmla="*/ 503405 h 551337"/>
                <a:gd name="csX128" fmla="*/ 27387 w 709851"/>
                <a:gd name="csY128" fmla="*/ 518940 h 551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09851" h="551337">
                  <a:moveTo>
                    <a:pt x="27387" y="518940"/>
                  </a:moveTo>
                  <a:lnTo>
                    <a:pt x="39449" y="529407"/>
                  </a:lnTo>
                  <a:lnTo>
                    <a:pt x="47628" y="534476"/>
                  </a:lnTo>
                  <a:lnTo>
                    <a:pt x="64595" y="542478"/>
                  </a:lnTo>
                  <a:lnTo>
                    <a:pt x="89741" y="549014"/>
                  </a:lnTo>
                  <a:lnTo>
                    <a:pt x="99714" y="550023"/>
                  </a:lnTo>
                  <a:lnTo>
                    <a:pt x="114898" y="551337"/>
                  </a:lnTo>
                  <a:lnTo>
                    <a:pt x="140044" y="550704"/>
                  </a:lnTo>
                  <a:lnTo>
                    <a:pt x="145652" y="550023"/>
                  </a:lnTo>
                  <a:lnTo>
                    <a:pt x="165189" y="547794"/>
                  </a:lnTo>
                  <a:lnTo>
                    <a:pt x="190335" y="543030"/>
                  </a:lnTo>
                  <a:lnTo>
                    <a:pt x="215492" y="536646"/>
                  </a:lnTo>
                  <a:lnTo>
                    <a:pt x="222298" y="534476"/>
                  </a:lnTo>
                  <a:lnTo>
                    <a:pt x="240638" y="528902"/>
                  </a:lnTo>
                  <a:lnTo>
                    <a:pt x="265783" y="519832"/>
                  </a:lnTo>
                  <a:lnTo>
                    <a:pt x="267943" y="518940"/>
                  </a:lnTo>
                  <a:lnTo>
                    <a:pt x="290941" y="509706"/>
                  </a:lnTo>
                  <a:lnTo>
                    <a:pt x="304822" y="503405"/>
                  </a:lnTo>
                  <a:lnTo>
                    <a:pt x="316086" y="498406"/>
                  </a:lnTo>
                  <a:lnTo>
                    <a:pt x="337442" y="487857"/>
                  </a:lnTo>
                  <a:lnTo>
                    <a:pt x="341232" y="486015"/>
                  </a:lnTo>
                  <a:lnTo>
                    <a:pt x="366389" y="472615"/>
                  </a:lnTo>
                  <a:lnTo>
                    <a:pt x="366894" y="472322"/>
                  </a:lnTo>
                  <a:lnTo>
                    <a:pt x="391535" y="458229"/>
                  </a:lnTo>
                  <a:lnTo>
                    <a:pt x="393917" y="456774"/>
                  </a:lnTo>
                  <a:lnTo>
                    <a:pt x="416681" y="442787"/>
                  </a:lnTo>
                  <a:lnTo>
                    <a:pt x="419074" y="441239"/>
                  </a:lnTo>
                  <a:lnTo>
                    <a:pt x="441838" y="426254"/>
                  </a:lnTo>
                  <a:lnTo>
                    <a:pt x="442636" y="425703"/>
                  </a:lnTo>
                  <a:lnTo>
                    <a:pt x="464848" y="410160"/>
                  </a:lnTo>
                  <a:lnTo>
                    <a:pt x="466984" y="408627"/>
                  </a:lnTo>
                  <a:lnTo>
                    <a:pt x="485899" y="394620"/>
                  </a:lnTo>
                  <a:lnTo>
                    <a:pt x="492129" y="389826"/>
                  </a:lnTo>
                  <a:lnTo>
                    <a:pt x="505835" y="379080"/>
                  </a:lnTo>
                  <a:lnTo>
                    <a:pt x="517287" y="369693"/>
                  </a:lnTo>
                  <a:lnTo>
                    <a:pt x="524714" y="363539"/>
                  </a:lnTo>
                  <a:lnTo>
                    <a:pt x="542432" y="348053"/>
                  </a:lnTo>
                  <a:lnTo>
                    <a:pt x="542491" y="347999"/>
                  </a:lnTo>
                  <a:lnTo>
                    <a:pt x="559658" y="332460"/>
                  </a:lnTo>
                  <a:lnTo>
                    <a:pt x="567578" y="324805"/>
                  </a:lnTo>
                  <a:lnTo>
                    <a:pt x="575827" y="316920"/>
                  </a:lnTo>
                  <a:lnTo>
                    <a:pt x="591011" y="301379"/>
                  </a:lnTo>
                  <a:lnTo>
                    <a:pt x="592735" y="299524"/>
                  </a:lnTo>
                  <a:lnTo>
                    <a:pt x="605654" y="285839"/>
                  </a:lnTo>
                  <a:lnTo>
                    <a:pt x="617881" y="271760"/>
                  </a:lnTo>
                  <a:lnTo>
                    <a:pt x="619184" y="270299"/>
                  </a:lnTo>
                  <a:lnTo>
                    <a:pt x="632208" y="254760"/>
                  </a:lnTo>
                  <a:lnTo>
                    <a:pt x="643027" y="240583"/>
                  </a:lnTo>
                  <a:lnTo>
                    <a:pt x="644118" y="239219"/>
                  </a:lnTo>
                  <a:lnTo>
                    <a:pt x="655488" y="223679"/>
                  </a:lnTo>
                  <a:lnTo>
                    <a:pt x="665743" y="208139"/>
                  </a:lnTo>
                  <a:lnTo>
                    <a:pt x="668184" y="204046"/>
                  </a:lnTo>
                  <a:lnTo>
                    <a:pt x="675318" y="192598"/>
                  </a:lnTo>
                  <a:lnTo>
                    <a:pt x="683861" y="177059"/>
                  </a:lnTo>
                  <a:lnTo>
                    <a:pt x="691335" y="161519"/>
                  </a:lnTo>
                  <a:lnTo>
                    <a:pt x="693330" y="156599"/>
                  </a:lnTo>
                  <a:lnTo>
                    <a:pt x="697859" y="145979"/>
                  </a:lnTo>
                  <a:lnTo>
                    <a:pt x="703139" y="130438"/>
                  </a:lnTo>
                  <a:lnTo>
                    <a:pt x="707035" y="114898"/>
                  </a:lnTo>
                  <a:lnTo>
                    <a:pt x="709370" y="99359"/>
                  </a:lnTo>
                  <a:lnTo>
                    <a:pt x="709851" y="83818"/>
                  </a:lnTo>
                  <a:lnTo>
                    <a:pt x="707974" y="68278"/>
                  </a:lnTo>
                  <a:lnTo>
                    <a:pt x="703057" y="52738"/>
                  </a:lnTo>
                  <a:lnTo>
                    <a:pt x="693999" y="37198"/>
                  </a:lnTo>
                  <a:lnTo>
                    <a:pt x="693330" y="36396"/>
                  </a:lnTo>
                  <a:lnTo>
                    <a:pt x="676785" y="21658"/>
                  </a:lnTo>
                  <a:lnTo>
                    <a:pt x="668184" y="16280"/>
                  </a:lnTo>
                  <a:lnTo>
                    <a:pt x="643027" y="6416"/>
                  </a:lnTo>
                  <a:lnTo>
                    <a:pt x="641666" y="6118"/>
                  </a:lnTo>
                  <a:lnTo>
                    <a:pt x="617881" y="1677"/>
                  </a:lnTo>
                  <a:lnTo>
                    <a:pt x="592735" y="0"/>
                  </a:lnTo>
                  <a:lnTo>
                    <a:pt x="567578" y="566"/>
                  </a:lnTo>
                  <a:lnTo>
                    <a:pt x="542432" y="2901"/>
                  </a:lnTo>
                  <a:lnTo>
                    <a:pt x="521417" y="6118"/>
                  </a:lnTo>
                  <a:lnTo>
                    <a:pt x="517287" y="6720"/>
                  </a:lnTo>
                  <a:lnTo>
                    <a:pt x="492129" y="11707"/>
                  </a:lnTo>
                  <a:lnTo>
                    <a:pt x="466984" y="17877"/>
                  </a:lnTo>
                  <a:lnTo>
                    <a:pt x="453983" y="21658"/>
                  </a:lnTo>
                  <a:lnTo>
                    <a:pt x="441838" y="25083"/>
                  </a:lnTo>
                  <a:lnTo>
                    <a:pt x="416681" y="33254"/>
                  </a:lnTo>
                  <a:lnTo>
                    <a:pt x="405921" y="37198"/>
                  </a:lnTo>
                  <a:lnTo>
                    <a:pt x="391535" y="42382"/>
                  </a:lnTo>
                  <a:lnTo>
                    <a:pt x="366389" y="52543"/>
                  </a:lnTo>
                  <a:lnTo>
                    <a:pt x="365944" y="52738"/>
                  </a:lnTo>
                  <a:lnTo>
                    <a:pt x="341232" y="63502"/>
                  </a:lnTo>
                  <a:lnTo>
                    <a:pt x="331200" y="68278"/>
                  </a:lnTo>
                  <a:lnTo>
                    <a:pt x="316086" y="75513"/>
                  </a:lnTo>
                  <a:lnTo>
                    <a:pt x="300011" y="83818"/>
                  </a:lnTo>
                  <a:lnTo>
                    <a:pt x="290941" y="88582"/>
                  </a:lnTo>
                  <a:lnTo>
                    <a:pt x="271697" y="99359"/>
                  </a:lnTo>
                  <a:lnTo>
                    <a:pt x="265783" y="102749"/>
                  </a:lnTo>
                  <a:lnTo>
                    <a:pt x="245730" y="114898"/>
                  </a:lnTo>
                  <a:lnTo>
                    <a:pt x="240638" y="118091"/>
                  </a:lnTo>
                  <a:lnTo>
                    <a:pt x="221770" y="130438"/>
                  </a:lnTo>
                  <a:lnTo>
                    <a:pt x="215492" y="134733"/>
                  </a:lnTo>
                  <a:lnTo>
                    <a:pt x="199569" y="145979"/>
                  </a:lnTo>
                  <a:lnTo>
                    <a:pt x="190335" y="152851"/>
                  </a:lnTo>
                  <a:lnTo>
                    <a:pt x="178965" y="161519"/>
                  </a:lnTo>
                  <a:lnTo>
                    <a:pt x="165189" y="172686"/>
                  </a:lnTo>
                  <a:lnTo>
                    <a:pt x="159874" y="177059"/>
                  </a:lnTo>
                  <a:lnTo>
                    <a:pt x="142132" y="192598"/>
                  </a:lnTo>
                  <a:lnTo>
                    <a:pt x="140044" y="194536"/>
                  </a:lnTo>
                  <a:lnTo>
                    <a:pt x="125423" y="208139"/>
                  </a:lnTo>
                  <a:lnTo>
                    <a:pt x="114898" y="218819"/>
                  </a:lnTo>
                  <a:lnTo>
                    <a:pt x="110064" y="223679"/>
                  </a:lnTo>
                  <a:lnTo>
                    <a:pt x="95737" y="239219"/>
                  </a:lnTo>
                  <a:lnTo>
                    <a:pt x="89741" y="246288"/>
                  </a:lnTo>
                  <a:lnTo>
                    <a:pt x="82430" y="254760"/>
                  </a:lnTo>
                  <a:lnTo>
                    <a:pt x="70204" y="270299"/>
                  </a:lnTo>
                  <a:lnTo>
                    <a:pt x="64595" y="278138"/>
                  </a:lnTo>
                  <a:lnTo>
                    <a:pt x="58916" y="285839"/>
                  </a:lnTo>
                  <a:lnTo>
                    <a:pt x="48543" y="301379"/>
                  </a:lnTo>
                  <a:lnTo>
                    <a:pt x="39449" y="316769"/>
                  </a:lnTo>
                  <a:lnTo>
                    <a:pt x="39355" y="316920"/>
                  </a:lnTo>
                  <a:lnTo>
                    <a:pt x="30719" y="332460"/>
                  </a:lnTo>
                  <a:lnTo>
                    <a:pt x="23221" y="347999"/>
                  </a:lnTo>
                  <a:lnTo>
                    <a:pt x="16779" y="363539"/>
                  </a:lnTo>
                  <a:lnTo>
                    <a:pt x="14292" y="370662"/>
                  </a:lnTo>
                  <a:lnTo>
                    <a:pt x="11194" y="379080"/>
                  </a:lnTo>
                  <a:lnTo>
                    <a:pt x="6594" y="394620"/>
                  </a:lnTo>
                  <a:lnTo>
                    <a:pt x="3145" y="410160"/>
                  </a:lnTo>
                  <a:lnTo>
                    <a:pt x="915" y="425703"/>
                  </a:lnTo>
                  <a:lnTo>
                    <a:pt x="0" y="441239"/>
                  </a:lnTo>
                  <a:lnTo>
                    <a:pt x="587" y="456774"/>
                  </a:lnTo>
                  <a:lnTo>
                    <a:pt x="2980" y="472322"/>
                  </a:lnTo>
                  <a:lnTo>
                    <a:pt x="7580" y="487857"/>
                  </a:lnTo>
                  <a:lnTo>
                    <a:pt x="14292" y="501961"/>
                  </a:lnTo>
                  <a:lnTo>
                    <a:pt x="15090" y="503405"/>
                  </a:lnTo>
                  <a:lnTo>
                    <a:pt x="27387" y="518940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4B1DCFC8-8B5B-B027-A2F0-7665A9B47A4F}"/>
                </a:ext>
              </a:extLst>
            </p:cNvPr>
            <p:cNvSpPr/>
            <p:nvPr/>
          </p:nvSpPr>
          <p:spPr>
            <a:xfrm>
              <a:off x="1870326" y="3811238"/>
              <a:ext cx="565372" cy="439856"/>
            </a:xfrm>
            <a:custGeom>
              <a:avLst/>
              <a:gdLst>
                <a:gd name="csX0" fmla="*/ 23116 w 565372"/>
                <a:gd name="csY0" fmla="*/ 416412 h 439856"/>
                <a:gd name="csX1" fmla="*/ 40951 w 565372"/>
                <a:gd name="csY1" fmla="*/ 428873 h 439856"/>
                <a:gd name="csX2" fmla="*/ 48613 w 565372"/>
                <a:gd name="csY2" fmla="*/ 431948 h 439856"/>
                <a:gd name="csX3" fmla="*/ 66097 w 565372"/>
                <a:gd name="csY3" fmla="*/ 437181 h 439856"/>
                <a:gd name="csX4" fmla="*/ 91242 w 565372"/>
                <a:gd name="csY4" fmla="*/ 439856 h 439856"/>
                <a:gd name="csX5" fmla="*/ 116388 w 565372"/>
                <a:gd name="csY5" fmla="*/ 438906 h 439856"/>
                <a:gd name="csX6" fmla="*/ 141545 w 565372"/>
                <a:gd name="csY6" fmla="*/ 435280 h 439856"/>
                <a:gd name="csX7" fmla="*/ 155685 w 565372"/>
                <a:gd name="csY7" fmla="*/ 431948 h 439856"/>
                <a:gd name="csX8" fmla="*/ 166691 w 565372"/>
                <a:gd name="csY8" fmla="*/ 429472 h 439856"/>
                <a:gd name="csX9" fmla="*/ 191837 w 565372"/>
                <a:gd name="csY9" fmla="*/ 421857 h 439856"/>
                <a:gd name="csX10" fmla="*/ 206563 w 565372"/>
                <a:gd name="csY10" fmla="*/ 416412 h 439856"/>
                <a:gd name="csX11" fmla="*/ 216994 w 565372"/>
                <a:gd name="csY11" fmla="*/ 412657 h 439856"/>
                <a:gd name="csX12" fmla="*/ 242140 w 565372"/>
                <a:gd name="csY12" fmla="*/ 402026 h 439856"/>
                <a:gd name="csX13" fmla="*/ 244522 w 565372"/>
                <a:gd name="csY13" fmla="*/ 400865 h 439856"/>
                <a:gd name="csX14" fmla="*/ 267285 w 565372"/>
                <a:gd name="csY14" fmla="*/ 390023 h 439856"/>
                <a:gd name="csX15" fmla="*/ 276133 w 565372"/>
                <a:gd name="csY15" fmla="*/ 385329 h 439856"/>
                <a:gd name="csX16" fmla="*/ 292443 w 565372"/>
                <a:gd name="csY16" fmla="*/ 376705 h 439856"/>
                <a:gd name="csX17" fmla="*/ 304376 w 565372"/>
                <a:gd name="csY17" fmla="*/ 369793 h 439856"/>
                <a:gd name="csX18" fmla="*/ 317588 w 565372"/>
                <a:gd name="csY18" fmla="*/ 362095 h 439856"/>
                <a:gd name="csX19" fmla="*/ 330062 w 565372"/>
                <a:gd name="csY19" fmla="*/ 354251 h 439856"/>
                <a:gd name="csX20" fmla="*/ 342734 w 565372"/>
                <a:gd name="csY20" fmla="*/ 346166 h 439856"/>
                <a:gd name="csX21" fmla="*/ 353717 w 565372"/>
                <a:gd name="csY21" fmla="*/ 338711 h 439856"/>
                <a:gd name="csX22" fmla="*/ 367891 w 565372"/>
                <a:gd name="csY22" fmla="*/ 328862 h 439856"/>
                <a:gd name="csX23" fmla="*/ 375683 w 565372"/>
                <a:gd name="csY23" fmla="*/ 323170 h 439856"/>
                <a:gd name="csX24" fmla="*/ 393037 w 565372"/>
                <a:gd name="csY24" fmla="*/ 310087 h 439856"/>
                <a:gd name="csX25" fmla="*/ 396182 w 565372"/>
                <a:gd name="csY25" fmla="*/ 307630 h 439856"/>
                <a:gd name="csX26" fmla="*/ 415308 w 565372"/>
                <a:gd name="csY26" fmla="*/ 292090 h 439856"/>
                <a:gd name="csX27" fmla="*/ 418183 w 565372"/>
                <a:gd name="csY27" fmla="*/ 289654 h 439856"/>
                <a:gd name="csX28" fmla="*/ 433249 w 565372"/>
                <a:gd name="csY28" fmla="*/ 276550 h 439856"/>
                <a:gd name="csX29" fmla="*/ 443340 w 565372"/>
                <a:gd name="csY29" fmla="*/ 267316 h 439856"/>
                <a:gd name="csX30" fmla="*/ 450110 w 565372"/>
                <a:gd name="csY30" fmla="*/ 261010 h 439856"/>
                <a:gd name="csX31" fmla="*/ 465857 w 565372"/>
                <a:gd name="csY31" fmla="*/ 245470 h 439856"/>
                <a:gd name="csX32" fmla="*/ 468486 w 565372"/>
                <a:gd name="csY32" fmla="*/ 242716 h 439856"/>
                <a:gd name="csX33" fmla="*/ 480607 w 565372"/>
                <a:gd name="csY33" fmla="*/ 229930 h 439856"/>
                <a:gd name="csX34" fmla="*/ 493631 w 565372"/>
                <a:gd name="csY34" fmla="*/ 215161 h 439856"/>
                <a:gd name="csX35" fmla="*/ 494312 w 565372"/>
                <a:gd name="csY35" fmla="*/ 214389 h 439856"/>
                <a:gd name="csX36" fmla="*/ 507020 w 565372"/>
                <a:gd name="csY36" fmla="*/ 198850 h 439856"/>
                <a:gd name="csX37" fmla="*/ 518695 w 565372"/>
                <a:gd name="csY37" fmla="*/ 183310 h 439856"/>
                <a:gd name="csX38" fmla="*/ 518789 w 565372"/>
                <a:gd name="csY38" fmla="*/ 183181 h 439856"/>
                <a:gd name="csX39" fmla="*/ 529302 w 565372"/>
                <a:gd name="csY39" fmla="*/ 167769 h 439856"/>
                <a:gd name="csX40" fmla="*/ 538783 w 565372"/>
                <a:gd name="csY40" fmla="*/ 152229 h 439856"/>
                <a:gd name="csX41" fmla="*/ 543934 w 565372"/>
                <a:gd name="csY41" fmla="*/ 142572 h 439856"/>
                <a:gd name="csX42" fmla="*/ 547126 w 565372"/>
                <a:gd name="csY42" fmla="*/ 136689 h 439856"/>
                <a:gd name="csX43" fmla="*/ 554084 w 565372"/>
                <a:gd name="csY43" fmla="*/ 121150 h 439856"/>
                <a:gd name="csX44" fmla="*/ 559599 w 565372"/>
                <a:gd name="csY44" fmla="*/ 105609 h 439856"/>
                <a:gd name="csX45" fmla="*/ 563483 w 565372"/>
                <a:gd name="csY45" fmla="*/ 90069 h 439856"/>
                <a:gd name="csX46" fmla="*/ 565372 w 565372"/>
                <a:gd name="csY46" fmla="*/ 74529 h 439856"/>
                <a:gd name="csX47" fmla="*/ 564633 w 565372"/>
                <a:gd name="csY47" fmla="*/ 58988 h 439856"/>
                <a:gd name="csX48" fmla="*/ 560291 w 565372"/>
                <a:gd name="csY48" fmla="*/ 43449 h 439856"/>
                <a:gd name="csX49" fmla="*/ 550775 w 565372"/>
                <a:gd name="csY49" fmla="*/ 27909 h 439856"/>
                <a:gd name="csX50" fmla="*/ 543934 w 565372"/>
                <a:gd name="csY50" fmla="*/ 21102 h 439856"/>
                <a:gd name="csX51" fmla="*/ 530218 w 565372"/>
                <a:gd name="csY51" fmla="*/ 12369 h 439856"/>
                <a:gd name="csX52" fmla="*/ 518789 w 565372"/>
                <a:gd name="csY52" fmla="*/ 7268 h 439856"/>
                <a:gd name="csX53" fmla="*/ 493631 w 565372"/>
                <a:gd name="csY53" fmla="*/ 1547 h 439856"/>
                <a:gd name="csX54" fmla="*/ 468486 w 565372"/>
                <a:gd name="csY54" fmla="*/ 0 h 439856"/>
                <a:gd name="csX55" fmla="*/ 443340 w 565372"/>
                <a:gd name="csY55" fmla="*/ 1279 h 439856"/>
                <a:gd name="csX56" fmla="*/ 418183 w 565372"/>
                <a:gd name="csY56" fmla="*/ 4654 h 439856"/>
                <a:gd name="csX57" fmla="*/ 393037 w 565372"/>
                <a:gd name="csY57" fmla="*/ 9741 h 439856"/>
                <a:gd name="csX58" fmla="*/ 383157 w 565372"/>
                <a:gd name="csY58" fmla="*/ 12369 h 439856"/>
                <a:gd name="csX59" fmla="*/ 367891 w 565372"/>
                <a:gd name="csY59" fmla="*/ 16341 h 439856"/>
                <a:gd name="csX60" fmla="*/ 342734 w 565372"/>
                <a:gd name="csY60" fmla="*/ 24274 h 439856"/>
                <a:gd name="csX61" fmla="*/ 332854 w 565372"/>
                <a:gd name="csY61" fmla="*/ 27909 h 439856"/>
                <a:gd name="csX62" fmla="*/ 317588 w 565372"/>
                <a:gd name="csY62" fmla="*/ 33487 h 439856"/>
                <a:gd name="csX63" fmla="*/ 293640 w 565372"/>
                <a:gd name="csY63" fmla="*/ 43449 h 439856"/>
                <a:gd name="csX64" fmla="*/ 292443 w 565372"/>
                <a:gd name="csY64" fmla="*/ 43953 h 439856"/>
                <a:gd name="csX65" fmla="*/ 267285 w 565372"/>
                <a:gd name="csY65" fmla="*/ 55621 h 439856"/>
                <a:gd name="csX66" fmla="*/ 260668 w 565372"/>
                <a:gd name="csY66" fmla="*/ 58988 h 439856"/>
                <a:gd name="csX67" fmla="*/ 242140 w 565372"/>
                <a:gd name="csY67" fmla="*/ 68577 h 439856"/>
                <a:gd name="csX68" fmla="*/ 231521 w 565372"/>
                <a:gd name="csY68" fmla="*/ 74529 h 439856"/>
                <a:gd name="csX69" fmla="*/ 216994 w 565372"/>
                <a:gd name="csY69" fmla="*/ 82890 h 439856"/>
                <a:gd name="csX70" fmla="*/ 205319 w 565372"/>
                <a:gd name="csY70" fmla="*/ 90069 h 439856"/>
                <a:gd name="csX71" fmla="*/ 191837 w 565372"/>
                <a:gd name="csY71" fmla="*/ 98665 h 439856"/>
                <a:gd name="csX72" fmla="*/ 181534 w 565372"/>
                <a:gd name="csY72" fmla="*/ 105609 h 439856"/>
                <a:gd name="csX73" fmla="*/ 166691 w 565372"/>
                <a:gd name="csY73" fmla="*/ 116072 h 439856"/>
                <a:gd name="csX74" fmla="*/ 159792 w 565372"/>
                <a:gd name="csY74" fmla="*/ 121150 h 439856"/>
                <a:gd name="csX75" fmla="*/ 141545 w 565372"/>
                <a:gd name="csY75" fmla="*/ 135351 h 439856"/>
                <a:gd name="csX76" fmla="*/ 139879 w 565372"/>
                <a:gd name="csY76" fmla="*/ 136689 h 439856"/>
                <a:gd name="csX77" fmla="*/ 121551 w 565372"/>
                <a:gd name="csY77" fmla="*/ 152229 h 439856"/>
                <a:gd name="csX78" fmla="*/ 116388 w 565372"/>
                <a:gd name="csY78" fmla="*/ 156906 h 439856"/>
                <a:gd name="csX79" fmla="*/ 104654 w 565372"/>
                <a:gd name="csY79" fmla="*/ 167769 h 439856"/>
                <a:gd name="csX80" fmla="*/ 91242 w 565372"/>
                <a:gd name="csY80" fmla="*/ 181241 h 439856"/>
                <a:gd name="csX81" fmla="*/ 89201 w 565372"/>
                <a:gd name="csY81" fmla="*/ 183310 h 439856"/>
                <a:gd name="csX82" fmla="*/ 74956 w 565372"/>
                <a:gd name="csY82" fmla="*/ 198850 h 439856"/>
                <a:gd name="csX83" fmla="*/ 66097 w 565372"/>
                <a:gd name="csY83" fmla="*/ 209476 h 439856"/>
                <a:gd name="csX84" fmla="*/ 61990 w 565372"/>
                <a:gd name="csY84" fmla="*/ 214389 h 439856"/>
                <a:gd name="csX85" fmla="*/ 50174 w 565372"/>
                <a:gd name="csY85" fmla="*/ 229930 h 439856"/>
                <a:gd name="csX86" fmla="*/ 40951 w 565372"/>
                <a:gd name="csY86" fmla="*/ 243502 h 439856"/>
                <a:gd name="csX87" fmla="*/ 39590 w 565372"/>
                <a:gd name="csY87" fmla="*/ 245470 h 439856"/>
                <a:gd name="csX88" fmla="*/ 30062 w 565372"/>
                <a:gd name="csY88" fmla="*/ 261010 h 439856"/>
                <a:gd name="csX89" fmla="*/ 21790 w 565372"/>
                <a:gd name="csY89" fmla="*/ 276550 h 439856"/>
                <a:gd name="csX90" fmla="*/ 15794 w 565372"/>
                <a:gd name="csY90" fmla="*/ 289719 h 439856"/>
                <a:gd name="csX91" fmla="*/ 14691 w 565372"/>
                <a:gd name="csY91" fmla="*/ 292090 h 439856"/>
                <a:gd name="csX92" fmla="*/ 8824 w 565372"/>
                <a:gd name="csY92" fmla="*/ 307630 h 439856"/>
                <a:gd name="csX93" fmla="*/ 4330 w 565372"/>
                <a:gd name="csY93" fmla="*/ 323170 h 439856"/>
                <a:gd name="csX94" fmla="*/ 1326 w 565372"/>
                <a:gd name="csY94" fmla="*/ 338711 h 439856"/>
                <a:gd name="csX95" fmla="*/ 0 w 565372"/>
                <a:gd name="csY95" fmla="*/ 354251 h 439856"/>
                <a:gd name="csX96" fmla="*/ 704 w 565372"/>
                <a:gd name="csY96" fmla="*/ 369793 h 439856"/>
                <a:gd name="csX97" fmla="*/ 3943 w 565372"/>
                <a:gd name="csY97" fmla="*/ 385329 h 439856"/>
                <a:gd name="csX98" fmla="*/ 10584 w 565372"/>
                <a:gd name="csY98" fmla="*/ 400865 h 439856"/>
                <a:gd name="csX99" fmla="*/ 15794 w 565372"/>
                <a:gd name="csY99" fmla="*/ 408468 h 439856"/>
                <a:gd name="csX100" fmla="*/ 23116 w 565372"/>
                <a:gd name="csY100" fmla="*/ 416412 h 439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565372" h="439856">
                  <a:moveTo>
                    <a:pt x="23116" y="416412"/>
                  </a:moveTo>
                  <a:lnTo>
                    <a:pt x="40951" y="428873"/>
                  </a:lnTo>
                  <a:lnTo>
                    <a:pt x="48613" y="431948"/>
                  </a:lnTo>
                  <a:lnTo>
                    <a:pt x="66097" y="437181"/>
                  </a:lnTo>
                  <a:lnTo>
                    <a:pt x="91242" y="439856"/>
                  </a:lnTo>
                  <a:lnTo>
                    <a:pt x="116388" y="438906"/>
                  </a:lnTo>
                  <a:lnTo>
                    <a:pt x="141545" y="435280"/>
                  </a:lnTo>
                  <a:lnTo>
                    <a:pt x="155685" y="431948"/>
                  </a:lnTo>
                  <a:lnTo>
                    <a:pt x="166691" y="429472"/>
                  </a:lnTo>
                  <a:lnTo>
                    <a:pt x="191837" y="421857"/>
                  </a:lnTo>
                  <a:lnTo>
                    <a:pt x="206563" y="416412"/>
                  </a:lnTo>
                  <a:lnTo>
                    <a:pt x="216994" y="412657"/>
                  </a:lnTo>
                  <a:lnTo>
                    <a:pt x="242140" y="402026"/>
                  </a:lnTo>
                  <a:lnTo>
                    <a:pt x="244522" y="400865"/>
                  </a:lnTo>
                  <a:lnTo>
                    <a:pt x="267285" y="390023"/>
                  </a:lnTo>
                  <a:lnTo>
                    <a:pt x="276133" y="385329"/>
                  </a:lnTo>
                  <a:lnTo>
                    <a:pt x="292443" y="376705"/>
                  </a:lnTo>
                  <a:lnTo>
                    <a:pt x="304376" y="369793"/>
                  </a:lnTo>
                  <a:lnTo>
                    <a:pt x="317588" y="362095"/>
                  </a:lnTo>
                  <a:lnTo>
                    <a:pt x="330062" y="354251"/>
                  </a:lnTo>
                  <a:lnTo>
                    <a:pt x="342734" y="346166"/>
                  </a:lnTo>
                  <a:lnTo>
                    <a:pt x="353717" y="338711"/>
                  </a:lnTo>
                  <a:lnTo>
                    <a:pt x="367891" y="328862"/>
                  </a:lnTo>
                  <a:lnTo>
                    <a:pt x="375683" y="323170"/>
                  </a:lnTo>
                  <a:lnTo>
                    <a:pt x="393037" y="310087"/>
                  </a:lnTo>
                  <a:lnTo>
                    <a:pt x="396182" y="307630"/>
                  </a:lnTo>
                  <a:lnTo>
                    <a:pt x="415308" y="292090"/>
                  </a:lnTo>
                  <a:lnTo>
                    <a:pt x="418183" y="289654"/>
                  </a:lnTo>
                  <a:lnTo>
                    <a:pt x="433249" y="276550"/>
                  </a:lnTo>
                  <a:lnTo>
                    <a:pt x="443340" y="267316"/>
                  </a:lnTo>
                  <a:lnTo>
                    <a:pt x="450110" y="261010"/>
                  </a:lnTo>
                  <a:lnTo>
                    <a:pt x="465857" y="245470"/>
                  </a:lnTo>
                  <a:lnTo>
                    <a:pt x="468486" y="242716"/>
                  </a:lnTo>
                  <a:lnTo>
                    <a:pt x="480607" y="229930"/>
                  </a:lnTo>
                  <a:lnTo>
                    <a:pt x="493631" y="215161"/>
                  </a:lnTo>
                  <a:lnTo>
                    <a:pt x="494312" y="214389"/>
                  </a:lnTo>
                  <a:lnTo>
                    <a:pt x="507020" y="198850"/>
                  </a:lnTo>
                  <a:lnTo>
                    <a:pt x="518695" y="183310"/>
                  </a:lnTo>
                  <a:lnTo>
                    <a:pt x="518789" y="183181"/>
                  </a:lnTo>
                  <a:lnTo>
                    <a:pt x="529302" y="167769"/>
                  </a:lnTo>
                  <a:lnTo>
                    <a:pt x="538783" y="152229"/>
                  </a:lnTo>
                  <a:lnTo>
                    <a:pt x="543934" y="142572"/>
                  </a:lnTo>
                  <a:lnTo>
                    <a:pt x="547126" y="136689"/>
                  </a:lnTo>
                  <a:lnTo>
                    <a:pt x="554084" y="121150"/>
                  </a:lnTo>
                  <a:lnTo>
                    <a:pt x="559599" y="105609"/>
                  </a:lnTo>
                  <a:lnTo>
                    <a:pt x="563483" y="90069"/>
                  </a:lnTo>
                  <a:lnTo>
                    <a:pt x="565372" y="74529"/>
                  </a:lnTo>
                  <a:lnTo>
                    <a:pt x="564633" y="58988"/>
                  </a:lnTo>
                  <a:lnTo>
                    <a:pt x="560291" y="43449"/>
                  </a:lnTo>
                  <a:lnTo>
                    <a:pt x="550775" y="27909"/>
                  </a:lnTo>
                  <a:lnTo>
                    <a:pt x="543934" y="21102"/>
                  </a:lnTo>
                  <a:lnTo>
                    <a:pt x="530218" y="12369"/>
                  </a:lnTo>
                  <a:lnTo>
                    <a:pt x="518789" y="7268"/>
                  </a:lnTo>
                  <a:lnTo>
                    <a:pt x="493631" y="1547"/>
                  </a:lnTo>
                  <a:lnTo>
                    <a:pt x="468486" y="0"/>
                  </a:lnTo>
                  <a:lnTo>
                    <a:pt x="443340" y="1279"/>
                  </a:lnTo>
                  <a:lnTo>
                    <a:pt x="418183" y="4654"/>
                  </a:lnTo>
                  <a:lnTo>
                    <a:pt x="393037" y="9741"/>
                  </a:lnTo>
                  <a:lnTo>
                    <a:pt x="383157" y="12369"/>
                  </a:lnTo>
                  <a:lnTo>
                    <a:pt x="367891" y="16341"/>
                  </a:lnTo>
                  <a:lnTo>
                    <a:pt x="342734" y="24274"/>
                  </a:lnTo>
                  <a:lnTo>
                    <a:pt x="332854" y="27909"/>
                  </a:lnTo>
                  <a:lnTo>
                    <a:pt x="317588" y="33487"/>
                  </a:lnTo>
                  <a:lnTo>
                    <a:pt x="293640" y="43449"/>
                  </a:lnTo>
                  <a:lnTo>
                    <a:pt x="292443" y="43953"/>
                  </a:lnTo>
                  <a:lnTo>
                    <a:pt x="267285" y="55621"/>
                  </a:lnTo>
                  <a:lnTo>
                    <a:pt x="260668" y="58988"/>
                  </a:lnTo>
                  <a:lnTo>
                    <a:pt x="242140" y="68577"/>
                  </a:lnTo>
                  <a:lnTo>
                    <a:pt x="231521" y="74529"/>
                  </a:lnTo>
                  <a:lnTo>
                    <a:pt x="216994" y="82890"/>
                  </a:lnTo>
                  <a:lnTo>
                    <a:pt x="205319" y="90069"/>
                  </a:lnTo>
                  <a:lnTo>
                    <a:pt x="191837" y="98665"/>
                  </a:lnTo>
                  <a:lnTo>
                    <a:pt x="181534" y="105609"/>
                  </a:lnTo>
                  <a:lnTo>
                    <a:pt x="166691" y="116072"/>
                  </a:lnTo>
                  <a:lnTo>
                    <a:pt x="159792" y="121150"/>
                  </a:lnTo>
                  <a:lnTo>
                    <a:pt x="141545" y="135351"/>
                  </a:lnTo>
                  <a:lnTo>
                    <a:pt x="139879" y="136689"/>
                  </a:lnTo>
                  <a:lnTo>
                    <a:pt x="121551" y="152229"/>
                  </a:lnTo>
                  <a:lnTo>
                    <a:pt x="116388" y="156906"/>
                  </a:lnTo>
                  <a:lnTo>
                    <a:pt x="104654" y="167769"/>
                  </a:lnTo>
                  <a:lnTo>
                    <a:pt x="91242" y="181241"/>
                  </a:lnTo>
                  <a:lnTo>
                    <a:pt x="89201" y="183310"/>
                  </a:lnTo>
                  <a:lnTo>
                    <a:pt x="74956" y="198850"/>
                  </a:lnTo>
                  <a:lnTo>
                    <a:pt x="66097" y="209476"/>
                  </a:lnTo>
                  <a:lnTo>
                    <a:pt x="61990" y="214389"/>
                  </a:lnTo>
                  <a:lnTo>
                    <a:pt x="50174" y="229930"/>
                  </a:lnTo>
                  <a:lnTo>
                    <a:pt x="40951" y="243502"/>
                  </a:lnTo>
                  <a:lnTo>
                    <a:pt x="39590" y="245470"/>
                  </a:lnTo>
                  <a:lnTo>
                    <a:pt x="30062" y="261010"/>
                  </a:lnTo>
                  <a:lnTo>
                    <a:pt x="21790" y="276550"/>
                  </a:lnTo>
                  <a:lnTo>
                    <a:pt x="15794" y="289719"/>
                  </a:lnTo>
                  <a:lnTo>
                    <a:pt x="14691" y="292090"/>
                  </a:lnTo>
                  <a:lnTo>
                    <a:pt x="8824" y="307630"/>
                  </a:lnTo>
                  <a:lnTo>
                    <a:pt x="4330" y="323170"/>
                  </a:lnTo>
                  <a:lnTo>
                    <a:pt x="1326" y="338711"/>
                  </a:lnTo>
                  <a:lnTo>
                    <a:pt x="0" y="354251"/>
                  </a:lnTo>
                  <a:lnTo>
                    <a:pt x="704" y="369793"/>
                  </a:lnTo>
                  <a:lnTo>
                    <a:pt x="3943" y="385329"/>
                  </a:lnTo>
                  <a:lnTo>
                    <a:pt x="10584" y="400865"/>
                  </a:lnTo>
                  <a:lnTo>
                    <a:pt x="15794" y="408468"/>
                  </a:lnTo>
                  <a:lnTo>
                    <a:pt x="23116" y="41641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FF1AA216-24B0-302A-4EE0-902F96DA33EA}"/>
                </a:ext>
              </a:extLst>
            </p:cNvPr>
            <p:cNvSpPr/>
            <p:nvPr/>
          </p:nvSpPr>
          <p:spPr>
            <a:xfrm>
              <a:off x="1943510" y="3867200"/>
              <a:ext cx="421667" cy="328486"/>
            </a:xfrm>
            <a:custGeom>
              <a:avLst/>
              <a:gdLst>
                <a:gd name="csX0" fmla="*/ 19560 w 421667"/>
                <a:gd name="csY0" fmla="*/ 313831 h 328486"/>
                <a:gd name="csX1" fmla="*/ 43204 w 421667"/>
                <a:gd name="csY1" fmla="*/ 325049 h 328486"/>
                <a:gd name="csX2" fmla="*/ 68361 w 421667"/>
                <a:gd name="csY2" fmla="*/ 328487 h 328486"/>
                <a:gd name="csX3" fmla="*/ 93507 w 421667"/>
                <a:gd name="csY3" fmla="*/ 326844 h 328486"/>
                <a:gd name="csX4" fmla="*/ 118653 w 421667"/>
                <a:gd name="csY4" fmla="*/ 321951 h 328486"/>
                <a:gd name="csX5" fmla="*/ 143810 w 421667"/>
                <a:gd name="csY5" fmla="*/ 314711 h 328486"/>
                <a:gd name="csX6" fmla="*/ 146110 w 421667"/>
                <a:gd name="csY6" fmla="*/ 313831 h 328486"/>
                <a:gd name="csX7" fmla="*/ 168956 w 421667"/>
                <a:gd name="csY7" fmla="*/ 305132 h 328486"/>
                <a:gd name="csX8" fmla="*/ 184092 w 421667"/>
                <a:gd name="csY8" fmla="*/ 298289 h 328486"/>
                <a:gd name="csX9" fmla="*/ 194101 w 421667"/>
                <a:gd name="csY9" fmla="*/ 293776 h 328486"/>
                <a:gd name="csX10" fmla="*/ 215281 w 421667"/>
                <a:gd name="csY10" fmla="*/ 282748 h 328486"/>
                <a:gd name="csX11" fmla="*/ 219259 w 421667"/>
                <a:gd name="csY11" fmla="*/ 280667 h 328486"/>
                <a:gd name="csX12" fmla="*/ 242022 w 421667"/>
                <a:gd name="csY12" fmla="*/ 267208 h 328486"/>
                <a:gd name="csX13" fmla="*/ 244404 w 421667"/>
                <a:gd name="csY13" fmla="*/ 265782 h 328486"/>
                <a:gd name="csX14" fmla="*/ 265690 w 421667"/>
                <a:gd name="csY14" fmla="*/ 251668 h 328486"/>
                <a:gd name="csX15" fmla="*/ 269550 w 421667"/>
                <a:gd name="csY15" fmla="*/ 249050 h 328486"/>
                <a:gd name="csX16" fmla="*/ 287092 w 421667"/>
                <a:gd name="csY16" fmla="*/ 236127 h 328486"/>
                <a:gd name="csX17" fmla="*/ 294707 w 421667"/>
                <a:gd name="csY17" fmla="*/ 230345 h 328486"/>
                <a:gd name="csX18" fmla="*/ 306711 w 421667"/>
                <a:gd name="csY18" fmla="*/ 220588 h 328486"/>
                <a:gd name="csX19" fmla="*/ 319853 w 421667"/>
                <a:gd name="csY19" fmla="*/ 209482 h 328486"/>
                <a:gd name="csX20" fmla="*/ 324840 w 421667"/>
                <a:gd name="csY20" fmla="*/ 205048 h 328486"/>
                <a:gd name="csX21" fmla="*/ 341349 w 421667"/>
                <a:gd name="csY21" fmla="*/ 189508 h 328486"/>
                <a:gd name="csX22" fmla="*/ 344999 w 421667"/>
                <a:gd name="csY22" fmla="*/ 185844 h 328486"/>
                <a:gd name="csX23" fmla="*/ 356345 w 421667"/>
                <a:gd name="csY23" fmla="*/ 173967 h 328486"/>
                <a:gd name="csX24" fmla="*/ 370156 w 421667"/>
                <a:gd name="csY24" fmla="*/ 158604 h 328486"/>
                <a:gd name="csX25" fmla="*/ 370309 w 421667"/>
                <a:gd name="csY25" fmla="*/ 158427 h 328486"/>
                <a:gd name="csX26" fmla="*/ 382430 w 421667"/>
                <a:gd name="csY26" fmla="*/ 142888 h 328486"/>
                <a:gd name="csX27" fmla="*/ 393565 w 421667"/>
                <a:gd name="csY27" fmla="*/ 127348 h 328486"/>
                <a:gd name="csX28" fmla="*/ 395302 w 421667"/>
                <a:gd name="csY28" fmla="*/ 124523 h 328486"/>
                <a:gd name="csX29" fmla="*/ 402893 w 421667"/>
                <a:gd name="csY29" fmla="*/ 111807 h 328486"/>
                <a:gd name="csX30" fmla="*/ 410661 w 421667"/>
                <a:gd name="csY30" fmla="*/ 96267 h 328486"/>
                <a:gd name="csX31" fmla="*/ 416786 w 421667"/>
                <a:gd name="csY31" fmla="*/ 80727 h 328486"/>
                <a:gd name="csX32" fmla="*/ 420447 w 421667"/>
                <a:gd name="csY32" fmla="*/ 66438 h 328486"/>
                <a:gd name="csX33" fmla="*/ 420764 w 421667"/>
                <a:gd name="csY33" fmla="*/ 65187 h 328486"/>
                <a:gd name="csX34" fmla="*/ 421668 w 421667"/>
                <a:gd name="csY34" fmla="*/ 49647 h 328486"/>
                <a:gd name="csX35" fmla="*/ 420447 w 421667"/>
                <a:gd name="csY35" fmla="*/ 42304 h 328486"/>
                <a:gd name="csX36" fmla="*/ 418547 w 421667"/>
                <a:gd name="csY36" fmla="*/ 34107 h 328486"/>
                <a:gd name="csX37" fmla="*/ 407986 w 421667"/>
                <a:gd name="csY37" fmla="*/ 18566 h 328486"/>
                <a:gd name="csX38" fmla="*/ 395302 w 421667"/>
                <a:gd name="csY38" fmla="*/ 9121 h 328486"/>
                <a:gd name="csX39" fmla="*/ 377501 w 421667"/>
                <a:gd name="csY39" fmla="*/ 3026 h 328486"/>
                <a:gd name="csX40" fmla="*/ 370156 w 421667"/>
                <a:gd name="csY40" fmla="*/ 1279 h 328486"/>
                <a:gd name="csX41" fmla="*/ 344999 w 421667"/>
                <a:gd name="csY41" fmla="*/ 0 h 328486"/>
                <a:gd name="csX42" fmla="*/ 319853 w 421667"/>
                <a:gd name="csY42" fmla="*/ 2240 h 328486"/>
                <a:gd name="csX43" fmla="*/ 315934 w 421667"/>
                <a:gd name="csY43" fmla="*/ 3026 h 328486"/>
                <a:gd name="csX44" fmla="*/ 294707 w 421667"/>
                <a:gd name="csY44" fmla="*/ 7239 h 328486"/>
                <a:gd name="csX45" fmla="*/ 269550 w 421667"/>
                <a:gd name="csY45" fmla="*/ 14246 h 328486"/>
                <a:gd name="csX46" fmla="*/ 257288 w 421667"/>
                <a:gd name="csY46" fmla="*/ 18566 h 328486"/>
                <a:gd name="csX47" fmla="*/ 244404 w 421667"/>
                <a:gd name="csY47" fmla="*/ 23129 h 328486"/>
                <a:gd name="csX48" fmla="*/ 219259 w 421667"/>
                <a:gd name="csY48" fmla="*/ 33667 h 328486"/>
                <a:gd name="csX49" fmla="*/ 218344 w 421667"/>
                <a:gd name="csY49" fmla="*/ 34107 h 328486"/>
                <a:gd name="csX50" fmla="*/ 194101 w 421667"/>
                <a:gd name="csY50" fmla="*/ 46015 h 328486"/>
                <a:gd name="csX51" fmla="*/ 187472 w 421667"/>
                <a:gd name="csY51" fmla="*/ 49647 h 328486"/>
                <a:gd name="csX52" fmla="*/ 168956 w 421667"/>
                <a:gd name="csY52" fmla="*/ 60091 h 328486"/>
                <a:gd name="csX53" fmla="*/ 160707 w 421667"/>
                <a:gd name="csY53" fmla="*/ 65187 h 328486"/>
                <a:gd name="csX54" fmla="*/ 143810 w 421667"/>
                <a:gd name="csY54" fmla="*/ 76051 h 328486"/>
                <a:gd name="csX55" fmla="*/ 137051 w 421667"/>
                <a:gd name="csY55" fmla="*/ 80727 h 328486"/>
                <a:gd name="csX56" fmla="*/ 118653 w 421667"/>
                <a:gd name="csY56" fmla="*/ 94130 h 328486"/>
                <a:gd name="csX57" fmla="*/ 115895 w 421667"/>
                <a:gd name="csY57" fmla="*/ 96267 h 328486"/>
                <a:gd name="csX58" fmla="*/ 96992 w 421667"/>
                <a:gd name="csY58" fmla="*/ 111807 h 328486"/>
                <a:gd name="csX59" fmla="*/ 93507 w 421667"/>
                <a:gd name="csY59" fmla="*/ 114866 h 328486"/>
                <a:gd name="csX60" fmla="*/ 79990 w 421667"/>
                <a:gd name="csY60" fmla="*/ 127348 h 328486"/>
                <a:gd name="csX61" fmla="*/ 68361 w 421667"/>
                <a:gd name="csY61" fmla="*/ 138957 h 328486"/>
                <a:gd name="csX62" fmla="*/ 64560 w 421667"/>
                <a:gd name="csY62" fmla="*/ 142888 h 328486"/>
                <a:gd name="csX63" fmla="*/ 50878 w 421667"/>
                <a:gd name="csY63" fmla="*/ 158427 h 328486"/>
                <a:gd name="csX64" fmla="*/ 43204 w 421667"/>
                <a:gd name="csY64" fmla="*/ 168062 h 328486"/>
                <a:gd name="csX65" fmla="*/ 38628 w 421667"/>
                <a:gd name="csY65" fmla="*/ 173967 h 328486"/>
                <a:gd name="csX66" fmla="*/ 28009 w 421667"/>
                <a:gd name="csY66" fmla="*/ 189508 h 328486"/>
                <a:gd name="csX67" fmla="*/ 18739 w 421667"/>
                <a:gd name="csY67" fmla="*/ 205048 h 328486"/>
                <a:gd name="csX68" fmla="*/ 18058 w 421667"/>
                <a:gd name="csY68" fmla="*/ 206432 h 328486"/>
                <a:gd name="csX69" fmla="*/ 11276 w 421667"/>
                <a:gd name="csY69" fmla="*/ 220588 h 328486"/>
                <a:gd name="csX70" fmla="*/ 5515 w 421667"/>
                <a:gd name="csY70" fmla="*/ 236127 h 328486"/>
                <a:gd name="csX71" fmla="*/ 1619 w 421667"/>
                <a:gd name="csY71" fmla="*/ 251668 h 328486"/>
                <a:gd name="csX72" fmla="*/ 0 w 421667"/>
                <a:gd name="csY72" fmla="*/ 267208 h 328486"/>
                <a:gd name="csX73" fmla="*/ 1361 w 421667"/>
                <a:gd name="csY73" fmla="*/ 282748 h 328486"/>
                <a:gd name="csX74" fmla="*/ 6982 w 421667"/>
                <a:gd name="csY74" fmla="*/ 298289 h 328486"/>
                <a:gd name="csX75" fmla="*/ 18058 w 421667"/>
                <a:gd name="csY75" fmla="*/ 312644 h 328486"/>
                <a:gd name="csX76" fmla="*/ 19560 w 421667"/>
                <a:gd name="csY76" fmla="*/ 313831 h 328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421667" h="328486">
                  <a:moveTo>
                    <a:pt x="19560" y="313831"/>
                  </a:moveTo>
                  <a:lnTo>
                    <a:pt x="43204" y="325049"/>
                  </a:lnTo>
                  <a:lnTo>
                    <a:pt x="68361" y="328487"/>
                  </a:lnTo>
                  <a:lnTo>
                    <a:pt x="93507" y="326844"/>
                  </a:lnTo>
                  <a:lnTo>
                    <a:pt x="118653" y="321951"/>
                  </a:lnTo>
                  <a:lnTo>
                    <a:pt x="143810" y="314711"/>
                  </a:lnTo>
                  <a:lnTo>
                    <a:pt x="146110" y="313831"/>
                  </a:lnTo>
                  <a:lnTo>
                    <a:pt x="168956" y="305132"/>
                  </a:lnTo>
                  <a:lnTo>
                    <a:pt x="184092" y="298289"/>
                  </a:lnTo>
                  <a:lnTo>
                    <a:pt x="194101" y="293776"/>
                  </a:lnTo>
                  <a:lnTo>
                    <a:pt x="215281" y="282748"/>
                  </a:lnTo>
                  <a:lnTo>
                    <a:pt x="219259" y="280667"/>
                  </a:lnTo>
                  <a:lnTo>
                    <a:pt x="242022" y="267208"/>
                  </a:lnTo>
                  <a:lnTo>
                    <a:pt x="244404" y="265782"/>
                  </a:lnTo>
                  <a:lnTo>
                    <a:pt x="265690" y="251668"/>
                  </a:lnTo>
                  <a:lnTo>
                    <a:pt x="269550" y="249050"/>
                  </a:lnTo>
                  <a:lnTo>
                    <a:pt x="287092" y="236127"/>
                  </a:lnTo>
                  <a:lnTo>
                    <a:pt x="294707" y="230345"/>
                  </a:lnTo>
                  <a:lnTo>
                    <a:pt x="306711" y="220588"/>
                  </a:lnTo>
                  <a:lnTo>
                    <a:pt x="319853" y="209482"/>
                  </a:lnTo>
                  <a:lnTo>
                    <a:pt x="324840" y="205048"/>
                  </a:lnTo>
                  <a:lnTo>
                    <a:pt x="341349" y="189508"/>
                  </a:lnTo>
                  <a:lnTo>
                    <a:pt x="344999" y="185844"/>
                  </a:lnTo>
                  <a:lnTo>
                    <a:pt x="356345" y="173967"/>
                  </a:lnTo>
                  <a:lnTo>
                    <a:pt x="370156" y="158604"/>
                  </a:lnTo>
                  <a:lnTo>
                    <a:pt x="370309" y="158427"/>
                  </a:lnTo>
                  <a:lnTo>
                    <a:pt x="382430" y="142888"/>
                  </a:lnTo>
                  <a:lnTo>
                    <a:pt x="393565" y="127348"/>
                  </a:lnTo>
                  <a:lnTo>
                    <a:pt x="395302" y="124523"/>
                  </a:lnTo>
                  <a:lnTo>
                    <a:pt x="402893" y="111807"/>
                  </a:lnTo>
                  <a:lnTo>
                    <a:pt x="410661" y="96267"/>
                  </a:lnTo>
                  <a:lnTo>
                    <a:pt x="416786" y="80727"/>
                  </a:lnTo>
                  <a:lnTo>
                    <a:pt x="420447" y="66438"/>
                  </a:lnTo>
                  <a:lnTo>
                    <a:pt x="420764" y="65187"/>
                  </a:lnTo>
                  <a:lnTo>
                    <a:pt x="421668" y="49647"/>
                  </a:lnTo>
                  <a:lnTo>
                    <a:pt x="420447" y="42304"/>
                  </a:lnTo>
                  <a:lnTo>
                    <a:pt x="418547" y="34107"/>
                  </a:lnTo>
                  <a:lnTo>
                    <a:pt x="407986" y="18566"/>
                  </a:lnTo>
                  <a:lnTo>
                    <a:pt x="395302" y="9121"/>
                  </a:lnTo>
                  <a:lnTo>
                    <a:pt x="377501" y="3026"/>
                  </a:lnTo>
                  <a:lnTo>
                    <a:pt x="370156" y="1279"/>
                  </a:lnTo>
                  <a:lnTo>
                    <a:pt x="344999" y="0"/>
                  </a:lnTo>
                  <a:lnTo>
                    <a:pt x="319853" y="2240"/>
                  </a:lnTo>
                  <a:lnTo>
                    <a:pt x="315934" y="3026"/>
                  </a:lnTo>
                  <a:lnTo>
                    <a:pt x="294707" y="7239"/>
                  </a:lnTo>
                  <a:lnTo>
                    <a:pt x="269550" y="14246"/>
                  </a:lnTo>
                  <a:lnTo>
                    <a:pt x="257288" y="18566"/>
                  </a:lnTo>
                  <a:lnTo>
                    <a:pt x="244404" y="23129"/>
                  </a:lnTo>
                  <a:lnTo>
                    <a:pt x="219259" y="33667"/>
                  </a:lnTo>
                  <a:lnTo>
                    <a:pt x="218344" y="34107"/>
                  </a:lnTo>
                  <a:lnTo>
                    <a:pt x="194101" y="46015"/>
                  </a:lnTo>
                  <a:lnTo>
                    <a:pt x="187472" y="49647"/>
                  </a:lnTo>
                  <a:lnTo>
                    <a:pt x="168956" y="60091"/>
                  </a:lnTo>
                  <a:lnTo>
                    <a:pt x="160707" y="65187"/>
                  </a:lnTo>
                  <a:lnTo>
                    <a:pt x="143810" y="76051"/>
                  </a:lnTo>
                  <a:lnTo>
                    <a:pt x="137051" y="80727"/>
                  </a:lnTo>
                  <a:lnTo>
                    <a:pt x="118653" y="94130"/>
                  </a:lnTo>
                  <a:lnTo>
                    <a:pt x="115895" y="96267"/>
                  </a:lnTo>
                  <a:lnTo>
                    <a:pt x="96992" y="111807"/>
                  </a:lnTo>
                  <a:lnTo>
                    <a:pt x="93507" y="114866"/>
                  </a:lnTo>
                  <a:lnTo>
                    <a:pt x="79990" y="127348"/>
                  </a:lnTo>
                  <a:lnTo>
                    <a:pt x="68361" y="138957"/>
                  </a:lnTo>
                  <a:lnTo>
                    <a:pt x="64560" y="142888"/>
                  </a:lnTo>
                  <a:lnTo>
                    <a:pt x="50878" y="158427"/>
                  </a:lnTo>
                  <a:lnTo>
                    <a:pt x="43204" y="168062"/>
                  </a:lnTo>
                  <a:lnTo>
                    <a:pt x="38628" y="173967"/>
                  </a:lnTo>
                  <a:lnTo>
                    <a:pt x="28009" y="189508"/>
                  </a:lnTo>
                  <a:lnTo>
                    <a:pt x="18739" y="205048"/>
                  </a:lnTo>
                  <a:lnTo>
                    <a:pt x="18058" y="206432"/>
                  </a:lnTo>
                  <a:lnTo>
                    <a:pt x="11276" y="220588"/>
                  </a:lnTo>
                  <a:lnTo>
                    <a:pt x="5515" y="236127"/>
                  </a:lnTo>
                  <a:lnTo>
                    <a:pt x="1619" y="251668"/>
                  </a:lnTo>
                  <a:lnTo>
                    <a:pt x="0" y="267208"/>
                  </a:lnTo>
                  <a:lnTo>
                    <a:pt x="1361" y="282748"/>
                  </a:lnTo>
                  <a:lnTo>
                    <a:pt x="6982" y="298289"/>
                  </a:lnTo>
                  <a:lnTo>
                    <a:pt x="18058" y="312644"/>
                  </a:lnTo>
                  <a:lnTo>
                    <a:pt x="19560" y="313831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A17B9BD9-F281-3906-9E3A-A0A524771F3E}"/>
                </a:ext>
              </a:extLst>
            </p:cNvPr>
            <p:cNvSpPr/>
            <p:nvPr/>
          </p:nvSpPr>
          <p:spPr>
            <a:xfrm>
              <a:off x="2031009" y="3934020"/>
              <a:ext cx="248405" cy="193981"/>
            </a:xfrm>
            <a:custGeom>
              <a:avLst/>
              <a:gdLst>
                <a:gd name="csX0" fmla="*/ 31153 w 248405"/>
                <a:gd name="csY0" fmla="*/ 193982 h 193981"/>
                <a:gd name="csX1" fmla="*/ 9117 w 248405"/>
                <a:gd name="csY1" fmla="*/ 184848 h 193981"/>
                <a:gd name="csX2" fmla="*/ 6008 w 248405"/>
                <a:gd name="csY2" fmla="*/ 181604 h 193981"/>
                <a:gd name="csX3" fmla="*/ 434 w 248405"/>
                <a:gd name="csY3" fmla="*/ 169308 h 193981"/>
                <a:gd name="csX4" fmla="*/ 0 w 248405"/>
                <a:gd name="csY4" fmla="*/ 153769 h 193981"/>
                <a:gd name="csX5" fmla="*/ 3755 w 248405"/>
                <a:gd name="csY5" fmla="*/ 138228 h 193981"/>
                <a:gd name="csX6" fmla="*/ 6008 w 248405"/>
                <a:gd name="csY6" fmla="*/ 133280 h 193981"/>
                <a:gd name="csX7" fmla="*/ 11300 w 248405"/>
                <a:gd name="csY7" fmla="*/ 122688 h 193981"/>
                <a:gd name="csX8" fmla="*/ 21426 w 248405"/>
                <a:gd name="csY8" fmla="*/ 107148 h 193981"/>
                <a:gd name="csX9" fmla="*/ 31153 w 248405"/>
                <a:gd name="csY9" fmla="*/ 94495 h 193981"/>
                <a:gd name="csX10" fmla="*/ 33617 w 248405"/>
                <a:gd name="csY10" fmla="*/ 91607 h 193981"/>
                <a:gd name="csX11" fmla="*/ 48907 w 248405"/>
                <a:gd name="csY11" fmla="*/ 76068 h 193981"/>
                <a:gd name="csX12" fmla="*/ 56311 w 248405"/>
                <a:gd name="csY12" fmla="*/ 69231 h 193981"/>
                <a:gd name="csX13" fmla="*/ 66836 w 248405"/>
                <a:gd name="csY13" fmla="*/ 60528 h 193981"/>
                <a:gd name="csX14" fmla="*/ 81456 w 248405"/>
                <a:gd name="csY14" fmla="*/ 49229 h 193981"/>
                <a:gd name="csX15" fmla="*/ 87769 w 248405"/>
                <a:gd name="csY15" fmla="*/ 44988 h 193981"/>
                <a:gd name="csX16" fmla="*/ 106602 w 248405"/>
                <a:gd name="csY16" fmla="*/ 33004 h 193981"/>
                <a:gd name="csX17" fmla="*/ 113255 w 248405"/>
                <a:gd name="csY17" fmla="*/ 29447 h 193981"/>
                <a:gd name="csX18" fmla="*/ 131759 w 248405"/>
                <a:gd name="csY18" fmla="*/ 19978 h 193981"/>
                <a:gd name="csX19" fmla="*/ 146521 w 248405"/>
                <a:gd name="csY19" fmla="*/ 13907 h 193981"/>
                <a:gd name="csX20" fmla="*/ 156905 w 248405"/>
                <a:gd name="csY20" fmla="*/ 9777 h 193981"/>
                <a:gd name="csX21" fmla="*/ 182051 w 248405"/>
                <a:gd name="csY21" fmla="*/ 2903 h 193981"/>
                <a:gd name="csX22" fmla="*/ 207208 w 248405"/>
                <a:gd name="csY22" fmla="*/ 0 h 193981"/>
                <a:gd name="csX23" fmla="*/ 232354 w 248405"/>
                <a:gd name="csY23" fmla="*/ 5257 h 193981"/>
                <a:gd name="csX24" fmla="*/ 242644 w 248405"/>
                <a:gd name="csY24" fmla="*/ 13907 h 193981"/>
                <a:gd name="csX25" fmla="*/ 248406 w 248405"/>
                <a:gd name="csY25" fmla="*/ 29447 h 193981"/>
                <a:gd name="csX26" fmla="*/ 246751 w 248405"/>
                <a:gd name="csY26" fmla="*/ 44988 h 193981"/>
                <a:gd name="csX27" fmla="*/ 241048 w 248405"/>
                <a:gd name="csY27" fmla="*/ 60528 h 193981"/>
                <a:gd name="csX28" fmla="*/ 232835 w 248405"/>
                <a:gd name="csY28" fmla="*/ 76068 h 193981"/>
                <a:gd name="csX29" fmla="*/ 232354 w 248405"/>
                <a:gd name="csY29" fmla="*/ 76741 h 193981"/>
                <a:gd name="csX30" fmla="*/ 220737 w 248405"/>
                <a:gd name="csY30" fmla="*/ 91607 h 193981"/>
                <a:gd name="csX31" fmla="*/ 207666 w 248405"/>
                <a:gd name="csY31" fmla="*/ 107148 h 193981"/>
                <a:gd name="csX32" fmla="*/ 207208 w 248405"/>
                <a:gd name="csY32" fmla="*/ 107619 h 193981"/>
                <a:gd name="csX33" fmla="*/ 190921 w 248405"/>
                <a:gd name="csY33" fmla="*/ 122688 h 193981"/>
                <a:gd name="csX34" fmla="*/ 182051 w 248405"/>
                <a:gd name="csY34" fmla="*/ 130516 h 193981"/>
                <a:gd name="csX35" fmla="*/ 172136 w 248405"/>
                <a:gd name="csY35" fmla="*/ 138228 h 193981"/>
                <a:gd name="csX36" fmla="*/ 156905 w 248405"/>
                <a:gd name="csY36" fmla="*/ 149630 h 193981"/>
                <a:gd name="csX37" fmla="*/ 150440 w 248405"/>
                <a:gd name="csY37" fmla="*/ 153769 h 193981"/>
                <a:gd name="csX38" fmla="*/ 131759 w 248405"/>
                <a:gd name="csY38" fmla="*/ 165371 h 193981"/>
                <a:gd name="csX39" fmla="*/ 124050 w 248405"/>
                <a:gd name="csY39" fmla="*/ 169308 h 193981"/>
                <a:gd name="csX40" fmla="*/ 106602 w 248405"/>
                <a:gd name="csY40" fmla="*/ 178029 h 193981"/>
                <a:gd name="csX41" fmla="*/ 89119 w 248405"/>
                <a:gd name="csY41" fmla="*/ 184848 h 193981"/>
                <a:gd name="csX42" fmla="*/ 81456 w 248405"/>
                <a:gd name="csY42" fmla="*/ 187797 h 193981"/>
                <a:gd name="csX43" fmla="*/ 56311 w 248405"/>
                <a:gd name="csY43" fmla="*/ 193537 h 193981"/>
                <a:gd name="csX44" fmla="*/ 31153 w 248405"/>
                <a:gd name="csY44" fmla="*/ 193982 h 19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248405" h="193981">
                  <a:moveTo>
                    <a:pt x="31153" y="193982"/>
                  </a:moveTo>
                  <a:lnTo>
                    <a:pt x="9117" y="184848"/>
                  </a:lnTo>
                  <a:lnTo>
                    <a:pt x="6008" y="181604"/>
                  </a:lnTo>
                  <a:lnTo>
                    <a:pt x="434" y="169308"/>
                  </a:lnTo>
                  <a:lnTo>
                    <a:pt x="0" y="153769"/>
                  </a:lnTo>
                  <a:lnTo>
                    <a:pt x="3755" y="138228"/>
                  </a:lnTo>
                  <a:lnTo>
                    <a:pt x="6008" y="133280"/>
                  </a:lnTo>
                  <a:lnTo>
                    <a:pt x="11300" y="122688"/>
                  </a:lnTo>
                  <a:lnTo>
                    <a:pt x="21426" y="107148"/>
                  </a:lnTo>
                  <a:lnTo>
                    <a:pt x="31153" y="94495"/>
                  </a:lnTo>
                  <a:lnTo>
                    <a:pt x="33617" y="91607"/>
                  </a:lnTo>
                  <a:lnTo>
                    <a:pt x="48907" y="76068"/>
                  </a:lnTo>
                  <a:lnTo>
                    <a:pt x="56311" y="69231"/>
                  </a:lnTo>
                  <a:lnTo>
                    <a:pt x="66836" y="60528"/>
                  </a:lnTo>
                  <a:lnTo>
                    <a:pt x="81456" y="49229"/>
                  </a:lnTo>
                  <a:lnTo>
                    <a:pt x="87769" y="44988"/>
                  </a:lnTo>
                  <a:lnTo>
                    <a:pt x="106602" y="33004"/>
                  </a:lnTo>
                  <a:lnTo>
                    <a:pt x="113255" y="29447"/>
                  </a:lnTo>
                  <a:lnTo>
                    <a:pt x="131759" y="19978"/>
                  </a:lnTo>
                  <a:lnTo>
                    <a:pt x="146521" y="13907"/>
                  </a:lnTo>
                  <a:lnTo>
                    <a:pt x="156905" y="9777"/>
                  </a:lnTo>
                  <a:lnTo>
                    <a:pt x="182051" y="2903"/>
                  </a:lnTo>
                  <a:lnTo>
                    <a:pt x="207208" y="0"/>
                  </a:lnTo>
                  <a:lnTo>
                    <a:pt x="232354" y="5257"/>
                  </a:lnTo>
                  <a:lnTo>
                    <a:pt x="242644" y="13907"/>
                  </a:lnTo>
                  <a:lnTo>
                    <a:pt x="248406" y="29447"/>
                  </a:lnTo>
                  <a:lnTo>
                    <a:pt x="246751" y="44988"/>
                  </a:lnTo>
                  <a:lnTo>
                    <a:pt x="241048" y="60528"/>
                  </a:lnTo>
                  <a:lnTo>
                    <a:pt x="232835" y="76068"/>
                  </a:lnTo>
                  <a:lnTo>
                    <a:pt x="232354" y="76741"/>
                  </a:lnTo>
                  <a:lnTo>
                    <a:pt x="220737" y="91607"/>
                  </a:lnTo>
                  <a:lnTo>
                    <a:pt x="207666" y="107148"/>
                  </a:lnTo>
                  <a:lnTo>
                    <a:pt x="207208" y="107619"/>
                  </a:lnTo>
                  <a:lnTo>
                    <a:pt x="190921" y="122688"/>
                  </a:lnTo>
                  <a:lnTo>
                    <a:pt x="182051" y="130516"/>
                  </a:lnTo>
                  <a:lnTo>
                    <a:pt x="172136" y="138228"/>
                  </a:lnTo>
                  <a:lnTo>
                    <a:pt x="156905" y="149630"/>
                  </a:lnTo>
                  <a:lnTo>
                    <a:pt x="150440" y="153769"/>
                  </a:lnTo>
                  <a:lnTo>
                    <a:pt x="131759" y="165371"/>
                  </a:lnTo>
                  <a:lnTo>
                    <a:pt x="124050" y="169308"/>
                  </a:lnTo>
                  <a:lnTo>
                    <a:pt x="106602" y="178029"/>
                  </a:lnTo>
                  <a:lnTo>
                    <a:pt x="89119" y="184848"/>
                  </a:lnTo>
                  <a:lnTo>
                    <a:pt x="81456" y="187797"/>
                  </a:lnTo>
                  <a:lnTo>
                    <a:pt x="56311" y="193537"/>
                  </a:lnTo>
                  <a:lnTo>
                    <a:pt x="31153" y="19398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394AB8A7-71D8-E9C3-C29D-ECC36C34673F}"/>
              </a:ext>
            </a:extLst>
          </p:cNvPr>
          <p:cNvGrpSpPr/>
          <p:nvPr/>
        </p:nvGrpSpPr>
        <p:grpSpPr>
          <a:xfrm>
            <a:off x="1683124" y="3671192"/>
            <a:ext cx="912588" cy="706334"/>
            <a:chOff x="1683124" y="3671192"/>
            <a:chExt cx="912588" cy="706334"/>
          </a:xfrm>
        </p:grpSpPr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CACB8828-0C69-DE7D-1DEA-C6C5C729CB77}"/>
                </a:ext>
              </a:extLst>
            </p:cNvPr>
            <p:cNvSpPr/>
            <p:nvPr/>
          </p:nvSpPr>
          <p:spPr>
            <a:xfrm>
              <a:off x="1683124" y="3671192"/>
              <a:ext cx="912588" cy="706334"/>
            </a:xfrm>
            <a:custGeom>
              <a:avLst/>
              <a:gdLst>
                <a:gd name="csX0" fmla="*/ 563 w 912588"/>
                <a:gd name="csY0" fmla="*/ 369975 h 706334"/>
                <a:gd name="csX1" fmla="*/ 1807 w 912588"/>
                <a:gd name="csY1" fmla="*/ 382532 h 706334"/>
                <a:gd name="csX2" fmla="*/ 2053 w 912588"/>
                <a:gd name="csY2" fmla="*/ 385516 h 706334"/>
                <a:gd name="csX3" fmla="*/ 4177 w 912588"/>
                <a:gd name="csY3" fmla="*/ 401056 h 706334"/>
                <a:gd name="csX4" fmla="*/ 7193 w 912588"/>
                <a:gd name="csY4" fmla="*/ 416596 h 706334"/>
                <a:gd name="csX5" fmla="*/ 11194 w 912588"/>
                <a:gd name="csY5" fmla="*/ 432135 h 706334"/>
                <a:gd name="csX6" fmla="*/ 16275 w 912588"/>
                <a:gd name="csY6" fmla="*/ 447676 h 706334"/>
                <a:gd name="csX7" fmla="*/ 22599 w 912588"/>
                <a:gd name="csY7" fmla="*/ 463216 h 706334"/>
                <a:gd name="csX8" fmla="*/ 26953 w 912588"/>
                <a:gd name="csY8" fmla="*/ 472216 h 706334"/>
                <a:gd name="csX9" fmla="*/ 29804 w 912588"/>
                <a:gd name="csY9" fmla="*/ 478756 h 706334"/>
                <a:gd name="csX10" fmla="*/ 37712 w 912588"/>
                <a:gd name="csY10" fmla="*/ 494297 h 706334"/>
                <a:gd name="csX11" fmla="*/ 47264 w 912588"/>
                <a:gd name="csY11" fmla="*/ 509839 h 706334"/>
                <a:gd name="csX12" fmla="*/ 52098 w 912588"/>
                <a:gd name="csY12" fmla="*/ 516715 h 706334"/>
                <a:gd name="csX13" fmla="*/ 57813 w 912588"/>
                <a:gd name="csY13" fmla="*/ 525375 h 706334"/>
                <a:gd name="csX14" fmla="*/ 69687 w 912588"/>
                <a:gd name="csY14" fmla="*/ 540911 h 706334"/>
                <a:gd name="csX15" fmla="*/ 77256 w 912588"/>
                <a:gd name="csY15" fmla="*/ 549547 h 706334"/>
                <a:gd name="csX16" fmla="*/ 83134 w 912588"/>
                <a:gd name="csY16" fmla="*/ 556458 h 706334"/>
                <a:gd name="csX17" fmla="*/ 98212 w 912588"/>
                <a:gd name="csY17" fmla="*/ 571994 h 706334"/>
                <a:gd name="csX18" fmla="*/ 102401 w 912588"/>
                <a:gd name="csY18" fmla="*/ 575913 h 706334"/>
                <a:gd name="csX19" fmla="*/ 114921 w 912588"/>
                <a:gd name="csY19" fmla="*/ 587541 h 706334"/>
                <a:gd name="csX20" fmla="*/ 127547 w 912588"/>
                <a:gd name="csY20" fmla="*/ 597949 h 706334"/>
                <a:gd name="csX21" fmla="*/ 133989 w 912588"/>
                <a:gd name="csY21" fmla="*/ 603077 h 706334"/>
                <a:gd name="csX22" fmla="*/ 152704 w 912588"/>
                <a:gd name="csY22" fmla="*/ 616641 h 706334"/>
                <a:gd name="csX23" fmla="*/ 155603 w 912588"/>
                <a:gd name="csY23" fmla="*/ 618612 h 706334"/>
                <a:gd name="csX24" fmla="*/ 177850 w 912588"/>
                <a:gd name="csY24" fmla="*/ 632775 h 706334"/>
                <a:gd name="csX25" fmla="*/ 180244 w 912588"/>
                <a:gd name="csY25" fmla="*/ 634159 h 706334"/>
                <a:gd name="csX26" fmla="*/ 202996 w 912588"/>
                <a:gd name="csY26" fmla="*/ 646809 h 706334"/>
                <a:gd name="csX27" fmla="*/ 208886 w 912588"/>
                <a:gd name="csY27" fmla="*/ 649695 h 706334"/>
                <a:gd name="csX28" fmla="*/ 228153 w 912588"/>
                <a:gd name="csY28" fmla="*/ 659000 h 706334"/>
                <a:gd name="csX29" fmla="*/ 243266 w 912588"/>
                <a:gd name="csY29" fmla="*/ 665242 h 706334"/>
                <a:gd name="csX30" fmla="*/ 253299 w 912588"/>
                <a:gd name="csY30" fmla="*/ 669408 h 706334"/>
                <a:gd name="csX31" fmla="*/ 278444 w 912588"/>
                <a:gd name="csY31" fmla="*/ 678302 h 706334"/>
                <a:gd name="csX32" fmla="*/ 286834 w 912588"/>
                <a:gd name="csY32" fmla="*/ 680778 h 706334"/>
                <a:gd name="csX33" fmla="*/ 303590 w 912588"/>
                <a:gd name="csY33" fmla="*/ 685964 h 706334"/>
                <a:gd name="csX34" fmla="*/ 328747 w 912588"/>
                <a:gd name="csY34" fmla="*/ 692219 h 706334"/>
                <a:gd name="csX35" fmla="*/ 349997 w 912588"/>
                <a:gd name="csY35" fmla="*/ 696314 h 706334"/>
                <a:gd name="csX36" fmla="*/ 353893 w 912588"/>
                <a:gd name="csY36" fmla="*/ 697135 h 706334"/>
                <a:gd name="csX37" fmla="*/ 379038 w 912588"/>
                <a:gd name="csY37" fmla="*/ 701230 h 706334"/>
                <a:gd name="csX38" fmla="*/ 404196 w 912588"/>
                <a:gd name="csY38" fmla="*/ 704058 h 706334"/>
                <a:gd name="csX39" fmla="*/ 429341 w 912588"/>
                <a:gd name="csY39" fmla="*/ 705736 h 706334"/>
                <a:gd name="csX40" fmla="*/ 454487 w 912588"/>
                <a:gd name="csY40" fmla="*/ 706334 h 706334"/>
                <a:gd name="csX41" fmla="*/ 479644 w 912588"/>
                <a:gd name="csY41" fmla="*/ 705877 h 706334"/>
                <a:gd name="csX42" fmla="*/ 504790 w 912588"/>
                <a:gd name="csY42" fmla="*/ 704340 h 706334"/>
                <a:gd name="csX43" fmla="*/ 529936 w 912588"/>
                <a:gd name="csY43" fmla="*/ 701676 h 706334"/>
                <a:gd name="csX44" fmla="*/ 555093 w 912588"/>
                <a:gd name="csY44" fmla="*/ 697757 h 706334"/>
                <a:gd name="csX45" fmla="*/ 562192 w 912588"/>
                <a:gd name="csY45" fmla="*/ 696314 h 706334"/>
                <a:gd name="csX46" fmla="*/ 580239 w 912588"/>
                <a:gd name="csY46" fmla="*/ 692946 h 706334"/>
                <a:gd name="csX47" fmla="*/ 605384 w 912588"/>
                <a:gd name="csY47" fmla="*/ 686891 h 706334"/>
                <a:gd name="csX48" fmla="*/ 625567 w 912588"/>
                <a:gd name="csY48" fmla="*/ 680778 h 706334"/>
                <a:gd name="csX49" fmla="*/ 630542 w 912588"/>
                <a:gd name="csY49" fmla="*/ 679335 h 706334"/>
                <a:gd name="csX50" fmla="*/ 655687 w 912588"/>
                <a:gd name="csY50" fmla="*/ 670722 h 706334"/>
                <a:gd name="csX51" fmla="*/ 669076 w 912588"/>
                <a:gd name="csY51" fmla="*/ 665242 h 706334"/>
                <a:gd name="csX52" fmla="*/ 680833 w 912588"/>
                <a:gd name="csY52" fmla="*/ 660467 h 706334"/>
                <a:gd name="csX53" fmla="*/ 703433 w 912588"/>
                <a:gd name="csY53" fmla="*/ 649695 h 706334"/>
                <a:gd name="csX54" fmla="*/ 705990 w 912588"/>
                <a:gd name="csY54" fmla="*/ 648463 h 706334"/>
                <a:gd name="csX55" fmla="*/ 731136 w 912588"/>
                <a:gd name="csY55" fmla="*/ 634723 h 706334"/>
                <a:gd name="csX56" fmla="*/ 732087 w 912588"/>
                <a:gd name="csY56" fmla="*/ 634159 h 706334"/>
                <a:gd name="csX57" fmla="*/ 756282 w 912588"/>
                <a:gd name="csY57" fmla="*/ 618882 h 706334"/>
                <a:gd name="csX58" fmla="*/ 756669 w 912588"/>
                <a:gd name="csY58" fmla="*/ 618612 h 706334"/>
                <a:gd name="csX59" fmla="*/ 778259 w 912588"/>
                <a:gd name="csY59" fmla="*/ 603077 h 706334"/>
                <a:gd name="csX60" fmla="*/ 781439 w 912588"/>
                <a:gd name="csY60" fmla="*/ 600577 h 706334"/>
                <a:gd name="csX61" fmla="*/ 797409 w 912588"/>
                <a:gd name="csY61" fmla="*/ 587541 h 706334"/>
                <a:gd name="csX62" fmla="*/ 806585 w 912588"/>
                <a:gd name="csY62" fmla="*/ 579104 h 706334"/>
                <a:gd name="csX63" fmla="*/ 814247 w 912588"/>
                <a:gd name="csY63" fmla="*/ 571994 h 706334"/>
                <a:gd name="csX64" fmla="*/ 829079 w 912588"/>
                <a:gd name="csY64" fmla="*/ 556458 h 706334"/>
                <a:gd name="csX65" fmla="*/ 831730 w 912588"/>
                <a:gd name="csY65" fmla="*/ 553372 h 706334"/>
                <a:gd name="csX66" fmla="*/ 842725 w 912588"/>
                <a:gd name="csY66" fmla="*/ 540911 h 706334"/>
                <a:gd name="csX67" fmla="*/ 854377 w 912588"/>
                <a:gd name="csY67" fmla="*/ 525375 h 706334"/>
                <a:gd name="csX68" fmla="*/ 856876 w 912588"/>
                <a:gd name="csY68" fmla="*/ 521608 h 706334"/>
                <a:gd name="csX69" fmla="*/ 865219 w 912588"/>
                <a:gd name="csY69" fmla="*/ 509839 h 706334"/>
                <a:gd name="csX70" fmla="*/ 874559 w 912588"/>
                <a:gd name="csY70" fmla="*/ 494297 h 706334"/>
                <a:gd name="csX71" fmla="*/ 882033 w 912588"/>
                <a:gd name="csY71" fmla="*/ 479352 h 706334"/>
                <a:gd name="csX72" fmla="*/ 882362 w 912588"/>
                <a:gd name="csY72" fmla="*/ 478756 h 706334"/>
                <a:gd name="csX73" fmla="*/ 889907 w 912588"/>
                <a:gd name="csY73" fmla="*/ 463216 h 706334"/>
                <a:gd name="csX74" fmla="*/ 896079 w 912588"/>
                <a:gd name="csY74" fmla="*/ 447676 h 706334"/>
                <a:gd name="csX75" fmla="*/ 901054 w 912588"/>
                <a:gd name="csY75" fmla="*/ 432135 h 706334"/>
                <a:gd name="csX76" fmla="*/ 904950 w 912588"/>
                <a:gd name="csY76" fmla="*/ 416596 h 706334"/>
                <a:gd name="csX77" fmla="*/ 907179 w 912588"/>
                <a:gd name="csY77" fmla="*/ 404957 h 706334"/>
                <a:gd name="csX78" fmla="*/ 908047 w 912588"/>
                <a:gd name="csY78" fmla="*/ 401056 h 706334"/>
                <a:gd name="csX79" fmla="*/ 910535 w 912588"/>
                <a:gd name="csY79" fmla="*/ 385516 h 706334"/>
                <a:gd name="csX80" fmla="*/ 912037 w 912588"/>
                <a:gd name="csY80" fmla="*/ 369975 h 706334"/>
                <a:gd name="csX81" fmla="*/ 912588 w 912588"/>
                <a:gd name="csY81" fmla="*/ 354435 h 706334"/>
                <a:gd name="csX82" fmla="*/ 912201 w 912588"/>
                <a:gd name="csY82" fmla="*/ 338896 h 706334"/>
                <a:gd name="csX83" fmla="*/ 910864 w 912588"/>
                <a:gd name="csY83" fmla="*/ 323356 h 706334"/>
                <a:gd name="csX84" fmla="*/ 908540 w 912588"/>
                <a:gd name="csY84" fmla="*/ 307815 h 706334"/>
                <a:gd name="csX85" fmla="*/ 907179 w 912588"/>
                <a:gd name="csY85" fmla="*/ 301411 h 706334"/>
                <a:gd name="csX86" fmla="*/ 905513 w 912588"/>
                <a:gd name="csY86" fmla="*/ 292275 h 706334"/>
                <a:gd name="csX87" fmla="*/ 901782 w 912588"/>
                <a:gd name="csY87" fmla="*/ 276735 h 706334"/>
                <a:gd name="csX88" fmla="*/ 896994 w 912588"/>
                <a:gd name="csY88" fmla="*/ 261195 h 706334"/>
                <a:gd name="csX89" fmla="*/ 891045 w 912588"/>
                <a:gd name="csY89" fmla="*/ 245655 h 706334"/>
                <a:gd name="csX90" fmla="*/ 883735 w 912588"/>
                <a:gd name="csY90" fmla="*/ 230115 h 706334"/>
                <a:gd name="csX91" fmla="*/ 882033 w 912588"/>
                <a:gd name="csY91" fmla="*/ 226947 h 706334"/>
                <a:gd name="csX92" fmla="*/ 875967 w 912588"/>
                <a:gd name="csY92" fmla="*/ 214575 h 706334"/>
                <a:gd name="csX93" fmla="*/ 866920 w 912588"/>
                <a:gd name="csY93" fmla="*/ 199034 h 706334"/>
                <a:gd name="csX94" fmla="*/ 856876 w 912588"/>
                <a:gd name="csY94" fmla="*/ 184638 h 706334"/>
                <a:gd name="csX95" fmla="*/ 856137 w 912588"/>
                <a:gd name="csY95" fmla="*/ 183495 h 706334"/>
                <a:gd name="csX96" fmla="*/ 844837 w 912588"/>
                <a:gd name="csY96" fmla="*/ 167955 h 706334"/>
                <a:gd name="csX97" fmla="*/ 831730 w 912588"/>
                <a:gd name="csY97" fmla="*/ 152911 h 706334"/>
                <a:gd name="csX98" fmla="*/ 831308 w 912588"/>
                <a:gd name="csY98" fmla="*/ 152415 h 706334"/>
                <a:gd name="csX99" fmla="*/ 816946 w 912588"/>
                <a:gd name="csY99" fmla="*/ 136874 h 706334"/>
                <a:gd name="csX100" fmla="*/ 806585 w 912588"/>
                <a:gd name="csY100" fmla="*/ 127151 h 706334"/>
                <a:gd name="csX101" fmla="*/ 800331 w 912588"/>
                <a:gd name="csY101" fmla="*/ 121334 h 706334"/>
                <a:gd name="csX102" fmla="*/ 781498 w 912588"/>
                <a:gd name="csY102" fmla="*/ 105795 h 706334"/>
                <a:gd name="csX103" fmla="*/ 781439 w 912588"/>
                <a:gd name="csY103" fmla="*/ 105741 h 706334"/>
                <a:gd name="csX104" fmla="*/ 760623 w 912588"/>
                <a:gd name="csY104" fmla="*/ 90254 h 706334"/>
                <a:gd name="csX105" fmla="*/ 756282 w 912588"/>
                <a:gd name="csY105" fmla="*/ 87276 h 706334"/>
                <a:gd name="csX106" fmla="*/ 736592 w 912588"/>
                <a:gd name="csY106" fmla="*/ 74714 h 706334"/>
                <a:gd name="csX107" fmla="*/ 731136 w 912588"/>
                <a:gd name="csY107" fmla="*/ 71425 h 706334"/>
                <a:gd name="csX108" fmla="*/ 708631 w 912588"/>
                <a:gd name="csY108" fmla="*/ 59174 h 706334"/>
                <a:gd name="csX109" fmla="*/ 705990 w 912588"/>
                <a:gd name="csY109" fmla="*/ 57780 h 706334"/>
                <a:gd name="csX110" fmla="*/ 680833 w 912588"/>
                <a:gd name="csY110" fmla="*/ 45870 h 706334"/>
                <a:gd name="csX111" fmla="*/ 675377 w 912588"/>
                <a:gd name="csY111" fmla="*/ 43635 h 706334"/>
                <a:gd name="csX112" fmla="*/ 655687 w 912588"/>
                <a:gd name="csY112" fmla="*/ 35509 h 706334"/>
                <a:gd name="csX113" fmla="*/ 633863 w 912588"/>
                <a:gd name="csY113" fmla="*/ 28094 h 706334"/>
                <a:gd name="csX114" fmla="*/ 630542 w 912588"/>
                <a:gd name="csY114" fmla="*/ 26929 h 706334"/>
                <a:gd name="csX115" fmla="*/ 605384 w 912588"/>
                <a:gd name="csY115" fmla="*/ 19348 h 706334"/>
                <a:gd name="csX116" fmla="*/ 580239 w 912588"/>
                <a:gd name="csY116" fmla="*/ 13434 h 706334"/>
                <a:gd name="csX117" fmla="*/ 575569 w 912588"/>
                <a:gd name="csY117" fmla="*/ 12554 h 706334"/>
                <a:gd name="csX118" fmla="*/ 555093 w 912588"/>
                <a:gd name="csY118" fmla="*/ 8366 h 706334"/>
                <a:gd name="csX119" fmla="*/ 529936 w 912588"/>
                <a:gd name="csY119" fmla="*/ 4545 h 706334"/>
                <a:gd name="csX120" fmla="*/ 504790 w 912588"/>
                <a:gd name="csY120" fmla="*/ 1941 h 706334"/>
                <a:gd name="csX121" fmla="*/ 479644 w 912588"/>
                <a:gd name="csY121" fmla="*/ 446 h 706334"/>
                <a:gd name="csX122" fmla="*/ 454487 w 912588"/>
                <a:gd name="csY122" fmla="*/ 0 h 706334"/>
                <a:gd name="csX123" fmla="*/ 429341 w 912588"/>
                <a:gd name="csY123" fmla="*/ 584 h 706334"/>
                <a:gd name="csX124" fmla="*/ 404196 w 912588"/>
                <a:gd name="csY124" fmla="*/ 2224 h 706334"/>
                <a:gd name="csX125" fmla="*/ 379038 w 912588"/>
                <a:gd name="csY125" fmla="*/ 4983 h 706334"/>
                <a:gd name="csX126" fmla="*/ 353893 w 912588"/>
                <a:gd name="csY126" fmla="*/ 8978 h 706334"/>
                <a:gd name="csX127" fmla="*/ 336902 w 912588"/>
                <a:gd name="csY127" fmla="*/ 12554 h 706334"/>
                <a:gd name="csX128" fmla="*/ 328747 w 912588"/>
                <a:gd name="csY128" fmla="*/ 14139 h 706334"/>
                <a:gd name="csX129" fmla="*/ 303590 w 912588"/>
                <a:gd name="csY129" fmla="*/ 20260 h 706334"/>
                <a:gd name="csX130" fmla="*/ 278444 w 912588"/>
                <a:gd name="csY130" fmla="*/ 28088 h 706334"/>
                <a:gd name="csX131" fmla="*/ 278432 w 912588"/>
                <a:gd name="csY131" fmla="*/ 28094 h 706334"/>
                <a:gd name="csX132" fmla="*/ 253299 w 912588"/>
                <a:gd name="csY132" fmla="*/ 36795 h 706334"/>
                <a:gd name="csX133" fmla="*/ 236965 w 912588"/>
                <a:gd name="csY133" fmla="*/ 43635 h 706334"/>
                <a:gd name="csX134" fmla="*/ 228153 w 912588"/>
                <a:gd name="csY134" fmla="*/ 47309 h 706334"/>
                <a:gd name="csX135" fmla="*/ 203758 w 912588"/>
                <a:gd name="csY135" fmla="*/ 59174 h 706334"/>
                <a:gd name="csX136" fmla="*/ 202996 w 912588"/>
                <a:gd name="csY136" fmla="*/ 59552 h 706334"/>
                <a:gd name="csX137" fmla="*/ 177850 w 912588"/>
                <a:gd name="csY137" fmla="*/ 73487 h 706334"/>
                <a:gd name="csX138" fmla="*/ 175832 w 912588"/>
                <a:gd name="csY138" fmla="*/ 74714 h 706334"/>
                <a:gd name="csX139" fmla="*/ 152704 w 912588"/>
                <a:gd name="csY139" fmla="*/ 89657 h 706334"/>
                <a:gd name="csX140" fmla="*/ 151836 w 912588"/>
                <a:gd name="csY140" fmla="*/ 90254 h 706334"/>
                <a:gd name="csX141" fmla="*/ 130727 w 912588"/>
                <a:gd name="csY141" fmla="*/ 105795 h 706334"/>
                <a:gd name="csX142" fmla="*/ 127547 w 912588"/>
                <a:gd name="csY142" fmla="*/ 108348 h 706334"/>
                <a:gd name="csX143" fmla="*/ 111953 w 912588"/>
                <a:gd name="csY143" fmla="*/ 121334 h 706334"/>
                <a:gd name="csX144" fmla="*/ 102401 w 912588"/>
                <a:gd name="csY144" fmla="*/ 130315 h 706334"/>
                <a:gd name="csX145" fmla="*/ 95467 w 912588"/>
                <a:gd name="csY145" fmla="*/ 136874 h 706334"/>
                <a:gd name="csX146" fmla="*/ 80858 w 912588"/>
                <a:gd name="csY146" fmla="*/ 152415 h 706334"/>
                <a:gd name="csX147" fmla="*/ 77256 w 912588"/>
                <a:gd name="csY147" fmla="*/ 156713 h 706334"/>
                <a:gd name="csX148" fmla="*/ 67528 w 912588"/>
                <a:gd name="csY148" fmla="*/ 167955 h 706334"/>
                <a:gd name="csX149" fmla="*/ 56017 w 912588"/>
                <a:gd name="csY149" fmla="*/ 183495 h 706334"/>
                <a:gd name="csX150" fmla="*/ 52098 w 912588"/>
                <a:gd name="csY150" fmla="*/ 189535 h 706334"/>
                <a:gd name="csX151" fmla="*/ 45527 w 912588"/>
                <a:gd name="csY151" fmla="*/ 199034 h 706334"/>
                <a:gd name="csX152" fmla="*/ 36281 w 912588"/>
                <a:gd name="csY152" fmla="*/ 214575 h 706334"/>
                <a:gd name="csX153" fmla="*/ 28607 w 912588"/>
                <a:gd name="csY153" fmla="*/ 230115 h 706334"/>
                <a:gd name="csX154" fmla="*/ 26953 w 912588"/>
                <a:gd name="csY154" fmla="*/ 234009 h 706334"/>
                <a:gd name="csX155" fmla="*/ 21438 w 912588"/>
                <a:gd name="csY155" fmla="*/ 245655 h 706334"/>
                <a:gd name="csX156" fmla="*/ 15336 w 912588"/>
                <a:gd name="csY156" fmla="*/ 261195 h 706334"/>
                <a:gd name="csX157" fmla="*/ 10443 w 912588"/>
                <a:gd name="csY157" fmla="*/ 276735 h 706334"/>
                <a:gd name="csX158" fmla="*/ 6618 w 912588"/>
                <a:gd name="csY158" fmla="*/ 292275 h 706334"/>
                <a:gd name="csX159" fmla="*/ 3755 w 912588"/>
                <a:gd name="csY159" fmla="*/ 307815 h 706334"/>
                <a:gd name="csX160" fmla="*/ 1807 w 912588"/>
                <a:gd name="csY160" fmla="*/ 323151 h 706334"/>
                <a:gd name="csX161" fmla="*/ 1772 w 912588"/>
                <a:gd name="csY161" fmla="*/ 323356 h 706334"/>
                <a:gd name="csX162" fmla="*/ 399 w 912588"/>
                <a:gd name="csY162" fmla="*/ 338896 h 706334"/>
                <a:gd name="csX163" fmla="*/ 0 w 912588"/>
                <a:gd name="csY163" fmla="*/ 354435 h 706334"/>
                <a:gd name="csX164" fmla="*/ 563 w 912588"/>
                <a:gd name="csY164" fmla="*/ 369975 h 706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</a:cxnLst>
              <a:rect l="l" t="t" r="r" b="b"/>
              <a:pathLst>
                <a:path w="912588" h="706334">
                  <a:moveTo>
                    <a:pt x="563" y="369975"/>
                  </a:moveTo>
                  <a:lnTo>
                    <a:pt x="1807" y="382532"/>
                  </a:lnTo>
                  <a:lnTo>
                    <a:pt x="2053" y="385516"/>
                  </a:lnTo>
                  <a:lnTo>
                    <a:pt x="4177" y="401056"/>
                  </a:lnTo>
                  <a:lnTo>
                    <a:pt x="7193" y="416596"/>
                  </a:lnTo>
                  <a:lnTo>
                    <a:pt x="11194" y="432135"/>
                  </a:lnTo>
                  <a:lnTo>
                    <a:pt x="16275" y="447676"/>
                  </a:lnTo>
                  <a:lnTo>
                    <a:pt x="22599" y="463216"/>
                  </a:lnTo>
                  <a:lnTo>
                    <a:pt x="26953" y="472216"/>
                  </a:lnTo>
                  <a:lnTo>
                    <a:pt x="29804" y="478756"/>
                  </a:lnTo>
                  <a:lnTo>
                    <a:pt x="37712" y="494297"/>
                  </a:lnTo>
                  <a:lnTo>
                    <a:pt x="47264" y="509839"/>
                  </a:lnTo>
                  <a:lnTo>
                    <a:pt x="52098" y="516715"/>
                  </a:lnTo>
                  <a:lnTo>
                    <a:pt x="57813" y="525375"/>
                  </a:lnTo>
                  <a:lnTo>
                    <a:pt x="69687" y="540911"/>
                  </a:lnTo>
                  <a:lnTo>
                    <a:pt x="77256" y="549547"/>
                  </a:lnTo>
                  <a:lnTo>
                    <a:pt x="83134" y="556458"/>
                  </a:lnTo>
                  <a:lnTo>
                    <a:pt x="98212" y="571994"/>
                  </a:lnTo>
                  <a:lnTo>
                    <a:pt x="102401" y="575913"/>
                  </a:lnTo>
                  <a:lnTo>
                    <a:pt x="114921" y="587541"/>
                  </a:lnTo>
                  <a:lnTo>
                    <a:pt x="127547" y="597949"/>
                  </a:lnTo>
                  <a:lnTo>
                    <a:pt x="133989" y="603077"/>
                  </a:lnTo>
                  <a:lnTo>
                    <a:pt x="152704" y="616641"/>
                  </a:lnTo>
                  <a:lnTo>
                    <a:pt x="155603" y="618612"/>
                  </a:lnTo>
                  <a:lnTo>
                    <a:pt x="177850" y="632775"/>
                  </a:lnTo>
                  <a:lnTo>
                    <a:pt x="180244" y="634159"/>
                  </a:lnTo>
                  <a:lnTo>
                    <a:pt x="202996" y="646809"/>
                  </a:lnTo>
                  <a:lnTo>
                    <a:pt x="208886" y="649695"/>
                  </a:lnTo>
                  <a:lnTo>
                    <a:pt x="228153" y="659000"/>
                  </a:lnTo>
                  <a:lnTo>
                    <a:pt x="243266" y="665242"/>
                  </a:lnTo>
                  <a:lnTo>
                    <a:pt x="253299" y="669408"/>
                  </a:lnTo>
                  <a:lnTo>
                    <a:pt x="278444" y="678302"/>
                  </a:lnTo>
                  <a:lnTo>
                    <a:pt x="286834" y="680778"/>
                  </a:lnTo>
                  <a:lnTo>
                    <a:pt x="303590" y="685964"/>
                  </a:lnTo>
                  <a:lnTo>
                    <a:pt x="328747" y="692219"/>
                  </a:lnTo>
                  <a:lnTo>
                    <a:pt x="349997" y="696314"/>
                  </a:lnTo>
                  <a:lnTo>
                    <a:pt x="353893" y="697135"/>
                  </a:lnTo>
                  <a:lnTo>
                    <a:pt x="379038" y="701230"/>
                  </a:lnTo>
                  <a:lnTo>
                    <a:pt x="404196" y="704058"/>
                  </a:lnTo>
                  <a:lnTo>
                    <a:pt x="429341" y="705736"/>
                  </a:lnTo>
                  <a:lnTo>
                    <a:pt x="454487" y="706334"/>
                  </a:lnTo>
                  <a:lnTo>
                    <a:pt x="479644" y="705877"/>
                  </a:lnTo>
                  <a:lnTo>
                    <a:pt x="504790" y="704340"/>
                  </a:lnTo>
                  <a:lnTo>
                    <a:pt x="529936" y="701676"/>
                  </a:lnTo>
                  <a:lnTo>
                    <a:pt x="555093" y="697757"/>
                  </a:lnTo>
                  <a:lnTo>
                    <a:pt x="562192" y="696314"/>
                  </a:lnTo>
                  <a:lnTo>
                    <a:pt x="580239" y="692946"/>
                  </a:lnTo>
                  <a:lnTo>
                    <a:pt x="605384" y="686891"/>
                  </a:lnTo>
                  <a:lnTo>
                    <a:pt x="625567" y="680778"/>
                  </a:lnTo>
                  <a:lnTo>
                    <a:pt x="630542" y="679335"/>
                  </a:lnTo>
                  <a:lnTo>
                    <a:pt x="655687" y="670722"/>
                  </a:lnTo>
                  <a:lnTo>
                    <a:pt x="669076" y="665242"/>
                  </a:lnTo>
                  <a:lnTo>
                    <a:pt x="680833" y="660467"/>
                  </a:lnTo>
                  <a:lnTo>
                    <a:pt x="703433" y="649695"/>
                  </a:lnTo>
                  <a:lnTo>
                    <a:pt x="705990" y="648463"/>
                  </a:lnTo>
                  <a:lnTo>
                    <a:pt x="731136" y="634723"/>
                  </a:lnTo>
                  <a:lnTo>
                    <a:pt x="732087" y="634159"/>
                  </a:lnTo>
                  <a:lnTo>
                    <a:pt x="756282" y="618882"/>
                  </a:lnTo>
                  <a:lnTo>
                    <a:pt x="756669" y="618612"/>
                  </a:lnTo>
                  <a:lnTo>
                    <a:pt x="778259" y="603077"/>
                  </a:lnTo>
                  <a:lnTo>
                    <a:pt x="781439" y="600577"/>
                  </a:lnTo>
                  <a:lnTo>
                    <a:pt x="797409" y="587541"/>
                  </a:lnTo>
                  <a:lnTo>
                    <a:pt x="806585" y="579104"/>
                  </a:lnTo>
                  <a:lnTo>
                    <a:pt x="814247" y="571994"/>
                  </a:lnTo>
                  <a:lnTo>
                    <a:pt x="829079" y="556458"/>
                  </a:lnTo>
                  <a:lnTo>
                    <a:pt x="831730" y="553372"/>
                  </a:lnTo>
                  <a:lnTo>
                    <a:pt x="842725" y="540911"/>
                  </a:lnTo>
                  <a:lnTo>
                    <a:pt x="854377" y="525375"/>
                  </a:lnTo>
                  <a:lnTo>
                    <a:pt x="856876" y="521608"/>
                  </a:lnTo>
                  <a:lnTo>
                    <a:pt x="865219" y="509839"/>
                  </a:lnTo>
                  <a:lnTo>
                    <a:pt x="874559" y="494297"/>
                  </a:lnTo>
                  <a:lnTo>
                    <a:pt x="882033" y="479352"/>
                  </a:lnTo>
                  <a:lnTo>
                    <a:pt x="882362" y="478756"/>
                  </a:lnTo>
                  <a:lnTo>
                    <a:pt x="889907" y="463216"/>
                  </a:lnTo>
                  <a:lnTo>
                    <a:pt x="896079" y="447676"/>
                  </a:lnTo>
                  <a:lnTo>
                    <a:pt x="901054" y="432135"/>
                  </a:lnTo>
                  <a:lnTo>
                    <a:pt x="904950" y="416596"/>
                  </a:lnTo>
                  <a:lnTo>
                    <a:pt x="907179" y="404957"/>
                  </a:lnTo>
                  <a:lnTo>
                    <a:pt x="908047" y="401056"/>
                  </a:lnTo>
                  <a:lnTo>
                    <a:pt x="910535" y="385516"/>
                  </a:lnTo>
                  <a:lnTo>
                    <a:pt x="912037" y="369975"/>
                  </a:lnTo>
                  <a:lnTo>
                    <a:pt x="912588" y="354435"/>
                  </a:lnTo>
                  <a:lnTo>
                    <a:pt x="912201" y="338896"/>
                  </a:lnTo>
                  <a:lnTo>
                    <a:pt x="910864" y="323356"/>
                  </a:lnTo>
                  <a:lnTo>
                    <a:pt x="908540" y="307815"/>
                  </a:lnTo>
                  <a:lnTo>
                    <a:pt x="907179" y="301411"/>
                  </a:lnTo>
                  <a:lnTo>
                    <a:pt x="905513" y="292275"/>
                  </a:lnTo>
                  <a:lnTo>
                    <a:pt x="901782" y="276735"/>
                  </a:lnTo>
                  <a:lnTo>
                    <a:pt x="896994" y="261195"/>
                  </a:lnTo>
                  <a:lnTo>
                    <a:pt x="891045" y="245655"/>
                  </a:lnTo>
                  <a:lnTo>
                    <a:pt x="883735" y="230115"/>
                  </a:lnTo>
                  <a:lnTo>
                    <a:pt x="882033" y="226947"/>
                  </a:lnTo>
                  <a:lnTo>
                    <a:pt x="875967" y="214575"/>
                  </a:lnTo>
                  <a:lnTo>
                    <a:pt x="866920" y="199034"/>
                  </a:lnTo>
                  <a:lnTo>
                    <a:pt x="856876" y="184638"/>
                  </a:lnTo>
                  <a:lnTo>
                    <a:pt x="856137" y="183495"/>
                  </a:lnTo>
                  <a:lnTo>
                    <a:pt x="844837" y="167955"/>
                  </a:lnTo>
                  <a:lnTo>
                    <a:pt x="831730" y="152911"/>
                  </a:lnTo>
                  <a:lnTo>
                    <a:pt x="831308" y="152415"/>
                  </a:lnTo>
                  <a:lnTo>
                    <a:pt x="816946" y="136874"/>
                  </a:lnTo>
                  <a:lnTo>
                    <a:pt x="806585" y="127151"/>
                  </a:lnTo>
                  <a:lnTo>
                    <a:pt x="800331" y="121334"/>
                  </a:lnTo>
                  <a:lnTo>
                    <a:pt x="781498" y="105795"/>
                  </a:lnTo>
                  <a:lnTo>
                    <a:pt x="781439" y="105741"/>
                  </a:lnTo>
                  <a:lnTo>
                    <a:pt x="760623" y="90254"/>
                  </a:lnTo>
                  <a:lnTo>
                    <a:pt x="756282" y="87276"/>
                  </a:lnTo>
                  <a:lnTo>
                    <a:pt x="736592" y="74714"/>
                  </a:lnTo>
                  <a:lnTo>
                    <a:pt x="731136" y="71425"/>
                  </a:lnTo>
                  <a:lnTo>
                    <a:pt x="708631" y="59174"/>
                  </a:lnTo>
                  <a:lnTo>
                    <a:pt x="705990" y="57780"/>
                  </a:lnTo>
                  <a:lnTo>
                    <a:pt x="680833" y="45870"/>
                  </a:lnTo>
                  <a:lnTo>
                    <a:pt x="675377" y="43635"/>
                  </a:lnTo>
                  <a:lnTo>
                    <a:pt x="655687" y="35509"/>
                  </a:lnTo>
                  <a:lnTo>
                    <a:pt x="633863" y="28094"/>
                  </a:lnTo>
                  <a:lnTo>
                    <a:pt x="630542" y="26929"/>
                  </a:lnTo>
                  <a:lnTo>
                    <a:pt x="605384" y="19348"/>
                  </a:lnTo>
                  <a:lnTo>
                    <a:pt x="580239" y="13434"/>
                  </a:lnTo>
                  <a:lnTo>
                    <a:pt x="575569" y="12554"/>
                  </a:lnTo>
                  <a:lnTo>
                    <a:pt x="555093" y="8366"/>
                  </a:lnTo>
                  <a:lnTo>
                    <a:pt x="529936" y="4545"/>
                  </a:lnTo>
                  <a:lnTo>
                    <a:pt x="504790" y="1941"/>
                  </a:lnTo>
                  <a:lnTo>
                    <a:pt x="479644" y="446"/>
                  </a:lnTo>
                  <a:lnTo>
                    <a:pt x="454487" y="0"/>
                  </a:lnTo>
                  <a:lnTo>
                    <a:pt x="429341" y="584"/>
                  </a:lnTo>
                  <a:lnTo>
                    <a:pt x="404196" y="2224"/>
                  </a:lnTo>
                  <a:lnTo>
                    <a:pt x="379038" y="4983"/>
                  </a:lnTo>
                  <a:lnTo>
                    <a:pt x="353893" y="8978"/>
                  </a:lnTo>
                  <a:lnTo>
                    <a:pt x="336902" y="12554"/>
                  </a:lnTo>
                  <a:lnTo>
                    <a:pt x="328747" y="14139"/>
                  </a:lnTo>
                  <a:lnTo>
                    <a:pt x="303590" y="20260"/>
                  </a:lnTo>
                  <a:lnTo>
                    <a:pt x="278444" y="28088"/>
                  </a:lnTo>
                  <a:lnTo>
                    <a:pt x="278432" y="28094"/>
                  </a:lnTo>
                  <a:lnTo>
                    <a:pt x="253299" y="36795"/>
                  </a:lnTo>
                  <a:lnTo>
                    <a:pt x="236965" y="43635"/>
                  </a:lnTo>
                  <a:lnTo>
                    <a:pt x="228153" y="47309"/>
                  </a:lnTo>
                  <a:lnTo>
                    <a:pt x="203758" y="59174"/>
                  </a:lnTo>
                  <a:lnTo>
                    <a:pt x="202996" y="59552"/>
                  </a:lnTo>
                  <a:lnTo>
                    <a:pt x="177850" y="73487"/>
                  </a:lnTo>
                  <a:lnTo>
                    <a:pt x="175832" y="74714"/>
                  </a:lnTo>
                  <a:lnTo>
                    <a:pt x="152704" y="89657"/>
                  </a:lnTo>
                  <a:lnTo>
                    <a:pt x="151836" y="90254"/>
                  </a:lnTo>
                  <a:lnTo>
                    <a:pt x="130727" y="105795"/>
                  </a:lnTo>
                  <a:lnTo>
                    <a:pt x="127547" y="108348"/>
                  </a:lnTo>
                  <a:lnTo>
                    <a:pt x="111953" y="121334"/>
                  </a:lnTo>
                  <a:lnTo>
                    <a:pt x="102401" y="130315"/>
                  </a:lnTo>
                  <a:lnTo>
                    <a:pt x="95467" y="136874"/>
                  </a:lnTo>
                  <a:lnTo>
                    <a:pt x="80858" y="152415"/>
                  </a:lnTo>
                  <a:lnTo>
                    <a:pt x="77256" y="156713"/>
                  </a:lnTo>
                  <a:lnTo>
                    <a:pt x="67528" y="167955"/>
                  </a:lnTo>
                  <a:lnTo>
                    <a:pt x="56017" y="183495"/>
                  </a:lnTo>
                  <a:lnTo>
                    <a:pt x="52098" y="189535"/>
                  </a:lnTo>
                  <a:lnTo>
                    <a:pt x="45527" y="199034"/>
                  </a:lnTo>
                  <a:lnTo>
                    <a:pt x="36281" y="214575"/>
                  </a:lnTo>
                  <a:lnTo>
                    <a:pt x="28607" y="230115"/>
                  </a:lnTo>
                  <a:lnTo>
                    <a:pt x="26953" y="234009"/>
                  </a:lnTo>
                  <a:lnTo>
                    <a:pt x="21438" y="245655"/>
                  </a:lnTo>
                  <a:lnTo>
                    <a:pt x="15336" y="261195"/>
                  </a:lnTo>
                  <a:lnTo>
                    <a:pt x="10443" y="276735"/>
                  </a:lnTo>
                  <a:lnTo>
                    <a:pt x="6618" y="292275"/>
                  </a:lnTo>
                  <a:lnTo>
                    <a:pt x="3755" y="307815"/>
                  </a:lnTo>
                  <a:lnTo>
                    <a:pt x="1807" y="323151"/>
                  </a:lnTo>
                  <a:lnTo>
                    <a:pt x="1772" y="323356"/>
                  </a:lnTo>
                  <a:lnTo>
                    <a:pt x="399" y="338896"/>
                  </a:lnTo>
                  <a:lnTo>
                    <a:pt x="0" y="354435"/>
                  </a:lnTo>
                  <a:lnTo>
                    <a:pt x="563" y="36997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88FBA7A3-1CD7-78DD-4E79-A724F7BDE6A7}"/>
                </a:ext>
              </a:extLst>
            </p:cNvPr>
            <p:cNvSpPr/>
            <p:nvPr/>
          </p:nvSpPr>
          <p:spPr>
            <a:xfrm>
              <a:off x="1761905" y="3732217"/>
              <a:ext cx="754803" cy="584281"/>
            </a:xfrm>
            <a:custGeom>
              <a:avLst/>
              <a:gdLst>
                <a:gd name="csX0" fmla="*/ 8730 w 754803"/>
                <a:gd name="csY0" fmla="*/ 355571 h 584281"/>
                <a:gd name="csX1" fmla="*/ 13799 w 754803"/>
                <a:gd name="csY1" fmla="*/ 371110 h 584281"/>
                <a:gd name="csX2" fmla="*/ 20241 w 754803"/>
                <a:gd name="csY2" fmla="*/ 386650 h 584281"/>
                <a:gd name="csX3" fmla="*/ 23620 w 754803"/>
                <a:gd name="csY3" fmla="*/ 393420 h 584281"/>
                <a:gd name="csX4" fmla="*/ 27739 w 754803"/>
                <a:gd name="csY4" fmla="*/ 402191 h 584281"/>
                <a:gd name="csX5" fmla="*/ 36457 w 754803"/>
                <a:gd name="csY5" fmla="*/ 417731 h 584281"/>
                <a:gd name="csX6" fmla="*/ 47029 w 754803"/>
                <a:gd name="csY6" fmla="*/ 433271 h 584281"/>
                <a:gd name="csX7" fmla="*/ 48766 w 754803"/>
                <a:gd name="csY7" fmla="*/ 435544 h 584281"/>
                <a:gd name="csX8" fmla="*/ 58751 w 754803"/>
                <a:gd name="csY8" fmla="*/ 448814 h 584281"/>
                <a:gd name="csX9" fmla="*/ 72668 w 754803"/>
                <a:gd name="csY9" fmla="*/ 464350 h 584281"/>
                <a:gd name="csX10" fmla="*/ 73923 w 754803"/>
                <a:gd name="csY10" fmla="*/ 465617 h 584281"/>
                <a:gd name="csX11" fmla="*/ 88250 w 754803"/>
                <a:gd name="csY11" fmla="*/ 479885 h 584281"/>
                <a:gd name="csX12" fmla="*/ 99069 w 754803"/>
                <a:gd name="csY12" fmla="*/ 489308 h 584281"/>
                <a:gd name="csX13" fmla="*/ 106461 w 754803"/>
                <a:gd name="csY13" fmla="*/ 495433 h 584281"/>
                <a:gd name="csX14" fmla="*/ 124215 w 754803"/>
                <a:gd name="csY14" fmla="*/ 508657 h 584281"/>
                <a:gd name="csX15" fmla="*/ 127582 w 754803"/>
                <a:gd name="csY15" fmla="*/ 510968 h 584281"/>
                <a:gd name="csX16" fmla="*/ 149372 w 754803"/>
                <a:gd name="csY16" fmla="*/ 524791 h 584281"/>
                <a:gd name="csX17" fmla="*/ 152399 w 754803"/>
                <a:gd name="csY17" fmla="*/ 526516 h 584281"/>
                <a:gd name="csX18" fmla="*/ 174518 w 754803"/>
                <a:gd name="csY18" fmla="*/ 538402 h 584281"/>
                <a:gd name="csX19" fmla="*/ 182391 w 754803"/>
                <a:gd name="csY19" fmla="*/ 542051 h 584281"/>
                <a:gd name="csX20" fmla="*/ 199663 w 754803"/>
                <a:gd name="csY20" fmla="*/ 549842 h 584281"/>
                <a:gd name="csX21" fmla="*/ 220397 w 754803"/>
                <a:gd name="csY21" fmla="*/ 557587 h 584281"/>
                <a:gd name="csX22" fmla="*/ 224809 w 754803"/>
                <a:gd name="csY22" fmla="*/ 559241 h 584281"/>
                <a:gd name="csX23" fmla="*/ 249966 w 754803"/>
                <a:gd name="csY23" fmla="*/ 567126 h 584281"/>
                <a:gd name="csX24" fmla="*/ 274901 w 754803"/>
                <a:gd name="csY24" fmla="*/ 573134 h 584281"/>
                <a:gd name="csX25" fmla="*/ 275112 w 754803"/>
                <a:gd name="csY25" fmla="*/ 573181 h 584281"/>
                <a:gd name="csX26" fmla="*/ 300258 w 754803"/>
                <a:gd name="csY26" fmla="*/ 578121 h 584281"/>
                <a:gd name="csX27" fmla="*/ 325415 w 754803"/>
                <a:gd name="csY27" fmla="*/ 581536 h 584281"/>
                <a:gd name="csX28" fmla="*/ 350561 w 754803"/>
                <a:gd name="csY28" fmla="*/ 583554 h 584281"/>
                <a:gd name="csX29" fmla="*/ 375706 w 754803"/>
                <a:gd name="csY29" fmla="*/ 584281 h 584281"/>
                <a:gd name="csX30" fmla="*/ 400864 w 754803"/>
                <a:gd name="csY30" fmla="*/ 583730 h 584281"/>
                <a:gd name="csX31" fmla="*/ 426009 w 754803"/>
                <a:gd name="csY31" fmla="*/ 581887 h 584281"/>
                <a:gd name="csX32" fmla="*/ 451155 w 754803"/>
                <a:gd name="csY32" fmla="*/ 578661 h 584281"/>
                <a:gd name="csX33" fmla="*/ 476312 w 754803"/>
                <a:gd name="csY33" fmla="*/ 573944 h 584281"/>
                <a:gd name="csX34" fmla="*/ 479645 w 754803"/>
                <a:gd name="csY34" fmla="*/ 573134 h 584281"/>
                <a:gd name="csX35" fmla="*/ 501458 w 754803"/>
                <a:gd name="csY35" fmla="*/ 568042 h 584281"/>
                <a:gd name="csX36" fmla="*/ 526604 w 754803"/>
                <a:gd name="csY36" fmla="*/ 560415 h 584281"/>
                <a:gd name="csX37" fmla="*/ 534324 w 754803"/>
                <a:gd name="csY37" fmla="*/ 557587 h 584281"/>
                <a:gd name="csX38" fmla="*/ 551761 w 754803"/>
                <a:gd name="csY38" fmla="*/ 551215 h 584281"/>
                <a:gd name="csX39" fmla="*/ 572424 w 754803"/>
                <a:gd name="csY39" fmla="*/ 542051 h 584281"/>
                <a:gd name="csX40" fmla="*/ 576907 w 754803"/>
                <a:gd name="csY40" fmla="*/ 540009 h 584281"/>
                <a:gd name="csX41" fmla="*/ 602052 w 754803"/>
                <a:gd name="csY41" fmla="*/ 526715 h 584281"/>
                <a:gd name="csX42" fmla="*/ 602392 w 754803"/>
                <a:gd name="csY42" fmla="*/ 526516 h 584281"/>
                <a:gd name="csX43" fmla="*/ 627163 w 754803"/>
                <a:gd name="csY43" fmla="*/ 510968 h 584281"/>
                <a:gd name="csX44" fmla="*/ 627210 w 754803"/>
                <a:gd name="csY44" fmla="*/ 510945 h 584281"/>
                <a:gd name="csX45" fmla="*/ 648283 w 754803"/>
                <a:gd name="csY45" fmla="*/ 495433 h 584281"/>
                <a:gd name="csX46" fmla="*/ 652355 w 754803"/>
                <a:gd name="csY46" fmla="*/ 492100 h 584281"/>
                <a:gd name="csX47" fmla="*/ 666530 w 754803"/>
                <a:gd name="csY47" fmla="*/ 479885 h 584281"/>
                <a:gd name="csX48" fmla="*/ 677501 w 754803"/>
                <a:gd name="csY48" fmla="*/ 469102 h 584281"/>
                <a:gd name="csX49" fmla="*/ 682218 w 754803"/>
                <a:gd name="csY49" fmla="*/ 464350 h 584281"/>
                <a:gd name="csX50" fmla="*/ 695982 w 754803"/>
                <a:gd name="csY50" fmla="*/ 448814 h 584281"/>
                <a:gd name="csX51" fmla="*/ 702658 w 754803"/>
                <a:gd name="csY51" fmla="*/ 440049 h 584281"/>
                <a:gd name="csX52" fmla="*/ 707892 w 754803"/>
                <a:gd name="csY52" fmla="*/ 433271 h 584281"/>
                <a:gd name="csX53" fmla="*/ 718311 w 754803"/>
                <a:gd name="csY53" fmla="*/ 417731 h 584281"/>
                <a:gd name="csX54" fmla="*/ 726900 w 754803"/>
                <a:gd name="csY54" fmla="*/ 402191 h 584281"/>
                <a:gd name="csX55" fmla="*/ 727804 w 754803"/>
                <a:gd name="csY55" fmla="*/ 400299 h 584281"/>
                <a:gd name="csX56" fmla="*/ 734668 w 754803"/>
                <a:gd name="csY56" fmla="*/ 386650 h 584281"/>
                <a:gd name="csX57" fmla="*/ 741016 w 754803"/>
                <a:gd name="csY57" fmla="*/ 371110 h 584281"/>
                <a:gd name="csX58" fmla="*/ 745991 w 754803"/>
                <a:gd name="csY58" fmla="*/ 355571 h 584281"/>
                <a:gd name="csX59" fmla="*/ 749758 w 754803"/>
                <a:gd name="csY59" fmla="*/ 340031 h 584281"/>
                <a:gd name="csX60" fmla="*/ 752398 w 754803"/>
                <a:gd name="csY60" fmla="*/ 324490 h 584281"/>
                <a:gd name="csX61" fmla="*/ 752950 w 754803"/>
                <a:gd name="csY61" fmla="*/ 319184 h 584281"/>
                <a:gd name="csX62" fmla="*/ 754146 w 754803"/>
                <a:gd name="csY62" fmla="*/ 308950 h 584281"/>
                <a:gd name="csX63" fmla="*/ 754803 w 754803"/>
                <a:gd name="csY63" fmla="*/ 293410 h 584281"/>
                <a:gd name="csX64" fmla="*/ 754334 w 754803"/>
                <a:gd name="csY64" fmla="*/ 277871 h 584281"/>
                <a:gd name="csX65" fmla="*/ 752950 w 754803"/>
                <a:gd name="csY65" fmla="*/ 264581 h 584281"/>
                <a:gd name="csX66" fmla="*/ 752738 w 754803"/>
                <a:gd name="csY66" fmla="*/ 262330 h 584281"/>
                <a:gd name="csX67" fmla="*/ 750286 w 754803"/>
                <a:gd name="csY67" fmla="*/ 246790 h 584281"/>
                <a:gd name="csX68" fmla="*/ 746707 w 754803"/>
                <a:gd name="csY68" fmla="*/ 231250 h 584281"/>
                <a:gd name="csX69" fmla="*/ 741943 w 754803"/>
                <a:gd name="csY69" fmla="*/ 215709 h 584281"/>
                <a:gd name="csX70" fmla="*/ 735842 w 754803"/>
                <a:gd name="csY70" fmla="*/ 200170 h 584281"/>
                <a:gd name="csX71" fmla="*/ 728238 w 754803"/>
                <a:gd name="csY71" fmla="*/ 184630 h 584281"/>
                <a:gd name="csX72" fmla="*/ 727804 w 754803"/>
                <a:gd name="csY72" fmla="*/ 183854 h 584281"/>
                <a:gd name="csX73" fmla="*/ 719883 w 754803"/>
                <a:gd name="csY73" fmla="*/ 169089 h 584281"/>
                <a:gd name="csX74" fmla="*/ 709781 w 754803"/>
                <a:gd name="csY74" fmla="*/ 153549 h 584281"/>
                <a:gd name="csX75" fmla="*/ 702658 w 754803"/>
                <a:gd name="csY75" fmla="*/ 144154 h 584281"/>
                <a:gd name="csX76" fmla="*/ 698059 w 754803"/>
                <a:gd name="csY76" fmla="*/ 138009 h 584281"/>
                <a:gd name="csX77" fmla="*/ 684729 w 754803"/>
                <a:gd name="csY77" fmla="*/ 122470 h 584281"/>
                <a:gd name="csX78" fmla="*/ 677501 w 754803"/>
                <a:gd name="csY78" fmla="*/ 115099 h 584281"/>
                <a:gd name="csX79" fmla="*/ 669322 w 754803"/>
                <a:gd name="csY79" fmla="*/ 106929 h 584281"/>
                <a:gd name="csX80" fmla="*/ 652355 w 754803"/>
                <a:gd name="csY80" fmla="*/ 92125 h 584281"/>
                <a:gd name="csX81" fmla="*/ 651463 w 754803"/>
                <a:gd name="csY81" fmla="*/ 91389 h 584281"/>
                <a:gd name="csX82" fmla="*/ 631011 w 754803"/>
                <a:gd name="csY82" fmla="*/ 75849 h 584281"/>
                <a:gd name="csX83" fmla="*/ 627210 w 754803"/>
                <a:gd name="csY83" fmla="*/ 73202 h 584281"/>
                <a:gd name="csX84" fmla="*/ 606910 w 754803"/>
                <a:gd name="csY84" fmla="*/ 60309 h 584281"/>
                <a:gd name="csX85" fmla="*/ 602052 w 754803"/>
                <a:gd name="csY85" fmla="*/ 57418 h 584281"/>
                <a:gd name="csX86" fmla="*/ 577974 w 754803"/>
                <a:gd name="csY86" fmla="*/ 44769 h 584281"/>
                <a:gd name="csX87" fmla="*/ 576907 w 754803"/>
                <a:gd name="csY87" fmla="*/ 44230 h 584281"/>
                <a:gd name="csX88" fmla="*/ 551761 w 754803"/>
                <a:gd name="csY88" fmla="*/ 33020 h 584281"/>
                <a:gd name="csX89" fmla="*/ 541494 w 754803"/>
                <a:gd name="csY89" fmla="*/ 29229 h 584281"/>
                <a:gd name="csX90" fmla="*/ 526604 w 754803"/>
                <a:gd name="csY90" fmla="*/ 23731 h 584281"/>
                <a:gd name="csX91" fmla="*/ 501458 w 754803"/>
                <a:gd name="csY91" fmla="*/ 16222 h 584281"/>
                <a:gd name="csX92" fmla="*/ 490721 w 754803"/>
                <a:gd name="csY92" fmla="*/ 13689 h 584281"/>
                <a:gd name="csX93" fmla="*/ 476312 w 754803"/>
                <a:gd name="csY93" fmla="*/ 10162 h 584281"/>
                <a:gd name="csX94" fmla="*/ 451155 w 754803"/>
                <a:gd name="csY94" fmla="*/ 5520 h 584281"/>
                <a:gd name="csX95" fmla="*/ 426009 w 754803"/>
                <a:gd name="csY95" fmla="*/ 2357 h 584281"/>
                <a:gd name="csX96" fmla="*/ 400864 w 754803"/>
                <a:gd name="csY96" fmla="*/ 541 h 584281"/>
                <a:gd name="csX97" fmla="*/ 375706 w 754803"/>
                <a:gd name="csY97" fmla="*/ 0 h 584281"/>
                <a:gd name="csX98" fmla="*/ 350561 w 754803"/>
                <a:gd name="csY98" fmla="*/ 710 h 584281"/>
                <a:gd name="csX99" fmla="*/ 325415 w 754803"/>
                <a:gd name="csY99" fmla="*/ 2700 h 584281"/>
                <a:gd name="csX100" fmla="*/ 300258 w 754803"/>
                <a:gd name="csY100" fmla="*/ 6052 h 584281"/>
                <a:gd name="csX101" fmla="*/ 275112 w 754803"/>
                <a:gd name="csY101" fmla="*/ 10905 h 584281"/>
                <a:gd name="csX102" fmla="*/ 264070 w 754803"/>
                <a:gd name="csY102" fmla="*/ 13689 h 584281"/>
                <a:gd name="csX103" fmla="*/ 249966 w 754803"/>
                <a:gd name="csY103" fmla="*/ 17117 h 584281"/>
                <a:gd name="csX104" fmla="*/ 224809 w 754803"/>
                <a:gd name="csY104" fmla="*/ 24888 h 584281"/>
                <a:gd name="csX105" fmla="*/ 213286 w 754803"/>
                <a:gd name="csY105" fmla="*/ 29229 h 584281"/>
                <a:gd name="csX106" fmla="*/ 199663 w 754803"/>
                <a:gd name="csY106" fmla="*/ 34373 h 584281"/>
                <a:gd name="csX107" fmla="*/ 176841 w 754803"/>
                <a:gd name="csY107" fmla="*/ 44769 h 584281"/>
                <a:gd name="csX108" fmla="*/ 174518 w 754803"/>
                <a:gd name="csY108" fmla="*/ 45857 h 584281"/>
                <a:gd name="csX109" fmla="*/ 149372 w 754803"/>
                <a:gd name="csY109" fmla="*/ 59421 h 584281"/>
                <a:gd name="csX110" fmla="*/ 147893 w 754803"/>
                <a:gd name="csY110" fmla="*/ 60309 h 584281"/>
                <a:gd name="csX111" fmla="*/ 124215 w 754803"/>
                <a:gd name="csY111" fmla="*/ 75581 h 584281"/>
                <a:gd name="csX112" fmla="*/ 123839 w 754803"/>
                <a:gd name="csY112" fmla="*/ 75849 h 584281"/>
                <a:gd name="csX113" fmla="*/ 103258 w 754803"/>
                <a:gd name="csY113" fmla="*/ 91389 h 584281"/>
                <a:gd name="csX114" fmla="*/ 99069 w 754803"/>
                <a:gd name="csY114" fmla="*/ 94907 h 584281"/>
                <a:gd name="csX115" fmla="*/ 85434 w 754803"/>
                <a:gd name="csY115" fmla="*/ 106929 h 584281"/>
                <a:gd name="csX116" fmla="*/ 73923 w 754803"/>
                <a:gd name="csY116" fmla="*/ 118578 h 584281"/>
                <a:gd name="csX117" fmla="*/ 70145 w 754803"/>
                <a:gd name="csY117" fmla="*/ 122470 h 584281"/>
                <a:gd name="csX118" fmla="*/ 56651 w 754803"/>
                <a:gd name="csY118" fmla="*/ 138009 h 584281"/>
                <a:gd name="csX119" fmla="*/ 48766 w 754803"/>
                <a:gd name="csY119" fmla="*/ 148676 h 584281"/>
                <a:gd name="csX120" fmla="*/ 45105 w 754803"/>
                <a:gd name="csY120" fmla="*/ 153549 h 584281"/>
                <a:gd name="csX121" fmla="*/ 34861 w 754803"/>
                <a:gd name="csY121" fmla="*/ 169089 h 584281"/>
                <a:gd name="csX122" fmla="*/ 26436 w 754803"/>
                <a:gd name="csY122" fmla="*/ 184630 h 584281"/>
                <a:gd name="csX123" fmla="*/ 23620 w 754803"/>
                <a:gd name="csY123" fmla="*/ 190779 h 584281"/>
                <a:gd name="csX124" fmla="*/ 19056 w 754803"/>
                <a:gd name="csY124" fmla="*/ 200170 h 584281"/>
                <a:gd name="csX125" fmla="*/ 12849 w 754803"/>
                <a:gd name="csY125" fmla="*/ 215709 h 584281"/>
                <a:gd name="csX126" fmla="*/ 7991 w 754803"/>
                <a:gd name="csY126" fmla="*/ 231250 h 584281"/>
                <a:gd name="csX127" fmla="*/ 4365 w 754803"/>
                <a:gd name="csY127" fmla="*/ 246790 h 584281"/>
                <a:gd name="csX128" fmla="*/ 1866 w 754803"/>
                <a:gd name="csY128" fmla="*/ 262330 h 584281"/>
                <a:gd name="csX129" fmla="*/ 423 w 754803"/>
                <a:gd name="csY129" fmla="*/ 277871 h 584281"/>
                <a:gd name="csX130" fmla="*/ 0 w 754803"/>
                <a:gd name="csY130" fmla="*/ 293410 h 584281"/>
                <a:gd name="csX131" fmla="*/ 587 w 754803"/>
                <a:gd name="csY131" fmla="*/ 308950 h 584281"/>
                <a:gd name="csX132" fmla="*/ 2206 w 754803"/>
                <a:gd name="csY132" fmla="*/ 324490 h 584281"/>
                <a:gd name="csX133" fmla="*/ 4893 w 754803"/>
                <a:gd name="csY133" fmla="*/ 340031 h 584281"/>
                <a:gd name="csX134" fmla="*/ 8730 w 754803"/>
                <a:gd name="csY134" fmla="*/ 355571 h 584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</a:cxnLst>
              <a:rect l="l" t="t" r="r" b="b"/>
              <a:pathLst>
                <a:path w="754803" h="584281">
                  <a:moveTo>
                    <a:pt x="8730" y="355571"/>
                  </a:moveTo>
                  <a:lnTo>
                    <a:pt x="13799" y="371110"/>
                  </a:lnTo>
                  <a:lnTo>
                    <a:pt x="20241" y="386650"/>
                  </a:lnTo>
                  <a:lnTo>
                    <a:pt x="23620" y="393420"/>
                  </a:lnTo>
                  <a:lnTo>
                    <a:pt x="27739" y="402191"/>
                  </a:lnTo>
                  <a:lnTo>
                    <a:pt x="36457" y="417731"/>
                  </a:lnTo>
                  <a:lnTo>
                    <a:pt x="47029" y="433271"/>
                  </a:lnTo>
                  <a:lnTo>
                    <a:pt x="48766" y="435544"/>
                  </a:lnTo>
                  <a:lnTo>
                    <a:pt x="58751" y="448814"/>
                  </a:lnTo>
                  <a:lnTo>
                    <a:pt x="72668" y="464350"/>
                  </a:lnTo>
                  <a:lnTo>
                    <a:pt x="73923" y="465617"/>
                  </a:lnTo>
                  <a:lnTo>
                    <a:pt x="88250" y="479885"/>
                  </a:lnTo>
                  <a:lnTo>
                    <a:pt x="99069" y="489308"/>
                  </a:lnTo>
                  <a:lnTo>
                    <a:pt x="106461" y="495433"/>
                  </a:lnTo>
                  <a:lnTo>
                    <a:pt x="124215" y="508657"/>
                  </a:lnTo>
                  <a:lnTo>
                    <a:pt x="127582" y="510968"/>
                  </a:lnTo>
                  <a:lnTo>
                    <a:pt x="149372" y="524791"/>
                  </a:lnTo>
                  <a:lnTo>
                    <a:pt x="152399" y="526516"/>
                  </a:lnTo>
                  <a:lnTo>
                    <a:pt x="174518" y="538402"/>
                  </a:lnTo>
                  <a:lnTo>
                    <a:pt x="182391" y="542051"/>
                  </a:lnTo>
                  <a:lnTo>
                    <a:pt x="199663" y="549842"/>
                  </a:lnTo>
                  <a:lnTo>
                    <a:pt x="220397" y="557587"/>
                  </a:lnTo>
                  <a:lnTo>
                    <a:pt x="224809" y="559241"/>
                  </a:lnTo>
                  <a:lnTo>
                    <a:pt x="249966" y="567126"/>
                  </a:lnTo>
                  <a:lnTo>
                    <a:pt x="274901" y="573134"/>
                  </a:lnTo>
                  <a:lnTo>
                    <a:pt x="275112" y="573181"/>
                  </a:lnTo>
                  <a:lnTo>
                    <a:pt x="300258" y="578121"/>
                  </a:lnTo>
                  <a:lnTo>
                    <a:pt x="325415" y="581536"/>
                  </a:lnTo>
                  <a:lnTo>
                    <a:pt x="350561" y="583554"/>
                  </a:lnTo>
                  <a:lnTo>
                    <a:pt x="375706" y="584281"/>
                  </a:lnTo>
                  <a:lnTo>
                    <a:pt x="400864" y="583730"/>
                  </a:lnTo>
                  <a:lnTo>
                    <a:pt x="426009" y="581887"/>
                  </a:lnTo>
                  <a:lnTo>
                    <a:pt x="451155" y="578661"/>
                  </a:lnTo>
                  <a:lnTo>
                    <a:pt x="476312" y="573944"/>
                  </a:lnTo>
                  <a:lnTo>
                    <a:pt x="479645" y="573134"/>
                  </a:lnTo>
                  <a:lnTo>
                    <a:pt x="501458" y="568042"/>
                  </a:lnTo>
                  <a:lnTo>
                    <a:pt x="526604" y="560415"/>
                  </a:lnTo>
                  <a:lnTo>
                    <a:pt x="534324" y="557587"/>
                  </a:lnTo>
                  <a:lnTo>
                    <a:pt x="551761" y="551215"/>
                  </a:lnTo>
                  <a:lnTo>
                    <a:pt x="572424" y="542051"/>
                  </a:lnTo>
                  <a:lnTo>
                    <a:pt x="576907" y="540009"/>
                  </a:lnTo>
                  <a:lnTo>
                    <a:pt x="602052" y="526715"/>
                  </a:lnTo>
                  <a:lnTo>
                    <a:pt x="602392" y="526516"/>
                  </a:lnTo>
                  <a:lnTo>
                    <a:pt x="627163" y="510968"/>
                  </a:lnTo>
                  <a:lnTo>
                    <a:pt x="627210" y="510945"/>
                  </a:lnTo>
                  <a:lnTo>
                    <a:pt x="648283" y="495433"/>
                  </a:lnTo>
                  <a:lnTo>
                    <a:pt x="652355" y="492100"/>
                  </a:lnTo>
                  <a:lnTo>
                    <a:pt x="666530" y="479885"/>
                  </a:lnTo>
                  <a:lnTo>
                    <a:pt x="677501" y="469102"/>
                  </a:lnTo>
                  <a:lnTo>
                    <a:pt x="682218" y="464350"/>
                  </a:lnTo>
                  <a:lnTo>
                    <a:pt x="695982" y="448814"/>
                  </a:lnTo>
                  <a:lnTo>
                    <a:pt x="702658" y="440049"/>
                  </a:lnTo>
                  <a:lnTo>
                    <a:pt x="707892" y="433271"/>
                  </a:lnTo>
                  <a:lnTo>
                    <a:pt x="718311" y="417731"/>
                  </a:lnTo>
                  <a:lnTo>
                    <a:pt x="726900" y="402191"/>
                  </a:lnTo>
                  <a:lnTo>
                    <a:pt x="727804" y="400299"/>
                  </a:lnTo>
                  <a:lnTo>
                    <a:pt x="734668" y="386650"/>
                  </a:lnTo>
                  <a:lnTo>
                    <a:pt x="741016" y="371110"/>
                  </a:lnTo>
                  <a:lnTo>
                    <a:pt x="745991" y="355571"/>
                  </a:lnTo>
                  <a:lnTo>
                    <a:pt x="749758" y="340031"/>
                  </a:lnTo>
                  <a:lnTo>
                    <a:pt x="752398" y="324490"/>
                  </a:lnTo>
                  <a:lnTo>
                    <a:pt x="752950" y="319184"/>
                  </a:lnTo>
                  <a:lnTo>
                    <a:pt x="754146" y="308950"/>
                  </a:lnTo>
                  <a:lnTo>
                    <a:pt x="754803" y="293410"/>
                  </a:lnTo>
                  <a:lnTo>
                    <a:pt x="754334" y="277871"/>
                  </a:lnTo>
                  <a:lnTo>
                    <a:pt x="752950" y="264581"/>
                  </a:lnTo>
                  <a:lnTo>
                    <a:pt x="752738" y="262330"/>
                  </a:lnTo>
                  <a:lnTo>
                    <a:pt x="750286" y="246790"/>
                  </a:lnTo>
                  <a:lnTo>
                    <a:pt x="746707" y="231250"/>
                  </a:lnTo>
                  <a:lnTo>
                    <a:pt x="741943" y="215709"/>
                  </a:lnTo>
                  <a:lnTo>
                    <a:pt x="735842" y="200170"/>
                  </a:lnTo>
                  <a:lnTo>
                    <a:pt x="728238" y="184630"/>
                  </a:lnTo>
                  <a:lnTo>
                    <a:pt x="727804" y="183854"/>
                  </a:lnTo>
                  <a:lnTo>
                    <a:pt x="719883" y="169089"/>
                  </a:lnTo>
                  <a:lnTo>
                    <a:pt x="709781" y="153549"/>
                  </a:lnTo>
                  <a:lnTo>
                    <a:pt x="702658" y="144154"/>
                  </a:lnTo>
                  <a:lnTo>
                    <a:pt x="698059" y="138009"/>
                  </a:lnTo>
                  <a:lnTo>
                    <a:pt x="684729" y="122470"/>
                  </a:lnTo>
                  <a:lnTo>
                    <a:pt x="677501" y="115099"/>
                  </a:lnTo>
                  <a:lnTo>
                    <a:pt x="669322" y="106929"/>
                  </a:lnTo>
                  <a:lnTo>
                    <a:pt x="652355" y="92125"/>
                  </a:lnTo>
                  <a:lnTo>
                    <a:pt x="651463" y="91389"/>
                  </a:lnTo>
                  <a:lnTo>
                    <a:pt x="631011" y="75849"/>
                  </a:lnTo>
                  <a:lnTo>
                    <a:pt x="627210" y="73202"/>
                  </a:lnTo>
                  <a:lnTo>
                    <a:pt x="606910" y="60309"/>
                  </a:lnTo>
                  <a:lnTo>
                    <a:pt x="602052" y="57418"/>
                  </a:lnTo>
                  <a:lnTo>
                    <a:pt x="577974" y="44769"/>
                  </a:lnTo>
                  <a:lnTo>
                    <a:pt x="576907" y="44230"/>
                  </a:lnTo>
                  <a:lnTo>
                    <a:pt x="551761" y="33020"/>
                  </a:lnTo>
                  <a:lnTo>
                    <a:pt x="541494" y="29229"/>
                  </a:lnTo>
                  <a:lnTo>
                    <a:pt x="526604" y="23731"/>
                  </a:lnTo>
                  <a:lnTo>
                    <a:pt x="501458" y="16222"/>
                  </a:lnTo>
                  <a:lnTo>
                    <a:pt x="490721" y="13689"/>
                  </a:lnTo>
                  <a:lnTo>
                    <a:pt x="476312" y="10162"/>
                  </a:lnTo>
                  <a:lnTo>
                    <a:pt x="451155" y="5520"/>
                  </a:lnTo>
                  <a:lnTo>
                    <a:pt x="426009" y="2357"/>
                  </a:lnTo>
                  <a:lnTo>
                    <a:pt x="400864" y="541"/>
                  </a:lnTo>
                  <a:lnTo>
                    <a:pt x="375706" y="0"/>
                  </a:lnTo>
                  <a:lnTo>
                    <a:pt x="350561" y="710"/>
                  </a:lnTo>
                  <a:lnTo>
                    <a:pt x="325415" y="2700"/>
                  </a:lnTo>
                  <a:lnTo>
                    <a:pt x="300258" y="6052"/>
                  </a:lnTo>
                  <a:lnTo>
                    <a:pt x="275112" y="10905"/>
                  </a:lnTo>
                  <a:lnTo>
                    <a:pt x="264070" y="13689"/>
                  </a:lnTo>
                  <a:lnTo>
                    <a:pt x="249966" y="17117"/>
                  </a:lnTo>
                  <a:lnTo>
                    <a:pt x="224809" y="24888"/>
                  </a:lnTo>
                  <a:lnTo>
                    <a:pt x="213286" y="29229"/>
                  </a:lnTo>
                  <a:lnTo>
                    <a:pt x="199663" y="34373"/>
                  </a:lnTo>
                  <a:lnTo>
                    <a:pt x="176841" y="44769"/>
                  </a:lnTo>
                  <a:lnTo>
                    <a:pt x="174518" y="45857"/>
                  </a:lnTo>
                  <a:lnTo>
                    <a:pt x="149372" y="59421"/>
                  </a:lnTo>
                  <a:lnTo>
                    <a:pt x="147893" y="60309"/>
                  </a:lnTo>
                  <a:lnTo>
                    <a:pt x="124215" y="75581"/>
                  </a:lnTo>
                  <a:lnTo>
                    <a:pt x="123839" y="75849"/>
                  </a:lnTo>
                  <a:lnTo>
                    <a:pt x="103258" y="91389"/>
                  </a:lnTo>
                  <a:lnTo>
                    <a:pt x="99069" y="94907"/>
                  </a:lnTo>
                  <a:lnTo>
                    <a:pt x="85434" y="106929"/>
                  </a:lnTo>
                  <a:lnTo>
                    <a:pt x="73923" y="118578"/>
                  </a:lnTo>
                  <a:lnTo>
                    <a:pt x="70145" y="122470"/>
                  </a:lnTo>
                  <a:lnTo>
                    <a:pt x="56651" y="138009"/>
                  </a:lnTo>
                  <a:lnTo>
                    <a:pt x="48766" y="148676"/>
                  </a:lnTo>
                  <a:lnTo>
                    <a:pt x="45105" y="153549"/>
                  </a:lnTo>
                  <a:lnTo>
                    <a:pt x="34861" y="169089"/>
                  </a:lnTo>
                  <a:lnTo>
                    <a:pt x="26436" y="184630"/>
                  </a:lnTo>
                  <a:lnTo>
                    <a:pt x="23620" y="190779"/>
                  </a:lnTo>
                  <a:lnTo>
                    <a:pt x="19056" y="200170"/>
                  </a:lnTo>
                  <a:lnTo>
                    <a:pt x="12849" y="215709"/>
                  </a:lnTo>
                  <a:lnTo>
                    <a:pt x="7991" y="231250"/>
                  </a:lnTo>
                  <a:lnTo>
                    <a:pt x="4365" y="246790"/>
                  </a:lnTo>
                  <a:lnTo>
                    <a:pt x="1866" y="262330"/>
                  </a:lnTo>
                  <a:lnTo>
                    <a:pt x="423" y="277871"/>
                  </a:lnTo>
                  <a:lnTo>
                    <a:pt x="0" y="293410"/>
                  </a:lnTo>
                  <a:lnTo>
                    <a:pt x="587" y="308950"/>
                  </a:lnTo>
                  <a:lnTo>
                    <a:pt x="2206" y="324490"/>
                  </a:lnTo>
                  <a:lnTo>
                    <a:pt x="4893" y="340031"/>
                  </a:lnTo>
                  <a:lnTo>
                    <a:pt x="8730" y="35557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692428B1-38B6-770A-8D85-C95DEDE0D5C6}"/>
                </a:ext>
              </a:extLst>
            </p:cNvPr>
            <p:cNvSpPr/>
            <p:nvPr/>
          </p:nvSpPr>
          <p:spPr>
            <a:xfrm>
              <a:off x="1816632" y="3774673"/>
              <a:ext cx="645232" cy="499231"/>
            </a:xfrm>
            <a:custGeom>
              <a:avLst/>
              <a:gdLst>
                <a:gd name="csX0" fmla="*/ 16697 w 645232"/>
                <a:gd name="csY0" fmla="*/ 328655 h 499231"/>
                <a:gd name="csX1" fmla="*/ 19197 w 645232"/>
                <a:gd name="csY1" fmla="*/ 333786 h 499231"/>
                <a:gd name="csX2" fmla="*/ 24101 w 645232"/>
                <a:gd name="csY2" fmla="*/ 344195 h 499231"/>
                <a:gd name="csX3" fmla="*/ 33066 w 645232"/>
                <a:gd name="csY3" fmla="*/ 359735 h 499231"/>
                <a:gd name="csX4" fmla="*/ 44025 w 645232"/>
                <a:gd name="csY4" fmla="*/ 375276 h 499231"/>
                <a:gd name="csX5" fmla="*/ 44342 w 645232"/>
                <a:gd name="csY5" fmla="*/ 375666 h 499231"/>
                <a:gd name="csX6" fmla="*/ 56604 w 645232"/>
                <a:gd name="csY6" fmla="*/ 390816 h 499231"/>
                <a:gd name="csX7" fmla="*/ 69488 w 645232"/>
                <a:gd name="csY7" fmla="*/ 404191 h 499231"/>
                <a:gd name="csX8" fmla="*/ 71670 w 645232"/>
                <a:gd name="csY8" fmla="*/ 406358 h 499231"/>
                <a:gd name="csX9" fmla="*/ 89283 w 645232"/>
                <a:gd name="csY9" fmla="*/ 421894 h 499231"/>
                <a:gd name="csX10" fmla="*/ 94645 w 645232"/>
                <a:gd name="csY10" fmla="*/ 426130 h 499231"/>
                <a:gd name="csX11" fmla="*/ 110286 w 645232"/>
                <a:gd name="csY11" fmla="*/ 437430 h 499231"/>
                <a:gd name="csX12" fmla="*/ 119791 w 645232"/>
                <a:gd name="csY12" fmla="*/ 443684 h 499231"/>
                <a:gd name="csX13" fmla="*/ 135784 w 645232"/>
                <a:gd name="csY13" fmla="*/ 452977 h 499231"/>
                <a:gd name="csX14" fmla="*/ 144937 w 645232"/>
                <a:gd name="csY14" fmla="*/ 457952 h 499231"/>
                <a:gd name="csX15" fmla="*/ 167794 w 645232"/>
                <a:gd name="csY15" fmla="*/ 468513 h 499231"/>
                <a:gd name="csX16" fmla="*/ 170082 w 645232"/>
                <a:gd name="csY16" fmla="*/ 469534 h 499231"/>
                <a:gd name="csX17" fmla="*/ 195240 w 645232"/>
                <a:gd name="csY17" fmla="*/ 479003 h 499231"/>
                <a:gd name="csX18" fmla="*/ 212441 w 645232"/>
                <a:gd name="csY18" fmla="*/ 484060 h 499231"/>
                <a:gd name="csX19" fmla="*/ 220385 w 645232"/>
                <a:gd name="csY19" fmla="*/ 486395 h 499231"/>
                <a:gd name="csX20" fmla="*/ 245531 w 645232"/>
                <a:gd name="csY20" fmla="*/ 492109 h 499231"/>
                <a:gd name="csX21" fmla="*/ 270688 w 645232"/>
                <a:gd name="csY21" fmla="*/ 496052 h 499231"/>
                <a:gd name="csX22" fmla="*/ 295834 w 645232"/>
                <a:gd name="csY22" fmla="*/ 498387 h 499231"/>
                <a:gd name="csX23" fmla="*/ 320980 w 645232"/>
                <a:gd name="csY23" fmla="*/ 499232 h 499231"/>
                <a:gd name="csX24" fmla="*/ 346137 w 645232"/>
                <a:gd name="csY24" fmla="*/ 498587 h 499231"/>
                <a:gd name="csX25" fmla="*/ 371283 w 645232"/>
                <a:gd name="csY25" fmla="*/ 496451 h 499231"/>
                <a:gd name="csX26" fmla="*/ 396428 w 645232"/>
                <a:gd name="csY26" fmla="*/ 492731 h 499231"/>
                <a:gd name="csX27" fmla="*/ 421586 w 645232"/>
                <a:gd name="csY27" fmla="*/ 487275 h 499231"/>
                <a:gd name="csX28" fmla="*/ 432827 w 645232"/>
                <a:gd name="csY28" fmla="*/ 484060 h 499231"/>
                <a:gd name="csX29" fmla="*/ 446731 w 645232"/>
                <a:gd name="csY29" fmla="*/ 480094 h 499231"/>
                <a:gd name="csX30" fmla="*/ 471877 w 645232"/>
                <a:gd name="csY30" fmla="*/ 470942 h 499231"/>
                <a:gd name="csX31" fmla="*/ 477450 w 645232"/>
                <a:gd name="csY31" fmla="*/ 468513 h 499231"/>
                <a:gd name="csX32" fmla="*/ 497034 w 645232"/>
                <a:gd name="csY32" fmla="*/ 459665 h 499231"/>
                <a:gd name="csX33" fmla="*/ 509542 w 645232"/>
                <a:gd name="csY33" fmla="*/ 452977 h 499231"/>
                <a:gd name="csX34" fmla="*/ 522180 w 645232"/>
                <a:gd name="csY34" fmla="*/ 445773 h 499231"/>
                <a:gd name="csX35" fmla="*/ 535040 w 645232"/>
                <a:gd name="csY35" fmla="*/ 437430 h 499231"/>
                <a:gd name="csX36" fmla="*/ 547326 w 645232"/>
                <a:gd name="csY36" fmla="*/ 428700 h 499231"/>
                <a:gd name="csX37" fmla="*/ 556067 w 645232"/>
                <a:gd name="csY37" fmla="*/ 421894 h 499231"/>
                <a:gd name="csX38" fmla="*/ 572483 w 645232"/>
                <a:gd name="csY38" fmla="*/ 407450 h 499231"/>
                <a:gd name="csX39" fmla="*/ 573656 w 645232"/>
                <a:gd name="csY39" fmla="*/ 406358 h 499231"/>
                <a:gd name="csX40" fmla="*/ 588711 w 645232"/>
                <a:gd name="csY40" fmla="*/ 390816 h 499231"/>
                <a:gd name="csX41" fmla="*/ 597629 w 645232"/>
                <a:gd name="csY41" fmla="*/ 379953 h 499231"/>
                <a:gd name="csX42" fmla="*/ 601395 w 645232"/>
                <a:gd name="csY42" fmla="*/ 375276 h 499231"/>
                <a:gd name="csX43" fmla="*/ 612261 w 645232"/>
                <a:gd name="csY43" fmla="*/ 359735 h 499231"/>
                <a:gd name="csX44" fmla="*/ 621143 w 645232"/>
                <a:gd name="csY44" fmla="*/ 344195 h 499231"/>
                <a:gd name="csX45" fmla="*/ 622774 w 645232"/>
                <a:gd name="csY45" fmla="*/ 340780 h 499231"/>
                <a:gd name="csX46" fmla="*/ 628735 w 645232"/>
                <a:gd name="csY46" fmla="*/ 328655 h 499231"/>
                <a:gd name="csX47" fmla="*/ 634790 w 645232"/>
                <a:gd name="csY47" fmla="*/ 313115 h 499231"/>
                <a:gd name="csX48" fmla="*/ 639378 w 645232"/>
                <a:gd name="csY48" fmla="*/ 297575 h 499231"/>
                <a:gd name="csX49" fmla="*/ 642593 w 645232"/>
                <a:gd name="csY49" fmla="*/ 282035 h 499231"/>
                <a:gd name="csX50" fmla="*/ 644529 w 645232"/>
                <a:gd name="csY50" fmla="*/ 266495 h 499231"/>
                <a:gd name="csX51" fmla="*/ 645233 w 645232"/>
                <a:gd name="csY51" fmla="*/ 250954 h 499231"/>
                <a:gd name="csX52" fmla="*/ 644728 w 645232"/>
                <a:gd name="csY52" fmla="*/ 235415 h 499231"/>
                <a:gd name="csX53" fmla="*/ 643003 w 645232"/>
                <a:gd name="csY53" fmla="*/ 219875 h 499231"/>
                <a:gd name="csX54" fmla="*/ 640011 w 645232"/>
                <a:gd name="csY54" fmla="*/ 204334 h 499231"/>
                <a:gd name="csX55" fmla="*/ 635670 w 645232"/>
                <a:gd name="csY55" fmla="*/ 188794 h 499231"/>
                <a:gd name="csX56" fmla="*/ 629861 w 645232"/>
                <a:gd name="csY56" fmla="*/ 173254 h 499231"/>
                <a:gd name="csX57" fmla="*/ 622774 w 645232"/>
                <a:gd name="csY57" fmla="*/ 158382 h 499231"/>
                <a:gd name="csX58" fmla="*/ 622469 w 645232"/>
                <a:gd name="csY58" fmla="*/ 157715 h 499231"/>
                <a:gd name="csX59" fmla="*/ 613892 w 645232"/>
                <a:gd name="csY59" fmla="*/ 142174 h 499231"/>
                <a:gd name="csX60" fmla="*/ 603378 w 645232"/>
                <a:gd name="csY60" fmla="*/ 126634 h 499231"/>
                <a:gd name="csX61" fmla="*/ 597629 w 645232"/>
                <a:gd name="csY61" fmla="*/ 119354 h 499231"/>
                <a:gd name="csX62" fmla="*/ 590987 w 645232"/>
                <a:gd name="csY62" fmla="*/ 111094 h 499231"/>
                <a:gd name="csX63" fmla="*/ 576390 w 645232"/>
                <a:gd name="csY63" fmla="*/ 95553 h 499231"/>
                <a:gd name="csX64" fmla="*/ 572483 w 645232"/>
                <a:gd name="csY64" fmla="*/ 91843 h 499231"/>
                <a:gd name="csX65" fmla="*/ 559259 w 645232"/>
                <a:gd name="csY65" fmla="*/ 80014 h 499231"/>
                <a:gd name="csX66" fmla="*/ 547326 w 645232"/>
                <a:gd name="csY66" fmla="*/ 70592 h 499231"/>
                <a:gd name="csX67" fmla="*/ 538854 w 645232"/>
                <a:gd name="csY67" fmla="*/ 64474 h 499231"/>
                <a:gd name="csX68" fmla="*/ 522180 w 645232"/>
                <a:gd name="csY68" fmla="*/ 53533 h 499231"/>
                <a:gd name="csX69" fmla="*/ 514224 w 645232"/>
                <a:gd name="csY69" fmla="*/ 48934 h 499231"/>
                <a:gd name="csX70" fmla="*/ 497034 w 645232"/>
                <a:gd name="csY70" fmla="*/ 39629 h 499231"/>
                <a:gd name="csX71" fmla="*/ 483423 w 645232"/>
                <a:gd name="csY71" fmla="*/ 33393 h 499231"/>
                <a:gd name="csX72" fmla="*/ 471877 w 645232"/>
                <a:gd name="csY72" fmla="*/ 28309 h 499231"/>
                <a:gd name="csX73" fmla="*/ 446731 w 645232"/>
                <a:gd name="csY73" fmla="*/ 19247 h 499231"/>
                <a:gd name="csX74" fmla="*/ 441909 w 645232"/>
                <a:gd name="csY74" fmla="*/ 17853 h 499231"/>
                <a:gd name="csX75" fmla="*/ 421586 w 645232"/>
                <a:gd name="csY75" fmla="*/ 11984 h 499231"/>
                <a:gd name="csX76" fmla="*/ 396428 w 645232"/>
                <a:gd name="csY76" fmla="*/ 6584 h 499231"/>
                <a:gd name="csX77" fmla="*/ 371283 w 645232"/>
                <a:gd name="csY77" fmla="*/ 2904 h 499231"/>
                <a:gd name="csX78" fmla="*/ 364348 w 645232"/>
                <a:gd name="csY78" fmla="*/ 2314 h 499231"/>
                <a:gd name="csX79" fmla="*/ 346137 w 645232"/>
                <a:gd name="csY79" fmla="*/ 678 h 499231"/>
                <a:gd name="csX80" fmla="*/ 320980 w 645232"/>
                <a:gd name="csY80" fmla="*/ 0 h 499231"/>
                <a:gd name="csX81" fmla="*/ 295834 w 645232"/>
                <a:gd name="csY81" fmla="*/ 888 h 499231"/>
                <a:gd name="csX82" fmla="*/ 281307 w 645232"/>
                <a:gd name="csY82" fmla="*/ 2314 h 499231"/>
                <a:gd name="csX83" fmla="*/ 270688 w 645232"/>
                <a:gd name="csY83" fmla="*/ 3303 h 499231"/>
                <a:gd name="csX84" fmla="*/ 245531 w 645232"/>
                <a:gd name="csY84" fmla="*/ 7203 h 499231"/>
                <a:gd name="csX85" fmla="*/ 220385 w 645232"/>
                <a:gd name="csY85" fmla="*/ 12849 h 499231"/>
                <a:gd name="csX86" fmla="*/ 203547 w 645232"/>
                <a:gd name="csY86" fmla="*/ 17853 h 499231"/>
                <a:gd name="csX87" fmla="*/ 195240 w 645232"/>
                <a:gd name="csY87" fmla="*/ 20328 h 499231"/>
                <a:gd name="csX88" fmla="*/ 170082 w 645232"/>
                <a:gd name="csY88" fmla="*/ 29705 h 499231"/>
                <a:gd name="csX89" fmla="*/ 161880 w 645232"/>
                <a:gd name="csY89" fmla="*/ 33393 h 499231"/>
                <a:gd name="csX90" fmla="*/ 144937 w 645232"/>
                <a:gd name="csY90" fmla="*/ 41324 h 499231"/>
                <a:gd name="csX91" fmla="*/ 131114 w 645232"/>
                <a:gd name="csY91" fmla="*/ 48934 h 499231"/>
                <a:gd name="csX92" fmla="*/ 119791 w 645232"/>
                <a:gd name="csY92" fmla="*/ 55608 h 499231"/>
                <a:gd name="csX93" fmla="*/ 106473 w 645232"/>
                <a:gd name="csY93" fmla="*/ 64474 h 499231"/>
                <a:gd name="csX94" fmla="*/ 94645 w 645232"/>
                <a:gd name="csY94" fmla="*/ 73162 h 499231"/>
                <a:gd name="csX95" fmla="*/ 86080 w 645232"/>
                <a:gd name="csY95" fmla="*/ 80014 h 499231"/>
                <a:gd name="csX96" fmla="*/ 69488 w 645232"/>
                <a:gd name="csY96" fmla="*/ 95081 h 499231"/>
                <a:gd name="csX97" fmla="*/ 68995 w 645232"/>
                <a:gd name="csY97" fmla="*/ 95553 h 499231"/>
                <a:gd name="csX98" fmla="*/ 54316 w 645232"/>
                <a:gd name="csY98" fmla="*/ 111094 h 499231"/>
                <a:gd name="csX99" fmla="*/ 44342 w 645232"/>
                <a:gd name="csY99" fmla="*/ 123674 h 499231"/>
                <a:gd name="csX100" fmla="*/ 42031 w 645232"/>
                <a:gd name="csY100" fmla="*/ 126634 h 499231"/>
                <a:gd name="csX101" fmla="*/ 31423 w 645232"/>
                <a:gd name="csY101" fmla="*/ 142174 h 499231"/>
                <a:gd name="csX102" fmla="*/ 22764 w 645232"/>
                <a:gd name="csY102" fmla="*/ 157715 h 499231"/>
                <a:gd name="csX103" fmla="*/ 19197 w 645232"/>
                <a:gd name="csY103" fmla="*/ 165539 h 499231"/>
                <a:gd name="csX104" fmla="*/ 15547 w 645232"/>
                <a:gd name="csY104" fmla="*/ 173254 h 499231"/>
                <a:gd name="csX105" fmla="*/ 9680 w 645232"/>
                <a:gd name="csY105" fmla="*/ 188794 h 499231"/>
                <a:gd name="csX106" fmla="*/ 5292 w 645232"/>
                <a:gd name="csY106" fmla="*/ 204334 h 499231"/>
                <a:gd name="csX107" fmla="*/ 2253 w 645232"/>
                <a:gd name="csY107" fmla="*/ 219875 h 499231"/>
                <a:gd name="csX108" fmla="*/ 505 w 645232"/>
                <a:gd name="csY108" fmla="*/ 235415 h 499231"/>
                <a:gd name="csX109" fmla="*/ 0 w 645232"/>
                <a:gd name="csY109" fmla="*/ 250954 h 499231"/>
                <a:gd name="csX110" fmla="*/ 716 w 645232"/>
                <a:gd name="csY110" fmla="*/ 266495 h 499231"/>
                <a:gd name="csX111" fmla="*/ 2675 w 645232"/>
                <a:gd name="csY111" fmla="*/ 282035 h 499231"/>
                <a:gd name="csX112" fmla="*/ 5926 w 645232"/>
                <a:gd name="csY112" fmla="*/ 297575 h 499231"/>
                <a:gd name="csX113" fmla="*/ 10560 w 645232"/>
                <a:gd name="csY113" fmla="*/ 313115 h 499231"/>
                <a:gd name="csX114" fmla="*/ 16697 w 645232"/>
                <a:gd name="csY114" fmla="*/ 328655 h 4992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</a:cxnLst>
              <a:rect l="l" t="t" r="r" b="b"/>
              <a:pathLst>
                <a:path w="645232" h="499231">
                  <a:moveTo>
                    <a:pt x="16697" y="328655"/>
                  </a:moveTo>
                  <a:lnTo>
                    <a:pt x="19197" y="333786"/>
                  </a:lnTo>
                  <a:lnTo>
                    <a:pt x="24101" y="344195"/>
                  </a:lnTo>
                  <a:lnTo>
                    <a:pt x="33066" y="359735"/>
                  </a:lnTo>
                  <a:lnTo>
                    <a:pt x="44025" y="375276"/>
                  </a:lnTo>
                  <a:lnTo>
                    <a:pt x="44342" y="375666"/>
                  </a:lnTo>
                  <a:lnTo>
                    <a:pt x="56604" y="390816"/>
                  </a:lnTo>
                  <a:lnTo>
                    <a:pt x="69488" y="404191"/>
                  </a:lnTo>
                  <a:lnTo>
                    <a:pt x="71670" y="406358"/>
                  </a:lnTo>
                  <a:lnTo>
                    <a:pt x="89283" y="421894"/>
                  </a:lnTo>
                  <a:lnTo>
                    <a:pt x="94645" y="426130"/>
                  </a:lnTo>
                  <a:lnTo>
                    <a:pt x="110286" y="437430"/>
                  </a:lnTo>
                  <a:lnTo>
                    <a:pt x="119791" y="443684"/>
                  </a:lnTo>
                  <a:lnTo>
                    <a:pt x="135784" y="452977"/>
                  </a:lnTo>
                  <a:lnTo>
                    <a:pt x="144937" y="457952"/>
                  </a:lnTo>
                  <a:lnTo>
                    <a:pt x="167794" y="468513"/>
                  </a:lnTo>
                  <a:lnTo>
                    <a:pt x="170082" y="469534"/>
                  </a:lnTo>
                  <a:lnTo>
                    <a:pt x="195240" y="479003"/>
                  </a:lnTo>
                  <a:lnTo>
                    <a:pt x="212441" y="484060"/>
                  </a:lnTo>
                  <a:lnTo>
                    <a:pt x="220385" y="486395"/>
                  </a:lnTo>
                  <a:lnTo>
                    <a:pt x="245531" y="492109"/>
                  </a:lnTo>
                  <a:lnTo>
                    <a:pt x="270688" y="496052"/>
                  </a:lnTo>
                  <a:lnTo>
                    <a:pt x="295834" y="498387"/>
                  </a:lnTo>
                  <a:lnTo>
                    <a:pt x="320980" y="499232"/>
                  </a:lnTo>
                  <a:lnTo>
                    <a:pt x="346137" y="498587"/>
                  </a:lnTo>
                  <a:lnTo>
                    <a:pt x="371283" y="496451"/>
                  </a:lnTo>
                  <a:lnTo>
                    <a:pt x="396428" y="492731"/>
                  </a:lnTo>
                  <a:lnTo>
                    <a:pt x="421586" y="487275"/>
                  </a:lnTo>
                  <a:lnTo>
                    <a:pt x="432827" y="484060"/>
                  </a:lnTo>
                  <a:lnTo>
                    <a:pt x="446731" y="480094"/>
                  </a:lnTo>
                  <a:lnTo>
                    <a:pt x="471877" y="470942"/>
                  </a:lnTo>
                  <a:lnTo>
                    <a:pt x="477450" y="468513"/>
                  </a:lnTo>
                  <a:lnTo>
                    <a:pt x="497034" y="459665"/>
                  </a:lnTo>
                  <a:lnTo>
                    <a:pt x="509542" y="452977"/>
                  </a:lnTo>
                  <a:lnTo>
                    <a:pt x="522180" y="445773"/>
                  </a:lnTo>
                  <a:lnTo>
                    <a:pt x="535040" y="437430"/>
                  </a:lnTo>
                  <a:lnTo>
                    <a:pt x="547326" y="428700"/>
                  </a:lnTo>
                  <a:lnTo>
                    <a:pt x="556067" y="421894"/>
                  </a:lnTo>
                  <a:lnTo>
                    <a:pt x="572483" y="407450"/>
                  </a:lnTo>
                  <a:lnTo>
                    <a:pt x="573656" y="406358"/>
                  </a:lnTo>
                  <a:lnTo>
                    <a:pt x="588711" y="390816"/>
                  </a:lnTo>
                  <a:lnTo>
                    <a:pt x="597629" y="379953"/>
                  </a:lnTo>
                  <a:lnTo>
                    <a:pt x="601395" y="375276"/>
                  </a:lnTo>
                  <a:lnTo>
                    <a:pt x="612261" y="359735"/>
                  </a:lnTo>
                  <a:lnTo>
                    <a:pt x="621143" y="344195"/>
                  </a:lnTo>
                  <a:lnTo>
                    <a:pt x="622774" y="340780"/>
                  </a:lnTo>
                  <a:lnTo>
                    <a:pt x="628735" y="328655"/>
                  </a:lnTo>
                  <a:lnTo>
                    <a:pt x="634790" y="313115"/>
                  </a:lnTo>
                  <a:lnTo>
                    <a:pt x="639378" y="297575"/>
                  </a:lnTo>
                  <a:lnTo>
                    <a:pt x="642593" y="282035"/>
                  </a:lnTo>
                  <a:lnTo>
                    <a:pt x="644529" y="266495"/>
                  </a:lnTo>
                  <a:lnTo>
                    <a:pt x="645233" y="250954"/>
                  </a:lnTo>
                  <a:lnTo>
                    <a:pt x="644728" y="235415"/>
                  </a:lnTo>
                  <a:lnTo>
                    <a:pt x="643003" y="219875"/>
                  </a:lnTo>
                  <a:lnTo>
                    <a:pt x="640011" y="204334"/>
                  </a:lnTo>
                  <a:lnTo>
                    <a:pt x="635670" y="188794"/>
                  </a:lnTo>
                  <a:lnTo>
                    <a:pt x="629861" y="173254"/>
                  </a:lnTo>
                  <a:lnTo>
                    <a:pt x="622774" y="158382"/>
                  </a:lnTo>
                  <a:lnTo>
                    <a:pt x="622469" y="157715"/>
                  </a:lnTo>
                  <a:lnTo>
                    <a:pt x="613892" y="142174"/>
                  </a:lnTo>
                  <a:lnTo>
                    <a:pt x="603378" y="126634"/>
                  </a:lnTo>
                  <a:lnTo>
                    <a:pt x="597629" y="119354"/>
                  </a:lnTo>
                  <a:lnTo>
                    <a:pt x="590987" y="111094"/>
                  </a:lnTo>
                  <a:lnTo>
                    <a:pt x="576390" y="95553"/>
                  </a:lnTo>
                  <a:lnTo>
                    <a:pt x="572483" y="91843"/>
                  </a:lnTo>
                  <a:lnTo>
                    <a:pt x="559259" y="80014"/>
                  </a:lnTo>
                  <a:lnTo>
                    <a:pt x="547326" y="70592"/>
                  </a:lnTo>
                  <a:lnTo>
                    <a:pt x="538854" y="64474"/>
                  </a:lnTo>
                  <a:lnTo>
                    <a:pt x="522180" y="53533"/>
                  </a:lnTo>
                  <a:lnTo>
                    <a:pt x="514224" y="48934"/>
                  </a:lnTo>
                  <a:lnTo>
                    <a:pt x="497034" y="39629"/>
                  </a:lnTo>
                  <a:lnTo>
                    <a:pt x="483423" y="33393"/>
                  </a:lnTo>
                  <a:lnTo>
                    <a:pt x="471877" y="28309"/>
                  </a:lnTo>
                  <a:lnTo>
                    <a:pt x="446731" y="19247"/>
                  </a:lnTo>
                  <a:lnTo>
                    <a:pt x="441909" y="17853"/>
                  </a:lnTo>
                  <a:lnTo>
                    <a:pt x="421586" y="11984"/>
                  </a:lnTo>
                  <a:lnTo>
                    <a:pt x="396428" y="6584"/>
                  </a:lnTo>
                  <a:lnTo>
                    <a:pt x="371283" y="2904"/>
                  </a:lnTo>
                  <a:lnTo>
                    <a:pt x="364348" y="2314"/>
                  </a:lnTo>
                  <a:lnTo>
                    <a:pt x="346137" y="678"/>
                  </a:lnTo>
                  <a:lnTo>
                    <a:pt x="320980" y="0"/>
                  </a:lnTo>
                  <a:lnTo>
                    <a:pt x="295834" y="888"/>
                  </a:lnTo>
                  <a:lnTo>
                    <a:pt x="281307" y="2314"/>
                  </a:lnTo>
                  <a:lnTo>
                    <a:pt x="270688" y="3303"/>
                  </a:lnTo>
                  <a:lnTo>
                    <a:pt x="245531" y="7203"/>
                  </a:lnTo>
                  <a:lnTo>
                    <a:pt x="220385" y="12849"/>
                  </a:lnTo>
                  <a:lnTo>
                    <a:pt x="203547" y="17853"/>
                  </a:lnTo>
                  <a:lnTo>
                    <a:pt x="195240" y="20328"/>
                  </a:lnTo>
                  <a:lnTo>
                    <a:pt x="170082" y="29705"/>
                  </a:lnTo>
                  <a:lnTo>
                    <a:pt x="161880" y="33393"/>
                  </a:lnTo>
                  <a:lnTo>
                    <a:pt x="144937" y="41324"/>
                  </a:lnTo>
                  <a:lnTo>
                    <a:pt x="131114" y="48934"/>
                  </a:lnTo>
                  <a:lnTo>
                    <a:pt x="119791" y="55608"/>
                  </a:lnTo>
                  <a:lnTo>
                    <a:pt x="106473" y="64474"/>
                  </a:lnTo>
                  <a:lnTo>
                    <a:pt x="94645" y="73162"/>
                  </a:lnTo>
                  <a:lnTo>
                    <a:pt x="86080" y="80014"/>
                  </a:lnTo>
                  <a:lnTo>
                    <a:pt x="69488" y="95081"/>
                  </a:lnTo>
                  <a:lnTo>
                    <a:pt x="68995" y="95553"/>
                  </a:lnTo>
                  <a:lnTo>
                    <a:pt x="54316" y="111094"/>
                  </a:lnTo>
                  <a:lnTo>
                    <a:pt x="44342" y="123674"/>
                  </a:lnTo>
                  <a:lnTo>
                    <a:pt x="42031" y="126634"/>
                  </a:lnTo>
                  <a:lnTo>
                    <a:pt x="31423" y="142174"/>
                  </a:lnTo>
                  <a:lnTo>
                    <a:pt x="22764" y="157715"/>
                  </a:lnTo>
                  <a:lnTo>
                    <a:pt x="19197" y="165539"/>
                  </a:lnTo>
                  <a:lnTo>
                    <a:pt x="15547" y="173254"/>
                  </a:lnTo>
                  <a:lnTo>
                    <a:pt x="9680" y="188794"/>
                  </a:lnTo>
                  <a:lnTo>
                    <a:pt x="5292" y="204334"/>
                  </a:lnTo>
                  <a:lnTo>
                    <a:pt x="2253" y="219875"/>
                  </a:lnTo>
                  <a:lnTo>
                    <a:pt x="505" y="235415"/>
                  </a:lnTo>
                  <a:lnTo>
                    <a:pt x="0" y="250954"/>
                  </a:lnTo>
                  <a:lnTo>
                    <a:pt x="716" y="266495"/>
                  </a:lnTo>
                  <a:lnTo>
                    <a:pt x="2675" y="282035"/>
                  </a:lnTo>
                  <a:lnTo>
                    <a:pt x="5926" y="297575"/>
                  </a:lnTo>
                  <a:lnTo>
                    <a:pt x="10560" y="313115"/>
                  </a:lnTo>
                  <a:lnTo>
                    <a:pt x="16697" y="32865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1EEAB9B9-87AB-CDF5-BC38-E7C879DA5C68}"/>
                </a:ext>
              </a:extLst>
            </p:cNvPr>
            <p:cNvSpPr/>
            <p:nvPr/>
          </p:nvSpPr>
          <p:spPr>
            <a:xfrm>
              <a:off x="1862229" y="3809865"/>
              <a:ext cx="554166" cy="428943"/>
            </a:xfrm>
            <a:custGeom>
              <a:avLst/>
              <a:gdLst>
                <a:gd name="csX0" fmla="*/ 19431 w 554166"/>
                <a:gd name="csY0" fmla="*/ 293462 h 428943"/>
                <a:gd name="csX1" fmla="*/ 23890 w 554166"/>
                <a:gd name="csY1" fmla="*/ 301268 h 428943"/>
                <a:gd name="csX2" fmla="*/ 28361 w 554166"/>
                <a:gd name="csY2" fmla="*/ 309003 h 428943"/>
                <a:gd name="csX3" fmla="*/ 39262 w 554166"/>
                <a:gd name="csY3" fmla="*/ 324543 h 428943"/>
                <a:gd name="csX4" fmla="*/ 49048 w 554166"/>
                <a:gd name="csY4" fmla="*/ 336138 h 428943"/>
                <a:gd name="csX5" fmla="*/ 52556 w 554166"/>
                <a:gd name="csY5" fmla="*/ 340083 h 428943"/>
                <a:gd name="csX6" fmla="*/ 68549 w 554166"/>
                <a:gd name="csY6" fmla="*/ 355624 h 428943"/>
                <a:gd name="csX7" fmla="*/ 74193 w 554166"/>
                <a:gd name="csY7" fmla="*/ 360433 h 428943"/>
                <a:gd name="csX8" fmla="*/ 88074 w 554166"/>
                <a:gd name="csY8" fmla="*/ 371166 h 428943"/>
                <a:gd name="csX9" fmla="*/ 99339 w 554166"/>
                <a:gd name="csY9" fmla="*/ 378934 h 428943"/>
                <a:gd name="csX10" fmla="*/ 112281 w 554166"/>
                <a:gd name="csY10" fmla="*/ 386702 h 428943"/>
                <a:gd name="csX11" fmla="*/ 124485 w 554166"/>
                <a:gd name="csY11" fmla="*/ 393449 h 428943"/>
                <a:gd name="csX12" fmla="*/ 143599 w 554166"/>
                <a:gd name="csY12" fmla="*/ 402238 h 428943"/>
                <a:gd name="csX13" fmla="*/ 149642 w 554166"/>
                <a:gd name="csY13" fmla="*/ 404878 h 428943"/>
                <a:gd name="csX14" fmla="*/ 174788 w 554166"/>
                <a:gd name="csY14" fmla="*/ 413772 h 428943"/>
                <a:gd name="csX15" fmla="*/ 189842 w 554166"/>
                <a:gd name="csY15" fmla="*/ 417785 h 428943"/>
                <a:gd name="csX16" fmla="*/ 199933 w 554166"/>
                <a:gd name="csY16" fmla="*/ 420437 h 428943"/>
                <a:gd name="csX17" fmla="*/ 225091 w 554166"/>
                <a:gd name="csY17" fmla="*/ 425142 h 428943"/>
                <a:gd name="csX18" fmla="*/ 250236 w 554166"/>
                <a:gd name="csY18" fmla="*/ 427946 h 428943"/>
                <a:gd name="csX19" fmla="*/ 275382 w 554166"/>
                <a:gd name="csY19" fmla="*/ 428944 h 428943"/>
                <a:gd name="csX20" fmla="*/ 300539 w 554166"/>
                <a:gd name="csY20" fmla="*/ 428181 h 428943"/>
                <a:gd name="csX21" fmla="*/ 325685 w 554166"/>
                <a:gd name="csY21" fmla="*/ 425635 h 428943"/>
                <a:gd name="csX22" fmla="*/ 350830 w 554166"/>
                <a:gd name="csY22" fmla="*/ 421188 h 428943"/>
                <a:gd name="csX23" fmla="*/ 364266 w 554166"/>
                <a:gd name="csY23" fmla="*/ 417785 h 428943"/>
                <a:gd name="csX24" fmla="*/ 375988 w 554166"/>
                <a:gd name="csY24" fmla="*/ 414781 h 428943"/>
                <a:gd name="csX25" fmla="*/ 401134 w 554166"/>
                <a:gd name="csY25" fmla="*/ 406215 h 428943"/>
                <a:gd name="csX26" fmla="*/ 410462 w 554166"/>
                <a:gd name="csY26" fmla="*/ 402238 h 428943"/>
                <a:gd name="csX27" fmla="*/ 426279 w 554166"/>
                <a:gd name="csY27" fmla="*/ 395139 h 428943"/>
                <a:gd name="csX28" fmla="*/ 441862 w 554166"/>
                <a:gd name="csY28" fmla="*/ 386702 h 428943"/>
                <a:gd name="csX29" fmla="*/ 451437 w 554166"/>
                <a:gd name="csY29" fmla="*/ 381081 h 428943"/>
                <a:gd name="csX30" fmla="*/ 466057 w 554166"/>
                <a:gd name="csY30" fmla="*/ 371166 h 428943"/>
                <a:gd name="csX31" fmla="*/ 476582 w 554166"/>
                <a:gd name="csY31" fmla="*/ 363181 h 428943"/>
                <a:gd name="csX32" fmla="*/ 485582 w 554166"/>
                <a:gd name="csY32" fmla="*/ 355624 h 428943"/>
                <a:gd name="csX33" fmla="*/ 501587 w 554166"/>
                <a:gd name="csY33" fmla="*/ 340083 h 428943"/>
                <a:gd name="csX34" fmla="*/ 501728 w 554166"/>
                <a:gd name="csY34" fmla="*/ 339920 h 428943"/>
                <a:gd name="csX35" fmla="*/ 514870 w 554166"/>
                <a:gd name="csY35" fmla="*/ 324543 h 428943"/>
                <a:gd name="csX36" fmla="*/ 525735 w 554166"/>
                <a:gd name="csY36" fmla="*/ 309003 h 428943"/>
                <a:gd name="csX37" fmla="*/ 526885 w 554166"/>
                <a:gd name="csY37" fmla="*/ 307060 h 428943"/>
                <a:gd name="csX38" fmla="*/ 534735 w 554166"/>
                <a:gd name="csY38" fmla="*/ 293462 h 428943"/>
                <a:gd name="csX39" fmla="*/ 541834 w 554166"/>
                <a:gd name="csY39" fmla="*/ 277923 h 428943"/>
                <a:gd name="csX40" fmla="*/ 547196 w 554166"/>
                <a:gd name="csY40" fmla="*/ 262383 h 428943"/>
                <a:gd name="csX41" fmla="*/ 550963 w 554166"/>
                <a:gd name="csY41" fmla="*/ 246843 h 428943"/>
                <a:gd name="csX42" fmla="*/ 552031 w 554166"/>
                <a:gd name="csY42" fmla="*/ 239576 h 428943"/>
                <a:gd name="csX43" fmla="*/ 553298 w 554166"/>
                <a:gd name="csY43" fmla="*/ 231302 h 428943"/>
                <a:gd name="csX44" fmla="*/ 554166 w 554166"/>
                <a:gd name="csY44" fmla="*/ 215762 h 428943"/>
                <a:gd name="csX45" fmla="*/ 553544 w 554166"/>
                <a:gd name="csY45" fmla="*/ 200223 h 428943"/>
                <a:gd name="csX46" fmla="*/ 552031 w 554166"/>
                <a:gd name="csY46" fmla="*/ 189123 h 428943"/>
                <a:gd name="csX47" fmla="*/ 551444 w 554166"/>
                <a:gd name="csY47" fmla="*/ 184683 h 428943"/>
                <a:gd name="csX48" fmla="*/ 547936 w 554166"/>
                <a:gd name="csY48" fmla="*/ 169142 h 428943"/>
                <a:gd name="csX49" fmla="*/ 542855 w 554166"/>
                <a:gd name="csY49" fmla="*/ 153602 h 428943"/>
                <a:gd name="csX50" fmla="*/ 536061 w 554166"/>
                <a:gd name="csY50" fmla="*/ 138062 h 428943"/>
                <a:gd name="csX51" fmla="*/ 527366 w 554166"/>
                <a:gd name="csY51" fmla="*/ 122522 h 428943"/>
                <a:gd name="csX52" fmla="*/ 526885 w 554166"/>
                <a:gd name="csY52" fmla="*/ 121779 h 428943"/>
                <a:gd name="csX53" fmla="*/ 516864 w 554166"/>
                <a:gd name="csY53" fmla="*/ 106982 h 428943"/>
                <a:gd name="csX54" fmla="*/ 504004 w 554166"/>
                <a:gd name="csY54" fmla="*/ 91442 h 428943"/>
                <a:gd name="csX55" fmla="*/ 501728 w 554166"/>
                <a:gd name="csY55" fmla="*/ 89031 h 428943"/>
                <a:gd name="csX56" fmla="*/ 488492 w 554166"/>
                <a:gd name="csY56" fmla="*/ 75902 h 428943"/>
                <a:gd name="csX57" fmla="*/ 476582 w 554166"/>
                <a:gd name="csY57" fmla="*/ 65722 h 428943"/>
                <a:gd name="csX58" fmla="*/ 469647 w 554166"/>
                <a:gd name="csY58" fmla="*/ 60361 h 428943"/>
                <a:gd name="csX59" fmla="*/ 451437 w 554166"/>
                <a:gd name="csY59" fmla="*/ 47828 h 428943"/>
                <a:gd name="csX60" fmla="*/ 446403 w 554166"/>
                <a:gd name="csY60" fmla="*/ 44822 h 428943"/>
                <a:gd name="csX61" fmla="*/ 426279 w 554166"/>
                <a:gd name="csY61" fmla="*/ 33769 h 428943"/>
                <a:gd name="csX62" fmla="*/ 416434 w 554166"/>
                <a:gd name="csY62" fmla="*/ 29282 h 428943"/>
                <a:gd name="csX63" fmla="*/ 401134 w 554166"/>
                <a:gd name="csY63" fmla="*/ 22684 h 428943"/>
                <a:gd name="csX64" fmla="*/ 375988 w 554166"/>
                <a:gd name="csY64" fmla="*/ 14156 h 428943"/>
                <a:gd name="csX65" fmla="*/ 374392 w 554166"/>
                <a:gd name="csY65" fmla="*/ 13742 h 428943"/>
                <a:gd name="csX66" fmla="*/ 350830 w 554166"/>
                <a:gd name="csY66" fmla="*/ 7697 h 428943"/>
                <a:gd name="csX67" fmla="*/ 325685 w 554166"/>
                <a:gd name="csY67" fmla="*/ 3287 h 428943"/>
                <a:gd name="csX68" fmla="*/ 300539 w 554166"/>
                <a:gd name="csY68" fmla="*/ 756 h 428943"/>
                <a:gd name="csX69" fmla="*/ 275382 w 554166"/>
                <a:gd name="csY69" fmla="*/ 0 h 428943"/>
                <a:gd name="csX70" fmla="*/ 250236 w 554166"/>
                <a:gd name="csY70" fmla="*/ 990 h 428943"/>
                <a:gd name="csX71" fmla="*/ 225091 w 554166"/>
                <a:gd name="csY71" fmla="*/ 3765 h 428943"/>
                <a:gd name="csX72" fmla="*/ 199933 w 554166"/>
                <a:gd name="csY72" fmla="*/ 8439 h 428943"/>
                <a:gd name="csX73" fmla="*/ 180033 w 554166"/>
                <a:gd name="csY73" fmla="*/ 13742 h 428943"/>
                <a:gd name="csX74" fmla="*/ 174788 w 554166"/>
                <a:gd name="csY74" fmla="*/ 15159 h 428943"/>
                <a:gd name="csX75" fmla="*/ 149642 w 554166"/>
                <a:gd name="csY75" fmla="*/ 24016 h 428943"/>
                <a:gd name="csX76" fmla="*/ 137709 w 554166"/>
                <a:gd name="csY76" fmla="*/ 29282 h 428943"/>
                <a:gd name="csX77" fmla="*/ 124485 w 554166"/>
                <a:gd name="csY77" fmla="*/ 35459 h 428943"/>
                <a:gd name="csX78" fmla="*/ 107776 w 554166"/>
                <a:gd name="csY78" fmla="*/ 44822 h 428943"/>
                <a:gd name="csX79" fmla="*/ 99339 w 554166"/>
                <a:gd name="csY79" fmla="*/ 49977 h 428943"/>
                <a:gd name="csX80" fmla="*/ 84507 w 554166"/>
                <a:gd name="csY80" fmla="*/ 60361 h 428943"/>
                <a:gd name="csX81" fmla="*/ 74193 w 554166"/>
                <a:gd name="csY81" fmla="*/ 68482 h 428943"/>
                <a:gd name="csX82" fmla="*/ 65639 w 554166"/>
                <a:gd name="csY82" fmla="*/ 75902 h 428943"/>
                <a:gd name="csX83" fmla="*/ 50150 w 554166"/>
                <a:gd name="csY83" fmla="*/ 91442 h 428943"/>
                <a:gd name="csX84" fmla="*/ 49048 w 554166"/>
                <a:gd name="csY84" fmla="*/ 92710 h 428943"/>
                <a:gd name="csX85" fmla="*/ 37267 w 554166"/>
                <a:gd name="csY85" fmla="*/ 106982 h 428943"/>
                <a:gd name="csX86" fmla="*/ 26741 w 554166"/>
                <a:gd name="csY86" fmla="*/ 122522 h 428943"/>
                <a:gd name="csX87" fmla="*/ 23890 w 554166"/>
                <a:gd name="csY87" fmla="*/ 127610 h 428943"/>
                <a:gd name="csX88" fmla="*/ 18105 w 554166"/>
                <a:gd name="csY88" fmla="*/ 138062 h 428943"/>
                <a:gd name="csX89" fmla="*/ 11265 w 554166"/>
                <a:gd name="csY89" fmla="*/ 153602 h 428943"/>
                <a:gd name="csX90" fmla="*/ 6149 w 554166"/>
                <a:gd name="csY90" fmla="*/ 169142 h 428943"/>
                <a:gd name="csX91" fmla="*/ 2628 w 554166"/>
                <a:gd name="csY91" fmla="*/ 184683 h 428943"/>
                <a:gd name="csX92" fmla="*/ 587 w 554166"/>
                <a:gd name="csY92" fmla="*/ 200223 h 428943"/>
                <a:gd name="csX93" fmla="*/ 0 w 554166"/>
                <a:gd name="csY93" fmla="*/ 215762 h 428943"/>
                <a:gd name="csX94" fmla="*/ 833 w 554166"/>
                <a:gd name="csY94" fmla="*/ 231302 h 428943"/>
                <a:gd name="csX95" fmla="*/ 3109 w 554166"/>
                <a:gd name="csY95" fmla="*/ 246843 h 428943"/>
                <a:gd name="csX96" fmla="*/ 6900 w 554166"/>
                <a:gd name="csY96" fmla="*/ 262383 h 428943"/>
                <a:gd name="csX97" fmla="*/ 12297 w 554166"/>
                <a:gd name="csY97" fmla="*/ 277923 h 428943"/>
                <a:gd name="csX98" fmla="*/ 19431 w 554166"/>
                <a:gd name="csY98" fmla="*/ 293462 h 4289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</a:cxnLst>
              <a:rect l="l" t="t" r="r" b="b"/>
              <a:pathLst>
                <a:path w="554166" h="428943">
                  <a:moveTo>
                    <a:pt x="19431" y="293462"/>
                  </a:moveTo>
                  <a:lnTo>
                    <a:pt x="23890" y="301268"/>
                  </a:lnTo>
                  <a:lnTo>
                    <a:pt x="28361" y="309003"/>
                  </a:lnTo>
                  <a:lnTo>
                    <a:pt x="39262" y="324543"/>
                  </a:lnTo>
                  <a:lnTo>
                    <a:pt x="49048" y="336138"/>
                  </a:lnTo>
                  <a:lnTo>
                    <a:pt x="52556" y="340083"/>
                  </a:lnTo>
                  <a:lnTo>
                    <a:pt x="68549" y="355624"/>
                  </a:lnTo>
                  <a:lnTo>
                    <a:pt x="74193" y="360433"/>
                  </a:lnTo>
                  <a:lnTo>
                    <a:pt x="88074" y="371166"/>
                  </a:lnTo>
                  <a:lnTo>
                    <a:pt x="99339" y="378934"/>
                  </a:lnTo>
                  <a:lnTo>
                    <a:pt x="112281" y="386702"/>
                  </a:lnTo>
                  <a:lnTo>
                    <a:pt x="124485" y="393449"/>
                  </a:lnTo>
                  <a:lnTo>
                    <a:pt x="143599" y="402238"/>
                  </a:lnTo>
                  <a:lnTo>
                    <a:pt x="149642" y="404878"/>
                  </a:lnTo>
                  <a:lnTo>
                    <a:pt x="174788" y="413772"/>
                  </a:lnTo>
                  <a:lnTo>
                    <a:pt x="189842" y="417785"/>
                  </a:lnTo>
                  <a:lnTo>
                    <a:pt x="199933" y="420437"/>
                  </a:lnTo>
                  <a:lnTo>
                    <a:pt x="225091" y="425142"/>
                  </a:lnTo>
                  <a:lnTo>
                    <a:pt x="250236" y="427946"/>
                  </a:lnTo>
                  <a:lnTo>
                    <a:pt x="275382" y="428944"/>
                  </a:lnTo>
                  <a:lnTo>
                    <a:pt x="300539" y="428181"/>
                  </a:lnTo>
                  <a:lnTo>
                    <a:pt x="325685" y="425635"/>
                  </a:lnTo>
                  <a:lnTo>
                    <a:pt x="350830" y="421188"/>
                  </a:lnTo>
                  <a:lnTo>
                    <a:pt x="364266" y="417785"/>
                  </a:lnTo>
                  <a:lnTo>
                    <a:pt x="375988" y="414781"/>
                  </a:lnTo>
                  <a:lnTo>
                    <a:pt x="401134" y="406215"/>
                  </a:lnTo>
                  <a:lnTo>
                    <a:pt x="410462" y="402238"/>
                  </a:lnTo>
                  <a:lnTo>
                    <a:pt x="426279" y="395139"/>
                  </a:lnTo>
                  <a:lnTo>
                    <a:pt x="441862" y="386702"/>
                  </a:lnTo>
                  <a:lnTo>
                    <a:pt x="451437" y="381081"/>
                  </a:lnTo>
                  <a:lnTo>
                    <a:pt x="466057" y="371166"/>
                  </a:lnTo>
                  <a:lnTo>
                    <a:pt x="476582" y="363181"/>
                  </a:lnTo>
                  <a:lnTo>
                    <a:pt x="485582" y="355624"/>
                  </a:lnTo>
                  <a:lnTo>
                    <a:pt x="501587" y="340083"/>
                  </a:lnTo>
                  <a:lnTo>
                    <a:pt x="501728" y="339920"/>
                  </a:lnTo>
                  <a:lnTo>
                    <a:pt x="514870" y="324543"/>
                  </a:lnTo>
                  <a:lnTo>
                    <a:pt x="525735" y="309003"/>
                  </a:lnTo>
                  <a:lnTo>
                    <a:pt x="526885" y="307060"/>
                  </a:lnTo>
                  <a:lnTo>
                    <a:pt x="534735" y="293462"/>
                  </a:lnTo>
                  <a:lnTo>
                    <a:pt x="541834" y="277923"/>
                  </a:lnTo>
                  <a:lnTo>
                    <a:pt x="547196" y="262383"/>
                  </a:lnTo>
                  <a:lnTo>
                    <a:pt x="550963" y="246843"/>
                  </a:lnTo>
                  <a:lnTo>
                    <a:pt x="552031" y="239576"/>
                  </a:lnTo>
                  <a:lnTo>
                    <a:pt x="553298" y="231302"/>
                  </a:lnTo>
                  <a:lnTo>
                    <a:pt x="554166" y="215762"/>
                  </a:lnTo>
                  <a:lnTo>
                    <a:pt x="553544" y="200223"/>
                  </a:lnTo>
                  <a:lnTo>
                    <a:pt x="552031" y="189123"/>
                  </a:lnTo>
                  <a:lnTo>
                    <a:pt x="551444" y="184683"/>
                  </a:lnTo>
                  <a:lnTo>
                    <a:pt x="547936" y="169142"/>
                  </a:lnTo>
                  <a:lnTo>
                    <a:pt x="542855" y="153602"/>
                  </a:lnTo>
                  <a:lnTo>
                    <a:pt x="536061" y="138062"/>
                  </a:lnTo>
                  <a:lnTo>
                    <a:pt x="527366" y="122522"/>
                  </a:lnTo>
                  <a:lnTo>
                    <a:pt x="526885" y="121779"/>
                  </a:lnTo>
                  <a:lnTo>
                    <a:pt x="516864" y="106982"/>
                  </a:lnTo>
                  <a:lnTo>
                    <a:pt x="504004" y="91442"/>
                  </a:lnTo>
                  <a:lnTo>
                    <a:pt x="501728" y="89031"/>
                  </a:lnTo>
                  <a:lnTo>
                    <a:pt x="488492" y="75902"/>
                  </a:lnTo>
                  <a:lnTo>
                    <a:pt x="476582" y="65722"/>
                  </a:lnTo>
                  <a:lnTo>
                    <a:pt x="469647" y="60361"/>
                  </a:lnTo>
                  <a:lnTo>
                    <a:pt x="451437" y="47828"/>
                  </a:lnTo>
                  <a:lnTo>
                    <a:pt x="446403" y="44822"/>
                  </a:lnTo>
                  <a:lnTo>
                    <a:pt x="426279" y="33769"/>
                  </a:lnTo>
                  <a:lnTo>
                    <a:pt x="416434" y="29282"/>
                  </a:lnTo>
                  <a:lnTo>
                    <a:pt x="401134" y="22684"/>
                  </a:lnTo>
                  <a:lnTo>
                    <a:pt x="375988" y="14156"/>
                  </a:lnTo>
                  <a:lnTo>
                    <a:pt x="374392" y="13742"/>
                  </a:lnTo>
                  <a:lnTo>
                    <a:pt x="350830" y="7697"/>
                  </a:lnTo>
                  <a:lnTo>
                    <a:pt x="325685" y="3287"/>
                  </a:lnTo>
                  <a:lnTo>
                    <a:pt x="300539" y="756"/>
                  </a:lnTo>
                  <a:lnTo>
                    <a:pt x="275382" y="0"/>
                  </a:lnTo>
                  <a:lnTo>
                    <a:pt x="250236" y="990"/>
                  </a:lnTo>
                  <a:lnTo>
                    <a:pt x="225091" y="3765"/>
                  </a:lnTo>
                  <a:lnTo>
                    <a:pt x="199933" y="8439"/>
                  </a:lnTo>
                  <a:lnTo>
                    <a:pt x="180033" y="13742"/>
                  </a:lnTo>
                  <a:lnTo>
                    <a:pt x="174788" y="15159"/>
                  </a:lnTo>
                  <a:lnTo>
                    <a:pt x="149642" y="24016"/>
                  </a:lnTo>
                  <a:lnTo>
                    <a:pt x="137709" y="29282"/>
                  </a:lnTo>
                  <a:lnTo>
                    <a:pt x="124485" y="35459"/>
                  </a:lnTo>
                  <a:lnTo>
                    <a:pt x="107776" y="44822"/>
                  </a:lnTo>
                  <a:lnTo>
                    <a:pt x="99339" y="49977"/>
                  </a:lnTo>
                  <a:lnTo>
                    <a:pt x="84507" y="60361"/>
                  </a:lnTo>
                  <a:lnTo>
                    <a:pt x="74193" y="68482"/>
                  </a:lnTo>
                  <a:lnTo>
                    <a:pt x="65639" y="75902"/>
                  </a:lnTo>
                  <a:lnTo>
                    <a:pt x="50150" y="91442"/>
                  </a:lnTo>
                  <a:lnTo>
                    <a:pt x="49048" y="92710"/>
                  </a:lnTo>
                  <a:lnTo>
                    <a:pt x="37267" y="106982"/>
                  </a:lnTo>
                  <a:lnTo>
                    <a:pt x="26741" y="122522"/>
                  </a:lnTo>
                  <a:lnTo>
                    <a:pt x="23890" y="127610"/>
                  </a:lnTo>
                  <a:lnTo>
                    <a:pt x="18105" y="138062"/>
                  </a:lnTo>
                  <a:lnTo>
                    <a:pt x="11265" y="153602"/>
                  </a:lnTo>
                  <a:lnTo>
                    <a:pt x="6149" y="169142"/>
                  </a:lnTo>
                  <a:lnTo>
                    <a:pt x="2628" y="184683"/>
                  </a:lnTo>
                  <a:lnTo>
                    <a:pt x="587" y="200223"/>
                  </a:lnTo>
                  <a:lnTo>
                    <a:pt x="0" y="215762"/>
                  </a:lnTo>
                  <a:lnTo>
                    <a:pt x="833" y="231302"/>
                  </a:lnTo>
                  <a:lnTo>
                    <a:pt x="3109" y="246843"/>
                  </a:lnTo>
                  <a:lnTo>
                    <a:pt x="6900" y="262383"/>
                  </a:lnTo>
                  <a:lnTo>
                    <a:pt x="12297" y="277923"/>
                  </a:lnTo>
                  <a:lnTo>
                    <a:pt x="19431" y="29346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9FECB2DB-B788-58CD-6F42-1C37DD5DF4A2}"/>
                </a:ext>
              </a:extLst>
            </p:cNvPr>
            <p:cNvSpPr/>
            <p:nvPr/>
          </p:nvSpPr>
          <p:spPr>
            <a:xfrm>
              <a:off x="1903368" y="3841754"/>
              <a:ext cx="471853" cy="365138"/>
            </a:xfrm>
            <a:custGeom>
              <a:avLst/>
              <a:gdLst>
                <a:gd name="csX0" fmla="*/ 23303 w 471853"/>
                <a:gd name="csY0" fmla="*/ 261573 h 365138"/>
                <a:gd name="csX1" fmla="*/ 33054 w 471853"/>
                <a:gd name="csY1" fmla="*/ 275600 h 365138"/>
                <a:gd name="csX2" fmla="*/ 34169 w 471853"/>
                <a:gd name="csY2" fmla="*/ 277114 h 365138"/>
                <a:gd name="csX3" fmla="*/ 47874 w 471853"/>
                <a:gd name="csY3" fmla="*/ 292654 h 365138"/>
                <a:gd name="csX4" fmla="*/ 58200 w 471853"/>
                <a:gd name="csY4" fmla="*/ 302466 h 365138"/>
                <a:gd name="csX5" fmla="*/ 64947 w 471853"/>
                <a:gd name="csY5" fmla="*/ 308194 h 365138"/>
                <a:gd name="csX6" fmla="*/ 83346 w 471853"/>
                <a:gd name="csY6" fmla="*/ 321744 h 365138"/>
                <a:gd name="csX7" fmla="*/ 86514 w 471853"/>
                <a:gd name="csY7" fmla="*/ 323735 h 365138"/>
                <a:gd name="csX8" fmla="*/ 108503 w 471853"/>
                <a:gd name="csY8" fmla="*/ 336158 h 365138"/>
                <a:gd name="csX9" fmla="*/ 115320 w 471853"/>
                <a:gd name="csY9" fmla="*/ 339277 h 365138"/>
                <a:gd name="csX10" fmla="*/ 133649 w 471853"/>
                <a:gd name="csY10" fmla="*/ 347057 h 365138"/>
                <a:gd name="csX11" fmla="*/ 157914 w 471853"/>
                <a:gd name="csY11" fmla="*/ 354813 h 365138"/>
                <a:gd name="csX12" fmla="*/ 158794 w 471853"/>
                <a:gd name="csY12" fmla="*/ 355083 h 365138"/>
                <a:gd name="csX13" fmla="*/ 183952 w 471853"/>
                <a:gd name="csY13" fmla="*/ 360656 h 365138"/>
                <a:gd name="csX14" fmla="*/ 209097 w 471853"/>
                <a:gd name="csY14" fmla="*/ 363954 h 365138"/>
                <a:gd name="csX15" fmla="*/ 234243 w 471853"/>
                <a:gd name="csY15" fmla="*/ 365139 h 365138"/>
                <a:gd name="csX16" fmla="*/ 259400 w 471853"/>
                <a:gd name="csY16" fmla="*/ 364235 h 365138"/>
                <a:gd name="csX17" fmla="*/ 284546 w 471853"/>
                <a:gd name="csY17" fmla="*/ 361220 h 365138"/>
                <a:gd name="csX18" fmla="*/ 309691 w 471853"/>
                <a:gd name="csY18" fmla="*/ 355963 h 365138"/>
                <a:gd name="csX19" fmla="*/ 313611 w 471853"/>
                <a:gd name="csY19" fmla="*/ 354813 h 365138"/>
                <a:gd name="csX20" fmla="*/ 334849 w 471853"/>
                <a:gd name="csY20" fmla="*/ 348289 h 365138"/>
                <a:gd name="csX21" fmla="*/ 356697 w 471853"/>
                <a:gd name="csY21" fmla="*/ 339277 h 365138"/>
                <a:gd name="csX22" fmla="*/ 359995 w 471853"/>
                <a:gd name="csY22" fmla="*/ 337813 h 365138"/>
                <a:gd name="csX23" fmla="*/ 385140 w 471853"/>
                <a:gd name="csY23" fmla="*/ 323946 h 365138"/>
                <a:gd name="csX24" fmla="*/ 385469 w 471853"/>
                <a:gd name="csY24" fmla="*/ 323735 h 365138"/>
                <a:gd name="csX25" fmla="*/ 406977 w 471853"/>
                <a:gd name="csY25" fmla="*/ 308194 h 365138"/>
                <a:gd name="csX26" fmla="*/ 410298 w 471853"/>
                <a:gd name="csY26" fmla="*/ 305434 h 365138"/>
                <a:gd name="csX27" fmla="*/ 423979 w 471853"/>
                <a:gd name="csY27" fmla="*/ 292654 h 365138"/>
                <a:gd name="csX28" fmla="*/ 435443 w 471853"/>
                <a:gd name="csY28" fmla="*/ 279829 h 365138"/>
                <a:gd name="csX29" fmla="*/ 437696 w 471853"/>
                <a:gd name="csY29" fmla="*/ 277114 h 365138"/>
                <a:gd name="csX30" fmla="*/ 448550 w 471853"/>
                <a:gd name="csY30" fmla="*/ 261573 h 365138"/>
                <a:gd name="csX31" fmla="*/ 457080 w 471853"/>
                <a:gd name="csY31" fmla="*/ 246034 h 365138"/>
                <a:gd name="csX32" fmla="*/ 460589 w 471853"/>
                <a:gd name="csY32" fmla="*/ 237693 h 365138"/>
                <a:gd name="csX33" fmla="*/ 463546 w 471853"/>
                <a:gd name="csY33" fmla="*/ 230494 h 365138"/>
                <a:gd name="csX34" fmla="*/ 468110 w 471853"/>
                <a:gd name="csY34" fmla="*/ 214954 h 365138"/>
                <a:gd name="csX35" fmla="*/ 470856 w 471853"/>
                <a:gd name="csY35" fmla="*/ 199413 h 365138"/>
                <a:gd name="csX36" fmla="*/ 471853 w 471853"/>
                <a:gd name="csY36" fmla="*/ 183873 h 365138"/>
                <a:gd name="csX37" fmla="*/ 471149 w 471853"/>
                <a:gd name="csY37" fmla="*/ 168334 h 365138"/>
                <a:gd name="csX38" fmla="*/ 468697 w 471853"/>
                <a:gd name="csY38" fmla="*/ 152794 h 365138"/>
                <a:gd name="csX39" fmla="*/ 464449 w 471853"/>
                <a:gd name="csY39" fmla="*/ 137253 h 365138"/>
                <a:gd name="csX40" fmla="*/ 460589 w 471853"/>
                <a:gd name="csY40" fmla="*/ 127406 h 365138"/>
                <a:gd name="csX41" fmla="*/ 458312 w 471853"/>
                <a:gd name="csY41" fmla="*/ 121713 h 365138"/>
                <a:gd name="csX42" fmla="*/ 450146 w 471853"/>
                <a:gd name="csY42" fmla="*/ 106173 h 365138"/>
                <a:gd name="csX43" fmla="*/ 439703 w 471853"/>
                <a:gd name="csY43" fmla="*/ 90633 h 365138"/>
                <a:gd name="csX44" fmla="*/ 435443 w 471853"/>
                <a:gd name="csY44" fmla="*/ 85364 h 365138"/>
                <a:gd name="csX45" fmla="*/ 426502 w 471853"/>
                <a:gd name="csY45" fmla="*/ 75093 h 365138"/>
                <a:gd name="csX46" fmla="*/ 410298 w 471853"/>
                <a:gd name="csY46" fmla="*/ 59621 h 365138"/>
                <a:gd name="csX47" fmla="*/ 410215 w 471853"/>
                <a:gd name="csY47" fmla="*/ 59553 h 365138"/>
                <a:gd name="csX48" fmla="*/ 389388 w 471853"/>
                <a:gd name="csY48" fmla="*/ 44012 h 365138"/>
                <a:gd name="csX49" fmla="*/ 385140 w 471853"/>
                <a:gd name="csY49" fmla="*/ 41210 h 365138"/>
                <a:gd name="csX50" fmla="*/ 362283 w 471853"/>
                <a:gd name="csY50" fmla="*/ 28472 h 365138"/>
                <a:gd name="csX51" fmla="*/ 359995 w 471853"/>
                <a:gd name="csY51" fmla="*/ 27306 h 365138"/>
                <a:gd name="csX52" fmla="*/ 334849 w 471853"/>
                <a:gd name="csY52" fmla="*/ 16844 h 365138"/>
                <a:gd name="csX53" fmla="*/ 322341 w 471853"/>
                <a:gd name="csY53" fmla="*/ 12933 h 365138"/>
                <a:gd name="csX54" fmla="*/ 309691 w 471853"/>
                <a:gd name="csY54" fmla="*/ 9152 h 365138"/>
                <a:gd name="csX55" fmla="*/ 284546 w 471853"/>
                <a:gd name="csY55" fmla="*/ 3909 h 365138"/>
                <a:gd name="csX56" fmla="*/ 259400 w 471853"/>
                <a:gd name="csY56" fmla="*/ 898 h 365138"/>
                <a:gd name="csX57" fmla="*/ 234243 w 471853"/>
                <a:gd name="csY57" fmla="*/ 0 h 365138"/>
                <a:gd name="csX58" fmla="*/ 209097 w 471853"/>
                <a:gd name="csY58" fmla="*/ 1177 h 365138"/>
                <a:gd name="csX59" fmla="*/ 183952 w 471853"/>
                <a:gd name="csY59" fmla="*/ 4476 h 365138"/>
                <a:gd name="csX60" fmla="*/ 158794 w 471853"/>
                <a:gd name="csY60" fmla="*/ 10035 h 365138"/>
                <a:gd name="csX61" fmla="*/ 149466 w 471853"/>
                <a:gd name="csY61" fmla="*/ 12933 h 365138"/>
                <a:gd name="csX62" fmla="*/ 133649 w 471853"/>
                <a:gd name="csY62" fmla="*/ 18075 h 365138"/>
                <a:gd name="csX63" fmla="*/ 109524 w 471853"/>
                <a:gd name="csY63" fmla="*/ 28472 h 365138"/>
                <a:gd name="csX64" fmla="*/ 108503 w 471853"/>
                <a:gd name="csY64" fmla="*/ 28947 h 365138"/>
                <a:gd name="csX65" fmla="*/ 83346 w 471853"/>
                <a:gd name="csY65" fmla="*/ 43355 h 365138"/>
                <a:gd name="csX66" fmla="*/ 82372 w 471853"/>
                <a:gd name="csY66" fmla="*/ 44012 h 365138"/>
                <a:gd name="csX67" fmla="*/ 61732 w 471853"/>
                <a:gd name="csY67" fmla="*/ 59553 h 365138"/>
                <a:gd name="csX68" fmla="*/ 58200 w 471853"/>
                <a:gd name="csY68" fmla="*/ 62625 h 365138"/>
                <a:gd name="csX69" fmla="*/ 45363 w 471853"/>
                <a:gd name="csY69" fmla="*/ 75093 h 365138"/>
                <a:gd name="csX70" fmla="*/ 33054 w 471853"/>
                <a:gd name="csY70" fmla="*/ 89500 h 365138"/>
                <a:gd name="csX71" fmla="*/ 32151 w 471853"/>
                <a:gd name="csY71" fmla="*/ 90633 h 365138"/>
                <a:gd name="csX72" fmla="*/ 21708 w 471853"/>
                <a:gd name="csY72" fmla="*/ 106173 h 365138"/>
                <a:gd name="csX73" fmla="*/ 13541 w 471853"/>
                <a:gd name="csY73" fmla="*/ 121713 h 365138"/>
                <a:gd name="csX74" fmla="*/ 7909 w 471853"/>
                <a:gd name="csY74" fmla="*/ 136041 h 365138"/>
                <a:gd name="csX75" fmla="*/ 7439 w 471853"/>
                <a:gd name="csY75" fmla="*/ 137253 h 365138"/>
                <a:gd name="csX76" fmla="*/ 3180 w 471853"/>
                <a:gd name="csY76" fmla="*/ 152794 h 365138"/>
                <a:gd name="csX77" fmla="*/ 716 w 471853"/>
                <a:gd name="csY77" fmla="*/ 168334 h 365138"/>
                <a:gd name="csX78" fmla="*/ 0 w 471853"/>
                <a:gd name="csY78" fmla="*/ 183873 h 365138"/>
                <a:gd name="csX79" fmla="*/ 1009 w 471853"/>
                <a:gd name="csY79" fmla="*/ 199413 h 365138"/>
                <a:gd name="csX80" fmla="*/ 3767 w 471853"/>
                <a:gd name="csY80" fmla="*/ 214954 h 365138"/>
                <a:gd name="csX81" fmla="*/ 7909 w 471853"/>
                <a:gd name="csY81" fmla="*/ 229047 h 365138"/>
                <a:gd name="csX82" fmla="*/ 8331 w 471853"/>
                <a:gd name="csY82" fmla="*/ 230494 h 365138"/>
                <a:gd name="csX83" fmla="*/ 14773 w 471853"/>
                <a:gd name="csY83" fmla="*/ 246034 h 365138"/>
                <a:gd name="csX84" fmla="*/ 23303 w 471853"/>
                <a:gd name="csY84" fmla="*/ 261573 h 3651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</a:cxnLst>
              <a:rect l="l" t="t" r="r" b="b"/>
              <a:pathLst>
                <a:path w="471853" h="365138">
                  <a:moveTo>
                    <a:pt x="23303" y="261573"/>
                  </a:moveTo>
                  <a:lnTo>
                    <a:pt x="33054" y="275600"/>
                  </a:lnTo>
                  <a:lnTo>
                    <a:pt x="34169" y="277114"/>
                  </a:lnTo>
                  <a:lnTo>
                    <a:pt x="47874" y="292654"/>
                  </a:lnTo>
                  <a:lnTo>
                    <a:pt x="58200" y="302466"/>
                  </a:lnTo>
                  <a:lnTo>
                    <a:pt x="64947" y="308194"/>
                  </a:lnTo>
                  <a:lnTo>
                    <a:pt x="83346" y="321744"/>
                  </a:lnTo>
                  <a:lnTo>
                    <a:pt x="86514" y="323735"/>
                  </a:lnTo>
                  <a:lnTo>
                    <a:pt x="108503" y="336158"/>
                  </a:lnTo>
                  <a:lnTo>
                    <a:pt x="115320" y="339277"/>
                  </a:lnTo>
                  <a:lnTo>
                    <a:pt x="133649" y="347057"/>
                  </a:lnTo>
                  <a:lnTo>
                    <a:pt x="157914" y="354813"/>
                  </a:lnTo>
                  <a:lnTo>
                    <a:pt x="158794" y="355083"/>
                  </a:lnTo>
                  <a:lnTo>
                    <a:pt x="183952" y="360656"/>
                  </a:lnTo>
                  <a:lnTo>
                    <a:pt x="209097" y="363954"/>
                  </a:lnTo>
                  <a:lnTo>
                    <a:pt x="234243" y="365139"/>
                  </a:lnTo>
                  <a:lnTo>
                    <a:pt x="259400" y="364235"/>
                  </a:lnTo>
                  <a:lnTo>
                    <a:pt x="284546" y="361220"/>
                  </a:lnTo>
                  <a:lnTo>
                    <a:pt x="309691" y="355963"/>
                  </a:lnTo>
                  <a:lnTo>
                    <a:pt x="313611" y="354813"/>
                  </a:lnTo>
                  <a:lnTo>
                    <a:pt x="334849" y="348289"/>
                  </a:lnTo>
                  <a:lnTo>
                    <a:pt x="356697" y="339277"/>
                  </a:lnTo>
                  <a:lnTo>
                    <a:pt x="359995" y="337813"/>
                  </a:lnTo>
                  <a:lnTo>
                    <a:pt x="385140" y="323946"/>
                  </a:lnTo>
                  <a:lnTo>
                    <a:pt x="385469" y="323735"/>
                  </a:lnTo>
                  <a:lnTo>
                    <a:pt x="406977" y="308194"/>
                  </a:lnTo>
                  <a:lnTo>
                    <a:pt x="410298" y="305434"/>
                  </a:lnTo>
                  <a:lnTo>
                    <a:pt x="423979" y="292654"/>
                  </a:lnTo>
                  <a:lnTo>
                    <a:pt x="435443" y="279829"/>
                  </a:lnTo>
                  <a:lnTo>
                    <a:pt x="437696" y="277114"/>
                  </a:lnTo>
                  <a:lnTo>
                    <a:pt x="448550" y="261573"/>
                  </a:lnTo>
                  <a:lnTo>
                    <a:pt x="457080" y="246034"/>
                  </a:lnTo>
                  <a:lnTo>
                    <a:pt x="460589" y="237693"/>
                  </a:lnTo>
                  <a:lnTo>
                    <a:pt x="463546" y="230494"/>
                  </a:lnTo>
                  <a:lnTo>
                    <a:pt x="468110" y="214954"/>
                  </a:lnTo>
                  <a:lnTo>
                    <a:pt x="470856" y="199413"/>
                  </a:lnTo>
                  <a:lnTo>
                    <a:pt x="471853" y="183873"/>
                  </a:lnTo>
                  <a:lnTo>
                    <a:pt x="471149" y="168334"/>
                  </a:lnTo>
                  <a:lnTo>
                    <a:pt x="468697" y="152794"/>
                  </a:lnTo>
                  <a:lnTo>
                    <a:pt x="464449" y="137253"/>
                  </a:lnTo>
                  <a:lnTo>
                    <a:pt x="460589" y="127406"/>
                  </a:lnTo>
                  <a:lnTo>
                    <a:pt x="458312" y="121713"/>
                  </a:lnTo>
                  <a:lnTo>
                    <a:pt x="450146" y="106173"/>
                  </a:lnTo>
                  <a:lnTo>
                    <a:pt x="439703" y="90633"/>
                  </a:lnTo>
                  <a:lnTo>
                    <a:pt x="435443" y="85364"/>
                  </a:lnTo>
                  <a:lnTo>
                    <a:pt x="426502" y="75093"/>
                  </a:lnTo>
                  <a:lnTo>
                    <a:pt x="410298" y="59621"/>
                  </a:lnTo>
                  <a:lnTo>
                    <a:pt x="410215" y="59553"/>
                  </a:lnTo>
                  <a:lnTo>
                    <a:pt x="389388" y="44012"/>
                  </a:lnTo>
                  <a:lnTo>
                    <a:pt x="385140" y="41210"/>
                  </a:lnTo>
                  <a:lnTo>
                    <a:pt x="362283" y="28472"/>
                  </a:lnTo>
                  <a:lnTo>
                    <a:pt x="359995" y="27306"/>
                  </a:lnTo>
                  <a:lnTo>
                    <a:pt x="334849" y="16844"/>
                  </a:lnTo>
                  <a:lnTo>
                    <a:pt x="322341" y="12933"/>
                  </a:lnTo>
                  <a:lnTo>
                    <a:pt x="309691" y="9152"/>
                  </a:lnTo>
                  <a:lnTo>
                    <a:pt x="284546" y="3909"/>
                  </a:lnTo>
                  <a:lnTo>
                    <a:pt x="259400" y="898"/>
                  </a:lnTo>
                  <a:lnTo>
                    <a:pt x="234243" y="0"/>
                  </a:lnTo>
                  <a:lnTo>
                    <a:pt x="209097" y="1177"/>
                  </a:lnTo>
                  <a:lnTo>
                    <a:pt x="183952" y="4476"/>
                  </a:lnTo>
                  <a:lnTo>
                    <a:pt x="158794" y="10035"/>
                  </a:lnTo>
                  <a:lnTo>
                    <a:pt x="149466" y="12933"/>
                  </a:lnTo>
                  <a:lnTo>
                    <a:pt x="133649" y="18075"/>
                  </a:lnTo>
                  <a:lnTo>
                    <a:pt x="109524" y="28472"/>
                  </a:lnTo>
                  <a:lnTo>
                    <a:pt x="108503" y="28947"/>
                  </a:lnTo>
                  <a:lnTo>
                    <a:pt x="83346" y="43355"/>
                  </a:lnTo>
                  <a:lnTo>
                    <a:pt x="82372" y="44012"/>
                  </a:lnTo>
                  <a:lnTo>
                    <a:pt x="61732" y="59553"/>
                  </a:lnTo>
                  <a:lnTo>
                    <a:pt x="58200" y="62625"/>
                  </a:lnTo>
                  <a:lnTo>
                    <a:pt x="45363" y="75093"/>
                  </a:lnTo>
                  <a:lnTo>
                    <a:pt x="33054" y="89500"/>
                  </a:lnTo>
                  <a:lnTo>
                    <a:pt x="32151" y="90633"/>
                  </a:lnTo>
                  <a:lnTo>
                    <a:pt x="21708" y="106173"/>
                  </a:lnTo>
                  <a:lnTo>
                    <a:pt x="13541" y="121713"/>
                  </a:lnTo>
                  <a:lnTo>
                    <a:pt x="7909" y="136041"/>
                  </a:lnTo>
                  <a:lnTo>
                    <a:pt x="7439" y="137253"/>
                  </a:lnTo>
                  <a:lnTo>
                    <a:pt x="3180" y="152794"/>
                  </a:lnTo>
                  <a:lnTo>
                    <a:pt x="716" y="168334"/>
                  </a:lnTo>
                  <a:lnTo>
                    <a:pt x="0" y="183873"/>
                  </a:lnTo>
                  <a:lnTo>
                    <a:pt x="1009" y="199413"/>
                  </a:lnTo>
                  <a:lnTo>
                    <a:pt x="3767" y="214954"/>
                  </a:lnTo>
                  <a:lnTo>
                    <a:pt x="7909" y="229047"/>
                  </a:lnTo>
                  <a:lnTo>
                    <a:pt x="8331" y="230494"/>
                  </a:lnTo>
                  <a:lnTo>
                    <a:pt x="14773" y="246034"/>
                  </a:lnTo>
                  <a:lnTo>
                    <a:pt x="23303" y="26157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6F075F5D-FAF8-8C42-5A62-9BFC0041ECAB}"/>
                </a:ext>
              </a:extLst>
            </p:cNvPr>
            <p:cNvSpPr/>
            <p:nvPr/>
          </p:nvSpPr>
          <p:spPr>
            <a:xfrm>
              <a:off x="1943475" y="3872722"/>
              <a:ext cx="391675" cy="303178"/>
            </a:xfrm>
            <a:custGeom>
              <a:avLst/>
              <a:gdLst>
                <a:gd name="csX0" fmla="*/ 17906 w 391675"/>
                <a:gd name="csY0" fmla="*/ 215066 h 303178"/>
                <a:gd name="csX1" fmla="*/ 18094 w 391675"/>
                <a:gd name="csY1" fmla="*/ 215355 h 303178"/>
                <a:gd name="csX2" fmla="*/ 28807 w 391675"/>
                <a:gd name="csY2" fmla="*/ 230605 h 303178"/>
                <a:gd name="csX3" fmla="*/ 42688 w 391675"/>
                <a:gd name="csY3" fmla="*/ 246146 h 303178"/>
                <a:gd name="csX4" fmla="*/ 43239 w 391675"/>
                <a:gd name="csY4" fmla="*/ 246674 h 303178"/>
                <a:gd name="csX5" fmla="*/ 61392 w 391675"/>
                <a:gd name="csY5" fmla="*/ 261686 h 303178"/>
                <a:gd name="csX6" fmla="*/ 68397 w 391675"/>
                <a:gd name="csY6" fmla="*/ 266645 h 303178"/>
                <a:gd name="csX7" fmla="*/ 86561 w 391675"/>
                <a:gd name="csY7" fmla="*/ 277226 h 303178"/>
                <a:gd name="csX8" fmla="*/ 93542 w 391675"/>
                <a:gd name="csY8" fmla="*/ 280852 h 303178"/>
                <a:gd name="csX9" fmla="*/ 118688 w 391675"/>
                <a:gd name="csY9" fmla="*/ 290942 h 303178"/>
                <a:gd name="csX10" fmla="*/ 125106 w 391675"/>
                <a:gd name="csY10" fmla="*/ 292767 h 303178"/>
                <a:gd name="csX11" fmla="*/ 143845 w 391675"/>
                <a:gd name="csY11" fmla="*/ 297745 h 303178"/>
                <a:gd name="csX12" fmla="*/ 168991 w 391675"/>
                <a:gd name="csY12" fmla="*/ 301749 h 303178"/>
                <a:gd name="csX13" fmla="*/ 194137 w 391675"/>
                <a:gd name="csY13" fmla="*/ 303178 h 303178"/>
                <a:gd name="csX14" fmla="*/ 219294 w 391675"/>
                <a:gd name="csY14" fmla="*/ 302088 h 303178"/>
                <a:gd name="csX15" fmla="*/ 244440 w 391675"/>
                <a:gd name="csY15" fmla="*/ 298435 h 303178"/>
                <a:gd name="csX16" fmla="*/ 266922 w 391675"/>
                <a:gd name="csY16" fmla="*/ 292767 h 303178"/>
                <a:gd name="csX17" fmla="*/ 269585 w 391675"/>
                <a:gd name="csY17" fmla="*/ 292049 h 303178"/>
                <a:gd name="csX18" fmla="*/ 294743 w 391675"/>
                <a:gd name="csY18" fmla="*/ 282397 h 303178"/>
                <a:gd name="csX19" fmla="*/ 304998 w 391675"/>
                <a:gd name="csY19" fmla="*/ 277226 h 303178"/>
                <a:gd name="csX20" fmla="*/ 319888 w 391675"/>
                <a:gd name="csY20" fmla="*/ 268812 h 303178"/>
                <a:gd name="csX21" fmla="*/ 330191 w 391675"/>
                <a:gd name="csY21" fmla="*/ 261686 h 303178"/>
                <a:gd name="csX22" fmla="*/ 345034 w 391675"/>
                <a:gd name="csY22" fmla="*/ 249709 h 303178"/>
                <a:gd name="csX23" fmla="*/ 348859 w 391675"/>
                <a:gd name="csY23" fmla="*/ 246146 h 303178"/>
                <a:gd name="csX24" fmla="*/ 362858 w 391675"/>
                <a:gd name="csY24" fmla="*/ 230605 h 303178"/>
                <a:gd name="csX25" fmla="*/ 370191 w 391675"/>
                <a:gd name="csY25" fmla="*/ 220400 h 303178"/>
                <a:gd name="csX26" fmla="*/ 373688 w 391675"/>
                <a:gd name="csY26" fmla="*/ 215066 h 303178"/>
                <a:gd name="csX27" fmla="*/ 381573 w 391675"/>
                <a:gd name="csY27" fmla="*/ 199526 h 303178"/>
                <a:gd name="csX28" fmla="*/ 387123 w 391675"/>
                <a:gd name="csY28" fmla="*/ 183986 h 303178"/>
                <a:gd name="csX29" fmla="*/ 390456 w 391675"/>
                <a:gd name="csY29" fmla="*/ 168445 h 303178"/>
                <a:gd name="csX30" fmla="*/ 391676 w 391675"/>
                <a:gd name="csY30" fmla="*/ 152905 h 303178"/>
                <a:gd name="csX31" fmla="*/ 390808 w 391675"/>
                <a:gd name="csY31" fmla="*/ 137366 h 303178"/>
                <a:gd name="csX32" fmla="*/ 387839 w 391675"/>
                <a:gd name="csY32" fmla="*/ 121826 h 303178"/>
                <a:gd name="csX33" fmla="*/ 382676 w 391675"/>
                <a:gd name="csY33" fmla="*/ 106285 h 303178"/>
                <a:gd name="csX34" fmla="*/ 375190 w 391675"/>
                <a:gd name="csY34" fmla="*/ 90745 h 303178"/>
                <a:gd name="csX35" fmla="*/ 370191 w 391675"/>
                <a:gd name="csY35" fmla="*/ 82830 h 303178"/>
                <a:gd name="csX36" fmla="*/ 364923 w 391675"/>
                <a:gd name="csY36" fmla="*/ 75205 h 303178"/>
                <a:gd name="csX37" fmla="*/ 351441 w 391675"/>
                <a:gd name="csY37" fmla="*/ 59665 h 303178"/>
                <a:gd name="csX38" fmla="*/ 345034 w 391675"/>
                <a:gd name="csY38" fmla="*/ 53535 h 303178"/>
                <a:gd name="csX39" fmla="*/ 333676 w 391675"/>
                <a:gd name="csY39" fmla="*/ 44125 h 303178"/>
                <a:gd name="csX40" fmla="*/ 319888 w 391675"/>
                <a:gd name="csY40" fmla="*/ 34376 h 303178"/>
                <a:gd name="csX41" fmla="*/ 309879 w 391675"/>
                <a:gd name="csY41" fmla="*/ 28585 h 303178"/>
                <a:gd name="csX42" fmla="*/ 294743 w 391675"/>
                <a:gd name="csY42" fmla="*/ 20807 h 303178"/>
                <a:gd name="csX43" fmla="*/ 274854 w 391675"/>
                <a:gd name="csY43" fmla="*/ 13045 h 303178"/>
                <a:gd name="csX44" fmla="*/ 269585 w 391675"/>
                <a:gd name="csY44" fmla="*/ 11152 h 303178"/>
                <a:gd name="csX45" fmla="*/ 244440 w 391675"/>
                <a:gd name="csY45" fmla="*/ 4763 h 303178"/>
                <a:gd name="csX46" fmla="*/ 219294 w 391675"/>
                <a:gd name="csY46" fmla="*/ 1095 h 303178"/>
                <a:gd name="csX47" fmla="*/ 194137 w 391675"/>
                <a:gd name="csY47" fmla="*/ 0 h 303178"/>
                <a:gd name="csX48" fmla="*/ 168991 w 391675"/>
                <a:gd name="csY48" fmla="*/ 1434 h 303178"/>
                <a:gd name="csX49" fmla="*/ 143845 w 391675"/>
                <a:gd name="csY49" fmla="*/ 5455 h 303178"/>
                <a:gd name="csX50" fmla="*/ 118688 w 391675"/>
                <a:gd name="csY50" fmla="*/ 12227 h 303178"/>
                <a:gd name="csX51" fmla="*/ 116505 w 391675"/>
                <a:gd name="csY51" fmla="*/ 13045 h 303178"/>
                <a:gd name="csX52" fmla="*/ 93542 w 391675"/>
                <a:gd name="csY52" fmla="*/ 22365 h 303178"/>
                <a:gd name="csX53" fmla="*/ 81785 w 391675"/>
                <a:gd name="csY53" fmla="*/ 28585 h 303178"/>
                <a:gd name="csX54" fmla="*/ 68397 w 391675"/>
                <a:gd name="csY54" fmla="*/ 36569 h 303178"/>
                <a:gd name="csX55" fmla="*/ 57954 w 391675"/>
                <a:gd name="csY55" fmla="*/ 44125 h 303178"/>
                <a:gd name="csX56" fmla="*/ 43239 w 391675"/>
                <a:gd name="csY56" fmla="*/ 56621 h 303178"/>
                <a:gd name="csX57" fmla="*/ 40130 w 391675"/>
                <a:gd name="csY57" fmla="*/ 59665 h 303178"/>
                <a:gd name="csX58" fmla="*/ 26777 w 391675"/>
                <a:gd name="csY58" fmla="*/ 75205 h 303178"/>
                <a:gd name="csX59" fmla="*/ 18094 w 391675"/>
                <a:gd name="csY59" fmla="*/ 88034 h 303178"/>
                <a:gd name="csX60" fmla="*/ 16416 w 391675"/>
                <a:gd name="csY60" fmla="*/ 90745 h 303178"/>
                <a:gd name="csX61" fmla="*/ 8965 w 391675"/>
                <a:gd name="csY61" fmla="*/ 106285 h 303178"/>
                <a:gd name="csX62" fmla="*/ 3825 w 391675"/>
                <a:gd name="csY62" fmla="*/ 121826 h 303178"/>
                <a:gd name="csX63" fmla="*/ 857 w 391675"/>
                <a:gd name="csY63" fmla="*/ 137366 h 303178"/>
                <a:gd name="csX64" fmla="*/ 0 w 391675"/>
                <a:gd name="csY64" fmla="*/ 152905 h 303178"/>
                <a:gd name="csX65" fmla="*/ 1209 w 391675"/>
                <a:gd name="csY65" fmla="*/ 168445 h 303178"/>
                <a:gd name="csX66" fmla="*/ 4529 w 391675"/>
                <a:gd name="csY66" fmla="*/ 183986 h 303178"/>
                <a:gd name="csX67" fmla="*/ 10056 w 391675"/>
                <a:gd name="csY67" fmla="*/ 199526 h 303178"/>
                <a:gd name="csX68" fmla="*/ 17906 w 391675"/>
                <a:gd name="csY68" fmla="*/ 215066 h 303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</a:cxnLst>
              <a:rect l="l" t="t" r="r" b="b"/>
              <a:pathLst>
                <a:path w="391675" h="303178">
                  <a:moveTo>
                    <a:pt x="17906" y="215066"/>
                  </a:moveTo>
                  <a:lnTo>
                    <a:pt x="18094" y="215355"/>
                  </a:lnTo>
                  <a:lnTo>
                    <a:pt x="28807" y="230605"/>
                  </a:lnTo>
                  <a:lnTo>
                    <a:pt x="42688" y="246146"/>
                  </a:lnTo>
                  <a:lnTo>
                    <a:pt x="43239" y="246674"/>
                  </a:lnTo>
                  <a:lnTo>
                    <a:pt x="61392" y="261686"/>
                  </a:lnTo>
                  <a:lnTo>
                    <a:pt x="68397" y="266645"/>
                  </a:lnTo>
                  <a:lnTo>
                    <a:pt x="86561" y="277226"/>
                  </a:lnTo>
                  <a:lnTo>
                    <a:pt x="93542" y="280852"/>
                  </a:lnTo>
                  <a:lnTo>
                    <a:pt x="118688" y="290942"/>
                  </a:lnTo>
                  <a:lnTo>
                    <a:pt x="125106" y="292767"/>
                  </a:lnTo>
                  <a:lnTo>
                    <a:pt x="143845" y="297745"/>
                  </a:lnTo>
                  <a:lnTo>
                    <a:pt x="168991" y="301749"/>
                  </a:lnTo>
                  <a:lnTo>
                    <a:pt x="194137" y="303178"/>
                  </a:lnTo>
                  <a:lnTo>
                    <a:pt x="219294" y="302088"/>
                  </a:lnTo>
                  <a:lnTo>
                    <a:pt x="244440" y="298435"/>
                  </a:lnTo>
                  <a:lnTo>
                    <a:pt x="266922" y="292767"/>
                  </a:lnTo>
                  <a:lnTo>
                    <a:pt x="269585" y="292049"/>
                  </a:lnTo>
                  <a:lnTo>
                    <a:pt x="294743" y="282397"/>
                  </a:lnTo>
                  <a:lnTo>
                    <a:pt x="304998" y="277226"/>
                  </a:lnTo>
                  <a:lnTo>
                    <a:pt x="319888" y="268812"/>
                  </a:lnTo>
                  <a:lnTo>
                    <a:pt x="330191" y="261686"/>
                  </a:lnTo>
                  <a:lnTo>
                    <a:pt x="345034" y="249709"/>
                  </a:lnTo>
                  <a:lnTo>
                    <a:pt x="348859" y="246146"/>
                  </a:lnTo>
                  <a:lnTo>
                    <a:pt x="362858" y="230605"/>
                  </a:lnTo>
                  <a:lnTo>
                    <a:pt x="370191" y="220400"/>
                  </a:lnTo>
                  <a:lnTo>
                    <a:pt x="373688" y="215066"/>
                  </a:lnTo>
                  <a:lnTo>
                    <a:pt x="381573" y="199526"/>
                  </a:lnTo>
                  <a:lnTo>
                    <a:pt x="387123" y="183986"/>
                  </a:lnTo>
                  <a:lnTo>
                    <a:pt x="390456" y="168445"/>
                  </a:lnTo>
                  <a:lnTo>
                    <a:pt x="391676" y="152905"/>
                  </a:lnTo>
                  <a:lnTo>
                    <a:pt x="390808" y="137366"/>
                  </a:lnTo>
                  <a:lnTo>
                    <a:pt x="387839" y="121826"/>
                  </a:lnTo>
                  <a:lnTo>
                    <a:pt x="382676" y="106285"/>
                  </a:lnTo>
                  <a:lnTo>
                    <a:pt x="375190" y="90745"/>
                  </a:lnTo>
                  <a:lnTo>
                    <a:pt x="370191" y="82830"/>
                  </a:lnTo>
                  <a:lnTo>
                    <a:pt x="364923" y="75205"/>
                  </a:lnTo>
                  <a:lnTo>
                    <a:pt x="351441" y="59665"/>
                  </a:lnTo>
                  <a:lnTo>
                    <a:pt x="345034" y="53535"/>
                  </a:lnTo>
                  <a:lnTo>
                    <a:pt x="333676" y="44125"/>
                  </a:lnTo>
                  <a:lnTo>
                    <a:pt x="319888" y="34376"/>
                  </a:lnTo>
                  <a:lnTo>
                    <a:pt x="309879" y="28585"/>
                  </a:lnTo>
                  <a:lnTo>
                    <a:pt x="294743" y="20807"/>
                  </a:lnTo>
                  <a:lnTo>
                    <a:pt x="274854" y="13045"/>
                  </a:lnTo>
                  <a:lnTo>
                    <a:pt x="269585" y="11152"/>
                  </a:lnTo>
                  <a:lnTo>
                    <a:pt x="244440" y="4763"/>
                  </a:lnTo>
                  <a:lnTo>
                    <a:pt x="219294" y="1095"/>
                  </a:lnTo>
                  <a:lnTo>
                    <a:pt x="194137" y="0"/>
                  </a:lnTo>
                  <a:lnTo>
                    <a:pt x="168991" y="1434"/>
                  </a:lnTo>
                  <a:lnTo>
                    <a:pt x="143845" y="5455"/>
                  </a:lnTo>
                  <a:lnTo>
                    <a:pt x="118688" y="12227"/>
                  </a:lnTo>
                  <a:lnTo>
                    <a:pt x="116505" y="13045"/>
                  </a:lnTo>
                  <a:lnTo>
                    <a:pt x="93542" y="22365"/>
                  </a:lnTo>
                  <a:lnTo>
                    <a:pt x="81785" y="28585"/>
                  </a:lnTo>
                  <a:lnTo>
                    <a:pt x="68397" y="36569"/>
                  </a:lnTo>
                  <a:lnTo>
                    <a:pt x="57954" y="44125"/>
                  </a:lnTo>
                  <a:lnTo>
                    <a:pt x="43239" y="56621"/>
                  </a:lnTo>
                  <a:lnTo>
                    <a:pt x="40130" y="59665"/>
                  </a:lnTo>
                  <a:lnTo>
                    <a:pt x="26777" y="75205"/>
                  </a:lnTo>
                  <a:lnTo>
                    <a:pt x="18094" y="88034"/>
                  </a:lnTo>
                  <a:lnTo>
                    <a:pt x="16416" y="90745"/>
                  </a:lnTo>
                  <a:lnTo>
                    <a:pt x="8965" y="106285"/>
                  </a:lnTo>
                  <a:lnTo>
                    <a:pt x="3825" y="121826"/>
                  </a:lnTo>
                  <a:lnTo>
                    <a:pt x="857" y="137366"/>
                  </a:lnTo>
                  <a:lnTo>
                    <a:pt x="0" y="152905"/>
                  </a:lnTo>
                  <a:lnTo>
                    <a:pt x="1209" y="168445"/>
                  </a:lnTo>
                  <a:lnTo>
                    <a:pt x="4529" y="183986"/>
                  </a:lnTo>
                  <a:lnTo>
                    <a:pt x="10056" y="199526"/>
                  </a:lnTo>
                  <a:lnTo>
                    <a:pt x="17906" y="215066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774A309C-A8F9-3E48-0C0F-0DA77FD8EAFA}"/>
                </a:ext>
              </a:extLst>
            </p:cNvPr>
            <p:cNvSpPr/>
            <p:nvPr/>
          </p:nvSpPr>
          <p:spPr>
            <a:xfrm>
              <a:off x="1985118" y="3905044"/>
              <a:ext cx="308271" cy="238518"/>
            </a:xfrm>
            <a:custGeom>
              <a:avLst/>
              <a:gdLst>
                <a:gd name="csX0" fmla="*/ 23702 w 308271"/>
                <a:gd name="csY0" fmla="*/ 182744 h 238518"/>
                <a:gd name="csX1" fmla="*/ 26753 w 308271"/>
                <a:gd name="csY1" fmla="*/ 186275 h 238518"/>
                <a:gd name="csX2" fmla="*/ 39050 w 308271"/>
                <a:gd name="csY2" fmla="*/ 198283 h 238518"/>
                <a:gd name="csX3" fmla="*/ 51899 w 308271"/>
                <a:gd name="csY3" fmla="*/ 208405 h 238518"/>
                <a:gd name="csX4" fmla="*/ 60652 w 308271"/>
                <a:gd name="csY4" fmla="*/ 213824 h 238518"/>
                <a:gd name="csX5" fmla="*/ 77044 w 308271"/>
                <a:gd name="csY5" fmla="*/ 222471 h 238518"/>
                <a:gd name="csX6" fmla="*/ 95490 w 308271"/>
                <a:gd name="csY6" fmla="*/ 229364 h 238518"/>
                <a:gd name="csX7" fmla="*/ 102202 w 308271"/>
                <a:gd name="csY7" fmla="*/ 231599 h 238518"/>
                <a:gd name="csX8" fmla="*/ 127347 w 308271"/>
                <a:gd name="csY8" fmla="*/ 236700 h 238518"/>
                <a:gd name="csX9" fmla="*/ 152493 w 308271"/>
                <a:gd name="csY9" fmla="*/ 238519 h 238518"/>
                <a:gd name="csX10" fmla="*/ 177650 w 308271"/>
                <a:gd name="csY10" fmla="*/ 237131 h 238518"/>
                <a:gd name="csX11" fmla="*/ 202796 w 308271"/>
                <a:gd name="csY11" fmla="*/ 232478 h 238518"/>
                <a:gd name="csX12" fmla="*/ 212653 w 308271"/>
                <a:gd name="csY12" fmla="*/ 229364 h 238518"/>
                <a:gd name="csX13" fmla="*/ 227942 w 308271"/>
                <a:gd name="csY13" fmla="*/ 223950 h 238518"/>
                <a:gd name="csX14" fmla="*/ 247878 w 308271"/>
                <a:gd name="csY14" fmla="*/ 213824 h 238518"/>
                <a:gd name="csX15" fmla="*/ 253099 w 308271"/>
                <a:gd name="csY15" fmla="*/ 210718 h 238518"/>
                <a:gd name="csX16" fmla="*/ 269350 w 308271"/>
                <a:gd name="csY16" fmla="*/ 198283 h 238518"/>
                <a:gd name="csX17" fmla="*/ 278245 w 308271"/>
                <a:gd name="csY17" fmla="*/ 189856 h 238518"/>
                <a:gd name="csX18" fmla="*/ 284534 w 308271"/>
                <a:gd name="csY18" fmla="*/ 182744 h 238518"/>
                <a:gd name="csX19" fmla="*/ 295153 w 308271"/>
                <a:gd name="csY19" fmla="*/ 167204 h 238518"/>
                <a:gd name="csX20" fmla="*/ 302604 w 308271"/>
                <a:gd name="csY20" fmla="*/ 151664 h 238518"/>
                <a:gd name="csX21" fmla="*/ 303390 w 308271"/>
                <a:gd name="csY21" fmla="*/ 148941 h 238518"/>
                <a:gd name="csX22" fmla="*/ 306770 w 308271"/>
                <a:gd name="csY22" fmla="*/ 136123 h 238518"/>
                <a:gd name="csX23" fmla="*/ 308272 w 308271"/>
                <a:gd name="csY23" fmla="*/ 120583 h 238518"/>
                <a:gd name="csX24" fmla="*/ 307204 w 308271"/>
                <a:gd name="csY24" fmla="*/ 105044 h 238518"/>
                <a:gd name="csX25" fmla="*/ 303543 w 308271"/>
                <a:gd name="csY25" fmla="*/ 89503 h 238518"/>
                <a:gd name="csX26" fmla="*/ 303390 w 308271"/>
                <a:gd name="csY26" fmla="*/ 89126 h 238518"/>
                <a:gd name="csX27" fmla="*/ 296620 w 308271"/>
                <a:gd name="csY27" fmla="*/ 73963 h 238518"/>
                <a:gd name="csX28" fmla="*/ 286564 w 308271"/>
                <a:gd name="csY28" fmla="*/ 58423 h 238518"/>
                <a:gd name="csX29" fmla="*/ 278245 w 308271"/>
                <a:gd name="csY29" fmla="*/ 48674 h 238518"/>
                <a:gd name="csX30" fmla="*/ 272354 w 308271"/>
                <a:gd name="csY30" fmla="*/ 42883 h 238518"/>
                <a:gd name="csX31" fmla="*/ 253099 w 308271"/>
                <a:gd name="csY31" fmla="*/ 27697 h 238518"/>
                <a:gd name="csX32" fmla="*/ 252524 w 308271"/>
                <a:gd name="csY32" fmla="*/ 27343 h 238518"/>
                <a:gd name="csX33" fmla="*/ 227942 w 308271"/>
                <a:gd name="csY33" fmla="*/ 14539 h 238518"/>
                <a:gd name="csX34" fmla="*/ 220420 w 308271"/>
                <a:gd name="csY34" fmla="*/ 11803 h 238518"/>
                <a:gd name="csX35" fmla="*/ 202796 w 308271"/>
                <a:gd name="csY35" fmla="*/ 6112 h 238518"/>
                <a:gd name="csX36" fmla="*/ 177650 w 308271"/>
                <a:gd name="csY36" fmla="*/ 1405 h 238518"/>
                <a:gd name="csX37" fmla="*/ 152493 w 308271"/>
                <a:gd name="csY37" fmla="*/ 0 h 238518"/>
                <a:gd name="csX38" fmla="*/ 127347 w 308271"/>
                <a:gd name="csY38" fmla="*/ 1841 h 238518"/>
                <a:gd name="csX39" fmla="*/ 102202 w 308271"/>
                <a:gd name="csY39" fmla="*/ 7002 h 238518"/>
                <a:gd name="csX40" fmla="*/ 88098 w 308271"/>
                <a:gd name="csY40" fmla="*/ 11803 h 238518"/>
                <a:gd name="csX41" fmla="*/ 77044 w 308271"/>
                <a:gd name="csY41" fmla="*/ 16043 h 238518"/>
                <a:gd name="csX42" fmla="*/ 56158 w 308271"/>
                <a:gd name="csY42" fmla="*/ 27343 h 238518"/>
                <a:gd name="csX43" fmla="*/ 51899 w 308271"/>
                <a:gd name="csY43" fmla="*/ 30062 h 238518"/>
                <a:gd name="csX44" fmla="*/ 36105 w 308271"/>
                <a:gd name="csY44" fmla="*/ 42883 h 238518"/>
                <a:gd name="csX45" fmla="*/ 26753 w 308271"/>
                <a:gd name="csY45" fmla="*/ 52369 h 238518"/>
                <a:gd name="csX46" fmla="*/ 21708 w 308271"/>
                <a:gd name="csY46" fmla="*/ 58423 h 238518"/>
                <a:gd name="csX47" fmla="*/ 11792 w 308271"/>
                <a:gd name="csY47" fmla="*/ 73963 h 238518"/>
                <a:gd name="csX48" fmla="*/ 4952 w 308271"/>
                <a:gd name="csY48" fmla="*/ 89503 h 238518"/>
                <a:gd name="csX49" fmla="*/ 1596 w 308271"/>
                <a:gd name="csY49" fmla="*/ 102683 h 238518"/>
                <a:gd name="csX50" fmla="*/ 1056 w 308271"/>
                <a:gd name="csY50" fmla="*/ 105044 h 238518"/>
                <a:gd name="csX51" fmla="*/ 0 w 308271"/>
                <a:gd name="csY51" fmla="*/ 120583 h 238518"/>
                <a:gd name="csX52" fmla="*/ 1490 w 308271"/>
                <a:gd name="csY52" fmla="*/ 136123 h 238518"/>
                <a:gd name="csX53" fmla="*/ 1596 w 308271"/>
                <a:gd name="csY53" fmla="*/ 136570 h 238518"/>
                <a:gd name="csX54" fmla="*/ 5902 w 308271"/>
                <a:gd name="csY54" fmla="*/ 151664 h 238518"/>
                <a:gd name="csX55" fmla="*/ 13247 w 308271"/>
                <a:gd name="csY55" fmla="*/ 167204 h 238518"/>
                <a:gd name="csX56" fmla="*/ 23702 w 308271"/>
                <a:gd name="csY56" fmla="*/ 182744 h 238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08271" h="238518">
                  <a:moveTo>
                    <a:pt x="23702" y="182744"/>
                  </a:moveTo>
                  <a:lnTo>
                    <a:pt x="26753" y="186275"/>
                  </a:lnTo>
                  <a:lnTo>
                    <a:pt x="39050" y="198283"/>
                  </a:lnTo>
                  <a:lnTo>
                    <a:pt x="51899" y="208405"/>
                  </a:lnTo>
                  <a:lnTo>
                    <a:pt x="60652" y="213824"/>
                  </a:lnTo>
                  <a:lnTo>
                    <a:pt x="77044" y="222471"/>
                  </a:lnTo>
                  <a:lnTo>
                    <a:pt x="95490" y="229364"/>
                  </a:lnTo>
                  <a:lnTo>
                    <a:pt x="102202" y="231599"/>
                  </a:lnTo>
                  <a:lnTo>
                    <a:pt x="127347" y="236700"/>
                  </a:lnTo>
                  <a:lnTo>
                    <a:pt x="152493" y="238519"/>
                  </a:lnTo>
                  <a:lnTo>
                    <a:pt x="177650" y="237131"/>
                  </a:lnTo>
                  <a:lnTo>
                    <a:pt x="202796" y="232478"/>
                  </a:lnTo>
                  <a:lnTo>
                    <a:pt x="212653" y="229364"/>
                  </a:lnTo>
                  <a:lnTo>
                    <a:pt x="227942" y="223950"/>
                  </a:lnTo>
                  <a:lnTo>
                    <a:pt x="247878" y="213824"/>
                  </a:lnTo>
                  <a:lnTo>
                    <a:pt x="253099" y="210718"/>
                  </a:lnTo>
                  <a:lnTo>
                    <a:pt x="269350" y="198283"/>
                  </a:lnTo>
                  <a:lnTo>
                    <a:pt x="278245" y="189856"/>
                  </a:lnTo>
                  <a:lnTo>
                    <a:pt x="284534" y="182744"/>
                  </a:lnTo>
                  <a:lnTo>
                    <a:pt x="295153" y="167204"/>
                  </a:lnTo>
                  <a:lnTo>
                    <a:pt x="302604" y="151664"/>
                  </a:lnTo>
                  <a:lnTo>
                    <a:pt x="303390" y="148941"/>
                  </a:lnTo>
                  <a:lnTo>
                    <a:pt x="306770" y="136123"/>
                  </a:lnTo>
                  <a:lnTo>
                    <a:pt x="308272" y="120583"/>
                  </a:lnTo>
                  <a:lnTo>
                    <a:pt x="307204" y="105044"/>
                  </a:lnTo>
                  <a:lnTo>
                    <a:pt x="303543" y="89503"/>
                  </a:lnTo>
                  <a:lnTo>
                    <a:pt x="303390" y="89126"/>
                  </a:lnTo>
                  <a:lnTo>
                    <a:pt x="296620" y="73963"/>
                  </a:lnTo>
                  <a:lnTo>
                    <a:pt x="286564" y="58423"/>
                  </a:lnTo>
                  <a:lnTo>
                    <a:pt x="278245" y="48674"/>
                  </a:lnTo>
                  <a:lnTo>
                    <a:pt x="272354" y="42883"/>
                  </a:lnTo>
                  <a:lnTo>
                    <a:pt x="253099" y="27697"/>
                  </a:lnTo>
                  <a:lnTo>
                    <a:pt x="252524" y="27343"/>
                  </a:lnTo>
                  <a:lnTo>
                    <a:pt x="227942" y="14539"/>
                  </a:lnTo>
                  <a:lnTo>
                    <a:pt x="220420" y="11803"/>
                  </a:lnTo>
                  <a:lnTo>
                    <a:pt x="202796" y="6112"/>
                  </a:lnTo>
                  <a:lnTo>
                    <a:pt x="177650" y="1405"/>
                  </a:lnTo>
                  <a:lnTo>
                    <a:pt x="152493" y="0"/>
                  </a:lnTo>
                  <a:lnTo>
                    <a:pt x="127347" y="1841"/>
                  </a:lnTo>
                  <a:lnTo>
                    <a:pt x="102202" y="7002"/>
                  </a:lnTo>
                  <a:lnTo>
                    <a:pt x="88098" y="11803"/>
                  </a:lnTo>
                  <a:lnTo>
                    <a:pt x="77044" y="16043"/>
                  </a:lnTo>
                  <a:lnTo>
                    <a:pt x="56158" y="27343"/>
                  </a:lnTo>
                  <a:lnTo>
                    <a:pt x="51899" y="30062"/>
                  </a:lnTo>
                  <a:lnTo>
                    <a:pt x="36105" y="42883"/>
                  </a:lnTo>
                  <a:lnTo>
                    <a:pt x="26753" y="52369"/>
                  </a:lnTo>
                  <a:lnTo>
                    <a:pt x="21708" y="58423"/>
                  </a:lnTo>
                  <a:lnTo>
                    <a:pt x="11792" y="73963"/>
                  </a:lnTo>
                  <a:lnTo>
                    <a:pt x="4952" y="89503"/>
                  </a:lnTo>
                  <a:lnTo>
                    <a:pt x="1596" y="102683"/>
                  </a:lnTo>
                  <a:lnTo>
                    <a:pt x="1056" y="105044"/>
                  </a:lnTo>
                  <a:lnTo>
                    <a:pt x="0" y="120583"/>
                  </a:lnTo>
                  <a:lnTo>
                    <a:pt x="1490" y="136123"/>
                  </a:lnTo>
                  <a:lnTo>
                    <a:pt x="1596" y="136570"/>
                  </a:lnTo>
                  <a:lnTo>
                    <a:pt x="5902" y="151664"/>
                  </a:lnTo>
                  <a:lnTo>
                    <a:pt x="13247" y="167204"/>
                  </a:lnTo>
                  <a:lnTo>
                    <a:pt x="23702" y="18274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A760FA02-51F9-0EE3-5CA8-26852ABA6BE1}"/>
                </a:ext>
              </a:extLst>
            </p:cNvPr>
            <p:cNvSpPr/>
            <p:nvPr/>
          </p:nvSpPr>
          <p:spPr>
            <a:xfrm>
              <a:off x="2033943" y="3942836"/>
              <a:ext cx="210540" cy="163055"/>
            </a:xfrm>
            <a:custGeom>
              <a:avLst/>
              <a:gdLst>
                <a:gd name="csX0" fmla="*/ 20464 w 210540"/>
                <a:gd name="csY0" fmla="*/ 129411 h 163055"/>
                <a:gd name="csX1" fmla="*/ 28220 w 210540"/>
                <a:gd name="csY1" fmla="*/ 136830 h 163055"/>
                <a:gd name="csX2" fmla="*/ 39907 w 210540"/>
                <a:gd name="csY2" fmla="*/ 144952 h 163055"/>
                <a:gd name="csX3" fmla="*/ 53377 w 210540"/>
                <a:gd name="csY3" fmla="*/ 152282 h 163055"/>
                <a:gd name="csX4" fmla="*/ 78382 w 210540"/>
                <a:gd name="csY4" fmla="*/ 160491 h 163055"/>
                <a:gd name="csX5" fmla="*/ 78523 w 210540"/>
                <a:gd name="csY5" fmla="*/ 160532 h 163055"/>
                <a:gd name="csX6" fmla="*/ 103669 w 210540"/>
                <a:gd name="csY6" fmla="*/ 163056 h 163055"/>
                <a:gd name="csX7" fmla="*/ 128826 w 210540"/>
                <a:gd name="csY7" fmla="*/ 161129 h 163055"/>
                <a:gd name="csX8" fmla="*/ 131349 w 210540"/>
                <a:gd name="csY8" fmla="*/ 160491 h 163055"/>
                <a:gd name="csX9" fmla="*/ 153972 w 210540"/>
                <a:gd name="csY9" fmla="*/ 153705 h 163055"/>
                <a:gd name="csX10" fmla="*/ 170927 w 210540"/>
                <a:gd name="csY10" fmla="*/ 144952 h 163055"/>
                <a:gd name="csX11" fmla="*/ 179117 w 210540"/>
                <a:gd name="csY11" fmla="*/ 139555 h 163055"/>
                <a:gd name="csX12" fmla="*/ 190135 w 210540"/>
                <a:gd name="csY12" fmla="*/ 129411 h 163055"/>
                <a:gd name="csX13" fmla="*/ 202104 w 210540"/>
                <a:gd name="csY13" fmla="*/ 113871 h 163055"/>
                <a:gd name="csX14" fmla="*/ 204275 w 210540"/>
                <a:gd name="csY14" fmla="*/ 109241 h 163055"/>
                <a:gd name="csX15" fmla="*/ 208381 w 210540"/>
                <a:gd name="csY15" fmla="*/ 98331 h 163055"/>
                <a:gd name="csX16" fmla="*/ 210540 w 210540"/>
                <a:gd name="csY16" fmla="*/ 82791 h 163055"/>
                <a:gd name="csX17" fmla="*/ 209003 w 210540"/>
                <a:gd name="csY17" fmla="*/ 67251 h 163055"/>
                <a:gd name="csX18" fmla="*/ 204275 w 210540"/>
                <a:gd name="csY18" fmla="*/ 53207 h 163055"/>
                <a:gd name="csX19" fmla="*/ 203641 w 210540"/>
                <a:gd name="csY19" fmla="*/ 51711 h 163055"/>
                <a:gd name="csX20" fmla="*/ 192494 w 210540"/>
                <a:gd name="csY20" fmla="*/ 36171 h 163055"/>
                <a:gd name="csX21" fmla="*/ 179117 w 210540"/>
                <a:gd name="csY21" fmla="*/ 23248 h 163055"/>
                <a:gd name="csX22" fmla="*/ 175339 w 210540"/>
                <a:gd name="csY22" fmla="*/ 20630 h 163055"/>
                <a:gd name="csX23" fmla="*/ 153972 w 210540"/>
                <a:gd name="csY23" fmla="*/ 9190 h 163055"/>
                <a:gd name="csX24" fmla="*/ 140818 w 210540"/>
                <a:gd name="csY24" fmla="*/ 5090 h 163055"/>
                <a:gd name="csX25" fmla="*/ 128826 w 210540"/>
                <a:gd name="csY25" fmla="*/ 1971 h 163055"/>
                <a:gd name="csX26" fmla="*/ 103669 w 210540"/>
                <a:gd name="csY26" fmla="*/ 0 h 163055"/>
                <a:gd name="csX27" fmla="*/ 78523 w 210540"/>
                <a:gd name="csY27" fmla="*/ 2583 h 163055"/>
                <a:gd name="csX28" fmla="*/ 69687 w 210540"/>
                <a:gd name="csY28" fmla="*/ 5090 h 163055"/>
                <a:gd name="csX29" fmla="*/ 53377 w 210540"/>
                <a:gd name="csY29" fmla="*/ 10657 h 163055"/>
                <a:gd name="csX30" fmla="*/ 35706 w 210540"/>
                <a:gd name="csY30" fmla="*/ 20630 h 163055"/>
                <a:gd name="csX31" fmla="*/ 28220 w 210540"/>
                <a:gd name="csY31" fmla="*/ 26095 h 163055"/>
                <a:gd name="csX32" fmla="*/ 18176 w 210540"/>
                <a:gd name="csY32" fmla="*/ 36171 h 163055"/>
                <a:gd name="csX33" fmla="*/ 7380 w 210540"/>
                <a:gd name="csY33" fmla="*/ 51711 h 163055"/>
                <a:gd name="csX34" fmla="*/ 3074 w 210540"/>
                <a:gd name="csY34" fmla="*/ 62415 h 163055"/>
                <a:gd name="csX35" fmla="*/ 1490 w 210540"/>
                <a:gd name="csY35" fmla="*/ 67251 h 163055"/>
                <a:gd name="csX36" fmla="*/ 0 w 210540"/>
                <a:gd name="csY36" fmla="*/ 82791 h 163055"/>
                <a:gd name="csX37" fmla="*/ 2100 w 210540"/>
                <a:gd name="csY37" fmla="*/ 98331 h 163055"/>
                <a:gd name="csX38" fmla="*/ 3074 w 210540"/>
                <a:gd name="csY38" fmla="*/ 100994 h 163055"/>
                <a:gd name="csX39" fmla="*/ 8871 w 210540"/>
                <a:gd name="csY39" fmla="*/ 113871 h 163055"/>
                <a:gd name="csX40" fmla="*/ 20464 w 210540"/>
                <a:gd name="csY40" fmla="*/ 129411 h 163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0540" h="163055">
                  <a:moveTo>
                    <a:pt x="20464" y="129411"/>
                  </a:moveTo>
                  <a:lnTo>
                    <a:pt x="28220" y="136830"/>
                  </a:lnTo>
                  <a:lnTo>
                    <a:pt x="39907" y="144952"/>
                  </a:lnTo>
                  <a:lnTo>
                    <a:pt x="53377" y="152282"/>
                  </a:lnTo>
                  <a:lnTo>
                    <a:pt x="78382" y="160491"/>
                  </a:lnTo>
                  <a:lnTo>
                    <a:pt x="78523" y="160532"/>
                  </a:lnTo>
                  <a:lnTo>
                    <a:pt x="103669" y="163056"/>
                  </a:lnTo>
                  <a:lnTo>
                    <a:pt x="128826" y="161129"/>
                  </a:lnTo>
                  <a:lnTo>
                    <a:pt x="131349" y="160491"/>
                  </a:lnTo>
                  <a:lnTo>
                    <a:pt x="153972" y="153705"/>
                  </a:lnTo>
                  <a:lnTo>
                    <a:pt x="170927" y="144952"/>
                  </a:lnTo>
                  <a:lnTo>
                    <a:pt x="179117" y="139555"/>
                  </a:lnTo>
                  <a:lnTo>
                    <a:pt x="190135" y="129411"/>
                  </a:lnTo>
                  <a:lnTo>
                    <a:pt x="202104" y="113871"/>
                  </a:lnTo>
                  <a:lnTo>
                    <a:pt x="204275" y="109241"/>
                  </a:lnTo>
                  <a:lnTo>
                    <a:pt x="208381" y="98331"/>
                  </a:lnTo>
                  <a:lnTo>
                    <a:pt x="210540" y="82791"/>
                  </a:lnTo>
                  <a:lnTo>
                    <a:pt x="209003" y="67251"/>
                  </a:lnTo>
                  <a:lnTo>
                    <a:pt x="204275" y="53207"/>
                  </a:lnTo>
                  <a:lnTo>
                    <a:pt x="203641" y="51711"/>
                  </a:lnTo>
                  <a:lnTo>
                    <a:pt x="192494" y="36171"/>
                  </a:lnTo>
                  <a:lnTo>
                    <a:pt x="179117" y="23248"/>
                  </a:lnTo>
                  <a:lnTo>
                    <a:pt x="175339" y="20630"/>
                  </a:lnTo>
                  <a:lnTo>
                    <a:pt x="153972" y="9190"/>
                  </a:lnTo>
                  <a:lnTo>
                    <a:pt x="140818" y="5090"/>
                  </a:lnTo>
                  <a:lnTo>
                    <a:pt x="128826" y="1971"/>
                  </a:lnTo>
                  <a:lnTo>
                    <a:pt x="103669" y="0"/>
                  </a:lnTo>
                  <a:lnTo>
                    <a:pt x="78523" y="2583"/>
                  </a:lnTo>
                  <a:lnTo>
                    <a:pt x="69687" y="5090"/>
                  </a:lnTo>
                  <a:lnTo>
                    <a:pt x="53377" y="10657"/>
                  </a:lnTo>
                  <a:lnTo>
                    <a:pt x="35706" y="20630"/>
                  </a:lnTo>
                  <a:lnTo>
                    <a:pt x="28220" y="26095"/>
                  </a:lnTo>
                  <a:lnTo>
                    <a:pt x="18176" y="36171"/>
                  </a:lnTo>
                  <a:lnTo>
                    <a:pt x="7380" y="51711"/>
                  </a:lnTo>
                  <a:lnTo>
                    <a:pt x="3074" y="62415"/>
                  </a:lnTo>
                  <a:lnTo>
                    <a:pt x="1490" y="67251"/>
                  </a:lnTo>
                  <a:lnTo>
                    <a:pt x="0" y="82791"/>
                  </a:lnTo>
                  <a:lnTo>
                    <a:pt x="2100" y="98331"/>
                  </a:lnTo>
                  <a:lnTo>
                    <a:pt x="3074" y="100994"/>
                  </a:lnTo>
                  <a:lnTo>
                    <a:pt x="8871" y="113871"/>
                  </a:lnTo>
                  <a:lnTo>
                    <a:pt x="20464" y="12941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C7721AE5-E60A-F91C-75A6-B4CD0B27346F}"/>
              </a:ext>
            </a:extLst>
          </p:cNvPr>
          <p:cNvGrpSpPr/>
          <p:nvPr/>
        </p:nvGrpSpPr>
        <p:grpSpPr>
          <a:xfrm>
            <a:off x="3210427" y="3006708"/>
            <a:ext cx="2816124" cy="1877416"/>
            <a:chOff x="3210427" y="3006708"/>
            <a:chExt cx="2816124" cy="1877416"/>
          </a:xfrm>
        </p:grpSpPr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BBCDEE02-D2BE-5271-F85C-75B0E435863A}"/>
                </a:ext>
              </a:extLst>
            </p:cNvPr>
            <p:cNvSpPr/>
            <p:nvPr/>
          </p:nvSpPr>
          <p:spPr>
            <a:xfrm>
              <a:off x="3210427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4262B3BB-5EAF-72A9-9AF5-40A8F08907A8}"/>
                </a:ext>
              </a:extLst>
            </p:cNvPr>
            <p:cNvSpPr/>
            <p:nvPr/>
          </p:nvSpPr>
          <p:spPr>
            <a:xfrm>
              <a:off x="3481326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F6B347A3-60F6-3F36-DE20-929836ADCDC4}"/>
                </a:ext>
              </a:extLst>
            </p:cNvPr>
            <p:cNvSpPr/>
            <p:nvPr/>
          </p:nvSpPr>
          <p:spPr>
            <a:xfrm>
              <a:off x="348132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88CE3756-498F-8263-8714-2FE9DE93C68A}"/>
                </a:ext>
              </a:extLst>
            </p:cNvPr>
            <p:cNvSpPr/>
            <p:nvPr/>
          </p:nvSpPr>
          <p:spPr>
            <a:xfrm>
              <a:off x="389629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6CD75B93-4B74-DF23-784C-BC5C0522788A}"/>
                </a:ext>
              </a:extLst>
            </p:cNvPr>
            <p:cNvSpPr/>
            <p:nvPr/>
          </p:nvSpPr>
          <p:spPr>
            <a:xfrm>
              <a:off x="431125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23ADFE7-7F1D-679B-7291-1D32291209DE}"/>
                </a:ext>
              </a:extLst>
            </p:cNvPr>
            <p:cNvSpPr/>
            <p:nvPr/>
          </p:nvSpPr>
          <p:spPr>
            <a:xfrm>
              <a:off x="472621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892F8184-5EA9-594B-C2B1-5187DE55A49D}"/>
                </a:ext>
              </a:extLst>
            </p:cNvPr>
            <p:cNvSpPr/>
            <p:nvPr/>
          </p:nvSpPr>
          <p:spPr>
            <a:xfrm>
              <a:off x="514118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B139A747-DFD7-677F-8478-014B4C720E50}"/>
                </a:ext>
              </a:extLst>
            </p:cNvPr>
            <p:cNvSpPr/>
            <p:nvPr/>
          </p:nvSpPr>
          <p:spPr>
            <a:xfrm>
              <a:off x="555615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B67B0A30-969E-1D7C-1405-2DABB0AFEF1D}"/>
                </a:ext>
              </a:extLst>
            </p:cNvPr>
            <p:cNvSpPr/>
            <p:nvPr/>
          </p:nvSpPr>
          <p:spPr>
            <a:xfrm>
              <a:off x="5971120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BBB82AF-5A35-BC86-4E5A-BB85481770F7}"/>
                </a:ext>
              </a:extLst>
            </p:cNvPr>
            <p:cNvSpPr/>
            <p:nvPr/>
          </p:nvSpPr>
          <p:spPr>
            <a:xfrm>
              <a:off x="3481326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EE3917CD-F975-BCB5-4065-9483058A8DBC}"/>
                </a:ext>
              </a:extLst>
            </p:cNvPr>
            <p:cNvSpPr/>
            <p:nvPr/>
          </p:nvSpPr>
          <p:spPr>
            <a:xfrm>
              <a:off x="3481326" y="42251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4837027-B7E6-1765-2B5B-965CE57A67E6}"/>
                </a:ext>
              </a:extLst>
            </p:cNvPr>
            <p:cNvSpPr/>
            <p:nvPr/>
          </p:nvSpPr>
          <p:spPr>
            <a:xfrm>
              <a:off x="3481326" y="384978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CD310279-5E95-C833-BC28-D6B864187489}"/>
                </a:ext>
              </a:extLst>
            </p:cNvPr>
            <p:cNvSpPr/>
            <p:nvPr/>
          </p:nvSpPr>
          <p:spPr>
            <a:xfrm>
              <a:off x="3481326" y="3474374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0F70766-7F63-B27F-9BF1-9F3FE844A341}"/>
                </a:ext>
              </a:extLst>
            </p:cNvPr>
            <p:cNvSpPr/>
            <p:nvPr/>
          </p:nvSpPr>
          <p:spPr>
            <a:xfrm>
              <a:off x="3481326" y="3098962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6FDB2B4-210D-9CA9-96E1-3C5D13C83702}"/>
                </a:ext>
              </a:extLst>
            </p:cNvPr>
            <p:cNvSpPr/>
            <p:nvPr/>
          </p:nvSpPr>
          <p:spPr>
            <a:xfrm>
              <a:off x="3481326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552532FA-3E0C-2C71-76BA-8F929749D5C5}"/>
                </a:ext>
              </a:extLst>
            </p:cNvPr>
            <p:cNvSpPr/>
            <p:nvPr/>
          </p:nvSpPr>
          <p:spPr>
            <a:xfrm>
              <a:off x="348132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2A3A3EB2-A28D-E553-7589-95FF327BE5FB}"/>
                </a:ext>
              </a:extLst>
            </p:cNvPr>
            <p:cNvSpPr/>
            <p:nvPr/>
          </p:nvSpPr>
          <p:spPr>
            <a:xfrm>
              <a:off x="389629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258B73D3-3B13-8D76-5EAD-DBFFCC94907B}"/>
                </a:ext>
              </a:extLst>
            </p:cNvPr>
            <p:cNvSpPr/>
            <p:nvPr/>
          </p:nvSpPr>
          <p:spPr>
            <a:xfrm>
              <a:off x="4311255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F9E0E366-6DC5-189E-E12F-410396A33887}"/>
                </a:ext>
              </a:extLst>
            </p:cNvPr>
            <p:cNvSpPr/>
            <p:nvPr/>
          </p:nvSpPr>
          <p:spPr>
            <a:xfrm>
              <a:off x="4726217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043D94E5-B7EB-4476-9D91-4068EAD9FCF5}"/>
                </a:ext>
              </a:extLst>
            </p:cNvPr>
            <p:cNvSpPr/>
            <p:nvPr/>
          </p:nvSpPr>
          <p:spPr>
            <a:xfrm>
              <a:off x="5141185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B24A4CD2-E00E-BA43-F582-7BB1690A0FCD}"/>
                </a:ext>
              </a:extLst>
            </p:cNvPr>
            <p:cNvSpPr/>
            <p:nvPr/>
          </p:nvSpPr>
          <p:spPr>
            <a:xfrm>
              <a:off x="555615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B69F116C-19F0-B767-79FF-3145E9ED5DC4}"/>
                </a:ext>
              </a:extLst>
            </p:cNvPr>
            <p:cNvSpPr/>
            <p:nvPr/>
          </p:nvSpPr>
          <p:spPr>
            <a:xfrm>
              <a:off x="5971120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A2A06F-B4F0-C137-6992-6D788C47D44E}"/>
                </a:ext>
              </a:extLst>
            </p:cNvPr>
            <p:cNvSpPr/>
            <p:nvPr/>
          </p:nvSpPr>
          <p:spPr>
            <a:xfrm>
              <a:off x="3409674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C4B127C8-0FA2-600E-E7E7-8BA1B4D4776B}"/>
                </a:ext>
              </a:extLst>
            </p:cNvPr>
            <p:cNvSpPr/>
            <p:nvPr/>
          </p:nvSpPr>
          <p:spPr>
            <a:xfrm>
              <a:off x="3499579" y="4641949"/>
              <a:ext cx="53399" cy="84143"/>
            </a:xfrm>
            <a:custGeom>
              <a:avLst/>
              <a:gdLst>
                <a:gd name="csX0" fmla="*/ 36668 w 53399"/>
                <a:gd name="csY0" fmla="*/ 38839 h 84143"/>
                <a:gd name="csX1" fmla="*/ 48944 w 53399"/>
                <a:gd name="csY1" fmla="*/ 45844 h 84143"/>
                <a:gd name="csX2" fmla="*/ 53400 w 53399"/>
                <a:gd name="csY2" fmla="*/ 58998 h 84143"/>
                <a:gd name="csX3" fmla="*/ 45142 w 53399"/>
                <a:gd name="csY3" fmla="*/ 77572 h 84143"/>
                <a:gd name="csX4" fmla="*/ 21675 w 53399"/>
                <a:gd name="csY4" fmla="*/ 84143 h 84143"/>
                <a:gd name="csX5" fmla="*/ 11135 w 53399"/>
                <a:gd name="csY5" fmla="*/ 83111 h 84143"/>
                <a:gd name="csX6" fmla="*/ 0 w 53399"/>
                <a:gd name="csY6" fmla="*/ 80131 h 84143"/>
                <a:gd name="csX7" fmla="*/ 0 w 53399"/>
                <a:gd name="csY7" fmla="*/ 69535 h 84143"/>
                <a:gd name="csX8" fmla="*/ 9995 w 53399"/>
                <a:gd name="csY8" fmla="*/ 73548 h 84143"/>
                <a:gd name="csX9" fmla="*/ 21349 w 53399"/>
                <a:gd name="csY9" fmla="*/ 74909 h 84143"/>
                <a:gd name="csX10" fmla="*/ 37048 w 53399"/>
                <a:gd name="csY10" fmla="*/ 70837 h 84143"/>
                <a:gd name="csX11" fmla="*/ 42480 w 53399"/>
                <a:gd name="csY11" fmla="*/ 58998 h 84143"/>
                <a:gd name="csX12" fmla="*/ 37429 w 53399"/>
                <a:gd name="csY12" fmla="*/ 47804 h 84143"/>
                <a:gd name="csX13" fmla="*/ 23468 w 53399"/>
                <a:gd name="csY13" fmla="*/ 43732 h 84143"/>
                <a:gd name="csX14" fmla="*/ 14015 w 53399"/>
                <a:gd name="csY14" fmla="*/ 43732 h 84143"/>
                <a:gd name="csX15" fmla="*/ 14015 w 53399"/>
                <a:gd name="csY15" fmla="*/ 34709 h 84143"/>
                <a:gd name="csX16" fmla="*/ 23902 w 53399"/>
                <a:gd name="csY16" fmla="*/ 34709 h 84143"/>
                <a:gd name="csX17" fmla="*/ 36287 w 53399"/>
                <a:gd name="csY17" fmla="*/ 31505 h 84143"/>
                <a:gd name="csX18" fmla="*/ 40579 w 53399"/>
                <a:gd name="csY18" fmla="*/ 22165 h 84143"/>
                <a:gd name="csX19" fmla="*/ 36125 w 53399"/>
                <a:gd name="csY19" fmla="*/ 12602 h 84143"/>
                <a:gd name="csX20" fmla="*/ 23468 w 53399"/>
                <a:gd name="csY20" fmla="*/ 9235 h 84143"/>
                <a:gd name="csX21" fmla="*/ 13798 w 53399"/>
                <a:gd name="csY21" fmla="*/ 10209 h 84143"/>
                <a:gd name="csX22" fmla="*/ 2444 w 53399"/>
                <a:gd name="csY22" fmla="*/ 13259 h 84143"/>
                <a:gd name="csX23" fmla="*/ 2444 w 53399"/>
                <a:gd name="csY23" fmla="*/ 3473 h 84143"/>
                <a:gd name="csX24" fmla="*/ 14124 w 53399"/>
                <a:gd name="csY24" fmla="*/ 868 h 84143"/>
                <a:gd name="csX25" fmla="*/ 24445 w 53399"/>
                <a:gd name="csY25" fmla="*/ 0 h 84143"/>
                <a:gd name="csX26" fmla="*/ 44219 w 53399"/>
                <a:gd name="csY26" fmla="*/ 5703 h 84143"/>
                <a:gd name="csX27" fmla="*/ 51498 w 53399"/>
                <a:gd name="csY27" fmla="*/ 21027 h 84143"/>
                <a:gd name="csX28" fmla="*/ 47641 w 53399"/>
                <a:gd name="csY28" fmla="*/ 32432 h 84143"/>
                <a:gd name="csX29" fmla="*/ 36668 w 53399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3">
                  <a:moveTo>
                    <a:pt x="36668" y="38839"/>
                  </a:moveTo>
                  <a:cubicBezTo>
                    <a:pt x="41919" y="39966"/>
                    <a:pt x="46011" y="42301"/>
                    <a:pt x="48944" y="45844"/>
                  </a:cubicBezTo>
                  <a:cubicBezTo>
                    <a:pt x="51914" y="49396"/>
                    <a:pt x="53400" y="53780"/>
                    <a:pt x="53400" y="58998"/>
                  </a:cubicBezTo>
                  <a:cubicBezTo>
                    <a:pt x="53400" y="67000"/>
                    <a:pt x="50647" y="73192"/>
                    <a:pt x="45142" y="77572"/>
                  </a:cubicBezTo>
                  <a:cubicBezTo>
                    <a:pt x="39638" y="81953"/>
                    <a:pt x="31815" y="84143"/>
                    <a:pt x="21675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0" y="82462"/>
                    <a:pt x="3839" y="81468"/>
                    <a:pt x="0" y="80131"/>
                  </a:cubicBezTo>
                  <a:lnTo>
                    <a:pt x="0" y="69535"/>
                  </a:lnTo>
                  <a:cubicBezTo>
                    <a:pt x="3042" y="71311"/>
                    <a:pt x="6374" y="72648"/>
                    <a:pt x="9995" y="73548"/>
                  </a:cubicBezTo>
                  <a:cubicBezTo>
                    <a:pt x="13617" y="74455"/>
                    <a:pt x="17401" y="74909"/>
                    <a:pt x="21349" y="74909"/>
                  </a:cubicBezTo>
                  <a:cubicBezTo>
                    <a:pt x="28229" y="74909"/>
                    <a:pt x="33463" y="73552"/>
                    <a:pt x="37048" y="70837"/>
                  </a:cubicBezTo>
                  <a:cubicBezTo>
                    <a:pt x="40670" y="68123"/>
                    <a:pt x="42480" y="64176"/>
                    <a:pt x="42480" y="58998"/>
                  </a:cubicBezTo>
                  <a:cubicBezTo>
                    <a:pt x="42480" y="54218"/>
                    <a:pt x="40796" y="50487"/>
                    <a:pt x="37429" y="47804"/>
                  </a:cubicBezTo>
                  <a:cubicBezTo>
                    <a:pt x="34096" y="45089"/>
                    <a:pt x="29443" y="43732"/>
                    <a:pt x="23468" y="43732"/>
                  </a:cubicBezTo>
                  <a:lnTo>
                    <a:pt x="14015" y="43732"/>
                  </a:lnTo>
                  <a:lnTo>
                    <a:pt x="14015" y="34709"/>
                  </a:lnTo>
                  <a:lnTo>
                    <a:pt x="23902" y="34709"/>
                  </a:lnTo>
                  <a:cubicBezTo>
                    <a:pt x="29298" y="34709"/>
                    <a:pt x="33426" y="33641"/>
                    <a:pt x="36287" y="31505"/>
                  </a:cubicBezTo>
                  <a:cubicBezTo>
                    <a:pt x="39148" y="29331"/>
                    <a:pt x="40579" y="26217"/>
                    <a:pt x="40579" y="22165"/>
                  </a:cubicBezTo>
                  <a:cubicBezTo>
                    <a:pt x="40579" y="17996"/>
                    <a:pt x="39094" y="14808"/>
                    <a:pt x="36125" y="12602"/>
                  </a:cubicBezTo>
                  <a:cubicBezTo>
                    <a:pt x="33192" y="10357"/>
                    <a:pt x="28972" y="9235"/>
                    <a:pt x="23468" y="9235"/>
                  </a:cubicBezTo>
                  <a:cubicBezTo>
                    <a:pt x="20461" y="9235"/>
                    <a:pt x="17238" y="9559"/>
                    <a:pt x="13798" y="10209"/>
                  </a:cubicBezTo>
                  <a:cubicBezTo>
                    <a:pt x="10357" y="10866"/>
                    <a:pt x="6573" y="11883"/>
                    <a:pt x="2444" y="13259"/>
                  </a:cubicBezTo>
                  <a:lnTo>
                    <a:pt x="2444" y="3473"/>
                  </a:lnTo>
                  <a:cubicBezTo>
                    <a:pt x="6609" y="2316"/>
                    <a:pt x="10502" y="1447"/>
                    <a:pt x="14124" y="868"/>
                  </a:cubicBezTo>
                  <a:cubicBezTo>
                    <a:pt x="17782" y="289"/>
                    <a:pt x="21222" y="0"/>
                    <a:pt x="24445" y="0"/>
                  </a:cubicBezTo>
                  <a:cubicBezTo>
                    <a:pt x="32775" y="0"/>
                    <a:pt x="39366" y="1901"/>
                    <a:pt x="44219" y="5703"/>
                  </a:cubicBezTo>
                  <a:cubicBezTo>
                    <a:pt x="49071" y="9473"/>
                    <a:pt x="51498" y="14581"/>
                    <a:pt x="51498" y="21027"/>
                  </a:cubicBezTo>
                  <a:cubicBezTo>
                    <a:pt x="51498" y="25517"/>
                    <a:pt x="50212" y="29319"/>
                    <a:pt x="47641" y="32432"/>
                  </a:cubicBezTo>
                  <a:cubicBezTo>
                    <a:pt x="45069" y="35507"/>
                    <a:pt x="41412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F9C0ED1C-0894-073C-222B-87850B1C2765}"/>
                </a:ext>
              </a:extLst>
            </p:cNvPr>
            <p:cNvSpPr/>
            <p:nvPr/>
          </p:nvSpPr>
          <p:spPr>
            <a:xfrm>
              <a:off x="3825752" y="4685023"/>
              <a:ext cx="69642" cy="9234"/>
            </a:xfrm>
            <a:custGeom>
              <a:avLst/>
              <a:gdLst>
                <a:gd name="csX0" fmla="*/ 0 w 69642"/>
                <a:gd name="csY0" fmla="*/ 0 h 9234"/>
                <a:gd name="csX1" fmla="*/ 69643 w 69642"/>
                <a:gd name="csY1" fmla="*/ 0 h 9234"/>
                <a:gd name="csX2" fmla="*/ 69643 w 69642"/>
                <a:gd name="csY2" fmla="*/ 9235 h 9234"/>
                <a:gd name="csX3" fmla="*/ 0 w 69642"/>
                <a:gd name="csY3" fmla="*/ 9235 h 9234"/>
                <a:gd name="csX4" fmla="*/ 0 w 69642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2" h="9234">
                  <a:moveTo>
                    <a:pt x="0" y="0"/>
                  </a:moveTo>
                  <a:lnTo>
                    <a:pt x="69643" y="0"/>
                  </a:lnTo>
                  <a:lnTo>
                    <a:pt x="69643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6A4B9C06-EE58-29D9-8B94-0E0B4653822D}"/>
                </a:ext>
              </a:extLst>
            </p:cNvPr>
            <p:cNvSpPr/>
            <p:nvPr/>
          </p:nvSpPr>
          <p:spPr>
            <a:xfrm>
              <a:off x="3915332" y="464194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8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33"/>
                    <a:pt x="38515" y="16021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598"/>
                    <a:pt x="9090" y="2261"/>
                    <a:pt x="12928" y="1361"/>
                  </a:cubicBezTo>
                  <a:cubicBezTo>
                    <a:pt x="16767" y="454"/>
                    <a:pt x="20280" y="0"/>
                    <a:pt x="23468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5"/>
                    <a:pt x="51063" y="23139"/>
                  </a:cubicBezTo>
                  <a:cubicBezTo>
                    <a:pt x="51063" y="26472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E4D7BABC-6DE9-0E8E-FCF4-2011B884E7C8}"/>
                </a:ext>
              </a:extLst>
            </p:cNvPr>
            <p:cNvSpPr/>
            <p:nvPr/>
          </p:nvSpPr>
          <p:spPr>
            <a:xfrm>
              <a:off x="4240283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7D76656B-FFF1-65BD-C6C7-9359C02FB72F}"/>
                </a:ext>
              </a:extLst>
            </p:cNvPr>
            <p:cNvSpPr/>
            <p:nvPr/>
          </p:nvSpPr>
          <p:spPr>
            <a:xfrm>
              <a:off x="4333936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2 w 48292"/>
                <a:gd name="csY1" fmla="*/ 71870 h 81104"/>
                <a:gd name="csX2" fmla="*/ 19502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7F81DEC1-6C63-6489-DE29-50F10AF18D7B}"/>
                </a:ext>
              </a:extLst>
            </p:cNvPr>
            <p:cNvSpPr/>
            <p:nvPr/>
          </p:nvSpPr>
          <p:spPr>
            <a:xfrm>
              <a:off x="4698185" y="4641949"/>
              <a:ext cx="56064" cy="84143"/>
            </a:xfrm>
            <a:custGeom>
              <a:avLst/>
              <a:gdLst>
                <a:gd name="csX0" fmla="*/ 28032 w 56064"/>
                <a:gd name="csY0" fmla="*/ 8695 h 84143"/>
                <a:gd name="csX1" fmla="*/ 15266 w 56064"/>
                <a:gd name="csY1" fmla="*/ 17061 h 84143"/>
                <a:gd name="csX2" fmla="*/ 11030 w 56064"/>
                <a:gd name="csY2" fmla="*/ 42101 h 84143"/>
                <a:gd name="csX3" fmla="*/ 15266 w 56064"/>
                <a:gd name="csY3" fmla="*/ 67141 h 84143"/>
                <a:gd name="csX4" fmla="*/ 28032 w 56064"/>
                <a:gd name="csY4" fmla="*/ 75460 h 84143"/>
                <a:gd name="csX5" fmla="*/ 40798 w 56064"/>
                <a:gd name="csY5" fmla="*/ 67141 h 84143"/>
                <a:gd name="csX6" fmla="*/ 45093 w 56064"/>
                <a:gd name="csY6" fmla="*/ 42101 h 84143"/>
                <a:gd name="csX7" fmla="*/ 40798 w 56064"/>
                <a:gd name="csY7" fmla="*/ 17061 h 84143"/>
                <a:gd name="csX8" fmla="*/ 28032 w 56064"/>
                <a:gd name="csY8" fmla="*/ 8695 h 84143"/>
                <a:gd name="csX9" fmla="*/ 28032 w 56064"/>
                <a:gd name="csY9" fmla="*/ 0 h 84143"/>
                <a:gd name="csX10" fmla="*/ 48836 w 56064"/>
                <a:gd name="csY10" fmla="*/ 10807 h 84143"/>
                <a:gd name="csX11" fmla="*/ 56064 w 56064"/>
                <a:gd name="csY11" fmla="*/ 42101 h 84143"/>
                <a:gd name="csX12" fmla="*/ 48836 w 56064"/>
                <a:gd name="csY12" fmla="*/ 73395 h 84143"/>
                <a:gd name="csX13" fmla="*/ 28032 w 56064"/>
                <a:gd name="csY13" fmla="*/ 84143 h 84143"/>
                <a:gd name="csX14" fmla="*/ 7181 w 56064"/>
                <a:gd name="csY14" fmla="*/ 73395 h 84143"/>
                <a:gd name="csX15" fmla="*/ 0 w 56064"/>
                <a:gd name="csY15" fmla="*/ 42101 h 84143"/>
                <a:gd name="csX16" fmla="*/ 7181 w 56064"/>
                <a:gd name="csY16" fmla="*/ 10807 h 84143"/>
                <a:gd name="csX17" fmla="*/ 28032 w 56064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4" h="84143">
                  <a:moveTo>
                    <a:pt x="28032" y="8695"/>
                  </a:moveTo>
                  <a:cubicBezTo>
                    <a:pt x="22384" y="8695"/>
                    <a:pt x="18129" y="11483"/>
                    <a:pt x="15266" y="17061"/>
                  </a:cubicBezTo>
                  <a:cubicBezTo>
                    <a:pt x="12442" y="22599"/>
                    <a:pt x="11030" y="30946"/>
                    <a:pt x="11030" y="42101"/>
                  </a:cubicBezTo>
                  <a:cubicBezTo>
                    <a:pt x="11030" y="53217"/>
                    <a:pt x="12442" y="61564"/>
                    <a:pt x="15266" y="67141"/>
                  </a:cubicBezTo>
                  <a:cubicBezTo>
                    <a:pt x="18129" y="72687"/>
                    <a:pt x="22384" y="75460"/>
                    <a:pt x="28032" y="75460"/>
                  </a:cubicBezTo>
                  <a:cubicBezTo>
                    <a:pt x="33719" y="75460"/>
                    <a:pt x="37975" y="72687"/>
                    <a:pt x="40798" y="67141"/>
                  </a:cubicBezTo>
                  <a:cubicBezTo>
                    <a:pt x="43662" y="61564"/>
                    <a:pt x="45093" y="53217"/>
                    <a:pt x="45093" y="42101"/>
                  </a:cubicBezTo>
                  <a:cubicBezTo>
                    <a:pt x="45093" y="30946"/>
                    <a:pt x="43662" y="22599"/>
                    <a:pt x="40798" y="17061"/>
                  </a:cubicBezTo>
                  <a:cubicBezTo>
                    <a:pt x="37975" y="11484"/>
                    <a:pt x="33719" y="8695"/>
                    <a:pt x="28032" y="8695"/>
                  </a:cubicBezTo>
                  <a:moveTo>
                    <a:pt x="28032" y="0"/>
                  </a:moveTo>
                  <a:cubicBezTo>
                    <a:pt x="37122" y="0"/>
                    <a:pt x="44057" y="3602"/>
                    <a:pt x="48836" y="10807"/>
                  </a:cubicBezTo>
                  <a:cubicBezTo>
                    <a:pt x="53655" y="17980"/>
                    <a:pt x="56064" y="28412"/>
                    <a:pt x="56064" y="42101"/>
                  </a:cubicBezTo>
                  <a:cubicBezTo>
                    <a:pt x="56064" y="55751"/>
                    <a:pt x="53655" y="66183"/>
                    <a:pt x="48836" y="73395"/>
                  </a:cubicBezTo>
                  <a:cubicBezTo>
                    <a:pt x="44057" y="80561"/>
                    <a:pt x="37122" y="84143"/>
                    <a:pt x="28032" y="84143"/>
                  </a:cubicBezTo>
                  <a:cubicBezTo>
                    <a:pt x="18942" y="84143"/>
                    <a:pt x="11992" y="80561"/>
                    <a:pt x="7181" y="73395"/>
                  </a:cubicBezTo>
                  <a:cubicBezTo>
                    <a:pt x="2394" y="66183"/>
                    <a:pt x="0" y="55751"/>
                    <a:pt x="0" y="42101"/>
                  </a:cubicBezTo>
                  <a:cubicBezTo>
                    <a:pt x="0" y="28412"/>
                    <a:pt x="2394" y="17980"/>
                    <a:pt x="7181" y="10807"/>
                  </a:cubicBezTo>
                  <a:cubicBezTo>
                    <a:pt x="11992" y="3602"/>
                    <a:pt x="18942" y="0"/>
                    <a:pt x="28032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48687A17-F71C-547C-2FCC-A25E12C8AF8A}"/>
                </a:ext>
              </a:extLst>
            </p:cNvPr>
            <p:cNvSpPr/>
            <p:nvPr/>
          </p:nvSpPr>
          <p:spPr>
            <a:xfrm>
              <a:off x="5117036" y="4643415"/>
              <a:ext cx="48296" cy="81104"/>
            </a:xfrm>
            <a:custGeom>
              <a:avLst/>
              <a:gdLst>
                <a:gd name="csX0" fmla="*/ 1572 w 48296"/>
                <a:gd name="csY0" fmla="*/ 71870 h 81104"/>
                <a:gd name="csX1" fmla="*/ 19502 w 48296"/>
                <a:gd name="csY1" fmla="*/ 71870 h 81104"/>
                <a:gd name="csX2" fmla="*/ 19502 w 48296"/>
                <a:gd name="csY2" fmla="*/ 9997 h 81104"/>
                <a:gd name="csX3" fmla="*/ 0 w 48296"/>
                <a:gd name="csY3" fmla="*/ 13905 h 81104"/>
                <a:gd name="csX4" fmla="*/ 0 w 48296"/>
                <a:gd name="csY4" fmla="*/ 3907 h 81104"/>
                <a:gd name="csX5" fmla="*/ 19396 w 48296"/>
                <a:gd name="csY5" fmla="*/ 0 h 81104"/>
                <a:gd name="csX6" fmla="*/ 30367 w 48296"/>
                <a:gd name="csY6" fmla="*/ 0 h 81104"/>
                <a:gd name="csX7" fmla="*/ 30367 w 48296"/>
                <a:gd name="csY7" fmla="*/ 71870 h 81104"/>
                <a:gd name="csX8" fmla="*/ 48297 w 48296"/>
                <a:gd name="csY8" fmla="*/ 71870 h 81104"/>
                <a:gd name="csX9" fmla="*/ 48297 w 48296"/>
                <a:gd name="csY9" fmla="*/ 81104 h 81104"/>
                <a:gd name="csX10" fmla="*/ 1572 w 48296"/>
                <a:gd name="csY10" fmla="*/ 81104 h 81104"/>
                <a:gd name="csX11" fmla="*/ 1572 w 48296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6" h="81104">
                  <a:moveTo>
                    <a:pt x="1572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6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7" y="71870"/>
                  </a:lnTo>
                  <a:lnTo>
                    <a:pt x="48297" y="81104"/>
                  </a:lnTo>
                  <a:lnTo>
                    <a:pt x="1572" y="81104"/>
                  </a:lnTo>
                  <a:lnTo>
                    <a:pt x="1572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91DA62F3-7D51-D9F8-2975-E6E87225A881}"/>
                </a:ext>
              </a:extLst>
            </p:cNvPr>
            <p:cNvSpPr/>
            <p:nvPr/>
          </p:nvSpPr>
          <p:spPr>
            <a:xfrm>
              <a:off x="5530396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90 w 51499"/>
                <a:gd name="csY6" fmla="*/ 41937 h 82571"/>
                <a:gd name="csX7" fmla="*/ 37924 w 51499"/>
                <a:gd name="csY7" fmla="*/ 31940 h 82571"/>
                <a:gd name="csX8" fmla="*/ 40036 w 51499"/>
                <a:gd name="csY8" fmla="*/ 23843 h 82571"/>
                <a:gd name="csX9" fmla="*/ 35483 w 51499"/>
                <a:gd name="csY9" fmla="*/ 13306 h 82571"/>
                <a:gd name="csX10" fmla="*/ 23691 w 51499"/>
                <a:gd name="csY10" fmla="*/ 9235 h 82571"/>
                <a:gd name="csX11" fmla="*/ 12766 w 51499"/>
                <a:gd name="csY11" fmla="*/ 11030 h 82571"/>
                <a:gd name="csX12" fmla="*/ 551 w 51499"/>
                <a:gd name="csY12" fmla="*/ 16463 h 82571"/>
                <a:gd name="csX13" fmla="*/ 551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9" y="69026"/>
                    <a:pt x="9837" y="63249"/>
                    <a:pt x="17002" y="56006"/>
                  </a:cubicBezTo>
                  <a:cubicBezTo>
                    <a:pt x="24215" y="48731"/>
                    <a:pt x="28744" y="44041"/>
                    <a:pt x="30590" y="41937"/>
                  </a:cubicBezTo>
                  <a:cubicBezTo>
                    <a:pt x="34102" y="37986"/>
                    <a:pt x="36547" y="34654"/>
                    <a:pt x="37924" y="31940"/>
                  </a:cubicBezTo>
                  <a:cubicBezTo>
                    <a:pt x="39332" y="29186"/>
                    <a:pt x="40036" y="26487"/>
                    <a:pt x="40036" y="23843"/>
                  </a:cubicBezTo>
                  <a:cubicBezTo>
                    <a:pt x="40036" y="19533"/>
                    <a:pt x="38518" y="16021"/>
                    <a:pt x="35483" y="13306"/>
                  </a:cubicBezTo>
                  <a:cubicBezTo>
                    <a:pt x="32471" y="10592"/>
                    <a:pt x="28541" y="9235"/>
                    <a:pt x="23691" y="9235"/>
                  </a:cubicBezTo>
                  <a:cubicBezTo>
                    <a:pt x="20249" y="9235"/>
                    <a:pt x="16607" y="9833"/>
                    <a:pt x="12766" y="11030"/>
                  </a:cubicBezTo>
                  <a:cubicBezTo>
                    <a:pt x="8965" y="12227"/>
                    <a:pt x="4893" y="14038"/>
                    <a:pt x="551" y="16463"/>
                  </a:cubicBezTo>
                  <a:lnTo>
                    <a:pt x="551" y="5374"/>
                  </a:lnTo>
                  <a:cubicBezTo>
                    <a:pt x="4971" y="3598"/>
                    <a:pt x="9098" y="2261"/>
                    <a:pt x="12931" y="1361"/>
                  </a:cubicBezTo>
                  <a:cubicBezTo>
                    <a:pt x="16772" y="454"/>
                    <a:pt x="20284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37" y="35616"/>
                    <a:pt x="45672" y="39132"/>
                    <a:pt x="42371" y="43192"/>
                  </a:cubicBezTo>
                  <a:cubicBezTo>
                    <a:pt x="41471" y="44241"/>
                    <a:pt x="38593" y="47280"/>
                    <a:pt x="33735" y="52309"/>
                  </a:cubicBezTo>
                  <a:cubicBezTo>
                    <a:pt x="28885" y="57308"/>
                    <a:pt x="22040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031F1993-D087-1435-615F-FAED62F15D22}"/>
                </a:ext>
              </a:extLst>
            </p:cNvPr>
            <p:cNvSpPr/>
            <p:nvPr/>
          </p:nvSpPr>
          <p:spPr>
            <a:xfrm>
              <a:off x="5944414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2 w 53400"/>
                <a:gd name="csY4" fmla="*/ 84143 h 84143"/>
                <a:gd name="csX5" fmla="*/ 11135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76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41 w 53400"/>
                <a:gd name="csY22" fmla="*/ 13259 h 84143"/>
                <a:gd name="csX23" fmla="*/ 2441 w 53400"/>
                <a:gd name="csY23" fmla="*/ 3473 h 84143"/>
                <a:gd name="csX24" fmla="*/ 14128 w 53400"/>
                <a:gd name="csY24" fmla="*/ 868 h 84143"/>
                <a:gd name="csX25" fmla="*/ 24442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8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2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69" y="68123"/>
                    <a:pt x="42476" y="64176"/>
                    <a:pt x="42476" y="58998"/>
                  </a:cubicBezTo>
                  <a:cubicBezTo>
                    <a:pt x="42476" y="54218"/>
                    <a:pt x="40795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299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1" y="11883"/>
                    <a:pt x="2441" y="13259"/>
                  </a:cubicBezTo>
                  <a:lnTo>
                    <a:pt x="2441" y="3473"/>
                  </a:lnTo>
                  <a:cubicBezTo>
                    <a:pt x="6610" y="2316"/>
                    <a:pt x="10506" y="1447"/>
                    <a:pt x="14128" y="868"/>
                  </a:cubicBezTo>
                  <a:cubicBezTo>
                    <a:pt x="17781" y="289"/>
                    <a:pt x="21219" y="0"/>
                    <a:pt x="24442" y="0"/>
                  </a:cubicBezTo>
                  <a:cubicBezTo>
                    <a:pt x="32773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F67170AE-3349-26FD-0008-4BFB0E8B4870}"/>
                </a:ext>
              </a:extLst>
            </p:cNvPr>
            <p:cNvSpPr/>
            <p:nvPr/>
          </p:nvSpPr>
          <p:spPr>
            <a:xfrm>
              <a:off x="4690358" y="4790300"/>
              <a:ext cx="63081" cy="57378"/>
            </a:xfrm>
            <a:custGeom>
              <a:avLst/>
              <a:gdLst>
                <a:gd name="csX0" fmla="*/ 63081 w 63081"/>
                <a:gd name="csY0" fmla="*/ 8343 h 57378"/>
                <a:gd name="csX1" fmla="*/ 60910 w 63081"/>
                <a:gd name="csY1" fmla="*/ 13787 h 57378"/>
                <a:gd name="csX2" fmla="*/ 56276 w 63081"/>
                <a:gd name="csY2" fmla="*/ 15700 h 57378"/>
                <a:gd name="csX3" fmla="*/ 52697 w 63081"/>
                <a:gd name="csY3" fmla="*/ 14339 h 57378"/>
                <a:gd name="csX4" fmla="*/ 51453 w 63081"/>
                <a:gd name="csY4" fmla="*/ 11253 h 57378"/>
                <a:gd name="csX5" fmla="*/ 53189 w 63081"/>
                <a:gd name="csY5" fmla="*/ 6864 h 57378"/>
                <a:gd name="csX6" fmla="*/ 57519 w 63081"/>
                <a:gd name="csY6" fmla="*/ 4388 h 57378"/>
                <a:gd name="csX7" fmla="*/ 51207 w 63081"/>
                <a:gd name="csY7" fmla="*/ 2781 h 57378"/>
                <a:gd name="csX8" fmla="*/ 46572 w 63081"/>
                <a:gd name="csY8" fmla="*/ 4083 h 57378"/>
                <a:gd name="csX9" fmla="*/ 43169 w 63081"/>
                <a:gd name="csY9" fmla="*/ 7052 h 57378"/>
                <a:gd name="csX10" fmla="*/ 40822 w 63081"/>
                <a:gd name="csY10" fmla="*/ 11124 h 57378"/>
                <a:gd name="csX11" fmla="*/ 39332 w 63081"/>
                <a:gd name="csY11" fmla="*/ 14902 h 57378"/>
                <a:gd name="csX12" fmla="*/ 38651 w 63081"/>
                <a:gd name="csY12" fmla="*/ 17742 h 57378"/>
                <a:gd name="csX13" fmla="*/ 34322 w 63081"/>
                <a:gd name="csY13" fmla="*/ 35061 h 57378"/>
                <a:gd name="csX14" fmla="*/ 32221 w 63081"/>
                <a:gd name="csY14" fmla="*/ 46184 h 57378"/>
                <a:gd name="csX15" fmla="*/ 33958 w 63081"/>
                <a:gd name="csY15" fmla="*/ 52192 h 57378"/>
                <a:gd name="csX16" fmla="*/ 39144 w 63081"/>
                <a:gd name="csY16" fmla="*/ 54539 h 57378"/>
                <a:gd name="csX17" fmla="*/ 42054 w 63081"/>
                <a:gd name="csY17" fmla="*/ 54163 h 57378"/>
                <a:gd name="csX18" fmla="*/ 45574 w 63081"/>
                <a:gd name="csY18" fmla="*/ 52626 h 57378"/>
                <a:gd name="csX19" fmla="*/ 49411 w 63081"/>
                <a:gd name="csY19" fmla="*/ 49716 h 57378"/>
                <a:gd name="csX20" fmla="*/ 53060 w 63081"/>
                <a:gd name="csY20" fmla="*/ 44894 h 57378"/>
                <a:gd name="csX21" fmla="*/ 56029 w 63081"/>
                <a:gd name="csY21" fmla="*/ 37971 h 57378"/>
                <a:gd name="csX22" fmla="*/ 57637 w 63081"/>
                <a:gd name="csY22" fmla="*/ 36610 h 57378"/>
                <a:gd name="csX23" fmla="*/ 59185 w 63081"/>
                <a:gd name="csY23" fmla="*/ 37842 h 57378"/>
                <a:gd name="csX24" fmla="*/ 58317 w 63081"/>
                <a:gd name="csY24" fmla="*/ 41115 h 57378"/>
                <a:gd name="csX25" fmla="*/ 55724 w 63081"/>
                <a:gd name="csY25" fmla="*/ 46126 h 57378"/>
                <a:gd name="csX26" fmla="*/ 51699 w 63081"/>
                <a:gd name="csY26" fmla="*/ 51441 h 57378"/>
                <a:gd name="csX27" fmla="*/ 46008 w 63081"/>
                <a:gd name="csY27" fmla="*/ 55654 h 57378"/>
                <a:gd name="csX28" fmla="*/ 38898 w 63081"/>
                <a:gd name="csY28" fmla="*/ 57378 h 57378"/>
                <a:gd name="csX29" fmla="*/ 30062 w 63081"/>
                <a:gd name="csY29" fmla="*/ 54539 h 57378"/>
                <a:gd name="csX30" fmla="*/ 25240 w 63081"/>
                <a:gd name="csY30" fmla="*/ 47733 h 57378"/>
                <a:gd name="csX31" fmla="*/ 24489 w 63081"/>
                <a:gd name="csY31" fmla="*/ 49036 h 57378"/>
                <a:gd name="csX32" fmla="*/ 22764 w 63081"/>
                <a:gd name="csY32" fmla="*/ 51441 h 57378"/>
                <a:gd name="csX33" fmla="*/ 20100 w 63081"/>
                <a:gd name="csY33" fmla="*/ 54293 h 57378"/>
                <a:gd name="csX34" fmla="*/ 16451 w 63081"/>
                <a:gd name="csY34" fmla="*/ 56393 h 57378"/>
                <a:gd name="csX35" fmla="*/ 11945 w 63081"/>
                <a:gd name="csY35" fmla="*/ 57378 h 57378"/>
                <a:gd name="csX36" fmla="*/ 6313 w 63081"/>
                <a:gd name="csY36" fmla="*/ 56522 h 57378"/>
                <a:gd name="csX37" fmla="*/ 1866 w 63081"/>
                <a:gd name="csY37" fmla="*/ 53671 h 57378"/>
                <a:gd name="csX38" fmla="*/ 0 w 63081"/>
                <a:gd name="csY38" fmla="*/ 48977 h 57378"/>
                <a:gd name="csX39" fmla="*/ 2042 w 63081"/>
                <a:gd name="csY39" fmla="*/ 43838 h 57378"/>
                <a:gd name="csX40" fmla="*/ 6993 w 63081"/>
                <a:gd name="csY40" fmla="*/ 41679 h 57378"/>
                <a:gd name="csX41" fmla="*/ 10208 w 63081"/>
                <a:gd name="csY41" fmla="*/ 42723 h 57378"/>
                <a:gd name="csX42" fmla="*/ 11687 w 63081"/>
                <a:gd name="csY42" fmla="*/ 46067 h 57378"/>
                <a:gd name="csX43" fmla="*/ 9962 w 63081"/>
                <a:gd name="csY43" fmla="*/ 50514 h 57378"/>
                <a:gd name="csX44" fmla="*/ 5761 w 63081"/>
                <a:gd name="csY44" fmla="*/ 52931 h 57378"/>
                <a:gd name="csX45" fmla="*/ 12062 w 63081"/>
                <a:gd name="csY45" fmla="*/ 54539 h 57378"/>
                <a:gd name="csX46" fmla="*/ 19361 w 63081"/>
                <a:gd name="csY46" fmla="*/ 50948 h 57378"/>
                <a:gd name="csX47" fmla="*/ 24125 w 63081"/>
                <a:gd name="csY47" fmla="*/ 41362 h 57378"/>
                <a:gd name="csX48" fmla="*/ 29440 w 63081"/>
                <a:gd name="csY48" fmla="*/ 20522 h 57378"/>
                <a:gd name="csX49" fmla="*/ 30919 w 63081"/>
                <a:gd name="csY49" fmla="*/ 11253 h 57378"/>
                <a:gd name="csX50" fmla="*/ 30238 w 63081"/>
                <a:gd name="csY50" fmla="*/ 6864 h 57378"/>
                <a:gd name="csX51" fmla="*/ 28384 w 63081"/>
                <a:gd name="csY51" fmla="*/ 4259 h 57378"/>
                <a:gd name="csX52" fmla="*/ 26225 w 63081"/>
                <a:gd name="csY52" fmla="*/ 3086 h 57378"/>
                <a:gd name="csX53" fmla="*/ 24125 w 63081"/>
                <a:gd name="csY53" fmla="*/ 2781 h 57378"/>
                <a:gd name="csX54" fmla="*/ 20159 w 63081"/>
                <a:gd name="csY54" fmla="*/ 3520 h 57378"/>
                <a:gd name="csX55" fmla="*/ 15653 w 63081"/>
                <a:gd name="csY55" fmla="*/ 5996 h 57378"/>
                <a:gd name="csX56" fmla="*/ 10948 w 63081"/>
                <a:gd name="csY56" fmla="*/ 11124 h 57378"/>
                <a:gd name="csX57" fmla="*/ 7111 w 63081"/>
                <a:gd name="csY57" fmla="*/ 19349 h 57378"/>
                <a:gd name="csX58" fmla="*/ 5445 w 63081"/>
                <a:gd name="csY58" fmla="*/ 20769 h 57378"/>
                <a:gd name="csX59" fmla="*/ 3966 w 63081"/>
                <a:gd name="csY59" fmla="*/ 19478 h 57378"/>
                <a:gd name="csX60" fmla="*/ 4764 w 63081"/>
                <a:gd name="csY60" fmla="*/ 16263 h 57378"/>
                <a:gd name="csX61" fmla="*/ 7369 w 63081"/>
                <a:gd name="csY61" fmla="*/ 11253 h 57378"/>
                <a:gd name="csX62" fmla="*/ 11441 w 63081"/>
                <a:gd name="csY62" fmla="*/ 5996 h 57378"/>
                <a:gd name="csX63" fmla="*/ 17202 w 63081"/>
                <a:gd name="csY63" fmla="*/ 1725 h 57378"/>
                <a:gd name="csX64" fmla="*/ 24371 w 63081"/>
                <a:gd name="csY64" fmla="*/ 0 h 57378"/>
                <a:gd name="csX65" fmla="*/ 27645 w 63081"/>
                <a:gd name="csY65" fmla="*/ 364 h 57378"/>
                <a:gd name="csX66" fmla="*/ 31294 w 63081"/>
                <a:gd name="csY66" fmla="*/ 1608 h 57378"/>
                <a:gd name="csX67" fmla="*/ 35131 w 63081"/>
                <a:gd name="csY67" fmla="*/ 4576 h 57378"/>
                <a:gd name="csX68" fmla="*/ 38041 w 63081"/>
                <a:gd name="csY68" fmla="*/ 9586 h 57378"/>
                <a:gd name="csX69" fmla="*/ 39766 w 63081"/>
                <a:gd name="csY69" fmla="*/ 6794 h 57378"/>
                <a:gd name="csX70" fmla="*/ 42430 w 63081"/>
                <a:gd name="csY70" fmla="*/ 3767 h 57378"/>
                <a:gd name="csX71" fmla="*/ 46384 w 63081"/>
                <a:gd name="csY71" fmla="*/ 1044 h 57378"/>
                <a:gd name="csX72" fmla="*/ 51336 w 63081"/>
                <a:gd name="csY72" fmla="*/ 0 h 57378"/>
                <a:gd name="csX73" fmla="*/ 56334 w 63081"/>
                <a:gd name="csY73" fmla="*/ 681 h 57378"/>
                <a:gd name="csX74" fmla="*/ 60910 w 63081"/>
                <a:gd name="csY74" fmla="*/ 3332 h 57378"/>
                <a:gd name="csX75" fmla="*/ 63081 w 63081"/>
                <a:gd name="csY75" fmla="*/ 8343 h 57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3081" h="57378">
                  <a:moveTo>
                    <a:pt x="63081" y="8343"/>
                  </a:moveTo>
                  <a:cubicBezTo>
                    <a:pt x="63081" y="10650"/>
                    <a:pt x="62358" y="12465"/>
                    <a:pt x="60910" y="13787"/>
                  </a:cubicBezTo>
                  <a:cubicBezTo>
                    <a:pt x="59471" y="15062"/>
                    <a:pt x="57926" y="15700"/>
                    <a:pt x="56276" y="15700"/>
                  </a:cubicBezTo>
                  <a:cubicBezTo>
                    <a:pt x="54711" y="15700"/>
                    <a:pt x="53518" y="15246"/>
                    <a:pt x="52697" y="14339"/>
                  </a:cubicBezTo>
                  <a:cubicBezTo>
                    <a:pt x="51868" y="13431"/>
                    <a:pt x="51453" y="12403"/>
                    <a:pt x="51453" y="11253"/>
                  </a:cubicBezTo>
                  <a:cubicBezTo>
                    <a:pt x="51453" y="9688"/>
                    <a:pt x="52032" y="8225"/>
                    <a:pt x="53189" y="6864"/>
                  </a:cubicBezTo>
                  <a:cubicBezTo>
                    <a:pt x="54339" y="5503"/>
                    <a:pt x="55783" y="4678"/>
                    <a:pt x="57519" y="4388"/>
                  </a:cubicBezTo>
                  <a:cubicBezTo>
                    <a:pt x="55830" y="3317"/>
                    <a:pt x="53725" y="2781"/>
                    <a:pt x="51207" y="2781"/>
                  </a:cubicBezTo>
                  <a:cubicBezTo>
                    <a:pt x="49556" y="2781"/>
                    <a:pt x="48011" y="3215"/>
                    <a:pt x="46572" y="4083"/>
                  </a:cubicBezTo>
                  <a:cubicBezTo>
                    <a:pt x="45171" y="4944"/>
                    <a:pt x="44037" y="5933"/>
                    <a:pt x="43169" y="7052"/>
                  </a:cubicBezTo>
                  <a:cubicBezTo>
                    <a:pt x="42347" y="8163"/>
                    <a:pt x="41565" y="9520"/>
                    <a:pt x="40822" y="11124"/>
                  </a:cubicBezTo>
                  <a:cubicBezTo>
                    <a:pt x="40118" y="12696"/>
                    <a:pt x="39621" y="13955"/>
                    <a:pt x="39332" y="14902"/>
                  </a:cubicBezTo>
                  <a:cubicBezTo>
                    <a:pt x="39089" y="15809"/>
                    <a:pt x="38863" y="16756"/>
                    <a:pt x="38651" y="17742"/>
                  </a:cubicBezTo>
                  <a:lnTo>
                    <a:pt x="34322" y="35061"/>
                  </a:lnTo>
                  <a:cubicBezTo>
                    <a:pt x="32921" y="40544"/>
                    <a:pt x="32221" y="44252"/>
                    <a:pt x="32221" y="46184"/>
                  </a:cubicBezTo>
                  <a:cubicBezTo>
                    <a:pt x="32221" y="48578"/>
                    <a:pt x="32800" y="50581"/>
                    <a:pt x="33958" y="52192"/>
                  </a:cubicBezTo>
                  <a:cubicBezTo>
                    <a:pt x="35108" y="53757"/>
                    <a:pt x="36836" y="54539"/>
                    <a:pt x="39144" y="54539"/>
                  </a:cubicBezTo>
                  <a:cubicBezTo>
                    <a:pt x="40052" y="54539"/>
                    <a:pt x="41021" y="54414"/>
                    <a:pt x="42054" y="54163"/>
                  </a:cubicBezTo>
                  <a:cubicBezTo>
                    <a:pt x="43087" y="53874"/>
                    <a:pt x="44260" y="53362"/>
                    <a:pt x="45574" y="52626"/>
                  </a:cubicBezTo>
                  <a:cubicBezTo>
                    <a:pt x="46935" y="51836"/>
                    <a:pt x="48214" y="50866"/>
                    <a:pt x="49411" y="49716"/>
                  </a:cubicBezTo>
                  <a:cubicBezTo>
                    <a:pt x="50647" y="48519"/>
                    <a:pt x="51864" y="46912"/>
                    <a:pt x="53060" y="44894"/>
                  </a:cubicBezTo>
                  <a:cubicBezTo>
                    <a:pt x="54257" y="42875"/>
                    <a:pt x="55247" y="40568"/>
                    <a:pt x="56029" y="37971"/>
                  </a:cubicBezTo>
                  <a:cubicBezTo>
                    <a:pt x="56280" y="37063"/>
                    <a:pt x="56815" y="36610"/>
                    <a:pt x="57637" y="36610"/>
                  </a:cubicBezTo>
                  <a:cubicBezTo>
                    <a:pt x="58669" y="36610"/>
                    <a:pt x="59185" y="37020"/>
                    <a:pt x="59185" y="37842"/>
                  </a:cubicBezTo>
                  <a:cubicBezTo>
                    <a:pt x="59185" y="38546"/>
                    <a:pt x="58896" y="39637"/>
                    <a:pt x="58317" y="41115"/>
                  </a:cubicBezTo>
                  <a:cubicBezTo>
                    <a:pt x="57785" y="42563"/>
                    <a:pt x="56921" y="44233"/>
                    <a:pt x="55724" y="46126"/>
                  </a:cubicBezTo>
                  <a:cubicBezTo>
                    <a:pt x="54566" y="47980"/>
                    <a:pt x="53225" y="49751"/>
                    <a:pt x="51699" y="51441"/>
                  </a:cubicBezTo>
                  <a:cubicBezTo>
                    <a:pt x="50174" y="53092"/>
                    <a:pt x="48277" y="54496"/>
                    <a:pt x="46008" y="55654"/>
                  </a:cubicBezTo>
                  <a:cubicBezTo>
                    <a:pt x="43740" y="56803"/>
                    <a:pt x="41370" y="57378"/>
                    <a:pt x="38898" y="57378"/>
                  </a:cubicBezTo>
                  <a:cubicBezTo>
                    <a:pt x="35354" y="57378"/>
                    <a:pt x="32409" y="56432"/>
                    <a:pt x="30062" y="54539"/>
                  </a:cubicBezTo>
                  <a:cubicBezTo>
                    <a:pt x="27707" y="52646"/>
                    <a:pt x="26100" y="50377"/>
                    <a:pt x="25240" y="47733"/>
                  </a:cubicBezTo>
                  <a:cubicBezTo>
                    <a:pt x="25028" y="48109"/>
                    <a:pt x="24778" y="48543"/>
                    <a:pt x="24489" y="49036"/>
                  </a:cubicBezTo>
                  <a:cubicBezTo>
                    <a:pt x="24199" y="49529"/>
                    <a:pt x="23624" y="50330"/>
                    <a:pt x="22764" y="51441"/>
                  </a:cubicBezTo>
                  <a:cubicBezTo>
                    <a:pt x="21935" y="52513"/>
                    <a:pt x="21047" y="53463"/>
                    <a:pt x="20100" y="54293"/>
                  </a:cubicBezTo>
                  <a:cubicBezTo>
                    <a:pt x="19154" y="55075"/>
                    <a:pt x="17937" y="55775"/>
                    <a:pt x="16451" y="56393"/>
                  </a:cubicBezTo>
                  <a:cubicBezTo>
                    <a:pt x="15012" y="57050"/>
                    <a:pt x="13510" y="57378"/>
                    <a:pt x="11945" y="57378"/>
                  </a:cubicBezTo>
                  <a:cubicBezTo>
                    <a:pt x="9966" y="57378"/>
                    <a:pt x="8089" y="57093"/>
                    <a:pt x="6313" y="56522"/>
                  </a:cubicBezTo>
                  <a:cubicBezTo>
                    <a:pt x="4584" y="55943"/>
                    <a:pt x="3102" y="54993"/>
                    <a:pt x="1866" y="53671"/>
                  </a:cubicBezTo>
                  <a:cubicBezTo>
                    <a:pt x="622" y="52356"/>
                    <a:pt x="0" y="50792"/>
                    <a:pt x="0" y="48977"/>
                  </a:cubicBezTo>
                  <a:cubicBezTo>
                    <a:pt x="0" y="46951"/>
                    <a:pt x="681" y="45238"/>
                    <a:pt x="2042" y="43838"/>
                  </a:cubicBezTo>
                  <a:cubicBezTo>
                    <a:pt x="3450" y="42398"/>
                    <a:pt x="5100" y="41679"/>
                    <a:pt x="6993" y="41679"/>
                  </a:cubicBezTo>
                  <a:cubicBezTo>
                    <a:pt x="8190" y="41679"/>
                    <a:pt x="9262" y="42027"/>
                    <a:pt x="10208" y="42723"/>
                  </a:cubicBezTo>
                  <a:cubicBezTo>
                    <a:pt x="11194" y="43427"/>
                    <a:pt x="11687" y="44542"/>
                    <a:pt x="11687" y="46067"/>
                  </a:cubicBezTo>
                  <a:cubicBezTo>
                    <a:pt x="11687" y="47757"/>
                    <a:pt x="11112" y="49239"/>
                    <a:pt x="9962" y="50514"/>
                  </a:cubicBezTo>
                  <a:cubicBezTo>
                    <a:pt x="8804" y="51797"/>
                    <a:pt x="7404" y="52603"/>
                    <a:pt x="5761" y="52931"/>
                  </a:cubicBezTo>
                  <a:cubicBezTo>
                    <a:pt x="7451" y="54003"/>
                    <a:pt x="9551" y="54539"/>
                    <a:pt x="12062" y="54539"/>
                  </a:cubicBezTo>
                  <a:cubicBezTo>
                    <a:pt x="14785" y="54539"/>
                    <a:pt x="17217" y="53342"/>
                    <a:pt x="19361" y="50948"/>
                  </a:cubicBezTo>
                  <a:cubicBezTo>
                    <a:pt x="21504" y="48562"/>
                    <a:pt x="23092" y="45367"/>
                    <a:pt x="24125" y="41362"/>
                  </a:cubicBezTo>
                  <a:cubicBezTo>
                    <a:pt x="26675" y="31756"/>
                    <a:pt x="28447" y="24809"/>
                    <a:pt x="29440" y="20522"/>
                  </a:cubicBezTo>
                  <a:cubicBezTo>
                    <a:pt x="30426" y="16197"/>
                    <a:pt x="30919" y="13107"/>
                    <a:pt x="30919" y="11253"/>
                  </a:cubicBezTo>
                  <a:cubicBezTo>
                    <a:pt x="30919" y="9524"/>
                    <a:pt x="30692" y="8061"/>
                    <a:pt x="30238" y="6864"/>
                  </a:cubicBezTo>
                  <a:cubicBezTo>
                    <a:pt x="29792" y="5667"/>
                    <a:pt x="29174" y="4799"/>
                    <a:pt x="28384" y="4259"/>
                  </a:cubicBezTo>
                  <a:cubicBezTo>
                    <a:pt x="27649" y="3688"/>
                    <a:pt x="26929" y="3297"/>
                    <a:pt x="26225" y="3086"/>
                  </a:cubicBezTo>
                  <a:cubicBezTo>
                    <a:pt x="25568" y="2883"/>
                    <a:pt x="24868" y="2781"/>
                    <a:pt x="24125" y="2781"/>
                  </a:cubicBezTo>
                  <a:cubicBezTo>
                    <a:pt x="22889" y="2781"/>
                    <a:pt x="21567" y="3027"/>
                    <a:pt x="20159" y="3520"/>
                  </a:cubicBezTo>
                  <a:cubicBezTo>
                    <a:pt x="18806" y="4013"/>
                    <a:pt x="17304" y="4838"/>
                    <a:pt x="15653" y="5996"/>
                  </a:cubicBezTo>
                  <a:cubicBezTo>
                    <a:pt x="14042" y="7107"/>
                    <a:pt x="12473" y="8816"/>
                    <a:pt x="10948" y="11124"/>
                  </a:cubicBezTo>
                  <a:cubicBezTo>
                    <a:pt x="9422" y="13431"/>
                    <a:pt x="8143" y="16173"/>
                    <a:pt x="7111" y="19349"/>
                  </a:cubicBezTo>
                  <a:cubicBezTo>
                    <a:pt x="6907" y="20296"/>
                    <a:pt x="6352" y="20769"/>
                    <a:pt x="5445" y="20769"/>
                  </a:cubicBezTo>
                  <a:cubicBezTo>
                    <a:pt x="4459" y="20730"/>
                    <a:pt x="3966" y="20299"/>
                    <a:pt x="3966" y="19478"/>
                  </a:cubicBezTo>
                  <a:cubicBezTo>
                    <a:pt x="3966" y="18774"/>
                    <a:pt x="4232" y="17702"/>
                    <a:pt x="4764" y="16263"/>
                  </a:cubicBezTo>
                  <a:cubicBezTo>
                    <a:pt x="5343" y="14777"/>
                    <a:pt x="6211" y="13107"/>
                    <a:pt x="7369" y="11253"/>
                  </a:cubicBezTo>
                  <a:cubicBezTo>
                    <a:pt x="8558" y="9399"/>
                    <a:pt x="9915" y="7646"/>
                    <a:pt x="11441" y="5996"/>
                  </a:cubicBezTo>
                  <a:cubicBezTo>
                    <a:pt x="13013" y="4306"/>
                    <a:pt x="14933" y="2883"/>
                    <a:pt x="17202" y="1725"/>
                  </a:cubicBezTo>
                  <a:cubicBezTo>
                    <a:pt x="19510" y="575"/>
                    <a:pt x="21899" y="0"/>
                    <a:pt x="24371" y="0"/>
                  </a:cubicBezTo>
                  <a:cubicBezTo>
                    <a:pt x="25482" y="0"/>
                    <a:pt x="26573" y="121"/>
                    <a:pt x="27645" y="364"/>
                  </a:cubicBezTo>
                  <a:cubicBezTo>
                    <a:pt x="28756" y="575"/>
                    <a:pt x="29972" y="989"/>
                    <a:pt x="31294" y="1608"/>
                  </a:cubicBezTo>
                  <a:cubicBezTo>
                    <a:pt x="32655" y="2225"/>
                    <a:pt x="33934" y="3215"/>
                    <a:pt x="35131" y="4576"/>
                  </a:cubicBezTo>
                  <a:cubicBezTo>
                    <a:pt x="36328" y="5937"/>
                    <a:pt x="37298" y="7607"/>
                    <a:pt x="38041" y="9586"/>
                  </a:cubicBezTo>
                  <a:cubicBezTo>
                    <a:pt x="38534" y="8632"/>
                    <a:pt x="39109" y="7701"/>
                    <a:pt x="39766" y="6794"/>
                  </a:cubicBezTo>
                  <a:cubicBezTo>
                    <a:pt x="40470" y="5894"/>
                    <a:pt x="41358" y="4885"/>
                    <a:pt x="42430" y="3767"/>
                  </a:cubicBezTo>
                  <a:cubicBezTo>
                    <a:pt x="43540" y="2617"/>
                    <a:pt x="44858" y="1709"/>
                    <a:pt x="46384" y="1044"/>
                  </a:cubicBezTo>
                  <a:cubicBezTo>
                    <a:pt x="47949" y="348"/>
                    <a:pt x="49599" y="0"/>
                    <a:pt x="51336" y="0"/>
                  </a:cubicBezTo>
                  <a:cubicBezTo>
                    <a:pt x="53025" y="0"/>
                    <a:pt x="54691" y="227"/>
                    <a:pt x="56334" y="681"/>
                  </a:cubicBezTo>
                  <a:cubicBezTo>
                    <a:pt x="57985" y="1087"/>
                    <a:pt x="59510" y="1971"/>
                    <a:pt x="60910" y="3332"/>
                  </a:cubicBezTo>
                  <a:cubicBezTo>
                    <a:pt x="62358" y="4654"/>
                    <a:pt x="63081" y="6325"/>
                    <a:pt x="63081" y="834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CAF2952-0069-3666-87E1-CF86302F9DF5}"/>
                </a:ext>
              </a:extLst>
            </p:cNvPr>
            <p:cNvSpPr/>
            <p:nvPr/>
          </p:nvSpPr>
          <p:spPr>
            <a:xfrm>
              <a:off x="348132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447454B-3977-D253-47B1-57E691AB2B6A}"/>
                </a:ext>
              </a:extLst>
            </p:cNvPr>
            <p:cNvSpPr/>
            <p:nvPr/>
          </p:nvSpPr>
          <p:spPr>
            <a:xfrm>
              <a:off x="3481326" y="460061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77FD6A5B-0357-88CE-719F-24E32B68DE68}"/>
                </a:ext>
              </a:extLst>
            </p:cNvPr>
            <p:cNvSpPr/>
            <p:nvPr/>
          </p:nvSpPr>
          <p:spPr>
            <a:xfrm>
              <a:off x="3481326" y="42251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837E6729-9227-6F02-2C49-A64C6B558FEC}"/>
                </a:ext>
              </a:extLst>
            </p:cNvPr>
            <p:cNvSpPr/>
            <p:nvPr/>
          </p:nvSpPr>
          <p:spPr>
            <a:xfrm>
              <a:off x="3481326" y="384978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57106125-CE72-2C36-F7D9-A550C29DBD6A}"/>
                </a:ext>
              </a:extLst>
            </p:cNvPr>
            <p:cNvSpPr/>
            <p:nvPr/>
          </p:nvSpPr>
          <p:spPr>
            <a:xfrm>
              <a:off x="3481326" y="3474374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07B7744-086D-83E1-482B-60297138FAE4}"/>
                </a:ext>
              </a:extLst>
            </p:cNvPr>
            <p:cNvSpPr/>
            <p:nvPr/>
          </p:nvSpPr>
          <p:spPr>
            <a:xfrm>
              <a:off x="3481326" y="3098962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9824C125-2600-9C18-EAF7-B6BAD8BB8692}"/>
                </a:ext>
              </a:extLst>
            </p:cNvPr>
            <p:cNvSpPr/>
            <p:nvPr/>
          </p:nvSpPr>
          <p:spPr>
            <a:xfrm>
              <a:off x="3383023" y="4558591"/>
              <a:ext cx="56060" cy="84143"/>
            </a:xfrm>
            <a:custGeom>
              <a:avLst/>
              <a:gdLst>
                <a:gd name="csX0" fmla="*/ 28030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60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61 h 84143"/>
                <a:gd name="csX8" fmla="*/ 28030 w 56060"/>
                <a:gd name="csY8" fmla="*/ 8695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0 w 56060"/>
                <a:gd name="csY13" fmla="*/ 84144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95"/>
                  </a:moveTo>
                  <a:cubicBezTo>
                    <a:pt x="22380" y="8695"/>
                    <a:pt x="18125" y="11484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0" y="75460"/>
                    <a:pt x="28030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9"/>
                    <a:pt x="40796" y="17061"/>
                  </a:cubicBezTo>
                  <a:cubicBezTo>
                    <a:pt x="37972" y="11484"/>
                    <a:pt x="33716" y="8695"/>
                    <a:pt x="28030" y="8695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2"/>
                    <a:pt x="53653" y="66183"/>
                    <a:pt x="48836" y="73395"/>
                  </a:cubicBezTo>
                  <a:cubicBezTo>
                    <a:pt x="44056" y="80561"/>
                    <a:pt x="37120" y="84144"/>
                    <a:pt x="28030" y="84144"/>
                  </a:cubicBezTo>
                  <a:cubicBezTo>
                    <a:pt x="18940" y="84144"/>
                    <a:pt x="11987" y="80561"/>
                    <a:pt x="7171" y="73395"/>
                  </a:cubicBezTo>
                  <a:cubicBezTo>
                    <a:pt x="2390" y="66183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A7806CAE-88E7-BE54-A0FD-2B5EF4FDC4AC}"/>
                </a:ext>
              </a:extLst>
            </p:cNvPr>
            <p:cNvSpPr/>
            <p:nvPr/>
          </p:nvSpPr>
          <p:spPr>
            <a:xfrm>
              <a:off x="3387587" y="418317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41"/>
                    <a:pt x="38515" y="16028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606"/>
                    <a:pt x="9090" y="2269"/>
                    <a:pt x="12928" y="1361"/>
                  </a:cubicBezTo>
                  <a:cubicBezTo>
                    <a:pt x="16767" y="454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4"/>
                    <a:pt x="51063" y="23139"/>
                  </a:cubicBezTo>
                  <a:cubicBezTo>
                    <a:pt x="51063" y="26471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8DA06575-1B83-F0D3-DFB1-CB2027D470AA}"/>
                </a:ext>
              </a:extLst>
            </p:cNvPr>
            <p:cNvSpPr/>
            <p:nvPr/>
          </p:nvSpPr>
          <p:spPr>
            <a:xfrm>
              <a:off x="3379981" y="380923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3 h 81104"/>
                <a:gd name="csX9" fmla="*/ 47533 w 59103"/>
                <a:gd name="csY9" fmla="*/ 61983 h 81104"/>
                <a:gd name="csX10" fmla="*/ 47533 w 59103"/>
                <a:gd name="csY10" fmla="*/ 81104 h 81104"/>
                <a:gd name="csX11" fmla="*/ 36614 w 59103"/>
                <a:gd name="csY11" fmla="*/ 81104 h 81104"/>
                <a:gd name="csX12" fmla="*/ 36614 w 59103"/>
                <a:gd name="csY12" fmla="*/ 61983 h 81104"/>
                <a:gd name="csX13" fmla="*/ 0 w 59103"/>
                <a:gd name="csY13" fmla="*/ 61983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3"/>
                  </a:lnTo>
                  <a:lnTo>
                    <a:pt x="47533" y="61983"/>
                  </a:lnTo>
                  <a:lnTo>
                    <a:pt x="47533" y="81104"/>
                  </a:lnTo>
                  <a:lnTo>
                    <a:pt x="36614" y="81104"/>
                  </a:lnTo>
                  <a:lnTo>
                    <a:pt x="36614" y="61983"/>
                  </a:lnTo>
                  <a:lnTo>
                    <a:pt x="0" y="61983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42FF52B2-C33E-A815-EF69-C2C1A8CF6E68}"/>
                </a:ext>
              </a:extLst>
            </p:cNvPr>
            <p:cNvSpPr/>
            <p:nvPr/>
          </p:nvSpPr>
          <p:spPr>
            <a:xfrm>
              <a:off x="3383077" y="3432355"/>
              <a:ext cx="56006" cy="84145"/>
            </a:xfrm>
            <a:custGeom>
              <a:avLst/>
              <a:gdLst>
                <a:gd name="csX0" fmla="*/ 28954 w 56006"/>
                <a:gd name="csY0" fmla="*/ 37646 h 84145"/>
                <a:gd name="csX1" fmla="*/ 17221 w 56006"/>
                <a:gd name="csY1" fmla="*/ 42698 h 84145"/>
                <a:gd name="csX2" fmla="*/ 12928 w 56006"/>
                <a:gd name="csY2" fmla="*/ 56550 h 84145"/>
                <a:gd name="csX3" fmla="*/ 17221 w 56006"/>
                <a:gd name="csY3" fmla="*/ 70403 h 84145"/>
                <a:gd name="csX4" fmla="*/ 28954 w 56006"/>
                <a:gd name="csY4" fmla="*/ 75455 h 84145"/>
                <a:gd name="csX5" fmla="*/ 40633 w 56006"/>
                <a:gd name="csY5" fmla="*/ 70403 h 84145"/>
                <a:gd name="csX6" fmla="*/ 44979 w 56006"/>
                <a:gd name="csY6" fmla="*/ 56550 h 84145"/>
                <a:gd name="csX7" fmla="*/ 40633 w 56006"/>
                <a:gd name="csY7" fmla="*/ 42698 h 84145"/>
                <a:gd name="csX8" fmla="*/ 28954 w 56006"/>
                <a:gd name="csY8" fmla="*/ 37646 h 84145"/>
                <a:gd name="csX9" fmla="*/ 50738 w 56006"/>
                <a:gd name="csY9" fmla="*/ 3260 h 84145"/>
                <a:gd name="csX10" fmla="*/ 50738 w 56006"/>
                <a:gd name="csY10" fmla="*/ 13255 h 84145"/>
                <a:gd name="csX11" fmla="*/ 42372 w 56006"/>
                <a:gd name="csY11" fmla="*/ 10267 h 84145"/>
                <a:gd name="csX12" fmla="*/ 34061 w 56006"/>
                <a:gd name="csY12" fmla="*/ 9235 h 84145"/>
                <a:gd name="csX13" fmla="*/ 17438 w 56006"/>
                <a:gd name="csY13" fmla="*/ 16568 h 84145"/>
                <a:gd name="csX14" fmla="*/ 10920 w 56006"/>
                <a:gd name="csY14" fmla="*/ 38732 h 84145"/>
                <a:gd name="csX15" fmla="*/ 18958 w 56006"/>
                <a:gd name="csY15" fmla="*/ 31508 h 84145"/>
                <a:gd name="csX16" fmla="*/ 29606 w 56006"/>
                <a:gd name="csY16" fmla="*/ 28954 h 84145"/>
                <a:gd name="csX17" fmla="*/ 48890 w 56006"/>
                <a:gd name="csY17" fmla="*/ 36396 h 84145"/>
                <a:gd name="csX18" fmla="*/ 56007 w 56006"/>
                <a:gd name="csY18" fmla="*/ 56550 h 84145"/>
                <a:gd name="csX19" fmla="*/ 48619 w 56006"/>
                <a:gd name="csY19" fmla="*/ 76595 h 84145"/>
                <a:gd name="csX20" fmla="*/ 28954 w 56006"/>
                <a:gd name="csY20" fmla="*/ 84146 h 84145"/>
                <a:gd name="csX21" fmla="*/ 7443 w 56006"/>
                <a:gd name="csY21" fmla="*/ 73391 h 84145"/>
                <a:gd name="csX22" fmla="*/ 0 w 56006"/>
                <a:gd name="csY22" fmla="*/ 42100 h 84145"/>
                <a:gd name="csX23" fmla="*/ 9127 w 56006"/>
                <a:gd name="csY23" fmla="*/ 11462 h 84145"/>
                <a:gd name="csX24" fmla="*/ 33626 w 56006"/>
                <a:gd name="csY24" fmla="*/ 0 h 84145"/>
                <a:gd name="csX25" fmla="*/ 41938 w 56006"/>
                <a:gd name="csY25" fmla="*/ 814 h 84145"/>
                <a:gd name="csX26" fmla="*/ 50738 w 56006"/>
                <a:gd name="csY26" fmla="*/ 3260 h 84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6006" h="84145">
                  <a:moveTo>
                    <a:pt x="28954" y="37646"/>
                  </a:moveTo>
                  <a:cubicBezTo>
                    <a:pt x="24029" y="37646"/>
                    <a:pt x="20118" y="39330"/>
                    <a:pt x="17221" y="42698"/>
                  </a:cubicBezTo>
                  <a:cubicBezTo>
                    <a:pt x="14359" y="46066"/>
                    <a:pt x="12928" y="50683"/>
                    <a:pt x="12928" y="56550"/>
                  </a:cubicBezTo>
                  <a:cubicBezTo>
                    <a:pt x="12928" y="62381"/>
                    <a:pt x="14359" y="66999"/>
                    <a:pt x="17221" y="70403"/>
                  </a:cubicBezTo>
                  <a:cubicBezTo>
                    <a:pt x="20118" y="73771"/>
                    <a:pt x="24029" y="75455"/>
                    <a:pt x="28954" y="75455"/>
                  </a:cubicBezTo>
                  <a:cubicBezTo>
                    <a:pt x="33880" y="75455"/>
                    <a:pt x="37772" y="73771"/>
                    <a:pt x="40633" y="70403"/>
                  </a:cubicBezTo>
                  <a:cubicBezTo>
                    <a:pt x="43531" y="66999"/>
                    <a:pt x="44979" y="62381"/>
                    <a:pt x="44979" y="56550"/>
                  </a:cubicBezTo>
                  <a:cubicBezTo>
                    <a:pt x="44979" y="50683"/>
                    <a:pt x="43531" y="46066"/>
                    <a:pt x="40633" y="42698"/>
                  </a:cubicBezTo>
                  <a:cubicBezTo>
                    <a:pt x="37772" y="39330"/>
                    <a:pt x="33880" y="37646"/>
                    <a:pt x="28954" y="37646"/>
                  </a:cubicBezTo>
                  <a:moveTo>
                    <a:pt x="50738" y="3260"/>
                  </a:moveTo>
                  <a:lnTo>
                    <a:pt x="50738" y="13255"/>
                  </a:lnTo>
                  <a:cubicBezTo>
                    <a:pt x="47986" y="11951"/>
                    <a:pt x="45197" y="10955"/>
                    <a:pt x="42372" y="10267"/>
                  </a:cubicBezTo>
                  <a:cubicBezTo>
                    <a:pt x="39583" y="9579"/>
                    <a:pt x="36813" y="9235"/>
                    <a:pt x="34061" y="9235"/>
                  </a:cubicBezTo>
                  <a:cubicBezTo>
                    <a:pt x="26817" y="9235"/>
                    <a:pt x="21276" y="11679"/>
                    <a:pt x="17438" y="16568"/>
                  </a:cubicBezTo>
                  <a:cubicBezTo>
                    <a:pt x="13635" y="21457"/>
                    <a:pt x="11462" y="28845"/>
                    <a:pt x="10920" y="38732"/>
                  </a:cubicBezTo>
                  <a:cubicBezTo>
                    <a:pt x="13056" y="35581"/>
                    <a:pt x="15735" y="33173"/>
                    <a:pt x="18958" y="31508"/>
                  </a:cubicBezTo>
                  <a:cubicBezTo>
                    <a:pt x="22182" y="29806"/>
                    <a:pt x="25731" y="28954"/>
                    <a:pt x="29606" y="28954"/>
                  </a:cubicBezTo>
                  <a:cubicBezTo>
                    <a:pt x="37754" y="28954"/>
                    <a:pt x="44183" y="31435"/>
                    <a:pt x="48890" y="36396"/>
                  </a:cubicBezTo>
                  <a:cubicBezTo>
                    <a:pt x="53635" y="41321"/>
                    <a:pt x="56007" y="48039"/>
                    <a:pt x="56007" y="56550"/>
                  </a:cubicBezTo>
                  <a:cubicBezTo>
                    <a:pt x="56007" y="64880"/>
                    <a:pt x="53544" y="71561"/>
                    <a:pt x="48619" y="76595"/>
                  </a:cubicBezTo>
                  <a:cubicBezTo>
                    <a:pt x="43694" y="81629"/>
                    <a:pt x="37139" y="84146"/>
                    <a:pt x="28954" y="84146"/>
                  </a:cubicBezTo>
                  <a:cubicBezTo>
                    <a:pt x="19574" y="84146"/>
                    <a:pt x="12404" y="80561"/>
                    <a:pt x="7443" y="73391"/>
                  </a:cubicBezTo>
                  <a:cubicBezTo>
                    <a:pt x="2481" y="66184"/>
                    <a:pt x="0" y="55753"/>
                    <a:pt x="0" y="42100"/>
                  </a:cubicBezTo>
                  <a:cubicBezTo>
                    <a:pt x="0" y="29280"/>
                    <a:pt x="3042" y="19068"/>
                    <a:pt x="9127" y="11462"/>
                  </a:cubicBezTo>
                  <a:cubicBezTo>
                    <a:pt x="15211" y="3821"/>
                    <a:pt x="23377" y="0"/>
                    <a:pt x="33626" y="0"/>
                  </a:cubicBezTo>
                  <a:cubicBezTo>
                    <a:pt x="36378" y="0"/>
                    <a:pt x="39149" y="271"/>
                    <a:pt x="41938" y="814"/>
                  </a:cubicBezTo>
                  <a:cubicBezTo>
                    <a:pt x="44763" y="1358"/>
                    <a:pt x="47696" y="2173"/>
                    <a:pt x="50738" y="326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2C59D600-0680-2057-D203-5A894E69C67A}"/>
                </a:ext>
              </a:extLst>
            </p:cNvPr>
            <p:cNvSpPr/>
            <p:nvPr/>
          </p:nvSpPr>
          <p:spPr>
            <a:xfrm>
              <a:off x="3383457" y="3056943"/>
              <a:ext cx="55626" cy="84146"/>
            </a:xfrm>
            <a:custGeom>
              <a:avLst/>
              <a:gdLst>
                <a:gd name="csX0" fmla="*/ 27814 w 55626"/>
                <a:gd name="csY0" fmla="*/ 44056 h 84146"/>
                <a:gd name="csX1" fmla="*/ 15482 w 55626"/>
                <a:gd name="csY1" fmla="*/ 48239 h 84146"/>
                <a:gd name="csX2" fmla="*/ 11027 w 55626"/>
                <a:gd name="csY2" fmla="*/ 59755 h 84146"/>
                <a:gd name="csX3" fmla="*/ 15482 w 55626"/>
                <a:gd name="csY3" fmla="*/ 71272 h 84146"/>
                <a:gd name="csX4" fmla="*/ 27814 w 55626"/>
                <a:gd name="csY4" fmla="*/ 75455 h 84146"/>
                <a:gd name="csX5" fmla="*/ 40145 w 55626"/>
                <a:gd name="csY5" fmla="*/ 71272 h 84146"/>
                <a:gd name="csX6" fmla="*/ 44653 w 55626"/>
                <a:gd name="csY6" fmla="*/ 59755 h 84146"/>
                <a:gd name="csX7" fmla="*/ 40145 w 55626"/>
                <a:gd name="csY7" fmla="*/ 48239 h 84146"/>
                <a:gd name="csX8" fmla="*/ 27814 w 55626"/>
                <a:gd name="csY8" fmla="*/ 44056 h 84146"/>
                <a:gd name="csX9" fmla="*/ 16840 w 55626"/>
                <a:gd name="csY9" fmla="*/ 39384 h 84146"/>
                <a:gd name="csX10" fmla="*/ 5813 w 55626"/>
                <a:gd name="csY10" fmla="*/ 32811 h 84146"/>
                <a:gd name="csX11" fmla="*/ 1901 w 55626"/>
                <a:gd name="csY11" fmla="*/ 21023 h 84146"/>
                <a:gd name="csX12" fmla="*/ 8800 w 55626"/>
                <a:gd name="csY12" fmla="*/ 5650 h 84146"/>
                <a:gd name="csX13" fmla="*/ 27814 w 55626"/>
                <a:gd name="csY13" fmla="*/ 0 h 84146"/>
                <a:gd name="csX14" fmla="*/ 46826 w 55626"/>
                <a:gd name="csY14" fmla="*/ 5650 h 84146"/>
                <a:gd name="csX15" fmla="*/ 53726 w 55626"/>
                <a:gd name="csY15" fmla="*/ 21023 h 84146"/>
                <a:gd name="csX16" fmla="*/ 49760 w 55626"/>
                <a:gd name="csY16" fmla="*/ 32811 h 84146"/>
                <a:gd name="csX17" fmla="*/ 38841 w 55626"/>
                <a:gd name="csY17" fmla="*/ 39384 h 84146"/>
                <a:gd name="csX18" fmla="*/ 51173 w 55626"/>
                <a:gd name="csY18" fmla="*/ 46609 h 84146"/>
                <a:gd name="csX19" fmla="*/ 55627 w 55626"/>
                <a:gd name="csY19" fmla="*/ 59755 h 84146"/>
                <a:gd name="csX20" fmla="*/ 48402 w 55626"/>
                <a:gd name="csY20" fmla="*/ 77845 h 84146"/>
                <a:gd name="csX21" fmla="*/ 27814 w 55626"/>
                <a:gd name="csY21" fmla="*/ 84146 h 84146"/>
                <a:gd name="csX22" fmla="*/ 7171 w 55626"/>
                <a:gd name="csY22" fmla="*/ 77845 h 84146"/>
                <a:gd name="csX23" fmla="*/ 0 w 55626"/>
                <a:gd name="csY23" fmla="*/ 59755 h 84146"/>
                <a:gd name="csX24" fmla="*/ 4454 w 55626"/>
                <a:gd name="csY24" fmla="*/ 46609 h 84146"/>
                <a:gd name="csX25" fmla="*/ 16840 w 55626"/>
                <a:gd name="csY25" fmla="*/ 39384 h 84146"/>
                <a:gd name="csX26" fmla="*/ 12820 w 55626"/>
                <a:gd name="csY26" fmla="*/ 22055 h 84146"/>
                <a:gd name="csX27" fmla="*/ 16731 w 55626"/>
                <a:gd name="csY27" fmla="*/ 31888 h 84146"/>
                <a:gd name="csX28" fmla="*/ 27814 w 55626"/>
                <a:gd name="csY28" fmla="*/ 35419 h 84146"/>
                <a:gd name="csX29" fmla="*/ 38841 w 55626"/>
                <a:gd name="csY29" fmla="*/ 31888 h 84146"/>
                <a:gd name="csX30" fmla="*/ 42861 w 55626"/>
                <a:gd name="csY30" fmla="*/ 22055 h 84146"/>
                <a:gd name="csX31" fmla="*/ 38841 w 55626"/>
                <a:gd name="csY31" fmla="*/ 12223 h 84146"/>
                <a:gd name="csX32" fmla="*/ 27814 w 55626"/>
                <a:gd name="csY32" fmla="*/ 8692 h 84146"/>
                <a:gd name="csX33" fmla="*/ 16731 w 55626"/>
                <a:gd name="csY33" fmla="*/ 12223 h 84146"/>
                <a:gd name="csX34" fmla="*/ 12820 w 55626"/>
                <a:gd name="csY34" fmla="*/ 22055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5626" h="84146">
                  <a:moveTo>
                    <a:pt x="27814" y="44056"/>
                  </a:moveTo>
                  <a:cubicBezTo>
                    <a:pt x="22599" y="44056"/>
                    <a:pt x="18488" y="45450"/>
                    <a:pt x="15482" y="48239"/>
                  </a:cubicBezTo>
                  <a:cubicBezTo>
                    <a:pt x="12512" y="51028"/>
                    <a:pt x="11027" y="54866"/>
                    <a:pt x="11027" y="59755"/>
                  </a:cubicBezTo>
                  <a:cubicBezTo>
                    <a:pt x="11027" y="64645"/>
                    <a:pt x="12512" y="68483"/>
                    <a:pt x="15482" y="71272"/>
                  </a:cubicBezTo>
                  <a:cubicBezTo>
                    <a:pt x="18488" y="74061"/>
                    <a:pt x="22599" y="75455"/>
                    <a:pt x="27814" y="75455"/>
                  </a:cubicBezTo>
                  <a:cubicBezTo>
                    <a:pt x="33028" y="75455"/>
                    <a:pt x="37139" y="74061"/>
                    <a:pt x="40145" y="71272"/>
                  </a:cubicBezTo>
                  <a:cubicBezTo>
                    <a:pt x="43150" y="68447"/>
                    <a:pt x="44653" y="64608"/>
                    <a:pt x="44653" y="59755"/>
                  </a:cubicBezTo>
                  <a:cubicBezTo>
                    <a:pt x="44653" y="54866"/>
                    <a:pt x="43150" y="51028"/>
                    <a:pt x="40145" y="48239"/>
                  </a:cubicBezTo>
                  <a:cubicBezTo>
                    <a:pt x="37176" y="45450"/>
                    <a:pt x="33065" y="44056"/>
                    <a:pt x="27814" y="44056"/>
                  </a:cubicBezTo>
                  <a:moveTo>
                    <a:pt x="16840" y="39384"/>
                  </a:moveTo>
                  <a:cubicBezTo>
                    <a:pt x="12132" y="38225"/>
                    <a:pt x="8456" y="36034"/>
                    <a:pt x="5813" y="32811"/>
                  </a:cubicBezTo>
                  <a:cubicBezTo>
                    <a:pt x="3205" y="29588"/>
                    <a:pt x="1901" y="25659"/>
                    <a:pt x="1901" y="21023"/>
                  </a:cubicBezTo>
                  <a:cubicBezTo>
                    <a:pt x="1901" y="14541"/>
                    <a:pt x="4201" y="9416"/>
                    <a:pt x="8800" y="5650"/>
                  </a:cubicBezTo>
                  <a:cubicBezTo>
                    <a:pt x="13436" y="1883"/>
                    <a:pt x="19774" y="0"/>
                    <a:pt x="27814" y="0"/>
                  </a:cubicBezTo>
                  <a:cubicBezTo>
                    <a:pt x="35890" y="0"/>
                    <a:pt x="42227" y="1883"/>
                    <a:pt x="46826" y="5650"/>
                  </a:cubicBezTo>
                  <a:cubicBezTo>
                    <a:pt x="51426" y="9416"/>
                    <a:pt x="53726" y="14541"/>
                    <a:pt x="53726" y="21023"/>
                  </a:cubicBezTo>
                  <a:cubicBezTo>
                    <a:pt x="53726" y="25659"/>
                    <a:pt x="52404" y="29588"/>
                    <a:pt x="49760" y="32811"/>
                  </a:cubicBezTo>
                  <a:cubicBezTo>
                    <a:pt x="47152" y="36034"/>
                    <a:pt x="43513" y="38225"/>
                    <a:pt x="38841" y="39384"/>
                  </a:cubicBezTo>
                  <a:cubicBezTo>
                    <a:pt x="44129" y="40616"/>
                    <a:pt x="48239" y="43024"/>
                    <a:pt x="51173" y="46609"/>
                  </a:cubicBezTo>
                  <a:cubicBezTo>
                    <a:pt x="54142" y="50195"/>
                    <a:pt x="55627" y="54577"/>
                    <a:pt x="55627" y="59755"/>
                  </a:cubicBezTo>
                  <a:cubicBezTo>
                    <a:pt x="55627" y="67614"/>
                    <a:pt x="53218" y="73644"/>
                    <a:pt x="48402" y="77845"/>
                  </a:cubicBezTo>
                  <a:cubicBezTo>
                    <a:pt x="43622" y="82046"/>
                    <a:pt x="36759" y="84146"/>
                    <a:pt x="27814" y="84146"/>
                  </a:cubicBezTo>
                  <a:cubicBezTo>
                    <a:pt x="18869" y="84146"/>
                    <a:pt x="11988" y="82046"/>
                    <a:pt x="7171" y="77845"/>
                  </a:cubicBezTo>
                  <a:cubicBezTo>
                    <a:pt x="2390" y="73644"/>
                    <a:pt x="0" y="67614"/>
                    <a:pt x="0" y="59755"/>
                  </a:cubicBezTo>
                  <a:cubicBezTo>
                    <a:pt x="0" y="54577"/>
                    <a:pt x="1485" y="50195"/>
                    <a:pt x="4454" y="46609"/>
                  </a:cubicBezTo>
                  <a:cubicBezTo>
                    <a:pt x="7424" y="43024"/>
                    <a:pt x="11553" y="40616"/>
                    <a:pt x="16840" y="39384"/>
                  </a:cubicBezTo>
                  <a:moveTo>
                    <a:pt x="12820" y="22055"/>
                  </a:moveTo>
                  <a:cubicBezTo>
                    <a:pt x="12820" y="26256"/>
                    <a:pt x="14124" y="29534"/>
                    <a:pt x="16731" y="31888"/>
                  </a:cubicBezTo>
                  <a:cubicBezTo>
                    <a:pt x="19375" y="34242"/>
                    <a:pt x="23070" y="35419"/>
                    <a:pt x="27814" y="35419"/>
                  </a:cubicBezTo>
                  <a:cubicBezTo>
                    <a:pt x="32522" y="35419"/>
                    <a:pt x="36197" y="34242"/>
                    <a:pt x="38841" y="31888"/>
                  </a:cubicBezTo>
                  <a:cubicBezTo>
                    <a:pt x="41521" y="29534"/>
                    <a:pt x="42861" y="26256"/>
                    <a:pt x="42861" y="22055"/>
                  </a:cubicBezTo>
                  <a:cubicBezTo>
                    <a:pt x="42861" y="17854"/>
                    <a:pt x="41521" y="14577"/>
                    <a:pt x="38841" y="12223"/>
                  </a:cubicBezTo>
                  <a:cubicBezTo>
                    <a:pt x="36197" y="9869"/>
                    <a:pt x="32522" y="8692"/>
                    <a:pt x="27814" y="8692"/>
                  </a:cubicBezTo>
                  <a:cubicBezTo>
                    <a:pt x="23070" y="8692"/>
                    <a:pt x="19375" y="9869"/>
                    <a:pt x="16731" y="12223"/>
                  </a:cubicBezTo>
                  <a:cubicBezTo>
                    <a:pt x="14124" y="14577"/>
                    <a:pt x="12820" y="17854"/>
                    <a:pt x="12820" y="22055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8608B228-545F-C21E-D85F-B86ABF26E745}"/>
                </a:ext>
              </a:extLst>
            </p:cNvPr>
            <p:cNvSpPr/>
            <p:nvPr/>
          </p:nvSpPr>
          <p:spPr>
            <a:xfrm>
              <a:off x="3254036" y="3814147"/>
              <a:ext cx="57385" cy="46625"/>
            </a:xfrm>
            <a:custGeom>
              <a:avLst/>
              <a:gdLst>
                <a:gd name="csX0" fmla="*/ 10884 w 57385"/>
                <a:gd name="csY0" fmla="*/ 0 h 46625"/>
                <a:gd name="csX1" fmla="*/ 16202 w 57385"/>
                <a:gd name="csY1" fmla="*/ 1732 h 46625"/>
                <a:gd name="csX2" fmla="*/ 17995 w 57385"/>
                <a:gd name="csY2" fmla="*/ 5813 h 46625"/>
                <a:gd name="csX3" fmla="*/ 16882 w 57385"/>
                <a:gd name="csY3" fmla="*/ 8782 h 46625"/>
                <a:gd name="csX4" fmla="*/ 14285 w 57385"/>
                <a:gd name="csY4" fmla="*/ 9771 h 46625"/>
                <a:gd name="csX5" fmla="*/ 10389 w 57385"/>
                <a:gd name="csY5" fmla="*/ 8039 h 46625"/>
                <a:gd name="csX6" fmla="*/ 8596 w 57385"/>
                <a:gd name="csY6" fmla="*/ 3649 h 46625"/>
                <a:gd name="csX7" fmla="*/ 4947 w 57385"/>
                <a:gd name="csY7" fmla="*/ 6802 h 46625"/>
                <a:gd name="csX8" fmla="*/ 3154 w 57385"/>
                <a:gd name="csY8" fmla="*/ 11131 h 46625"/>
                <a:gd name="csX9" fmla="*/ 2783 w 57385"/>
                <a:gd name="csY9" fmla="*/ 15089 h 46625"/>
                <a:gd name="csX10" fmla="*/ 4020 w 57385"/>
                <a:gd name="csY10" fmla="*/ 21953 h 46625"/>
                <a:gd name="csX11" fmla="*/ 7173 w 57385"/>
                <a:gd name="csY11" fmla="*/ 26405 h 46625"/>
                <a:gd name="csX12" fmla="*/ 10822 w 57385"/>
                <a:gd name="csY12" fmla="*/ 28570 h 46625"/>
                <a:gd name="csX13" fmla="*/ 14161 w 57385"/>
                <a:gd name="csY13" fmla="*/ 29250 h 46625"/>
                <a:gd name="csX14" fmla="*/ 16634 w 57385"/>
                <a:gd name="csY14" fmla="*/ 28940 h 46625"/>
                <a:gd name="csX15" fmla="*/ 18490 w 57385"/>
                <a:gd name="csY15" fmla="*/ 27704 h 46625"/>
                <a:gd name="csX16" fmla="*/ 19726 w 57385"/>
                <a:gd name="csY16" fmla="*/ 26219 h 46625"/>
                <a:gd name="csX17" fmla="*/ 20654 w 57385"/>
                <a:gd name="csY17" fmla="*/ 24056 h 46625"/>
                <a:gd name="csX18" fmla="*/ 21272 w 57385"/>
                <a:gd name="csY18" fmla="*/ 21953 h 46625"/>
                <a:gd name="csX19" fmla="*/ 21767 w 57385"/>
                <a:gd name="csY19" fmla="*/ 19603 h 46625"/>
                <a:gd name="csX20" fmla="*/ 22942 w 57385"/>
                <a:gd name="csY20" fmla="*/ 14408 h 46625"/>
                <a:gd name="csX21" fmla="*/ 24364 w 57385"/>
                <a:gd name="csY21" fmla="*/ 10698 h 46625"/>
                <a:gd name="csX22" fmla="*/ 27085 w 57385"/>
                <a:gd name="csY22" fmla="*/ 6927 h 46625"/>
                <a:gd name="csX23" fmla="*/ 36361 w 57385"/>
                <a:gd name="csY23" fmla="*/ 3031 h 46625"/>
                <a:gd name="csX24" fmla="*/ 40751 w 57385"/>
                <a:gd name="csY24" fmla="*/ 3710 h 46625"/>
                <a:gd name="csX25" fmla="*/ 46193 w 57385"/>
                <a:gd name="csY25" fmla="*/ 6123 h 46625"/>
                <a:gd name="csX26" fmla="*/ 51635 w 57385"/>
                <a:gd name="csY26" fmla="*/ 10637 h 46625"/>
                <a:gd name="csX27" fmla="*/ 55716 w 57385"/>
                <a:gd name="csY27" fmla="*/ 18057 h 46625"/>
                <a:gd name="csX28" fmla="*/ 57386 w 57385"/>
                <a:gd name="csY28" fmla="*/ 28507 h 46625"/>
                <a:gd name="csX29" fmla="*/ 53985 w 57385"/>
                <a:gd name="csY29" fmla="*/ 41618 h 46625"/>
                <a:gd name="csX30" fmla="*/ 45080 w 57385"/>
                <a:gd name="csY30" fmla="*/ 46626 h 46625"/>
                <a:gd name="csX31" fmla="*/ 38958 w 57385"/>
                <a:gd name="csY31" fmla="*/ 44462 h 46625"/>
                <a:gd name="csX32" fmla="*/ 36732 w 57385"/>
                <a:gd name="csY32" fmla="*/ 39515 h 46625"/>
                <a:gd name="csX33" fmla="*/ 37907 w 57385"/>
                <a:gd name="csY33" fmla="*/ 36113 h 46625"/>
                <a:gd name="csX34" fmla="*/ 41122 w 57385"/>
                <a:gd name="csY34" fmla="*/ 34816 h 46625"/>
                <a:gd name="csX35" fmla="*/ 46131 w 57385"/>
                <a:gd name="csY35" fmla="*/ 37104 h 46625"/>
                <a:gd name="csX36" fmla="*/ 47863 w 57385"/>
                <a:gd name="csY36" fmla="*/ 42792 h 46625"/>
                <a:gd name="csX37" fmla="*/ 54541 w 57385"/>
                <a:gd name="csY37" fmla="*/ 28384 h 46625"/>
                <a:gd name="csX38" fmla="*/ 53428 w 57385"/>
                <a:gd name="csY38" fmla="*/ 20716 h 46625"/>
                <a:gd name="csX39" fmla="*/ 50645 w 57385"/>
                <a:gd name="csY39" fmla="*/ 15459 h 46625"/>
                <a:gd name="csX40" fmla="*/ 46935 w 57385"/>
                <a:gd name="csY40" fmla="*/ 12307 h 46625"/>
                <a:gd name="csX41" fmla="*/ 43348 w 57385"/>
                <a:gd name="csY41" fmla="*/ 10698 h 46625"/>
                <a:gd name="csX42" fmla="*/ 40628 w 57385"/>
                <a:gd name="csY42" fmla="*/ 10266 h 46625"/>
                <a:gd name="csX43" fmla="*/ 37041 w 57385"/>
                <a:gd name="csY43" fmla="*/ 11070 h 46625"/>
                <a:gd name="csX44" fmla="*/ 34629 w 57385"/>
                <a:gd name="csY44" fmla="*/ 12986 h 46625"/>
                <a:gd name="csX45" fmla="*/ 32960 w 57385"/>
                <a:gd name="csY45" fmla="*/ 16078 h 46625"/>
                <a:gd name="csX46" fmla="*/ 31847 w 57385"/>
                <a:gd name="csY46" fmla="*/ 19479 h 46625"/>
                <a:gd name="csX47" fmla="*/ 31043 w 57385"/>
                <a:gd name="csY47" fmla="*/ 23437 h 46625"/>
                <a:gd name="csX48" fmla="*/ 30672 w 57385"/>
                <a:gd name="csY48" fmla="*/ 25353 h 46625"/>
                <a:gd name="csX49" fmla="*/ 29991 w 57385"/>
                <a:gd name="csY49" fmla="*/ 27641 h 46625"/>
                <a:gd name="csX50" fmla="*/ 28878 w 57385"/>
                <a:gd name="csY50" fmla="*/ 30177 h 46625"/>
                <a:gd name="csX51" fmla="*/ 27332 w 57385"/>
                <a:gd name="csY51" fmla="*/ 32465 h 46625"/>
                <a:gd name="csX52" fmla="*/ 25168 w 57385"/>
                <a:gd name="csY52" fmla="*/ 34568 h 46625"/>
                <a:gd name="csX53" fmla="*/ 22262 w 57385"/>
                <a:gd name="csY53" fmla="*/ 35928 h 46625"/>
                <a:gd name="csX54" fmla="*/ 18490 w 57385"/>
                <a:gd name="csY54" fmla="*/ 36485 h 46625"/>
                <a:gd name="csX55" fmla="*/ 14408 w 57385"/>
                <a:gd name="csY55" fmla="*/ 35928 h 46625"/>
                <a:gd name="csX56" fmla="*/ 9585 w 57385"/>
                <a:gd name="csY56" fmla="*/ 33764 h 46625"/>
                <a:gd name="csX57" fmla="*/ 4885 w 57385"/>
                <a:gd name="csY57" fmla="*/ 29869 h 46625"/>
                <a:gd name="csX58" fmla="*/ 1422 w 57385"/>
                <a:gd name="csY58" fmla="*/ 23746 h 46625"/>
                <a:gd name="csX59" fmla="*/ 0 w 57385"/>
                <a:gd name="csY59" fmla="*/ 15089 h 46625"/>
                <a:gd name="csX60" fmla="*/ 3216 w 57385"/>
                <a:gd name="csY60" fmla="*/ 4082 h 46625"/>
                <a:gd name="csX61" fmla="*/ 10884 w 57385"/>
                <a:gd name="csY61" fmla="*/ 0 h 46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7385" h="46625">
                  <a:moveTo>
                    <a:pt x="10884" y="0"/>
                  </a:moveTo>
                  <a:cubicBezTo>
                    <a:pt x="13192" y="0"/>
                    <a:pt x="14965" y="577"/>
                    <a:pt x="16202" y="1732"/>
                  </a:cubicBezTo>
                  <a:cubicBezTo>
                    <a:pt x="17397" y="2887"/>
                    <a:pt x="17995" y="4247"/>
                    <a:pt x="17995" y="5813"/>
                  </a:cubicBezTo>
                  <a:cubicBezTo>
                    <a:pt x="17995" y="7091"/>
                    <a:pt x="17624" y="8081"/>
                    <a:pt x="16882" y="8782"/>
                  </a:cubicBezTo>
                  <a:cubicBezTo>
                    <a:pt x="16140" y="9441"/>
                    <a:pt x="15274" y="9771"/>
                    <a:pt x="14285" y="9771"/>
                  </a:cubicBezTo>
                  <a:cubicBezTo>
                    <a:pt x="12842" y="9771"/>
                    <a:pt x="11543" y="9193"/>
                    <a:pt x="10389" y="8039"/>
                  </a:cubicBezTo>
                  <a:cubicBezTo>
                    <a:pt x="9235" y="6844"/>
                    <a:pt x="8637" y="5380"/>
                    <a:pt x="8596" y="3649"/>
                  </a:cubicBezTo>
                  <a:cubicBezTo>
                    <a:pt x="7070" y="4226"/>
                    <a:pt x="5854" y="5277"/>
                    <a:pt x="4947" y="6802"/>
                  </a:cubicBezTo>
                  <a:cubicBezTo>
                    <a:pt x="3999" y="8327"/>
                    <a:pt x="3401" y="9770"/>
                    <a:pt x="3154" y="11131"/>
                  </a:cubicBezTo>
                  <a:cubicBezTo>
                    <a:pt x="2906" y="12450"/>
                    <a:pt x="2783" y="13770"/>
                    <a:pt x="2783" y="15089"/>
                  </a:cubicBezTo>
                  <a:cubicBezTo>
                    <a:pt x="2783" y="17686"/>
                    <a:pt x="3195" y="19974"/>
                    <a:pt x="4020" y="21953"/>
                  </a:cubicBezTo>
                  <a:cubicBezTo>
                    <a:pt x="4844" y="23932"/>
                    <a:pt x="5895" y="25416"/>
                    <a:pt x="7173" y="26405"/>
                  </a:cubicBezTo>
                  <a:cubicBezTo>
                    <a:pt x="8410" y="27394"/>
                    <a:pt x="9626" y="28116"/>
                    <a:pt x="10822" y="28570"/>
                  </a:cubicBezTo>
                  <a:cubicBezTo>
                    <a:pt x="12017" y="29023"/>
                    <a:pt x="13130" y="29250"/>
                    <a:pt x="14161" y="29250"/>
                  </a:cubicBezTo>
                  <a:cubicBezTo>
                    <a:pt x="15068" y="29250"/>
                    <a:pt x="15892" y="29147"/>
                    <a:pt x="16634" y="28940"/>
                  </a:cubicBezTo>
                  <a:cubicBezTo>
                    <a:pt x="17335" y="28693"/>
                    <a:pt x="17954" y="28281"/>
                    <a:pt x="18490" y="27704"/>
                  </a:cubicBezTo>
                  <a:cubicBezTo>
                    <a:pt x="18984" y="27126"/>
                    <a:pt x="19397" y="26632"/>
                    <a:pt x="19726" y="26219"/>
                  </a:cubicBezTo>
                  <a:cubicBezTo>
                    <a:pt x="20056" y="25766"/>
                    <a:pt x="20365" y="25045"/>
                    <a:pt x="20654" y="24056"/>
                  </a:cubicBezTo>
                  <a:cubicBezTo>
                    <a:pt x="20942" y="23066"/>
                    <a:pt x="21149" y="22365"/>
                    <a:pt x="21272" y="21953"/>
                  </a:cubicBezTo>
                  <a:cubicBezTo>
                    <a:pt x="21355" y="21541"/>
                    <a:pt x="21520" y="20757"/>
                    <a:pt x="21767" y="19603"/>
                  </a:cubicBezTo>
                  <a:cubicBezTo>
                    <a:pt x="22262" y="17212"/>
                    <a:pt x="22653" y="15480"/>
                    <a:pt x="22942" y="14408"/>
                  </a:cubicBezTo>
                  <a:cubicBezTo>
                    <a:pt x="23189" y="13336"/>
                    <a:pt x="23663" y="12100"/>
                    <a:pt x="24364" y="10698"/>
                  </a:cubicBezTo>
                  <a:cubicBezTo>
                    <a:pt x="25065" y="9255"/>
                    <a:pt x="25972" y="7998"/>
                    <a:pt x="27085" y="6927"/>
                  </a:cubicBezTo>
                  <a:cubicBezTo>
                    <a:pt x="29682" y="4329"/>
                    <a:pt x="32774" y="3031"/>
                    <a:pt x="36361" y="3031"/>
                  </a:cubicBezTo>
                  <a:cubicBezTo>
                    <a:pt x="37680" y="3031"/>
                    <a:pt x="39143" y="3257"/>
                    <a:pt x="40751" y="3710"/>
                  </a:cubicBezTo>
                  <a:cubicBezTo>
                    <a:pt x="42359" y="4122"/>
                    <a:pt x="44173" y="4927"/>
                    <a:pt x="46193" y="6123"/>
                  </a:cubicBezTo>
                  <a:cubicBezTo>
                    <a:pt x="48213" y="7318"/>
                    <a:pt x="50027" y="8823"/>
                    <a:pt x="51635" y="10637"/>
                  </a:cubicBezTo>
                  <a:cubicBezTo>
                    <a:pt x="53243" y="12451"/>
                    <a:pt x="54603" y="14924"/>
                    <a:pt x="55716" y="18057"/>
                  </a:cubicBezTo>
                  <a:cubicBezTo>
                    <a:pt x="56829" y="21149"/>
                    <a:pt x="57386" y="24632"/>
                    <a:pt x="57386" y="28507"/>
                  </a:cubicBezTo>
                  <a:cubicBezTo>
                    <a:pt x="57386" y="33908"/>
                    <a:pt x="56252" y="38278"/>
                    <a:pt x="53985" y="41618"/>
                  </a:cubicBezTo>
                  <a:cubicBezTo>
                    <a:pt x="51676" y="44956"/>
                    <a:pt x="48708" y="46626"/>
                    <a:pt x="45080" y="46626"/>
                  </a:cubicBezTo>
                  <a:cubicBezTo>
                    <a:pt x="42442" y="46626"/>
                    <a:pt x="40401" y="45904"/>
                    <a:pt x="38958" y="44462"/>
                  </a:cubicBezTo>
                  <a:cubicBezTo>
                    <a:pt x="37474" y="43019"/>
                    <a:pt x="36732" y="41370"/>
                    <a:pt x="36732" y="39515"/>
                  </a:cubicBezTo>
                  <a:cubicBezTo>
                    <a:pt x="36732" y="38113"/>
                    <a:pt x="37123" y="36979"/>
                    <a:pt x="37907" y="36113"/>
                  </a:cubicBezTo>
                  <a:cubicBezTo>
                    <a:pt x="38649" y="35248"/>
                    <a:pt x="39721" y="34816"/>
                    <a:pt x="41122" y="34816"/>
                  </a:cubicBezTo>
                  <a:cubicBezTo>
                    <a:pt x="43019" y="34816"/>
                    <a:pt x="44688" y="35578"/>
                    <a:pt x="46131" y="37104"/>
                  </a:cubicBezTo>
                  <a:cubicBezTo>
                    <a:pt x="47574" y="38629"/>
                    <a:pt x="48151" y="40525"/>
                    <a:pt x="47863" y="42792"/>
                  </a:cubicBezTo>
                  <a:cubicBezTo>
                    <a:pt x="52315" y="40855"/>
                    <a:pt x="54541" y="36052"/>
                    <a:pt x="54541" y="28384"/>
                  </a:cubicBezTo>
                  <a:cubicBezTo>
                    <a:pt x="54541" y="25498"/>
                    <a:pt x="54170" y="22942"/>
                    <a:pt x="53428" y="20716"/>
                  </a:cubicBezTo>
                  <a:cubicBezTo>
                    <a:pt x="52645" y="18448"/>
                    <a:pt x="51717" y="16696"/>
                    <a:pt x="50645" y="15459"/>
                  </a:cubicBezTo>
                  <a:cubicBezTo>
                    <a:pt x="49532" y="14182"/>
                    <a:pt x="48295" y="13131"/>
                    <a:pt x="46935" y="12307"/>
                  </a:cubicBezTo>
                  <a:cubicBezTo>
                    <a:pt x="45575" y="11482"/>
                    <a:pt x="44379" y="10946"/>
                    <a:pt x="43348" y="10698"/>
                  </a:cubicBezTo>
                  <a:cubicBezTo>
                    <a:pt x="42318" y="10410"/>
                    <a:pt x="41411" y="10266"/>
                    <a:pt x="40628" y="10266"/>
                  </a:cubicBezTo>
                  <a:cubicBezTo>
                    <a:pt x="39267" y="10266"/>
                    <a:pt x="38072" y="10534"/>
                    <a:pt x="37041" y="11070"/>
                  </a:cubicBezTo>
                  <a:cubicBezTo>
                    <a:pt x="36010" y="11606"/>
                    <a:pt x="35206" y="12244"/>
                    <a:pt x="34629" y="12986"/>
                  </a:cubicBezTo>
                  <a:cubicBezTo>
                    <a:pt x="34011" y="13687"/>
                    <a:pt x="33454" y="14717"/>
                    <a:pt x="32960" y="16078"/>
                  </a:cubicBezTo>
                  <a:cubicBezTo>
                    <a:pt x="32424" y="17397"/>
                    <a:pt x="32053" y="18531"/>
                    <a:pt x="31847" y="19479"/>
                  </a:cubicBezTo>
                  <a:cubicBezTo>
                    <a:pt x="31640" y="20427"/>
                    <a:pt x="31373" y="21747"/>
                    <a:pt x="31043" y="23437"/>
                  </a:cubicBezTo>
                  <a:cubicBezTo>
                    <a:pt x="30878" y="24220"/>
                    <a:pt x="30754" y="24859"/>
                    <a:pt x="30672" y="25353"/>
                  </a:cubicBezTo>
                  <a:cubicBezTo>
                    <a:pt x="30548" y="25848"/>
                    <a:pt x="30321" y="26611"/>
                    <a:pt x="29991" y="27641"/>
                  </a:cubicBezTo>
                  <a:cubicBezTo>
                    <a:pt x="29620" y="28631"/>
                    <a:pt x="29249" y="29476"/>
                    <a:pt x="28878" y="30177"/>
                  </a:cubicBezTo>
                  <a:cubicBezTo>
                    <a:pt x="28507" y="30837"/>
                    <a:pt x="27992" y="31599"/>
                    <a:pt x="27332" y="32465"/>
                  </a:cubicBezTo>
                  <a:cubicBezTo>
                    <a:pt x="26673" y="33331"/>
                    <a:pt x="25951" y="34032"/>
                    <a:pt x="25168" y="34568"/>
                  </a:cubicBezTo>
                  <a:cubicBezTo>
                    <a:pt x="24385" y="35104"/>
                    <a:pt x="23416" y="35557"/>
                    <a:pt x="22262" y="35928"/>
                  </a:cubicBezTo>
                  <a:cubicBezTo>
                    <a:pt x="21107" y="36299"/>
                    <a:pt x="19850" y="36485"/>
                    <a:pt x="18490" y="36485"/>
                  </a:cubicBezTo>
                  <a:cubicBezTo>
                    <a:pt x="17253" y="36485"/>
                    <a:pt x="15892" y="36299"/>
                    <a:pt x="14408" y="35928"/>
                  </a:cubicBezTo>
                  <a:cubicBezTo>
                    <a:pt x="12924" y="35516"/>
                    <a:pt x="11316" y="34794"/>
                    <a:pt x="9585" y="33764"/>
                  </a:cubicBezTo>
                  <a:cubicBezTo>
                    <a:pt x="7853" y="32692"/>
                    <a:pt x="6287" y="31394"/>
                    <a:pt x="4885" y="29869"/>
                  </a:cubicBezTo>
                  <a:cubicBezTo>
                    <a:pt x="3484" y="28343"/>
                    <a:pt x="2329" y="26302"/>
                    <a:pt x="1422" y="23746"/>
                  </a:cubicBezTo>
                  <a:cubicBezTo>
                    <a:pt x="474" y="21149"/>
                    <a:pt x="0" y="18263"/>
                    <a:pt x="0" y="15089"/>
                  </a:cubicBezTo>
                  <a:cubicBezTo>
                    <a:pt x="0" y="10472"/>
                    <a:pt x="1072" y="6803"/>
                    <a:pt x="3216" y="4082"/>
                  </a:cubicBezTo>
                  <a:cubicBezTo>
                    <a:pt x="5318" y="1361"/>
                    <a:pt x="7874" y="0"/>
                    <a:pt x="10884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E114CC36-292B-20E7-2FF3-591C2EB2E813}"/>
              </a:ext>
            </a:extLst>
          </p:cNvPr>
          <p:cNvGrpSpPr/>
          <p:nvPr/>
        </p:nvGrpSpPr>
        <p:grpSpPr>
          <a:xfrm>
            <a:off x="4529264" y="3487752"/>
            <a:ext cx="1163164" cy="1041446"/>
            <a:chOff x="4529264" y="3487752"/>
            <a:chExt cx="1163164" cy="1041446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5070ECF-5E55-5C64-6A66-E5C79205DE22}"/>
                </a:ext>
              </a:extLst>
            </p:cNvPr>
            <p:cNvSpPr/>
            <p:nvPr/>
          </p:nvSpPr>
          <p:spPr>
            <a:xfrm>
              <a:off x="4529264" y="3487752"/>
              <a:ext cx="1163164" cy="1041446"/>
            </a:xfrm>
            <a:custGeom>
              <a:avLst/>
              <a:gdLst>
                <a:gd name="csX0" fmla="*/ 4365 w 1163164"/>
                <a:gd name="csY0" fmla="*/ 957455 h 1041446"/>
                <a:gd name="csX1" fmla="*/ 8331 w 1163164"/>
                <a:gd name="csY1" fmla="*/ 965164 h 1041446"/>
                <a:gd name="csX2" fmla="*/ 12508 w 1163164"/>
                <a:gd name="csY2" fmla="*/ 973002 h 1041446"/>
                <a:gd name="csX3" fmla="*/ 27692 w 1163164"/>
                <a:gd name="csY3" fmla="*/ 988538 h 1041446"/>
                <a:gd name="csX4" fmla="*/ 33488 w 1163164"/>
                <a:gd name="csY4" fmla="*/ 992223 h 1041446"/>
                <a:gd name="csX5" fmla="*/ 54891 w 1163164"/>
                <a:gd name="csY5" fmla="*/ 1004074 h 1041446"/>
                <a:gd name="csX6" fmla="*/ 58634 w 1163164"/>
                <a:gd name="csY6" fmla="*/ 1005494 h 1041446"/>
                <a:gd name="csX7" fmla="*/ 83780 w 1163164"/>
                <a:gd name="csY7" fmla="*/ 1013895 h 1041446"/>
                <a:gd name="csX8" fmla="*/ 105206 w 1163164"/>
                <a:gd name="csY8" fmla="*/ 1019621 h 1041446"/>
                <a:gd name="csX9" fmla="*/ 108937 w 1163164"/>
                <a:gd name="csY9" fmla="*/ 1020396 h 1041446"/>
                <a:gd name="csX10" fmla="*/ 134083 w 1163164"/>
                <a:gd name="csY10" fmla="*/ 1025030 h 1041446"/>
                <a:gd name="csX11" fmla="*/ 159228 w 1163164"/>
                <a:gd name="csY11" fmla="*/ 1028797 h 1041446"/>
                <a:gd name="csX12" fmla="*/ 184386 w 1163164"/>
                <a:gd name="csY12" fmla="*/ 1031860 h 1041446"/>
                <a:gd name="csX13" fmla="*/ 209531 w 1163164"/>
                <a:gd name="csY13" fmla="*/ 1034335 h 1041446"/>
                <a:gd name="csX14" fmla="*/ 219611 w 1163164"/>
                <a:gd name="csY14" fmla="*/ 1035157 h 1041446"/>
                <a:gd name="csX15" fmla="*/ 234677 w 1163164"/>
                <a:gd name="csY15" fmla="*/ 1036295 h 1041446"/>
                <a:gd name="csX16" fmla="*/ 259834 w 1163164"/>
                <a:gd name="csY16" fmla="*/ 1037867 h 1041446"/>
                <a:gd name="csX17" fmla="*/ 284980 w 1163164"/>
                <a:gd name="csY17" fmla="*/ 1039099 h 1041446"/>
                <a:gd name="csX18" fmla="*/ 310126 w 1163164"/>
                <a:gd name="csY18" fmla="*/ 1040061 h 1041446"/>
                <a:gd name="csX19" fmla="*/ 335283 w 1163164"/>
                <a:gd name="csY19" fmla="*/ 1040742 h 1041446"/>
                <a:gd name="csX20" fmla="*/ 360429 w 1163164"/>
                <a:gd name="csY20" fmla="*/ 1041200 h 1041446"/>
                <a:gd name="csX21" fmla="*/ 385574 w 1163164"/>
                <a:gd name="csY21" fmla="*/ 1041423 h 1041446"/>
                <a:gd name="csX22" fmla="*/ 410732 w 1163164"/>
                <a:gd name="csY22" fmla="*/ 1041446 h 1041446"/>
                <a:gd name="csX23" fmla="*/ 435877 w 1163164"/>
                <a:gd name="csY23" fmla="*/ 1041270 h 1041446"/>
                <a:gd name="csX24" fmla="*/ 461023 w 1163164"/>
                <a:gd name="csY24" fmla="*/ 1040895 h 1041446"/>
                <a:gd name="csX25" fmla="*/ 486169 w 1163164"/>
                <a:gd name="csY25" fmla="*/ 1040320 h 1041446"/>
                <a:gd name="csX26" fmla="*/ 511326 w 1163164"/>
                <a:gd name="csY26" fmla="*/ 1039545 h 1041446"/>
                <a:gd name="csX27" fmla="*/ 536472 w 1163164"/>
                <a:gd name="csY27" fmla="*/ 1038571 h 1041446"/>
                <a:gd name="csX28" fmla="*/ 561617 w 1163164"/>
                <a:gd name="csY28" fmla="*/ 1037386 h 1041446"/>
                <a:gd name="csX29" fmla="*/ 586775 w 1163164"/>
                <a:gd name="csY29" fmla="*/ 1035955 h 1041446"/>
                <a:gd name="csX30" fmla="*/ 599025 w 1163164"/>
                <a:gd name="csY30" fmla="*/ 1035157 h 1041446"/>
                <a:gd name="csX31" fmla="*/ 611920 w 1163164"/>
                <a:gd name="csY31" fmla="*/ 1034382 h 1041446"/>
                <a:gd name="csX32" fmla="*/ 637066 w 1163164"/>
                <a:gd name="csY32" fmla="*/ 1032657 h 1041446"/>
                <a:gd name="csX33" fmla="*/ 662223 w 1163164"/>
                <a:gd name="csY33" fmla="*/ 1030674 h 1041446"/>
                <a:gd name="csX34" fmla="*/ 687369 w 1163164"/>
                <a:gd name="csY34" fmla="*/ 1028410 h 1041446"/>
                <a:gd name="csX35" fmla="*/ 712515 w 1163164"/>
                <a:gd name="csY35" fmla="*/ 1025828 h 1041446"/>
                <a:gd name="csX36" fmla="*/ 737672 w 1163164"/>
                <a:gd name="csY36" fmla="*/ 1022895 h 1041446"/>
                <a:gd name="csX37" fmla="*/ 762208 w 1163164"/>
                <a:gd name="csY37" fmla="*/ 1019621 h 1041446"/>
                <a:gd name="csX38" fmla="*/ 762818 w 1163164"/>
                <a:gd name="csY38" fmla="*/ 1019539 h 1041446"/>
                <a:gd name="csX39" fmla="*/ 787963 w 1163164"/>
                <a:gd name="csY39" fmla="*/ 1016019 h 1041446"/>
                <a:gd name="csX40" fmla="*/ 813121 w 1163164"/>
                <a:gd name="csY40" fmla="*/ 1012018 h 1041446"/>
                <a:gd name="csX41" fmla="*/ 838266 w 1163164"/>
                <a:gd name="csY41" fmla="*/ 1007441 h 1041446"/>
                <a:gd name="csX42" fmla="*/ 854858 w 1163164"/>
                <a:gd name="csY42" fmla="*/ 1004074 h 1041446"/>
                <a:gd name="csX43" fmla="*/ 863412 w 1163164"/>
                <a:gd name="csY43" fmla="*/ 1002302 h 1041446"/>
                <a:gd name="csX44" fmla="*/ 888569 w 1163164"/>
                <a:gd name="csY44" fmla="*/ 996611 h 1041446"/>
                <a:gd name="csX45" fmla="*/ 913715 w 1163164"/>
                <a:gd name="csY45" fmla="*/ 990040 h 1041446"/>
                <a:gd name="csX46" fmla="*/ 919077 w 1163164"/>
                <a:gd name="csY46" fmla="*/ 988538 h 1041446"/>
                <a:gd name="csX47" fmla="*/ 938861 w 1163164"/>
                <a:gd name="csY47" fmla="*/ 982636 h 1041446"/>
                <a:gd name="csX48" fmla="*/ 964018 w 1163164"/>
                <a:gd name="csY48" fmla="*/ 974070 h 1041446"/>
                <a:gd name="csX49" fmla="*/ 966987 w 1163164"/>
                <a:gd name="csY49" fmla="*/ 973002 h 1041446"/>
                <a:gd name="csX50" fmla="*/ 989164 w 1163164"/>
                <a:gd name="csY50" fmla="*/ 964167 h 1041446"/>
                <a:gd name="csX51" fmla="*/ 1004371 w 1163164"/>
                <a:gd name="csY51" fmla="*/ 957455 h 1041446"/>
                <a:gd name="csX52" fmla="*/ 1014309 w 1163164"/>
                <a:gd name="csY52" fmla="*/ 952503 h 1041446"/>
                <a:gd name="csX53" fmla="*/ 1034057 w 1163164"/>
                <a:gd name="csY53" fmla="*/ 941920 h 1041446"/>
                <a:gd name="csX54" fmla="*/ 1039455 w 1163164"/>
                <a:gd name="csY54" fmla="*/ 938564 h 1041446"/>
                <a:gd name="csX55" fmla="*/ 1058217 w 1163164"/>
                <a:gd name="csY55" fmla="*/ 926372 h 1041446"/>
                <a:gd name="csX56" fmla="*/ 1064612 w 1163164"/>
                <a:gd name="csY56" fmla="*/ 921467 h 1041446"/>
                <a:gd name="csX57" fmla="*/ 1078130 w 1163164"/>
                <a:gd name="csY57" fmla="*/ 910837 h 1041446"/>
                <a:gd name="csX58" fmla="*/ 1089758 w 1163164"/>
                <a:gd name="csY58" fmla="*/ 899772 h 1041446"/>
                <a:gd name="csX59" fmla="*/ 1094463 w 1163164"/>
                <a:gd name="csY59" fmla="*/ 895301 h 1041446"/>
                <a:gd name="csX60" fmla="*/ 1108203 w 1163164"/>
                <a:gd name="csY60" fmla="*/ 879754 h 1041446"/>
                <a:gd name="csX61" fmla="*/ 1114904 w 1163164"/>
                <a:gd name="csY61" fmla="*/ 870484 h 1041446"/>
                <a:gd name="csX62" fmla="*/ 1119574 w 1163164"/>
                <a:gd name="csY62" fmla="*/ 864218 h 1041446"/>
                <a:gd name="csX63" fmla="*/ 1129231 w 1163164"/>
                <a:gd name="csY63" fmla="*/ 848682 h 1041446"/>
                <a:gd name="csX64" fmla="*/ 1136987 w 1163164"/>
                <a:gd name="csY64" fmla="*/ 833135 h 1041446"/>
                <a:gd name="csX65" fmla="*/ 1140061 w 1163164"/>
                <a:gd name="csY65" fmla="*/ 825637 h 1041446"/>
                <a:gd name="csX66" fmla="*/ 1143569 w 1163164"/>
                <a:gd name="csY66" fmla="*/ 817599 h 1041446"/>
                <a:gd name="csX67" fmla="*/ 1149096 w 1163164"/>
                <a:gd name="csY67" fmla="*/ 802052 h 1041446"/>
                <a:gd name="csX68" fmla="*/ 1153473 w 1163164"/>
                <a:gd name="csY68" fmla="*/ 786516 h 1041446"/>
                <a:gd name="csX69" fmla="*/ 1156864 w 1163164"/>
                <a:gd name="csY69" fmla="*/ 770981 h 1041446"/>
                <a:gd name="csX70" fmla="*/ 1159422 w 1163164"/>
                <a:gd name="csY70" fmla="*/ 755434 h 1041446"/>
                <a:gd name="csX71" fmla="*/ 1161252 w 1163164"/>
                <a:gd name="csY71" fmla="*/ 739898 h 1041446"/>
                <a:gd name="csX72" fmla="*/ 1162437 w 1163164"/>
                <a:gd name="csY72" fmla="*/ 724351 h 1041446"/>
                <a:gd name="csX73" fmla="*/ 1163059 w 1163164"/>
                <a:gd name="csY73" fmla="*/ 708815 h 1041446"/>
                <a:gd name="csX74" fmla="*/ 1163165 w 1163164"/>
                <a:gd name="csY74" fmla="*/ 693279 h 1041446"/>
                <a:gd name="csX75" fmla="*/ 1162789 w 1163164"/>
                <a:gd name="csY75" fmla="*/ 677737 h 1041446"/>
                <a:gd name="csX76" fmla="*/ 1161980 w 1163164"/>
                <a:gd name="csY76" fmla="*/ 662196 h 1041446"/>
                <a:gd name="csX77" fmla="*/ 1160748 w 1163164"/>
                <a:gd name="csY77" fmla="*/ 646656 h 1041446"/>
                <a:gd name="csX78" fmla="*/ 1159129 w 1163164"/>
                <a:gd name="csY78" fmla="*/ 631116 h 1041446"/>
                <a:gd name="csX79" fmla="*/ 1157134 w 1163164"/>
                <a:gd name="csY79" fmla="*/ 615575 h 1041446"/>
                <a:gd name="csX80" fmla="*/ 1154764 w 1163164"/>
                <a:gd name="csY80" fmla="*/ 600036 h 1041446"/>
                <a:gd name="csX81" fmla="*/ 1152041 w 1163164"/>
                <a:gd name="csY81" fmla="*/ 584496 h 1041446"/>
                <a:gd name="csX82" fmla="*/ 1148955 w 1163164"/>
                <a:gd name="csY82" fmla="*/ 568956 h 1041446"/>
                <a:gd name="csX83" fmla="*/ 1145505 w 1163164"/>
                <a:gd name="csY83" fmla="*/ 553415 h 1041446"/>
                <a:gd name="csX84" fmla="*/ 1141704 w 1163164"/>
                <a:gd name="csY84" fmla="*/ 537875 h 1041446"/>
                <a:gd name="csX85" fmla="*/ 1140061 w 1163164"/>
                <a:gd name="csY85" fmla="*/ 531629 h 1041446"/>
                <a:gd name="csX86" fmla="*/ 1137796 w 1163164"/>
                <a:gd name="csY86" fmla="*/ 522336 h 1041446"/>
                <a:gd name="csX87" fmla="*/ 1133713 w 1163164"/>
                <a:gd name="csY87" fmla="*/ 506796 h 1041446"/>
                <a:gd name="csX88" fmla="*/ 1129301 w 1163164"/>
                <a:gd name="csY88" fmla="*/ 491255 h 1041446"/>
                <a:gd name="csX89" fmla="*/ 1124525 w 1163164"/>
                <a:gd name="csY89" fmla="*/ 475715 h 1041446"/>
                <a:gd name="csX90" fmla="*/ 1119386 w 1163164"/>
                <a:gd name="csY90" fmla="*/ 460175 h 1041446"/>
                <a:gd name="csX91" fmla="*/ 1114904 w 1163164"/>
                <a:gd name="csY91" fmla="*/ 447476 h 1041446"/>
                <a:gd name="csX92" fmla="*/ 1113965 w 1163164"/>
                <a:gd name="csY92" fmla="*/ 444635 h 1041446"/>
                <a:gd name="csX93" fmla="*/ 1108603 w 1163164"/>
                <a:gd name="csY93" fmla="*/ 429095 h 1041446"/>
                <a:gd name="csX94" fmla="*/ 1102853 w 1163164"/>
                <a:gd name="csY94" fmla="*/ 413555 h 1041446"/>
                <a:gd name="csX95" fmla="*/ 1096716 w 1163164"/>
                <a:gd name="csY95" fmla="*/ 398015 h 1041446"/>
                <a:gd name="csX96" fmla="*/ 1090180 w 1163164"/>
                <a:gd name="csY96" fmla="*/ 382474 h 1041446"/>
                <a:gd name="csX97" fmla="*/ 1089758 w 1163164"/>
                <a:gd name="csY97" fmla="*/ 381503 h 1041446"/>
                <a:gd name="csX98" fmla="*/ 1083727 w 1163164"/>
                <a:gd name="csY98" fmla="*/ 366935 h 1041446"/>
                <a:gd name="csX99" fmla="*/ 1076898 w 1163164"/>
                <a:gd name="csY99" fmla="*/ 351395 h 1041446"/>
                <a:gd name="csX100" fmla="*/ 1069623 w 1163164"/>
                <a:gd name="csY100" fmla="*/ 335854 h 1041446"/>
                <a:gd name="csX101" fmla="*/ 1064612 w 1163164"/>
                <a:gd name="csY101" fmla="*/ 325644 h 1041446"/>
                <a:gd name="csX102" fmla="*/ 1062066 w 1163164"/>
                <a:gd name="csY102" fmla="*/ 320314 h 1041446"/>
                <a:gd name="csX103" fmla="*/ 1054404 w 1163164"/>
                <a:gd name="csY103" fmla="*/ 304774 h 1041446"/>
                <a:gd name="csX104" fmla="*/ 1046249 w 1163164"/>
                <a:gd name="csY104" fmla="*/ 289235 h 1041446"/>
                <a:gd name="csX105" fmla="*/ 1039455 w 1163164"/>
                <a:gd name="csY105" fmla="*/ 276961 h 1041446"/>
                <a:gd name="csX106" fmla="*/ 1037683 w 1163164"/>
                <a:gd name="csY106" fmla="*/ 273694 h 1041446"/>
                <a:gd name="csX107" fmla="*/ 1028965 w 1163164"/>
                <a:gd name="csY107" fmla="*/ 258154 h 1041446"/>
                <a:gd name="csX108" fmla="*/ 1019719 w 1163164"/>
                <a:gd name="csY108" fmla="*/ 242614 h 1041446"/>
                <a:gd name="csX109" fmla="*/ 1014309 w 1163164"/>
                <a:gd name="csY109" fmla="*/ 233906 h 1041446"/>
                <a:gd name="csX110" fmla="*/ 1010062 w 1163164"/>
                <a:gd name="csY110" fmla="*/ 227075 h 1041446"/>
                <a:gd name="csX111" fmla="*/ 1000029 w 1163164"/>
                <a:gd name="csY111" fmla="*/ 211534 h 1041446"/>
                <a:gd name="csX112" fmla="*/ 989363 w 1163164"/>
                <a:gd name="csY112" fmla="*/ 195994 h 1041446"/>
                <a:gd name="csX113" fmla="*/ 989164 w 1163164"/>
                <a:gd name="csY113" fmla="*/ 195699 h 1041446"/>
                <a:gd name="csX114" fmla="*/ 978310 w 1163164"/>
                <a:gd name="csY114" fmla="*/ 180454 h 1041446"/>
                <a:gd name="csX115" fmla="*/ 966564 w 1163164"/>
                <a:gd name="csY115" fmla="*/ 164913 h 1041446"/>
                <a:gd name="csX116" fmla="*/ 964018 w 1163164"/>
                <a:gd name="csY116" fmla="*/ 161608 h 1041446"/>
                <a:gd name="csX117" fmla="*/ 954162 w 1163164"/>
                <a:gd name="csY117" fmla="*/ 149374 h 1041446"/>
                <a:gd name="csX118" fmla="*/ 940984 w 1163164"/>
                <a:gd name="csY118" fmla="*/ 133834 h 1041446"/>
                <a:gd name="csX119" fmla="*/ 938861 w 1163164"/>
                <a:gd name="csY119" fmla="*/ 131383 h 1041446"/>
                <a:gd name="csX120" fmla="*/ 926833 w 1163164"/>
                <a:gd name="csY120" fmla="*/ 118294 h 1041446"/>
                <a:gd name="csX121" fmla="*/ 913715 w 1163164"/>
                <a:gd name="csY121" fmla="*/ 104693 h 1041446"/>
                <a:gd name="csX122" fmla="*/ 911685 w 1163164"/>
                <a:gd name="csY122" fmla="*/ 102753 h 1041446"/>
                <a:gd name="csX123" fmla="*/ 895093 w 1163164"/>
                <a:gd name="csY123" fmla="*/ 87213 h 1041446"/>
                <a:gd name="csX124" fmla="*/ 888569 w 1163164"/>
                <a:gd name="csY124" fmla="*/ 81283 h 1041446"/>
                <a:gd name="csX125" fmla="*/ 876777 w 1163164"/>
                <a:gd name="csY125" fmla="*/ 71674 h 1041446"/>
                <a:gd name="csX126" fmla="*/ 863412 w 1163164"/>
                <a:gd name="csY126" fmla="*/ 61082 h 1041446"/>
                <a:gd name="csX127" fmla="*/ 856254 w 1163164"/>
                <a:gd name="csY127" fmla="*/ 56134 h 1041446"/>
                <a:gd name="csX128" fmla="*/ 838266 w 1163164"/>
                <a:gd name="csY128" fmla="*/ 43929 h 1041446"/>
                <a:gd name="csX129" fmla="*/ 832411 w 1163164"/>
                <a:gd name="csY129" fmla="*/ 40593 h 1041446"/>
                <a:gd name="csX130" fmla="*/ 813121 w 1163164"/>
                <a:gd name="csY130" fmla="*/ 29681 h 1041446"/>
                <a:gd name="csX131" fmla="*/ 802889 w 1163164"/>
                <a:gd name="csY131" fmla="*/ 25053 h 1041446"/>
                <a:gd name="csX132" fmla="*/ 787963 w 1163164"/>
                <a:gd name="csY132" fmla="*/ 18283 h 1041446"/>
                <a:gd name="csX133" fmla="*/ 762818 w 1163164"/>
                <a:gd name="csY133" fmla="*/ 9760 h 1041446"/>
                <a:gd name="csX134" fmla="*/ 761750 w 1163164"/>
                <a:gd name="csY134" fmla="*/ 9513 h 1041446"/>
                <a:gd name="csX135" fmla="*/ 737672 w 1163164"/>
                <a:gd name="csY135" fmla="*/ 3799 h 1041446"/>
                <a:gd name="csX136" fmla="*/ 712515 w 1163164"/>
                <a:gd name="csY136" fmla="*/ 582 h 1041446"/>
                <a:gd name="csX137" fmla="*/ 687369 w 1163164"/>
                <a:gd name="csY137" fmla="*/ 0 h 1041446"/>
                <a:gd name="csX138" fmla="*/ 662223 w 1163164"/>
                <a:gd name="csY138" fmla="*/ 2003 h 1041446"/>
                <a:gd name="csX139" fmla="*/ 637066 w 1163164"/>
                <a:gd name="csY139" fmla="*/ 6606 h 1041446"/>
                <a:gd name="csX140" fmla="*/ 626916 w 1163164"/>
                <a:gd name="csY140" fmla="*/ 9513 h 1041446"/>
                <a:gd name="csX141" fmla="*/ 611920 w 1163164"/>
                <a:gd name="csY141" fmla="*/ 13684 h 1041446"/>
                <a:gd name="csX142" fmla="*/ 586775 w 1163164"/>
                <a:gd name="csY142" fmla="*/ 23320 h 1041446"/>
                <a:gd name="csX143" fmla="*/ 583184 w 1163164"/>
                <a:gd name="csY143" fmla="*/ 25053 h 1041446"/>
                <a:gd name="csX144" fmla="*/ 561617 w 1163164"/>
                <a:gd name="csY144" fmla="*/ 35354 h 1041446"/>
                <a:gd name="csX145" fmla="*/ 552582 w 1163164"/>
                <a:gd name="csY145" fmla="*/ 40593 h 1041446"/>
                <a:gd name="csX146" fmla="*/ 536472 w 1163164"/>
                <a:gd name="csY146" fmla="*/ 49889 h 1041446"/>
                <a:gd name="csX147" fmla="*/ 527202 w 1163164"/>
                <a:gd name="csY147" fmla="*/ 56134 h 1041446"/>
                <a:gd name="csX148" fmla="*/ 511326 w 1163164"/>
                <a:gd name="csY148" fmla="*/ 66883 h 1041446"/>
                <a:gd name="csX149" fmla="*/ 505072 w 1163164"/>
                <a:gd name="csY149" fmla="*/ 71674 h 1041446"/>
                <a:gd name="csX150" fmla="*/ 486169 w 1163164"/>
                <a:gd name="csY150" fmla="*/ 86354 h 1041446"/>
                <a:gd name="csX151" fmla="*/ 485171 w 1163164"/>
                <a:gd name="csY151" fmla="*/ 87213 h 1041446"/>
                <a:gd name="csX152" fmla="*/ 467136 w 1163164"/>
                <a:gd name="csY152" fmla="*/ 102753 h 1041446"/>
                <a:gd name="csX153" fmla="*/ 461023 w 1163164"/>
                <a:gd name="csY153" fmla="*/ 108112 h 1041446"/>
                <a:gd name="csX154" fmla="*/ 450298 w 1163164"/>
                <a:gd name="csY154" fmla="*/ 118294 h 1041446"/>
                <a:gd name="csX155" fmla="*/ 435877 w 1163164"/>
                <a:gd name="csY155" fmla="*/ 132391 h 1041446"/>
                <a:gd name="csX156" fmla="*/ 434481 w 1163164"/>
                <a:gd name="csY156" fmla="*/ 133834 h 1041446"/>
                <a:gd name="csX157" fmla="*/ 419603 w 1163164"/>
                <a:gd name="csY157" fmla="*/ 149374 h 1041446"/>
                <a:gd name="csX158" fmla="*/ 410732 w 1163164"/>
                <a:gd name="csY158" fmla="*/ 158948 h 1041446"/>
                <a:gd name="csX159" fmla="*/ 405428 w 1163164"/>
                <a:gd name="csY159" fmla="*/ 164913 h 1041446"/>
                <a:gd name="csX160" fmla="*/ 391911 w 1163164"/>
                <a:gd name="csY160" fmla="*/ 180454 h 1041446"/>
                <a:gd name="csX161" fmla="*/ 385574 w 1163164"/>
                <a:gd name="csY161" fmla="*/ 187932 h 1041446"/>
                <a:gd name="csX162" fmla="*/ 378933 w 1163164"/>
                <a:gd name="csY162" fmla="*/ 195994 h 1041446"/>
                <a:gd name="csX163" fmla="*/ 366472 w 1163164"/>
                <a:gd name="csY163" fmla="*/ 211534 h 1041446"/>
                <a:gd name="csX164" fmla="*/ 360429 w 1163164"/>
                <a:gd name="csY164" fmla="*/ 219277 h 1041446"/>
                <a:gd name="csX165" fmla="*/ 354433 w 1163164"/>
                <a:gd name="csY165" fmla="*/ 227075 h 1041446"/>
                <a:gd name="csX166" fmla="*/ 342781 w 1163164"/>
                <a:gd name="csY166" fmla="*/ 242614 h 1041446"/>
                <a:gd name="csX167" fmla="*/ 335283 w 1163164"/>
                <a:gd name="csY167" fmla="*/ 252969 h 1041446"/>
                <a:gd name="csX168" fmla="*/ 331528 w 1163164"/>
                <a:gd name="csY168" fmla="*/ 258154 h 1041446"/>
                <a:gd name="csX169" fmla="*/ 320487 w 1163164"/>
                <a:gd name="csY169" fmla="*/ 273694 h 1041446"/>
                <a:gd name="csX170" fmla="*/ 310126 w 1163164"/>
                <a:gd name="csY170" fmla="*/ 289021 h 1041446"/>
                <a:gd name="csX171" fmla="*/ 309985 w 1163164"/>
                <a:gd name="csY171" fmla="*/ 289235 h 1041446"/>
                <a:gd name="csX172" fmla="*/ 299401 w 1163164"/>
                <a:gd name="csY172" fmla="*/ 304774 h 1041446"/>
                <a:gd name="csX173" fmla="*/ 289322 w 1163164"/>
                <a:gd name="csY173" fmla="*/ 320314 h 1041446"/>
                <a:gd name="csX174" fmla="*/ 284980 w 1163164"/>
                <a:gd name="csY174" fmla="*/ 327166 h 1041446"/>
                <a:gd name="csX175" fmla="*/ 279348 w 1163164"/>
                <a:gd name="csY175" fmla="*/ 335854 h 1041446"/>
                <a:gd name="csX176" fmla="*/ 269573 w 1163164"/>
                <a:gd name="csY176" fmla="*/ 351395 h 1041446"/>
                <a:gd name="csX177" fmla="*/ 260245 w 1163164"/>
                <a:gd name="csY177" fmla="*/ 366935 h 1041446"/>
                <a:gd name="csX178" fmla="*/ 259834 w 1163164"/>
                <a:gd name="csY178" fmla="*/ 367634 h 1041446"/>
                <a:gd name="csX179" fmla="*/ 250670 w 1163164"/>
                <a:gd name="csY179" fmla="*/ 382474 h 1041446"/>
                <a:gd name="csX180" fmla="*/ 241518 w 1163164"/>
                <a:gd name="csY180" fmla="*/ 398015 h 1041446"/>
                <a:gd name="csX181" fmla="*/ 234677 w 1163164"/>
                <a:gd name="csY181" fmla="*/ 410064 h 1041446"/>
                <a:gd name="csX182" fmla="*/ 232612 w 1163164"/>
                <a:gd name="csY182" fmla="*/ 413555 h 1041446"/>
                <a:gd name="csX183" fmla="*/ 223530 w 1163164"/>
                <a:gd name="csY183" fmla="*/ 429095 h 1041446"/>
                <a:gd name="csX184" fmla="*/ 214859 w 1163164"/>
                <a:gd name="csY184" fmla="*/ 444635 h 1041446"/>
                <a:gd name="csX185" fmla="*/ 209531 w 1163164"/>
                <a:gd name="csY185" fmla="*/ 454466 h 1041446"/>
                <a:gd name="csX186" fmla="*/ 206281 w 1163164"/>
                <a:gd name="csY186" fmla="*/ 460175 h 1041446"/>
                <a:gd name="csX187" fmla="*/ 197586 w 1163164"/>
                <a:gd name="csY187" fmla="*/ 475715 h 1041446"/>
                <a:gd name="csX188" fmla="*/ 189279 w 1163164"/>
                <a:gd name="csY188" fmla="*/ 491255 h 1041446"/>
                <a:gd name="csX189" fmla="*/ 184386 w 1163164"/>
                <a:gd name="csY189" fmla="*/ 500680 h 1041446"/>
                <a:gd name="csX190" fmla="*/ 181006 w 1163164"/>
                <a:gd name="csY190" fmla="*/ 506796 h 1041446"/>
                <a:gd name="csX191" fmla="*/ 172605 w 1163164"/>
                <a:gd name="csY191" fmla="*/ 522336 h 1041446"/>
                <a:gd name="csX192" fmla="*/ 164567 w 1163164"/>
                <a:gd name="csY192" fmla="*/ 537875 h 1041446"/>
                <a:gd name="csX193" fmla="*/ 159228 w 1163164"/>
                <a:gd name="csY193" fmla="*/ 548527 h 1041446"/>
                <a:gd name="csX194" fmla="*/ 156612 w 1163164"/>
                <a:gd name="csY194" fmla="*/ 553415 h 1041446"/>
                <a:gd name="csX195" fmla="*/ 148421 w 1163164"/>
                <a:gd name="csY195" fmla="*/ 568956 h 1041446"/>
                <a:gd name="csX196" fmla="*/ 140572 w 1163164"/>
                <a:gd name="csY196" fmla="*/ 584496 h 1041446"/>
                <a:gd name="csX197" fmla="*/ 134083 w 1163164"/>
                <a:gd name="csY197" fmla="*/ 597851 h 1041446"/>
                <a:gd name="csX198" fmla="*/ 132945 w 1163164"/>
                <a:gd name="csY198" fmla="*/ 600036 h 1041446"/>
                <a:gd name="csX199" fmla="*/ 124895 w 1163164"/>
                <a:gd name="csY199" fmla="*/ 615575 h 1041446"/>
                <a:gd name="csX200" fmla="*/ 117186 w 1163164"/>
                <a:gd name="csY200" fmla="*/ 631116 h 1041446"/>
                <a:gd name="csX201" fmla="*/ 109794 w 1163164"/>
                <a:gd name="csY201" fmla="*/ 646656 h 1041446"/>
                <a:gd name="csX202" fmla="*/ 108937 w 1163164"/>
                <a:gd name="csY202" fmla="*/ 648497 h 1041446"/>
                <a:gd name="csX203" fmla="*/ 101967 w 1163164"/>
                <a:gd name="csY203" fmla="*/ 662196 h 1041446"/>
                <a:gd name="csX204" fmla="*/ 94364 w 1163164"/>
                <a:gd name="csY204" fmla="*/ 677737 h 1041446"/>
                <a:gd name="csX205" fmla="*/ 87077 w 1163164"/>
                <a:gd name="csY205" fmla="*/ 693279 h 1041446"/>
                <a:gd name="csX206" fmla="*/ 83780 w 1163164"/>
                <a:gd name="csY206" fmla="*/ 700496 h 1041446"/>
                <a:gd name="csX207" fmla="*/ 79649 w 1163164"/>
                <a:gd name="csY207" fmla="*/ 708815 h 1041446"/>
                <a:gd name="csX208" fmla="*/ 72163 w 1163164"/>
                <a:gd name="csY208" fmla="*/ 724351 h 1041446"/>
                <a:gd name="csX209" fmla="*/ 65006 w 1163164"/>
                <a:gd name="csY209" fmla="*/ 739898 h 1041446"/>
                <a:gd name="csX210" fmla="*/ 58634 w 1163164"/>
                <a:gd name="csY210" fmla="*/ 754342 h 1041446"/>
                <a:gd name="csX211" fmla="*/ 58106 w 1163164"/>
                <a:gd name="csY211" fmla="*/ 755434 h 1041446"/>
                <a:gd name="csX212" fmla="*/ 50808 w 1163164"/>
                <a:gd name="csY212" fmla="*/ 770981 h 1041446"/>
                <a:gd name="csX213" fmla="*/ 43873 w 1163164"/>
                <a:gd name="csY213" fmla="*/ 786516 h 1041446"/>
                <a:gd name="csX214" fmla="*/ 37325 w 1163164"/>
                <a:gd name="csY214" fmla="*/ 802052 h 1041446"/>
                <a:gd name="csX215" fmla="*/ 33488 w 1163164"/>
                <a:gd name="csY215" fmla="*/ 811662 h 1041446"/>
                <a:gd name="csX216" fmla="*/ 30884 w 1163164"/>
                <a:gd name="csY216" fmla="*/ 817599 h 1041446"/>
                <a:gd name="csX217" fmla="*/ 24477 w 1163164"/>
                <a:gd name="csY217" fmla="*/ 833135 h 1041446"/>
                <a:gd name="csX218" fmla="*/ 18587 w 1163164"/>
                <a:gd name="csY218" fmla="*/ 848682 h 1041446"/>
                <a:gd name="csX219" fmla="*/ 13283 w 1163164"/>
                <a:gd name="csY219" fmla="*/ 864218 h 1041446"/>
                <a:gd name="csX220" fmla="*/ 8648 w 1163164"/>
                <a:gd name="csY220" fmla="*/ 879754 h 1041446"/>
                <a:gd name="csX221" fmla="*/ 8331 w 1163164"/>
                <a:gd name="csY221" fmla="*/ 881044 h 1041446"/>
                <a:gd name="csX222" fmla="*/ 4482 w 1163164"/>
                <a:gd name="csY222" fmla="*/ 895301 h 1041446"/>
                <a:gd name="csX223" fmla="*/ 1478 w 1163164"/>
                <a:gd name="csY223" fmla="*/ 910837 h 1041446"/>
                <a:gd name="csX224" fmla="*/ 0 w 1163164"/>
                <a:gd name="csY224" fmla="*/ 926372 h 1041446"/>
                <a:gd name="csX225" fmla="*/ 645 w 1163164"/>
                <a:gd name="csY225" fmla="*/ 941920 h 1041446"/>
                <a:gd name="csX226" fmla="*/ 4365 w 1163164"/>
                <a:gd name="csY226" fmla="*/ 957455 h 1041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</a:cxnLst>
              <a:rect l="l" t="t" r="r" b="b"/>
              <a:pathLst>
                <a:path w="1163164" h="1041446">
                  <a:moveTo>
                    <a:pt x="4365" y="957455"/>
                  </a:moveTo>
                  <a:lnTo>
                    <a:pt x="8331" y="965164"/>
                  </a:lnTo>
                  <a:lnTo>
                    <a:pt x="12508" y="973002"/>
                  </a:lnTo>
                  <a:lnTo>
                    <a:pt x="27692" y="988538"/>
                  </a:lnTo>
                  <a:lnTo>
                    <a:pt x="33488" y="992223"/>
                  </a:lnTo>
                  <a:lnTo>
                    <a:pt x="54891" y="1004074"/>
                  </a:lnTo>
                  <a:lnTo>
                    <a:pt x="58634" y="1005494"/>
                  </a:lnTo>
                  <a:lnTo>
                    <a:pt x="83780" y="1013895"/>
                  </a:lnTo>
                  <a:lnTo>
                    <a:pt x="105206" y="1019621"/>
                  </a:lnTo>
                  <a:lnTo>
                    <a:pt x="108937" y="1020396"/>
                  </a:lnTo>
                  <a:lnTo>
                    <a:pt x="134083" y="1025030"/>
                  </a:lnTo>
                  <a:lnTo>
                    <a:pt x="159228" y="1028797"/>
                  </a:lnTo>
                  <a:lnTo>
                    <a:pt x="184386" y="1031860"/>
                  </a:lnTo>
                  <a:lnTo>
                    <a:pt x="209531" y="1034335"/>
                  </a:lnTo>
                  <a:lnTo>
                    <a:pt x="219611" y="1035157"/>
                  </a:lnTo>
                  <a:lnTo>
                    <a:pt x="234677" y="1036295"/>
                  </a:lnTo>
                  <a:lnTo>
                    <a:pt x="259834" y="1037867"/>
                  </a:lnTo>
                  <a:lnTo>
                    <a:pt x="284980" y="1039099"/>
                  </a:lnTo>
                  <a:lnTo>
                    <a:pt x="310126" y="1040061"/>
                  </a:lnTo>
                  <a:lnTo>
                    <a:pt x="335283" y="1040742"/>
                  </a:lnTo>
                  <a:lnTo>
                    <a:pt x="360429" y="1041200"/>
                  </a:lnTo>
                  <a:lnTo>
                    <a:pt x="385574" y="1041423"/>
                  </a:lnTo>
                  <a:lnTo>
                    <a:pt x="410732" y="1041446"/>
                  </a:lnTo>
                  <a:lnTo>
                    <a:pt x="435877" y="1041270"/>
                  </a:lnTo>
                  <a:lnTo>
                    <a:pt x="461023" y="1040895"/>
                  </a:lnTo>
                  <a:lnTo>
                    <a:pt x="486169" y="1040320"/>
                  </a:lnTo>
                  <a:lnTo>
                    <a:pt x="511326" y="1039545"/>
                  </a:lnTo>
                  <a:lnTo>
                    <a:pt x="536472" y="1038571"/>
                  </a:lnTo>
                  <a:lnTo>
                    <a:pt x="561617" y="1037386"/>
                  </a:lnTo>
                  <a:lnTo>
                    <a:pt x="586775" y="1035955"/>
                  </a:lnTo>
                  <a:lnTo>
                    <a:pt x="599025" y="1035157"/>
                  </a:lnTo>
                  <a:lnTo>
                    <a:pt x="611920" y="1034382"/>
                  </a:lnTo>
                  <a:lnTo>
                    <a:pt x="637066" y="1032657"/>
                  </a:lnTo>
                  <a:lnTo>
                    <a:pt x="662223" y="1030674"/>
                  </a:lnTo>
                  <a:lnTo>
                    <a:pt x="687369" y="1028410"/>
                  </a:lnTo>
                  <a:lnTo>
                    <a:pt x="712515" y="1025828"/>
                  </a:lnTo>
                  <a:lnTo>
                    <a:pt x="737672" y="1022895"/>
                  </a:lnTo>
                  <a:lnTo>
                    <a:pt x="762208" y="1019621"/>
                  </a:lnTo>
                  <a:lnTo>
                    <a:pt x="762818" y="1019539"/>
                  </a:lnTo>
                  <a:lnTo>
                    <a:pt x="787963" y="1016019"/>
                  </a:lnTo>
                  <a:lnTo>
                    <a:pt x="813121" y="1012018"/>
                  </a:lnTo>
                  <a:lnTo>
                    <a:pt x="838266" y="1007441"/>
                  </a:lnTo>
                  <a:lnTo>
                    <a:pt x="854858" y="1004074"/>
                  </a:lnTo>
                  <a:lnTo>
                    <a:pt x="863412" y="1002302"/>
                  </a:lnTo>
                  <a:lnTo>
                    <a:pt x="888569" y="996611"/>
                  </a:lnTo>
                  <a:lnTo>
                    <a:pt x="913715" y="990040"/>
                  </a:lnTo>
                  <a:lnTo>
                    <a:pt x="919077" y="988538"/>
                  </a:lnTo>
                  <a:lnTo>
                    <a:pt x="938861" y="982636"/>
                  </a:lnTo>
                  <a:lnTo>
                    <a:pt x="964018" y="974070"/>
                  </a:lnTo>
                  <a:lnTo>
                    <a:pt x="966987" y="973002"/>
                  </a:lnTo>
                  <a:lnTo>
                    <a:pt x="989164" y="964167"/>
                  </a:lnTo>
                  <a:lnTo>
                    <a:pt x="1004371" y="957455"/>
                  </a:lnTo>
                  <a:lnTo>
                    <a:pt x="1014309" y="952503"/>
                  </a:lnTo>
                  <a:lnTo>
                    <a:pt x="1034057" y="941920"/>
                  </a:lnTo>
                  <a:lnTo>
                    <a:pt x="1039455" y="938564"/>
                  </a:lnTo>
                  <a:lnTo>
                    <a:pt x="1058217" y="926372"/>
                  </a:lnTo>
                  <a:lnTo>
                    <a:pt x="1064612" y="921467"/>
                  </a:lnTo>
                  <a:lnTo>
                    <a:pt x="1078130" y="910837"/>
                  </a:lnTo>
                  <a:lnTo>
                    <a:pt x="1089758" y="899772"/>
                  </a:lnTo>
                  <a:lnTo>
                    <a:pt x="1094463" y="895301"/>
                  </a:lnTo>
                  <a:lnTo>
                    <a:pt x="1108203" y="879754"/>
                  </a:lnTo>
                  <a:lnTo>
                    <a:pt x="1114904" y="870484"/>
                  </a:lnTo>
                  <a:lnTo>
                    <a:pt x="1119574" y="864218"/>
                  </a:lnTo>
                  <a:lnTo>
                    <a:pt x="1129231" y="848682"/>
                  </a:lnTo>
                  <a:lnTo>
                    <a:pt x="1136987" y="833135"/>
                  </a:lnTo>
                  <a:lnTo>
                    <a:pt x="1140061" y="825637"/>
                  </a:lnTo>
                  <a:lnTo>
                    <a:pt x="1143569" y="817599"/>
                  </a:lnTo>
                  <a:lnTo>
                    <a:pt x="1149096" y="802052"/>
                  </a:lnTo>
                  <a:lnTo>
                    <a:pt x="1153473" y="786516"/>
                  </a:lnTo>
                  <a:lnTo>
                    <a:pt x="1156864" y="770981"/>
                  </a:lnTo>
                  <a:lnTo>
                    <a:pt x="1159422" y="755434"/>
                  </a:lnTo>
                  <a:lnTo>
                    <a:pt x="1161252" y="739898"/>
                  </a:lnTo>
                  <a:lnTo>
                    <a:pt x="1162437" y="724351"/>
                  </a:lnTo>
                  <a:lnTo>
                    <a:pt x="1163059" y="708815"/>
                  </a:lnTo>
                  <a:lnTo>
                    <a:pt x="1163165" y="693279"/>
                  </a:lnTo>
                  <a:lnTo>
                    <a:pt x="1162789" y="677737"/>
                  </a:lnTo>
                  <a:lnTo>
                    <a:pt x="1161980" y="662196"/>
                  </a:lnTo>
                  <a:lnTo>
                    <a:pt x="1160748" y="646656"/>
                  </a:lnTo>
                  <a:lnTo>
                    <a:pt x="1159129" y="631116"/>
                  </a:lnTo>
                  <a:lnTo>
                    <a:pt x="1157134" y="615575"/>
                  </a:lnTo>
                  <a:lnTo>
                    <a:pt x="1154764" y="600036"/>
                  </a:lnTo>
                  <a:lnTo>
                    <a:pt x="1152041" y="584496"/>
                  </a:lnTo>
                  <a:lnTo>
                    <a:pt x="1148955" y="568956"/>
                  </a:lnTo>
                  <a:lnTo>
                    <a:pt x="1145505" y="553415"/>
                  </a:lnTo>
                  <a:lnTo>
                    <a:pt x="1141704" y="537875"/>
                  </a:lnTo>
                  <a:lnTo>
                    <a:pt x="1140061" y="531629"/>
                  </a:lnTo>
                  <a:lnTo>
                    <a:pt x="1137796" y="522336"/>
                  </a:lnTo>
                  <a:lnTo>
                    <a:pt x="1133713" y="506796"/>
                  </a:lnTo>
                  <a:lnTo>
                    <a:pt x="1129301" y="491255"/>
                  </a:lnTo>
                  <a:lnTo>
                    <a:pt x="1124525" y="475715"/>
                  </a:lnTo>
                  <a:lnTo>
                    <a:pt x="1119386" y="460175"/>
                  </a:lnTo>
                  <a:lnTo>
                    <a:pt x="1114904" y="447476"/>
                  </a:lnTo>
                  <a:lnTo>
                    <a:pt x="1113965" y="444635"/>
                  </a:lnTo>
                  <a:lnTo>
                    <a:pt x="1108603" y="429095"/>
                  </a:lnTo>
                  <a:lnTo>
                    <a:pt x="1102853" y="413555"/>
                  </a:lnTo>
                  <a:lnTo>
                    <a:pt x="1096716" y="398015"/>
                  </a:lnTo>
                  <a:lnTo>
                    <a:pt x="1090180" y="382474"/>
                  </a:lnTo>
                  <a:lnTo>
                    <a:pt x="1089758" y="381503"/>
                  </a:lnTo>
                  <a:lnTo>
                    <a:pt x="1083727" y="366935"/>
                  </a:lnTo>
                  <a:lnTo>
                    <a:pt x="1076898" y="351395"/>
                  </a:lnTo>
                  <a:lnTo>
                    <a:pt x="1069623" y="335854"/>
                  </a:lnTo>
                  <a:lnTo>
                    <a:pt x="1064612" y="325644"/>
                  </a:lnTo>
                  <a:lnTo>
                    <a:pt x="1062066" y="320314"/>
                  </a:lnTo>
                  <a:lnTo>
                    <a:pt x="1054404" y="304774"/>
                  </a:lnTo>
                  <a:lnTo>
                    <a:pt x="1046249" y="289235"/>
                  </a:lnTo>
                  <a:lnTo>
                    <a:pt x="1039455" y="276961"/>
                  </a:lnTo>
                  <a:lnTo>
                    <a:pt x="1037683" y="273694"/>
                  </a:lnTo>
                  <a:lnTo>
                    <a:pt x="1028965" y="258154"/>
                  </a:lnTo>
                  <a:lnTo>
                    <a:pt x="1019719" y="242614"/>
                  </a:lnTo>
                  <a:lnTo>
                    <a:pt x="1014309" y="233906"/>
                  </a:lnTo>
                  <a:lnTo>
                    <a:pt x="1010062" y="227075"/>
                  </a:lnTo>
                  <a:lnTo>
                    <a:pt x="1000029" y="211534"/>
                  </a:lnTo>
                  <a:lnTo>
                    <a:pt x="989363" y="195994"/>
                  </a:lnTo>
                  <a:lnTo>
                    <a:pt x="989164" y="195699"/>
                  </a:lnTo>
                  <a:lnTo>
                    <a:pt x="978310" y="180454"/>
                  </a:lnTo>
                  <a:lnTo>
                    <a:pt x="966564" y="164913"/>
                  </a:lnTo>
                  <a:lnTo>
                    <a:pt x="964018" y="161608"/>
                  </a:lnTo>
                  <a:lnTo>
                    <a:pt x="954162" y="149374"/>
                  </a:lnTo>
                  <a:lnTo>
                    <a:pt x="940984" y="133834"/>
                  </a:lnTo>
                  <a:lnTo>
                    <a:pt x="938861" y="131383"/>
                  </a:lnTo>
                  <a:lnTo>
                    <a:pt x="926833" y="118294"/>
                  </a:lnTo>
                  <a:lnTo>
                    <a:pt x="913715" y="104693"/>
                  </a:lnTo>
                  <a:lnTo>
                    <a:pt x="911685" y="102753"/>
                  </a:lnTo>
                  <a:lnTo>
                    <a:pt x="895093" y="87213"/>
                  </a:lnTo>
                  <a:lnTo>
                    <a:pt x="888569" y="81283"/>
                  </a:lnTo>
                  <a:lnTo>
                    <a:pt x="876777" y="71674"/>
                  </a:lnTo>
                  <a:lnTo>
                    <a:pt x="863412" y="61082"/>
                  </a:lnTo>
                  <a:lnTo>
                    <a:pt x="856254" y="56134"/>
                  </a:lnTo>
                  <a:lnTo>
                    <a:pt x="838266" y="43929"/>
                  </a:lnTo>
                  <a:lnTo>
                    <a:pt x="832411" y="40593"/>
                  </a:lnTo>
                  <a:lnTo>
                    <a:pt x="813121" y="29681"/>
                  </a:lnTo>
                  <a:lnTo>
                    <a:pt x="802889" y="25053"/>
                  </a:lnTo>
                  <a:lnTo>
                    <a:pt x="787963" y="18283"/>
                  </a:lnTo>
                  <a:lnTo>
                    <a:pt x="762818" y="9760"/>
                  </a:lnTo>
                  <a:lnTo>
                    <a:pt x="761750" y="9513"/>
                  </a:lnTo>
                  <a:lnTo>
                    <a:pt x="737672" y="3799"/>
                  </a:lnTo>
                  <a:lnTo>
                    <a:pt x="712515" y="582"/>
                  </a:lnTo>
                  <a:lnTo>
                    <a:pt x="687369" y="0"/>
                  </a:lnTo>
                  <a:lnTo>
                    <a:pt x="662223" y="2003"/>
                  </a:lnTo>
                  <a:lnTo>
                    <a:pt x="637066" y="6606"/>
                  </a:lnTo>
                  <a:lnTo>
                    <a:pt x="626916" y="9513"/>
                  </a:lnTo>
                  <a:lnTo>
                    <a:pt x="611920" y="13684"/>
                  </a:lnTo>
                  <a:lnTo>
                    <a:pt x="586775" y="23320"/>
                  </a:lnTo>
                  <a:lnTo>
                    <a:pt x="583184" y="25053"/>
                  </a:lnTo>
                  <a:lnTo>
                    <a:pt x="561617" y="35354"/>
                  </a:lnTo>
                  <a:lnTo>
                    <a:pt x="552582" y="40593"/>
                  </a:lnTo>
                  <a:lnTo>
                    <a:pt x="536472" y="49889"/>
                  </a:lnTo>
                  <a:lnTo>
                    <a:pt x="527202" y="56134"/>
                  </a:lnTo>
                  <a:lnTo>
                    <a:pt x="511326" y="66883"/>
                  </a:lnTo>
                  <a:lnTo>
                    <a:pt x="505072" y="71674"/>
                  </a:lnTo>
                  <a:lnTo>
                    <a:pt x="486169" y="86354"/>
                  </a:lnTo>
                  <a:lnTo>
                    <a:pt x="485171" y="87213"/>
                  </a:lnTo>
                  <a:lnTo>
                    <a:pt x="467136" y="102753"/>
                  </a:lnTo>
                  <a:lnTo>
                    <a:pt x="461023" y="108112"/>
                  </a:lnTo>
                  <a:lnTo>
                    <a:pt x="450298" y="118294"/>
                  </a:lnTo>
                  <a:lnTo>
                    <a:pt x="435877" y="132391"/>
                  </a:lnTo>
                  <a:lnTo>
                    <a:pt x="434481" y="133834"/>
                  </a:lnTo>
                  <a:lnTo>
                    <a:pt x="419603" y="149374"/>
                  </a:lnTo>
                  <a:lnTo>
                    <a:pt x="410732" y="158948"/>
                  </a:lnTo>
                  <a:lnTo>
                    <a:pt x="405428" y="164913"/>
                  </a:lnTo>
                  <a:lnTo>
                    <a:pt x="391911" y="180454"/>
                  </a:lnTo>
                  <a:lnTo>
                    <a:pt x="385574" y="187932"/>
                  </a:lnTo>
                  <a:lnTo>
                    <a:pt x="378933" y="195994"/>
                  </a:lnTo>
                  <a:lnTo>
                    <a:pt x="366472" y="211534"/>
                  </a:lnTo>
                  <a:lnTo>
                    <a:pt x="360429" y="219277"/>
                  </a:lnTo>
                  <a:lnTo>
                    <a:pt x="354433" y="227075"/>
                  </a:lnTo>
                  <a:lnTo>
                    <a:pt x="342781" y="242614"/>
                  </a:lnTo>
                  <a:lnTo>
                    <a:pt x="335283" y="252969"/>
                  </a:lnTo>
                  <a:lnTo>
                    <a:pt x="331528" y="258154"/>
                  </a:lnTo>
                  <a:lnTo>
                    <a:pt x="320487" y="273694"/>
                  </a:lnTo>
                  <a:lnTo>
                    <a:pt x="310126" y="289021"/>
                  </a:lnTo>
                  <a:lnTo>
                    <a:pt x="309985" y="289235"/>
                  </a:lnTo>
                  <a:lnTo>
                    <a:pt x="299401" y="304774"/>
                  </a:lnTo>
                  <a:lnTo>
                    <a:pt x="289322" y="320314"/>
                  </a:lnTo>
                  <a:lnTo>
                    <a:pt x="284980" y="327166"/>
                  </a:lnTo>
                  <a:lnTo>
                    <a:pt x="279348" y="335854"/>
                  </a:lnTo>
                  <a:lnTo>
                    <a:pt x="269573" y="351395"/>
                  </a:lnTo>
                  <a:lnTo>
                    <a:pt x="260245" y="366935"/>
                  </a:lnTo>
                  <a:lnTo>
                    <a:pt x="259834" y="367634"/>
                  </a:lnTo>
                  <a:lnTo>
                    <a:pt x="250670" y="382474"/>
                  </a:lnTo>
                  <a:lnTo>
                    <a:pt x="241518" y="398015"/>
                  </a:lnTo>
                  <a:lnTo>
                    <a:pt x="234677" y="410064"/>
                  </a:lnTo>
                  <a:lnTo>
                    <a:pt x="232612" y="413555"/>
                  </a:lnTo>
                  <a:lnTo>
                    <a:pt x="223530" y="429095"/>
                  </a:lnTo>
                  <a:lnTo>
                    <a:pt x="214859" y="444635"/>
                  </a:lnTo>
                  <a:lnTo>
                    <a:pt x="209531" y="454466"/>
                  </a:lnTo>
                  <a:lnTo>
                    <a:pt x="206281" y="460175"/>
                  </a:lnTo>
                  <a:lnTo>
                    <a:pt x="197586" y="475715"/>
                  </a:lnTo>
                  <a:lnTo>
                    <a:pt x="189279" y="491255"/>
                  </a:lnTo>
                  <a:lnTo>
                    <a:pt x="184386" y="500680"/>
                  </a:lnTo>
                  <a:lnTo>
                    <a:pt x="181006" y="506796"/>
                  </a:lnTo>
                  <a:lnTo>
                    <a:pt x="172605" y="522336"/>
                  </a:lnTo>
                  <a:lnTo>
                    <a:pt x="164567" y="537875"/>
                  </a:lnTo>
                  <a:lnTo>
                    <a:pt x="159228" y="548527"/>
                  </a:lnTo>
                  <a:lnTo>
                    <a:pt x="156612" y="553415"/>
                  </a:lnTo>
                  <a:lnTo>
                    <a:pt x="148421" y="568956"/>
                  </a:lnTo>
                  <a:lnTo>
                    <a:pt x="140572" y="584496"/>
                  </a:lnTo>
                  <a:lnTo>
                    <a:pt x="134083" y="597851"/>
                  </a:lnTo>
                  <a:lnTo>
                    <a:pt x="132945" y="600036"/>
                  </a:lnTo>
                  <a:lnTo>
                    <a:pt x="124895" y="615575"/>
                  </a:lnTo>
                  <a:lnTo>
                    <a:pt x="117186" y="631116"/>
                  </a:lnTo>
                  <a:lnTo>
                    <a:pt x="109794" y="646656"/>
                  </a:lnTo>
                  <a:lnTo>
                    <a:pt x="108937" y="648497"/>
                  </a:lnTo>
                  <a:lnTo>
                    <a:pt x="101967" y="662196"/>
                  </a:lnTo>
                  <a:lnTo>
                    <a:pt x="94364" y="677737"/>
                  </a:lnTo>
                  <a:lnTo>
                    <a:pt x="87077" y="693279"/>
                  </a:lnTo>
                  <a:lnTo>
                    <a:pt x="83780" y="700496"/>
                  </a:lnTo>
                  <a:lnTo>
                    <a:pt x="79649" y="708815"/>
                  </a:lnTo>
                  <a:lnTo>
                    <a:pt x="72163" y="724351"/>
                  </a:lnTo>
                  <a:lnTo>
                    <a:pt x="65006" y="739898"/>
                  </a:lnTo>
                  <a:lnTo>
                    <a:pt x="58634" y="754342"/>
                  </a:lnTo>
                  <a:lnTo>
                    <a:pt x="58106" y="755434"/>
                  </a:lnTo>
                  <a:lnTo>
                    <a:pt x="50808" y="770981"/>
                  </a:lnTo>
                  <a:lnTo>
                    <a:pt x="43873" y="786516"/>
                  </a:lnTo>
                  <a:lnTo>
                    <a:pt x="37325" y="802052"/>
                  </a:lnTo>
                  <a:lnTo>
                    <a:pt x="33488" y="811662"/>
                  </a:lnTo>
                  <a:lnTo>
                    <a:pt x="30884" y="817599"/>
                  </a:lnTo>
                  <a:lnTo>
                    <a:pt x="24477" y="833135"/>
                  </a:lnTo>
                  <a:lnTo>
                    <a:pt x="18587" y="848682"/>
                  </a:lnTo>
                  <a:lnTo>
                    <a:pt x="13283" y="864218"/>
                  </a:lnTo>
                  <a:lnTo>
                    <a:pt x="8648" y="879754"/>
                  </a:lnTo>
                  <a:lnTo>
                    <a:pt x="8331" y="881044"/>
                  </a:lnTo>
                  <a:lnTo>
                    <a:pt x="4482" y="895301"/>
                  </a:lnTo>
                  <a:lnTo>
                    <a:pt x="1478" y="910837"/>
                  </a:lnTo>
                  <a:lnTo>
                    <a:pt x="0" y="926372"/>
                  </a:lnTo>
                  <a:lnTo>
                    <a:pt x="645" y="941920"/>
                  </a:lnTo>
                  <a:lnTo>
                    <a:pt x="4365" y="957455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BB7B4DC-54E7-B30C-2C70-E506CEF981CA}"/>
                </a:ext>
              </a:extLst>
            </p:cNvPr>
            <p:cNvSpPr/>
            <p:nvPr/>
          </p:nvSpPr>
          <p:spPr>
            <a:xfrm>
              <a:off x="4677627" y="3695678"/>
              <a:ext cx="893638" cy="794716"/>
            </a:xfrm>
            <a:custGeom>
              <a:avLst/>
              <a:gdLst>
                <a:gd name="csX0" fmla="*/ 10678 w 893638"/>
                <a:gd name="csY0" fmla="*/ 718446 h 794716"/>
                <a:gd name="csX1" fmla="*/ 10866 w 893638"/>
                <a:gd name="csY1" fmla="*/ 718739 h 794716"/>
                <a:gd name="csX2" fmla="*/ 21743 w 893638"/>
                <a:gd name="csY2" fmla="*/ 733993 h 794716"/>
                <a:gd name="csX3" fmla="*/ 36023 w 893638"/>
                <a:gd name="csY3" fmla="*/ 746431 h 794716"/>
                <a:gd name="csX4" fmla="*/ 40048 w 893638"/>
                <a:gd name="csY4" fmla="*/ 749529 h 794716"/>
                <a:gd name="csX5" fmla="*/ 61169 w 893638"/>
                <a:gd name="csY5" fmla="*/ 760864 h 794716"/>
                <a:gd name="csX6" fmla="*/ 70591 w 893638"/>
                <a:gd name="csY6" fmla="*/ 765076 h 794716"/>
                <a:gd name="csX7" fmla="*/ 86314 w 893638"/>
                <a:gd name="csY7" fmla="*/ 770380 h 794716"/>
                <a:gd name="csX8" fmla="*/ 111472 w 893638"/>
                <a:gd name="csY8" fmla="*/ 777291 h 794716"/>
                <a:gd name="csX9" fmla="*/ 126514 w 893638"/>
                <a:gd name="csY9" fmla="*/ 780612 h 794716"/>
                <a:gd name="csX10" fmla="*/ 136617 w 893638"/>
                <a:gd name="csY10" fmla="*/ 782454 h 794716"/>
                <a:gd name="csX11" fmla="*/ 161763 w 893638"/>
                <a:gd name="csY11" fmla="*/ 786233 h 794716"/>
                <a:gd name="csX12" fmla="*/ 186920 w 893638"/>
                <a:gd name="csY12" fmla="*/ 789154 h 794716"/>
                <a:gd name="csX13" fmla="*/ 212066 w 893638"/>
                <a:gd name="csY13" fmla="*/ 791360 h 794716"/>
                <a:gd name="csX14" fmla="*/ 237212 w 893638"/>
                <a:gd name="csY14" fmla="*/ 792956 h 794716"/>
                <a:gd name="csX15" fmla="*/ 262369 w 893638"/>
                <a:gd name="csY15" fmla="*/ 794012 h 794716"/>
                <a:gd name="csX16" fmla="*/ 287515 w 893638"/>
                <a:gd name="csY16" fmla="*/ 794575 h 794716"/>
                <a:gd name="csX17" fmla="*/ 312660 w 893638"/>
                <a:gd name="csY17" fmla="*/ 794716 h 794716"/>
                <a:gd name="csX18" fmla="*/ 337806 w 893638"/>
                <a:gd name="csY18" fmla="*/ 794458 h 794716"/>
                <a:gd name="csX19" fmla="*/ 362963 w 893638"/>
                <a:gd name="csY19" fmla="*/ 793813 h 794716"/>
                <a:gd name="csX20" fmla="*/ 388109 w 893638"/>
                <a:gd name="csY20" fmla="*/ 792792 h 794716"/>
                <a:gd name="csX21" fmla="*/ 413254 w 893638"/>
                <a:gd name="csY21" fmla="*/ 791407 h 794716"/>
                <a:gd name="csX22" fmla="*/ 438412 w 893638"/>
                <a:gd name="csY22" fmla="*/ 789647 h 794716"/>
                <a:gd name="csX23" fmla="*/ 463557 w 893638"/>
                <a:gd name="csY23" fmla="*/ 787500 h 794716"/>
                <a:gd name="csX24" fmla="*/ 488703 w 893638"/>
                <a:gd name="csY24" fmla="*/ 784930 h 794716"/>
                <a:gd name="csX25" fmla="*/ 513860 w 893638"/>
                <a:gd name="csY25" fmla="*/ 781903 h 794716"/>
                <a:gd name="csX26" fmla="*/ 523318 w 893638"/>
                <a:gd name="csY26" fmla="*/ 780612 h 794716"/>
                <a:gd name="csX27" fmla="*/ 539006 w 893638"/>
                <a:gd name="csY27" fmla="*/ 778406 h 794716"/>
                <a:gd name="csX28" fmla="*/ 564152 w 893638"/>
                <a:gd name="csY28" fmla="*/ 774393 h 794716"/>
                <a:gd name="csX29" fmla="*/ 589309 w 893638"/>
                <a:gd name="csY29" fmla="*/ 769793 h 794716"/>
                <a:gd name="csX30" fmla="*/ 611967 w 893638"/>
                <a:gd name="csY30" fmla="*/ 765076 h 794716"/>
                <a:gd name="csX31" fmla="*/ 614455 w 893638"/>
                <a:gd name="csY31" fmla="*/ 764525 h 794716"/>
                <a:gd name="csX32" fmla="*/ 639600 w 893638"/>
                <a:gd name="csY32" fmla="*/ 758482 h 794716"/>
                <a:gd name="csX33" fmla="*/ 664758 w 893638"/>
                <a:gd name="csY33" fmla="*/ 751559 h 794716"/>
                <a:gd name="csX34" fmla="*/ 671516 w 893638"/>
                <a:gd name="csY34" fmla="*/ 749529 h 794716"/>
                <a:gd name="csX35" fmla="*/ 689903 w 893638"/>
                <a:gd name="csY35" fmla="*/ 743545 h 794716"/>
                <a:gd name="csX36" fmla="*/ 715049 w 893638"/>
                <a:gd name="csY36" fmla="*/ 734298 h 794716"/>
                <a:gd name="csX37" fmla="*/ 715823 w 893638"/>
                <a:gd name="csY37" fmla="*/ 733993 h 794716"/>
                <a:gd name="csX38" fmla="*/ 740206 w 893638"/>
                <a:gd name="csY38" fmla="*/ 723339 h 794716"/>
                <a:gd name="csX39" fmla="*/ 750415 w 893638"/>
                <a:gd name="csY39" fmla="*/ 718446 h 794716"/>
                <a:gd name="csX40" fmla="*/ 765352 w 893638"/>
                <a:gd name="csY40" fmla="*/ 710326 h 794716"/>
                <a:gd name="csX41" fmla="*/ 778083 w 893638"/>
                <a:gd name="csY41" fmla="*/ 702910 h 794716"/>
                <a:gd name="csX42" fmla="*/ 790498 w 893638"/>
                <a:gd name="csY42" fmla="*/ 694532 h 794716"/>
                <a:gd name="csX43" fmla="*/ 800612 w 893638"/>
                <a:gd name="csY43" fmla="*/ 687375 h 794716"/>
                <a:gd name="csX44" fmla="*/ 815655 w 893638"/>
                <a:gd name="csY44" fmla="*/ 674796 h 794716"/>
                <a:gd name="csX45" fmla="*/ 819081 w 893638"/>
                <a:gd name="csY45" fmla="*/ 671827 h 794716"/>
                <a:gd name="csX46" fmla="*/ 834476 w 893638"/>
                <a:gd name="csY46" fmla="*/ 656292 h 794716"/>
                <a:gd name="csX47" fmla="*/ 840801 w 893638"/>
                <a:gd name="csY47" fmla="*/ 648606 h 794716"/>
                <a:gd name="csX48" fmla="*/ 847243 w 893638"/>
                <a:gd name="csY48" fmla="*/ 640756 h 794716"/>
                <a:gd name="csX49" fmla="*/ 857850 w 893638"/>
                <a:gd name="csY49" fmla="*/ 625209 h 794716"/>
                <a:gd name="csX50" fmla="*/ 865946 w 893638"/>
                <a:gd name="csY50" fmla="*/ 610589 h 794716"/>
                <a:gd name="csX51" fmla="*/ 866463 w 893638"/>
                <a:gd name="csY51" fmla="*/ 609673 h 794716"/>
                <a:gd name="csX52" fmla="*/ 873808 w 893638"/>
                <a:gd name="csY52" fmla="*/ 594126 h 794716"/>
                <a:gd name="csX53" fmla="*/ 879675 w 893638"/>
                <a:gd name="csY53" fmla="*/ 578590 h 794716"/>
                <a:gd name="csX54" fmla="*/ 884286 w 893638"/>
                <a:gd name="csY54" fmla="*/ 563055 h 794716"/>
                <a:gd name="csX55" fmla="*/ 887807 w 893638"/>
                <a:gd name="csY55" fmla="*/ 547507 h 794716"/>
                <a:gd name="csX56" fmla="*/ 890400 w 893638"/>
                <a:gd name="csY56" fmla="*/ 531972 h 794716"/>
                <a:gd name="csX57" fmla="*/ 891092 w 893638"/>
                <a:gd name="csY57" fmla="*/ 525765 h 794716"/>
                <a:gd name="csX58" fmla="*/ 892219 w 893638"/>
                <a:gd name="csY58" fmla="*/ 516424 h 794716"/>
                <a:gd name="csX59" fmla="*/ 893286 w 893638"/>
                <a:gd name="csY59" fmla="*/ 500889 h 794716"/>
                <a:gd name="csX60" fmla="*/ 893638 w 893638"/>
                <a:gd name="csY60" fmla="*/ 485353 h 794716"/>
                <a:gd name="csX61" fmla="*/ 893310 w 893638"/>
                <a:gd name="csY61" fmla="*/ 469811 h 794716"/>
                <a:gd name="csX62" fmla="*/ 892371 w 893638"/>
                <a:gd name="csY62" fmla="*/ 454270 h 794716"/>
                <a:gd name="csX63" fmla="*/ 891092 w 893638"/>
                <a:gd name="csY63" fmla="*/ 441298 h 794716"/>
                <a:gd name="csX64" fmla="*/ 890857 w 893638"/>
                <a:gd name="csY64" fmla="*/ 438730 h 794716"/>
                <a:gd name="csX65" fmla="*/ 888898 w 893638"/>
                <a:gd name="csY65" fmla="*/ 423190 h 794716"/>
                <a:gd name="csX66" fmla="*/ 886434 w 893638"/>
                <a:gd name="csY66" fmla="*/ 407649 h 794716"/>
                <a:gd name="csX67" fmla="*/ 883477 w 893638"/>
                <a:gd name="csY67" fmla="*/ 392110 h 794716"/>
                <a:gd name="csX68" fmla="*/ 880039 w 893638"/>
                <a:gd name="csY68" fmla="*/ 376570 h 794716"/>
                <a:gd name="csX69" fmla="*/ 876108 w 893638"/>
                <a:gd name="csY69" fmla="*/ 361029 h 794716"/>
                <a:gd name="csX70" fmla="*/ 871708 w 893638"/>
                <a:gd name="csY70" fmla="*/ 345489 h 794716"/>
                <a:gd name="csX71" fmla="*/ 866815 w 893638"/>
                <a:gd name="csY71" fmla="*/ 329949 h 794716"/>
                <a:gd name="csX72" fmla="*/ 865946 w 893638"/>
                <a:gd name="csY72" fmla="*/ 327393 h 794716"/>
                <a:gd name="csX73" fmla="*/ 861640 w 893638"/>
                <a:gd name="csY73" fmla="*/ 314410 h 794716"/>
                <a:gd name="csX74" fmla="*/ 856020 w 893638"/>
                <a:gd name="csY74" fmla="*/ 298869 h 794716"/>
                <a:gd name="csX75" fmla="*/ 849918 w 893638"/>
                <a:gd name="csY75" fmla="*/ 283329 h 794716"/>
                <a:gd name="csX76" fmla="*/ 843288 w 893638"/>
                <a:gd name="csY76" fmla="*/ 267789 h 794716"/>
                <a:gd name="csX77" fmla="*/ 840801 w 893638"/>
                <a:gd name="csY77" fmla="*/ 262261 h 794716"/>
                <a:gd name="csX78" fmla="*/ 836295 w 893638"/>
                <a:gd name="csY78" fmla="*/ 252248 h 794716"/>
                <a:gd name="csX79" fmla="*/ 828832 w 893638"/>
                <a:gd name="csY79" fmla="*/ 236709 h 794716"/>
                <a:gd name="csX80" fmla="*/ 820818 w 893638"/>
                <a:gd name="csY80" fmla="*/ 221169 h 794716"/>
                <a:gd name="csX81" fmla="*/ 815655 w 893638"/>
                <a:gd name="csY81" fmla="*/ 211712 h 794716"/>
                <a:gd name="csX82" fmla="*/ 812264 w 893638"/>
                <a:gd name="csY82" fmla="*/ 205629 h 794716"/>
                <a:gd name="csX83" fmla="*/ 803194 w 893638"/>
                <a:gd name="csY83" fmla="*/ 190088 h 794716"/>
                <a:gd name="csX84" fmla="*/ 793478 w 893638"/>
                <a:gd name="csY84" fmla="*/ 174548 h 794716"/>
                <a:gd name="csX85" fmla="*/ 790498 w 893638"/>
                <a:gd name="csY85" fmla="*/ 169978 h 794716"/>
                <a:gd name="csX86" fmla="*/ 783070 w 893638"/>
                <a:gd name="csY86" fmla="*/ 159009 h 794716"/>
                <a:gd name="csX87" fmla="*/ 771935 w 893638"/>
                <a:gd name="csY87" fmla="*/ 143469 h 794716"/>
                <a:gd name="csX88" fmla="*/ 765352 w 893638"/>
                <a:gd name="csY88" fmla="*/ 134715 h 794716"/>
                <a:gd name="csX89" fmla="*/ 759919 w 893638"/>
                <a:gd name="csY89" fmla="*/ 127928 h 794716"/>
                <a:gd name="csX90" fmla="*/ 746918 w 893638"/>
                <a:gd name="csY90" fmla="*/ 112388 h 794716"/>
                <a:gd name="csX91" fmla="*/ 740206 w 893638"/>
                <a:gd name="csY91" fmla="*/ 104703 h 794716"/>
                <a:gd name="csX92" fmla="*/ 732708 w 893638"/>
                <a:gd name="csY92" fmla="*/ 96848 h 794716"/>
                <a:gd name="csX93" fmla="*/ 717185 w 893638"/>
                <a:gd name="csY93" fmla="*/ 81309 h 794716"/>
                <a:gd name="csX94" fmla="*/ 715049 w 893638"/>
                <a:gd name="csY94" fmla="*/ 79234 h 794716"/>
                <a:gd name="csX95" fmla="*/ 699514 w 893638"/>
                <a:gd name="csY95" fmla="*/ 65768 h 794716"/>
                <a:gd name="csX96" fmla="*/ 689903 w 893638"/>
                <a:gd name="csY96" fmla="*/ 57751 h 794716"/>
                <a:gd name="csX97" fmla="*/ 679413 w 893638"/>
                <a:gd name="csY97" fmla="*/ 50228 h 794716"/>
                <a:gd name="csX98" fmla="*/ 664758 w 893638"/>
                <a:gd name="csY98" fmla="*/ 40000 h 794716"/>
                <a:gd name="csX99" fmla="*/ 655512 w 893638"/>
                <a:gd name="csY99" fmla="*/ 34688 h 794716"/>
                <a:gd name="csX100" fmla="*/ 639600 w 893638"/>
                <a:gd name="csY100" fmla="*/ 25695 h 794716"/>
                <a:gd name="csX101" fmla="*/ 624698 w 893638"/>
                <a:gd name="csY101" fmla="*/ 19149 h 794716"/>
                <a:gd name="csX102" fmla="*/ 614455 w 893638"/>
                <a:gd name="csY102" fmla="*/ 14680 h 794716"/>
                <a:gd name="csX103" fmla="*/ 589309 w 893638"/>
                <a:gd name="csY103" fmla="*/ 6802 h 794716"/>
                <a:gd name="csX104" fmla="*/ 572659 w 893638"/>
                <a:gd name="csY104" fmla="*/ 3608 h 794716"/>
                <a:gd name="csX105" fmla="*/ 564152 w 893638"/>
                <a:gd name="csY105" fmla="*/ 1955 h 794716"/>
                <a:gd name="csX106" fmla="*/ 539006 w 893638"/>
                <a:gd name="csY106" fmla="*/ 0 h 794716"/>
                <a:gd name="csX107" fmla="*/ 513860 w 893638"/>
                <a:gd name="csY107" fmla="*/ 940 h 794716"/>
                <a:gd name="csX108" fmla="*/ 496166 w 893638"/>
                <a:gd name="csY108" fmla="*/ 3608 h 794716"/>
                <a:gd name="csX109" fmla="*/ 488703 w 893638"/>
                <a:gd name="csY109" fmla="*/ 4696 h 794716"/>
                <a:gd name="csX110" fmla="*/ 463557 w 893638"/>
                <a:gd name="csY110" fmla="*/ 11132 h 794716"/>
                <a:gd name="csX111" fmla="*/ 441826 w 893638"/>
                <a:gd name="csY111" fmla="*/ 19149 h 794716"/>
                <a:gd name="csX112" fmla="*/ 438412 w 893638"/>
                <a:gd name="csY112" fmla="*/ 20388 h 794716"/>
                <a:gd name="csX113" fmla="*/ 413254 w 893638"/>
                <a:gd name="csY113" fmla="*/ 32260 h 794716"/>
                <a:gd name="csX114" fmla="*/ 409065 w 893638"/>
                <a:gd name="csY114" fmla="*/ 34688 h 794716"/>
                <a:gd name="csX115" fmla="*/ 388109 w 893638"/>
                <a:gd name="csY115" fmla="*/ 46798 h 794716"/>
                <a:gd name="csX116" fmla="*/ 383075 w 893638"/>
                <a:gd name="csY116" fmla="*/ 50228 h 794716"/>
                <a:gd name="csX117" fmla="*/ 362963 w 893638"/>
                <a:gd name="csY117" fmla="*/ 64008 h 794716"/>
                <a:gd name="csX118" fmla="*/ 360710 w 893638"/>
                <a:gd name="csY118" fmla="*/ 65768 h 794716"/>
                <a:gd name="csX119" fmla="*/ 340962 w 893638"/>
                <a:gd name="csY119" fmla="*/ 81309 h 794716"/>
                <a:gd name="csX120" fmla="*/ 337806 w 893638"/>
                <a:gd name="csY120" fmla="*/ 83815 h 794716"/>
                <a:gd name="csX121" fmla="*/ 323056 w 893638"/>
                <a:gd name="csY121" fmla="*/ 96848 h 794716"/>
                <a:gd name="csX122" fmla="*/ 312660 w 893638"/>
                <a:gd name="csY122" fmla="*/ 106224 h 794716"/>
                <a:gd name="csX123" fmla="*/ 306371 w 893638"/>
                <a:gd name="csY123" fmla="*/ 112388 h 794716"/>
                <a:gd name="csX124" fmla="*/ 290835 w 893638"/>
                <a:gd name="csY124" fmla="*/ 127928 h 794716"/>
                <a:gd name="csX125" fmla="*/ 287515 w 893638"/>
                <a:gd name="csY125" fmla="*/ 131297 h 794716"/>
                <a:gd name="csX126" fmla="*/ 276250 w 893638"/>
                <a:gd name="csY126" fmla="*/ 143469 h 794716"/>
                <a:gd name="csX127" fmla="*/ 262369 w 893638"/>
                <a:gd name="csY127" fmla="*/ 159009 h 794716"/>
                <a:gd name="csX128" fmla="*/ 262369 w 893638"/>
                <a:gd name="csY128" fmla="*/ 159015 h 794716"/>
                <a:gd name="csX129" fmla="*/ 249204 w 893638"/>
                <a:gd name="csY129" fmla="*/ 174548 h 794716"/>
                <a:gd name="csX130" fmla="*/ 237212 w 893638"/>
                <a:gd name="csY130" fmla="*/ 189301 h 794716"/>
                <a:gd name="csX131" fmla="*/ 236590 w 893638"/>
                <a:gd name="csY131" fmla="*/ 190088 h 794716"/>
                <a:gd name="csX132" fmla="*/ 224468 w 893638"/>
                <a:gd name="csY132" fmla="*/ 205629 h 794716"/>
                <a:gd name="csX133" fmla="*/ 212852 w 893638"/>
                <a:gd name="csY133" fmla="*/ 221169 h 794716"/>
                <a:gd name="csX134" fmla="*/ 212066 w 893638"/>
                <a:gd name="csY134" fmla="*/ 222236 h 794716"/>
                <a:gd name="csX135" fmla="*/ 201552 w 893638"/>
                <a:gd name="csY135" fmla="*/ 236709 h 794716"/>
                <a:gd name="csX136" fmla="*/ 190710 w 893638"/>
                <a:gd name="csY136" fmla="*/ 252248 h 794716"/>
                <a:gd name="csX137" fmla="*/ 186920 w 893638"/>
                <a:gd name="csY137" fmla="*/ 257800 h 794716"/>
                <a:gd name="csX138" fmla="*/ 180126 w 893638"/>
                <a:gd name="csY138" fmla="*/ 267789 h 794716"/>
                <a:gd name="csX139" fmla="*/ 169883 w 893638"/>
                <a:gd name="csY139" fmla="*/ 283329 h 794716"/>
                <a:gd name="csX140" fmla="*/ 161763 w 893638"/>
                <a:gd name="csY140" fmla="*/ 296113 h 794716"/>
                <a:gd name="csX141" fmla="*/ 160003 w 893638"/>
                <a:gd name="csY141" fmla="*/ 298869 h 794716"/>
                <a:gd name="csX142" fmla="*/ 150229 w 893638"/>
                <a:gd name="csY142" fmla="*/ 314410 h 794716"/>
                <a:gd name="csX143" fmla="*/ 140853 w 893638"/>
                <a:gd name="csY143" fmla="*/ 329949 h 794716"/>
                <a:gd name="csX144" fmla="*/ 136617 w 893638"/>
                <a:gd name="csY144" fmla="*/ 337159 h 794716"/>
                <a:gd name="csX145" fmla="*/ 131630 w 893638"/>
                <a:gd name="csY145" fmla="*/ 345489 h 794716"/>
                <a:gd name="csX146" fmla="*/ 122607 w 893638"/>
                <a:gd name="csY146" fmla="*/ 361029 h 794716"/>
                <a:gd name="csX147" fmla="*/ 113947 w 893638"/>
                <a:gd name="csY147" fmla="*/ 376570 h 794716"/>
                <a:gd name="csX148" fmla="*/ 111472 w 893638"/>
                <a:gd name="csY148" fmla="*/ 381134 h 794716"/>
                <a:gd name="csX149" fmla="*/ 105323 w 893638"/>
                <a:gd name="csY149" fmla="*/ 392110 h 794716"/>
                <a:gd name="csX150" fmla="*/ 96933 w 893638"/>
                <a:gd name="csY150" fmla="*/ 407649 h 794716"/>
                <a:gd name="csX151" fmla="*/ 88896 w 893638"/>
                <a:gd name="csY151" fmla="*/ 423190 h 794716"/>
                <a:gd name="csX152" fmla="*/ 86314 w 893638"/>
                <a:gd name="csY152" fmla="*/ 428306 h 794716"/>
                <a:gd name="csX153" fmla="*/ 80870 w 893638"/>
                <a:gd name="csY153" fmla="*/ 438730 h 794716"/>
                <a:gd name="csX154" fmla="*/ 73055 w 893638"/>
                <a:gd name="csY154" fmla="*/ 454270 h 794716"/>
                <a:gd name="csX155" fmla="*/ 65592 w 893638"/>
                <a:gd name="csY155" fmla="*/ 469811 h 794716"/>
                <a:gd name="csX156" fmla="*/ 61169 w 893638"/>
                <a:gd name="csY156" fmla="*/ 479387 h 794716"/>
                <a:gd name="csX157" fmla="*/ 58282 w 893638"/>
                <a:gd name="csY157" fmla="*/ 485353 h 794716"/>
                <a:gd name="csX158" fmla="*/ 51054 w 893638"/>
                <a:gd name="csY158" fmla="*/ 500889 h 794716"/>
                <a:gd name="csX159" fmla="*/ 44213 w 893638"/>
                <a:gd name="csY159" fmla="*/ 516424 h 794716"/>
                <a:gd name="csX160" fmla="*/ 37736 w 893638"/>
                <a:gd name="csY160" fmla="*/ 531972 h 794716"/>
                <a:gd name="csX161" fmla="*/ 36023 w 893638"/>
                <a:gd name="csY161" fmla="*/ 536313 h 794716"/>
                <a:gd name="csX162" fmla="*/ 31341 w 893638"/>
                <a:gd name="csY162" fmla="*/ 547507 h 794716"/>
                <a:gd name="csX163" fmla="*/ 25298 w 893638"/>
                <a:gd name="csY163" fmla="*/ 563055 h 794716"/>
                <a:gd name="csX164" fmla="*/ 19725 w 893638"/>
                <a:gd name="csY164" fmla="*/ 578590 h 794716"/>
                <a:gd name="csX165" fmla="*/ 14667 w 893638"/>
                <a:gd name="csY165" fmla="*/ 594126 h 794716"/>
                <a:gd name="csX166" fmla="*/ 10866 w 893638"/>
                <a:gd name="csY166" fmla="*/ 607291 h 794716"/>
                <a:gd name="csX167" fmla="*/ 10138 w 893638"/>
                <a:gd name="csY167" fmla="*/ 609673 h 794716"/>
                <a:gd name="csX168" fmla="*/ 6102 w 893638"/>
                <a:gd name="csY168" fmla="*/ 625209 h 794716"/>
                <a:gd name="csX169" fmla="*/ 2922 w 893638"/>
                <a:gd name="csY169" fmla="*/ 640756 h 794716"/>
                <a:gd name="csX170" fmla="*/ 798 w 893638"/>
                <a:gd name="csY170" fmla="*/ 656292 h 794716"/>
                <a:gd name="csX171" fmla="*/ 0 w 893638"/>
                <a:gd name="csY171" fmla="*/ 671827 h 794716"/>
                <a:gd name="csX172" fmla="*/ 927 w 893638"/>
                <a:gd name="csY172" fmla="*/ 687375 h 794716"/>
                <a:gd name="csX173" fmla="*/ 4177 w 893638"/>
                <a:gd name="csY173" fmla="*/ 702910 h 794716"/>
                <a:gd name="csX174" fmla="*/ 10678 w 893638"/>
                <a:gd name="csY174" fmla="*/ 718446 h 7947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</a:cxnLst>
              <a:rect l="l" t="t" r="r" b="b"/>
              <a:pathLst>
                <a:path w="893638" h="794716">
                  <a:moveTo>
                    <a:pt x="10678" y="718446"/>
                  </a:moveTo>
                  <a:lnTo>
                    <a:pt x="10866" y="718739"/>
                  </a:lnTo>
                  <a:lnTo>
                    <a:pt x="21743" y="733993"/>
                  </a:lnTo>
                  <a:lnTo>
                    <a:pt x="36023" y="746431"/>
                  </a:lnTo>
                  <a:lnTo>
                    <a:pt x="40048" y="749529"/>
                  </a:lnTo>
                  <a:lnTo>
                    <a:pt x="61169" y="760864"/>
                  </a:lnTo>
                  <a:lnTo>
                    <a:pt x="70591" y="765076"/>
                  </a:lnTo>
                  <a:lnTo>
                    <a:pt x="86314" y="770380"/>
                  </a:lnTo>
                  <a:lnTo>
                    <a:pt x="111472" y="777291"/>
                  </a:lnTo>
                  <a:lnTo>
                    <a:pt x="126514" y="780612"/>
                  </a:lnTo>
                  <a:lnTo>
                    <a:pt x="136617" y="782454"/>
                  </a:lnTo>
                  <a:lnTo>
                    <a:pt x="161763" y="786233"/>
                  </a:lnTo>
                  <a:lnTo>
                    <a:pt x="186920" y="789154"/>
                  </a:lnTo>
                  <a:lnTo>
                    <a:pt x="212066" y="791360"/>
                  </a:lnTo>
                  <a:lnTo>
                    <a:pt x="237212" y="792956"/>
                  </a:lnTo>
                  <a:lnTo>
                    <a:pt x="262369" y="794012"/>
                  </a:lnTo>
                  <a:lnTo>
                    <a:pt x="287515" y="794575"/>
                  </a:lnTo>
                  <a:lnTo>
                    <a:pt x="312660" y="794716"/>
                  </a:lnTo>
                  <a:lnTo>
                    <a:pt x="337806" y="794458"/>
                  </a:lnTo>
                  <a:lnTo>
                    <a:pt x="362963" y="793813"/>
                  </a:lnTo>
                  <a:lnTo>
                    <a:pt x="388109" y="792792"/>
                  </a:lnTo>
                  <a:lnTo>
                    <a:pt x="413254" y="791407"/>
                  </a:lnTo>
                  <a:lnTo>
                    <a:pt x="438412" y="789647"/>
                  </a:lnTo>
                  <a:lnTo>
                    <a:pt x="463557" y="787500"/>
                  </a:lnTo>
                  <a:lnTo>
                    <a:pt x="488703" y="784930"/>
                  </a:lnTo>
                  <a:lnTo>
                    <a:pt x="513860" y="781903"/>
                  </a:lnTo>
                  <a:lnTo>
                    <a:pt x="523318" y="780612"/>
                  </a:lnTo>
                  <a:lnTo>
                    <a:pt x="539006" y="778406"/>
                  </a:lnTo>
                  <a:lnTo>
                    <a:pt x="564152" y="774393"/>
                  </a:lnTo>
                  <a:lnTo>
                    <a:pt x="589309" y="769793"/>
                  </a:lnTo>
                  <a:lnTo>
                    <a:pt x="611967" y="765076"/>
                  </a:lnTo>
                  <a:lnTo>
                    <a:pt x="614455" y="764525"/>
                  </a:lnTo>
                  <a:lnTo>
                    <a:pt x="639600" y="758482"/>
                  </a:lnTo>
                  <a:lnTo>
                    <a:pt x="664758" y="751559"/>
                  </a:lnTo>
                  <a:lnTo>
                    <a:pt x="671516" y="749529"/>
                  </a:lnTo>
                  <a:lnTo>
                    <a:pt x="689903" y="743545"/>
                  </a:lnTo>
                  <a:lnTo>
                    <a:pt x="715049" y="734298"/>
                  </a:lnTo>
                  <a:lnTo>
                    <a:pt x="715823" y="733993"/>
                  </a:lnTo>
                  <a:lnTo>
                    <a:pt x="740206" y="723339"/>
                  </a:lnTo>
                  <a:lnTo>
                    <a:pt x="750415" y="718446"/>
                  </a:lnTo>
                  <a:lnTo>
                    <a:pt x="765352" y="710326"/>
                  </a:lnTo>
                  <a:lnTo>
                    <a:pt x="778083" y="702910"/>
                  </a:lnTo>
                  <a:lnTo>
                    <a:pt x="790498" y="694532"/>
                  </a:lnTo>
                  <a:lnTo>
                    <a:pt x="800612" y="687375"/>
                  </a:lnTo>
                  <a:lnTo>
                    <a:pt x="815655" y="674796"/>
                  </a:lnTo>
                  <a:lnTo>
                    <a:pt x="819081" y="671827"/>
                  </a:lnTo>
                  <a:lnTo>
                    <a:pt x="834476" y="656292"/>
                  </a:lnTo>
                  <a:lnTo>
                    <a:pt x="840801" y="648606"/>
                  </a:lnTo>
                  <a:lnTo>
                    <a:pt x="847243" y="640756"/>
                  </a:lnTo>
                  <a:lnTo>
                    <a:pt x="857850" y="625209"/>
                  </a:lnTo>
                  <a:lnTo>
                    <a:pt x="865946" y="610589"/>
                  </a:lnTo>
                  <a:lnTo>
                    <a:pt x="866463" y="609673"/>
                  </a:lnTo>
                  <a:lnTo>
                    <a:pt x="873808" y="594126"/>
                  </a:lnTo>
                  <a:lnTo>
                    <a:pt x="879675" y="578590"/>
                  </a:lnTo>
                  <a:lnTo>
                    <a:pt x="884286" y="563055"/>
                  </a:lnTo>
                  <a:lnTo>
                    <a:pt x="887807" y="547507"/>
                  </a:lnTo>
                  <a:lnTo>
                    <a:pt x="890400" y="531972"/>
                  </a:lnTo>
                  <a:lnTo>
                    <a:pt x="891092" y="525765"/>
                  </a:lnTo>
                  <a:lnTo>
                    <a:pt x="892219" y="516424"/>
                  </a:lnTo>
                  <a:lnTo>
                    <a:pt x="893286" y="500889"/>
                  </a:lnTo>
                  <a:lnTo>
                    <a:pt x="893638" y="485353"/>
                  </a:lnTo>
                  <a:lnTo>
                    <a:pt x="893310" y="469811"/>
                  </a:lnTo>
                  <a:lnTo>
                    <a:pt x="892371" y="454270"/>
                  </a:lnTo>
                  <a:lnTo>
                    <a:pt x="891092" y="441298"/>
                  </a:lnTo>
                  <a:lnTo>
                    <a:pt x="890857" y="438730"/>
                  </a:lnTo>
                  <a:lnTo>
                    <a:pt x="888898" y="423190"/>
                  </a:lnTo>
                  <a:lnTo>
                    <a:pt x="886434" y="407649"/>
                  </a:lnTo>
                  <a:lnTo>
                    <a:pt x="883477" y="392110"/>
                  </a:lnTo>
                  <a:lnTo>
                    <a:pt x="880039" y="376570"/>
                  </a:lnTo>
                  <a:lnTo>
                    <a:pt x="876108" y="361029"/>
                  </a:lnTo>
                  <a:lnTo>
                    <a:pt x="871708" y="345489"/>
                  </a:lnTo>
                  <a:lnTo>
                    <a:pt x="866815" y="329949"/>
                  </a:lnTo>
                  <a:lnTo>
                    <a:pt x="865946" y="327393"/>
                  </a:lnTo>
                  <a:lnTo>
                    <a:pt x="861640" y="314410"/>
                  </a:lnTo>
                  <a:lnTo>
                    <a:pt x="856020" y="298869"/>
                  </a:lnTo>
                  <a:lnTo>
                    <a:pt x="849918" y="283329"/>
                  </a:lnTo>
                  <a:lnTo>
                    <a:pt x="843288" y="267789"/>
                  </a:lnTo>
                  <a:lnTo>
                    <a:pt x="840801" y="262261"/>
                  </a:lnTo>
                  <a:lnTo>
                    <a:pt x="836295" y="252248"/>
                  </a:lnTo>
                  <a:lnTo>
                    <a:pt x="828832" y="236709"/>
                  </a:lnTo>
                  <a:lnTo>
                    <a:pt x="820818" y="221169"/>
                  </a:lnTo>
                  <a:lnTo>
                    <a:pt x="815655" y="211712"/>
                  </a:lnTo>
                  <a:lnTo>
                    <a:pt x="812264" y="205629"/>
                  </a:lnTo>
                  <a:lnTo>
                    <a:pt x="803194" y="190088"/>
                  </a:lnTo>
                  <a:lnTo>
                    <a:pt x="793478" y="174548"/>
                  </a:lnTo>
                  <a:lnTo>
                    <a:pt x="790498" y="169978"/>
                  </a:lnTo>
                  <a:lnTo>
                    <a:pt x="783070" y="159009"/>
                  </a:lnTo>
                  <a:lnTo>
                    <a:pt x="771935" y="143469"/>
                  </a:lnTo>
                  <a:lnTo>
                    <a:pt x="765352" y="134715"/>
                  </a:lnTo>
                  <a:lnTo>
                    <a:pt x="759919" y="127928"/>
                  </a:lnTo>
                  <a:lnTo>
                    <a:pt x="746918" y="112388"/>
                  </a:lnTo>
                  <a:lnTo>
                    <a:pt x="740206" y="104703"/>
                  </a:lnTo>
                  <a:lnTo>
                    <a:pt x="732708" y="96848"/>
                  </a:lnTo>
                  <a:lnTo>
                    <a:pt x="717185" y="81309"/>
                  </a:lnTo>
                  <a:lnTo>
                    <a:pt x="715049" y="79234"/>
                  </a:lnTo>
                  <a:lnTo>
                    <a:pt x="699514" y="65768"/>
                  </a:lnTo>
                  <a:lnTo>
                    <a:pt x="689903" y="57751"/>
                  </a:lnTo>
                  <a:lnTo>
                    <a:pt x="679413" y="50228"/>
                  </a:lnTo>
                  <a:lnTo>
                    <a:pt x="664758" y="40000"/>
                  </a:lnTo>
                  <a:lnTo>
                    <a:pt x="655512" y="34688"/>
                  </a:lnTo>
                  <a:lnTo>
                    <a:pt x="639600" y="25695"/>
                  </a:lnTo>
                  <a:lnTo>
                    <a:pt x="624698" y="19149"/>
                  </a:lnTo>
                  <a:lnTo>
                    <a:pt x="614455" y="14680"/>
                  </a:lnTo>
                  <a:lnTo>
                    <a:pt x="589309" y="6802"/>
                  </a:lnTo>
                  <a:lnTo>
                    <a:pt x="572659" y="3608"/>
                  </a:lnTo>
                  <a:lnTo>
                    <a:pt x="564152" y="1955"/>
                  </a:lnTo>
                  <a:lnTo>
                    <a:pt x="539006" y="0"/>
                  </a:lnTo>
                  <a:lnTo>
                    <a:pt x="513860" y="940"/>
                  </a:lnTo>
                  <a:lnTo>
                    <a:pt x="496166" y="3608"/>
                  </a:lnTo>
                  <a:lnTo>
                    <a:pt x="488703" y="4696"/>
                  </a:lnTo>
                  <a:lnTo>
                    <a:pt x="463557" y="11132"/>
                  </a:lnTo>
                  <a:lnTo>
                    <a:pt x="441826" y="19149"/>
                  </a:lnTo>
                  <a:lnTo>
                    <a:pt x="438412" y="20388"/>
                  </a:lnTo>
                  <a:lnTo>
                    <a:pt x="413254" y="32260"/>
                  </a:lnTo>
                  <a:lnTo>
                    <a:pt x="409065" y="34688"/>
                  </a:lnTo>
                  <a:lnTo>
                    <a:pt x="388109" y="46798"/>
                  </a:lnTo>
                  <a:lnTo>
                    <a:pt x="383075" y="50228"/>
                  </a:lnTo>
                  <a:lnTo>
                    <a:pt x="362963" y="64008"/>
                  </a:lnTo>
                  <a:lnTo>
                    <a:pt x="360710" y="65768"/>
                  </a:lnTo>
                  <a:lnTo>
                    <a:pt x="340962" y="81309"/>
                  </a:lnTo>
                  <a:lnTo>
                    <a:pt x="337806" y="83815"/>
                  </a:lnTo>
                  <a:lnTo>
                    <a:pt x="323056" y="96848"/>
                  </a:lnTo>
                  <a:lnTo>
                    <a:pt x="312660" y="106224"/>
                  </a:lnTo>
                  <a:lnTo>
                    <a:pt x="306371" y="112388"/>
                  </a:lnTo>
                  <a:lnTo>
                    <a:pt x="290835" y="127928"/>
                  </a:lnTo>
                  <a:lnTo>
                    <a:pt x="287515" y="131297"/>
                  </a:lnTo>
                  <a:lnTo>
                    <a:pt x="276250" y="143469"/>
                  </a:lnTo>
                  <a:lnTo>
                    <a:pt x="262369" y="159009"/>
                  </a:lnTo>
                  <a:lnTo>
                    <a:pt x="262369" y="159015"/>
                  </a:lnTo>
                  <a:lnTo>
                    <a:pt x="249204" y="174548"/>
                  </a:lnTo>
                  <a:lnTo>
                    <a:pt x="237212" y="189301"/>
                  </a:lnTo>
                  <a:lnTo>
                    <a:pt x="236590" y="190088"/>
                  </a:lnTo>
                  <a:lnTo>
                    <a:pt x="224468" y="205629"/>
                  </a:lnTo>
                  <a:lnTo>
                    <a:pt x="212852" y="221169"/>
                  </a:lnTo>
                  <a:lnTo>
                    <a:pt x="212066" y="222236"/>
                  </a:lnTo>
                  <a:lnTo>
                    <a:pt x="201552" y="236709"/>
                  </a:lnTo>
                  <a:lnTo>
                    <a:pt x="190710" y="252248"/>
                  </a:lnTo>
                  <a:lnTo>
                    <a:pt x="186920" y="257800"/>
                  </a:lnTo>
                  <a:lnTo>
                    <a:pt x="180126" y="267789"/>
                  </a:lnTo>
                  <a:lnTo>
                    <a:pt x="169883" y="283329"/>
                  </a:lnTo>
                  <a:lnTo>
                    <a:pt x="161763" y="296113"/>
                  </a:lnTo>
                  <a:lnTo>
                    <a:pt x="160003" y="298869"/>
                  </a:lnTo>
                  <a:lnTo>
                    <a:pt x="150229" y="314410"/>
                  </a:lnTo>
                  <a:lnTo>
                    <a:pt x="140853" y="329949"/>
                  </a:lnTo>
                  <a:lnTo>
                    <a:pt x="136617" y="337159"/>
                  </a:lnTo>
                  <a:lnTo>
                    <a:pt x="131630" y="345489"/>
                  </a:lnTo>
                  <a:lnTo>
                    <a:pt x="122607" y="361029"/>
                  </a:lnTo>
                  <a:lnTo>
                    <a:pt x="113947" y="376570"/>
                  </a:lnTo>
                  <a:lnTo>
                    <a:pt x="111472" y="381134"/>
                  </a:lnTo>
                  <a:lnTo>
                    <a:pt x="105323" y="392110"/>
                  </a:lnTo>
                  <a:lnTo>
                    <a:pt x="96933" y="407649"/>
                  </a:lnTo>
                  <a:lnTo>
                    <a:pt x="88896" y="423190"/>
                  </a:lnTo>
                  <a:lnTo>
                    <a:pt x="86314" y="428306"/>
                  </a:lnTo>
                  <a:lnTo>
                    <a:pt x="80870" y="438730"/>
                  </a:lnTo>
                  <a:lnTo>
                    <a:pt x="73055" y="454270"/>
                  </a:lnTo>
                  <a:lnTo>
                    <a:pt x="65592" y="469811"/>
                  </a:lnTo>
                  <a:lnTo>
                    <a:pt x="61169" y="479387"/>
                  </a:lnTo>
                  <a:lnTo>
                    <a:pt x="58282" y="485353"/>
                  </a:lnTo>
                  <a:lnTo>
                    <a:pt x="51054" y="500889"/>
                  </a:lnTo>
                  <a:lnTo>
                    <a:pt x="44213" y="516424"/>
                  </a:lnTo>
                  <a:lnTo>
                    <a:pt x="37736" y="531972"/>
                  </a:lnTo>
                  <a:lnTo>
                    <a:pt x="36023" y="536313"/>
                  </a:lnTo>
                  <a:lnTo>
                    <a:pt x="31341" y="547507"/>
                  </a:lnTo>
                  <a:lnTo>
                    <a:pt x="25298" y="563055"/>
                  </a:lnTo>
                  <a:lnTo>
                    <a:pt x="19725" y="578590"/>
                  </a:lnTo>
                  <a:lnTo>
                    <a:pt x="14667" y="594126"/>
                  </a:lnTo>
                  <a:lnTo>
                    <a:pt x="10866" y="607291"/>
                  </a:lnTo>
                  <a:lnTo>
                    <a:pt x="10138" y="609673"/>
                  </a:lnTo>
                  <a:lnTo>
                    <a:pt x="6102" y="625209"/>
                  </a:lnTo>
                  <a:lnTo>
                    <a:pt x="2922" y="640756"/>
                  </a:lnTo>
                  <a:lnTo>
                    <a:pt x="798" y="656292"/>
                  </a:lnTo>
                  <a:lnTo>
                    <a:pt x="0" y="671827"/>
                  </a:lnTo>
                  <a:lnTo>
                    <a:pt x="927" y="687375"/>
                  </a:lnTo>
                  <a:lnTo>
                    <a:pt x="4177" y="702910"/>
                  </a:lnTo>
                  <a:lnTo>
                    <a:pt x="10678" y="718446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AF08E3EF-6396-BBEE-462B-CC9D2CC45E8A}"/>
                </a:ext>
              </a:extLst>
            </p:cNvPr>
            <p:cNvSpPr/>
            <p:nvPr/>
          </p:nvSpPr>
          <p:spPr>
            <a:xfrm>
              <a:off x="4783103" y="3834613"/>
              <a:ext cx="697154" cy="617212"/>
            </a:xfrm>
            <a:custGeom>
              <a:avLst/>
              <a:gdLst>
                <a:gd name="csX0" fmla="*/ 5749 w 697154"/>
                <a:gd name="csY0" fmla="*/ 532893 h 617212"/>
                <a:gd name="csX1" fmla="*/ 5996 w 697154"/>
                <a:gd name="csY1" fmla="*/ 533444 h 617212"/>
                <a:gd name="csX2" fmla="*/ 13142 w 697154"/>
                <a:gd name="csY2" fmla="*/ 548440 h 617212"/>
                <a:gd name="csX3" fmla="*/ 25193 w 697154"/>
                <a:gd name="csY3" fmla="*/ 563976 h 617212"/>
                <a:gd name="csX4" fmla="*/ 31142 w 697154"/>
                <a:gd name="csY4" fmla="*/ 569232 h 617212"/>
                <a:gd name="csX5" fmla="*/ 44635 w 697154"/>
                <a:gd name="csY5" fmla="*/ 579511 h 617212"/>
                <a:gd name="csX6" fmla="*/ 56287 w 697154"/>
                <a:gd name="csY6" fmla="*/ 585895 h 617212"/>
                <a:gd name="csX7" fmla="*/ 76915 w 697154"/>
                <a:gd name="csY7" fmla="*/ 595059 h 617212"/>
                <a:gd name="csX8" fmla="*/ 81445 w 697154"/>
                <a:gd name="csY8" fmla="*/ 596608 h 617212"/>
                <a:gd name="csX9" fmla="*/ 106590 w 697154"/>
                <a:gd name="csY9" fmla="*/ 603683 h 617212"/>
                <a:gd name="csX10" fmla="*/ 131736 w 697154"/>
                <a:gd name="csY10" fmla="*/ 608963 h 617212"/>
                <a:gd name="csX11" fmla="*/ 142073 w 697154"/>
                <a:gd name="csY11" fmla="*/ 610594 h 617212"/>
                <a:gd name="csX12" fmla="*/ 156893 w 697154"/>
                <a:gd name="csY12" fmla="*/ 612577 h 617212"/>
                <a:gd name="csX13" fmla="*/ 182039 w 697154"/>
                <a:gd name="csY13" fmla="*/ 614995 h 617212"/>
                <a:gd name="csX14" fmla="*/ 207185 w 697154"/>
                <a:gd name="csY14" fmla="*/ 616496 h 617212"/>
                <a:gd name="csX15" fmla="*/ 232330 w 697154"/>
                <a:gd name="csY15" fmla="*/ 617212 h 617212"/>
                <a:gd name="csX16" fmla="*/ 257488 w 697154"/>
                <a:gd name="csY16" fmla="*/ 617200 h 617212"/>
                <a:gd name="csX17" fmla="*/ 282633 w 697154"/>
                <a:gd name="csY17" fmla="*/ 616532 h 617212"/>
                <a:gd name="csX18" fmla="*/ 307779 w 697154"/>
                <a:gd name="csY18" fmla="*/ 615206 h 617212"/>
                <a:gd name="csX19" fmla="*/ 332936 w 697154"/>
                <a:gd name="csY19" fmla="*/ 613270 h 617212"/>
                <a:gd name="csX20" fmla="*/ 358082 w 697154"/>
                <a:gd name="csY20" fmla="*/ 610700 h 617212"/>
                <a:gd name="csX21" fmla="*/ 358903 w 697154"/>
                <a:gd name="csY21" fmla="*/ 610594 h 617212"/>
                <a:gd name="csX22" fmla="*/ 383228 w 697154"/>
                <a:gd name="csY22" fmla="*/ 607356 h 617212"/>
                <a:gd name="csX23" fmla="*/ 408385 w 697154"/>
                <a:gd name="csY23" fmla="*/ 603308 h 617212"/>
                <a:gd name="csX24" fmla="*/ 433531 w 697154"/>
                <a:gd name="csY24" fmla="*/ 598532 h 617212"/>
                <a:gd name="csX25" fmla="*/ 449383 w 697154"/>
                <a:gd name="csY25" fmla="*/ 595059 h 617212"/>
                <a:gd name="csX26" fmla="*/ 458676 w 697154"/>
                <a:gd name="csY26" fmla="*/ 592853 h 617212"/>
                <a:gd name="csX27" fmla="*/ 483834 w 697154"/>
                <a:gd name="csY27" fmla="*/ 586094 h 617212"/>
                <a:gd name="csX28" fmla="*/ 505236 w 697154"/>
                <a:gd name="csY28" fmla="*/ 579511 h 617212"/>
                <a:gd name="csX29" fmla="*/ 508979 w 697154"/>
                <a:gd name="csY29" fmla="*/ 578256 h 617212"/>
                <a:gd name="csX30" fmla="*/ 534125 w 697154"/>
                <a:gd name="csY30" fmla="*/ 568822 h 617212"/>
                <a:gd name="csX31" fmla="*/ 545753 w 697154"/>
                <a:gd name="csY31" fmla="*/ 563976 h 617212"/>
                <a:gd name="csX32" fmla="*/ 559282 w 697154"/>
                <a:gd name="csY32" fmla="*/ 557628 h 617212"/>
                <a:gd name="csX33" fmla="*/ 577094 w 697154"/>
                <a:gd name="csY33" fmla="*/ 548440 h 617212"/>
                <a:gd name="csX34" fmla="*/ 584428 w 697154"/>
                <a:gd name="csY34" fmla="*/ 544110 h 617212"/>
                <a:gd name="csX35" fmla="*/ 602040 w 697154"/>
                <a:gd name="csY35" fmla="*/ 532893 h 617212"/>
                <a:gd name="csX36" fmla="*/ 609574 w 697154"/>
                <a:gd name="csY36" fmla="*/ 527307 h 617212"/>
                <a:gd name="csX37" fmla="*/ 622246 w 697154"/>
                <a:gd name="csY37" fmla="*/ 517357 h 617212"/>
                <a:gd name="csX38" fmla="*/ 634731 w 697154"/>
                <a:gd name="csY38" fmla="*/ 505729 h 617212"/>
                <a:gd name="csX39" fmla="*/ 638756 w 697154"/>
                <a:gd name="csY39" fmla="*/ 501822 h 617212"/>
                <a:gd name="csX40" fmla="*/ 652308 w 697154"/>
                <a:gd name="csY40" fmla="*/ 486274 h 617212"/>
                <a:gd name="csX41" fmla="*/ 659877 w 697154"/>
                <a:gd name="csY41" fmla="*/ 475761 h 617212"/>
                <a:gd name="csX42" fmla="*/ 663408 w 697154"/>
                <a:gd name="csY42" fmla="*/ 470739 h 617212"/>
                <a:gd name="csX43" fmla="*/ 672502 w 697154"/>
                <a:gd name="csY43" fmla="*/ 455191 h 617212"/>
                <a:gd name="csX44" fmla="*/ 679789 w 697154"/>
                <a:gd name="csY44" fmla="*/ 439656 h 617212"/>
                <a:gd name="csX45" fmla="*/ 685022 w 697154"/>
                <a:gd name="csY45" fmla="*/ 425540 h 617212"/>
                <a:gd name="csX46" fmla="*/ 685550 w 697154"/>
                <a:gd name="csY46" fmla="*/ 424120 h 617212"/>
                <a:gd name="csX47" fmla="*/ 690056 w 697154"/>
                <a:gd name="csY47" fmla="*/ 408573 h 617212"/>
                <a:gd name="csX48" fmla="*/ 693353 w 697154"/>
                <a:gd name="csY48" fmla="*/ 393037 h 617212"/>
                <a:gd name="csX49" fmla="*/ 695571 w 697154"/>
                <a:gd name="csY49" fmla="*/ 377490 h 617212"/>
                <a:gd name="csX50" fmla="*/ 696803 w 697154"/>
                <a:gd name="csY50" fmla="*/ 361954 h 617212"/>
                <a:gd name="csX51" fmla="*/ 697155 w 697154"/>
                <a:gd name="csY51" fmla="*/ 346418 h 617212"/>
                <a:gd name="csX52" fmla="*/ 696674 w 697154"/>
                <a:gd name="csY52" fmla="*/ 330876 h 617212"/>
                <a:gd name="csX53" fmla="*/ 695430 w 697154"/>
                <a:gd name="csY53" fmla="*/ 315335 h 617212"/>
                <a:gd name="csX54" fmla="*/ 693435 w 697154"/>
                <a:gd name="csY54" fmla="*/ 299795 h 617212"/>
                <a:gd name="csX55" fmla="*/ 690736 w 697154"/>
                <a:gd name="csY55" fmla="*/ 284255 h 617212"/>
                <a:gd name="csX56" fmla="*/ 687345 w 697154"/>
                <a:gd name="csY56" fmla="*/ 268715 h 617212"/>
                <a:gd name="csX57" fmla="*/ 685022 w 697154"/>
                <a:gd name="csY57" fmla="*/ 259762 h 617212"/>
                <a:gd name="csX58" fmla="*/ 683297 w 697154"/>
                <a:gd name="csY58" fmla="*/ 253175 h 617212"/>
                <a:gd name="csX59" fmla="*/ 678615 w 697154"/>
                <a:gd name="csY59" fmla="*/ 237635 h 617212"/>
                <a:gd name="csX60" fmla="*/ 673253 w 697154"/>
                <a:gd name="csY60" fmla="*/ 222095 h 617212"/>
                <a:gd name="csX61" fmla="*/ 667222 w 697154"/>
                <a:gd name="csY61" fmla="*/ 206555 h 617212"/>
                <a:gd name="csX62" fmla="*/ 660510 w 697154"/>
                <a:gd name="csY62" fmla="*/ 191014 h 617212"/>
                <a:gd name="csX63" fmla="*/ 659877 w 697154"/>
                <a:gd name="csY63" fmla="*/ 189645 h 617212"/>
                <a:gd name="csX64" fmla="*/ 653024 w 697154"/>
                <a:gd name="csY64" fmla="*/ 175475 h 617212"/>
                <a:gd name="csX65" fmla="*/ 644799 w 697154"/>
                <a:gd name="csY65" fmla="*/ 159935 h 617212"/>
                <a:gd name="csX66" fmla="*/ 635810 w 697154"/>
                <a:gd name="csY66" fmla="*/ 144394 h 617212"/>
                <a:gd name="csX67" fmla="*/ 634731 w 697154"/>
                <a:gd name="csY67" fmla="*/ 142620 h 617212"/>
                <a:gd name="csX68" fmla="*/ 625743 w 697154"/>
                <a:gd name="csY68" fmla="*/ 128854 h 617212"/>
                <a:gd name="csX69" fmla="*/ 614772 w 697154"/>
                <a:gd name="csY69" fmla="*/ 113314 h 617212"/>
                <a:gd name="csX70" fmla="*/ 609574 w 697154"/>
                <a:gd name="csY70" fmla="*/ 106379 h 617212"/>
                <a:gd name="csX71" fmla="*/ 602498 w 697154"/>
                <a:gd name="csY71" fmla="*/ 97775 h 617212"/>
                <a:gd name="csX72" fmla="*/ 588887 w 697154"/>
                <a:gd name="csY72" fmla="*/ 82234 h 617212"/>
                <a:gd name="csX73" fmla="*/ 584428 w 697154"/>
                <a:gd name="csY73" fmla="*/ 77392 h 617212"/>
                <a:gd name="csX74" fmla="*/ 573245 w 697154"/>
                <a:gd name="csY74" fmla="*/ 66694 h 617212"/>
                <a:gd name="csX75" fmla="*/ 559282 w 697154"/>
                <a:gd name="csY75" fmla="*/ 54080 h 617212"/>
                <a:gd name="csX76" fmla="*/ 555457 w 697154"/>
                <a:gd name="csY76" fmla="*/ 51154 h 617212"/>
                <a:gd name="csX77" fmla="*/ 534219 w 697154"/>
                <a:gd name="csY77" fmla="*/ 35613 h 617212"/>
                <a:gd name="csX78" fmla="*/ 534125 w 697154"/>
                <a:gd name="csY78" fmla="*/ 35551 h 617212"/>
                <a:gd name="csX79" fmla="*/ 508979 w 697154"/>
                <a:gd name="csY79" fmla="*/ 21219 h 617212"/>
                <a:gd name="csX80" fmla="*/ 506292 w 697154"/>
                <a:gd name="csY80" fmla="*/ 20074 h 617212"/>
                <a:gd name="csX81" fmla="*/ 483834 w 697154"/>
                <a:gd name="csY81" fmla="*/ 10710 h 617212"/>
                <a:gd name="csX82" fmla="*/ 461281 w 697154"/>
                <a:gd name="csY82" fmla="*/ 4534 h 617212"/>
                <a:gd name="csX83" fmla="*/ 458676 w 697154"/>
                <a:gd name="csY83" fmla="*/ 3829 h 617212"/>
                <a:gd name="csX84" fmla="*/ 433531 w 697154"/>
                <a:gd name="csY84" fmla="*/ 280 h 617212"/>
                <a:gd name="csX85" fmla="*/ 408385 w 697154"/>
                <a:gd name="csY85" fmla="*/ 0 h 617212"/>
                <a:gd name="csX86" fmla="*/ 383228 w 697154"/>
                <a:gd name="csY86" fmla="*/ 2878 h 617212"/>
                <a:gd name="csX87" fmla="*/ 376269 w 697154"/>
                <a:gd name="csY87" fmla="*/ 4534 h 617212"/>
                <a:gd name="csX88" fmla="*/ 358082 w 697154"/>
                <a:gd name="csY88" fmla="*/ 8776 h 617212"/>
                <a:gd name="csX89" fmla="*/ 332936 w 697154"/>
                <a:gd name="csY89" fmla="*/ 17703 h 617212"/>
                <a:gd name="csX90" fmla="*/ 327926 w 697154"/>
                <a:gd name="csY90" fmla="*/ 20074 h 617212"/>
                <a:gd name="csX91" fmla="*/ 307779 w 697154"/>
                <a:gd name="csY91" fmla="*/ 29558 h 617212"/>
                <a:gd name="csX92" fmla="*/ 297488 w 697154"/>
                <a:gd name="csY92" fmla="*/ 35613 h 617212"/>
                <a:gd name="csX93" fmla="*/ 282633 w 697154"/>
                <a:gd name="csY93" fmla="*/ 44366 h 617212"/>
                <a:gd name="csX94" fmla="*/ 272953 w 697154"/>
                <a:gd name="csY94" fmla="*/ 51154 h 617212"/>
                <a:gd name="csX95" fmla="*/ 257488 w 697154"/>
                <a:gd name="csY95" fmla="*/ 62112 h 617212"/>
                <a:gd name="csX96" fmla="*/ 251855 w 697154"/>
                <a:gd name="csY96" fmla="*/ 66694 h 617212"/>
                <a:gd name="csX97" fmla="*/ 233034 w 697154"/>
                <a:gd name="csY97" fmla="*/ 82234 h 617212"/>
                <a:gd name="csX98" fmla="*/ 232330 w 697154"/>
                <a:gd name="csY98" fmla="*/ 82821 h 617212"/>
                <a:gd name="csX99" fmla="*/ 216278 w 697154"/>
                <a:gd name="csY99" fmla="*/ 97775 h 617212"/>
                <a:gd name="csX100" fmla="*/ 207185 w 697154"/>
                <a:gd name="csY100" fmla="*/ 106445 h 617212"/>
                <a:gd name="csX101" fmla="*/ 200590 w 697154"/>
                <a:gd name="csY101" fmla="*/ 113314 h 617212"/>
                <a:gd name="csX102" fmla="*/ 185993 w 697154"/>
                <a:gd name="csY102" fmla="*/ 128854 h 617212"/>
                <a:gd name="csX103" fmla="*/ 182039 w 697154"/>
                <a:gd name="csY103" fmla="*/ 133144 h 617212"/>
                <a:gd name="csX104" fmla="*/ 172347 w 697154"/>
                <a:gd name="csY104" fmla="*/ 144394 h 617212"/>
                <a:gd name="csX105" fmla="*/ 159381 w 697154"/>
                <a:gd name="csY105" fmla="*/ 159935 h 617212"/>
                <a:gd name="csX106" fmla="*/ 156893 w 697154"/>
                <a:gd name="csY106" fmla="*/ 162977 h 617212"/>
                <a:gd name="csX107" fmla="*/ 147154 w 697154"/>
                <a:gd name="csY107" fmla="*/ 175475 h 617212"/>
                <a:gd name="csX108" fmla="*/ 135467 w 697154"/>
                <a:gd name="csY108" fmla="*/ 191014 h 617212"/>
                <a:gd name="csX109" fmla="*/ 131736 w 697154"/>
                <a:gd name="csY109" fmla="*/ 196104 h 617212"/>
                <a:gd name="csX110" fmla="*/ 124332 w 697154"/>
                <a:gd name="csY110" fmla="*/ 206555 h 617212"/>
                <a:gd name="csX111" fmla="*/ 113678 w 697154"/>
                <a:gd name="csY111" fmla="*/ 222095 h 617212"/>
                <a:gd name="csX112" fmla="*/ 106590 w 697154"/>
                <a:gd name="csY112" fmla="*/ 232818 h 617212"/>
                <a:gd name="csX113" fmla="*/ 103469 w 697154"/>
                <a:gd name="csY113" fmla="*/ 237635 h 617212"/>
                <a:gd name="csX114" fmla="*/ 93671 w 697154"/>
                <a:gd name="csY114" fmla="*/ 253175 h 617212"/>
                <a:gd name="csX115" fmla="*/ 84308 w 697154"/>
                <a:gd name="csY115" fmla="*/ 268715 h 617212"/>
                <a:gd name="csX116" fmla="*/ 81445 w 697154"/>
                <a:gd name="csY116" fmla="*/ 273629 h 617212"/>
                <a:gd name="csX117" fmla="*/ 75284 w 697154"/>
                <a:gd name="csY117" fmla="*/ 284255 h 617212"/>
                <a:gd name="csX118" fmla="*/ 66648 w 697154"/>
                <a:gd name="csY118" fmla="*/ 299795 h 617212"/>
                <a:gd name="csX119" fmla="*/ 58434 w 697154"/>
                <a:gd name="csY119" fmla="*/ 315335 h 617212"/>
                <a:gd name="csX120" fmla="*/ 56287 w 697154"/>
                <a:gd name="csY120" fmla="*/ 319575 h 617212"/>
                <a:gd name="csX121" fmla="*/ 50538 w 697154"/>
                <a:gd name="csY121" fmla="*/ 330876 h 617212"/>
                <a:gd name="csX122" fmla="*/ 43040 w 697154"/>
                <a:gd name="csY122" fmla="*/ 346418 h 617212"/>
                <a:gd name="csX123" fmla="*/ 35988 w 697154"/>
                <a:gd name="csY123" fmla="*/ 361954 h 617212"/>
                <a:gd name="csX124" fmla="*/ 31142 w 697154"/>
                <a:gd name="csY124" fmla="*/ 373371 h 617212"/>
                <a:gd name="csX125" fmla="*/ 29358 w 697154"/>
                <a:gd name="csY125" fmla="*/ 377490 h 617212"/>
                <a:gd name="csX126" fmla="*/ 23139 w 697154"/>
                <a:gd name="csY126" fmla="*/ 393037 h 617212"/>
                <a:gd name="csX127" fmla="*/ 17472 w 697154"/>
                <a:gd name="csY127" fmla="*/ 408573 h 617212"/>
                <a:gd name="csX128" fmla="*/ 12414 w 697154"/>
                <a:gd name="csY128" fmla="*/ 424120 h 617212"/>
                <a:gd name="csX129" fmla="*/ 8038 w 697154"/>
                <a:gd name="csY129" fmla="*/ 439656 h 617212"/>
                <a:gd name="csX130" fmla="*/ 5996 w 697154"/>
                <a:gd name="csY130" fmla="*/ 448538 h 617212"/>
                <a:gd name="csX131" fmla="*/ 4400 w 697154"/>
                <a:gd name="csY131" fmla="*/ 455191 h 617212"/>
                <a:gd name="csX132" fmla="*/ 1690 w 697154"/>
                <a:gd name="csY132" fmla="*/ 470739 h 617212"/>
                <a:gd name="csX133" fmla="*/ 129 w 697154"/>
                <a:gd name="csY133" fmla="*/ 486274 h 617212"/>
                <a:gd name="csX134" fmla="*/ 0 w 697154"/>
                <a:gd name="csY134" fmla="*/ 501822 h 617212"/>
                <a:gd name="csX135" fmla="*/ 1678 w 697154"/>
                <a:gd name="csY135" fmla="*/ 517357 h 617212"/>
                <a:gd name="csX136" fmla="*/ 5749 w 697154"/>
                <a:gd name="csY136" fmla="*/ 532893 h 617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</a:cxnLst>
              <a:rect l="l" t="t" r="r" b="b"/>
              <a:pathLst>
                <a:path w="697154" h="617212">
                  <a:moveTo>
                    <a:pt x="5749" y="532893"/>
                  </a:moveTo>
                  <a:lnTo>
                    <a:pt x="5996" y="533444"/>
                  </a:lnTo>
                  <a:lnTo>
                    <a:pt x="13142" y="548440"/>
                  </a:lnTo>
                  <a:lnTo>
                    <a:pt x="25193" y="563976"/>
                  </a:lnTo>
                  <a:lnTo>
                    <a:pt x="31142" y="569232"/>
                  </a:lnTo>
                  <a:lnTo>
                    <a:pt x="44635" y="579511"/>
                  </a:lnTo>
                  <a:lnTo>
                    <a:pt x="56287" y="585895"/>
                  </a:lnTo>
                  <a:lnTo>
                    <a:pt x="76915" y="595059"/>
                  </a:lnTo>
                  <a:lnTo>
                    <a:pt x="81445" y="596608"/>
                  </a:lnTo>
                  <a:lnTo>
                    <a:pt x="106590" y="603683"/>
                  </a:lnTo>
                  <a:lnTo>
                    <a:pt x="131736" y="608963"/>
                  </a:lnTo>
                  <a:lnTo>
                    <a:pt x="142073" y="610594"/>
                  </a:lnTo>
                  <a:lnTo>
                    <a:pt x="156893" y="612577"/>
                  </a:lnTo>
                  <a:lnTo>
                    <a:pt x="182039" y="614995"/>
                  </a:lnTo>
                  <a:lnTo>
                    <a:pt x="207185" y="616496"/>
                  </a:lnTo>
                  <a:lnTo>
                    <a:pt x="232330" y="617212"/>
                  </a:lnTo>
                  <a:lnTo>
                    <a:pt x="257488" y="617200"/>
                  </a:lnTo>
                  <a:lnTo>
                    <a:pt x="282633" y="616532"/>
                  </a:lnTo>
                  <a:lnTo>
                    <a:pt x="307779" y="615206"/>
                  </a:lnTo>
                  <a:lnTo>
                    <a:pt x="332936" y="613270"/>
                  </a:lnTo>
                  <a:lnTo>
                    <a:pt x="358082" y="610700"/>
                  </a:lnTo>
                  <a:lnTo>
                    <a:pt x="358903" y="610594"/>
                  </a:lnTo>
                  <a:lnTo>
                    <a:pt x="383228" y="607356"/>
                  </a:lnTo>
                  <a:lnTo>
                    <a:pt x="408385" y="603308"/>
                  </a:lnTo>
                  <a:lnTo>
                    <a:pt x="433531" y="598532"/>
                  </a:lnTo>
                  <a:lnTo>
                    <a:pt x="449383" y="595059"/>
                  </a:lnTo>
                  <a:lnTo>
                    <a:pt x="458676" y="592853"/>
                  </a:lnTo>
                  <a:lnTo>
                    <a:pt x="483834" y="586094"/>
                  </a:lnTo>
                  <a:lnTo>
                    <a:pt x="505236" y="579511"/>
                  </a:lnTo>
                  <a:lnTo>
                    <a:pt x="508979" y="578256"/>
                  </a:lnTo>
                  <a:lnTo>
                    <a:pt x="534125" y="568822"/>
                  </a:lnTo>
                  <a:lnTo>
                    <a:pt x="545753" y="563976"/>
                  </a:lnTo>
                  <a:lnTo>
                    <a:pt x="559282" y="557628"/>
                  </a:lnTo>
                  <a:lnTo>
                    <a:pt x="577094" y="548440"/>
                  </a:lnTo>
                  <a:lnTo>
                    <a:pt x="584428" y="544110"/>
                  </a:lnTo>
                  <a:lnTo>
                    <a:pt x="602040" y="532893"/>
                  </a:lnTo>
                  <a:lnTo>
                    <a:pt x="609574" y="527307"/>
                  </a:lnTo>
                  <a:lnTo>
                    <a:pt x="622246" y="517357"/>
                  </a:lnTo>
                  <a:lnTo>
                    <a:pt x="634731" y="505729"/>
                  </a:lnTo>
                  <a:lnTo>
                    <a:pt x="638756" y="501822"/>
                  </a:lnTo>
                  <a:lnTo>
                    <a:pt x="652308" y="486274"/>
                  </a:lnTo>
                  <a:lnTo>
                    <a:pt x="659877" y="475761"/>
                  </a:lnTo>
                  <a:lnTo>
                    <a:pt x="663408" y="470739"/>
                  </a:lnTo>
                  <a:lnTo>
                    <a:pt x="672502" y="455191"/>
                  </a:lnTo>
                  <a:lnTo>
                    <a:pt x="679789" y="439656"/>
                  </a:lnTo>
                  <a:lnTo>
                    <a:pt x="685022" y="425540"/>
                  </a:lnTo>
                  <a:lnTo>
                    <a:pt x="685550" y="424120"/>
                  </a:lnTo>
                  <a:lnTo>
                    <a:pt x="690056" y="408573"/>
                  </a:lnTo>
                  <a:lnTo>
                    <a:pt x="693353" y="393037"/>
                  </a:lnTo>
                  <a:lnTo>
                    <a:pt x="695571" y="377490"/>
                  </a:lnTo>
                  <a:lnTo>
                    <a:pt x="696803" y="361954"/>
                  </a:lnTo>
                  <a:lnTo>
                    <a:pt x="697155" y="346418"/>
                  </a:lnTo>
                  <a:lnTo>
                    <a:pt x="696674" y="330876"/>
                  </a:lnTo>
                  <a:lnTo>
                    <a:pt x="695430" y="315335"/>
                  </a:lnTo>
                  <a:lnTo>
                    <a:pt x="693435" y="299795"/>
                  </a:lnTo>
                  <a:lnTo>
                    <a:pt x="690736" y="284255"/>
                  </a:lnTo>
                  <a:lnTo>
                    <a:pt x="687345" y="268715"/>
                  </a:lnTo>
                  <a:lnTo>
                    <a:pt x="685022" y="259762"/>
                  </a:lnTo>
                  <a:lnTo>
                    <a:pt x="683297" y="253175"/>
                  </a:lnTo>
                  <a:lnTo>
                    <a:pt x="678615" y="237635"/>
                  </a:lnTo>
                  <a:lnTo>
                    <a:pt x="673253" y="222095"/>
                  </a:lnTo>
                  <a:lnTo>
                    <a:pt x="667222" y="206555"/>
                  </a:lnTo>
                  <a:lnTo>
                    <a:pt x="660510" y="191014"/>
                  </a:lnTo>
                  <a:lnTo>
                    <a:pt x="659877" y="189645"/>
                  </a:lnTo>
                  <a:lnTo>
                    <a:pt x="653024" y="175475"/>
                  </a:lnTo>
                  <a:lnTo>
                    <a:pt x="644799" y="159935"/>
                  </a:lnTo>
                  <a:lnTo>
                    <a:pt x="635810" y="144394"/>
                  </a:lnTo>
                  <a:lnTo>
                    <a:pt x="634731" y="142620"/>
                  </a:lnTo>
                  <a:lnTo>
                    <a:pt x="625743" y="128854"/>
                  </a:lnTo>
                  <a:lnTo>
                    <a:pt x="614772" y="113314"/>
                  </a:lnTo>
                  <a:lnTo>
                    <a:pt x="609574" y="106379"/>
                  </a:lnTo>
                  <a:lnTo>
                    <a:pt x="602498" y="97775"/>
                  </a:lnTo>
                  <a:lnTo>
                    <a:pt x="588887" y="82234"/>
                  </a:lnTo>
                  <a:lnTo>
                    <a:pt x="584428" y="77392"/>
                  </a:lnTo>
                  <a:lnTo>
                    <a:pt x="573245" y="66694"/>
                  </a:lnTo>
                  <a:lnTo>
                    <a:pt x="559282" y="54080"/>
                  </a:lnTo>
                  <a:lnTo>
                    <a:pt x="555457" y="51154"/>
                  </a:lnTo>
                  <a:lnTo>
                    <a:pt x="534219" y="35613"/>
                  </a:lnTo>
                  <a:lnTo>
                    <a:pt x="534125" y="35551"/>
                  </a:lnTo>
                  <a:lnTo>
                    <a:pt x="508979" y="21219"/>
                  </a:lnTo>
                  <a:lnTo>
                    <a:pt x="506292" y="20074"/>
                  </a:lnTo>
                  <a:lnTo>
                    <a:pt x="483834" y="10710"/>
                  </a:lnTo>
                  <a:lnTo>
                    <a:pt x="461281" y="4534"/>
                  </a:lnTo>
                  <a:lnTo>
                    <a:pt x="458676" y="3829"/>
                  </a:lnTo>
                  <a:lnTo>
                    <a:pt x="433531" y="280"/>
                  </a:lnTo>
                  <a:lnTo>
                    <a:pt x="408385" y="0"/>
                  </a:lnTo>
                  <a:lnTo>
                    <a:pt x="383228" y="2878"/>
                  </a:lnTo>
                  <a:lnTo>
                    <a:pt x="376269" y="4534"/>
                  </a:lnTo>
                  <a:lnTo>
                    <a:pt x="358082" y="8776"/>
                  </a:lnTo>
                  <a:lnTo>
                    <a:pt x="332936" y="17703"/>
                  </a:lnTo>
                  <a:lnTo>
                    <a:pt x="327926" y="20074"/>
                  </a:lnTo>
                  <a:lnTo>
                    <a:pt x="307779" y="29558"/>
                  </a:lnTo>
                  <a:lnTo>
                    <a:pt x="297488" y="35613"/>
                  </a:lnTo>
                  <a:lnTo>
                    <a:pt x="282633" y="44366"/>
                  </a:lnTo>
                  <a:lnTo>
                    <a:pt x="272953" y="51154"/>
                  </a:lnTo>
                  <a:lnTo>
                    <a:pt x="257488" y="62112"/>
                  </a:lnTo>
                  <a:lnTo>
                    <a:pt x="251855" y="66694"/>
                  </a:lnTo>
                  <a:lnTo>
                    <a:pt x="233034" y="82234"/>
                  </a:lnTo>
                  <a:lnTo>
                    <a:pt x="232330" y="82821"/>
                  </a:lnTo>
                  <a:lnTo>
                    <a:pt x="216278" y="97775"/>
                  </a:lnTo>
                  <a:lnTo>
                    <a:pt x="207185" y="106445"/>
                  </a:lnTo>
                  <a:lnTo>
                    <a:pt x="200590" y="113314"/>
                  </a:lnTo>
                  <a:lnTo>
                    <a:pt x="185993" y="128854"/>
                  </a:lnTo>
                  <a:lnTo>
                    <a:pt x="182039" y="133144"/>
                  </a:lnTo>
                  <a:lnTo>
                    <a:pt x="172347" y="144394"/>
                  </a:lnTo>
                  <a:lnTo>
                    <a:pt x="159381" y="159935"/>
                  </a:lnTo>
                  <a:lnTo>
                    <a:pt x="156893" y="162977"/>
                  </a:lnTo>
                  <a:lnTo>
                    <a:pt x="147154" y="175475"/>
                  </a:lnTo>
                  <a:lnTo>
                    <a:pt x="135467" y="191014"/>
                  </a:lnTo>
                  <a:lnTo>
                    <a:pt x="131736" y="196104"/>
                  </a:lnTo>
                  <a:lnTo>
                    <a:pt x="124332" y="206555"/>
                  </a:lnTo>
                  <a:lnTo>
                    <a:pt x="113678" y="222095"/>
                  </a:lnTo>
                  <a:lnTo>
                    <a:pt x="106590" y="232818"/>
                  </a:lnTo>
                  <a:lnTo>
                    <a:pt x="103469" y="237635"/>
                  </a:lnTo>
                  <a:lnTo>
                    <a:pt x="93671" y="253175"/>
                  </a:lnTo>
                  <a:lnTo>
                    <a:pt x="84308" y="268715"/>
                  </a:lnTo>
                  <a:lnTo>
                    <a:pt x="81445" y="273629"/>
                  </a:lnTo>
                  <a:lnTo>
                    <a:pt x="75284" y="284255"/>
                  </a:lnTo>
                  <a:lnTo>
                    <a:pt x="66648" y="299795"/>
                  </a:lnTo>
                  <a:lnTo>
                    <a:pt x="58434" y="315335"/>
                  </a:lnTo>
                  <a:lnTo>
                    <a:pt x="56287" y="319575"/>
                  </a:lnTo>
                  <a:lnTo>
                    <a:pt x="50538" y="330876"/>
                  </a:lnTo>
                  <a:lnTo>
                    <a:pt x="43040" y="346418"/>
                  </a:lnTo>
                  <a:lnTo>
                    <a:pt x="35988" y="361954"/>
                  </a:lnTo>
                  <a:lnTo>
                    <a:pt x="31142" y="373371"/>
                  </a:lnTo>
                  <a:lnTo>
                    <a:pt x="29358" y="377490"/>
                  </a:lnTo>
                  <a:lnTo>
                    <a:pt x="23139" y="393037"/>
                  </a:lnTo>
                  <a:lnTo>
                    <a:pt x="17472" y="408573"/>
                  </a:lnTo>
                  <a:lnTo>
                    <a:pt x="12414" y="424120"/>
                  </a:lnTo>
                  <a:lnTo>
                    <a:pt x="8038" y="439656"/>
                  </a:lnTo>
                  <a:lnTo>
                    <a:pt x="5996" y="448538"/>
                  </a:lnTo>
                  <a:lnTo>
                    <a:pt x="4400" y="455191"/>
                  </a:lnTo>
                  <a:lnTo>
                    <a:pt x="1690" y="470739"/>
                  </a:lnTo>
                  <a:lnTo>
                    <a:pt x="129" y="486274"/>
                  </a:lnTo>
                  <a:lnTo>
                    <a:pt x="0" y="501822"/>
                  </a:lnTo>
                  <a:lnTo>
                    <a:pt x="1678" y="517357"/>
                  </a:lnTo>
                  <a:lnTo>
                    <a:pt x="5749" y="532893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1877AA33-C7C5-0B24-855E-ADF3D375DC25}"/>
                </a:ext>
              </a:extLst>
            </p:cNvPr>
            <p:cNvSpPr/>
            <p:nvPr/>
          </p:nvSpPr>
          <p:spPr>
            <a:xfrm>
              <a:off x="4876868" y="3949741"/>
              <a:ext cx="518894" cy="458446"/>
            </a:xfrm>
            <a:custGeom>
              <a:avLst/>
              <a:gdLst>
                <a:gd name="csX0" fmla="*/ 6606 w 518894"/>
                <a:gd name="csY0" fmla="*/ 386694 h 458446"/>
                <a:gd name="csX1" fmla="*/ 12825 w 518894"/>
                <a:gd name="csY1" fmla="*/ 398850 h 458446"/>
                <a:gd name="csX2" fmla="*/ 14808 w 518894"/>
                <a:gd name="csY2" fmla="*/ 402229 h 458446"/>
                <a:gd name="csX3" fmla="*/ 28631 w 518894"/>
                <a:gd name="csY3" fmla="*/ 417765 h 458446"/>
                <a:gd name="csX4" fmla="*/ 37971 w 518894"/>
                <a:gd name="csY4" fmla="*/ 424981 h 458446"/>
                <a:gd name="csX5" fmla="*/ 51371 w 518894"/>
                <a:gd name="csY5" fmla="*/ 433312 h 458446"/>
                <a:gd name="csX6" fmla="*/ 63128 w 518894"/>
                <a:gd name="csY6" fmla="*/ 438733 h 458446"/>
                <a:gd name="csX7" fmla="*/ 88274 w 518894"/>
                <a:gd name="csY7" fmla="*/ 447452 h 458446"/>
                <a:gd name="csX8" fmla="*/ 93800 w 518894"/>
                <a:gd name="csY8" fmla="*/ 448848 h 458446"/>
                <a:gd name="csX9" fmla="*/ 113419 w 518894"/>
                <a:gd name="csY9" fmla="*/ 452849 h 458446"/>
                <a:gd name="csX10" fmla="*/ 138565 w 518894"/>
                <a:gd name="csY10" fmla="*/ 456193 h 458446"/>
                <a:gd name="csX11" fmla="*/ 163722 w 518894"/>
                <a:gd name="csY11" fmla="*/ 458000 h 458446"/>
                <a:gd name="csX12" fmla="*/ 188868 w 518894"/>
                <a:gd name="csY12" fmla="*/ 458446 h 458446"/>
                <a:gd name="csX13" fmla="*/ 214014 w 518894"/>
                <a:gd name="csY13" fmla="*/ 457695 h 458446"/>
                <a:gd name="csX14" fmla="*/ 239171 w 518894"/>
                <a:gd name="csY14" fmla="*/ 455830 h 458446"/>
                <a:gd name="csX15" fmla="*/ 264317 w 518894"/>
                <a:gd name="csY15" fmla="*/ 452908 h 458446"/>
                <a:gd name="csX16" fmla="*/ 289462 w 518894"/>
                <a:gd name="csY16" fmla="*/ 448930 h 458446"/>
                <a:gd name="csX17" fmla="*/ 289897 w 518894"/>
                <a:gd name="csY17" fmla="*/ 448848 h 458446"/>
                <a:gd name="csX18" fmla="*/ 314620 w 518894"/>
                <a:gd name="csY18" fmla="*/ 443462 h 458446"/>
                <a:gd name="csX19" fmla="*/ 339765 w 518894"/>
                <a:gd name="csY19" fmla="*/ 436821 h 458446"/>
                <a:gd name="csX20" fmla="*/ 351089 w 518894"/>
                <a:gd name="csY20" fmla="*/ 433312 h 458446"/>
                <a:gd name="csX21" fmla="*/ 364911 w 518894"/>
                <a:gd name="csY21" fmla="*/ 428525 h 458446"/>
                <a:gd name="csX22" fmla="*/ 390068 w 518894"/>
                <a:gd name="csY22" fmla="*/ 418457 h 458446"/>
                <a:gd name="csX23" fmla="*/ 391582 w 518894"/>
                <a:gd name="csY23" fmla="*/ 417765 h 458446"/>
                <a:gd name="csX24" fmla="*/ 415214 w 518894"/>
                <a:gd name="csY24" fmla="*/ 405656 h 458446"/>
                <a:gd name="csX25" fmla="*/ 421222 w 518894"/>
                <a:gd name="csY25" fmla="*/ 402229 h 458446"/>
                <a:gd name="csX26" fmla="*/ 440360 w 518894"/>
                <a:gd name="csY26" fmla="*/ 389568 h 458446"/>
                <a:gd name="csX27" fmla="*/ 444338 w 518894"/>
                <a:gd name="csY27" fmla="*/ 386694 h 458446"/>
                <a:gd name="csX28" fmla="*/ 462654 w 518894"/>
                <a:gd name="csY28" fmla="*/ 371146 h 458446"/>
                <a:gd name="csX29" fmla="*/ 465517 w 518894"/>
                <a:gd name="csY29" fmla="*/ 368260 h 458446"/>
                <a:gd name="csX30" fmla="*/ 477216 w 518894"/>
                <a:gd name="csY30" fmla="*/ 355611 h 458446"/>
                <a:gd name="csX31" fmla="*/ 489020 w 518894"/>
                <a:gd name="csY31" fmla="*/ 340063 h 458446"/>
                <a:gd name="csX32" fmla="*/ 490663 w 518894"/>
                <a:gd name="csY32" fmla="*/ 337423 h 458446"/>
                <a:gd name="csX33" fmla="*/ 498266 w 518894"/>
                <a:gd name="csY33" fmla="*/ 324528 h 458446"/>
                <a:gd name="csX34" fmla="*/ 505506 w 518894"/>
                <a:gd name="csY34" fmla="*/ 308992 h 458446"/>
                <a:gd name="csX35" fmla="*/ 511021 w 518894"/>
                <a:gd name="csY35" fmla="*/ 293445 h 458446"/>
                <a:gd name="csX36" fmla="*/ 515010 w 518894"/>
                <a:gd name="csY36" fmla="*/ 277909 h 458446"/>
                <a:gd name="csX37" fmla="*/ 515808 w 518894"/>
                <a:gd name="csY37" fmla="*/ 273087 h 458446"/>
                <a:gd name="csX38" fmla="*/ 517545 w 518894"/>
                <a:gd name="csY38" fmla="*/ 262362 h 458446"/>
                <a:gd name="csX39" fmla="*/ 518800 w 518894"/>
                <a:gd name="csY39" fmla="*/ 246826 h 458446"/>
                <a:gd name="csX40" fmla="*/ 518894 w 518894"/>
                <a:gd name="csY40" fmla="*/ 231291 h 458446"/>
                <a:gd name="csX41" fmla="*/ 517909 w 518894"/>
                <a:gd name="csY41" fmla="*/ 215748 h 458446"/>
                <a:gd name="csX42" fmla="*/ 515867 w 518894"/>
                <a:gd name="csY42" fmla="*/ 200208 h 458446"/>
                <a:gd name="csX43" fmla="*/ 515808 w 518894"/>
                <a:gd name="csY43" fmla="*/ 199915 h 458446"/>
                <a:gd name="csX44" fmla="*/ 512722 w 518894"/>
                <a:gd name="csY44" fmla="*/ 184667 h 458446"/>
                <a:gd name="csX45" fmla="*/ 508545 w 518894"/>
                <a:gd name="csY45" fmla="*/ 169127 h 458446"/>
                <a:gd name="csX46" fmla="*/ 503359 w 518894"/>
                <a:gd name="csY46" fmla="*/ 153587 h 458446"/>
                <a:gd name="csX47" fmla="*/ 497175 w 518894"/>
                <a:gd name="csY47" fmla="*/ 138048 h 458446"/>
                <a:gd name="csX48" fmla="*/ 490663 w 518894"/>
                <a:gd name="csY48" fmla="*/ 123927 h 458446"/>
                <a:gd name="csX49" fmla="*/ 489947 w 518894"/>
                <a:gd name="csY49" fmla="*/ 122507 h 458446"/>
                <a:gd name="csX50" fmla="*/ 481147 w 518894"/>
                <a:gd name="csY50" fmla="*/ 106967 h 458446"/>
                <a:gd name="csX51" fmla="*/ 471196 w 518894"/>
                <a:gd name="csY51" fmla="*/ 91427 h 458446"/>
                <a:gd name="csX52" fmla="*/ 465517 w 518894"/>
                <a:gd name="csY52" fmla="*/ 83362 h 458446"/>
                <a:gd name="csX53" fmla="*/ 459486 w 518894"/>
                <a:gd name="csY53" fmla="*/ 75886 h 458446"/>
                <a:gd name="csX54" fmla="*/ 445769 w 518894"/>
                <a:gd name="csY54" fmla="*/ 60347 h 458446"/>
                <a:gd name="csX55" fmla="*/ 440360 w 518894"/>
                <a:gd name="csY55" fmla="*/ 54684 h 458446"/>
                <a:gd name="csX56" fmla="*/ 429037 w 518894"/>
                <a:gd name="csY56" fmla="*/ 44807 h 458446"/>
                <a:gd name="csX57" fmla="*/ 415214 w 518894"/>
                <a:gd name="csY57" fmla="*/ 33635 h 458446"/>
                <a:gd name="csX58" fmla="*/ 408303 w 518894"/>
                <a:gd name="csY58" fmla="*/ 29267 h 458446"/>
                <a:gd name="csX59" fmla="*/ 390068 w 518894"/>
                <a:gd name="csY59" fmla="*/ 18414 h 458446"/>
                <a:gd name="csX60" fmla="*/ 378933 w 518894"/>
                <a:gd name="csY60" fmla="*/ 13726 h 458446"/>
                <a:gd name="csX61" fmla="*/ 364911 w 518894"/>
                <a:gd name="csY61" fmla="*/ 8074 h 458446"/>
                <a:gd name="csX62" fmla="*/ 339765 w 518894"/>
                <a:gd name="csY62" fmla="*/ 2056 h 458446"/>
                <a:gd name="csX63" fmla="*/ 314620 w 518894"/>
                <a:gd name="csY63" fmla="*/ 0 h 458446"/>
                <a:gd name="csX64" fmla="*/ 289462 w 518894"/>
                <a:gd name="csY64" fmla="*/ 1666 h 458446"/>
                <a:gd name="csX65" fmla="*/ 264317 w 518894"/>
                <a:gd name="csY65" fmla="*/ 6901 h 458446"/>
                <a:gd name="csX66" fmla="*/ 244627 w 518894"/>
                <a:gd name="csY66" fmla="*/ 13726 h 458446"/>
                <a:gd name="csX67" fmla="*/ 239171 w 518894"/>
                <a:gd name="csY67" fmla="*/ 15613 h 458446"/>
                <a:gd name="csX68" fmla="*/ 214014 w 518894"/>
                <a:gd name="csY68" fmla="*/ 27748 h 458446"/>
                <a:gd name="csX69" fmla="*/ 211538 w 518894"/>
                <a:gd name="csY69" fmla="*/ 29267 h 458446"/>
                <a:gd name="csX70" fmla="*/ 188868 w 518894"/>
                <a:gd name="csY70" fmla="*/ 43317 h 458446"/>
                <a:gd name="csX71" fmla="*/ 186873 w 518894"/>
                <a:gd name="csY71" fmla="*/ 44807 h 458446"/>
                <a:gd name="csX72" fmla="*/ 166351 w 518894"/>
                <a:gd name="csY72" fmla="*/ 60347 h 458446"/>
                <a:gd name="csX73" fmla="*/ 163722 w 518894"/>
                <a:gd name="csY73" fmla="*/ 62380 h 458446"/>
                <a:gd name="csX74" fmla="*/ 148598 w 518894"/>
                <a:gd name="csY74" fmla="*/ 75886 h 458446"/>
                <a:gd name="csX75" fmla="*/ 138565 w 518894"/>
                <a:gd name="csY75" fmla="*/ 85073 h 458446"/>
                <a:gd name="csX76" fmla="*/ 132393 w 518894"/>
                <a:gd name="csY76" fmla="*/ 91427 h 458446"/>
                <a:gd name="csX77" fmla="*/ 117714 w 518894"/>
                <a:gd name="csY77" fmla="*/ 106967 h 458446"/>
                <a:gd name="csX78" fmla="*/ 113419 w 518894"/>
                <a:gd name="csY78" fmla="*/ 111642 h 458446"/>
                <a:gd name="csX79" fmla="*/ 104314 w 518894"/>
                <a:gd name="csY79" fmla="*/ 122507 h 458446"/>
                <a:gd name="csX80" fmla="*/ 91771 w 518894"/>
                <a:gd name="csY80" fmla="*/ 138048 h 458446"/>
                <a:gd name="csX81" fmla="*/ 88274 w 518894"/>
                <a:gd name="csY81" fmla="*/ 142543 h 458446"/>
                <a:gd name="csX82" fmla="*/ 80248 w 518894"/>
                <a:gd name="csY82" fmla="*/ 153587 h 458446"/>
                <a:gd name="csX83" fmla="*/ 69453 w 518894"/>
                <a:gd name="csY83" fmla="*/ 169127 h 458446"/>
                <a:gd name="csX84" fmla="*/ 63128 w 518894"/>
                <a:gd name="csY84" fmla="*/ 178675 h 458446"/>
                <a:gd name="csX85" fmla="*/ 59350 w 518894"/>
                <a:gd name="csY85" fmla="*/ 184667 h 458446"/>
                <a:gd name="csX86" fmla="*/ 50057 w 518894"/>
                <a:gd name="csY86" fmla="*/ 200208 h 458446"/>
                <a:gd name="csX87" fmla="*/ 41315 w 518894"/>
                <a:gd name="csY87" fmla="*/ 215748 h 458446"/>
                <a:gd name="csX88" fmla="*/ 37971 w 518894"/>
                <a:gd name="csY88" fmla="*/ 222101 h 458446"/>
                <a:gd name="csX89" fmla="*/ 33301 w 518894"/>
                <a:gd name="csY89" fmla="*/ 231291 h 458446"/>
                <a:gd name="csX90" fmla="*/ 26026 w 518894"/>
                <a:gd name="csY90" fmla="*/ 246826 h 458446"/>
                <a:gd name="csX91" fmla="*/ 19396 w 518894"/>
                <a:gd name="csY91" fmla="*/ 262362 h 458446"/>
                <a:gd name="csX92" fmla="*/ 13506 w 518894"/>
                <a:gd name="csY92" fmla="*/ 277909 h 458446"/>
                <a:gd name="csX93" fmla="*/ 12825 w 518894"/>
                <a:gd name="csY93" fmla="*/ 280010 h 458446"/>
                <a:gd name="csX94" fmla="*/ 8554 w 518894"/>
                <a:gd name="csY94" fmla="*/ 293445 h 458446"/>
                <a:gd name="csX95" fmla="*/ 4541 w 518894"/>
                <a:gd name="csY95" fmla="*/ 308992 h 458446"/>
                <a:gd name="csX96" fmla="*/ 1631 w 518894"/>
                <a:gd name="csY96" fmla="*/ 324528 h 458446"/>
                <a:gd name="csX97" fmla="*/ 23 w 518894"/>
                <a:gd name="csY97" fmla="*/ 340063 h 458446"/>
                <a:gd name="csX98" fmla="*/ 0 w 518894"/>
                <a:gd name="csY98" fmla="*/ 355611 h 458446"/>
                <a:gd name="csX99" fmla="*/ 2007 w 518894"/>
                <a:gd name="csY99" fmla="*/ 371146 h 458446"/>
                <a:gd name="csX100" fmla="*/ 6606 w 518894"/>
                <a:gd name="csY100" fmla="*/ 386694 h 458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518894" h="458446">
                  <a:moveTo>
                    <a:pt x="6606" y="386694"/>
                  </a:moveTo>
                  <a:lnTo>
                    <a:pt x="12825" y="398850"/>
                  </a:lnTo>
                  <a:lnTo>
                    <a:pt x="14808" y="402229"/>
                  </a:lnTo>
                  <a:lnTo>
                    <a:pt x="28631" y="417765"/>
                  </a:lnTo>
                  <a:lnTo>
                    <a:pt x="37971" y="424981"/>
                  </a:lnTo>
                  <a:lnTo>
                    <a:pt x="51371" y="433312"/>
                  </a:lnTo>
                  <a:lnTo>
                    <a:pt x="63128" y="438733"/>
                  </a:lnTo>
                  <a:lnTo>
                    <a:pt x="88274" y="447452"/>
                  </a:lnTo>
                  <a:lnTo>
                    <a:pt x="93800" y="448848"/>
                  </a:lnTo>
                  <a:lnTo>
                    <a:pt x="113419" y="452849"/>
                  </a:lnTo>
                  <a:lnTo>
                    <a:pt x="138565" y="456193"/>
                  </a:lnTo>
                  <a:lnTo>
                    <a:pt x="163722" y="458000"/>
                  </a:lnTo>
                  <a:lnTo>
                    <a:pt x="188868" y="458446"/>
                  </a:lnTo>
                  <a:lnTo>
                    <a:pt x="214014" y="457695"/>
                  </a:lnTo>
                  <a:lnTo>
                    <a:pt x="239171" y="455830"/>
                  </a:lnTo>
                  <a:lnTo>
                    <a:pt x="264317" y="452908"/>
                  </a:lnTo>
                  <a:lnTo>
                    <a:pt x="289462" y="448930"/>
                  </a:lnTo>
                  <a:lnTo>
                    <a:pt x="289897" y="448848"/>
                  </a:lnTo>
                  <a:lnTo>
                    <a:pt x="314620" y="443462"/>
                  </a:lnTo>
                  <a:lnTo>
                    <a:pt x="339765" y="436821"/>
                  </a:lnTo>
                  <a:lnTo>
                    <a:pt x="351089" y="433312"/>
                  </a:lnTo>
                  <a:lnTo>
                    <a:pt x="364911" y="428525"/>
                  </a:lnTo>
                  <a:lnTo>
                    <a:pt x="390068" y="418457"/>
                  </a:lnTo>
                  <a:lnTo>
                    <a:pt x="391582" y="417765"/>
                  </a:lnTo>
                  <a:lnTo>
                    <a:pt x="415214" y="405656"/>
                  </a:lnTo>
                  <a:lnTo>
                    <a:pt x="421222" y="402229"/>
                  </a:lnTo>
                  <a:lnTo>
                    <a:pt x="440360" y="389568"/>
                  </a:lnTo>
                  <a:lnTo>
                    <a:pt x="444338" y="386694"/>
                  </a:lnTo>
                  <a:lnTo>
                    <a:pt x="462654" y="371146"/>
                  </a:lnTo>
                  <a:lnTo>
                    <a:pt x="465517" y="368260"/>
                  </a:lnTo>
                  <a:lnTo>
                    <a:pt x="477216" y="355611"/>
                  </a:lnTo>
                  <a:lnTo>
                    <a:pt x="489020" y="340063"/>
                  </a:lnTo>
                  <a:lnTo>
                    <a:pt x="490663" y="337423"/>
                  </a:lnTo>
                  <a:lnTo>
                    <a:pt x="498266" y="324528"/>
                  </a:lnTo>
                  <a:lnTo>
                    <a:pt x="505506" y="308992"/>
                  </a:lnTo>
                  <a:lnTo>
                    <a:pt x="511021" y="293445"/>
                  </a:lnTo>
                  <a:lnTo>
                    <a:pt x="515010" y="277909"/>
                  </a:lnTo>
                  <a:lnTo>
                    <a:pt x="515808" y="273087"/>
                  </a:lnTo>
                  <a:lnTo>
                    <a:pt x="517545" y="262362"/>
                  </a:lnTo>
                  <a:lnTo>
                    <a:pt x="518800" y="246826"/>
                  </a:lnTo>
                  <a:lnTo>
                    <a:pt x="518894" y="231291"/>
                  </a:lnTo>
                  <a:lnTo>
                    <a:pt x="517909" y="215748"/>
                  </a:lnTo>
                  <a:lnTo>
                    <a:pt x="515867" y="200208"/>
                  </a:lnTo>
                  <a:lnTo>
                    <a:pt x="515808" y="199915"/>
                  </a:lnTo>
                  <a:lnTo>
                    <a:pt x="512722" y="184667"/>
                  </a:lnTo>
                  <a:lnTo>
                    <a:pt x="508545" y="169127"/>
                  </a:lnTo>
                  <a:lnTo>
                    <a:pt x="503359" y="153587"/>
                  </a:lnTo>
                  <a:lnTo>
                    <a:pt x="497175" y="138048"/>
                  </a:lnTo>
                  <a:lnTo>
                    <a:pt x="490663" y="123927"/>
                  </a:lnTo>
                  <a:lnTo>
                    <a:pt x="489947" y="122507"/>
                  </a:lnTo>
                  <a:lnTo>
                    <a:pt x="481147" y="106967"/>
                  </a:lnTo>
                  <a:lnTo>
                    <a:pt x="471196" y="91427"/>
                  </a:lnTo>
                  <a:lnTo>
                    <a:pt x="465517" y="83362"/>
                  </a:lnTo>
                  <a:lnTo>
                    <a:pt x="459486" y="75886"/>
                  </a:lnTo>
                  <a:lnTo>
                    <a:pt x="445769" y="60347"/>
                  </a:lnTo>
                  <a:lnTo>
                    <a:pt x="440360" y="54684"/>
                  </a:lnTo>
                  <a:lnTo>
                    <a:pt x="429037" y="44807"/>
                  </a:lnTo>
                  <a:lnTo>
                    <a:pt x="415214" y="33635"/>
                  </a:lnTo>
                  <a:lnTo>
                    <a:pt x="408303" y="29267"/>
                  </a:lnTo>
                  <a:lnTo>
                    <a:pt x="390068" y="18414"/>
                  </a:lnTo>
                  <a:lnTo>
                    <a:pt x="378933" y="13726"/>
                  </a:lnTo>
                  <a:lnTo>
                    <a:pt x="364911" y="8074"/>
                  </a:lnTo>
                  <a:lnTo>
                    <a:pt x="339765" y="2056"/>
                  </a:lnTo>
                  <a:lnTo>
                    <a:pt x="314620" y="0"/>
                  </a:lnTo>
                  <a:lnTo>
                    <a:pt x="289462" y="1666"/>
                  </a:lnTo>
                  <a:lnTo>
                    <a:pt x="264317" y="6901"/>
                  </a:lnTo>
                  <a:lnTo>
                    <a:pt x="244627" y="13726"/>
                  </a:lnTo>
                  <a:lnTo>
                    <a:pt x="239171" y="15613"/>
                  </a:lnTo>
                  <a:lnTo>
                    <a:pt x="214014" y="27748"/>
                  </a:lnTo>
                  <a:lnTo>
                    <a:pt x="211538" y="29267"/>
                  </a:lnTo>
                  <a:lnTo>
                    <a:pt x="188868" y="43317"/>
                  </a:lnTo>
                  <a:lnTo>
                    <a:pt x="186873" y="44807"/>
                  </a:lnTo>
                  <a:lnTo>
                    <a:pt x="166351" y="60347"/>
                  </a:lnTo>
                  <a:lnTo>
                    <a:pt x="163722" y="62380"/>
                  </a:lnTo>
                  <a:lnTo>
                    <a:pt x="148598" y="75886"/>
                  </a:lnTo>
                  <a:lnTo>
                    <a:pt x="138565" y="85073"/>
                  </a:lnTo>
                  <a:lnTo>
                    <a:pt x="132393" y="91427"/>
                  </a:lnTo>
                  <a:lnTo>
                    <a:pt x="117714" y="106967"/>
                  </a:lnTo>
                  <a:lnTo>
                    <a:pt x="113419" y="111642"/>
                  </a:lnTo>
                  <a:lnTo>
                    <a:pt x="104314" y="122507"/>
                  </a:lnTo>
                  <a:lnTo>
                    <a:pt x="91771" y="138048"/>
                  </a:lnTo>
                  <a:lnTo>
                    <a:pt x="88274" y="142543"/>
                  </a:lnTo>
                  <a:lnTo>
                    <a:pt x="80248" y="153587"/>
                  </a:lnTo>
                  <a:lnTo>
                    <a:pt x="69453" y="169127"/>
                  </a:lnTo>
                  <a:lnTo>
                    <a:pt x="63128" y="178675"/>
                  </a:lnTo>
                  <a:lnTo>
                    <a:pt x="59350" y="184667"/>
                  </a:lnTo>
                  <a:lnTo>
                    <a:pt x="50057" y="200208"/>
                  </a:lnTo>
                  <a:lnTo>
                    <a:pt x="41315" y="215748"/>
                  </a:lnTo>
                  <a:lnTo>
                    <a:pt x="37971" y="222101"/>
                  </a:lnTo>
                  <a:lnTo>
                    <a:pt x="33301" y="231291"/>
                  </a:lnTo>
                  <a:lnTo>
                    <a:pt x="26026" y="246826"/>
                  </a:lnTo>
                  <a:lnTo>
                    <a:pt x="19396" y="262362"/>
                  </a:lnTo>
                  <a:lnTo>
                    <a:pt x="13506" y="277909"/>
                  </a:lnTo>
                  <a:lnTo>
                    <a:pt x="12825" y="280010"/>
                  </a:lnTo>
                  <a:lnTo>
                    <a:pt x="8554" y="293445"/>
                  </a:lnTo>
                  <a:lnTo>
                    <a:pt x="4541" y="308992"/>
                  </a:lnTo>
                  <a:lnTo>
                    <a:pt x="1631" y="324528"/>
                  </a:lnTo>
                  <a:lnTo>
                    <a:pt x="23" y="340063"/>
                  </a:lnTo>
                  <a:lnTo>
                    <a:pt x="0" y="355611"/>
                  </a:lnTo>
                  <a:lnTo>
                    <a:pt x="2007" y="371146"/>
                  </a:lnTo>
                  <a:lnTo>
                    <a:pt x="6606" y="38669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325191F6-ACD1-F1EB-D8DA-E247DF9E7636}"/>
                </a:ext>
              </a:extLst>
            </p:cNvPr>
            <p:cNvSpPr/>
            <p:nvPr/>
          </p:nvSpPr>
          <p:spPr>
            <a:xfrm>
              <a:off x="4978542" y="4064990"/>
              <a:ext cx="322375" cy="284222"/>
            </a:xfrm>
            <a:custGeom>
              <a:avLst/>
              <a:gdLst>
                <a:gd name="csX0" fmla="*/ 9399 w 322375"/>
                <a:gd name="csY0" fmla="*/ 240361 h 284222"/>
                <a:gd name="csX1" fmla="*/ 11746 w 322375"/>
                <a:gd name="csY1" fmla="*/ 243775 h 284222"/>
                <a:gd name="csX2" fmla="*/ 22541 w 322375"/>
                <a:gd name="csY2" fmla="*/ 255896 h 284222"/>
                <a:gd name="csX3" fmla="*/ 36891 w 322375"/>
                <a:gd name="csY3" fmla="*/ 266340 h 284222"/>
                <a:gd name="csX4" fmla="*/ 47100 w 322375"/>
                <a:gd name="csY4" fmla="*/ 271444 h 284222"/>
                <a:gd name="csX5" fmla="*/ 62049 w 322375"/>
                <a:gd name="csY5" fmla="*/ 276888 h 284222"/>
                <a:gd name="csX6" fmla="*/ 87194 w 322375"/>
                <a:gd name="csY6" fmla="*/ 282216 h 284222"/>
                <a:gd name="csX7" fmla="*/ 112340 w 322375"/>
                <a:gd name="csY7" fmla="*/ 284222 h 284222"/>
                <a:gd name="csX8" fmla="*/ 137497 w 322375"/>
                <a:gd name="csY8" fmla="*/ 283495 h 284222"/>
                <a:gd name="csX9" fmla="*/ 162643 w 322375"/>
                <a:gd name="csY9" fmla="*/ 280373 h 284222"/>
                <a:gd name="csX10" fmla="*/ 187789 w 322375"/>
                <a:gd name="csY10" fmla="*/ 275093 h 284222"/>
                <a:gd name="csX11" fmla="*/ 200215 w 322375"/>
                <a:gd name="csY11" fmla="*/ 271444 h 284222"/>
                <a:gd name="csX12" fmla="*/ 212946 w 322375"/>
                <a:gd name="csY12" fmla="*/ 267161 h 284222"/>
                <a:gd name="csX13" fmla="*/ 238092 w 322375"/>
                <a:gd name="csY13" fmla="*/ 256366 h 284222"/>
                <a:gd name="csX14" fmla="*/ 238995 w 322375"/>
                <a:gd name="csY14" fmla="*/ 255896 h 284222"/>
                <a:gd name="csX15" fmla="*/ 263237 w 322375"/>
                <a:gd name="csY15" fmla="*/ 241112 h 284222"/>
                <a:gd name="csX16" fmla="*/ 264305 w 322375"/>
                <a:gd name="csY16" fmla="*/ 240361 h 284222"/>
                <a:gd name="csX17" fmla="*/ 282492 w 322375"/>
                <a:gd name="csY17" fmla="*/ 224814 h 284222"/>
                <a:gd name="csX18" fmla="*/ 288395 w 322375"/>
                <a:gd name="csY18" fmla="*/ 218653 h 284222"/>
                <a:gd name="csX19" fmla="*/ 296244 w 322375"/>
                <a:gd name="csY19" fmla="*/ 209278 h 284222"/>
                <a:gd name="csX20" fmla="*/ 306500 w 322375"/>
                <a:gd name="csY20" fmla="*/ 193742 h 284222"/>
                <a:gd name="csX21" fmla="*/ 313540 w 322375"/>
                <a:gd name="csY21" fmla="*/ 179544 h 284222"/>
                <a:gd name="csX22" fmla="*/ 314139 w 322375"/>
                <a:gd name="csY22" fmla="*/ 178195 h 284222"/>
                <a:gd name="csX23" fmla="*/ 318867 w 322375"/>
                <a:gd name="csY23" fmla="*/ 162659 h 284222"/>
                <a:gd name="csX24" fmla="*/ 321590 w 322375"/>
                <a:gd name="csY24" fmla="*/ 147112 h 284222"/>
                <a:gd name="csX25" fmla="*/ 322376 w 322375"/>
                <a:gd name="csY25" fmla="*/ 131576 h 284222"/>
                <a:gd name="csX26" fmla="*/ 321343 w 322375"/>
                <a:gd name="csY26" fmla="*/ 116041 h 284222"/>
                <a:gd name="csX27" fmla="*/ 318515 w 322375"/>
                <a:gd name="csY27" fmla="*/ 100498 h 284222"/>
                <a:gd name="csX28" fmla="*/ 313927 w 322375"/>
                <a:gd name="csY28" fmla="*/ 84958 h 284222"/>
                <a:gd name="csX29" fmla="*/ 313540 w 322375"/>
                <a:gd name="csY29" fmla="*/ 83992 h 284222"/>
                <a:gd name="csX30" fmla="*/ 306594 w 322375"/>
                <a:gd name="csY30" fmla="*/ 69417 h 284222"/>
                <a:gd name="csX31" fmla="*/ 297066 w 322375"/>
                <a:gd name="csY31" fmla="*/ 53877 h 284222"/>
                <a:gd name="csX32" fmla="*/ 288395 w 322375"/>
                <a:gd name="csY32" fmla="*/ 42275 h 284222"/>
                <a:gd name="csX33" fmla="*/ 284569 w 322375"/>
                <a:gd name="csY33" fmla="*/ 38337 h 284222"/>
                <a:gd name="csX34" fmla="*/ 266887 w 322375"/>
                <a:gd name="csY34" fmla="*/ 22798 h 284222"/>
                <a:gd name="csX35" fmla="*/ 263237 w 322375"/>
                <a:gd name="csY35" fmla="*/ 19994 h 284222"/>
                <a:gd name="csX36" fmla="*/ 238608 w 322375"/>
                <a:gd name="csY36" fmla="*/ 7257 h 284222"/>
                <a:gd name="csX37" fmla="*/ 238092 w 322375"/>
                <a:gd name="csY37" fmla="*/ 7018 h 284222"/>
                <a:gd name="csX38" fmla="*/ 212946 w 322375"/>
                <a:gd name="csY38" fmla="*/ 820 h 284222"/>
                <a:gd name="csX39" fmla="*/ 187789 w 322375"/>
                <a:gd name="csY39" fmla="*/ 0 h 284222"/>
                <a:gd name="csX40" fmla="*/ 162643 w 322375"/>
                <a:gd name="csY40" fmla="*/ 4063 h 284222"/>
                <a:gd name="csX41" fmla="*/ 153385 w 322375"/>
                <a:gd name="csY41" fmla="*/ 7257 h 284222"/>
                <a:gd name="csX42" fmla="*/ 137497 w 322375"/>
                <a:gd name="csY42" fmla="*/ 12861 h 284222"/>
                <a:gd name="csX43" fmla="*/ 118735 w 322375"/>
                <a:gd name="csY43" fmla="*/ 22798 h 284222"/>
                <a:gd name="csX44" fmla="*/ 112340 w 322375"/>
                <a:gd name="csY44" fmla="*/ 26294 h 284222"/>
                <a:gd name="csX45" fmla="*/ 95690 w 322375"/>
                <a:gd name="csY45" fmla="*/ 38337 h 284222"/>
                <a:gd name="csX46" fmla="*/ 87194 w 322375"/>
                <a:gd name="csY46" fmla="*/ 44732 h 284222"/>
                <a:gd name="csX47" fmla="*/ 77314 w 322375"/>
                <a:gd name="csY47" fmla="*/ 53877 h 284222"/>
                <a:gd name="csX48" fmla="*/ 62049 w 322375"/>
                <a:gd name="csY48" fmla="*/ 68712 h 284222"/>
                <a:gd name="csX49" fmla="*/ 61427 w 322375"/>
                <a:gd name="csY49" fmla="*/ 69417 h 284222"/>
                <a:gd name="csX50" fmla="*/ 48649 w 322375"/>
                <a:gd name="csY50" fmla="*/ 84958 h 284222"/>
                <a:gd name="csX51" fmla="*/ 36891 w 322375"/>
                <a:gd name="csY51" fmla="*/ 100285 h 284222"/>
                <a:gd name="csX52" fmla="*/ 36751 w 322375"/>
                <a:gd name="csY52" fmla="*/ 100498 h 284222"/>
                <a:gd name="csX53" fmla="*/ 27223 w 322375"/>
                <a:gd name="csY53" fmla="*/ 116041 h 284222"/>
                <a:gd name="csX54" fmla="*/ 18692 w 322375"/>
                <a:gd name="csY54" fmla="*/ 131576 h 284222"/>
                <a:gd name="csX55" fmla="*/ 11746 w 322375"/>
                <a:gd name="csY55" fmla="*/ 146208 h 284222"/>
                <a:gd name="csX56" fmla="*/ 11358 w 322375"/>
                <a:gd name="csY56" fmla="*/ 147112 h 284222"/>
                <a:gd name="csX57" fmla="*/ 5996 w 322375"/>
                <a:gd name="csY57" fmla="*/ 162659 h 284222"/>
                <a:gd name="csX58" fmla="*/ 2112 w 322375"/>
                <a:gd name="csY58" fmla="*/ 178195 h 284222"/>
                <a:gd name="csX59" fmla="*/ 0 w 322375"/>
                <a:gd name="csY59" fmla="*/ 193742 h 284222"/>
                <a:gd name="csX60" fmla="*/ 59 w 322375"/>
                <a:gd name="csY60" fmla="*/ 209278 h 284222"/>
                <a:gd name="csX61" fmla="*/ 2910 w 322375"/>
                <a:gd name="csY61" fmla="*/ 224814 h 284222"/>
                <a:gd name="csX62" fmla="*/ 9399 w 322375"/>
                <a:gd name="csY62" fmla="*/ 240361 h 284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322375" h="284222">
                  <a:moveTo>
                    <a:pt x="9399" y="240361"/>
                  </a:moveTo>
                  <a:lnTo>
                    <a:pt x="11746" y="243775"/>
                  </a:lnTo>
                  <a:lnTo>
                    <a:pt x="22541" y="255896"/>
                  </a:lnTo>
                  <a:lnTo>
                    <a:pt x="36891" y="266340"/>
                  </a:lnTo>
                  <a:lnTo>
                    <a:pt x="47100" y="271444"/>
                  </a:lnTo>
                  <a:lnTo>
                    <a:pt x="62049" y="276888"/>
                  </a:lnTo>
                  <a:lnTo>
                    <a:pt x="87194" y="282216"/>
                  </a:lnTo>
                  <a:lnTo>
                    <a:pt x="112340" y="284222"/>
                  </a:lnTo>
                  <a:lnTo>
                    <a:pt x="137497" y="283495"/>
                  </a:lnTo>
                  <a:lnTo>
                    <a:pt x="162643" y="280373"/>
                  </a:lnTo>
                  <a:lnTo>
                    <a:pt x="187789" y="275093"/>
                  </a:lnTo>
                  <a:lnTo>
                    <a:pt x="200215" y="271444"/>
                  </a:lnTo>
                  <a:lnTo>
                    <a:pt x="212946" y="267161"/>
                  </a:lnTo>
                  <a:lnTo>
                    <a:pt x="238092" y="256366"/>
                  </a:lnTo>
                  <a:lnTo>
                    <a:pt x="238995" y="255896"/>
                  </a:lnTo>
                  <a:lnTo>
                    <a:pt x="263237" y="241112"/>
                  </a:lnTo>
                  <a:lnTo>
                    <a:pt x="264305" y="240361"/>
                  </a:lnTo>
                  <a:lnTo>
                    <a:pt x="282492" y="224814"/>
                  </a:lnTo>
                  <a:lnTo>
                    <a:pt x="288395" y="218653"/>
                  </a:lnTo>
                  <a:lnTo>
                    <a:pt x="296244" y="209278"/>
                  </a:lnTo>
                  <a:lnTo>
                    <a:pt x="306500" y="193742"/>
                  </a:lnTo>
                  <a:lnTo>
                    <a:pt x="313540" y="179544"/>
                  </a:lnTo>
                  <a:lnTo>
                    <a:pt x="314139" y="178195"/>
                  </a:lnTo>
                  <a:lnTo>
                    <a:pt x="318867" y="162659"/>
                  </a:lnTo>
                  <a:lnTo>
                    <a:pt x="321590" y="147112"/>
                  </a:lnTo>
                  <a:lnTo>
                    <a:pt x="322376" y="131576"/>
                  </a:lnTo>
                  <a:lnTo>
                    <a:pt x="321343" y="116041"/>
                  </a:lnTo>
                  <a:lnTo>
                    <a:pt x="318515" y="100498"/>
                  </a:lnTo>
                  <a:lnTo>
                    <a:pt x="313927" y="84958"/>
                  </a:lnTo>
                  <a:lnTo>
                    <a:pt x="313540" y="83992"/>
                  </a:lnTo>
                  <a:lnTo>
                    <a:pt x="306594" y="69417"/>
                  </a:lnTo>
                  <a:lnTo>
                    <a:pt x="297066" y="53877"/>
                  </a:lnTo>
                  <a:lnTo>
                    <a:pt x="288395" y="42275"/>
                  </a:lnTo>
                  <a:lnTo>
                    <a:pt x="284569" y="38337"/>
                  </a:lnTo>
                  <a:lnTo>
                    <a:pt x="266887" y="22798"/>
                  </a:lnTo>
                  <a:lnTo>
                    <a:pt x="263237" y="19994"/>
                  </a:lnTo>
                  <a:lnTo>
                    <a:pt x="238608" y="7257"/>
                  </a:lnTo>
                  <a:lnTo>
                    <a:pt x="238092" y="7018"/>
                  </a:lnTo>
                  <a:lnTo>
                    <a:pt x="212946" y="820"/>
                  </a:lnTo>
                  <a:lnTo>
                    <a:pt x="187789" y="0"/>
                  </a:lnTo>
                  <a:lnTo>
                    <a:pt x="162643" y="4063"/>
                  </a:lnTo>
                  <a:lnTo>
                    <a:pt x="153385" y="7257"/>
                  </a:lnTo>
                  <a:lnTo>
                    <a:pt x="137497" y="12861"/>
                  </a:lnTo>
                  <a:lnTo>
                    <a:pt x="118735" y="22798"/>
                  </a:lnTo>
                  <a:lnTo>
                    <a:pt x="112340" y="26294"/>
                  </a:lnTo>
                  <a:lnTo>
                    <a:pt x="95690" y="38337"/>
                  </a:lnTo>
                  <a:lnTo>
                    <a:pt x="87194" y="44732"/>
                  </a:lnTo>
                  <a:lnTo>
                    <a:pt x="77314" y="53877"/>
                  </a:lnTo>
                  <a:lnTo>
                    <a:pt x="62049" y="68712"/>
                  </a:lnTo>
                  <a:lnTo>
                    <a:pt x="61427" y="69417"/>
                  </a:lnTo>
                  <a:lnTo>
                    <a:pt x="48649" y="84958"/>
                  </a:lnTo>
                  <a:lnTo>
                    <a:pt x="36891" y="100285"/>
                  </a:lnTo>
                  <a:lnTo>
                    <a:pt x="36751" y="100498"/>
                  </a:lnTo>
                  <a:lnTo>
                    <a:pt x="27223" y="116041"/>
                  </a:lnTo>
                  <a:lnTo>
                    <a:pt x="18692" y="131576"/>
                  </a:lnTo>
                  <a:lnTo>
                    <a:pt x="11746" y="146208"/>
                  </a:lnTo>
                  <a:lnTo>
                    <a:pt x="11358" y="147112"/>
                  </a:lnTo>
                  <a:lnTo>
                    <a:pt x="5996" y="162659"/>
                  </a:lnTo>
                  <a:lnTo>
                    <a:pt x="2112" y="178195"/>
                  </a:lnTo>
                  <a:lnTo>
                    <a:pt x="0" y="193742"/>
                  </a:lnTo>
                  <a:lnTo>
                    <a:pt x="59" y="209278"/>
                  </a:lnTo>
                  <a:lnTo>
                    <a:pt x="2910" y="224814"/>
                  </a:lnTo>
                  <a:lnTo>
                    <a:pt x="9399" y="240361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790019B0-968E-CE15-7450-EE0E4259885C}"/>
              </a:ext>
            </a:extLst>
          </p:cNvPr>
          <p:cNvGrpSpPr/>
          <p:nvPr/>
        </p:nvGrpSpPr>
        <p:grpSpPr>
          <a:xfrm>
            <a:off x="4711843" y="3551145"/>
            <a:ext cx="912588" cy="984741"/>
            <a:chOff x="4711843" y="3551145"/>
            <a:chExt cx="912588" cy="984741"/>
          </a:xfrm>
        </p:grpSpPr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FEA87605-A142-FC9C-A565-8AA04DEAC896}"/>
                </a:ext>
              </a:extLst>
            </p:cNvPr>
            <p:cNvSpPr/>
            <p:nvPr/>
          </p:nvSpPr>
          <p:spPr>
            <a:xfrm>
              <a:off x="4711843" y="3551145"/>
              <a:ext cx="912588" cy="984741"/>
            </a:xfrm>
            <a:custGeom>
              <a:avLst/>
              <a:gdLst>
                <a:gd name="csX0" fmla="*/ 880 w 912588"/>
                <a:gd name="csY0" fmla="*/ 723123 h 984741"/>
                <a:gd name="csX1" fmla="*/ 1807 w 912588"/>
                <a:gd name="csY1" fmla="*/ 733472 h 984741"/>
                <a:gd name="csX2" fmla="*/ 2194 w 912588"/>
                <a:gd name="csY2" fmla="*/ 738659 h 984741"/>
                <a:gd name="csX3" fmla="*/ 3966 w 912588"/>
                <a:gd name="csY3" fmla="*/ 754206 h 984741"/>
                <a:gd name="csX4" fmla="*/ 6454 w 912588"/>
                <a:gd name="csY4" fmla="*/ 769742 h 984741"/>
                <a:gd name="csX5" fmla="*/ 9809 w 912588"/>
                <a:gd name="csY5" fmla="*/ 785289 h 984741"/>
                <a:gd name="csX6" fmla="*/ 14198 w 912588"/>
                <a:gd name="csY6" fmla="*/ 800825 h 984741"/>
                <a:gd name="csX7" fmla="*/ 19889 w 912588"/>
                <a:gd name="csY7" fmla="*/ 816360 h 984741"/>
                <a:gd name="csX8" fmla="*/ 26953 w 912588"/>
                <a:gd name="csY8" fmla="*/ 831415 h 984741"/>
                <a:gd name="csX9" fmla="*/ 27164 w 912588"/>
                <a:gd name="csY9" fmla="*/ 831908 h 984741"/>
                <a:gd name="csX10" fmla="*/ 35131 w 912588"/>
                <a:gd name="csY10" fmla="*/ 847443 h 984741"/>
                <a:gd name="csX11" fmla="*/ 45492 w 912588"/>
                <a:gd name="csY11" fmla="*/ 862979 h 984741"/>
                <a:gd name="csX12" fmla="*/ 52098 w 912588"/>
                <a:gd name="csY12" fmla="*/ 870934 h 984741"/>
                <a:gd name="csX13" fmla="*/ 58141 w 912588"/>
                <a:gd name="csY13" fmla="*/ 878526 h 984741"/>
                <a:gd name="csX14" fmla="*/ 73876 w 912588"/>
                <a:gd name="csY14" fmla="*/ 894062 h 984741"/>
                <a:gd name="csX15" fmla="*/ 77256 w 912588"/>
                <a:gd name="csY15" fmla="*/ 896819 h 984741"/>
                <a:gd name="csX16" fmla="*/ 93237 w 912588"/>
                <a:gd name="csY16" fmla="*/ 909609 h 984741"/>
                <a:gd name="csX17" fmla="*/ 102401 w 912588"/>
                <a:gd name="csY17" fmla="*/ 915547 h 984741"/>
                <a:gd name="csX18" fmla="*/ 118242 w 912588"/>
                <a:gd name="csY18" fmla="*/ 925145 h 984741"/>
                <a:gd name="csX19" fmla="*/ 127547 w 912588"/>
                <a:gd name="csY19" fmla="*/ 929897 h 984741"/>
                <a:gd name="csX20" fmla="*/ 151507 w 912588"/>
                <a:gd name="csY20" fmla="*/ 940681 h 984741"/>
                <a:gd name="csX21" fmla="*/ 152704 w 912588"/>
                <a:gd name="csY21" fmla="*/ 941150 h 984741"/>
                <a:gd name="csX22" fmla="*/ 177850 w 912588"/>
                <a:gd name="csY22" fmla="*/ 950326 h 984741"/>
                <a:gd name="csX23" fmla="*/ 197797 w 912588"/>
                <a:gd name="csY23" fmla="*/ 956228 h 984741"/>
                <a:gd name="csX24" fmla="*/ 202996 w 912588"/>
                <a:gd name="csY24" fmla="*/ 957671 h 984741"/>
                <a:gd name="csX25" fmla="*/ 228153 w 912588"/>
                <a:gd name="csY25" fmla="*/ 963878 h 984741"/>
                <a:gd name="csX26" fmla="*/ 253299 w 912588"/>
                <a:gd name="csY26" fmla="*/ 968795 h 984741"/>
                <a:gd name="csX27" fmla="*/ 271955 w 912588"/>
                <a:gd name="csY27" fmla="*/ 971763 h 984741"/>
                <a:gd name="csX28" fmla="*/ 278444 w 912588"/>
                <a:gd name="csY28" fmla="*/ 972831 h 984741"/>
                <a:gd name="csX29" fmla="*/ 303590 w 912588"/>
                <a:gd name="csY29" fmla="*/ 976363 h 984741"/>
                <a:gd name="csX30" fmla="*/ 328747 w 912588"/>
                <a:gd name="csY30" fmla="*/ 979121 h 984741"/>
                <a:gd name="csX31" fmla="*/ 353893 w 912588"/>
                <a:gd name="csY31" fmla="*/ 981233 h 984741"/>
                <a:gd name="csX32" fmla="*/ 379038 w 912588"/>
                <a:gd name="csY32" fmla="*/ 982793 h 984741"/>
                <a:gd name="csX33" fmla="*/ 404196 w 912588"/>
                <a:gd name="csY33" fmla="*/ 983873 h 984741"/>
                <a:gd name="csX34" fmla="*/ 429341 w 912588"/>
                <a:gd name="csY34" fmla="*/ 984506 h 984741"/>
                <a:gd name="csX35" fmla="*/ 454487 w 912588"/>
                <a:gd name="csY35" fmla="*/ 984741 h 984741"/>
                <a:gd name="csX36" fmla="*/ 479644 w 912588"/>
                <a:gd name="csY36" fmla="*/ 984565 h 984741"/>
                <a:gd name="csX37" fmla="*/ 504790 w 912588"/>
                <a:gd name="csY37" fmla="*/ 983978 h 984741"/>
                <a:gd name="csX38" fmla="*/ 529936 w 912588"/>
                <a:gd name="csY38" fmla="*/ 982957 h 984741"/>
                <a:gd name="csX39" fmla="*/ 555093 w 912588"/>
                <a:gd name="csY39" fmla="*/ 981467 h 984741"/>
                <a:gd name="csX40" fmla="*/ 580239 w 912588"/>
                <a:gd name="csY40" fmla="*/ 979437 h 984741"/>
                <a:gd name="csX41" fmla="*/ 605384 w 912588"/>
                <a:gd name="csY41" fmla="*/ 976774 h 984741"/>
                <a:gd name="csX42" fmla="*/ 630542 w 912588"/>
                <a:gd name="csY42" fmla="*/ 973359 h 984741"/>
                <a:gd name="csX43" fmla="*/ 640363 w 912588"/>
                <a:gd name="csY43" fmla="*/ 971763 h 984741"/>
                <a:gd name="csX44" fmla="*/ 655687 w 912588"/>
                <a:gd name="csY44" fmla="*/ 969370 h 984741"/>
                <a:gd name="csX45" fmla="*/ 680833 w 912588"/>
                <a:gd name="csY45" fmla="*/ 964606 h 984741"/>
                <a:gd name="csX46" fmla="*/ 705990 w 912588"/>
                <a:gd name="csY46" fmla="*/ 958586 h 984741"/>
                <a:gd name="csX47" fmla="*/ 714580 w 912588"/>
                <a:gd name="csY47" fmla="*/ 956228 h 984741"/>
                <a:gd name="csX48" fmla="*/ 731136 w 912588"/>
                <a:gd name="csY48" fmla="*/ 951394 h 984741"/>
                <a:gd name="csX49" fmla="*/ 756282 w 912588"/>
                <a:gd name="csY49" fmla="*/ 942511 h 984741"/>
                <a:gd name="csX50" fmla="*/ 760952 w 912588"/>
                <a:gd name="csY50" fmla="*/ 940681 h 984741"/>
                <a:gd name="csX51" fmla="*/ 781439 w 912588"/>
                <a:gd name="csY51" fmla="*/ 931575 h 984741"/>
                <a:gd name="csX52" fmla="*/ 794135 w 912588"/>
                <a:gd name="csY52" fmla="*/ 925145 h 984741"/>
                <a:gd name="csX53" fmla="*/ 806585 w 912588"/>
                <a:gd name="csY53" fmla="*/ 917682 h 984741"/>
                <a:gd name="csX54" fmla="*/ 819140 w 912588"/>
                <a:gd name="csY54" fmla="*/ 909609 h 984741"/>
                <a:gd name="csX55" fmla="*/ 831730 w 912588"/>
                <a:gd name="csY55" fmla="*/ 899635 h 984741"/>
                <a:gd name="csX56" fmla="*/ 838618 w 912588"/>
                <a:gd name="csY56" fmla="*/ 894062 h 984741"/>
                <a:gd name="csX57" fmla="*/ 854048 w 912588"/>
                <a:gd name="csY57" fmla="*/ 878526 h 984741"/>
                <a:gd name="csX58" fmla="*/ 856876 w 912588"/>
                <a:gd name="csY58" fmla="*/ 875006 h 984741"/>
                <a:gd name="csX59" fmla="*/ 866956 w 912588"/>
                <a:gd name="csY59" fmla="*/ 862979 h 984741"/>
                <a:gd name="csX60" fmla="*/ 877094 w 912588"/>
                <a:gd name="csY60" fmla="*/ 847443 h 984741"/>
                <a:gd name="csX61" fmla="*/ 882033 w 912588"/>
                <a:gd name="csY61" fmla="*/ 837880 h 984741"/>
                <a:gd name="csX62" fmla="*/ 885413 w 912588"/>
                <a:gd name="csY62" fmla="*/ 831908 h 984741"/>
                <a:gd name="csX63" fmla="*/ 892559 w 912588"/>
                <a:gd name="csY63" fmla="*/ 816360 h 984741"/>
                <a:gd name="csX64" fmla="*/ 898109 w 912588"/>
                <a:gd name="csY64" fmla="*/ 800825 h 984741"/>
                <a:gd name="csX65" fmla="*/ 902392 w 912588"/>
                <a:gd name="csY65" fmla="*/ 785289 h 984741"/>
                <a:gd name="csX66" fmla="*/ 905665 w 912588"/>
                <a:gd name="csY66" fmla="*/ 769742 h 984741"/>
                <a:gd name="csX67" fmla="*/ 907179 w 912588"/>
                <a:gd name="csY67" fmla="*/ 760202 h 984741"/>
                <a:gd name="csX68" fmla="*/ 908294 w 912588"/>
                <a:gd name="csY68" fmla="*/ 754206 h 984741"/>
                <a:gd name="csX69" fmla="*/ 910371 w 912588"/>
                <a:gd name="csY69" fmla="*/ 738659 h 984741"/>
                <a:gd name="csX70" fmla="*/ 911732 w 912588"/>
                <a:gd name="csY70" fmla="*/ 723123 h 984741"/>
                <a:gd name="csX71" fmla="*/ 912448 w 912588"/>
                <a:gd name="csY71" fmla="*/ 707588 h 984741"/>
                <a:gd name="csX72" fmla="*/ 912588 w 912588"/>
                <a:gd name="csY72" fmla="*/ 692040 h 984741"/>
                <a:gd name="csX73" fmla="*/ 912213 w 912588"/>
                <a:gd name="csY73" fmla="*/ 676505 h 984741"/>
                <a:gd name="csX74" fmla="*/ 911356 w 912588"/>
                <a:gd name="csY74" fmla="*/ 660957 h 984741"/>
                <a:gd name="csX75" fmla="*/ 910042 w 912588"/>
                <a:gd name="csY75" fmla="*/ 645422 h 984741"/>
                <a:gd name="csX76" fmla="*/ 908282 w 912588"/>
                <a:gd name="csY76" fmla="*/ 629886 h 984741"/>
                <a:gd name="csX77" fmla="*/ 907179 w 912588"/>
                <a:gd name="csY77" fmla="*/ 621915 h 984741"/>
                <a:gd name="csX78" fmla="*/ 906287 w 912588"/>
                <a:gd name="csY78" fmla="*/ 614343 h 984741"/>
                <a:gd name="csX79" fmla="*/ 904128 w 912588"/>
                <a:gd name="csY79" fmla="*/ 598803 h 984741"/>
                <a:gd name="csX80" fmla="*/ 901617 w 912588"/>
                <a:gd name="csY80" fmla="*/ 583263 h 984741"/>
                <a:gd name="csX81" fmla="*/ 898754 w 912588"/>
                <a:gd name="csY81" fmla="*/ 567722 h 984741"/>
                <a:gd name="csX82" fmla="*/ 895527 w 912588"/>
                <a:gd name="csY82" fmla="*/ 552182 h 984741"/>
                <a:gd name="csX83" fmla="*/ 891937 w 912588"/>
                <a:gd name="csY83" fmla="*/ 536643 h 984741"/>
                <a:gd name="csX84" fmla="*/ 887959 w 912588"/>
                <a:gd name="csY84" fmla="*/ 521103 h 984741"/>
                <a:gd name="csX85" fmla="*/ 883582 w 912588"/>
                <a:gd name="csY85" fmla="*/ 505562 h 984741"/>
                <a:gd name="csX86" fmla="*/ 882033 w 912588"/>
                <a:gd name="csY86" fmla="*/ 500419 h 984741"/>
                <a:gd name="csX87" fmla="*/ 879276 w 912588"/>
                <a:gd name="csY87" fmla="*/ 490022 h 984741"/>
                <a:gd name="csX88" fmla="*/ 874841 w 912588"/>
                <a:gd name="csY88" fmla="*/ 474482 h 984741"/>
                <a:gd name="csX89" fmla="*/ 870006 w 912588"/>
                <a:gd name="csY89" fmla="*/ 458943 h 984741"/>
                <a:gd name="csX90" fmla="*/ 864761 w 912588"/>
                <a:gd name="csY90" fmla="*/ 443402 h 984741"/>
                <a:gd name="csX91" fmla="*/ 859059 w 912588"/>
                <a:gd name="csY91" fmla="*/ 427862 h 984741"/>
                <a:gd name="csX92" fmla="*/ 856876 w 912588"/>
                <a:gd name="csY92" fmla="*/ 422206 h 984741"/>
                <a:gd name="csX93" fmla="*/ 853438 w 912588"/>
                <a:gd name="csY93" fmla="*/ 412322 h 984741"/>
                <a:gd name="csX94" fmla="*/ 847688 w 912588"/>
                <a:gd name="csY94" fmla="*/ 396781 h 984741"/>
                <a:gd name="csX95" fmla="*/ 841458 w 912588"/>
                <a:gd name="csY95" fmla="*/ 381242 h 984741"/>
                <a:gd name="csX96" fmla="*/ 834734 w 912588"/>
                <a:gd name="csY96" fmla="*/ 365702 h 984741"/>
                <a:gd name="csX97" fmla="*/ 831730 w 912588"/>
                <a:gd name="csY97" fmla="*/ 359080 h 984741"/>
                <a:gd name="csX98" fmla="*/ 827999 w 912588"/>
                <a:gd name="csY98" fmla="*/ 350162 h 984741"/>
                <a:gd name="csX99" fmla="*/ 821111 w 912588"/>
                <a:gd name="csY99" fmla="*/ 334621 h 984741"/>
                <a:gd name="csX100" fmla="*/ 813684 w 912588"/>
                <a:gd name="csY100" fmla="*/ 319081 h 984741"/>
                <a:gd name="csX101" fmla="*/ 806585 w 912588"/>
                <a:gd name="csY101" fmla="*/ 305221 h 984741"/>
                <a:gd name="csX102" fmla="*/ 805775 w 912588"/>
                <a:gd name="csY102" fmla="*/ 303542 h 984741"/>
                <a:gd name="csX103" fmla="*/ 798043 w 912588"/>
                <a:gd name="csY103" fmla="*/ 288002 h 984741"/>
                <a:gd name="csX104" fmla="*/ 789711 w 912588"/>
                <a:gd name="csY104" fmla="*/ 272461 h 984741"/>
                <a:gd name="csX105" fmla="*/ 781439 w 912588"/>
                <a:gd name="csY105" fmla="*/ 258099 h 984741"/>
                <a:gd name="csX106" fmla="*/ 780782 w 912588"/>
                <a:gd name="csY106" fmla="*/ 256921 h 984741"/>
                <a:gd name="csX107" fmla="*/ 771946 w 912588"/>
                <a:gd name="csY107" fmla="*/ 241381 h 984741"/>
                <a:gd name="csX108" fmla="*/ 762407 w 912588"/>
                <a:gd name="csY108" fmla="*/ 225841 h 984741"/>
                <a:gd name="csX109" fmla="*/ 756282 w 912588"/>
                <a:gd name="csY109" fmla="*/ 216363 h 984741"/>
                <a:gd name="csX110" fmla="*/ 752410 w 912588"/>
                <a:gd name="csY110" fmla="*/ 210301 h 984741"/>
                <a:gd name="csX111" fmla="*/ 742096 w 912588"/>
                <a:gd name="csY111" fmla="*/ 194761 h 984741"/>
                <a:gd name="csX112" fmla="*/ 731136 w 912588"/>
                <a:gd name="csY112" fmla="*/ 179453 h 984741"/>
                <a:gd name="csX113" fmla="*/ 730972 w 912588"/>
                <a:gd name="csY113" fmla="*/ 179220 h 984741"/>
                <a:gd name="csX114" fmla="*/ 719567 w 912588"/>
                <a:gd name="csY114" fmla="*/ 163681 h 984741"/>
                <a:gd name="csX115" fmla="*/ 707246 w 912588"/>
                <a:gd name="csY115" fmla="*/ 148141 h 984741"/>
                <a:gd name="csX116" fmla="*/ 705990 w 912588"/>
                <a:gd name="csY116" fmla="*/ 146580 h 984741"/>
                <a:gd name="csX117" fmla="*/ 694304 w 912588"/>
                <a:gd name="csY117" fmla="*/ 132601 h 984741"/>
                <a:gd name="csX118" fmla="*/ 680833 w 912588"/>
                <a:gd name="csY118" fmla="*/ 117564 h 984741"/>
                <a:gd name="csX119" fmla="*/ 680352 w 912588"/>
                <a:gd name="csY119" fmla="*/ 117060 h 984741"/>
                <a:gd name="csX120" fmla="*/ 665380 w 912588"/>
                <a:gd name="csY120" fmla="*/ 101520 h 984741"/>
                <a:gd name="csX121" fmla="*/ 655687 w 912588"/>
                <a:gd name="csY121" fmla="*/ 91969 h 984741"/>
                <a:gd name="csX122" fmla="*/ 649046 w 912588"/>
                <a:gd name="csY122" fmla="*/ 85981 h 984741"/>
                <a:gd name="csX123" fmla="*/ 631152 w 912588"/>
                <a:gd name="csY123" fmla="*/ 70441 h 984741"/>
                <a:gd name="csX124" fmla="*/ 630542 w 912588"/>
                <a:gd name="csY124" fmla="*/ 69914 h 984741"/>
                <a:gd name="csX125" fmla="*/ 610782 w 912588"/>
                <a:gd name="csY125" fmla="*/ 54900 h 984741"/>
                <a:gd name="csX126" fmla="*/ 605384 w 912588"/>
                <a:gd name="csY126" fmla="*/ 50894 h 984741"/>
                <a:gd name="csX127" fmla="*/ 587138 w 912588"/>
                <a:gd name="csY127" fmla="*/ 39360 h 984741"/>
                <a:gd name="csX128" fmla="*/ 580239 w 912588"/>
                <a:gd name="csY128" fmla="*/ 35043 h 984741"/>
                <a:gd name="csX129" fmla="*/ 558132 w 912588"/>
                <a:gd name="csY129" fmla="*/ 23820 h 984741"/>
                <a:gd name="csX130" fmla="*/ 555093 w 912588"/>
                <a:gd name="csY130" fmla="*/ 22265 h 984741"/>
                <a:gd name="csX131" fmla="*/ 529936 w 912588"/>
                <a:gd name="csY131" fmla="*/ 12332 h 984741"/>
                <a:gd name="csX132" fmla="*/ 515081 w 912588"/>
                <a:gd name="csY132" fmla="*/ 8281 h 984741"/>
                <a:gd name="csX133" fmla="*/ 504790 w 912588"/>
                <a:gd name="csY133" fmla="*/ 5382 h 984741"/>
                <a:gd name="csX134" fmla="*/ 479644 w 912588"/>
                <a:gd name="csY134" fmla="*/ 1237 h 984741"/>
                <a:gd name="csX135" fmla="*/ 454487 w 912588"/>
                <a:gd name="csY135" fmla="*/ 0 h 984741"/>
                <a:gd name="csX136" fmla="*/ 429341 w 912588"/>
                <a:gd name="csY136" fmla="*/ 1620 h 984741"/>
                <a:gd name="csX137" fmla="*/ 404196 w 912588"/>
                <a:gd name="csY137" fmla="*/ 6165 h 984741"/>
                <a:gd name="csX138" fmla="*/ 397073 w 912588"/>
                <a:gd name="csY138" fmla="*/ 8281 h 984741"/>
                <a:gd name="csX139" fmla="*/ 379038 w 912588"/>
                <a:gd name="csY139" fmla="*/ 13470 h 984741"/>
                <a:gd name="csX140" fmla="*/ 353975 w 912588"/>
                <a:gd name="csY140" fmla="*/ 23820 h 984741"/>
                <a:gd name="csX141" fmla="*/ 353893 w 912588"/>
                <a:gd name="csY141" fmla="*/ 23854 h 984741"/>
                <a:gd name="csX142" fmla="*/ 328747 w 912588"/>
                <a:gd name="csY142" fmla="*/ 37024 h 984741"/>
                <a:gd name="csX143" fmla="*/ 325098 w 912588"/>
                <a:gd name="csY143" fmla="*/ 39360 h 984741"/>
                <a:gd name="csX144" fmla="*/ 303590 w 912588"/>
                <a:gd name="csY144" fmla="*/ 53296 h 984741"/>
                <a:gd name="csX145" fmla="*/ 301478 w 912588"/>
                <a:gd name="csY145" fmla="*/ 54900 h 984741"/>
                <a:gd name="csX146" fmla="*/ 281260 w 912588"/>
                <a:gd name="csY146" fmla="*/ 70441 h 984741"/>
                <a:gd name="csX147" fmla="*/ 278444 w 912588"/>
                <a:gd name="csY147" fmla="*/ 72647 h 984741"/>
                <a:gd name="csX148" fmla="*/ 263319 w 912588"/>
                <a:gd name="csY148" fmla="*/ 85981 h 984741"/>
                <a:gd name="csX149" fmla="*/ 253299 w 912588"/>
                <a:gd name="csY149" fmla="*/ 95183 h 984741"/>
                <a:gd name="csX150" fmla="*/ 246962 w 912588"/>
                <a:gd name="csY150" fmla="*/ 101520 h 984741"/>
                <a:gd name="csX151" fmla="*/ 231990 w 912588"/>
                <a:gd name="csY151" fmla="*/ 117060 h 984741"/>
                <a:gd name="csX152" fmla="*/ 228153 w 912588"/>
                <a:gd name="csY152" fmla="*/ 121167 h 984741"/>
                <a:gd name="csX153" fmla="*/ 218038 w 912588"/>
                <a:gd name="csY153" fmla="*/ 132601 h 984741"/>
                <a:gd name="csX154" fmla="*/ 205108 w 912588"/>
                <a:gd name="csY154" fmla="*/ 148141 h 984741"/>
                <a:gd name="csX155" fmla="*/ 202996 w 912588"/>
                <a:gd name="csY155" fmla="*/ 150727 h 984741"/>
                <a:gd name="csX156" fmla="*/ 192787 w 912588"/>
                <a:gd name="csY156" fmla="*/ 163681 h 984741"/>
                <a:gd name="csX157" fmla="*/ 181311 w 912588"/>
                <a:gd name="csY157" fmla="*/ 179220 h 984741"/>
                <a:gd name="csX158" fmla="*/ 177850 w 912588"/>
                <a:gd name="csY158" fmla="*/ 184072 h 984741"/>
                <a:gd name="csX159" fmla="*/ 170270 w 912588"/>
                <a:gd name="csY159" fmla="*/ 194761 h 984741"/>
                <a:gd name="csX160" fmla="*/ 159862 w 912588"/>
                <a:gd name="csY160" fmla="*/ 210301 h 984741"/>
                <a:gd name="csX161" fmla="*/ 152704 w 912588"/>
                <a:gd name="csY161" fmla="*/ 221672 h 984741"/>
                <a:gd name="csX162" fmla="*/ 150029 w 912588"/>
                <a:gd name="csY162" fmla="*/ 225841 h 984741"/>
                <a:gd name="csX163" fmla="*/ 140384 w 912588"/>
                <a:gd name="csY163" fmla="*/ 241381 h 984741"/>
                <a:gd name="csX164" fmla="*/ 131442 w 912588"/>
                <a:gd name="csY164" fmla="*/ 256921 h 984741"/>
                <a:gd name="csX165" fmla="*/ 127547 w 912588"/>
                <a:gd name="csY165" fmla="*/ 264008 h 984741"/>
                <a:gd name="csX166" fmla="*/ 122724 w 912588"/>
                <a:gd name="csY166" fmla="*/ 272461 h 984741"/>
                <a:gd name="csX167" fmla="*/ 114264 w 912588"/>
                <a:gd name="csY167" fmla="*/ 288002 h 984741"/>
                <a:gd name="csX168" fmla="*/ 106438 w 912588"/>
                <a:gd name="csY168" fmla="*/ 303542 h 984741"/>
                <a:gd name="csX169" fmla="*/ 102401 w 912588"/>
                <a:gd name="csY169" fmla="*/ 311961 h 984741"/>
                <a:gd name="csX170" fmla="*/ 98775 w 912588"/>
                <a:gd name="csY170" fmla="*/ 319081 h 984741"/>
                <a:gd name="csX171" fmla="*/ 91231 w 912588"/>
                <a:gd name="csY171" fmla="*/ 334621 h 984741"/>
                <a:gd name="csX172" fmla="*/ 84237 w 912588"/>
                <a:gd name="csY172" fmla="*/ 350162 h 984741"/>
                <a:gd name="csX173" fmla="*/ 77760 w 912588"/>
                <a:gd name="csY173" fmla="*/ 365702 h 984741"/>
                <a:gd name="csX174" fmla="*/ 77256 w 912588"/>
                <a:gd name="csY174" fmla="*/ 366957 h 984741"/>
                <a:gd name="csX175" fmla="*/ 70978 w 912588"/>
                <a:gd name="csY175" fmla="*/ 381242 h 984741"/>
                <a:gd name="csX176" fmla="*/ 64630 w 912588"/>
                <a:gd name="csY176" fmla="*/ 396781 h 984741"/>
                <a:gd name="csX177" fmla="*/ 58763 w 912588"/>
                <a:gd name="csY177" fmla="*/ 412322 h 984741"/>
                <a:gd name="csX178" fmla="*/ 53342 w 912588"/>
                <a:gd name="csY178" fmla="*/ 427862 h 984741"/>
                <a:gd name="csX179" fmla="*/ 52098 w 912588"/>
                <a:gd name="csY179" fmla="*/ 431600 h 984741"/>
                <a:gd name="csX180" fmla="*/ 47733 w 912588"/>
                <a:gd name="csY180" fmla="*/ 443402 h 984741"/>
                <a:gd name="csX181" fmla="*/ 42359 w 912588"/>
                <a:gd name="csY181" fmla="*/ 458943 h 984741"/>
                <a:gd name="csX182" fmla="*/ 37431 w 912588"/>
                <a:gd name="csY182" fmla="*/ 474482 h 984741"/>
                <a:gd name="csX183" fmla="*/ 32902 w 912588"/>
                <a:gd name="csY183" fmla="*/ 490022 h 984741"/>
                <a:gd name="csX184" fmla="*/ 28748 w 912588"/>
                <a:gd name="csY184" fmla="*/ 505562 h 984741"/>
                <a:gd name="csX185" fmla="*/ 26953 w 912588"/>
                <a:gd name="csY185" fmla="*/ 512790 h 984741"/>
                <a:gd name="csX186" fmla="*/ 24594 w 912588"/>
                <a:gd name="csY186" fmla="*/ 521103 h 984741"/>
                <a:gd name="csX187" fmla="*/ 20522 w 912588"/>
                <a:gd name="csY187" fmla="*/ 536643 h 984741"/>
                <a:gd name="csX188" fmla="*/ 16838 w 912588"/>
                <a:gd name="csY188" fmla="*/ 552182 h 984741"/>
                <a:gd name="csX189" fmla="*/ 13541 w 912588"/>
                <a:gd name="csY189" fmla="*/ 567722 h 984741"/>
                <a:gd name="csX190" fmla="*/ 10607 w 912588"/>
                <a:gd name="csY190" fmla="*/ 583263 h 984741"/>
                <a:gd name="csX191" fmla="*/ 8038 w 912588"/>
                <a:gd name="csY191" fmla="*/ 598803 h 984741"/>
                <a:gd name="csX192" fmla="*/ 5820 w 912588"/>
                <a:gd name="csY192" fmla="*/ 614343 h 984741"/>
                <a:gd name="csX193" fmla="*/ 3966 w 912588"/>
                <a:gd name="csY193" fmla="*/ 629886 h 984741"/>
                <a:gd name="csX194" fmla="*/ 2476 w 912588"/>
                <a:gd name="csY194" fmla="*/ 645422 h 984741"/>
                <a:gd name="csX195" fmla="*/ 1807 w 912588"/>
                <a:gd name="csY195" fmla="*/ 654762 h 984741"/>
                <a:gd name="csX196" fmla="*/ 1267 w 912588"/>
                <a:gd name="csY196" fmla="*/ 660957 h 984741"/>
                <a:gd name="csX197" fmla="*/ 387 w 912588"/>
                <a:gd name="csY197" fmla="*/ 676505 h 984741"/>
                <a:gd name="csX198" fmla="*/ 0 w 912588"/>
                <a:gd name="csY198" fmla="*/ 692040 h 984741"/>
                <a:gd name="csX199" fmla="*/ 152 w 912588"/>
                <a:gd name="csY199" fmla="*/ 707588 h 984741"/>
                <a:gd name="csX200" fmla="*/ 880 w 912588"/>
                <a:gd name="csY200" fmla="*/ 723123 h 9847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</a:cxnLst>
              <a:rect l="l" t="t" r="r" b="b"/>
              <a:pathLst>
                <a:path w="912588" h="984741">
                  <a:moveTo>
                    <a:pt x="880" y="723123"/>
                  </a:moveTo>
                  <a:lnTo>
                    <a:pt x="1807" y="733472"/>
                  </a:lnTo>
                  <a:lnTo>
                    <a:pt x="2194" y="738659"/>
                  </a:lnTo>
                  <a:lnTo>
                    <a:pt x="3966" y="754206"/>
                  </a:lnTo>
                  <a:lnTo>
                    <a:pt x="6454" y="769742"/>
                  </a:lnTo>
                  <a:lnTo>
                    <a:pt x="9809" y="785289"/>
                  </a:lnTo>
                  <a:lnTo>
                    <a:pt x="14198" y="800825"/>
                  </a:lnTo>
                  <a:lnTo>
                    <a:pt x="19889" y="816360"/>
                  </a:lnTo>
                  <a:lnTo>
                    <a:pt x="26953" y="831415"/>
                  </a:lnTo>
                  <a:lnTo>
                    <a:pt x="27164" y="831908"/>
                  </a:lnTo>
                  <a:lnTo>
                    <a:pt x="35131" y="847443"/>
                  </a:lnTo>
                  <a:lnTo>
                    <a:pt x="45492" y="862979"/>
                  </a:lnTo>
                  <a:lnTo>
                    <a:pt x="52098" y="870934"/>
                  </a:lnTo>
                  <a:lnTo>
                    <a:pt x="58141" y="878526"/>
                  </a:lnTo>
                  <a:lnTo>
                    <a:pt x="73876" y="894062"/>
                  </a:lnTo>
                  <a:lnTo>
                    <a:pt x="77256" y="896819"/>
                  </a:lnTo>
                  <a:lnTo>
                    <a:pt x="93237" y="909609"/>
                  </a:lnTo>
                  <a:lnTo>
                    <a:pt x="102401" y="915547"/>
                  </a:lnTo>
                  <a:lnTo>
                    <a:pt x="118242" y="925145"/>
                  </a:lnTo>
                  <a:lnTo>
                    <a:pt x="127547" y="929897"/>
                  </a:lnTo>
                  <a:lnTo>
                    <a:pt x="151507" y="940681"/>
                  </a:lnTo>
                  <a:lnTo>
                    <a:pt x="152704" y="941150"/>
                  </a:lnTo>
                  <a:lnTo>
                    <a:pt x="177850" y="950326"/>
                  </a:lnTo>
                  <a:lnTo>
                    <a:pt x="197797" y="956228"/>
                  </a:lnTo>
                  <a:lnTo>
                    <a:pt x="202996" y="957671"/>
                  </a:lnTo>
                  <a:lnTo>
                    <a:pt x="228153" y="963878"/>
                  </a:lnTo>
                  <a:lnTo>
                    <a:pt x="253299" y="968795"/>
                  </a:lnTo>
                  <a:lnTo>
                    <a:pt x="271955" y="971763"/>
                  </a:lnTo>
                  <a:lnTo>
                    <a:pt x="278444" y="972831"/>
                  </a:lnTo>
                  <a:lnTo>
                    <a:pt x="303590" y="976363"/>
                  </a:lnTo>
                  <a:lnTo>
                    <a:pt x="328747" y="979121"/>
                  </a:lnTo>
                  <a:lnTo>
                    <a:pt x="353893" y="981233"/>
                  </a:lnTo>
                  <a:lnTo>
                    <a:pt x="379038" y="982793"/>
                  </a:lnTo>
                  <a:lnTo>
                    <a:pt x="404196" y="983873"/>
                  </a:lnTo>
                  <a:lnTo>
                    <a:pt x="429341" y="984506"/>
                  </a:lnTo>
                  <a:lnTo>
                    <a:pt x="454487" y="984741"/>
                  </a:lnTo>
                  <a:lnTo>
                    <a:pt x="479644" y="984565"/>
                  </a:lnTo>
                  <a:lnTo>
                    <a:pt x="504790" y="983978"/>
                  </a:lnTo>
                  <a:lnTo>
                    <a:pt x="529936" y="982957"/>
                  </a:lnTo>
                  <a:lnTo>
                    <a:pt x="555093" y="981467"/>
                  </a:lnTo>
                  <a:lnTo>
                    <a:pt x="580239" y="979437"/>
                  </a:lnTo>
                  <a:lnTo>
                    <a:pt x="605384" y="976774"/>
                  </a:lnTo>
                  <a:lnTo>
                    <a:pt x="630542" y="973359"/>
                  </a:lnTo>
                  <a:lnTo>
                    <a:pt x="640363" y="971763"/>
                  </a:lnTo>
                  <a:lnTo>
                    <a:pt x="655687" y="969370"/>
                  </a:lnTo>
                  <a:lnTo>
                    <a:pt x="680833" y="964606"/>
                  </a:lnTo>
                  <a:lnTo>
                    <a:pt x="705990" y="958586"/>
                  </a:lnTo>
                  <a:lnTo>
                    <a:pt x="714580" y="956228"/>
                  </a:lnTo>
                  <a:lnTo>
                    <a:pt x="731136" y="951394"/>
                  </a:lnTo>
                  <a:lnTo>
                    <a:pt x="756282" y="942511"/>
                  </a:lnTo>
                  <a:lnTo>
                    <a:pt x="760952" y="940681"/>
                  </a:lnTo>
                  <a:lnTo>
                    <a:pt x="781439" y="931575"/>
                  </a:lnTo>
                  <a:lnTo>
                    <a:pt x="794135" y="925145"/>
                  </a:lnTo>
                  <a:lnTo>
                    <a:pt x="806585" y="917682"/>
                  </a:lnTo>
                  <a:lnTo>
                    <a:pt x="819140" y="909609"/>
                  </a:lnTo>
                  <a:lnTo>
                    <a:pt x="831730" y="899635"/>
                  </a:lnTo>
                  <a:lnTo>
                    <a:pt x="838618" y="894062"/>
                  </a:lnTo>
                  <a:lnTo>
                    <a:pt x="854048" y="878526"/>
                  </a:lnTo>
                  <a:lnTo>
                    <a:pt x="856876" y="875006"/>
                  </a:lnTo>
                  <a:lnTo>
                    <a:pt x="866956" y="862979"/>
                  </a:lnTo>
                  <a:lnTo>
                    <a:pt x="877094" y="847443"/>
                  </a:lnTo>
                  <a:lnTo>
                    <a:pt x="882033" y="837880"/>
                  </a:lnTo>
                  <a:lnTo>
                    <a:pt x="885413" y="831908"/>
                  </a:lnTo>
                  <a:lnTo>
                    <a:pt x="892559" y="816360"/>
                  </a:lnTo>
                  <a:lnTo>
                    <a:pt x="898109" y="800825"/>
                  </a:lnTo>
                  <a:lnTo>
                    <a:pt x="902392" y="785289"/>
                  </a:lnTo>
                  <a:lnTo>
                    <a:pt x="905665" y="769742"/>
                  </a:lnTo>
                  <a:lnTo>
                    <a:pt x="907179" y="760202"/>
                  </a:lnTo>
                  <a:lnTo>
                    <a:pt x="908294" y="754206"/>
                  </a:lnTo>
                  <a:lnTo>
                    <a:pt x="910371" y="738659"/>
                  </a:lnTo>
                  <a:lnTo>
                    <a:pt x="911732" y="723123"/>
                  </a:lnTo>
                  <a:lnTo>
                    <a:pt x="912448" y="707588"/>
                  </a:lnTo>
                  <a:lnTo>
                    <a:pt x="912588" y="692040"/>
                  </a:lnTo>
                  <a:lnTo>
                    <a:pt x="912213" y="676505"/>
                  </a:lnTo>
                  <a:lnTo>
                    <a:pt x="911356" y="660957"/>
                  </a:lnTo>
                  <a:lnTo>
                    <a:pt x="910042" y="645422"/>
                  </a:lnTo>
                  <a:lnTo>
                    <a:pt x="908282" y="629886"/>
                  </a:lnTo>
                  <a:lnTo>
                    <a:pt x="907179" y="621915"/>
                  </a:lnTo>
                  <a:lnTo>
                    <a:pt x="906287" y="614343"/>
                  </a:lnTo>
                  <a:lnTo>
                    <a:pt x="904128" y="598803"/>
                  </a:lnTo>
                  <a:lnTo>
                    <a:pt x="901617" y="583263"/>
                  </a:lnTo>
                  <a:lnTo>
                    <a:pt x="898754" y="567722"/>
                  </a:lnTo>
                  <a:lnTo>
                    <a:pt x="895527" y="552182"/>
                  </a:lnTo>
                  <a:lnTo>
                    <a:pt x="891937" y="536643"/>
                  </a:lnTo>
                  <a:lnTo>
                    <a:pt x="887959" y="521103"/>
                  </a:lnTo>
                  <a:lnTo>
                    <a:pt x="883582" y="505562"/>
                  </a:lnTo>
                  <a:lnTo>
                    <a:pt x="882033" y="500419"/>
                  </a:lnTo>
                  <a:lnTo>
                    <a:pt x="879276" y="490022"/>
                  </a:lnTo>
                  <a:lnTo>
                    <a:pt x="874841" y="474482"/>
                  </a:lnTo>
                  <a:lnTo>
                    <a:pt x="870006" y="458943"/>
                  </a:lnTo>
                  <a:lnTo>
                    <a:pt x="864761" y="443402"/>
                  </a:lnTo>
                  <a:lnTo>
                    <a:pt x="859059" y="427862"/>
                  </a:lnTo>
                  <a:lnTo>
                    <a:pt x="856876" y="422206"/>
                  </a:lnTo>
                  <a:lnTo>
                    <a:pt x="853438" y="412322"/>
                  </a:lnTo>
                  <a:lnTo>
                    <a:pt x="847688" y="396781"/>
                  </a:lnTo>
                  <a:lnTo>
                    <a:pt x="841458" y="381242"/>
                  </a:lnTo>
                  <a:lnTo>
                    <a:pt x="834734" y="365702"/>
                  </a:lnTo>
                  <a:lnTo>
                    <a:pt x="831730" y="359080"/>
                  </a:lnTo>
                  <a:lnTo>
                    <a:pt x="827999" y="350162"/>
                  </a:lnTo>
                  <a:lnTo>
                    <a:pt x="821111" y="334621"/>
                  </a:lnTo>
                  <a:lnTo>
                    <a:pt x="813684" y="319081"/>
                  </a:lnTo>
                  <a:lnTo>
                    <a:pt x="806585" y="305221"/>
                  </a:lnTo>
                  <a:lnTo>
                    <a:pt x="805775" y="303542"/>
                  </a:lnTo>
                  <a:lnTo>
                    <a:pt x="798043" y="288002"/>
                  </a:lnTo>
                  <a:lnTo>
                    <a:pt x="789711" y="272461"/>
                  </a:lnTo>
                  <a:lnTo>
                    <a:pt x="781439" y="258099"/>
                  </a:lnTo>
                  <a:lnTo>
                    <a:pt x="780782" y="256921"/>
                  </a:lnTo>
                  <a:lnTo>
                    <a:pt x="771946" y="241381"/>
                  </a:lnTo>
                  <a:lnTo>
                    <a:pt x="762407" y="225841"/>
                  </a:lnTo>
                  <a:lnTo>
                    <a:pt x="756282" y="216363"/>
                  </a:lnTo>
                  <a:lnTo>
                    <a:pt x="752410" y="210301"/>
                  </a:lnTo>
                  <a:lnTo>
                    <a:pt x="742096" y="194761"/>
                  </a:lnTo>
                  <a:lnTo>
                    <a:pt x="731136" y="179453"/>
                  </a:lnTo>
                  <a:lnTo>
                    <a:pt x="730972" y="179220"/>
                  </a:lnTo>
                  <a:lnTo>
                    <a:pt x="719567" y="163681"/>
                  </a:lnTo>
                  <a:lnTo>
                    <a:pt x="707246" y="148141"/>
                  </a:lnTo>
                  <a:lnTo>
                    <a:pt x="705990" y="146580"/>
                  </a:lnTo>
                  <a:lnTo>
                    <a:pt x="694304" y="132601"/>
                  </a:lnTo>
                  <a:lnTo>
                    <a:pt x="680833" y="117564"/>
                  </a:lnTo>
                  <a:lnTo>
                    <a:pt x="680352" y="117060"/>
                  </a:lnTo>
                  <a:lnTo>
                    <a:pt x="665380" y="101520"/>
                  </a:lnTo>
                  <a:lnTo>
                    <a:pt x="655687" y="91969"/>
                  </a:lnTo>
                  <a:lnTo>
                    <a:pt x="649046" y="85981"/>
                  </a:lnTo>
                  <a:lnTo>
                    <a:pt x="631152" y="70441"/>
                  </a:lnTo>
                  <a:lnTo>
                    <a:pt x="630542" y="69914"/>
                  </a:lnTo>
                  <a:lnTo>
                    <a:pt x="610782" y="54900"/>
                  </a:lnTo>
                  <a:lnTo>
                    <a:pt x="605384" y="50894"/>
                  </a:lnTo>
                  <a:lnTo>
                    <a:pt x="587138" y="39360"/>
                  </a:lnTo>
                  <a:lnTo>
                    <a:pt x="580239" y="35043"/>
                  </a:lnTo>
                  <a:lnTo>
                    <a:pt x="558132" y="23820"/>
                  </a:lnTo>
                  <a:lnTo>
                    <a:pt x="555093" y="22265"/>
                  </a:lnTo>
                  <a:lnTo>
                    <a:pt x="529936" y="12332"/>
                  </a:lnTo>
                  <a:lnTo>
                    <a:pt x="515081" y="8281"/>
                  </a:lnTo>
                  <a:lnTo>
                    <a:pt x="504790" y="5382"/>
                  </a:lnTo>
                  <a:lnTo>
                    <a:pt x="479644" y="1237"/>
                  </a:lnTo>
                  <a:lnTo>
                    <a:pt x="454487" y="0"/>
                  </a:lnTo>
                  <a:lnTo>
                    <a:pt x="429341" y="1620"/>
                  </a:lnTo>
                  <a:lnTo>
                    <a:pt x="404196" y="6165"/>
                  </a:lnTo>
                  <a:lnTo>
                    <a:pt x="397073" y="8281"/>
                  </a:lnTo>
                  <a:lnTo>
                    <a:pt x="379038" y="13470"/>
                  </a:lnTo>
                  <a:lnTo>
                    <a:pt x="353975" y="23820"/>
                  </a:lnTo>
                  <a:lnTo>
                    <a:pt x="353893" y="23854"/>
                  </a:lnTo>
                  <a:lnTo>
                    <a:pt x="328747" y="37024"/>
                  </a:lnTo>
                  <a:lnTo>
                    <a:pt x="325098" y="39360"/>
                  </a:lnTo>
                  <a:lnTo>
                    <a:pt x="303590" y="53296"/>
                  </a:lnTo>
                  <a:lnTo>
                    <a:pt x="301478" y="54900"/>
                  </a:lnTo>
                  <a:lnTo>
                    <a:pt x="281260" y="70441"/>
                  </a:lnTo>
                  <a:lnTo>
                    <a:pt x="278444" y="72647"/>
                  </a:lnTo>
                  <a:lnTo>
                    <a:pt x="263319" y="85981"/>
                  </a:lnTo>
                  <a:lnTo>
                    <a:pt x="253299" y="95183"/>
                  </a:lnTo>
                  <a:lnTo>
                    <a:pt x="246962" y="101520"/>
                  </a:lnTo>
                  <a:lnTo>
                    <a:pt x="231990" y="117060"/>
                  </a:lnTo>
                  <a:lnTo>
                    <a:pt x="228153" y="121167"/>
                  </a:lnTo>
                  <a:lnTo>
                    <a:pt x="218038" y="132601"/>
                  </a:lnTo>
                  <a:lnTo>
                    <a:pt x="205108" y="148141"/>
                  </a:lnTo>
                  <a:lnTo>
                    <a:pt x="202996" y="150727"/>
                  </a:lnTo>
                  <a:lnTo>
                    <a:pt x="192787" y="163681"/>
                  </a:lnTo>
                  <a:lnTo>
                    <a:pt x="181311" y="179220"/>
                  </a:lnTo>
                  <a:lnTo>
                    <a:pt x="177850" y="184072"/>
                  </a:lnTo>
                  <a:lnTo>
                    <a:pt x="170270" y="194761"/>
                  </a:lnTo>
                  <a:lnTo>
                    <a:pt x="159862" y="210301"/>
                  </a:lnTo>
                  <a:lnTo>
                    <a:pt x="152704" y="221672"/>
                  </a:lnTo>
                  <a:lnTo>
                    <a:pt x="150029" y="225841"/>
                  </a:lnTo>
                  <a:lnTo>
                    <a:pt x="140384" y="241381"/>
                  </a:lnTo>
                  <a:lnTo>
                    <a:pt x="131442" y="256921"/>
                  </a:lnTo>
                  <a:lnTo>
                    <a:pt x="127547" y="264008"/>
                  </a:lnTo>
                  <a:lnTo>
                    <a:pt x="122724" y="272461"/>
                  </a:lnTo>
                  <a:lnTo>
                    <a:pt x="114264" y="288002"/>
                  </a:lnTo>
                  <a:lnTo>
                    <a:pt x="106438" y="303542"/>
                  </a:lnTo>
                  <a:lnTo>
                    <a:pt x="102401" y="311961"/>
                  </a:lnTo>
                  <a:lnTo>
                    <a:pt x="98775" y="319081"/>
                  </a:lnTo>
                  <a:lnTo>
                    <a:pt x="91231" y="334621"/>
                  </a:lnTo>
                  <a:lnTo>
                    <a:pt x="84237" y="350162"/>
                  </a:lnTo>
                  <a:lnTo>
                    <a:pt x="77760" y="365702"/>
                  </a:lnTo>
                  <a:lnTo>
                    <a:pt x="77256" y="366957"/>
                  </a:lnTo>
                  <a:lnTo>
                    <a:pt x="70978" y="381242"/>
                  </a:lnTo>
                  <a:lnTo>
                    <a:pt x="64630" y="396781"/>
                  </a:lnTo>
                  <a:lnTo>
                    <a:pt x="58763" y="412322"/>
                  </a:lnTo>
                  <a:lnTo>
                    <a:pt x="53342" y="427862"/>
                  </a:lnTo>
                  <a:lnTo>
                    <a:pt x="52098" y="431600"/>
                  </a:lnTo>
                  <a:lnTo>
                    <a:pt x="47733" y="443402"/>
                  </a:lnTo>
                  <a:lnTo>
                    <a:pt x="42359" y="458943"/>
                  </a:lnTo>
                  <a:lnTo>
                    <a:pt x="37431" y="474482"/>
                  </a:lnTo>
                  <a:lnTo>
                    <a:pt x="32902" y="490022"/>
                  </a:lnTo>
                  <a:lnTo>
                    <a:pt x="28748" y="505562"/>
                  </a:lnTo>
                  <a:lnTo>
                    <a:pt x="26953" y="512790"/>
                  </a:lnTo>
                  <a:lnTo>
                    <a:pt x="24594" y="521103"/>
                  </a:lnTo>
                  <a:lnTo>
                    <a:pt x="20522" y="536643"/>
                  </a:lnTo>
                  <a:lnTo>
                    <a:pt x="16838" y="552182"/>
                  </a:lnTo>
                  <a:lnTo>
                    <a:pt x="13541" y="567722"/>
                  </a:lnTo>
                  <a:lnTo>
                    <a:pt x="10607" y="583263"/>
                  </a:lnTo>
                  <a:lnTo>
                    <a:pt x="8038" y="598803"/>
                  </a:lnTo>
                  <a:lnTo>
                    <a:pt x="5820" y="614343"/>
                  </a:lnTo>
                  <a:lnTo>
                    <a:pt x="3966" y="629886"/>
                  </a:lnTo>
                  <a:lnTo>
                    <a:pt x="2476" y="645422"/>
                  </a:lnTo>
                  <a:lnTo>
                    <a:pt x="1807" y="654762"/>
                  </a:lnTo>
                  <a:lnTo>
                    <a:pt x="1267" y="660957"/>
                  </a:lnTo>
                  <a:lnTo>
                    <a:pt x="387" y="676505"/>
                  </a:lnTo>
                  <a:lnTo>
                    <a:pt x="0" y="692040"/>
                  </a:lnTo>
                  <a:lnTo>
                    <a:pt x="152" y="707588"/>
                  </a:lnTo>
                  <a:lnTo>
                    <a:pt x="880" y="723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453399F6-3234-E954-4BC4-B43ACD5D9B2C}"/>
                </a:ext>
              </a:extLst>
            </p:cNvPr>
            <p:cNvSpPr/>
            <p:nvPr/>
          </p:nvSpPr>
          <p:spPr>
            <a:xfrm>
              <a:off x="4790624" y="3705549"/>
              <a:ext cx="754803" cy="802434"/>
            </a:xfrm>
            <a:custGeom>
              <a:avLst/>
              <a:gdLst>
                <a:gd name="csX0" fmla="*/ 7791 w 754803"/>
                <a:gd name="csY0" fmla="*/ 615338 h 802434"/>
                <a:gd name="csX1" fmla="*/ 12039 w 754803"/>
                <a:gd name="csY1" fmla="*/ 630886 h 802434"/>
                <a:gd name="csX2" fmla="*/ 17613 w 754803"/>
                <a:gd name="csY2" fmla="*/ 646421 h 802434"/>
                <a:gd name="csX3" fmla="*/ 23620 w 754803"/>
                <a:gd name="csY3" fmla="*/ 659505 h 802434"/>
                <a:gd name="csX4" fmla="*/ 24676 w 754803"/>
                <a:gd name="csY4" fmla="*/ 661957 h 802434"/>
                <a:gd name="csX5" fmla="*/ 32925 w 754803"/>
                <a:gd name="csY5" fmla="*/ 677504 h 802434"/>
                <a:gd name="csX6" fmla="*/ 43568 w 754803"/>
                <a:gd name="csY6" fmla="*/ 693040 h 802434"/>
                <a:gd name="csX7" fmla="*/ 48766 w 754803"/>
                <a:gd name="csY7" fmla="*/ 699212 h 802434"/>
                <a:gd name="csX8" fmla="*/ 56604 w 754803"/>
                <a:gd name="csY8" fmla="*/ 708575 h 802434"/>
                <a:gd name="csX9" fmla="*/ 73125 w 754803"/>
                <a:gd name="csY9" fmla="*/ 724123 h 802434"/>
                <a:gd name="csX10" fmla="*/ 73923 w 754803"/>
                <a:gd name="csY10" fmla="*/ 724745 h 802434"/>
                <a:gd name="csX11" fmla="*/ 93707 w 754803"/>
                <a:gd name="csY11" fmla="*/ 739658 h 802434"/>
                <a:gd name="csX12" fmla="*/ 99069 w 754803"/>
                <a:gd name="csY12" fmla="*/ 742991 h 802434"/>
                <a:gd name="csX13" fmla="*/ 120683 w 754803"/>
                <a:gd name="csY13" fmla="*/ 755206 h 802434"/>
                <a:gd name="csX14" fmla="*/ 124215 w 754803"/>
                <a:gd name="csY14" fmla="*/ 756907 h 802434"/>
                <a:gd name="csX15" fmla="*/ 149372 w 754803"/>
                <a:gd name="csY15" fmla="*/ 767761 h 802434"/>
                <a:gd name="csX16" fmla="*/ 157421 w 754803"/>
                <a:gd name="csY16" fmla="*/ 770742 h 802434"/>
                <a:gd name="csX17" fmla="*/ 174518 w 754803"/>
                <a:gd name="csY17" fmla="*/ 776432 h 802434"/>
                <a:gd name="csX18" fmla="*/ 199663 w 754803"/>
                <a:gd name="csY18" fmla="*/ 783332 h 802434"/>
                <a:gd name="csX19" fmla="*/ 212711 w 754803"/>
                <a:gd name="csY19" fmla="*/ 786277 h 802434"/>
                <a:gd name="csX20" fmla="*/ 224809 w 754803"/>
                <a:gd name="csY20" fmla="*/ 788894 h 802434"/>
                <a:gd name="csX21" fmla="*/ 249966 w 754803"/>
                <a:gd name="csY21" fmla="*/ 793329 h 802434"/>
                <a:gd name="csX22" fmla="*/ 275112 w 754803"/>
                <a:gd name="csY22" fmla="*/ 796732 h 802434"/>
                <a:gd name="csX23" fmla="*/ 300258 w 754803"/>
                <a:gd name="csY23" fmla="*/ 799255 h 802434"/>
                <a:gd name="csX24" fmla="*/ 325415 w 754803"/>
                <a:gd name="csY24" fmla="*/ 800991 h 802434"/>
                <a:gd name="csX25" fmla="*/ 345585 w 754803"/>
                <a:gd name="csY25" fmla="*/ 801824 h 802434"/>
                <a:gd name="csX26" fmla="*/ 350561 w 754803"/>
                <a:gd name="csY26" fmla="*/ 802036 h 802434"/>
                <a:gd name="csX27" fmla="*/ 375706 w 754803"/>
                <a:gd name="csY27" fmla="*/ 802435 h 802434"/>
                <a:gd name="csX28" fmla="*/ 400864 w 754803"/>
                <a:gd name="csY28" fmla="*/ 802130 h 802434"/>
                <a:gd name="csX29" fmla="*/ 408655 w 754803"/>
                <a:gd name="csY29" fmla="*/ 801824 h 802434"/>
                <a:gd name="csX30" fmla="*/ 426009 w 754803"/>
                <a:gd name="csY30" fmla="*/ 801167 h 802434"/>
                <a:gd name="csX31" fmla="*/ 451155 w 754803"/>
                <a:gd name="csY31" fmla="*/ 799525 h 802434"/>
                <a:gd name="csX32" fmla="*/ 476312 w 754803"/>
                <a:gd name="csY32" fmla="*/ 797119 h 802434"/>
                <a:gd name="csX33" fmla="*/ 501458 w 754803"/>
                <a:gd name="csY33" fmla="*/ 793845 h 802434"/>
                <a:gd name="csX34" fmla="*/ 526604 w 754803"/>
                <a:gd name="csY34" fmla="*/ 789551 h 802434"/>
                <a:gd name="csX35" fmla="*/ 542081 w 754803"/>
                <a:gd name="csY35" fmla="*/ 786277 h 802434"/>
                <a:gd name="csX36" fmla="*/ 551761 w 754803"/>
                <a:gd name="csY36" fmla="*/ 784141 h 802434"/>
                <a:gd name="csX37" fmla="*/ 576907 w 754803"/>
                <a:gd name="csY37" fmla="*/ 777453 h 802434"/>
                <a:gd name="csX38" fmla="*/ 597359 w 754803"/>
                <a:gd name="csY38" fmla="*/ 770742 h 802434"/>
                <a:gd name="csX39" fmla="*/ 602052 w 754803"/>
                <a:gd name="csY39" fmla="*/ 769040 h 802434"/>
                <a:gd name="csX40" fmla="*/ 627210 w 754803"/>
                <a:gd name="csY40" fmla="*/ 758503 h 802434"/>
                <a:gd name="csX41" fmla="*/ 634144 w 754803"/>
                <a:gd name="csY41" fmla="*/ 755206 h 802434"/>
                <a:gd name="csX42" fmla="*/ 652355 w 754803"/>
                <a:gd name="csY42" fmla="*/ 745056 h 802434"/>
                <a:gd name="csX43" fmla="*/ 661120 w 754803"/>
                <a:gd name="csY43" fmla="*/ 739658 h 802434"/>
                <a:gd name="csX44" fmla="*/ 677501 w 754803"/>
                <a:gd name="csY44" fmla="*/ 727467 h 802434"/>
                <a:gd name="csX45" fmla="*/ 681772 w 754803"/>
                <a:gd name="csY45" fmla="*/ 724123 h 802434"/>
                <a:gd name="csX46" fmla="*/ 698106 w 754803"/>
                <a:gd name="csY46" fmla="*/ 708575 h 802434"/>
                <a:gd name="csX47" fmla="*/ 702658 w 754803"/>
                <a:gd name="csY47" fmla="*/ 703213 h 802434"/>
                <a:gd name="csX48" fmla="*/ 711294 w 754803"/>
                <a:gd name="csY48" fmla="*/ 693040 h 802434"/>
                <a:gd name="csX49" fmla="*/ 721784 w 754803"/>
                <a:gd name="csY49" fmla="*/ 677504 h 802434"/>
                <a:gd name="csX50" fmla="*/ 727804 w 754803"/>
                <a:gd name="csY50" fmla="*/ 666205 h 802434"/>
                <a:gd name="csX51" fmla="*/ 730174 w 754803"/>
                <a:gd name="csY51" fmla="*/ 661957 h 802434"/>
                <a:gd name="csX52" fmla="*/ 737261 w 754803"/>
                <a:gd name="csY52" fmla="*/ 646421 h 802434"/>
                <a:gd name="csX53" fmla="*/ 742729 w 754803"/>
                <a:gd name="csY53" fmla="*/ 630886 h 802434"/>
                <a:gd name="csX54" fmla="*/ 746907 w 754803"/>
                <a:gd name="csY54" fmla="*/ 615338 h 802434"/>
                <a:gd name="csX55" fmla="*/ 750016 w 754803"/>
                <a:gd name="csY55" fmla="*/ 599803 h 802434"/>
                <a:gd name="csX56" fmla="*/ 752234 w 754803"/>
                <a:gd name="csY56" fmla="*/ 584255 h 802434"/>
                <a:gd name="csX57" fmla="*/ 752950 w 754803"/>
                <a:gd name="csY57" fmla="*/ 576488 h 802434"/>
                <a:gd name="csX58" fmla="*/ 753771 w 754803"/>
                <a:gd name="csY58" fmla="*/ 568720 h 802434"/>
                <a:gd name="csX59" fmla="*/ 754627 w 754803"/>
                <a:gd name="csY59" fmla="*/ 553184 h 802434"/>
                <a:gd name="csX60" fmla="*/ 754803 w 754803"/>
                <a:gd name="csY60" fmla="*/ 537637 h 802434"/>
                <a:gd name="csX61" fmla="*/ 754346 w 754803"/>
                <a:gd name="csY61" fmla="*/ 522101 h 802434"/>
                <a:gd name="csX62" fmla="*/ 753313 w 754803"/>
                <a:gd name="csY62" fmla="*/ 506554 h 802434"/>
                <a:gd name="csX63" fmla="*/ 752950 w 754803"/>
                <a:gd name="csY63" fmla="*/ 503034 h 802434"/>
                <a:gd name="csX64" fmla="*/ 751870 w 754803"/>
                <a:gd name="csY64" fmla="*/ 491018 h 802434"/>
                <a:gd name="csX65" fmla="*/ 750016 w 754803"/>
                <a:gd name="csY65" fmla="*/ 475483 h 802434"/>
                <a:gd name="csX66" fmla="*/ 747705 w 754803"/>
                <a:gd name="csY66" fmla="*/ 459940 h 802434"/>
                <a:gd name="csX67" fmla="*/ 744947 w 754803"/>
                <a:gd name="csY67" fmla="*/ 444400 h 802434"/>
                <a:gd name="csX68" fmla="*/ 741732 w 754803"/>
                <a:gd name="csY68" fmla="*/ 428859 h 802434"/>
                <a:gd name="csX69" fmla="*/ 738083 w 754803"/>
                <a:gd name="csY69" fmla="*/ 413319 h 802434"/>
                <a:gd name="csX70" fmla="*/ 733964 w 754803"/>
                <a:gd name="csY70" fmla="*/ 397779 h 802434"/>
                <a:gd name="csX71" fmla="*/ 729388 w 754803"/>
                <a:gd name="csY71" fmla="*/ 382240 h 802434"/>
                <a:gd name="csX72" fmla="*/ 727804 w 754803"/>
                <a:gd name="csY72" fmla="*/ 377284 h 802434"/>
                <a:gd name="csX73" fmla="*/ 724683 w 754803"/>
                <a:gd name="csY73" fmla="*/ 366699 h 802434"/>
                <a:gd name="csX74" fmla="*/ 719696 w 754803"/>
                <a:gd name="csY74" fmla="*/ 351159 h 802434"/>
                <a:gd name="csX75" fmla="*/ 714228 w 754803"/>
                <a:gd name="csY75" fmla="*/ 335619 h 802434"/>
                <a:gd name="csX76" fmla="*/ 708267 w 754803"/>
                <a:gd name="csY76" fmla="*/ 320078 h 802434"/>
                <a:gd name="csX77" fmla="*/ 702658 w 754803"/>
                <a:gd name="csY77" fmla="*/ 306581 h 802434"/>
                <a:gd name="csX78" fmla="*/ 701849 w 754803"/>
                <a:gd name="csY78" fmla="*/ 304539 h 802434"/>
                <a:gd name="csX79" fmla="*/ 695418 w 754803"/>
                <a:gd name="csY79" fmla="*/ 288999 h 802434"/>
                <a:gd name="csX80" fmla="*/ 688449 w 754803"/>
                <a:gd name="csY80" fmla="*/ 273459 h 802434"/>
                <a:gd name="csX81" fmla="*/ 680904 w 754803"/>
                <a:gd name="csY81" fmla="*/ 257918 h 802434"/>
                <a:gd name="csX82" fmla="*/ 677501 w 754803"/>
                <a:gd name="csY82" fmla="*/ 251272 h 802434"/>
                <a:gd name="csX83" fmla="*/ 673077 w 754803"/>
                <a:gd name="csY83" fmla="*/ 242378 h 802434"/>
                <a:gd name="csX84" fmla="*/ 664875 w 754803"/>
                <a:gd name="csY84" fmla="*/ 226839 h 802434"/>
                <a:gd name="csX85" fmla="*/ 656004 w 754803"/>
                <a:gd name="csY85" fmla="*/ 211298 h 802434"/>
                <a:gd name="csX86" fmla="*/ 652355 w 754803"/>
                <a:gd name="csY86" fmla="*/ 205173 h 802434"/>
                <a:gd name="csX87" fmla="*/ 646746 w 754803"/>
                <a:gd name="csY87" fmla="*/ 195758 h 802434"/>
                <a:gd name="csX88" fmla="*/ 636949 w 754803"/>
                <a:gd name="csY88" fmla="*/ 180218 h 802434"/>
                <a:gd name="csX89" fmla="*/ 627210 w 754803"/>
                <a:gd name="csY89" fmla="*/ 165846 h 802434"/>
                <a:gd name="csX90" fmla="*/ 626388 w 754803"/>
                <a:gd name="csY90" fmla="*/ 164678 h 802434"/>
                <a:gd name="csX91" fmla="*/ 615335 w 754803"/>
                <a:gd name="csY91" fmla="*/ 149138 h 802434"/>
                <a:gd name="csX92" fmla="*/ 603390 w 754803"/>
                <a:gd name="csY92" fmla="*/ 133598 h 802434"/>
                <a:gd name="csX93" fmla="*/ 602052 w 754803"/>
                <a:gd name="csY93" fmla="*/ 131904 h 802434"/>
                <a:gd name="csX94" fmla="*/ 590577 w 754803"/>
                <a:gd name="csY94" fmla="*/ 118058 h 802434"/>
                <a:gd name="csX95" fmla="*/ 576907 w 754803"/>
                <a:gd name="csY95" fmla="*/ 102672 h 802434"/>
                <a:gd name="csX96" fmla="*/ 576754 w 754803"/>
                <a:gd name="csY96" fmla="*/ 102517 h 802434"/>
                <a:gd name="csX97" fmla="*/ 561535 w 754803"/>
                <a:gd name="csY97" fmla="*/ 86977 h 802434"/>
                <a:gd name="csX98" fmla="*/ 551761 w 754803"/>
                <a:gd name="csY98" fmla="*/ 77503 h 802434"/>
                <a:gd name="csX99" fmla="*/ 544744 w 754803"/>
                <a:gd name="csY99" fmla="*/ 71438 h 802434"/>
                <a:gd name="csX100" fmla="*/ 526604 w 754803"/>
                <a:gd name="csY100" fmla="*/ 56339 h 802434"/>
                <a:gd name="csX101" fmla="*/ 525993 w 754803"/>
                <a:gd name="csY101" fmla="*/ 55898 h 802434"/>
                <a:gd name="csX102" fmla="*/ 503899 w 754803"/>
                <a:gd name="csY102" fmla="*/ 40357 h 802434"/>
                <a:gd name="csX103" fmla="*/ 501458 w 754803"/>
                <a:gd name="csY103" fmla="*/ 38674 h 802434"/>
                <a:gd name="csX104" fmla="*/ 476875 w 754803"/>
                <a:gd name="csY104" fmla="*/ 24817 h 802434"/>
                <a:gd name="csX105" fmla="*/ 476312 w 754803"/>
                <a:gd name="csY105" fmla="*/ 24500 h 802434"/>
                <a:gd name="csX106" fmla="*/ 451155 w 754803"/>
                <a:gd name="csY106" fmla="*/ 13533 h 802434"/>
                <a:gd name="csX107" fmla="*/ 437039 w 754803"/>
                <a:gd name="csY107" fmla="*/ 9278 h 802434"/>
                <a:gd name="csX108" fmla="*/ 426009 w 754803"/>
                <a:gd name="csY108" fmla="*/ 5880 h 802434"/>
                <a:gd name="csX109" fmla="*/ 400864 w 754803"/>
                <a:gd name="csY109" fmla="*/ 1352 h 802434"/>
                <a:gd name="csX110" fmla="*/ 375706 w 754803"/>
                <a:gd name="csY110" fmla="*/ 0 h 802434"/>
                <a:gd name="csX111" fmla="*/ 350561 w 754803"/>
                <a:gd name="csY111" fmla="*/ 1771 h 802434"/>
                <a:gd name="csX112" fmla="*/ 325415 w 754803"/>
                <a:gd name="csY112" fmla="*/ 6736 h 802434"/>
                <a:gd name="csX113" fmla="*/ 317588 w 754803"/>
                <a:gd name="csY113" fmla="*/ 9278 h 802434"/>
                <a:gd name="csX114" fmla="*/ 300258 w 754803"/>
                <a:gd name="csY114" fmla="*/ 14790 h 802434"/>
                <a:gd name="csX115" fmla="*/ 278139 w 754803"/>
                <a:gd name="csY115" fmla="*/ 24817 h 802434"/>
                <a:gd name="csX116" fmla="*/ 275112 w 754803"/>
                <a:gd name="csY116" fmla="*/ 26182 h 802434"/>
                <a:gd name="csX117" fmla="*/ 250811 w 754803"/>
                <a:gd name="csY117" fmla="*/ 40357 h 802434"/>
                <a:gd name="csX118" fmla="*/ 249966 w 754803"/>
                <a:gd name="csY118" fmla="*/ 40858 h 802434"/>
                <a:gd name="csX119" fmla="*/ 228939 w 754803"/>
                <a:gd name="csY119" fmla="*/ 55898 h 802434"/>
                <a:gd name="csX120" fmla="*/ 224809 w 754803"/>
                <a:gd name="csY120" fmla="*/ 58919 h 802434"/>
                <a:gd name="csX121" fmla="*/ 210071 w 754803"/>
                <a:gd name="csY121" fmla="*/ 71438 h 802434"/>
                <a:gd name="csX122" fmla="*/ 199663 w 754803"/>
                <a:gd name="csY122" fmla="*/ 80631 h 802434"/>
                <a:gd name="csX123" fmla="*/ 193221 w 754803"/>
                <a:gd name="csY123" fmla="*/ 86977 h 802434"/>
                <a:gd name="csX124" fmla="*/ 178073 w 754803"/>
                <a:gd name="csY124" fmla="*/ 102517 h 802434"/>
                <a:gd name="csX125" fmla="*/ 174518 w 754803"/>
                <a:gd name="csY125" fmla="*/ 106277 h 802434"/>
                <a:gd name="csX126" fmla="*/ 164204 w 754803"/>
                <a:gd name="csY126" fmla="*/ 118058 h 802434"/>
                <a:gd name="csX127" fmla="*/ 151414 w 754803"/>
                <a:gd name="csY127" fmla="*/ 133598 h 802434"/>
                <a:gd name="csX128" fmla="*/ 149372 w 754803"/>
                <a:gd name="csY128" fmla="*/ 136149 h 802434"/>
                <a:gd name="csX129" fmla="*/ 139457 w 754803"/>
                <a:gd name="csY129" fmla="*/ 149138 h 802434"/>
                <a:gd name="csX130" fmla="*/ 128357 w 754803"/>
                <a:gd name="csY130" fmla="*/ 164678 h 802434"/>
                <a:gd name="csX131" fmla="*/ 124215 w 754803"/>
                <a:gd name="csY131" fmla="*/ 170732 h 802434"/>
                <a:gd name="csX132" fmla="*/ 117867 w 754803"/>
                <a:gd name="csY132" fmla="*/ 180218 h 802434"/>
                <a:gd name="csX133" fmla="*/ 108010 w 754803"/>
                <a:gd name="csY133" fmla="*/ 195758 h 802434"/>
                <a:gd name="csX134" fmla="*/ 99069 w 754803"/>
                <a:gd name="csY134" fmla="*/ 210966 h 802434"/>
                <a:gd name="csX135" fmla="*/ 98869 w 754803"/>
                <a:gd name="csY135" fmla="*/ 211298 h 802434"/>
                <a:gd name="csX136" fmla="*/ 89928 w 754803"/>
                <a:gd name="csY136" fmla="*/ 226839 h 802434"/>
                <a:gd name="csX137" fmla="*/ 81656 w 754803"/>
                <a:gd name="csY137" fmla="*/ 242378 h 802434"/>
                <a:gd name="csX138" fmla="*/ 74005 w 754803"/>
                <a:gd name="csY138" fmla="*/ 257918 h 802434"/>
                <a:gd name="csX139" fmla="*/ 73923 w 754803"/>
                <a:gd name="csY139" fmla="*/ 258097 h 802434"/>
                <a:gd name="csX140" fmla="*/ 66367 w 754803"/>
                <a:gd name="csY140" fmla="*/ 273459 h 802434"/>
                <a:gd name="csX141" fmla="*/ 59315 w 754803"/>
                <a:gd name="csY141" fmla="*/ 288999 h 802434"/>
                <a:gd name="csX142" fmla="*/ 52814 w 754803"/>
                <a:gd name="csY142" fmla="*/ 304539 h 802434"/>
                <a:gd name="csX143" fmla="*/ 48766 w 754803"/>
                <a:gd name="csY143" fmla="*/ 314921 h 802434"/>
                <a:gd name="csX144" fmla="*/ 46642 w 754803"/>
                <a:gd name="csY144" fmla="*/ 320078 h 802434"/>
                <a:gd name="csX145" fmla="*/ 40587 w 754803"/>
                <a:gd name="csY145" fmla="*/ 335619 h 802434"/>
                <a:gd name="csX146" fmla="*/ 35049 w 754803"/>
                <a:gd name="csY146" fmla="*/ 351159 h 802434"/>
                <a:gd name="csX147" fmla="*/ 29992 w 754803"/>
                <a:gd name="csY147" fmla="*/ 366699 h 802434"/>
                <a:gd name="csX148" fmla="*/ 25392 w 754803"/>
                <a:gd name="csY148" fmla="*/ 382240 h 802434"/>
                <a:gd name="csX149" fmla="*/ 23620 w 754803"/>
                <a:gd name="csY149" fmla="*/ 388773 h 802434"/>
                <a:gd name="csX150" fmla="*/ 20957 w 754803"/>
                <a:gd name="csY150" fmla="*/ 397779 h 802434"/>
                <a:gd name="csX151" fmla="*/ 16768 w 754803"/>
                <a:gd name="csY151" fmla="*/ 413319 h 802434"/>
                <a:gd name="csX152" fmla="*/ 13060 w 754803"/>
                <a:gd name="csY152" fmla="*/ 428859 h 802434"/>
                <a:gd name="csX153" fmla="*/ 9798 w 754803"/>
                <a:gd name="csY153" fmla="*/ 444400 h 802434"/>
                <a:gd name="csX154" fmla="*/ 6993 w 754803"/>
                <a:gd name="csY154" fmla="*/ 459940 h 802434"/>
                <a:gd name="csX155" fmla="*/ 4647 w 754803"/>
                <a:gd name="csY155" fmla="*/ 475483 h 802434"/>
                <a:gd name="csX156" fmla="*/ 2758 w 754803"/>
                <a:gd name="csY156" fmla="*/ 491018 h 802434"/>
                <a:gd name="csX157" fmla="*/ 1338 w 754803"/>
                <a:gd name="csY157" fmla="*/ 506554 h 802434"/>
                <a:gd name="csX158" fmla="*/ 411 w 754803"/>
                <a:gd name="csY158" fmla="*/ 522101 h 802434"/>
                <a:gd name="csX159" fmla="*/ 0 w 754803"/>
                <a:gd name="csY159" fmla="*/ 537637 h 802434"/>
                <a:gd name="csX160" fmla="*/ 153 w 754803"/>
                <a:gd name="csY160" fmla="*/ 553184 h 802434"/>
                <a:gd name="csX161" fmla="*/ 927 w 754803"/>
                <a:gd name="csY161" fmla="*/ 568720 h 802434"/>
                <a:gd name="csX162" fmla="*/ 2382 w 754803"/>
                <a:gd name="csY162" fmla="*/ 584255 h 802434"/>
                <a:gd name="csX163" fmla="*/ 4635 w 754803"/>
                <a:gd name="csY163" fmla="*/ 599803 h 802434"/>
                <a:gd name="csX164" fmla="*/ 7791 w 754803"/>
                <a:gd name="csY164" fmla="*/ 615338 h 8024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</a:cxnLst>
              <a:rect l="l" t="t" r="r" b="b"/>
              <a:pathLst>
                <a:path w="754803" h="802434">
                  <a:moveTo>
                    <a:pt x="7791" y="615338"/>
                  </a:moveTo>
                  <a:lnTo>
                    <a:pt x="12039" y="630886"/>
                  </a:lnTo>
                  <a:lnTo>
                    <a:pt x="17613" y="646421"/>
                  </a:lnTo>
                  <a:lnTo>
                    <a:pt x="23620" y="659505"/>
                  </a:lnTo>
                  <a:lnTo>
                    <a:pt x="24676" y="661957"/>
                  </a:lnTo>
                  <a:lnTo>
                    <a:pt x="32925" y="677504"/>
                  </a:lnTo>
                  <a:lnTo>
                    <a:pt x="43568" y="693040"/>
                  </a:lnTo>
                  <a:lnTo>
                    <a:pt x="48766" y="699212"/>
                  </a:lnTo>
                  <a:lnTo>
                    <a:pt x="56604" y="708575"/>
                  </a:lnTo>
                  <a:lnTo>
                    <a:pt x="73125" y="724123"/>
                  </a:lnTo>
                  <a:lnTo>
                    <a:pt x="73923" y="724745"/>
                  </a:lnTo>
                  <a:lnTo>
                    <a:pt x="93707" y="739658"/>
                  </a:lnTo>
                  <a:lnTo>
                    <a:pt x="99069" y="742991"/>
                  </a:lnTo>
                  <a:lnTo>
                    <a:pt x="120683" y="755206"/>
                  </a:lnTo>
                  <a:lnTo>
                    <a:pt x="124215" y="756907"/>
                  </a:lnTo>
                  <a:lnTo>
                    <a:pt x="149372" y="767761"/>
                  </a:lnTo>
                  <a:lnTo>
                    <a:pt x="157421" y="770742"/>
                  </a:lnTo>
                  <a:lnTo>
                    <a:pt x="174518" y="776432"/>
                  </a:lnTo>
                  <a:lnTo>
                    <a:pt x="199663" y="783332"/>
                  </a:lnTo>
                  <a:lnTo>
                    <a:pt x="212711" y="786277"/>
                  </a:lnTo>
                  <a:lnTo>
                    <a:pt x="224809" y="788894"/>
                  </a:lnTo>
                  <a:lnTo>
                    <a:pt x="249966" y="793329"/>
                  </a:lnTo>
                  <a:lnTo>
                    <a:pt x="275112" y="796732"/>
                  </a:lnTo>
                  <a:lnTo>
                    <a:pt x="300258" y="799255"/>
                  </a:lnTo>
                  <a:lnTo>
                    <a:pt x="325415" y="800991"/>
                  </a:lnTo>
                  <a:lnTo>
                    <a:pt x="345585" y="801824"/>
                  </a:lnTo>
                  <a:lnTo>
                    <a:pt x="350561" y="802036"/>
                  </a:lnTo>
                  <a:lnTo>
                    <a:pt x="375706" y="802435"/>
                  </a:lnTo>
                  <a:lnTo>
                    <a:pt x="400864" y="802130"/>
                  </a:lnTo>
                  <a:lnTo>
                    <a:pt x="408655" y="801824"/>
                  </a:lnTo>
                  <a:lnTo>
                    <a:pt x="426009" y="801167"/>
                  </a:lnTo>
                  <a:lnTo>
                    <a:pt x="451155" y="799525"/>
                  </a:lnTo>
                  <a:lnTo>
                    <a:pt x="476312" y="797119"/>
                  </a:lnTo>
                  <a:lnTo>
                    <a:pt x="501458" y="793845"/>
                  </a:lnTo>
                  <a:lnTo>
                    <a:pt x="526604" y="789551"/>
                  </a:lnTo>
                  <a:lnTo>
                    <a:pt x="542081" y="786277"/>
                  </a:lnTo>
                  <a:lnTo>
                    <a:pt x="551761" y="784141"/>
                  </a:lnTo>
                  <a:lnTo>
                    <a:pt x="576907" y="777453"/>
                  </a:lnTo>
                  <a:lnTo>
                    <a:pt x="597359" y="770742"/>
                  </a:lnTo>
                  <a:lnTo>
                    <a:pt x="602052" y="769040"/>
                  </a:lnTo>
                  <a:lnTo>
                    <a:pt x="627210" y="758503"/>
                  </a:lnTo>
                  <a:lnTo>
                    <a:pt x="634144" y="755206"/>
                  </a:lnTo>
                  <a:lnTo>
                    <a:pt x="652355" y="745056"/>
                  </a:lnTo>
                  <a:lnTo>
                    <a:pt x="661120" y="739658"/>
                  </a:lnTo>
                  <a:lnTo>
                    <a:pt x="677501" y="727467"/>
                  </a:lnTo>
                  <a:lnTo>
                    <a:pt x="681772" y="724123"/>
                  </a:lnTo>
                  <a:lnTo>
                    <a:pt x="698106" y="708575"/>
                  </a:lnTo>
                  <a:lnTo>
                    <a:pt x="702658" y="703213"/>
                  </a:lnTo>
                  <a:lnTo>
                    <a:pt x="711294" y="693040"/>
                  </a:lnTo>
                  <a:lnTo>
                    <a:pt x="721784" y="677504"/>
                  </a:lnTo>
                  <a:lnTo>
                    <a:pt x="727804" y="666205"/>
                  </a:lnTo>
                  <a:lnTo>
                    <a:pt x="730174" y="661957"/>
                  </a:lnTo>
                  <a:lnTo>
                    <a:pt x="737261" y="646421"/>
                  </a:lnTo>
                  <a:lnTo>
                    <a:pt x="742729" y="630886"/>
                  </a:lnTo>
                  <a:lnTo>
                    <a:pt x="746907" y="615338"/>
                  </a:lnTo>
                  <a:lnTo>
                    <a:pt x="750016" y="599803"/>
                  </a:lnTo>
                  <a:lnTo>
                    <a:pt x="752234" y="584255"/>
                  </a:lnTo>
                  <a:lnTo>
                    <a:pt x="752950" y="576488"/>
                  </a:lnTo>
                  <a:lnTo>
                    <a:pt x="753771" y="568720"/>
                  </a:lnTo>
                  <a:lnTo>
                    <a:pt x="754627" y="553184"/>
                  </a:lnTo>
                  <a:lnTo>
                    <a:pt x="754803" y="537637"/>
                  </a:lnTo>
                  <a:lnTo>
                    <a:pt x="754346" y="522101"/>
                  </a:lnTo>
                  <a:lnTo>
                    <a:pt x="753313" y="506554"/>
                  </a:lnTo>
                  <a:lnTo>
                    <a:pt x="752950" y="503034"/>
                  </a:lnTo>
                  <a:lnTo>
                    <a:pt x="751870" y="491018"/>
                  </a:lnTo>
                  <a:lnTo>
                    <a:pt x="750016" y="475483"/>
                  </a:lnTo>
                  <a:lnTo>
                    <a:pt x="747705" y="459940"/>
                  </a:lnTo>
                  <a:lnTo>
                    <a:pt x="744947" y="444400"/>
                  </a:lnTo>
                  <a:lnTo>
                    <a:pt x="741732" y="428859"/>
                  </a:lnTo>
                  <a:lnTo>
                    <a:pt x="738083" y="413319"/>
                  </a:lnTo>
                  <a:lnTo>
                    <a:pt x="733964" y="397779"/>
                  </a:lnTo>
                  <a:lnTo>
                    <a:pt x="729388" y="382240"/>
                  </a:lnTo>
                  <a:lnTo>
                    <a:pt x="727804" y="377284"/>
                  </a:lnTo>
                  <a:lnTo>
                    <a:pt x="724683" y="366699"/>
                  </a:lnTo>
                  <a:lnTo>
                    <a:pt x="719696" y="351159"/>
                  </a:lnTo>
                  <a:lnTo>
                    <a:pt x="714228" y="335619"/>
                  </a:lnTo>
                  <a:lnTo>
                    <a:pt x="708267" y="320078"/>
                  </a:lnTo>
                  <a:lnTo>
                    <a:pt x="702658" y="306581"/>
                  </a:lnTo>
                  <a:lnTo>
                    <a:pt x="701849" y="304539"/>
                  </a:lnTo>
                  <a:lnTo>
                    <a:pt x="695418" y="288999"/>
                  </a:lnTo>
                  <a:lnTo>
                    <a:pt x="688449" y="273459"/>
                  </a:lnTo>
                  <a:lnTo>
                    <a:pt x="680904" y="257918"/>
                  </a:lnTo>
                  <a:lnTo>
                    <a:pt x="677501" y="251272"/>
                  </a:lnTo>
                  <a:lnTo>
                    <a:pt x="673077" y="242378"/>
                  </a:lnTo>
                  <a:lnTo>
                    <a:pt x="664875" y="226839"/>
                  </a:lnTo>
                  <a:lnTo>
                    <a:pt x="656004" y="211298"/>
                  </a:lnTo>
                  <a:lnTo>
                    <a:pt x="652355" y="205173"/>
                  </a:lnTo>
                  <a:lnTo>
                    <a:pt x="646746" y="195758"/>
                  </a:lnTo>
                  <a:lnTo>
                    <a:pt x="636949" y="180218"/>
                  </a:lnTo>
                  <a:lnTo>
                    <a:pt x="627210" y="165846"/>
                  </a:lnTo>
                  <a:lnTo>
                    <a:pt x="626388" y="164678"/>
                  </a:lnTo>
                  <a:lnTo>
                    <a:pt x="615335" y="149138"/>
                  </a:lnTo>
                  <a:lnTo>
                    <a:pt x="603390" y="133598"/>
                  </a:lnTo>
                  <a:lnTo>
                    <a:pt x="602052" y="131904"/>
                  </a:lnTo>
                  <a:lnTo>
                    <a:pt x="590577" y="118058"/>
                  </a:lnTo>
                  <a:lnTo>
                    <a:pt x="576907" y="102672"/>
                  </a:lnTo>
                  <a:lnTo>
                    <a:pt x="576754" y="102517"/>
                  </a:lnTo>
                  <a:lnTo>
                    <a:pt x="561535" y="86977"/>
                  </a:lnTo>
                  <a:lnTo>
                    <a:pt x="551761" y="77503"/>
                  </a:lnTo>
                  <a:lnTo>
                    <a:pt x="544744" y="71438"/>
                  </a:lnTo>
                  <a:lnTo>
                    <a:pt x="526604" y="56339"/>
                  </a:lnTo>
                  <a:lnTo>
                    <a:pt x="525993" y="55898"/>
                  </a:lnTo>
                  <a:lnTo>
                    <a:pt x="503899" y="40357"/>
                  </a:lnTo>
                  <a:lnTo>
                    <a:pt x="501458" y="38674"/>
                  </a:lnTo>
                  <a:lnTo>
                    <a:pt x="476875" y="24817"/>
                  </a:lnTo>
                  <a:lnTo>
                    <a:pt x="476312" y="24500"/>
                  </a:lnTo>
                  <a:lnTo>
                    <a:pt x="451155" y="13533"/>
                  </a:lnTo>
                  <a:lnTo>
                    <a:pt x="437039" y="9278"/>
                  </a:lnTo>
                  <a:lnTo>
                    <a:pt x="426009" y="5880"/>
                  </a:lnTo>
                  <a:lnTo>
                    <a:pt x="400864" y="1352"/>
                  </a:lnTo>
                  <a:lnTo>
                    <a:pt x="375706" y="0"/>
                  </a:lnTo>
                  <a:lnTo>
                    <a:pt x="350561" y="1771"/>
                  </a:lnTo>
                  <a:lnTo>
                    <a:pt x="325415" y="6736"/>
                  </a:lnTo>
                  <a:lnTo>
                    <a:pt x="317588" y="9278"/>
                  </a:lnTo>
                  <a:lnTo>
                    <a:pt x="300258" y="14790"/>
                  </a:lnTo>
                  <a:lnTo>
                    <a:pt x="278139" y="24817"/>
                  </a:lnTo>
                  <a:lnTo>
                    <a:pt x="275112" y="26182"/>
                  </a:lnTo>
                  <a:lnTo>
                    <a:pt x="250811" y="40357"/>
                  </a:lnTo>
                  <a:lnTo>
                    <a:pt x="249966" y="40858"/>
                  </a:lnTo>
                  <a:lnTo>
                    <a:pt x="228939" y="55898"/>
                  </a:lnTo>
                  <a:lnTo>
                    <a:pt x="224809" y="58919"/>
                  </a:lnTo>
                  <a:lnTo>
                    <a:pt x="210071" y="71438"/>
                  </a:lnTo>
                  <a:lnTo>
                    <a:pt x="199663" y="80631"/>
                  </a:lnTo>
                  <a:lnTo>
                    <a:pt x="193221" y="86977"/>
                  </a:lnTo>
                  <a:lnTo>
                    <a:pt x="178073" y="102517"/>
                  </a:lnTo>
                  <a:lnTo>
                    <a:pt x="174518" y="106277"/>
                  </a:lnTo>
                  <a:lnTo>
                    <a:pt x="164204" y="118058"/>
                  </a:lnTo>
                  <a:lnTo>
                    <a:pt x="151414" y="133598"/>
                  </a:lnTo>
                  <a:lnTo>
                    <a:pt x="149372" y="136149"/>
                  </a:lnTo>
                  <a:lnTo>
                    <a:pt x="139457" y="149138"/>
                  </a:lnTo>
                  <a:lnTo>
                    <a:pt x="128357" y="164678"/>
                  </a:lnTo>
                  <a:lnTo>
                    <a:pt x="124215" y="170732"/>
                  </a:lnTo>
                  <a:lnTo>
                    <a:pt x="117867" y="180218"/>
                  </a:lnTo>
                  <a:lnTo>
                    <a:pt x="108010" y="195758"/>
                  </a:lnTo>
                  <a:lnTo>
                    <a:pt x="99069" y="210966"/>
                  </a:lnTo>
                  <a:lnTo>
                    <a:pt x="98869" y="211298"/>
                  </a:lnTo>
                  <a:lnTo>
                    <a:pt x="89928" y="226839"/>
                  </a:lnTo>
                  <a:lnTo>
                    <a:pt x="81656" y="242378"/>
                  </a:lnTo>
                  <a:lnTo>
                    <a:pt x="74005" y="257918"/>
                  </a:lnTo>
                  <a:lnTo>
                    <a:pt x="73923" y="258097"/>
                  </a:lnTo>
                  <a:lnTo>
                    <a:pt x="66367" y="273459"/>
                  </a:lnTo>
                  <a:lnTo>
                    <a:pt x="59315" y="288999"/>
                  </a:lnTo>
                  <a:lnTo>
                    <a:pt x="52814" y="304539"/>
                  </a:lnTo>
                  <a:lnTo>
                    <a:pt x="48766" y="314921"/>
                  </a:lnTo>
                  <a:lnTo>
                    <a:pt x="46642" y="320078"/>
                  </a:lnTo>
                  <a:lnTo>
                    <a:pt x="40587" y="335619"/>
                  </a:lnTo>
                  <a:lnTo>
                    <a:pt x="35049" y="351159"/>
                  </a:lnTo>
                  <a:lnTo>
                    <a:pt x="29992" y="366699"/>
                  </a:lnTo>
                  <a:lnTo>
                    <a:pt x="25392" y="382240"/>
                  </a:lnTo>
                  <a:lnTo>
                    <a:pt x="23620" y="388773"/>
                  </a:lnTo>
                  <a:lnTo>
                    <a:pt x="20957" y="397779"/>
                  </a:lnTo>
                  <a:lnTo>
                    <a:pt x="16768" y="413319"/>
                  </a:lnTo>
                  <a:lnTo>
                    <a:pt x="13060" y="428859"/>
                  </a:lnTo>
                  <a:lnTo>
                    <a:pt x="9798" y="444400"/>
                  </a:lnTo>
                  <a:lnTo>
                    <a:pt x="6993" y="459940"/>
                  </a:lnTo>
                  <a:lnTo>
                    <a:pt x="4647" y="475483"/>
                  </a:lnTo>
                  <a:lnTo>
                    <a:pt x="2758" y="491018"/>
                  </a:lnTo>
                  <a:lnTo>
                    <a:pt x="1338" y="506554"/>
                  </a:lnTo>
                  <a:lnTo>
                    <a:pt x="411" y="522101"/>
                  </a:lnTo>
                  <a:lnTo>
                    <a:pt x="0" y="537637"/>
                  </a:lnTo>
                  <a:lnTo>
                    <a:pt x="153" y="553184"/>
                  </a:lnTo>
                  <a:lnTo>
                    <a:pt x="927" y="568720"/>
                  </a:lnTo>
                  <a:lnTo>
                    <a:pt x="2382" y="584255"/>
                  </a:lnTo>
                  <a:lnTo>
                    <a:pt x="4635" y="599803"/>
                  </a:lnTo>
                  <a:lnTo>
                    <a:pt x="7791" y="61533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CA7959AC-A44E-07BE-CCFA-B391D3DD53CD}"/>
                </a:ext>
              </a:extLst>
            </p:cNvPr>
            <p:cNvSpPr/>
            <p:nvPr/>
          </p:nvSpPr>
          <p:spPr>
            <a:xfrm>
              <a:off x="4845351" y="3804311"/>
              <a:ext cx="645232" cy="679746"/>
            </a:xfrm>
            <a:custGeom>
              <a:avLst/>
              <a:gdLst>
                <a:gd name="csX0" fmla="*/ 14585 w 645232"/>
                <a:gd name="csY0" fmla="*/ 532123 h 679746"/>
                <a:gd name="csX1" fmla="*/ 19197 w 645232"/>
                <a:gd name="csY1" fmla="*/ 542895 h 679746"/>
                <a:gd name="csX2" fmla="*/ 21156 w 645232"/>
                <a:gd name="csY2" fmla="*/ 547659 h 679746"/>
                <a:gd name="csX3" fmla="*/ 29217 w 645232"/>
                <a:gd name="csY3" fmla="*/ 563194 h 679746"/>
                <a:gd name="csX4" fmla="*/ 39590 w 645232"/>
                <a:gd name="csY4" fmla="*/ 578742 h 679746"/>
                <a:gd name="csX5" fmla="*/ 44342 w 645232"/>
                <a:gd name="csY5" fmla="*/ 584527 h 679746"/>
                <a:gd name="csX6" fmla="*/ 52497 w 645232"/>
                <a:gd name="csY6" fmla="*/ 594277 h 679746"/>
                <a:gd name="csX7" fmla="*/ 68936 w 645232"/>
                <a:gd name="csY7" fmla="*/ 609813 h 679746"/>
                <a:gd name="csX8" fmla="*/ 69488 w 645232"/>
                <a:gd name="csY8" fmla="*/ 610259 h 679746"/>
                <a:gd name="csX9" fmla="*/ 89858 w 645232"/>
                <a:gd name="csY9" fmla="*/ 625360 h 679746"/>
                <a:gd name="csX10" fmla="*/ 94645 w 645232"/>
                <a:gd name="csY10" fmla="*/ 628305 h 679746"/>
                <a:gd name="csX11" fmla="*/ 117667 w 645232"/>
                <a:gd name="csY11" fmla="*/ 640896 h 679746"/>
                <a:gd name="csX12" fmla="*/ 119791 w 645232"/>
                <a:gd name="csY12" fmla="*/ 641893 h 679746"/>
                <a:gd name="csX13" fmla="*/ 144937 w 645232"/>
                <a:gd name="csY13" fmla="*/ 652301 h 679746"/>
                <a:gd name="csX14" fmla="*/ 157069 w 645232"/>
                <a:gd name="csY14" fmla="*/ 656443 h 679746"/>
                <a:gd name="csX15" fmla="*/ 170082 w 645232"/>
                <a:gd name="csY15" fmla="*/ 660444 h 679746"/>
                <a:gd name="csX16" fmla="*/ 195240 w 645232"/>
                <a:gd name="csY16" fmla="*/ 666769 h 679746"/>
                <a:gd name="csX17" fmla="*/ 220385 w 645232"/>
                <a:gd name="csY17" fmla="*/ 671615 h 679746"/>
                <a:gd name="csX18" fmla="*/ 222826 w 645232"/>
                <a:gd name="csY18" fmla="*/ 671979 h 679746"/>
                <a:gd name="csX19" fmla="*/ 245531 w 645232"/>
                <a:gd name="csY19" fmla="*/ 675229 h 679746"/>
                <a:gd name="csX20" fmla="*/ 270688 w 645232"/>
                <a:gd name="csY20" fmla="*/ 677740 h 679746"/>
                <a:gd name="csX21" fmla="*/ 295834 w 645232"/>
                <a:gd name="csY21" fmla="*/ 679219 h 679746"/>
                <a:gd name="csX22" fmla="*/ 320980 w 645232"/>
                <a:gd name="csY22" fmla="*/ 679747 h 679746"/>
                <a:gd name="csX23" fmla="*/ 346137 w 645232"/>
                <a:gd name="csY23" fmla="*/ 679348 h 679746"/>
                <a:gd name="csX24" fmla="*/ 371283 w 645232"/>
                <a:gd name="csY24" fmla="*/ 677987 h 679746"/>
                <a:gd name="csX25" fmla="*/ 396428 w 645232"/>
                <a:gd name="csY25" fmla="*/ 675628 h 679746"/>
                <a:gd name="csX26" fmla="*/ 421586 w 645232"/>
                <a:gd name="csY26" fmla="*/ 672167 h 679746"/>
                <a:gd name="csX27" fmla="*/ 422642 w 645232"/>
                <a:gd name="csY27" fmla="*/ 671979 h 679746"/>
                <a:gd name="csX28" fmla="*/ 446731 w 645232"/>
                <a:gd name="csY28" fmla="*/ 667497 h 679746"/>
                <a:gd name="csX29" fmla="*/ 471877 w 645232"/>
                <a:gd name="csY29" fmla="*/ 661383 h 679746"/>
                <a:gd name="csX30" fmla="*/ 488281 w 645232"/>
                <a:gd name="csY30" fmla="*/ 656443 h 679746"/>
                <a:gd name="csX31" fmla="*/ 497034 w 645232"/>
                <a:gd name="csY31" fmla="*/ 653510 h 679746"/>
                <a:gd name="csX32" fmla="*/ 522180 w 645232"/>
                <a:gd name="csY32" fmla="*/ 643430 h 679746"/>
                <a:gd name="csX33" fmla="*/ 527648 w 645232"/>
                <a:gd name="csY33" fmla="*/ 640896 h 679746"/>
                <a:gd name="csX34" fmla="*/ 547326 w 645232"/>
                <a:gd name="csY34" fmla="*/ 630312 h 679746"/>
                <a:gd name="csX35" fmla="*/ 555492 w 645232"/>
                <a:gd name="csY35" fmla="*/ 625360 h 679746"/>
                <a:gd name="csX36" fmla="*/ 572483 w 645232"/>
                <a:gd name="csY36" fmla="*/ 612958 h 679746"/>
                <a:gd name="csX37" fmla="*/ 576461 w 645232"/>
                <a:gd name="csY37" fmla="*/ 609813 h 679746"/>
                <a:gd name="csX38" fmla="*/ 592794 w 645232"/>
                <a:gd name="csY38" fmla="*/ 594277 h 679746"/>
                <a:gd name="csX39" fmla="*/ 597629 w 645232"/>
                <a:gd name="csY39" fmla="*/ 588575 h 679746"/>
                <a:gd name="csX40" fmla="*/ 605795 w 645232"/>
                <a:gd name="csY40" fmla="*/ 578742 h 679746"/>
                <a:gd name="csX41" fmla="*/ 616074 w 645232"/>
                <a:gd name="csY41" fmla="*/ 563194 h 679746"/>
                <a:gd name="csX42" fmla="*/ 622774 w 645232"/>
                <a:gd name="csY42" fmla="*/ 550275 h 679746"/>
                <a:gd name="csX43" fmla="*/ 624171 w 645232"/>
                <a:gd name="csY43" fmla="*/ 547659 h 679746"/>
                <a:gd name="csX44" fmla="*/ 630824 w 645232"/>
                <a:gd name="csY44" fmla="*/ 532123 h 679746"/>
                <a:gd name="csX45" fmla="*/ 635904 w 645232"/>
                <a:gd name="csY45" fmla="*/ 516576 h 679746"/>
                <a:gd name="csX46" fmla="*/ 639694 w 645232"/>
                <a:gd name="csY46" fmla="*/ 501040 h 679746"/>
                <a:gd name="csX47" fmla="*/ 642381 w 645232"/>
                <a:gd name="csY47" fmla="*/ 485493 h 679746"/>
                <a:gd name="csX48" fmla="*/ 644130 w 645232"/>
                <a:gd name="csY48" fmla="*/ 469957 h 679746"/>
                <a:gd name="csX49" fmla="*/ 645045 w 645232"/>
                <a:gd name="csY49" fmla="*/ 454422 h 679746"/>
                <a:gd name="csX50" fmla="*/ 645233 w 645232"/>
                <a:gd name="csY50" fmla="*/ 438874 h 679746"/>
                <a:gd name="csX51" fmla="*/ 644752 w 645232"/>
                <a:gd name="csY51" fmla="*/ 423339 h 679746"/>
                <a:gd name="csX52" fmla="*/ 643637 w 645232"/>
                <a:gd name="csY52" fmla="*/ 407791 h 679746"/>
                <a:gd name="csX53" fmla="*/ 641936 w 645232"/>
                <a:gd name="csY53" fmla="*/ 392256 h 679746"/>
                <a:gd name="csX54" fmla="*/ 639683 w 645232"/>
                <a:gd name="csY54" fmla="*/ 376720 h 679746"/>
                <a:gd name="csX55" fmla="*/ 636866 w 645232"/>
                <a:gd name="csY55" fmla="*/ 361177 h 679746"/>
                <a:gd name="csX56" fmla="*/ 633511 w 645232"/>
                <a:gd name="csY56" fmla="*/ 345637 h 679746"/>
                <a:gd name="csX57" fmla="*/ 629615 w 645232"/>
                <a:gd name="csY57" fmla="*/ 330097 h 679746"/>
                <a:gd name="csX58" fmla="*/ 625168 w 645232"/>
                <a:gd name="csY58" fmla="*/ 314556 h 679746"/>
                <a:gd name="csX59" fmla="*/ 622774 w 645232"/>
                <a:gd name="csY59" fmla="*/ 307006 h 679746"/>
                <a:gd name="csX60" fmla="*/ 620357 w 645232"/>
                <a:gd name="csY60" fmla="*/ 299016 h 679746"/>
                <a:gd name="csX61" fmla="*/ 615182 w 645232"/>
                <a:gd name="csY61" fmla="*/ 283477 h 679746"/>
                <a:gd name="csX62" fmla="*/ 609456 w 645232"/>
                <a:gd name="csY62" fmla="*/ 267937 h 679746"/>
                <a:gd name="csX63" fmla="*/ 603155 w 645232"/>
                <a:gd name="csY63" fmla="*/ 252396 h 679746"/>
                <a:gd name="csX64" fmla="*/ 597629 w 645232"/>
                <a:gd name="csY64" fmla="*/ 239877 h 679746"/>
                <a:gd name="csX65" fmla="*/ 596314 w 645232"/>
                <a:gd name="csY65" fmla="*/ 236856 h 679746"/>
                <a:gd name="csX66" fmla="*/ 589168 w 645232"/>
                <a:gd name="csY66" fmla="*/ 221316 h 679746"/>
                <a:gd name="csX67" fmla="*/ 581389 w 645232"/>
                <a:gd name="csY67" fmla="*/ 205777 h 679746"/>
                <a:gd name="csX68" fmla="*/ 572929 w 645232"/>
                <a:gd name="csY68" fmla="*/ 190236 h 679746"/>
                <a:gd name="csX69" fmla="*/ 572483 w 645232"/>
                <a:gd name="csY69" fmla="*/ 189448 h 679746"/>
                <a:gd name="csX70" fmla="*/ 564011 w 645232"/>
                <a:gd name="csY70" fmla="*/ 174696 h 679746"/>
                <a:gd name="csX71" fmla="*/ 554378 w 645232"/>
                <a:gd name="csY71" fmla="*/ 159156 h 679746"/>
                <a:gd name="csX72" fmla="*/ 547326 w 645232"/>
                <a:gd name="csY72" fmla="*/ 148486 h 679746"/>
                <a:gd name="csX73" fmla="*/ 543970 w 645232"/>
                <a:gd name="csY73" fmla="*/ 143615 h 679746"/>
                <a:gd name="csX74" fmla="*/ 532764 w 645232"/>
                <a:gd name="csY74" fmla="*/ 128076 h 679746"/>
                <a:gd name="csX75" fmla="*/ 522180 w 645232"/>
                <a:gd name="csY75" fmla="*/ 114400 h 679746"/>
                <a:gd name="csX76" fmla="*/ 520631 w 645232"/>
                <a:gd name="csY76" fmla="*/ 112536 h 679746"/>
                <a:gd name="csX77" fmla="*/ 507278 w 645232"/>
                <a:gd name="csY77" fmla="*/ 96996 h 679746"/>
                <a:gd name="csX78" fmla="*/ 497034 w 645232"/>
                <a:gd name="csY78" fmla="*/ 85784 h 679746"/>
                <a:gd name="csX79" fmla="*/ 492634 w 645232"/>
                <a:gd name="csY79" fmla="*/ 81455 h 679746"/>
                <a:gd name="csX80" fmla="*/ 476230 w 645232"/>
                <a:gd name="csY80" fmla="*/ 65915 h 679746"/>
                <a:gd name="csX81" fmla="*/ 471877 w 645232"/>
                <a:gd name="csY81" fmla="*/ 61936 h 679746"/>
                <a:gd name="csX82" fmla="*/ 457256 w 645232"/>
                <a:gd name="csY82" fmla="*/ 50376 h 679746"/>
                <a:gd name="csX83" fmla="*/ 446731 w 645232"/>
                <a:gd name="csY83" fmla="*/ 42324 h 679746"/>
                <a:gd name="csX84" fmla="*/ 434821 w 645232"/>
                <a:gd name="csY84" fmla="*/ 34836 h 679746"/>
                <a:gd name="csX85" fmla="*/ 421586 w 645232"/>
                <a:gd name="csY85" fmla="*/ 26665 h 679746"/>
                <a:gd name="csX86" fmla="*/ 406062 w 645232"/>
                <a:gd name="csY86" fmla="*/ 19295 h 679746"/>
                <a:gd name="csX87" fmla="*/ 396428 w 645232"/>
                <a:gd name="csY87" fmla="*/ 14737 h 679746"/>
                <a:gd name="csX88" fmla="*/ 371283 w 645232"/>
                <a:gd name="csY88" fmla="*/ 6387 h 679746"/>
                <a:gd name="csX89" fmla="*/ 357589 w 645232"/>
                <a:gd name="csY89" fmla="*/ 3755 h 679746"/>
                <a:gd name="csX90" fmla="*/ 346137 w 645232"/>
                <a:gd name="csY90" fmla="*/ 1496 h 679746"/>
                <a:gd name="csX91" fmla="*/ 320980 w 645232"/>
                <a:gd name="csY91" fmla="*/ 0 h 679746"/>
                <a:gd name="csX92" fmla="*/ 295834 w 645232"/>
                <a:gd name="csY92" fmla="*/ 1960 h 679746"/>
                <a:gd name="csX93" fmla="*/ 287503 w 645232"/>
                <a:gd name="csY93" fmla="*/ 3755 h 679746"/>
                <a:gd name="csX94" fmla="*/ 270688 w 645232"/>
                <a:gd name="csY94" fmla="*/ 7293 h 679746"/>
                <a:gd name="csX95" fmla="*/ 245531 w 645232"/>
                <a:gd name="csY95" fmla="*/ 16141 h 679746"/>
                <a:gd name="csX96" fmla="*/ 239112 w 645232"/>
                <a:gd name="csY96" fmla="*/ 19295 h 679746"/>
                <a:gd name="csX97" fmla="*/ 220385 w 645232"/>
                <a:gd name="csY97" fmla="*/ 28544 h 679746"/>
                <a:gd name="csX98" fmla="*/ 210482 w 645232"/>
                <a:gd name="csY98" fmla="*/ 34836 h 679746"/>
                <a:gd name="csX99" fmla="*/ 195240 w 645232"/>
                <a:gd name="csY99" fmla="*/ 44718 h 679746"/>
                <a:gd name="csX100" fmla="*/ 188011 w 645232"/>
                <a:gd name="csY100" fmla="*/ 50376 h 679746"/>
                <a:gd name="csX101" fmla="*/ 170082 w 645232"/>
                <a:gd name="csY101" fmla="*/ 64909 h 679746"/>
                <a:gd name="csX102" fmla="*/ 169014 w 645232"/>
                <a:gd name="csY102" fmla="*/ 65915 h 679746"/>
                <a:gd name="csX103" fmla="*/ 152751 w 645232"/>
                <a:gd name="csY103" fmla="*/ 81455 h 679746"/>
                <a:gd name="csX104" fmla="*/ 144937 w 645232"/>
                <a:gd name="csY104" fmla="*/ 89311 h 679746"/>
                <a:gd name="csX105" fmla="*/ 138037 w 645232"/>
                <a:gd name="csY105" fmla="*/ 96996 h 679746"/>
                <a:gd name="csX106" fmla="*/ 124743 w 645232"/>
                <a:gd name="csY106" fmla="*/ 112536 h 679746"/>
                <a:gd name="csX107" fmla="*/ 119791 w 645232"/>
                <a:gd name="csY107" fmla="*/ 118595 h 679746"/>
                <a:gd name="csX108" fmla="*/ 112551 w 645232"/>
                <a:gd name="csY108" fmla="*/ 128076 h 679746"/>
                <a:gd name="csX109" fmla="*/ 101357 w 645232"/>
                <a:gd name="csY109" fmla="*/ 143615 h 679746"/>
                <a:gd name="csX110" fmla="*/ 94645 w 645232"/>
                <a:gd name="csY110" fmla="*/ 153527 h 679746"/>
                <a:gd name="csX111" fmla="*/ 90973 w 645232"/>
                <a:gd name="csY111" fmla="*/ 159156 h 679746"/>
                <a:gd name="csX112" fmla="*/ 81304 w 645232"/>
                <a:gd name="csY112" fmla="*/ 174696 h 679746"/>
                <a:gd name="csX113" fmla="*/ 72386 w 645232"/>
                <a:gd name="csY113" fmla="*/ 190236 h 679746"/>
                <a:gd name="csX114" fmla="*/ 69488 w 645232"/>
                <a:gd name="csY114" fmla="*/ 195552 h 679746"/>
                <a:gd name="csX115" fmla="*/ 63973 w 645232"/>
                <a:gd name="csY115" fmla="*/ 205777 h 679746"/>
                <a:gd name="csX116" fmla="*/ 56146 w 645232"/>
                <a:gd name="csY116" fmla="*/ 221316 h 679746"/>
                <a:gd name="csX117" fmla="*/ 48954 w 645232"/>
                <a:gd name="csY117" fmla="*/ 236856 h 679746"/>
                <a:gd name="csX118" fmla="*/ 44342 w 645232"/>
                <a:gd name="csY118" fmla="*/ 247624 h 679746"/>
                <a:gd name="csX119" fmla="*/ 42254 w 645232"/>
                <a:gd name="csY119" fmla="*/ 252396 h 679746"/>
                <a:gd name="csX120" fmla="*/ 35894 w 645232"/>
                <a:gd name="csY120" fmla="*/ 267937 h 679746"/>
                <a:gd name="csX121" fmla="*/ 30121 w 645232"/>
                <a:gd name="csY121" fmla="*/ 283477 h 679746"/>
                <a:gd name="csX122" fmla="*/ 24899 w 645232"/>
                <a:gd name="csY122" fmla="*/ 299016 h 679746"/>
                <a:gd name="csX123" fmla="*/ 20217 w 645232"/>
                <a:gd name="csY123" fmla="*/ 314556 h 679746"/>
                <a:gd name="csX124" fmla="*/ 19197 w 645232"/>
                <a:gd name="csY124" fmla="*/ 318305 h 679746"/>
                <a:gd name="csX125" fmla="*/ 15806 w 645232"/>
                <a:gd name="csY125" fmla="*/ 330097 h 679746"/>
                <a:gd name="csX126" fmla="*/ 11863 w 645232"/>
                <a:gd name="csY126" fmla="*/ 345637 h 679746"/>
                <a:gd name="csX127" fmla="*/ 8460 w 645232"/>
                <a:gd name="csY127" fmla="*/ 361177 h 679746"/>
                <a:gd name="csX128" fmla="*/ 5621 w 645232"/>
                <a:gd name="csY128" fmla="*/ 376720 h 679746"/>
                <a:gd name="csX129" fmla="*/ 3333 w 645232"/>
                <a:gd name="csY129" fmla="*/ 392256 h 679746"/>
                <a:gd name="csX130" fmla="*/ 1619 w 645232"/>
                <a:gd name="csY130" fmla="*/ 407791 h 679746"/>
                <a:gd name="csX131" fmla="*/ 493 w 645232"/>
                <a:gd name="csY131" fmla="*/ 423339 h 679746"/>
                <a:gd name="csX132" fmla="*/ 0 w 645232"/>
                <a:gd name="csY132" fmla="*/ 438874 h 679746"/>
                <a:gd name="csX133" fmla="*/ 188 w 645232"/>
                <a:gd name="csY133" fmla="*/ 454422 h 679746"/>
                <a:gd name="csX134" fmla="*/ 1127 w 645232"/>
                <a:gd name="csY134" fmla="*/ 469957 h 679746"/>
                <a:gd name="csX135" fmla="*/ 2887 w 645232"/>
                <a:gd name="csY135" fmla="*/ 485493 h 679746"/>
                <a:gd name="csX136" fmla="*/ 5609 w 645232"/>
                <a:gd name="csY136" fmla="*/ 501040 h 679746"/>
                <a:gd name="csX137" fmla="*/ 9434 w 645232"/>
                <a:gd name="csY137" fmla="*/ 516576 h 679746"/>
                <a:gd name="csX138" fmla="*/ 14585 w 645232"/>
                <a:gd name="csY138" fmla="*/ 532123 h 6797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</a:cxnLst>
              <a:rect l="l" t="t" r="r" b="b"/>
              <a:pathLst>
                <a:path w="645232" h="679746">
                  <a:moveTo>
                    <a:pt x="14585" y="532123"/>
                  </a:moveTo>
                  <a:lnTo>
                    <a:pt x="19197" y="542895"/>
                  </a:lnTo>
                  <a:lnTo>
                    <a:pt x="21156" y="547659"/>
                  </a:lnTo>
                  <a:lnTo>
                    <a:pt x="29217" y="563194"/>
                  </a:lnTo>
                  <a:lnTo>
                    <a:pt x="39590" y="578742"/>
                  </a:lnTo>
                  <a:lnTo>
                    <a:pt x="44342" y="584527"/>
                  </a:lnTo>
                  <a:lnTo>
                    <a:pt x="52497" y="594277"/>
                  </a:lnTo>
                  <a:lnTo>
                    <a:pt x="68936" y="609813"/>
                  </a:lnTo>
                  <a:lnTo>
                    <a:pt x="69488" y="610259"/>
                  </a:lnTo>
                  <a:lnTo>
                    <a:pt x="89858" y="625360"/>
                  </a:lnTo>
                  <a:lnTo>
                    <a:pt x="94645" y="628305"/>
                  </a:lnTo>
                  <a:lnTo>
                    <a:pt x="117667" y="640896"/>
                  </a:lnTo>
                  <a:lnTo>
                    <a:pt x="119791" y="641893"/>
                  </a:lnTo>
                  <a:lnTo>
                    <a:pt x="144937" y="652301"/>
                  </a:lnTo>
                  <a:lnTo>
                    <a:pt x="157069" y="656443"/>
                  </a:lnTo>
                  <a:lnTo>
                    <a:pt x="170082" y="660444"/>
                  </a:lnTo>
                  <a:lnTo>
                    <a:pt x="195240" y="666769"/>
                  </a:lnTo>
                  <a:lnTo>
                    <a:pt x="220385" y="671615"/>
                  </a:lnTo>
                  <a:lnTo>
                    <a:pt x="222826" y="671979"/>
                  </a:lnTo>
                  <a:lnTo>
                    <a:pt x="245531" y="675229"/>
                  </a:lnTo>
                  <a:lnTo>
                    <a:pt x="270688" y="677740"/>
                  </a:lnTo>
                  <a:lnTo>
                    <a:pt x="295834" y="679219"/>
                  </a:lnTo>
                  <a:lnTo>
                    <a:pt x="320980" y="679747"/>
                  </a:lnTo>
                  <a:lnTo>
                    <a:pt x="346137" y="679348"/>
                  </a:lnTo>
                  <a:lnTo>
                    <a:pt x="371283" y="677987"/>
                  </a:lnTo>
                  <a:lnTo>
                    <a:pt x="396428" y="675628"/>
                  </a:lnTo>
                  <a:lnTo>
                    <a:pt x="421586" y="672167"/>
                  </a:lnTo>
                  <a:lnTo>
                    <a:pt x="422642" y="671979"/>
                  </a:lnTo>
                  <a:lnTo>
                    <a:pt x="446731" y="667497"/>
                  </a:lnTo>
                  <a:lnTo>
                    <a:pt x="471877" y="661383"/>
                  </a:lnTo>
                  <a:lnTo>
                    <a:pt x="488281" y="656443"/>
                  </a:lnTo>
                  <a:lnTo>
                    <a:pt x="497034" y="653510"/>
                  </a:lnTo>
                  <a:lnTo>
                    <a:pt x="522180" y="643430"/>
                  </a:lnTo>
                  <a:lnTo>
                    <a:pt x="527648" y="640896"/>
                  </a:lnTo>
                  <a:lnTo>
                    <a:pt x="547326" y="630312"/>
                  </a:lnTo>
                  <a:lnTo>
                    <a:pt x="555492" y="625360"/>
                  </a:lnTo>
                  <a:lnTo>
                    <a:pt x="572483" y="612958"/>
                  </a:lnTo>
                  <a:lnTo>
                    <a:pt x="576461" y="609813"/>
                  </a:lnTo>
                  <a:lnTo>
                    <a:pt x="592794" y="594277"/>
                  </a:lnTo>
                  <a:lnTo>
                    <a:pt x="597629" y="588575"/>
                  </a:lnTo>
                  <a:lnTo>
                    <a:pt x="605795" y="578742"/>
                  </a:lnTo>
                  <a:lnTo>
                    <a:pt x="616074" y="563194"/>
                  </a:lnTo>
                  <a:lnTo>
                    <a:pt x="622774" y="550275"/>
                  </a:lnTo>
                  <a:lnTo>
                    <a:pt x="624171" y="547659"/>
                  </a:lnTo>
                  <a:lnTo>
                    <a:pt x="630824" y="532123"/>
                  </a:lnTo>
                  <a:lnTo>
                    <a:pt x="635904" y="516576"/>
                  </a:lnTo>
                  <a:lnTo>
                    <a:pt x="639694" y="501040"/>
                  </a:lnTo>
                  <a:lnTo>
                    <a:pt x="642381" y="485493"/>
                  </a:lnTo>
                  <a:lnTo>
                    <a:pt x="644130" y="469957"/>
                  </a:lnTo>
                  <a:lnTo>
                    <a:pt x="645045" y="454422"/>
                  </a:lnTo>
                  <a:lnTo>
                    <a:pt x="645233" y="438874"/>
                  </a:lnTo>
                  <a:lnTo>
                    <a:pt x="644752" y="423339"/>
                  </a:lnTo>
                  <a:lnTo>
                    <a:pt x="643637" y="407791"/>
                  </a:lnTo>
                  <a:lnTo>
                    <a:pt x="641936" y="392256"/>
                  </a:lnTo>
                  <a:lnTo>
                    <a:pt x="639683" y="376720"/>
                  </a:lnTo>
                  <a:lnTo>
                    <a:pt x="636866" y="361177"/>
                  </a:lnTo>
                  <a:lnTo>
                    <a:pt x="633511" y="345637"/>
                  </a:lnTo>
                  <a:lnTo>
                    <a:pt x="629615" y="330097"/>
                  </a:lnTo>
                  <a:lnTo>
                    <a:pt x="625168" y="314556"/>
                  </a:lnTo>
                  <a:lnTo>
                    <a:pt x="622774" y="307006"/>
                  </a:lnTo>
                  <a:lnTo>
                    <a:pt x="620357" y="299016"/>
                  </a:lnTo>
                  <a:lnTo>
                    <a:pt x="615182" y="283477"/>
                  </a:lnTo>
                  <a:lnTo>
                    <a:pt x="609456" y="267937"/>
                  </a:lnTo>
                  <a:lnTo>
                    <a:pt x="603155" y="252396"/>
                  </a:lnTo>
                  <a:lnTo>
                    <a:pt x="597629" y="239877"/>
                  </a:lnTo>
                  <a:lnTo>
                    <a:pt x="596314" y="236856"/>
                  </a:lnTo>
                  <a:lnTo>
                    <a:pt x="589168" y="221316"/>
                  </a:lnTo>
                  <a:lnTo>
                    <a:pt x="581389" y="205777"/>
                  </a:lnTo>
                  <a:lnTo>
                    <a:pt x="572929" y="190236"/>
                  </a:lnTo>
                  <a:lnTo>
                    <a:pt x="572483" y="189448"/>
                  </a:lnTo>
                  <a:lnTo>
                    <a:pt x="564011" y="174696"/>
                  </a:lnTo>
                  <a:lnTo>
                    <a:pt x="554378" y="159156"/>
                  </a:lnTo>
                  <a:lnTo>
                    <a:pt x="547326" y="148486"/>
                  </a:lnTo>
                  <a:lnTo>
                    <a:pt x="543970" y="143615"/>
                  </a:lnTo>
                  <a:lnTo>
                    <a:pt x="532764" y="128076"/>
                  </a:lnTo>
                  <a:lnTo>
                    <a:pt x="522180" y="114400"/>
                  </a:lnTo>
                  <a:lnTo>
                    <a:pt x="520631" y="112536"/>
                  </a:lnTo>
                  <a:lnTo>
                    <a:pt x="507278" y="96996"/>
                  </a:lnTo>
                  <a:lnTo>
                    <a:pt x="497034" y="85784"/>
                  </a:lnTo>
                  <a:lnTo>
                    <a:pt x="492634" y="81455"/>
                  </a:lnTo>
                  <a:lnTo>
                    <a:pt x="476230" y="65915"/>
                  </a:lnTo>
                  <a:lnTo>
                    <a:pt x="471877" y="61936"/>
                  </a:lnTo>
                  <a:lnTo>
                    <a:pt x="457256" y="50376"/>
                  </a:lnTo>
                  <a:lnTo>
                    <a:pt x="446731" y="42324"/>
                  </a:lnTo>
                  <a:lnTo>
                    <a:pt x="434821" y="34836"/>
                  </a:lnTo>
                  <a:lnTo>
                    <a:pt x="421586" y="26665"/>
                  </a:lnTo>
                  <a:lnTo>
                    <a:pt x="406062" y="19295"/>
                  </a:lnTo>
                  <a:lnTo>
                    <a:pt x="396428" y="14737"/>
                  </a:lnTo>
                  <a:lnTo>
                    <a:pt x="371283" y="6387"/>
                  </a:lnTo>
                  <a:lnTo>
                    <a:pt x="357589" y="3755"/>
                  </a:lnTo>
                  <a:lnTo>
                    <a:pt x="346137" y="1496"/>
                  </a:lnTo>
                  <a:lnTo>
                    <a:pt x="320980" y="0"/>
                  </a:lnTo>
                  <a:lnTo>
                    <a:pt x="295834" y="1960"/>
                  </a:lnTo>
                  <a:lnTo>
                    <a:pt x="287503" y="3755"/>
                  </a:lnTo>
                  <a:lnTo>
                    <a:pt x="270688" y="7293"/>
                  </a:lnTo>
                  <a:lnTo>
                    <a:pt x="245531" y="16141"/>
                  </a:lnTo>
                  <a:lnTo>
                    <a:pt x="239112" y="19295"/>
                  </a:lnTo>
                  <a:lnTo>
                    <a:pt x="220385" y="28544"/>
                  </a:lnTo>
                  <a:lnTo>
                    <a:pt x="210482" y="34836"/>
                  </a:lnTo>
                  <a:lnTo>
                    <a:pt x="195240" y="44718"/>
                  </a:lnTo>
                  <a:lnTo>
                    <a:pt x="188011" y="50376"/>
                  </a:lnTo>
                  <a:lnTo>
                    <a:pt x="170082" y="64909"/>
                  </a:lnTo>
                  <a:lnTo>
                    <a:pt x="169014" y="65915"/>
                  </a:lnTo>
                  <a:lnTo>
                    <a:pt x="152751" y="81455"/>
                  </a:lnTo>
                  <a:lnTo>
                    <a:pt x="144937" y="89311"/>
                  </a:lnTo>
                  <a:lnTo>
                    <a:pt x="138037" y="96996"/>
                  </a:lnTo>
                  <a:lnTo>
                    <a:pt x="124743" y="112536"/>
                  </a:lnTo>
                  <a:lnTo>
                    <a:pt x="119791" y="118595"/>
                  </a:lnTo>
                  <a:lnTo>
                    <a:pt x="112551" y="128076"/>
                  </a:lnTo>
                  <a:lnTo>
                    <a:pt x="101357" y="143615"/>
                  </a:lnTo>
                  <a:lnTo>
                    <a:pt x="94645" y="153527"/>
                  </a:lnTo>
                  <a:lnTo>
                    <a:pt x="90973" y="159156"/>
                  </a:lnTo>
                  <a:lnTo>
                    <a:pt x="81304" y="174696"/>
                  </a:lnTo>
                  <a:lnTo>
                    <a:pt x="72386" y="190236"/>
                  </a:lnTo>
                  <a:lnTo>
                    <a:pt x="69488" y="195552"/>
                  </a:lnTo>
                  <a:lnTo>
                    <a:pt x="63973" y="205777"/>
                  </a:lnTo>
                  <a:lnTo>
                    <a:pt x="56146" y="221316"/>
                  </a:lnTo>
                  <a:lnTo>
                    <a:pt x="48954" y="236856"/>
                  </a:lnTo>
                  <a:lnTo>
                    <a:pt x="44342" y="247624"/>
                  </a:lnTo>
                  <a:lnTo>
                    <a:pt x="42254" y="252396"/>
                  </a:lnTo>
                  <a:lnTo>
                    <a:pt x="35894" y="267937"/>
                  </a:lnTo>
                  <a:lnTo>
                    <a:pt x="30121" y="283477"/>
                  </a:lnTo>
                  <a:lnTo>
                    <a:pt x="24899" y="299016"/>
                  </a:lnTo>
                  <a:lnTo>
                    <a:pt x="20217" y="314556"/>
                  </a:lnTo>
                  <a:lnTo>
                    <a:pt x="19197" y="318305"/>
                  </a:lnTo>
                  <a:lnTo>
                    <a:pt x="15806" y="330097"/>
                  </a:lnTo>
                  <a:lnTo>
                    <a:pt x="11863" y="345637"/>
                  </a:lnTo>
                  <a:lnTo>
                    <a:pt x="8460" y="361177"/>
                  </a:lnTo>
                  <a:lnTo>
                    <a:pt x="5621" y="376720"/>
                  </a:lnTo>
                  <a:lnTo>
                    <a:pt x="3333" y="392256"/>
                  </a:lnTo>
                  <a:lnTo>
                    <a:pt x="1619" y="407791"/>
                  </a:lnTo>
                  <a:lnTo>
                    <a:pt x="493" y="423339"/>
                  </a:lnTo>
                  <a:lnTo>
                    <a:pt x="0" y="438874"/>
                  </a:lnTo>
                  <a:lnTo>
                    <a:pt x="188" y="454422"/>
                  </a:lnTo>
                  <a:lnTo>
                    <a:pt x="1127" y="469957"/>
                  </a:lnTo>
                  <a:lnTo>
                    <a:pt x="2887" y="485493"/>
                  </a:lnTo>
                  <a:lnTo>
                    <a:pt x="5609" y="501040"/>
                  </a:lnTo>
                  <a:lnTo>
                    <a:pt x="9434" y="516576"/>
                  </a:lnTo>
                  <a:lnTo>
                    <a:pt x="14585" y="532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B6081FE-589C-32F0-5EB6-510AA0EC9175}"/>
                </a:ext>
              </a:extLst>
            </p:cNvPr>
            <p:cNvSpPr/>
            <p:nvPr/>
          </p:nvSpPr>
          <p:spPr>
            <a:xfrm>
              <a:off x="4890948" y="3880702"/>
              <a:ext cx="554166" cy="580298"/>
            </a:xfrm>
            <a:custGeom>
              <a:avLst/>
              <a:gdLst>
                <a:gd name="csX0" fmla="*/ 16967 w 554166"/>
                <a:gd name="csY0" fmla="*/ 455732 h 580298"/>
                <a:gd name="csX1" fmla="*/ 23890 w 554166"/>
                <a:gd name="csY1" fmla="*/ 469508 h 580298"/>
                <a:gd name="csX2" fmla="*/ 24782 w 554166"/>
                <a:gd name="csY2" fmla="*/ 471268 h 580298"/>
                <a:gd name="csX3" fmla="*/ 34580 w 554166"/>
                <a:gd name="csY3" fmla="*/ 486803 h 580298"/>
                <a:gd name="csX4" fmla="*/ 47194 w 554166"/>
                <a:gd name="csY4" fmla="*/ 502351 h 580298"/>
                <a:gd name="csX5" fmla="*/ 49048 w 554166"/>
                <a:gd name="csY5" fmla="*/ 504228 h 580298"/>
                <a:gd name="csX6" fmla="*/ 63316 w 554166"/>
                <a:gd name="csY6" fmla="*/ 517886 h 580298"/>
                <a:gd name="csX7" fmla="*/ 74193 w 554166"/>
                <a:gd name="csY7" fmla="*/ 526311 h 580298"/>
                <a:gd name="csX8" fmla="*/ 84425 w 554166"/>
                <a:gd name="csY8" fmla="*/ 533422 h 580298"/>
                <a:gd name="csX9" fmla="*/ 99339 w 554166"/>
                <a:gd name="csY9" fmla="*/ 542117 h 580298"/>
                <a:gd name="csX10" fmla="*/ 113091 w 554166"/>
                <a:gd name="csY10" fmla="*/ 548969 h 580298"/>
                <a:gd name="csX11" fmla="*/ 124485 w 554166"/>
                <a:gd name="csY11" fmla="*/ 553874 h 580298"/>
                <a:gd name="csX12" fmla="*/ 149642 w 554166"/>
                <a:gd name="csY12" fmla="*/ 562768 h 580298"/>
                <a:gd name="csX13" fmla="*/ 155767 w 554166"/>
                <a:gd name="csY13" fmla="*/ 564505 h 580298"/>
                <a:gd name="csX14" fmla="*/ 174788 w 554166"/>
                <a:gd name="csY14" fmla="*/ 569398 h 580298"/>
                <a:gd name="csX15" fmla="*/ 199933 w 554166"/>
                <a:gd name="csY15" fmla="*/ 574244 h 580298"/>
                <a:gd name="csX16" fmla="*/ 225091 w 554166"/>
                <a:gd name="csY16" fmla="*/ 577600 h 580298"/>
                <a:gd name="csX17" fmla="*/ 250236 w 554166"/>
                <a:gd name="csY17" fmla="*/ 579595 h 580298"/>
                <a:gd name="csX18" fmla="*/ 266265 w 554166"/>
                <a:gd name="csY18" fmla="*/ 580052 h 580298"/>
                <a:gd name="csX19" fmla="*/ 275382 w 554166"/>
                <a:gd name="csY19" fmla="*/ 580299 h 580298"/>
                <a:gd name="csX20" fmla="*/ 287327 w 554166"/>
                <a:gd name="csY20" fmla="*/ 580052 h 580298"/>
                <a:gd name="csX21" fmla="*/ 300539 w 554166"/>
                <a:gd name="csY21" fmla="*/ 579759 h 580298"/>
                <a:gd name="csX22" fmla="*/ 325685 w 554166"/>
                <a:gd name="csY22" fmla="*/ 577940 h 580298"/>
                <a:gd name="csX23" fmla="*/ 350830 w 554166"/>
                <a:gd name="csY23" fmla="*/ 574784 h 580298"/>
                <a:gd name="csX24" fmla="*/ 375988 w 554166"/>
                <a:gd name="csY24" fmla="*/ 570137 h 580298"/>
                <a:gd name="csX25" fmla="*/ 398540 w 554166"/>
                <a:gd name="csY25" fmla="*/ 564505 h 580298"/>
                <a:gd name="csX26" fmla="*/ 401134 w 554166"/>
                <a:gd name="csY26" fmla="*/ 563789 h 580298"/>
                <a:gd name="csX27" fmla="*/ 426279 w 554166"/>
                <a:gd name="csY27" fmla="*/ 555200 h 580298"/>
                <a:gd name="csX28" fmla="*/ 441040 w 554166"/>
                <a:gd name="csY28" fmla="*/ 548969 h 580298"/>
                <a:gd name="csX29" fmla="*/ 451437 w 554166"/>
                <a:gd name="csY29" fmla="*/ 543900 h 580298"/>
                <a:gd name="csX30" fmla="*/ 469730 w 554166"/>
                <a:gd name="csY30" fmla="*/ 533422 h 580298"/>
                <a:gd name="csX31" fmla="*/ 476582 w 554166"/>
                <a:gd name="csY31" fmla="*/ 528752 h 580298"/>
                <a:gd name="csX32" fmla="*/ 490815 w 554166"/>
                <a:gd name="csY32" fmla="*/ 517886 h 580298"/>
                <a:gd name="csX33" fmla="*/ 501728 w 554166"/>
                <a:gd name="csY33" fmla="*/ 507619 h 580298"/>
                <a:gd name="csX34" fmla="*/ 506961 w 554166"/>
                <a:gd name="csY34" fmla="*/ 502351 h 580298"/>
                <a:gd name="csX35" fmla="*/ 519540 w 554166"/>
                <a:gd name="csY35" fmla="*/ 486803 h 580298"/>
                <a:gd name="csX36" fmla="*/ 526885 w 554166"/>
                <a:gd name="csY36" fmla="*/ 475281 h 580298"/>
                <a:gd name="csX37" fmla="*/ 529384 w 554166"/>
                <a:gd name="csY37" fmla="*/ 471268 h 580298"/>
                <a:gd name="csX38" fmla="*/ 537187 w 554166"/>
                <a:gd name="csY38" fmla="*/ 455732 h 580298"/>
                <a:gd name="csX39" fmla="*/ 543136 w 554166"/>
                <a:gd name="csY39" fmla="*/ 440185 h 580298"/>
                <a:gd name="csX40" fmla="*/ 547560 w 554166"/>
                <a:gd name="csY40" fmla="*/ 424649 h 580298"/>
                <a:gd name="csX41" fmla="*/ 550717 w 554166"/>
                <a:gd name="csY41" fmla="*/ 409102 h 580298"/>
                <a:gd name="csX42" fmla="*/ 552031 w 554166"/>
                <a:gd name="csY42" fmla="*/ 399152 h 580298"/>
                <a:gd name="csX43" fmla="*/ 552805 w 554166"/>
                <a:gd name="csY43" fmla="*/ 393566 h 580298"/>
                <a:gd name="csX44" fmla="*/ 553943 w 554166"/>
                <a:gd name="csY44" fmla="*/ 378031 h 580298"/>
                <a:gd name="csX45" fmla="*/ 554166 w 554166"/>
                <a:gd name="csY45" fmla="*/ 362483 h 580298"/>
                <a:gd name="csX46" fmla="*/ 553568 w 554166"/>
                <a:gd name="csY46" fmla="*/ 346948 h 580298"/>
                <a:gd name="csX47" fmla="*/ 552195 w 554166"/>
                <a:gd name="csY47" fmla="*/ 331400 h 580298"/>
                <a:gd name="csX48" fmla="*/ 552031 w 554166"/>
                <a:gd name="csY48" fmla="*/ 330145 h 580298"/>
                <a:gd name="csX49" fmla="*/ 550200 w 554166"/>
                <a:gd name="csY49" fmla="*/ 315865 h 580298"/>
                <a:gd name="csX50" fmla="*/ 547548 w 554166"/>
                <a:gd name="csY50" fmla="*/ 300329 h 580298"/>
                <a:gd name="csX51" fmla="*/ 544263 w 554166"/>
                <a:gd name="csY51" fmla="*/ 284786 h 580298"/>
                <a:gd name="csX52" fmla="*/ 540332 w 554166"/>
                <a:gd name="csY52" fmla="*/ 269246 h 580298"/>
                <a:gd name="csX53" fmla="*/ 535768 w 554166"/>
                <a:gd name="csY53" fmla="*/ 253706 h 580298"/>
                <a:gd name="csX54" fmla="*/ 530570 w 554166"/>
                <a:gd name="csY54" fmla="*/ 238166 h 580298"/>
                <a:gd name="csX55" fmla="*/ 526885 w 554166"/>
                <a:gd name="csY55" fmla="*/ 228283 h 580298"/>
                <a:gd name="csX56" fmla="*/ 524773 w 554166"/>
                <a:gd name="csY56" fmla="*/ 222625 h 580298"/>
                <a:gd name="csX57" fmla="*/ 518449 w 554166"/>
                <a:gd name="csY57" fmla="*/ 207086 h 580298"/>
                <a:gd name="csX58" fmla="*/ 511443 w 554166"/>
                <a:gd name="csY58" fmla="*/ 191546 h 580298"/>
                <a:gd name="csX59" fmla="*/ 503734 w 554166"/>
                <a:gd name="csY59" fmla="*/ 176005 h 580298"/>
                <a:gd name="csX60" fmla="*/ 501728 w 554166"/>
                <a:gd name="csY60" fmla="*/ 172219 h 580298"/>
                <a:gd name="csX61" fmla="*/ 495321 w 554166"/>
                <a:gd name="csY61" fmla="*/ 160465 h 580298"/>
                <a:gd name="csX62" fmla="*/ 486157 w 554166"/>
                <a:gd name="csY62" fmla="*/ 144925 h 580298"/>
                <a:gd name="csX63" fmla="*/ 476582 w 554166"/>
                <a:gd name="csY63" fmla="*/ 129983 h 580298"/>
                <a:gd name="csX64" fmla="*/ 476171 w 554166"/>
                <a:gd name="csY64" fmla="*/ 129386 h 580298"/>
                <a:gd name="csX65" fmla="*/ 465106 w 554166"/>
                <a:gd name="csY65" fmla="*/ 113845 h 580298"/>
                <a:gd name="csX66" fmla="*/ 453091 w 554166"/>
                <a:gd name="csY66" fmla="*/ 98305 h 580298"/>
                <a:gd name="csX67" fmla="*/ 451437 w 554166"/>
                <a:gd name="csY67" fmla="*/ 96245 h 580298"/>
                <a:gd name="csX68" fmla="*/ 439468 w 554166"/>
                <a:gd name="csY68" fmla="*/ 82765 h 580298"/>
                <a:gd name="csX69" fmla="*/ 426279 w 554166"/>
                <a:gd name="csY69" fmla="*/ 68892 h 580298"/>
                <a:gd name="csX70" fmla="*/ 424460 w 554166"/>
                <a:gd name="csY70" fmla="*/ 67224 h 580298"/>
                <a:gd name="csX71" fmla="*/ 406895 w 554166"/>
                <a:gd name="csY71" fmla="*/ 51685 h 580298"/>
                <a:gd name="csX72" fmla="*/ 401134 w 554166"/>
                <a:gd name="csY72" fmla="*/ 46792 h 580298"/>
                <a:gd name="csX73" fmla="*/ 385962 w 554166"/>
                <a:gd name="csY73" fmla="*/ 36145 h 580298"/>
                <a:gd name="csX74" fmla="*/ 375988 w 554166"/>
                <a:gd name="csY74" fmla="*/ 29352 h 580298"/>
                <a:gd name="csX75" fmla="*/ 359373 w 554166"/>
                <a:gd name="csY75" fmla="*/ 20605 h 580298"/>
                <a:gd name="csX76" fmla="*/ 350830 w 554166"/>
                <a:gd name="csY76" fmla="*/ 16175 h 580298"/>
                <a:gd name="csX77" fmla="*/ 325685 w 554166"/>
                <a:gd name="csY77" fmla="*/ 7004 h 580298"/>
                <a:gd name="csX78" fmla="*/ 316532 w 554166"/>
                <a:gd name="csY78" fmla="*/ 5064 h 580298"/>
                <a:gd name="csX79" fmla="*/ 300539 w 554166"/>
                <a:gd name="csY79" fmla="*/ 1625 h 580298"/>
                <a:gd name="csX80" fmla="*/ 275382 w 554166"/>
                <a:gd name="csY80" fmla="*/ 0 h 580298"/>
                <a:gd name="csX81" fmla="*/ 250236 w 554166"/>
                <a:gd name="csY81" fmla="*/ 2130 h 580298"/>
                <a:gd name="csX82" fmla="*/ 237740 w 554166"/>
                <a:gd name="csY82" fmla="*/ 5064 h 580298"/>
                <a:gd name="csX83" fmla="*/ 225091 w 554166"/>
                <a:gd name="csY83" fmla="*/ 7999 h 580298"/>
                <a:gd name="csX84" fmla="*/ 199933 w 554166"/>
                <a:gd name="csY84" fmla="*/ 17717 h 580298"/>
                <a:gd name="csX85" fmla="*/ 194583 w 554166"/>
                <a:gd name="csY85" fmla="*/ 20605 h 580298"/>
                <a:gd name="csX86" fmla="*/ 174788 w 554166"/>
                <a:gd name="csY86" fmla="*/ 31441 h 580298"/>
                <a:gd name="csX87" fmla="*/ 168076 w 554166"/>
                <a:gd name="csY87" fmla="*/ 36145 h 580298"/>
                <a:gd name="csX88" fmla="*/ 149642 w 554166"/>
                <a:gd name="csY88" fmla="*/ 49486 h 580298"/>
                <a:gd name="csX89" fmla="*/ 147107 w 554166"/>
                <a:gd name="csY89" fmla="*/ 51685 h 580298"/>
                <a:gd name="csX90" fmla="*/ 129800 w 554166"/>
                <a:gd name="csY90" fmla="*/ 67224 h 580298"/>
                <a:gd name="csX91" fmla="*/ 124485 w 554166"/>
                <a:gd name="csY91" fmla="*/ 72209 h 580298"/>
                <a:gd name="csX92" fmla="*/ 114652 w 554166"/>
                <a:gd name="csY92" fmla="*/ 82765 h 580298"/>
                <a:gd name="csX93" fmla="*/ 101064 w 554166"/>
                <a:gd name="csY93" fmla="*/ 98305 h 580298"/>
                <a:gd name="csX94" fmla="*/ 99339 w 554166"/>
                <a:gd name="csY94" fmla="*/ 100360 h 580298"/>
                <a:gd name="csX95" fmla="*/ 89025 w 554166"/>
                <a:gd name="csY95" fmla="*/ 113845 h 580298"/>
                <a:gd name="csX96" fmla="*/ 78007 w 554166"/>
                <a:gd name="csY96" fmla="*/ 129386 h 580298"/>
                <a:gd name="csX97" fmla="*/ 74193 w 554166"/>
                <a:gd name="csY97" fmla="*/ 135072 h 580298"/>
                <a:gd name="csX98" fmla="*/ 67963 w 554166"/>
                <a:gd name="csY98" fmla="*/ 144925 h 580298"/>
                <a:gd name="csX99" fmla="*/ 58810 w 554166"/>
                <a:gd name="csY99" fmla="*/ 160465 h 580298"/>
                <a:gd name="csX100" fmla="*/ 50420 w 554166"/>
                <a:gd name="csY100" fmla="*/ 176005 h 580298"/>
                <a:gd name="csX101" fmla="*/ 49048 w 554166"/>
                <a:gd name="csY101" fmla="*/ 178728 h 580298"/>
                <a:gd name="csX102" fmla="*/ 42711 w 554166"/>
                <a:gd name="csY102" fmla="*/ 191546 h 580298"/>
                <a:gd name="csX103" fmla="*/ 35683 w 554166"/>
                <a:gd name="csY103" fmla="*/ 207086 h 580298"/>
                <a:gd name="csX104" fmla="*/ 29335 w 554166"/>
                <a:gd name="csY104" fmla="*/ 222625 h 580298"/>
                <a:gd name="csX105" fmla="*/ 23890 w 554166"/>
                <a:gd name="csY105" fmla="*/ 237458 h 580298"/>
                <a:gd name="csX106" fmla="*/ 23632 w 554166"/>
                <a:gd name="csY106" fmla="*/ 238166 h 580298"/>
                <a:gd name="csX107" fmla="*/ 18399 w 554166"/>
                <a:gd name="csY107" fmla="*/ 253706 h 580298"/>
                <a:gd name="csX108" fmla="*/ 13811 w 554166"/>
                <a:gd name="csY108" fmla="*/ 269246 h 580298"/>
                <a:gd name="csX109" fmla="*/ 9856 w 554166"/>
                <a:gd name="csY109" fmla="*/ 284786 h 580298"/>
                <a:gd name="csX110" fmla="*/ 6536 w 554166"/>
                <a:gd name="csY110" fmla="*/ 300329 h 580298"/>
                <a:gd name="csX111" fmla="*/ 3872 w 554166"/>
                <a:gd name="csY111" fmla="*/ 315865 h 580298"/>
                <a:gd name="csX112" fmla="*/ 1878 w 554166"/>
                <a:gd name="csY112" fmla="*/ 331400 h 580298"/>
                <a:gd name="csX113" fmla="*/ 575 w 554166"/>
                <a:gd name="csY113" fmla="*/ 346948 h 580298"/>
                <a:gd name="csX114" fmla="*/ 0 w 554166"/>
                <a:gd name="csY114" fmla="*/ 362483 h 580298"/>
                <a:gd name="csX115" fmla="*/ 211 w 554166"/>
                <a:gd name="csY115" fmla="*/ 378031 h 580298"/>
                <a:gd name="csX116" fmla="*/ 1303 w 554166"/>
                <a:gd name="csY116" fmla="*/ 393566 h 580298"/>
                <a:gd name="csX117" fmla="*/ 3368 w 554166"/>
                <a:gd name="csY117" fmla="*/ 409102 h 580298"/>
                <a:gd name="csX118" fmla="*/ 6524 w 554166"/>
                <a:gd name="csY118" fmla="*/ 424649 h 580298"/>
                <a:gd name="csX119" fmla="*/ 10983 w 554166"/>
                <a:gd name="csY119" fmla="*/ 440185 h 580298"/>
                <a:gd name="csX120" fmla="*/ 16967 w 554166"/>
                <a:gd name="csY120" fmla="*/ 455732 h 580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554166" h="580298">
                  <a:moveTo>
                    <a:pt x="16967" y="455732"/>
                  </a:moveTo>
                  <a:lnTo>
                    <a:pt x="23890" y="469508"/>
                  </a:lnTo>
                  <a:lnTo>
                    <a:pt x="24782" y="471268"/>
                  </a:lnTo>
                  <a:lnTo>
                    <a:pt x="34580" y="486803"/>
                  </a:lnTo>
                  <a:lnTo>
                    <a:pt x="47194" y="502351"/>
                  </a:lnTo>
                  <a:lnTo>
                    <a:pt x="49048" y="504228"/>
                  </a:lnTo>
                  <a:lnTo>
                    <a:pt x="63316" y="517886"/>
                  </a:lnTo>
                  <a:lnTo>
                    <a:pt x="74193" y="526311"/>
                  </a:lnTo>
                  <a:lnTo>
                    <a:pt x="84425" y="533422"/>
                  </a:lnTo>
                  <a:lnTo>
                    <a:pt x="99339" y="542117"/>
                  </a:lnTo>
                  <a:lnTo>
                    <a:pt x="113091" y="548969"/>
                  </a:lnTo>
                  <a:lnTo>
                    <a:pt x="124485" y="553874"/>
                  </a:lnTo>
                  <a:lnTo>
                    <a:pt x="149642" y="562768"/>
                  </a:lnTo>
                  <a:lnTo>
                    <a:pt x="155767" y="564505"/>
                  </a:lnTo>
                  <a:lnTo>
                    <a:pt x="174788" y="569398"/>
                  </a:lnTo>
                  <a:lnTo>
                    <a:pt x="199933" y="574244"/>
                  </a:lnTo>
                  <a:lnTo>
                    <a:pt x="225091" y="577600"/>
                  </a:lnTo>
                  <a:lnTo>
                    <a:pt x="250236" y="579595"/>
                  </a:lnTo>
                  <a:lnTo>
                    <a:pt x="266265" y="580052"/>
                  </a:lnTo>
                  <a:lnTo>
                    <a:pt x="275382" y="580299"/>
                  </a:lnTo>
                  <a:lnTo>
                    <a:pt x="287327" y="580052"/>
                  </a:lnTo>
                  <a:lnTo>
                    <a:pt x="300539" y="579759"/>
                  </a:lnTo>
                  <a:lnTo>
                    <a:pt x="325685" y="577940"/>
                  </a:lnTo>
                  <a:lnTo>
                    <a:pt x="350830" y="574784"/>
                  </a:lnTo>
                  <a:lnTo>
                    <a:pt x="375988" y="570137"/>
                  </a:lnTo>
                  <a:lnTo>
                    <a:pt x="398540" y="564505"/>
                  </a:lnTo>
                  <a:lnTo>
                    <a:pt x="401134" y="563789"/>
                  </a:lnTo>
                  <a:lnTo>
                    <a:pt x="426279" y="555200"/>
                  </a:lnTo>
                  <a:lnTo>
                    <a:pt x="441040" y="548969"/>
                  </a:lnTo>
                  <a:lnTo>
                    <a:pt x="451437" y="543900"/>
                  </a:lnTo>
                  <a:lnTo>
                    <a:pt x="469730" y="533422"/>
                  </a:lnTo>
                  <a:lnTo>
                    <a:pt x="476582" y="528752"/>
                  </a:lnTo>
                  <a:lnTo>
                    <a:pt x="490815" y="517886"/>
                  </a:lnTo>
                  <a:lnTo>
                    <a:pt x="501728" y="507619"/>
                  </a:lnTo>
                  <a:lnTo>
                    <a:pt x="506961" y="502351"/>
                  </a:lnTo>
                  <a:lnTo>
                    <a:pt x="519540" y="486803"/>
                  </a:lnTo>
                  <a:lnTo>
                    <a:pt x="526885" y="475281"/>
                  </a:lnTo>
                  <a:lnTo>
                    <a:pt x="529384" y="471268"/>
                  </a:lnTo>
                  <a:lnTo>
                    <a:pt x="537187" y="455732"/>
                  </a:lnTo>
                  <a:lnTo>
                    <a:pt x="543136" y="440185"/>
                  </a:lnTo>
                  <a:lnTo>
                    <a:pt x="547560" y="424649"/>
                  </a:lnTo>
                  <a:lnTo>
                    <a:pt x="550717" y="409102"/>
                  </a:lnTo>
                  <a:lnTo>
                    <a:pt x="552031" y="399152"/>
                  </a:lnTo>
                  <a:lnTo>
                    <a:pt x="552805" y="393566"/>
                  </a:lnTo>
                  <a:lnTo>
                    <a:pt x="553943" y="378031"/>
                  </a:lnTo>
                  <a:lnTo>
                    <a:pt x="554166" y="362483"/>
                  </a:lnTo>
                  <a:lnTo>
                    <a:pt x="553568" y="346948"/>
                  </a:lnTo>
                  <a:lnTo>
                    <a:pt x="552195" y="331400"/>
                  </a:lnTo>
                  <a:lnTo>
                    <a:pt x="552031" y="330145"/>
                  </a:lnTo>
                  <a:lnTo>
                    <a:pt x="550200" y="315865"/>
                  </a:lnTo>
                  <a:lnTo>
                    <a:pt x="547548" y="300329"/>
                  </a:lnTo>
                  <a:lnTo>
                    <a:pt x="544263" y="284786"/>
                  </a:lnTo>
                  <a:lnTo>
                    <a:pt x="540332" y="269246"/>
                  </a:lnTo>
                  <a:lnTo>
                    <a:pt x="535768" y="253706"/>
                  </a:lnTo>
                  <a:lnTo>
                    <a:pt x="530570" y="238166"/>
                  </a:lnTo>
                  <a:lnTo>
                    <a:pt x="526885" y="228283"/>
                  </a:lnTo>
                  <a:lnTo>
                    <a:pt x="524773" y="222625"/>
                  </a:lnTo>
                  <a:lnTo>
                    <a:pt x="518449" y="207086"/>
                  </a:lnTo>
                  <a:lnTo>
                    <a:pt x="511443" y="191546"/>
                  </a:lnTo>
                  <a:lnTo>
                    <a:pt x="503734" y="176005"/>
                  </a:lnTo>
                  <a:lnTo>
                    <a:pt x="501728" y="172219"/>
                  </a:lnTo>
                  <a:lnTo>
                    <a:pt x="495321" y="160465"/>
                  </a:lnTo>
                  <a:lnTo>
                    <a:pt x="486157" y="144925"/>
                  </a:lnTo>
                  <a:lnTo>
                    <a:pt x="476582" y="129983"/>
                  </a:lnTo>
                  <a:lnTo>
                    <a:pt x="476171" y="129386"/>
                  </a:lnTo>
                  <a:lnTo>
                    <a:pt x="465106" y="113845"/>
                  </a:lnTo>
                  <a:lnTo>
                    <a:pt x="453091" y="98305"/>
                  </a:lnTo>
                  <a:lnTo>
                    <a:pt x="451437" y="96245"/>
                  </a:lnTo>
                  <a:lnTo>
                    <a:pt x="439468" y="82765"/>
                  </a:lnTo>
                  <a:lnTo>
                    <a:pt x="426279" y="68892"/>
                  </a:lnTo>
                  <a:lnTo>
                    <a:pt x="424460" y="67224"/>
                  </a:lnTo>
                  <a:lnTo>
                    <a:pt x="406895" y="51685"/>
                  </a:lnTo>
                  <a:lnTo>
                    <a:pt x="401134" y="46792"/>
                  </a:lnTo>
                  <a:lnTo>
                    <a:pt x="385962" y="36145"/>
                  </a:lnTo>
                  <a:lnTo>
                    <a:pt x="375988" y="29352"/>
                  </a:lnTo>
                  <a:lnTo>
                    <a:pt x="359373" y="20605"/>
                  </a:lnTo>
                  <a:lnTo>
                    <a:pt x="350830" y="16175"/>
                  </a:lnTo>
                  <a:lnTo>
                    <a:pt x="325685" y="7004"/>
                  </a:lnTo>
                  <a:lnTo>
                    <a:pt x="316532" y="5064"/>
                  </a:lnTo>
                  <a:lnTo>
                    <a:pt x="300539" y="1625"/>
                  </a:lnTo>
                  <a:lnTo>
                    <a:pt x="275382" y="0"/>
                  </a:lnTo>
                  <a:lnTo>
                    <a:pt x="250236" y="2130"/>
                  </a:lnTo>
                  <a:lnTo>
                    <a:pt x="237740" y="5064"/>
                  </a:lnTo>
                  <a:lnTo>
                    <a:pt x="225091" y="7999"/>
                  </a:lnTo>
                  <a:lnTo>
                    <a:pt x="199933" y="17717"/>
                  </a:lnTo>
                  <a:lnTo>
                    <a:pt x="194583" y="20605"/>
                  </a:lnTo>
                  <a:lnTo>
                    <a:pt x="174788" y="31441"/>
                  </a:lnTo>
                  <a:lnTo>
                    <a:pt x="168076" y="36145"/>
                  </a:lnTo>
                  <a:lnTo>
                    <a:pt x="149642" y="49486"/>
                  </a:lnTo>
                  <a:lnTo>
                    <a:pt x="147107" y="51685"/>
                  </a:lnTo>
                  <a:lnTo>
                    <a:pt x="129800" y="67224"/>
                  </a:lnTo>
                  <a:lnTo>
                    <a:pt x="124485" y="72209"/>
                  </a:lnTo>
                  <a:lnTo>
                    <a:pt x="114652" y="82765"/>
                  </a:lnTo>
                  <a:lnTo>
                    <a:pt x="101064" y="98305"/>
                  </a:lnTo>
                  <a:lnTo>
                    <a:pt x="99339" y="100360"/>
                  </a:lnTo>
                  <a:lnTo>
                    <a:pt x="89025" y="113845"/>
                  </a:lnTo>
                  <a:lnTo>
                    <a:pt x="78007" y="129386"/>
                  </a:lnTo>
                  <a:lnTo>
                    <a:pt x="74193" y="135072"/>
                  </a:lnTo>
                  <a:lnTo>
                    <a:pt x="67963" y="144925"/>
                  </a:lnTo>
                  <a:lnTo>
                    <a:pt x="58810" y="160465"/>
                  </a:lnTo>
                  <a:lnTo>
                    <a:pt x="50420" y="176005"/>
                  </a:lnTo>
                  <a:lnTo>
                    <a:pt x="49048" y="178728"/>
                  </a:lnTo>
                  <a:lnTo>
                    <a:pt x="42711" y="191546"/>
                  </a:lnTo>
                  <a:lnTo>
                    <a:pt x="35683" y="207086"/>
                  </a:lnTo>
                  <a:lnTo>
                    <a:pt x="29335" y="222625"/>
                  </a:lnTo>
                  <a:lnTo>
                    <a:pt x="23890" y="237458"/>
                  </a:lnTo>
                  <a:lnTo>
                    <a:pt x="23632" y="238166"/>
                  </a:lnTo>
                  <a:lnTo>
                    <a:pt x="18399" y="253706"/>
                  </a:lnTo>
                  <a:lnTo>
                    <a:pt x="13811" y="269246"/>
                  </a:lnTo>
                  <a:lnTo>
                    <a:pt x="9856" y="284786"/>
                  </a:lnTo>
                  <a:lnTo>
                    <a:pt x="6536" y="300329"/>
                  </a:lnTo>
                  <a:lnTo>
                    <a:pt x="3872" y="315865"/>
                  </a:lnTo>
                  <a:lnTo>
                    <a:pt x="1878" y="331400"/>
                  </a:lnTo>
                  <a:lnTo>
                    <a:pt x="575" y="346948"/>
                  </a:lnTo>
                  <a:lnTo>
                    <a:pt x="0" y="362483"/>
                  </a:lnTo>
                  <a:lnTo>
                    <a:pt x="211" y="378031"/>
                  </a:lnTo>
                  <a:lnTo>
                    <a:pt x="1303" y="393566"/>
                  </a:lnTo>
                  <a:lnTo>
                    <a:pt x="3368" y="409102"/>
                  </a:lnTo>
                  <a:lnTo>
                    <a:pt x="6524" y="424649"/>
                  </a:lnTo>
                  <a:lnTo>
                    <a:pt x="10983" y="440185"/>
                  </a:lnTo>
                  <a:lnTo>
                    <a:pt x="16967" y="45573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E41B99F-5169-4A61-4D6D-478B8FFCA8A7}"/>
                </a:ext>
              </a:extLst>
            </p:cNvPr>
            <p:cNvSpPr/>
            <p:nvPr/>
          </p:nvSpPr>
          <p:spPr>
            <a:xfrm>
              <a:off x="4932087" y="3945860"/>
              <a:ext cx="471853" cy="491520"/>
            </a:xfrm>
            <a:custGeom>
              <a:avLst/>
              <a:gdLst>
                <a:gd name="csX0" fmla="*/ 29722 w 471853"/>
                <a:gd name="csY0" fmla="*/ 406110 h 491520"/>
                <a:gd name="csX1" fmla="*/ 33054 w 471853"/>
                <a:gd name="csY1" fmla="*/ 410533 h 491520"/>
                <a:gd name="csX2" fmla="*/ 41984 w 471853"/>
                <a:gd name="csY2" fmla="*/ 421645 h 491520"/>
                <a:gd name="csX3" fmla="*/ 57848 w 471853"/>
                <a:gd name="csY3" fmla="*/ 437193 h 491520"/>
                <a:gd name="csX4" fmla="*/ 58200 w 471853"/>
                <a:gd name="csY4" fmla="*/ 437474 h 491520"/>
                <a:gd name="csX5" fmla="*/ 79286 w 471853"/>
                <a:gd name="csY5" fmla="*/ 452728 h 491520"/>
                <a:gd name="csX6" fmla="*/ 83346 w 471853"/>
                <a:gd name="csY6" fmla="*/ 455169 h 491520"/>
                <a:gd name="csX7" fmla="*/ 108503 w 471853"/>
                <a:gd name="csY7" fmla="*/ 467912 h 491520"/>
                <a:gd name="csX8" fmla="*/ 109383 w 471853"/>
                <a:gd name="csY8" fmla="*/ 468264 h 491520"/>
                <a:gd name="csX9" fmla="*/ 133649 w 471853"/>
                <a:gd name="csY9" fmla="*/ 476970 h 491520"/>
                <a:gd name="csX10" fmla="*/ 158794 w 471853"/>
                <a:gd name="csY10" fmla="*/ 483647 h 491520"/>
                <a:gd name="csX11" fmla="*/ 159662 w 471853"/>
                <a:gd name="csY11" fmla="*/ 483811 h 491520"/>
                <a:gd name="csX12" fmla="*/ 183952 w 471853"/>
                <a:gd name="csY12" fmla="*/ 488012 h 491520"/>
                <a:gd name="csX13" fmla="*/ 209097 w 471853"/>
                <a:gd name="csY13" fmla="*/ 490593 h 491520"/>
                <a:gd name="csX14" fmla="*/ 234243 w 471853"/>
                <a:gd name="csY14" fmla="*/ 491520 h 491520"/>
                <a:gd name="csX15" fmla="*/ 259400 w 471853"/>
                <a:gd name="csY15" fmla="*/ 490816 h 491520"/>
                <a:gd name="csX16" fmla="*/ 284546 w 471853"/>
                <a:gd name="csY16" fmla="*/ 488458 h 491520"/>
                <a:gd name="csX17" fmla="*/ 309691 w 471853"/>
                <a:gd name="csY17" fmla="*/ 484351 h 491520"/>
                <a:gd name="csX18" fmla="*/ 312027 w 471853"/>
                <a:gd name="csY18" fmla="*/ 483811 h 491520"/>
                <a:gd name="csX19" fmla="*/ 334849 w 471853"/>
                <a:gd name="csY19" fmla="*/ 477991 h 491520"/>
                <a:gd name="csX20" fmla="*/ 359995 w 471853"/>
                <a:gd name="csY20" fmla="*/ 469296 h 491520"/>
                <a:gd name="csX21" fmla="*/ 362412 w 471853"/>
                <a:gd name="csY21" fmla="*/ 468264 h 491520"/>
                <a:gd name="csX22" fmla="*/ 385140 w 471853"/>
                <a:gd name="csY22" fmla="*/ 457070 h 491520"/>
                <a:gd name="csX23" fmla="*/ 392509 w 471853"/>
                <a:gd name="csY23" fmla="*/ 452728 h 491520"/>
                <a:gd name="csX24" fmla="*/ 410298 w 471853"/>
                <a:gd name="csY24" fmla="*/ 440138 h 491520"/>
                <a:gd name="csX25" fmla="*/ 413959 w 471853"/>
                <a:gd name="csY25" fmla="*/ 437193 h 491520"/>
                <a:gd name="csX26" fmla="*/ 429893 w 471853"/>
                <a:gd name="csY26" fmla="*/ 421645 h 491520"/>
                <a:gd name="csX27" fmla="*/ 435443 w 471853"/>
                <a:gd name="csY27" fmla="*/ 414863 h 491520"/>
                <a:gd name="csX28" fmla="*/ 442120 w 471853"/>
                <a:gd name="csY28" fmla="*/ 406110 h 491520"/>
                <a:gd name="csX29" fmla="*/ 451495 w 471853"/>
                <a:gd name="csY29" fmla="*/ 390574 h 491520"/>
                <a:gd name="csX30" fmla="*/ 458653 w 471853"/>
                <a:gd name="csY30" fmla="*/ 375027 h 491520"/>
                <a:gd name="csX31" fmla="*/ 460589 w 471853"/>
                <a:gd name="csY31" fmla="*/ 369441 h 491520"/>
                <a:gd name="csX32" fmla="*/ 463992 w 471853"/>
                <a:gd name="csY32" fmla="*/ 359491 h 491520"/>
                <a:gd name="csX33" fmla="*/ 467805 w 471853"/>
                <a:gd name="csY33" fmla="*/ 343944 h 491520"/>
                <a:gd name="csX34" fmla="*/ 470281 w 471853"/>
                <a:gd name="csY34" fmla="*/ 328408 h 491520"/>
                <a:gd name="csX35" fmla="*/ 471595 w 471853"/>
                <a:gd name="csY35" fmla="*/ 312873 h 491520"/>
                <a:gd name="csX36" fmla="*/ 471853 w 471853"/>
                <a:gd name="csY36" fmla="*/ 297325 h 491520"/>
                <a:gd name="csX37" fmla="*/ 471173 w 471853"/>
                <a:gd name="csY37" fmla="*/ 281790 h 491520"/>
                <a:gd name="csX38" fmla="*/ 469600 w 471853"/>
                <a:gd name="csY38" fmla="*/ 266242 h 491520"/>
                <a:gd name="csX39" fmla="*/ 467195 w 471853"/>
                <a:gd name="csY39" fmla="*/ 250707 h 491520"/>
                <a:gd name="csX40" fmla="*/ 463980 w 471853"/>
                <a:gd name="csY40" fmla="*/ 235171 h 491520"/>
                <a:gd name="csX41" fmla="*/ 460589 w 471853"/>
                <a:gd name="csY41" fmla="*/ 221914 h 491520"/>
                <a:gd name="csX42" fmla="*/ 460002 w 471853"/>
                <a:gd name="csY42" fmla="*/ 219628 h 491520"/>
                <a:gd name="csX43" fmla="*/ 455273 w 471853"/>
                <a:gd name="csY43" fmla="*/ 204088 h 491520"/>
                <a:gd name="csX44" fmla="*/ 449794 w 471853"/>
                <a:gd name="csY44" fmla="*/ 188548 h 491520"/>
                <a:gd name="csX45" fmla="*/ 443540 w 471853"/>
                <a:gd name="csY45" fmla="*/ 173007 h 491520"/>
                <a:gd name="csX46" fmla="*/ 436487 w 471853"/>
                <a:gd name="csY46" fmla="*/ 157467 h 491520"/>
                <a:gd name="csX47" fmla="*/ 435443 w 471853"/>
                <a:gd name="csY47" fmla="*/ 155332 h 491520"/>
                <a:gd name="csX48" fmla="*/ 428497 w 471853"/>
                <a:gd name="csY48" fmla="*/ 141928 h 491520"/>
                <a:gd name="csX49" fmla="*/ 419626 w 471853"/>
                <a:gd name="csY49" fmla="*/ 126388 h 491520"/>
                <a:gd name="csX50" fmla="*/ 410298 w 471853"/>
                <a:gd name="csY50" fmla="*/ 111511 h 491520"/>
                <a:gd name="csX51" fmla="*/ 409840 w 471853"/>
                <a:gd name="csY51" fmla="*/ 110847 h 491520"/>
                <a:gd name="csX52" fmla="*/ 398564 w 471853"/>
                <a:gd name="csY52" fmla="*/ 95307 h 491520"/>
                <a:gd name="csX53" fmla="*/ 386255 w 471853"/>
                <a:gd name="csY53" fmla="*/ 79767 h 491520"/>
                <a:gd name="csX54" fmla="*/ 385140 w 471853"/>
                <a:gd name="csY54" fmla="*/ 78429 h 491520"/>
                <a:gd name="csX55" fmla="*/ 371693 w 471853"/>
                <a:gd name="csY55" fmla="*/ 64228 h 491520"/>
                <a:gd name="csX56" fmla="*/ 359995 w 471853"/>
                <a:gd name="csY56" fmla="*/ 52696 h 491520"/>
                <a:gd name="csX57" fmla="*/ 355113 w 471853"/>
                <a:gd name="csY57" fmla="*/ 48687 h 491520"/>
                <a:gd name="csX58" fmla="*/ 335260 w 471853"/>
                <a:gd name="csY58" fmla="*/ 33147 h 491520"/>
                <a:gd name="csX59" fmla="*/ 334849 w 471853"/>
                <a:gd name="csY59" fmla="*/ 32831 h 491520"/>
                <a:gd name="csX60" fmla="*/ 309691 w 471853"/>
                <a:gd name="csY60" fmla="*/ 18001 h 491520"/>
                <a:gd name="csX61" fmla="*/ 308741 w 471853"/>
                <a:gd name="csY61" fmla="*/ 17607 h 491520"/>
                <a:gd name="csX62" fmla="*/ 284546 w 471853"/>
                <a:gd name="csY62" fmla="*/ 7716 h 491520"/>
                <a:gd name="csX63" fmla="*/ 260515 w 471853"/>
                <a:gd name="csY63" fmla="*/ 2066 h 491520"/>
                <a:gd name="csX64" fmla="*/ 259400 w 471853"/>
                <a:gd name="csY64" fmla="*/ 1802 h 491520"/>
                <a:gd name="csX65" fmla="*/ 234243 w 471853"/>
                <a:gd name="csY65" fmla="*/ 0 h 491520"/>
                <a:gd name="csX66" fmla="*/ 212207 w 471853"/>
                <a:gd name="csY66" fmla="*/ 2066 h 491520"/>
                <a:gd name="csX67" fmla="*/ 209097 w 471853"/>
                <a:gd name="csY67" fmla="*/ 2355 h 491520"/>
                <a:gd name="csX68" fmla="*/ 183952 w 471853"/>
                <a:gd name="csY68" fmla="*/ 8832 h 491520"/>
                <a:gd name="csX69" fmla="*/ 163582 w 471853"/>
                <a:gd name="csY69" fmla="*/ 17607 h 491520"/>
                <a:gd name="csX70" fmla="*/ 158794 w 471853"/>
                <a:gd name="csY70" fmla="*/ 19701 h 491520"/>
                <a:gd name="csX71" fmla="*/ 136852 w 471853"/>
                <a:gd name="csY71" fmla="*/ 33147 h 491520"/>
                <a:gd name="csX72" fmla="*/ 133649 w 471853"/>
                <a:gd name="csY72" fmla="*/ 35177 h 491520"/>
                <a:gd name="csX73" fmla="*/ 116869 w 471853"/>
                <a:gd name="csY73" fmla="*/ 48687 h 491520"/>
                <a:gd name="csX74" fmla="*/ 108503 w 471853"/>
                <a:gd name="csY74" fmla="*/ 55773 h 491520"/>
                <a:gd name="csX75" fmla="*/ 100125 w 471853"/>
                <a:gd name="csY75" fmla="*/ 64228 h 491520"/>
                <a:gd name="csX76" fmla="*/ 85669 w 471853"/>
                <a:gd name="csY76" fmla="*/ 79767 h 491520"/>
                <a:gd name="csX77" fmla="*/ 83346 w 471853"/>
                <a:gd name="csY77" fmla="*/ 82388 h 491520"/>
                <a:gd name="csX78" fmla="*/ 73278 w 471853"/>
                <a:gd name="csY78" fmla="*/ 95307 h 491520"/>
                <a:gd name="csX79" fmla="*/ 62107 w 471853"/>
                <a:gd name="csY79" fmla="*/ 110847 h 491520"/>
                <a:gd name="csX80" fmla="*/ 58200 w 471853"/>
                <a:gd name="csY80" fmla="*/ 116665 h 491520"/>
                <a:gd name="csX81" fmla="*/ 52204 w 471853"/>
                <a:gd name="csY81" fmla="*/ 126388 h 491520"/>
                <a:gd name="csX82" fmla="*/ 43368 w 471853"/>
                <a:gd name="csY82" fmla="*/ 141928 h 491520"/>
                <a:gd name="csX83" fmla="*/ 35389 w 471853"/>
                <a:gd name="csY83" fmla="*/ 157467 h 491520"/>
                <a:gd name="csX84" fmla="*/ 33054 w 471853"/>
                <a:gd name="csY84" fmla="*/ 162445 h 491520"/>
                <a:gd name="csX85" fmla="*/ 28314 w 471853"/>
                <a:gd name="csY85" fmla="*/ 173007 h 491520"/>
                <a:gd name="csX86" fmla="*/ 22060 w 471853"/>
                <a:gd name="csY86" fmla="*/ 188548 h 491520"/>
                <a:gd name="csX87" fmla="*/ 16580 w 471853"/>
                <a:gd name="csY87" fmla="*/ 204088 h 491520"/>
                <a:gd name="csX88" fmla="*/ 11863 w 471853"/>
                <a:gd name="csY88" fmla="*/ 219628 h 491520"/>
                <a:gd name="csX89" fmla="*/ 7909 w 471853"/>
                <a:gd name="csY89" fmla="*/ 235171 h 491520"/>
                <a:gd name="csX90" fmla="*/ 7909 w 471853"/>
                <a:gd name="csY90" fmla="*/ 235171 h 491520"/>
                <a:gd name="csX91" fmla="*/ 4682 w 471853"/>
                <a:gd name="csY91" fmla="*/ 250707 h 491520"/>
                <a:gd name="csX92" fmla="*/ 2276 w 471853"/>
                <a:gd name="csY92" fmla="*/ 266242 h 491520"/>
                <a:gd name="csX93" fmla="*/ 692 w 471853"/>
                <a:gd name="csY93" fmla="*/ 281790 h 491520"/>
                <a:gd name="csX94" fmla="*/ 0 w 471853"/>
                <a:gd name="csY94" fmla="*/ 297325 h 491520"/>
                <a:gd name="csX95" fmla="*/ 270 w 471853"/>
                <a:gd name="csY95" fmla="*/ 312873 h 491520"/>
                <a:gd name="csX96" fmla="*/ 1584 w 471853"/>
                <a:gd name="csY96" fmla="*/ 328408 h 491520"/>
                <a:gd name="csX97" fmla="*/ 4072 w 471853"/>
                <a:gd name="csY97" fmla="*/ 343944 h 491520"/>
                <a:gd name="csX98" fmla="*/ 7885 w 471853"/>
                <a:gd name="csY98" fmla="*/ 359491 h 491520"/>
                <a:gd name="csX99" fmla="*/ 7909 w 471853"/>
                <a:gd name="csY99" fmla="*/ 359526 h 491520"/>
                <a:gd name="csX100" fmla="*/ 13212 w 471853"/>
                <a:gd name="csY100" fmla="*/ 375027 h 491520"/>
                <a:gd name="csX101" fmla="*/ 20358 w 471853"/>
                <a:gd name="csY101" fmla="*/ 390574 h 491520"/>
                <a:gd name="csX102" fmla="*/ 29722 w 471853"/>
                <a:gd name="csY102" fmla="*/ 406110 h 49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</a:cxnLst>
              <a:rect l="l" t="t" r="r" b="b"/>
              <a:pathLst>
                <a:path w="471853" h="491520">
                  <a:moveTo>
                    <a:pt x="29722" y="406110"/>
                  </a:moveTo>
                  <a:lnTo>
                    <a:pt x="33054" y="410533"/>
                  </a:lnTo>
                  <a:lnTo>
                    <a:pt x="41984" y="421645"/>
                  </a:lnTo>
                  <a:lnTo>
                    <a:pt x="57848" y="437193"/>
                  </a:lnTo>
                  <a:lnTo>
                    <a:pt x="58200" y="437474"/>
                  </a:lnTo>
                  <a:lnTo>
                    <a:pt x="79286" y="452728"/>
                  </a:lnTo>
                  <a:lnTo>
                    <a:pt x="83346" y="455169"/>
                  </a:lnTo>
                  <a:lnTo>
                    <a:pt x="108503" y="467912"/>
                  </a:lnTo>
                  <a:lnTo>
                    <a:pt x="109383" y="468264"/>
                  </a:lnTo>
                  <a:lnTo>
                    <a:pt x="133649" y="476970"/>
                  </a:lnTo>
                  <a:lnTo>
                    <a:pt x="158794" y="483647"/>
                  </a:lnTo>
                  <a:lnTo>
                    <a:pt x="159662" y="483811"/>
                  </a:lnTo>
                  <a:lnTo>
                    <a:pt x="183952" y="488012"/>
                  </a:lnTo>
                  <a:lnTo>
                    <a:pt x="209097" y="490593"/>
                  </a:lnTo>
                  <a:lnTo>
                    <a:pt x="234243" y="491520"/>
                  </a:lnTo>
                  <a:lnTo>
                    <a:pt x="259400" y="490816"/>
                  </a:lnTo>
                  <a:lnTo>
                    <a:pt x="284546" y="488458"/>
                  </a:lnTo>
                  <a:lnTo>
                    <a:pt x="309691" y="484351"/>
                  </a:lnTo>
                  <a:lnTo>
                    <a:pt x="312027" y="483811"/>
                  </a:lnTo>
                  <a:lnTo>
                    <a:pt x="334849" y="477991"/>
                  </a:lnTo>
                  <a:lnTo>
                    <a:pt x="359995" y="469296"/>
                  </a:lnTo>
                  <a:lnTo>
                    <a:pt x="362412" y="468264"/>
                  </a:lnTo>
                  <a:lnTo>
                    <a:pt x="385140" y="457070"/>
                  </a:lnTo>
                  <a:lnTo>
                    <a:pt x="392509" y="452728"/>
                  </a:lnTo>
                  <a:lnTo>
                    <a:pt x="410298" y="440138"/>
                  </a:lnTo>
                  <a:lnTo>
                    <a:pt x="413959" y="437193"/>
                  </a:lnTo>
                  <a:lnTo>
                    <a:pt x="429893" y="421645"/>
                  </a:lnTo>
                  <a:lnTo>
                    <a:pt x="435443" y="414863"/>
                  </a:lnTo>
                  <a:lnTo>
                    <a:pt x="442120" y="406110"/>
                  </a:lnTo>
                  <a:lnTo>
                    <a:pt x="451495" y="390574"/>
                  </a:lnTo>
                  <a:lnTo>
                    <a:pt x="458653" y="375027"/>
                  </a:lnTo>
                  <a:lnTo>
                    <a:pt x="460589" y="369441"/>
                  </a:lnTo>
                  <a:lnTo>
                    <a:pt x="463992" y="359491"/>
                  </a:lnTo>
                  <a:lnTo>
                    <a:pt x="467805" y="343944"/>
                  </a:lnTo>
                  <a:lnTo>
                    <a:pt x="470281" y="328408"/>
                  </a:lnTo>
                  <a:lnTo>
                    <a:pt x="471595" y="312873"/>
                  </a:lnTo>
                  <a:lnTo>
                    <a:pt x="471853" y="297325"/>
                  </a:lnTo>
                  <a:lnTo>
                    <a:pt x="471173" y="281790"/>
                  </a:lnTo>
                  <a:lnTo>
                    <a:pt x="469600" y="266242"/>
                  </a:lnTo>
                  <a:lnTo>
                    <a:pt x="467195" y="250707"/>
                  </a:lnTo>
                  <a:lnTo>
                    <a:pt x="463980" y="235171"/>
                  </a:lnTo>
                  <a:lnTo>
                    <a:pt x="460589" y="221914"/>
                  </a:lnTo>
                  <a:lnTo>
                    <a:pt x="460002" y="219628"/>
                  </a:lnTo>
                  <a:lnTo>
                    <a:pt x="455273" y="204088"/>
                  </a:lnTo>
                  <a:lnTo>
                    <a:pt x="449794" y="188548"/>
                  </a:lnTo>
                  <a:lnTo>
                    <a:pt x="443540" y="173007"/>
                  </a:lnTo>
                  <a:lnTo>
                    <a:pt x="436487" y="157467"/>
                  </a:lnTo>
                  <a:lnTo>
                    <a:pt x="435443" y="155332"/>
                  </a:lnTo>
                  <a:lnTo>
                    <a:pt x="428497" y="141928"/>
                  </a:lnTo>
                  <a:lnTo>
                    <a:pt x="419626" y="126388"/>
                  </a:lnTo>
                  <a:lnTo>
                    <a:pt x="410298" y="111511"/>
                  </a:lnTo>
                  <a:lnTo>
                    <a:pt x="409840" y="110847"/>
                  </a:lnTo>
                  <a:lnTo>
                    <a:pt x="398564" y="95307"/>
                  </a:lnTo>
                  <a:lnTo>
                    <a:pt x="386255" y="79767"/>
                  </a:lnTo>
                  <a:lnTo>
                    <a:pt x="385140" y="78429"/>
                  </a:lnTo>
                  <a:lnTo>
                    <a:pt x="371693" y="64228"/>
                  </a:lnTo>
                  <a:lnTo>
                    <a:pt x="359995" y="52696"/>
                  </a:lnTo>
                  <a:lnTo>
                    <a:pt x="355113" y="48687"/>
                  </a:lnTo>
                  <a:lnTo>
                    <a:pt x="335260" y="33147"/>
                  </a:lnTo>
                  <a:lnTo>
                    <a:pt x="334849" y="32831"/>
                  </a:lnTo>
                  <a:lnTo>
                    <a:pt x="309691" y="18001"/>
                  </a:lnTo>
                  <a:lnTo>
                    <a:pt x="308741" y="17607"/>
                  </a:lnTo>
                  <a:lnTo>
                    <a:pt x="284546" y="7716"/>
                  </a:lnTo>
                  <a:lnTo>
                    <a:pt x="260515" y="2066"/>
                  </a:lnTo>
                  <a:lnTo>
                    <a:pt x="259400" y="1802"/>
                  </a:lnTo>
                  <a:lnTo>
                    <a:pt x="234243" y="0"/>
                  </a:lnTo>
                  <a:lnTo>
                    <a:pt x="212207" y="2066"/>
                  </a:lnTo>
                  <a:lnTo>
                    <a:pt x="209097" y="2355"/>
                  </a:lnTo>
                  <a:lnTo>
                    <a:pt x="183952" y="8832"/>
                  </a:lnTo>
                  <a:lnTo>
                    <a:pt x="163582" y="17607"/>
                  </a:lnTo>
                  <a:lnTo>
                    <a:pt x="158794" y="19701"/>
                  </a:lnTo>
                  <a:lnTo>
                    <a:pt x="136852" y="33147"/>
                  </a:lnTo>
                  <a:lnTo>
                    <a:pt x="133649" y="35177"/>
                  </a:lnTo>
                  <a:lnTo>
                    <a:pt x="116869" y="48687"/>
                  </a:lnTo>
                  <a:lnTo>
                    <a:pt x="108503" y="55773"/>
                  </a:lnTo>
                  <a:lnTo>
                    <a:pt x="100125" y="64228"/>
                  </a:lnTo>
                  <a:lnTo>
                    <a:pt x="85669" y="79767"/>
                  </a:lnTo>
                  <a:lnTo>
                    <a:pt x="83346" y="82388"/>
                  </a:lnTo>
                  <a:lnTo>
                    <a:pt x="73278" y="95307"/>
                  </a:lnTo>
                  <a:lnTo>
                    <a:pt x="62107" y="110847"/>
                  </a:lnTo>
                  <a:lnTo>
                    <a:pt x="58200" y="116665"/>
                  </a:lnTo>
                  <a:lnTo>
                    <a:pt x="52204" y="126388"/>
                  </a:lnTo>
                  <a:lnTo>
                    <a:pt x="43368" y="141928"/>
                  </a:lnTo>
                  <a:lnTo>
                    <a:pt x="35389" y="157467"/>
                  </a:lnTo>
                  <a:lnTo>
                    <a:pt x="33054" y="162445"/>
                  </a:lnTo>
                  <a:lnTo>
                    <a:pt x="28314" y="173007"/>
                  </a:lnTo>
                  <a:lnTo>
                    <a:pt x="22060" y="188548"/>
                  </a:lnTo>
                  <a:lnTo>
                    <a:pt x="16580" y="204088"/>
                  </a:lnTo>
                  <a:lnTo>
                    <a:pt x="11863" y="219628"/>
                  </a:lnTo>
                  <a:lnTo>
                    <a:pt x="7909" y="235171"/>
                  </a:lnTo>
                  <a:lnTo>
                    <a:pt x="7909" y="235171"/>
                  </a:lnTo>
                  <a:lnTo>
                    <a:pt x="4682" y="250707"/>
                  </a:lnTo>
                  <a:lnTo>
                    <a:pt x="2276" y="266242"/>
                  </a:lnTo>
                  <a:lnTo>
                    <a:pt x="692" y="281790"/>
                  </a:lnTo>
                  <a:lnTo>
                    <a:pt x="0" y="297325"/>
                  </a:lnTo>
                  <a:lnTo>
                    <a:pt x="270" y="312873"/>
                  </a:lnTo>
                  <a:lnTo>
                    <a:pt x="1584" y="328408"/>
                  </a:lnTo>
                  <a:lnTo>
                    <a:pt x="4072" y="343944"/>
                  </a:lnTo>
                  <a:lnTo>
                    <a:pt x="7885" y="359491"/>
                  </a:lnTo>
                  <a:lnTo>
                    <a:pt x="7909" y="359526"/>
                  </a:lnTo>
                  <a:lnTo>
                    <a:pt x="13212" y="375027"/>
                  </a:lnTo>
                  <a:lnTo>
                    <a:pt x="20358" y="390574"/>
                  </a:lnTo>
                  <a:lnTo>
                    <a:pt x="29722" y="406110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9DA52A6-B48A-D35D-902F-C8560BC8CDBC}"/>
                </a:ext>
              </a:extLst>
            </p:cNvPr>
            <p:cNvSpPr/>
            <p:nvPr/>
          </p:nvSpPr>
          <p:spPr>
            <a:xfrm>
              <a:off x="4972194" y="4005379"/>
              <a:ext cx="391675" cy="406597"/>
            </a:xfrm>
            <a:custGeom>
              <a:avLst/>
              <a:gdLst>
                <a:gd name="csX0" fmla="*/ 37032 w 391675"/>
                <a:gd name="csY0" fmla="*/ 346591 h 406597"/>
                <a:gd name="csX1" fmla="*/ 43239 w 391675"/>
                <a:gd name="csY1" fmla="*/ 353021 h 406597"/>
                <a:gd name="csX2" fmla="*/ 53342 w 391675"/>
                <a:gd name="csY2" fmla="*/ 362127 h 406597"/>
                <a:gd name="csX3" fmla="*/ 68397 w 391675"/>
                <a:gd name="csY3" fmla="*/ 373109 h 406597"/>
                <a:gd name="csX4" fmla="*/ 75977 w 391675"/>
                <a:gd name="csY4" fmla="*/ 377674 h 406597"/>
                <a:gd name="csX5" fmla="*/ 93542 w 391675"/>
                <a:gd name="csY5" fmla="*/ 386521 h 406597"/>
                <a:gd name="csX6" fmla="*/ 110932 w 391675"/>
                <a:gd name="csY6" fmla="*/ 393209 h 406597"/>
                <a:gd name="csX7" fmla="*/ 118688 w 391675"/>
                <a:gd name="csY7" fmla="*/ 395803 h 406597"/>
                <a:gd name="csX8" fmla="*/ 143845 w 391675"/>
                <a:gd name="csY8" fmla="*/ 401787 h 406597"/>
                <a:gd name="csX9" fmla="*/ 168991 w 391675"/>
                <a:gd name="csY9" fmla="*/ 405331 h 406597"/>
                <a:gd name="csX10" fmla="*/ 194137 w 391675"/>
                <a:gd name="csY10" fmla="*/ 406598 h 406597"/>
                <a:gd name="csX11" fmla="*/ 219294 w 391675"/>
                <a:gd name="csY11" fmla="*/ 405636 h 406597"/>
                <a:gd name="csX12" fmla="*/ 244440 w 391675"/>
                <a:gd name="csY12" fmla="*/ 402397 h 406597"/>
                <a:gd name="csX13" fmla="*/ 269585 w 391675"/>
                <a:gd name="csY13" fmla="*/ 396741 h 406597"/>
                <a:gd name="csX14" fmla="*/ 280603 w 391675"/>
                <a:gd name="csY14" fmla="*/ 393209 h 406597"/>
                <a:gd name="csX15" fmla="*/ 294743 w 391675"/>
                <a:gd name="csY15" fmla="*/ 387976 h 406597"/>
                <a:gd name="csX16" fmla="*/ 315817 w 391675"/>
                <a:gd name="csY16" fmla="*/ 377674 h 406597"/>
                <a:gd name="csX17" fmla="*/ 319888 w 391675"/>
                <a:gd name="csY17" fmla="*/ 375292 h 406597"/>
                <a:gd name="csX18" fmla="*/ 338357 w 391675"/>
                <a:gd name="csY18" fmla="*/ 362127 h 406597"/>
                <a:gd name="csX19" fmla="*/ 345034 w 391675"/>
                <a:gd name="csY19" fmla="*/ 356248 h 406597"/>
                <a:gd name="csX20" fmla="*/ 354574 w 391675"/>
                <a:gd name="csY20" fmla="*/ 346591 h 406597"/>
                <a:gd name="csX21" fmla="*/ 366659 w 391675"/>
                <a:gd name="csY21" fmla="*/ 331055 h 406597"/>
                <a:gd name="csX22" fmla="*/ 370191 w 391675"/>
                <a:gd name="csY22" fmla="*/ 325235 h 406597"/>
                <a:gd name="csX23" fmla="*/ 375601 w 391675"/>
                <a:gd name="csY23" fmla="*/ 315508 h 406597"/>
                <a:gd name="csX24" fmla="*/ 382125 w 391675"/>
                <a:gd name="csY24" fmla="*/ 299972 h 406597"/>
                <a:gd name="csX25" fmla="*/ 386748 w 391675"/>
                <a:gd name="csY25" fmla="*/ 284425 h 406597"/>
                <a:gd name="csX26" fmla="*/ 389763 w 391675"/>
                <a:gd name="csY26" fmla="*/ 268889 h 406597"/>
                <a:gd name="csX27" fmla="*/ 391359 w 391675"/>
                <a:gd name="csY27" fmla="*/ 253354 h 406597"/>
                <a:gd name="csX28" fmla="*/ 391676 w 391675"/>
                <a:gd name="csY28" fmla="*/ 237806 h 406597"/>
                <a:gd name="csX29" fmla="*/ 390843 w 391675"/>
                <a:gd name="csY29" fmla="*/ 222271 h 406597"/>
                <a:gd name="csX30" fmla="*/ 388930 w 391675"/>
                <a:gd name="csY30" fmla="*/ 206723 h 406597"/>
                <a:gd name="csX31" fmla="*/ 385997 w 391675"/>
                <a:gd name="csY31" fmla="*/ 191188 h 406597"/>
                <a:gd name="csX32" fmla="*/ 382101 w 391675"/>
                <a:gd name="csY32" fmla="*/ 175652 h 406597"/>
                <a:gd name="csX33" fmla="*/ 377255 w 391675"/>
                <a:gd name="csY33" fmla="*/ 160110 h 406597"/>
                <a:gd name="csX34" fmla="*/ 371470 w 391675"/>
                <a:gd name="csY34" fmla="*/ 144569 h 406597"/>
                <a:gd name="csX35" fmla="*/ 370191 w 391675"/>
                <a:gd name="csY35" fmla="*/ 141534 h 406597"/>
                <a:gd name="csX36" fmla="*/ 364465 w 391675"/>
                <a:gd name="csY36" fmla="*/ 129029 h 406597"/>
                <a:gd name="csX37" fmla="*/ 356392 w 391675"/>
                <a:gd name="csY37" fmla="*/ 113489 h 406597"/>
                <a:gd name="csX38" fmla="*/ 347310 w 391675"/>
                <a:gd name="csY38" fmla="*/ 97948 h 406597"/>
                <a:gd name="csX39" fmla="*/ 345034 w 391675"/>
                <a:gd name="csY39" fmla="*/ 94375 h 406597"/>
                <a:gd name="csX40" fmla="*/ 336445 w 391675"/>
                <a:gd name="csY40" fmla="*/ 82409 h 406597"/>
                <a:gd name="csX41" fmla="*/ 324171 w 391675"/>
                <a:gd name="csY41" fmla="*/ 66869 h 406597"/>
                <a:gd name="csX42" fmla="*/ 319888 w 391675"/>
                <a:gd name="csY42" fmla="*/ 61810 h 406597"/>
                <a:gd name="csX43" fmla="*/ 309316 w 391675"/>
                <a:gd name="csY43" fmla="*/ 51329 h 406597"/>
                <a:gd name="csX44" fmla="*/ 294743 w 391675"/>
                <a:gd name="csY44" fmla="*/ 37917 h 406597"/>
                <a:gd name="csX45" fmla="*/ 291786 w 391675"/>
                <a:gd name="csY45" fmla="*/ 35788 h 406597"/>
                <a:gd name="csX46" fmla="*/ 269585 w 391675"/>
                <a:gd name="csY46" fmla="*/ 20589 h 406597"/>
                <a:gd name="csX47" fmla="*/ 268881 w 391675"/>
                <a:gd name="csY47" fmla="*/ 20248 h 406597"/>
                <a:gd name="csX48" fmla="*/ 244440 w 391675"/>
                <a:gd name="csY48" fmla="*/ 8804 h 406597"/>
                <a:gd name="csX49" fmla="*/ 229326 w 391675"/>
                <a:gd name="csY49" fmla="*/ 4709 h 406597"/>
                <a:gd name="csX50" fmla="*/ 219294 w 391675"/>
                <a:gd name="csY50" fmla="*/ 2028 h 406597"/>
                <a:gd name="csX51" fmla="*/ 194137 w 391675"/>
                <a:gd name="csY51" fmla="*/ 0 h 406597"/>
                <a:gd name="csX52" fmla="*/ 168991 w 391675"/>
                <a:gd name="csY52" fmla="*/ 2657 h 406597"/>
                <a:gd name="csX53" fmla="*/ 161962 w 391675"/>
                <a:gd name="csY53" fmla="*/ 4709 h 406597"/>
                <a:gd name="csX54" fmla="*/ 143845 w 391675"/>
                <a:gd name="csY54" fmla="*/ 10082 h 406597"/>
                <a:gd name="csX55" fmla="*/ 123241 w 391675"/>
                <a:gd name="csY55" fmla="*/ 20248 h 406597"/>
                <a:gd name="csX56" fmla="*/ 118688 w 391675"/>
                <a:gd name="csY56" fmla="*/ 22574 h 406597"/>
                <a:gd name="csX57" fmla="*/ 100102 w 391675"/>
                <a:gd name="csY57" fmla="*/ 35788 h 406597"/>
                <a:gd name="csX58" fmla="*/ 93542 w 391675"/>
                <a:gd name="csY58" fmla="*/ 40709 h 406597"/>
                <a:gd name="csX59" fmla="*/ 82336 w 391675"/>
                <a:gd name="csY59" fmla="*/ 51329 h 406597"/>
                <a:gd name="csX60" fmla="*/ 68397 w 391675"/>
                <a:gd name="csY60" fmla="*/ 65573 h 406597"/>
                <a:gd name="csX61" fmla="*/ 67317 w 391675"/>
                <a:gd name="csY61" fmla="*/ 66869 h 406597"/>
                <a:gd name="csX62" fmla="*/ 55231 w 391675"/>
                <a:gd name="csY62" fmla="*/ 82409 h 406597"/>
                <a:gd name="csX63" fmla="*/ 44307 w 391675"/>
                <a:gd name="csY63" fmla="*/ 97948 h 406597"/>
                <a:gd name="csX64" fmla="*/ 43239 w 391675"/>
                <a:gd name="csY64" fmla="*/ 99593 h 406597"/>
                <a:gd name="csX65" fmla="*/ 35213 w 391675"/>
                <a:gd name="csY65" fmla="*/ 113489 h 406597"/>
                <a:gd name="csX66" fmla="*/ 27223 w 391675"/>
                <a:gd name="csY66" fmla="*/ 129029 h 406597"/>
                <a:gd name="csX67" fmla="*/ 20206 w 391675"/>
                <a:gd name="csY67" fmla="*/ 144569 h 406597"/>
                <a:gd name="csX68" fmla="*/ 18094 w 391675"/>
                <a:gd name="csY68" fmla="*/ 149929 h 406597"/>
                <a:gd name="csX69" fmla="*/ 14351 w 391675"/>
                <a:gd name="csY69" fmla="*/ 160110 h 406597"/>
                <a:gd name="csX70" fmla="*/ 9528 w 391675"/>
                <a:gd name="csY70" fmla="*/ 175652 h 406597"/>
                <a:gd name="csX71" fmla="*/ 5644 w 391675"/>
                <a:gd name="csY71" fmla="*/ 191188 h 406597"/>
                <a:gd name="csX72" fmla="*/ 2734 w 391675"/>
                <a:gd name="csY72" fmla="*/ 206723 h 406597"/>
                <a:gd name="csX73" fmla="*/ 833 w 391675"/>
                <a:gd name="csY73" fmla="*/ 222271 h 406597"/>
                <a:gd name="csX74" fmla="*/ 0 w 391675"/>
                <a:gd name="csY74" fmla="*/ 237806 h 406597"/>
                <a:gd name="csX75" fmla="*/ 317 w 391675"/>
                <a:gd name="csY75" fmla="*/ 253354 h 406597"/>
                <a:gd name="csX76" fmla="*/ 1901 w 391675"/>
                <a:gd name="csY76" fmla="*/ 268889 h 406597"/>
                <a:gd name="csX77" fmla="*/ 4893 w 391675"/>
                <a:gd name="csY77" fmla="*/ 284425 h 406597"/>
                <a:gd name="csX78" fmla="*/ 9516 w 391675"/>
                <a:gd name="csY78" fmla="*/ 299972 h 406597"/>
                <a:gd name="csX79" fmla="*/ 16005 w 391675"/>
                <a:gd name="csY79" fmla="*/ 315508 h 406597"/>
                <a:gd name="csX80" fmla="*/ 18094 w 391675"/>
                <a:gd name="csY80" fmla="*/ 319333 h 406597"/>
                <a:gd name="csX81" fmla="*/ 25040 w 391675"/>
                <a:gd name="csY81" fmla="*/ 331055 h 406597"/>
                <a:gd name="csX82" fmla="*/ 37032 w 391675"/>
                <a:gd name="csY82" fmla="*/ 346591 h 40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</a:cxnLst>
              <a:rect l="l" t="t" r="r" b="b"/>
              <a:pathLst>
                <a:path w="391675" h="406597">
                  <a:moveTo>
                    <a:pt x="37032" y="346591"/>
                  </a:moveTo>
                  <a:lnTo>
                    <a:pt x="43239" y="353021"/>
                  </a:lnTo>
                  <a:lnTo>
                    <a:pt x="53342" y="362127"/>
                  </a:lnTo>
                  <a:lnTo>
                    <a:pt x="68397" y="373109"/>
                  </a:lnTo>
                  <a:lnTo>
                    <a:pt x="75977" y="377674"/>
                  </a:lnTo>
                  <a:lnTo>
                    <a:pt x="93542" y="386521"/>
                  </a:lnTo>
                  <a:lnTo>
                    <a:pt x="110932" y="393209"/>
                  </a:lnTo>
                  <a:lnTo>
                    <a:pt x="118688" y="395803"/>
                  </a:lnTo>
                  <a:lnTo>
                    <a:pt x="143845" y="401787"/>
                  </a:lnTo>
                  <a:lnTo>
                    <a:pt x="168991" y="405331"/>
                  </a:lnTo>
                  <a:lnTo>
                    <a:pt x="194137" y="406598"/>
                  </a:lnTo>
                  <a:lnTo>
                    <a:pt x="219294" y="405636"/>
                  </a:lnTo>
                  <a:lnTo>
                    <a:pt x="244440" y="402397"/>
                  </a:lnTo>
                  <a:lnTo>
                    <a:pt x="269585" y="396741"/>
                  </a:lnTo>
                  <a:lnTo>
                    <a:pt x="280603" y="393209"/>
                  </a:lnTo>
                  <a:lnTo>
                    <a:pt x="294743" y="387976"/>
                  </a:lnTo>
                  <a:lnTo>
                    <a:pt x="315817" y="377674"/>
                  </a:lnTo>
                  <a:lnTo>
                    <a:pt x="319888" y="375292"/>
                  </a:lnTo>
                  <a:lnTo>
                    <a:pt x="338357" y="362127"/>
                  </a:lnTo>
                  <a:lnTo>
                    <a:pt x="345034" y="356248"/>
                  </a:lnTo>
                  <a:lnTo>
                    <a:pt x="354574" y="346591"/>
                  </a:lnTo>
                  <a:lnTo>
                    <a:pt x="366659" y="331055"/>
                  </a:lnTo>
                  <a:lnTo>
                    <a:pt x="370191" y="325235"/>
                  </a:lnTo>
                  <a:lnTo>
                    <a:pt x="375601" y="315508"/>
                  </a:lnTo>
                  <a:lnTo>
                    <a:pt x="382125" y="299972"/>
                  </a:lnTo>
                  <a:lnTo>
                    <a:pt x="386748" y="284425"/>
                  </a:lnTo>
                  <a:lnTo>
                    <a:pt x="389763" y="268889"/>
                  </a:lnTo>
                  <a:lnTo>
                    <a:pt x="391359" y="253354"/>
                  </a:lnTo>
                  <a:lnTo>
                    <a:pt x="391676" y="237806"/>
                  </a:lnTo>
                  <a:lnTo>
                    <a:pt x="390843" y="222271"/>
                  </a:lnTo>
                  <a:lnTo>
                    <a:pt x="388930" y="206723"/>
                  </a:lnTo>
                  <a:lnTo>
                    <a:pt x="385997" y="191188"/>
                  </a:lnTo>
                  <a:lnTo>
                    <a:pt x="382101" y="175652"/>
                  </a:lnTo>
                  <a:lnTo>
                    <a:pt x="377255" y="160110"/>
                  </a:lnTo>
                  <a:lnTo>
                    <a:pt x="371470" y="144569"/>
                  </a:lnTo>
                  <a:lnTo>
                    <a:pt x="370191" y="141534"/>
                  </a:lnTo>
                  <a:lnTo>
                    <a:pt x="364465" y="129029"/>
                  </a:lnTo>
                  <a:lnTo>
                    <a:pt x="356392" y="113489"/>
                  </a:lnTo>
                  <a:lnTo>
                    <a:pt x="347310" y="97948"/>
                  </a:lnTo>
                  <a:lnTo>
                    <a:pt x="345034" y="94375"/>
                  </a:lnTo>
                  <a:lnTo>
                    <a:pt x="336445" y="82409"/>
                  </a:lnTo>
                  <a:lnTo>
                    <a:pt x="324171" y="66869"/>
                  </a:lnTo>
                  <a:lnTo>
                    <a:pt x="319888" y="61810"/>
                  </a:lnTo>
                  <a:lnTo>
                    <a:pt x="309316" y="51329"/>
                  </a:lnTo>
                  <a:lnTo>
                    <a:pt x="294743" y="37917"/>
                  </a:lnTo>
                  <a:lnTo>
                    <a:pt x="291786" y="35788"/>
                  </a:lnTo>
                  <a:lnTo>
                    <a:pt x="269585" y="20589"/>
                  </a:lnTo>
                  <a:lnTo>
                    <a:pt x="268881" y="20248"/>
                  </a:lnTo>
                  <a:lnTo>
                    <a:pt x="244440" y="8804"/>
                  </a:lnTo>
                  <a:lnTo>
                    <a:pt x="229326" y="4709"/>
                  </a:lnTo>
                  <a:lnTo>
                    <a:pt x="219294" y="2028"/>
                  </a:lnTo>
                  <a:lnTo>
                    <a:pt x="194137" y="0"/>
                  </a:lnTo>
                  <a:lnTo>
                    <a:pt x="168991" y="2657"/>
                  </a:lnTo>
                  <a:lnTo>
                    <a:pt x="161962" y="4709"/>
                  </a:lnTo>
                  <a:lnTo>
                    <a:pt x="143845" y="10082"/>
                  </a:lnTo>
                  <a:lnTo>
                    <a:pt x="123241" y="20248"/>
                  </a:lnTo>
                  <a:lnTo>
                    <a:pt x="118688" y="22574"/>
                  </a:lnTo>
                  <a:lnTo>
                    <a:pt x="100102" y="35788"/>
                  </a:lnTo>
                  <a:lnTo>
                    <a:pt x="93542" y="40709"/>
                  </a:lnTo>
                  <a:lnTo>
                    <a:pt x="82336" y="51329"/>
                  </a:lnTo>
                  <a:lnTo>
                    <a:pt x="68397" y="65573"/>
                  </a:lnTo>
                  <a:lnTo>
                    <a:pt x="67317" y="66869"/>
                  </a:lnTo>
                  <a:lnTo>
                    <a:pt x="55231" y="82409"/>
                  </a:lnTo>
                  <a:lnTo>
                    <a:pt x="44307" y="97948"/>
                  </a:lnTo>
                  <a:lnTo>
                    <a:pt x="43239" y="99593"/>
                  </a:lnTo>
                  <a:lnTo>
                    <a:pt x="35213" y="113489"/>
                  </a:lnTo>
                  <a:lnTo>
                    <a:pt x="27223" y="129029"/>
                  </a:lnTo>
                  <a:lnTo>
                    <a:pt x="20206" y="144569"/>
                  </a:lnTo>
                  <a:lnTo>
                    <a:pt x="18094" y="149929"/>
                  </a:lnTo>
                  <a:lnTo>
                    <a:pt x="14351" y="160110"/>
                  </a:lnTo>
                  <a:lnTo>
                    <a:pt x="9528" y="175652"/>
                  </a:lnTo>
                  <a:lnTo>
                    <a:pt x="5644" y="191188"/>
                  </a:lnTo>
                  <a:lnTo>
                    <a:pt x="2734" y="206723"/>
                  </a:lnTo>
                  <a:lnTo>
                    <a:pt x="833" y="222271"/>
                  </a:lnTo>
                  <a:lnTo>
                    <a:pt x="0" y="237806"/>
                  </a:lnTo>
                  <a:lnTo>
                    <a:pt x="317" y="253354"/>
                  </a:lnTo>
                  <a:lnTo>
                    <a:pt x="1901" y="268889"/>
                  </a:lnTo>
                  <a:lnTo>
                    <a:pt x="4893" y="284425"/>
                  </a:lnTo>
                  <a:lnTo>
                    <a:pt x="9516" y="299972"/>
                  </a:lnTo>
                  <a:lnTo>
                    <a:pt x="16005" y="315508"/>
                  </a:lnTo>
                  <a:lnTo>
                    <a:pt x="18094" y="319333"/>
                  </a:lnTo>
                  <a:lnTo>
                    <a:pt x="25040" y="331055"/>
                  </a:lnTo>
                  <a:lnTo>
                    <a:pt x="37032" y="34659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935D6E07-FA72-D157-6EA4-2602EABD1E60}"/>
                </a:ext>
              </a:extLst>
            </p:cNvPr>
            <p:cNvSpPr/>
            <p:nvPr/>
          </p:nvSpPr>
          <p:spPr>
            <a:xfrm>
              <a:off x="5013837" y="4063666"/>
              <a:ext cx="308271" cy="319046"/>
            </a:xfrm>
            <a:custGeom>
              <a:avLst/>
              <a:gdLst>
                <a:gd name="csX0" fmla="*/ 50925 w 308271"/>
                <a:gd name="csY0" fmla="*/ 288304 h 319046"/>
                <a:gd name="csX1" fmla="*/ 51899 w 308271"/>
                <a:gd name="csY1" fmla="*/ 289008 h 319046"/>
                <a:gd name="csX2" fmla="*/ 77044 w 308271"/>
                <a:gd name="csY2" fmla="*/ 303382 h 319046"/>
                <a:gd name="csX3" fmla="*/ 78171 w 308271"/>
                <a:gd name="csY3" fmla="*/ 303840 h 319046"/>
                <a:gd name="csX4" fmla="*/ 102202 w 308271"/>
                <a:gd name="csY4" fmla="*/ 312089 h 319046"/>
                <a:gd name="csX5" fmla="*/ 127347 w 308271"/>
                <a:gd name="csY5" fmla="*/ 317216 h 319046"/>
                <a:gd name="csX6" fmla="*/ 152493 w 308271"/>
                <a:gd name="csY6" fmla="*/ 319047 h 319046"/>
                <a:gd name="csX7" fmla="*/ 177650 w 308271"/>
                <a:gd name="csY7" fmla="*/ 317651 h 319046"/>
                <a:gd name="csX8" fmla="*/ 202796 w 308271"/>
                <a:gd name="csY8" fmla="*/ 312969 h 319046"/>
                <a:gd name="csX9" fmla="*/ 227942 w 308271"/>
                <a:gd name="csY9" fmla="*/ 304814 h 319046"/>
                <a:gd name="csX10" fmla="*/ 230077 w 308271"/>
                <a:gd name="csY10" fmla="*/ 303840 h 319046"/>
                <a:gd name="csX11" fmla="*/ 253099 w 308271"/>
                <a:gd name="csY11" fmla="*/ 291214 h 319046"/>
                <a:gd name="csX12" fmla="*/ 257206 w 308271"/>
                <a:gd name="csY12" fmla="*/ 288304 h 319046"/>
                <a:gd name="csX13" fmla="*/ 274912 w 308271"/>
                <a:gd name="csY13" fmla="*/ 272769 h 319046"/>
                <a:gd name="csX14" fmla="*/ 278245 w 308271"/>
                <a:gd name="csY14" fmla="*/ 269026 h 319046"/>
                <a:gd name="csX15" fmla="*/ 287116 w 308271"/>
                <a:gd name="csY15" fmla="*/ 257221 h 319046"/>
                <a:gd name="csX16" fmla="*/ 295881 w 308271"/>
                <a:gd name="csY16" fmla="*/ 241686 h 319046"/>
                <a:gd name="csX17" fmla="*/ 302111 w 308271"/>
                <a:gd name="csY17" fmla="*/ 226138 h 319046"/>
                <a:gd name="csX18" fmla="*/ 303390 w 308271"/>
                <a:gd name="csY18" fmla="*/ 221245 h 319046"/>
                <a:gd name="csX19" fmla="*/ 305925 w 308271"/>
                <a:gd name="csY19" fmla="*/ 210603 h 319046"/>
                <a:gd name="csX20" fmla="*/ 307873 w 308271"/>
                <a:gd name="csY20" fmla="*/ 195067 h 319046"/>
                <a:gd name="csX21" fmla="*/ 308272 w 308271"/>
                <a:gd name="csY21" fmla="*/ 179520 h 319046"/>
                <a:gd name="csX22" fmla="*/ 307239 w 308271"/>
                <a:gd name="csY22" fmla="*/ 163984 h 319046"/>
                <a:gd name="csX23" fmla="*/ 304892 w 308271"/>
                <a:gd name="csY23" fmla="*/ 148437 h 319046"/>
                <a:gd name="csX24" fmla="*/ 303390 w 308271"/>
                <a:gd name="csY24" fmla="*/ 141936 h 319046"/>
                <a:gd name="csX25" fmla="*/ 301091 w 308271"/>
                <a:gd name="csY25" fmla="*/ 132901 h 319046"/>
                <a:gd name="csX26" fmla="*/ 295857 w 308271"/>
                <a:gd name="csY26" fmla="*/ 117366 h 319046"/>
                <a:gd name="csX27" fmla="*/ 289345 w 308271"/>
                <a:gd name="csY27" fmla="*/ 101823 h 319046"/>
                <a:gd name="csX28" fmla="*/ 281565 w 308271"/>
                <a:gd name="csY28" fmla="*/ 86283 h 319046"/>
                <a:gd name="csX29" fmla="*/ 278245 w 308271"/>
                <a:gd name="csY29" fmla="*/ 80474 h 319046"/>
                <a:gd name="csX30" fmla="*/ 271697 w 308271"/>
                <a:gd name="csY30" fmla="*/ 70742 h 319046"/>
                <a:gd name="csX31" fmla="*/ 259881 w 308271"/>
                <a:gd name="csY31" fmla="*/ 55202 h 319046"/>
                <a:gd name="csX32" fmla="*/ 253099 w 308271"/>
                <a:gd name="csY32" fmla="*/ 47163 h 319046"/>
                <a:gd name="csX33" fmla="*/ 245097 w 308271"/>
                <a:gd name="csY33" fmla="*/ 39662 h 319046"/>
                <a:gd name="csX34" fmla="*/ 227942 w 308271"/>
                <a:gd name="csY34" fmla="*/ 24969 h 319046"/>
                <a:gd name="csX35" fmla="*/ 226557 w 308271"/>
                <a:gd name="csY35" fmla="*/ 24123 h 319046"/>
                <a:gd name="csX36" fmla="*/ 202796 w 308271"/>
                <a:gd name="csY36" fmla="*/ 10534 h 319046"/>
                <a:gd name="csX37" fmla="*/ 196953 w 308271"/>
                <a:gd name="csY37" fmla="*/ 8582 h 319046"/>
                <a:gd name="csX38" fmla="*/ 177650 w 308271"/>
                <a:gd name="csY38" fmla="*/ 2410 h 319046"/>
                <a:gd name="csX39" fmla="*/ 152493 w 308271"/>
                <a:gd name="csY39" fmla="*/ 0 h 319046"/>
                <a:gd name="csX40" fmla="*/ 127347 w 308271"/>
                <a:gd name="csY40" fmla="*/ 3159 h 319046"/>
                <a:gd name="csX41" fmla="*/ 111824 w 308271"/>
                <a:gd name="csY41" fmla="*/ 8582 h 319046"/>
                <a:gd name="csX42" fmla="*/ 102202 w 308271"/>
                <a:gd name="csY42" fmla="*/ 12095 h 319046"/>
                <a:gd name="csX43" fmla="*/ 82243 w 308271"/>
                <a:gd name="csY43" fmla="*/ 24123 h 319046"/>
                <a:gd name="csX44" fmla="*/ 77044 w 308271"/>
                <a:gd name="csY44" fmla="*/ 27474 h 319046"/>
                <a:gd name="csX45" fmla="*/ 63339 w 308271"/>
                <a:gd name="csY45" fmla="*/ 39662 h 319046"/>
                <a:gd name="csX46" fmla="*/ 51899 w 308271"/>
                <a:gd name="csY46" fmla="*/ 50828 h 319046"/>
                <a:gd name="csX47" fmla="*/ 48320 w 308271"/>
                <a:gd name="csY47" fmla="*/ 55202 h 319046"/>
                <a:gd name="csX48" fmla="*/ 36750 w 308271"/>
                <a:gd name="csY48" fmla="*/ 70742 h 319046"/>
                <a:gd name="csX49" fmla="*/ 26753 w 308271"/>
                <a:gd name="csY49" fmla="*/ 86062 h 319046"/>
                <a:gd name="csX50" fmla="*/ 26624 w 308271"/>
                <a:gd name="csY50" fmla="*/ 86283 h 319046"/>
                <a:gd name="csX51" fmla="*/ 18962 w 308271"/>
                <a:gd name="csY51" fmla="*/ 101823 h 319046"/>
                <a:gd name="csX52" fmla="*/ 12543 w 308271"/>
                <a:gd name="csY52" fmla="*/ 117366 h 319046"/>
                <a:gd name="csX53" fmla="*/ 7380 w 308271"/>
                <a:gd name="csY53" fmla="*/ 132901 h 319046"/>
                <a:gd name="csX54" fmla="*/ 3508 w 308271"/>
                <a:gd name="csY54" fmla="*/ 148437 h 319046"/>
                <a:gd name="csX55" fmla="*/ 1596 w 308271"/>
                <a:gd name="csY55" fmla="*/ 160088 h 319046"/>
                <a:gd name="csX56" fmla="*/ 1021 w 308271"/>
                <a:gd name="csY56" fmla="*/ 163984 h 319046"/>
                <a:gd name="csX57" fmla="*/ 0 w 308271"/>
                <a:gd name="csY57" fmla="*/ 179520 h 319046"/>
                <a:gd name="csX58" fmla="*/ 387 w 308271"/>
                <a:gd name="csY58" fmla="*/ 195067 h 319046"/>
                <a:gd name="csX59" fmla="*/ 1596 w 308271"/>
                <a:gd name="csY59" fmla="*/ 204795 h 319046"/>
                <a:gd name="csX60" fmla="*/ 2394 w 308271"/>
                <a:gd name="csY60" fmla="*/ 210603 h 319046"/>
                <a:gd name="csX61" fmla="*/ 6383 w 308271"/>
                <a:gd name="csY61" fmla="*/ 226138 h 319046"/>
                <a:gd name="csX62" fmla="*/ 12520 w 308271"/>
                <a:gd name="csY62" fmla="*/ 241686 h 319046"/>
                <a:gd name="csX63" fmla="*/ 21156 w 308271"/>
                <a:gd name="csY63" fmla="*/ 257221 h 319046"/>
                <a:gd name="csX64" fmla="*/ 26753 w 308271"/>
                <a:gd name="csY64" fmla="*/ 264837 h 319046"/>
                <a:gd name="csX65" fmla="*/ 33606 w 308271"/>
                <a:gd name="csY65" fmla="*/ 272769 h 319046"/>
                <a:gd name="csX66" fmla="*/ 50925 w 308271"/>
                <a:gd name="csY66" fmla="*/ 288304 h 319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308271" h="319046">
                  <a:moveTo>
                    <a:pt x="50925" y="288304"/>
                  </a:moveTo>
                  <a:lnTo>
                    <a:pt x="51899" y="289008"/>
                  </a:lnTo>
                  <a:lnTo>
                    <a:pt x="77044" y="303382"/>
                  </a:lnTo>
                  <a:lnTo>
                    <a:pt x="78171" y="303840"/>
                  </a:lnTo>
                  <a:lnTo>
                    <a:pt x="102202" y="312089"/>
                  </a:lnTo>
                  <a:lnTo>
                    <a:pt x="127347" y="317216"/>
                  </a:lnTo>
                  <a:lnTo>
                    <a:pt x="152493" y="319047"/>
                  </a:lnTo>
                  <a:lnTo>
                    <a:pt x="177650" y="317651"/>
                  </a:lnTo>
                  <a:lnTo>
                    <a:pt x="202796" y="312969"/>
                  </a:lnTo>
                  <a:lnTo>
                    <a:pt x="227942" y="304814"/>
                  </a:lnTo>
                  <a:lnTo>
                    <a:pt x="230077" y="303840"/>
                  </a:lnTo>
                  <a:lnTo>
                    <a:pt x="253099" y="291214"/>
                  </a:lnTo>
                  <a:lnTo>
                    <a:pt x="257206" y="288304"/>
                  </a:lnTo>
                  <a:lnTo>
                    <a:pt x="274912" y="272769"/>
                  </a:lnTo>
                  <a:lnTo>
                    <a:pt x="278245" y="269026"/>
                  </a:lnTo>
                  <a:lnTo>
                    <a:pt x="287116" y="257221"/>
                  </a:lnTo>
                  <a:lnTo>
                    <a:pt x="295881" y="241686"/>
                  </a:lnTo>
                  <a:lnTo>
                    <a:pt x="302111" y="226138"/>
                  </a:lnTo>
                  <a:lnTo>
                    <a:pt x="303390" y="221245"/>
                  </a:lnTo>
                  <a:lnTo>
                    <a:pt x="305925" y="210603"/>
                  </a:lnTo>
                  <a:lnTo>
                    <a:pt x="307873" y="195067"/>
                  </a:lnTo>
                  <a:lnTo>
                    <a:pt x="308272" y="179520"/>
                  </a:lnTo>
                  <a:lnTo>
                    <a:pt x="307239" y="163984"/>
                  </a:lnTo>
                  <a:lnTo>
                    <a:pt x="304892" y="148437"/>
                  </a:lnTo>
                  <a:lnTo>
                    <a:pt x="303390" y="141936"/>
                  </a:lnTo>
                  <a:lnTo>
                    <a:pt x="301091" y="132901"/>
                  </a:lnTo>
                  <a:lnTo>
                    <a:pt x="295857" y="117366"/>
                  </a:lnTo>
                  <a:lnTo>
                    <a:pt x="289345" y="101823"/>
                  </a:lnTo>
                  <a:lnTo>
                    <a:pt x="281565" y="86283"/>
                  </a:lnTo>
                  <a:lnTo>
                    <a:pt x="278245" y="80474"/>
                  </a:lnTo>
                  <a:lnTo>
                    <a:pt x="271697" y="70742"/>
                  </a:lnTo>
                  <a:lnTo>
                    <a:pt x="259881" y="55202"/>
                  </a:lnTo>
                  <a:lnTo>
                    <a:pt x="253099" y="47163"/>
                  </a:lnTo>
                  <a:lnTo>
                    <a:pt x="245097" y="39662"/>
                  </a:lnTo>
                  <a:lnTo>
                    <a:pt x="227942" y="24969"/>
                  </a:lnTo>
                  <a:lnTo>
                    <a:pt x="226557" y="24123"/>
                  </a:lnTo>
                  <a:lnTo>
                    <a:pt x="202796" y="10534"/>
                  </a:lnTo>
                  <a:lnTo>
                    <a:pt x="196953" y="8582"/>
                  </a:lnTo>
                  <a:lnTo>
                    <a:pt x="177650" y="2410"/>
                  </a:lnTo>
                  <a:lnTo>
                    <a:pt x="152493" y="0"/>
                  </a:lnTo>
                  <a:lnTo>
                    <a:pt x="127347" y="3159"/>
                  </a:lnTo>
                  <a:lnTo>
                    <a:pt x="111824" y="8582"/>
                  </a:lnTo>
                  <a:lnTo>
                    <a:pt x="102202" y="12095"/>
                  </a:lnTo>
                  <a:lnTo>
                    <a:pt x="82243" y="24123"/>
                  </a:lnTo>
                  <a:lnTo>
                    <a:pt x="77044" y="27474"/>
                  </a:lnTo>
                  <a:lnTo>
                    <a:pt x="63339" y="39662"/>
                  </a:lnTo>
                  <a:lnTo>
                    <a:pt x="51899" y="50828"/>
                  </a:lnTo>
                  <a:lnTo>
                    <a:pt x="48320" y="55202"/>
                  </a:lnTo>
                  <a:lnTo>
                    <a:pt x="36750" y="70742"/>
                  </a:lnTo>
                  <a:lnTo>
                    <a:pt x="26753" y="86062"/>
                  </a:lnTo>
                  <a:lnTo>
                    <a:pt x="26624" y="86283"/>
                  </a:lnTo>
                  <a:lnTo>
                    <a:pt x="18962" y="101823"/>
                  </a:lnTo>
                  <a:lnTo>
                    <a:pt x="12543" y="117366"/>
                  </a:lnTo>
                  <a:lnTo>
                    <a:pt x="7380" y="132901"/>
                  </a:lnTo>
                  <a:lnTo>
                    <a:pt x="3508" y="148437"/>
                  </a:lnTo>
                  <a:lnTo>
                    <a:pt x="1596" y="160088"/>
                  </a:lnTo>
                  <a:lnTo>
                    <a:pt x="1021" y="163984"/>
                  </a:lnTo>
                  <a:lnTo>
                    <a:pt x="0" y="179520"/>
                  </a:lnTo>
                  <a:lnTo>
                    <a:pt x="387" y="195067"/>
                  </a:lnTo>
                  <a:lnTo>
                    <a:pt x="1596" y="204795"/>
                  </a:lnTo>
                  <a:lnTo>
                    <a:pt x="2394" y="210603"/>
                  </a:lnTo>
                  <a:lnTo>
                    <a:pt x="6383" y="226138"/>
                  </a:lnTo>
                  <a:lnTo>
                    <a:pt x="12520" y="241686"/>
                  </a:lnTo>
                  <a:lnTo>
                    <a:pt x="21156" y="257221"/>
                  </a:lnTo>
                  <a:lnTo>
                    <a:pt x="26753" y="264837"/>
                  </a:lnTo>
                  <a:lnTo>
                    <a:pt x="33606" y="272769"/>
                  </a:lnTo>
                  <a:lnTo>
                    <a:pt x="50925" y="28830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5FA1F361-62A6-99D7-DB4E-ABFE001880F0}"/>
                </a:ext>
              </a:extLst>
            </p:cNvPr>
            <p:cNvSpPr/>
            <p:nvPr/>
          </p:nvSpPr>
          <p:spPr>
            <a:xfrm>
              <a:off x="5062662" y="4126933"/>
              <a:ext cx="210540" cy="217397"/>
            </a:xfrm>
            <a:custGeom>
              <a:avLst/>
              <a:gdLst>
                <a:gd name="csX0" fmla="*/ 34556 w 210540"/>
                <a:gd name="csY0" fmla="*/ 193954 h 217397"/>
                <a:gd name="csX1" fmla="*/ 53377 w 210540"/>
                <a:gd name="csY1" fmla="*/ 206004 h 217397"/>
                <a:gd name="csX2" fmla="*/ 62342 w 210540"/>
                <a:gd name="csY2" fmla="*/ 209501 h 217397"/>
                <a:gd name="csX3" fmla="*/ 78523 w 210540"/>
                <a:gd name="csY3" fmla="*/ 214570 h 217397"/>
                <a:gd name="csX4" fmla="*/ 103669 w 210540"/>
                <a:gd name="csY4" fmla="*/ 217398 h 217397"/>
                <a:gd name="csX5" fmla="*/ 128826 w 210540"/>
                <a:gd name="csY5" fmla="*/ 215239 h 217397"/>
                <a:gd name="csX6" fmla="*/ 148844 w 210540"/>
                <a:gd name="csY6" fmla="*/ 209501 h 217397"/>
                <a:gd name="csX7" fmla="*/ 153972 w 210540"/>
                <a:gd name="csY7" fmla="*/ 207670 h 217397"/>
                <a:gd name="csX8" fmla="*/ 176547 w 210540"/>
                <a:gd name="csY8" fmla="*/ 193954 h 217397"/>
                <a:gd name="csX9" fmla="*/ 179117 w 210540"/>
                <a:gd name="csY9" fmla="*/ 191900 h 217397"/>
                <a:gd name="csX10" fmla="*/ 191309 w 210540"/>
                <a:gd name="csY10" fmla="*/ 178418 h 217397"/>
                <a:gd name="csX11" fmla="*/ 201318 w 210540"/>
                <a:gd name="csY11" fmla="*/ 162871 h 217397"/>
                <a:gd name="csX12" fmla="*/ 204275 w 210540"/>
                <a:gd name="csY12" fmla="*/ 155854 h 217397"/>
                <a:gd name="csX13" fmla="*/ 207161 w 210540"/>
                <a:gd name="csY13" fmla="*/ 147335 h 217397"/>
                <a:gd name="csX14" fmla="*/ 209965 w 210540"/>
                <a:gd name="csY14" fmla="*/ 131799 h 217397"/>
                <a:gd name="csX15" fmla="*/ 210540 w 210540"/>
                <a:gd name="csY15" fmla="*/ 116252 h 217397"/>
                <a:gd name="csX16" fmla="*/ 209062 w 210540"/>
                <a:gd name="csY16" fmla="*/ 100716 h 217397"/>
                <a:gd name="csX17" fmla="*/ 205683 w 210540"/>
                <a:gd name="csY17" fmla="*/ 85169 h 217397"/>
                <a:gd name="csX18" fmla="*/ 204275 w 210540"/>
                <a:gd name="csY18" fmla="*/ 80863 h 217397"/>
                <a:gd name="csX19" fmla="*/ 199687 w 210540"/>
                <a:gd name="csY19" fmla="*/ 69633 h 217397"/>
                <a:gd name="csX20" fmla="*/ 191262 w 210540"/>
                <a:gd name="csY20" fmla="*/ 54098 h 217397"/>
                <a:gd name="csX21" fmla="*/ 180795 w 210540"/>
                <a:gd name="csY21" fmla="*/ 38555 h 217397"/>
                <a:gd name="csX22" fmla="*/ 179117 w 210540"/>
                <a:gd name="csY22" fmla="*/ 36429 h 217397"/>
                <a:gd name="csX23" fmla="*/ 164450 w 210540"/>
                <a:gd name="csY23" fmla="*/ 23015 h 217397"/>
                <a:gd name="csX24" fmla="*/ 153972 w 210540"/>
                <a:gd name="csY24" fmla="*/ 14645 h 217397"/>
                <a:gd name="csX25" fmla="*/ 138741 w 210540"/>
                <a:gd name="csY25" fmla="*/ 7474 h 217397"/>
                <a:gd name="csX26" fmla="*/ 128826 w 210540"/>
                <a:gd name="csY26" fmla="*/ 3241 h 217397"/>
                <a:gd name="csX27" fmla="*/ 103669 w 210540"/>
                <a:gd name="csY27" fmla="*/ 0 h 217397"/>
                <a:gd name="csX28" fmla="*/ 78523 w 210540"/>
                <a:gd name="csY28" fmla="*/ 4247 h 217397"/>
                <a:gd name="csX29" fmla="*/ 71600 w 210540"/>
                <a:gd name="csY29" fmla="*/ 7474 h 217397"/>
                <a:gd name="csX30" fmla="*/ 53377 w 210540"/>
                <a:gd name="csY30" fmla="*/ 16865 h 217397"/>
                <a:gd name="csX31" fmla="*/ 46067 w 210540"/>
                <a:gd name="csY31" fmla="*/ 23015 h 217397"/>
                <a:gd name="csX32" fmla="*/ 29933 w 210540"/>
                <a:gd name="csY32" fmla="*/ 38555 h 217397"/>
                <a:gd name="csX33" fmla="*/ 28220 w 210540"/>
                <a:gd name="csY33" fmla="*/ 40490 h 217397"/>
                <a:gd name="csX34" fmla="*/ 19373 w 210540"/>
                <a:gd name="csY34" fmla="*/ 54098 h 217397"/>
                <a:gd name="csX35" fmla="*/ 11217 w 210540"/>
                <a:gd name="csY35" fmla="*/ 69633 h 217397"/>
                <a:gd name="csX36" fmla="*/ 5092 w 210540"/>
                <a:gd name="csY36" fmla="*/ 85169 h 217397"/>
                <a:gd name="csX37" fmla="*/ 3074 w 210540"/>
                <a:gd name="csY37" fmla="*/ 92984 h 217397"/>
                <a:gd name="csX38" fmla="*/ 1443 w 210540"/>
                <a:gd name="csY38" fmla="*/ 100716 h 217397"/>
                <a:gd name="csX39" fmla="*/ 0 w 210540"/>
                <a:gd name="csY39" fmla="*/ 116252 h 217397"/>
                <a:gd name="csX40" fmla="*/ 551 w 210540"/>
                <a:gd name="csY40" fmla="*/ 131799 h 217397"/>
                <a:gd name="csX41" fmla="*/ 3074 w 210540"/>
                <a:gd name="csY41" fmla="*/ 146115 h 217397"/>
                <a:gd name="csX42" fmla="*/ 3332 w 210540"/>
                <a:gd name="csY42" fmla="*/ 147335 h 217397"/>
                <a:gd name="csX43" fmla="*/ 9645 w 210540"/>
                <a:gd name="csY43" fmla="*/ 162871 h 217397"/>
                <a:gd name="csX44" fmla="*/ 19337 w 210540"/>
                <a:gd name="csY44" fmla="*/ 178418 h 217397"/>
                <a:gd name="csX45" fmla="*/ 28220 w 210540"/>
                <a:gd name="csY45" fmla="*/ 188638 h 217397"/>
                <a:gd name="csX46" fmla="*/ 34556 w 210540"/>
                <a:gd name="csY46" fmla="*/ 193954 h 21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210540" h="217397">
                  <a:moveTo>
                    <a:pt x="34556" y="193954"/>
                  </a:moveTo>
                  <a:lnTo>
                    <a:pt x="53377" y="206004"/>
                  </a:lnTo>
                  <a:lnTo>
                    <a:pt x="62342" y="209501"/>
                  </a:lnTo>
                  <a:lnTo>
                    <a:pt x="78523" y="214570"/>
                  </a:lnTo>
                  <a:lnTo>
                    <a:pt x="103669" y="217398"/>
                  </a:lnTo>
                  <a:lnTo>
                    <a:pt x="128826" y="215239"/>
                  </a:lnTo>
                  <a:lnTo>
                    <a:pt x="148844" y="209501"/>
                  </a:lnTo>
                  <a:lnTo>
                    <a:pt x="153972" y="207670"/>
                  </a:lnTo>
                  <a:lnTo>
                    <a:pt x="176547" y="193954"/>
                  </a:lnTo>
                  <a:lnTo>
                    <a:pt x="179117" y="191900"/>
                  </a:lnTo>
                  <a:lnTo>
                    <a:pt x="191309" y="178418"/>
                  </a:lnTo>
                  <a:lnTo>
                    <a:pt x="201318" y="162871"/>
                  </a:lnTo>
                  <a:lnTo>
                    <a:pt x="204275" y="155854"/>
                  </a:lnTo>
                  <a:lnTo>
                    <a:pt x="207161" y="147335"/>
                  </a:lnTo>
                  <a:lnTo>
                    <a:pt x="209965" y="131799"/>
                  </a:lnTo>
                  <a:lnTo>
                    <a:pt x="210540" y="116252"/>
                  </a:lnTo>
                  <a:lnTo>
                    <a:pt x="209062" y="100716"/>
                  </a:lnTo>
                  <a:lnTo>
                    <a:pt x="205683" y="85169"/>
                  </a:lnTo>
                  <a:lnTo>
                    <a:pt x="204275" y="80863"/>
                  </a:lnTo>
                  <a:lnTo>
                    <a:pt x="199687" y="69633"/>
                  </a:lnTo>
                  <a:lnTo>
                    <a:pt x="191262" y="54098"/>
                  </a:lnTo>
                  <a:lnTo>
                    <a:pt x="180795" y="38555"/>
                  </a:lnTo>
                  <a:lnTo>
                    <a:pt x="179117" y="36429"/>
                  </a:lnTo>
                  <a:lnTo>
                    <a:pt x="164450" y="23015"/>
                  </a:lnTo>
                  <a:lnTo>
                    <a:pt x="153972" y="14645"/>
                  </a:lnTo>
                  <a:lnTo>
                    <a:pt x="138741" y="7474"/>
                  </a:lnTo>
                  <a:lnTo>
                    <a:pt x="128826" y="3241"/>
                  </a:lnTo>
                  <a:lnTo>
                    <a:pt x="103669" y="0"/>
                  </a:lnTo>
                  <a:lnTo>
                    <a:pt x="78523" y="4247"/>
                  </a:lnTo>
                  <a:lnTo>
                    <a:pt x="71600" y="7474"/>
                  </a:lnTo>
                  <a:lnTo>
                    <a:pt x="53377" y="16865"/>
                  </a:lnTo>
                  <a:lnTo>
                    <a:pt x="46067" y="23015"/>
                  </a:lnTo>
                  <a:lnTo>
                    <a:pt x="29933" y="38555"/>
                  </a:lnTo>
                  <a:lnTo>
                    <a:pt x="28220" y="40490"/>
                  </a:lnTo>
                  <a:lnTo>
                    <a:pt x="19373" y="54098"/>
                  </a:lnTo>
                  <a:lnTo>
                    <a:pt x="11217" y="69633"/>
                  </a:lnTo>
                  <a:lnTo>
                    <a:pt x="5092" y="85169"/>
                  </a:lnTo>
                  <a:lnTo>
                    <a:pt x="3074" y="92984"/>
                  </a:lnTo>
                  <a:lnTo>
                    <a:pt x="1443" y="100716"/>
                  </a:lnTo>
                  <a:lnTo>
                    <a:pt x="0" y="116252"/>
                  </a:lnTo>
                  <a:lnTo>
                    <a:pt x="551" y="131799"/>
                  </a:lnTo>
                  <a:lnTo>
                    <a:pt x="3074" y="146115"/>
                  </a:lnTo>
                  <a:lnTo>
                    <a:pt x="3332" y="147335"/>
                  </a:lnTo>
                  <a:lnTo>
                    <a:pt x="9645" y="162871"/>
                  </a:lnTo>
                  <a:lnTo>
                    <a:pt x="19337" y="178418"/>
                  </a:lnTo>
                  <a:lnTo>
                    <a:pt x="28220" y="188638"/>
                  </a:lnTo>
                  <a:lnTo>
                    <a:pt x="34556" y="19395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D8FE501-FC29-8020-6243-DAD2C56E852A}"/>
              </a:ext>
            </a:extLst>
          </p:cNvPr>
          <p:cNvGrpSpPr/>
          <p:nvPr/>
        </p:nvGrpSpPr>
        <p:grpSpPr>
          <a:xfrm>
            <a:off x="6239146" y="3006708"/>
            <a:ext cx="2816124" cy="1877416"/>
            <a:chOff x="6239146" y="3006708"/>
            <a:chExt cx="2816124" cy="1877416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7A3BE3C4-666E-0A2E-BA29-4106B161620C}"/>
                </a:ext>
              </a:extLst>
            </p:cNvPr>
            <p:cNvSpPr/>
            <p:nvPr/>
          </p:nvSpPr>
          <p:spPr>
            <a:xfrm>
              <a:off x="6239146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5C68FED-F937-8363-C7D3-C44203AB20E5}"/>
                </a:ext>
              </a:extLst>
            </p:cNvPr>
            <p:cNvSpPr/>
            <p:nvPr/>
          </p:nvSpPr>
          <p:spPr>
            <a:xfrm>
              <a:off x="6510045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529F5B22-CB78-25A5-913C-9F8C0339F6DD}"/>
                </a:ext>
              </a:extLst>
            </p:cNvPr>
            <p:cNvSpPr/>
            <p:nvPr/>
          </p:nvSpPr>
          <p:spPr>
            <a:xfrm>
              <a:off x="658124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3653645C-94B3-0107-804E-0F4F49C69D32}"/>
                </a:ext>
              </a:extLst>
            </p:cNvPr>
            <p:cNvSpPr/>
            <p:nvPr/>
          </p:nvSpPr>
          <p:spPr>
            <a:xfrm>
              <a:off x="716809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F5C98D6-1BD5-6671-BE17-9A1321A303E2}"/>
                </a:ext>
              </a:extLst>
            </p:cNvPr>
            <p:cNvSpPr/>
            <p:nvPr/>
          </p:nvSpPr>
          <p:spPr>
            <a:xfrm>
              <a:off x="775493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97E4E3EC-DA88-D33E-BB4F-DAE47148A274}"/>
                </a:ext>
              </a:extLst>
            </p:cNvPr>
            <p:cNvSpPr/>
            <p:nvPr/>
          </p:nvSpPr>
          <p:spPr>
            <a:xfrm>
              <a:off x="8341793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FFED4893-A4E8-F7C1-89B1-1E5D6B02A27B}"/>
                </a:ext>
              </a:extLst>
            </p:cNvPr>
            <p:cNvSpPr/>
            <p:nvPr/>
          </p:nvSpPr>
          <p:spPr>
            <a:xfrm>
              <a:off x="8928638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9F30CDFE-F2FA-8E96-C2CD-679E8D5CCD08}"/>
                </a:ext>
              </a:extLst>
            </p:cNvPr>
            <p:cNvSpPr/>
            <p:nvPr/>
          </p:nvSpPr>
          <p:spPr>
            <a:xfrm>
              <a:off x="6510045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19C6AD34-D4FA-558F-2E0A-3A9608DCBBD0}"/>
                </a:ext>
              </a:extLst>
            </p:cNvPr>
            <p:cNvSpPr/>
            <p:nvPr/>
          </p:nvSpPr>
          <p:spPr>
            <a:xfrm>
              <a:off x="6510045" y="42251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04DD25CC-B239-234D-7DEF-27E681BE2A7C}"/>
                </a:ext>
              </a:extLst>
            </p:cNvPr>
            <p:cNvSpPr/>
            <p:nvPr/>
          </p:nvSpPr>
          <p:spPr>
            <a:xfrm>
              <a:off x="6510045" y="384978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EFB1A320-6AA5-EF15-19DC-403793B993C7}"/>
                </a:ext>
              </a:extLst>
            </p:cNvPr>
            <p:cNvSpPr/>
            <p:nvPr/>
          </p:nvSpPr>
          <p:spPr>
            <a:xfrm>
              <a:off x="6510045" y="3474374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0DE446B4-0DDE-B299-85B5-39E2B83B4134}"/>
                </a:ext>
              </a:extLst>
            </p:cNvPr>
            <p:cNvSpPr/>
            <p:nvPr/>
          </p:nvSpPr>
          <p:spPr>
            <a:xfrm>
              <a:off x="6510045" y="3098962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5983C745-930C-93A5-20DD-6B75DC500E7F}"/>
                </a:ext>
              </a:extLst>
            </p:cNvPr>
            <p:cNvSpPr/>
            <p:nvPr/>
          </p:nvSpPr>
          <p:spPr>
            <a:xfrm>
              <a:off x="6510045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305558FF-A642-B727-EB0A-54780F6A28B0}"/>
                </a:ext>
              </a:extLst>
            </p:cNvPr>
            <p:cNvSpPr/>
            <p:nvPr/>
          </p:nvSpPr>
          <p:spPr>
            <a:xfrm>
              <a:off x="658124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5A1E480A-F6CF-982A-50F5-17F2EEB9A1A3}"/>
                </a:ext>
              </a:extLst>
            </p:cNvPr>
            <p:cNvSpPr/>
            <p:nvPr/>
          </p:nvSpPr>
          <p:spPr>
            <a:xfrm>
              <a:off x="716809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EE40D75-AEC1-4610-B3AB-39BFF5B9F01B}"/>
                </a:ext>
              </a:extLst>
            </p:cNvPr>
            <p:cNvSpPr/>
            <p:nvPr/>
          </p:nvSpPr>
          <p:spPr>
            <a:xfrm>
              <a:off x="775493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258B23E-C105-47E4-6E86-7F5D099421F0}"/>
                </a:ext>
              </a:extLst>
            </p:cNvPr>
            <p:cNvSpPr/>
            <p:nvPr/>
          </p:nvSpPr>
          <p:spPr>
            <a:xfrm>
              <a:off x="8341793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806A0D21-CA5E-6A48-763C-6466BA612CAC}"/>
                </a:ext>
              </a:extLst>
            </p:cNvPr>
            <p:cNvSpPr/>
            <p:nvPr/>
          </p:nvSpPr>
          <p:spPr>
            <a:xfrm>
              <a:off x="8928638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B87DB1C-BF98-5A4D-3658-4CC12666F34B}"/>
                </a:ext>
              </a:extLst>
            </p:cNvPr>
            <p:cNvSpPr/>
            <p:nvPr/>
          </p:nvSpPr>
          <p:spPr>
            <a:xfrm>
              <a:off x="6553211" y="4641949"/>
              <a:ext cx="56060" cy="84143"/>
            </a:xfrm>
            <a:custGeom>
              <a:avLst/>
              <a:gdLst>
                <a:gd name="csX0" fmla="*/ 28031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1 w 56060"/>
                <a:gd name="csY4" fmla="*/ 75460 h 84143"/>
                <a:gd name="csX5" fmla="*/ 40796 w 56060"/>
                <a:gd name="csY5" fmla="*/ 67141 h 84143"/>
                <a:gd name="csX6" fmla="*/ 45089 w 56060"/>
                <a:gd name="csY6" fmla="*/ 42101 h 84143"/>
                <a:gd name="csX7" fmla="*/ 40796 w 56060"/>
                <a:gd name="csY7" fmla="*/ 17061 h 84143"/>
                <a:gd name="csX8" fmla="*/ 28031 w 56060"/>
                <a:gd name="csY8" fmla="*/ 8695 h 84143"/>
                <a:gd name="csX9" fmla="*/ 28031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1 w 56060"/>
                <a:gd name="csY13" fmla="*/ 84143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1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1" y="8695"/>
                  </a:moveTo>
                  <a:cubicBezTo>
                    <a:pt x="22381" y="8695"/>
                    <a:pt x="18125" y="11483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1" y="75460"/>
                    <a:pt x="28031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8" y="61564"/>
                    <a:pt x="45089" y="53217"/>
                    <a:pt x="45089" y="42101"/>
                  </a:cubicBezTo>
                  <a:cubicBezTo>
                    <a:pt x="45089" y="30946"/>
                    <a:pt x="43658" y="22599"/>
                    <a:pt x="40796" y="17061"/>
                  </a:cubicBezTo>
                  <a:cubicBezTo>
                    <a:pt x="37972" y="11484"/>
                    <a:pt x="33716" y="8695"/>
                    <a:pt x="28031" y="8695"/>
                  </a:cubicBezTo>
                  <a:moveTo>
                    <a:pt x="28031" y="0"/>
                  </a:moveTo>
                  <a:cubicBezTo>
                    <a:pt x="37121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1"/>
                    <a:pt x="53653" y="66183"/>
                    <a:pt x="48836" y="73395"/>
                  </a:cubicBezTo>
                  <a:cubicBezTo>
                    <a:pt x="44056" y="80561"/>
                    <a:pt x="37121" y="84143"/>
                    <a:pt x="28031" y="84143"/>
                  </a:cubicBezTo>
                  <a:cubicBezTo>
                    <a:pt x="18940" y="84143"/>
                    <a:pt x="11987" y="80561"/>
                    <a:pt x="7171" y="73395"/>
                  </a:cubicBezTo>
                  <a:cubicBezTo>
                    <a:pt x="2390" y="66183"/>
                    <a:pt x="0" y="55751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1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34223F60-3683-579F-1A9F-15E1323867DC}"/>
                </a:ext>
              </a:extLst>
            </p:cNvPr>
            <p:cNvSpPr/>
            <p:nvPr/>
          </p:nvSpPr>
          <p:spPr>
            <a:xfrm>
              <a:off x="7143944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3 w 48292"/>
                <a:gd name="csY1" fmla="*/ 71870 h 81104"/>
                <a:gd name="csX2" fmla="*/ 19503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3" y="71870"/>
                  </a:lnTo>
                  <a:lnTo>
                    <a:pt x="19503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B50A1AEA-8653-7B10-0359-933DD55E7B13}"/>
                </a:ext>
              </a:extLst>
            </p:cNvPr>
            <p:cNvSpPr/>
            <p:nvPr/>
          </p:nvSpPr>
          <p:spPr>
            <a:xfrm>
              <a:off x="7729192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78 w 51499"/>
                <a:gd name="csY6" fmla="*/ 41937 h 82571"/>
                <a:gd name="csX7" fmla="*/ 37912 w 51499"/>
                <a:gd name="csY7" fmla="*/ 31940 h 82571"/>
                <a:gd name="csX8" fmla="*/ 40036 w 51499"/>
                <a:gd name="csY8" fmla="*/ 23843 h 82571"/>
                <a:gd name="csX9" fmla="*/ 35471 w 51499"/>
                <a:gd name="csY9" fmla="*/ 13306 h 82571"/>
                <a:gd name="csX10" fmla="*/ 23679 w 51499"/>
                <a:gd name="csY10" fmla="*/ 9235 h 82571"/>
                <a:gd name="csX11" fmla="*/ 12766 w 51499"/>
                <a:gd name="csY11" fmla="*/ 11030 h 82571"/>
                <a:gd name="csX12" fmla="*/ 540 w 51499"/>
                <a:gd name="csY12" fmla="*/ 16463 h 82571"/>
                <a:gd name="csX13" fmla="*/ 540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2" y="69026"/>
                    <a:pt x="9829" y="63249"/>
                    <a:pt x="17002" y="56006"/>
                  </a:cubicBezTo>
                  <a:cubicBezTo>
                    <a:pt x="24207" y="48731"/>
                    <a:pt x="28732" y="44041"/>
                    <a:pt x="30578" y="41937"/>
                  </a:cubicBezTo>
                  <a:cubicBezTo>
                    <a:pt x="34091" y="37986"/>
                    <a:pt x="36535" y="34654"/>
                    <a:pt x="37912" y="31940"/>
                  </a:cubicBezTo>
                  <a:cubicBezTo>
                    <a:pt x="39328" y="29186"/>
                    <a:pt x="40036" y="26487"/>
                    <a:pt x="40036" y="23843"/>
                  </a:cubicBezTo>
                  <a:cubicBezTo>
                    <a:pt x="40036" y="19533"/>
                    <a:pt x="38514" y="16021"/>
                    <a:pt x="35471" y="13306"/>
                  </a:cubicBezTo>
                  <a:cubicBezTo>
                    <a:pt x="32468" y="10592"/>
                    <a:pt x="28537" y="9235"/>
                    <a:pt x="23679" y="9235"/>
                  </a:cubicBezTo>
                  <a:cubicBezTo>
                    <a:pt x="20245" y="9235"/>
                    <a:pt x="16607" y="9833"/>
                    <a:pt x="12766" y="11030"/>
                  </a:cubicBezTo>
                  <a:cubicBezTo>
                    <a:pt x="8965" y="12227"/>
                    <a:pt x="4889" y="14038"/>
                    <a:pt x="540" y="16463"/>
                  </a:cubicBezTo>
                  <a:lnTo>
                    <a:pt x="540" y="5374"/>
                  </a:lnTo>
                  <a:cubicBezTo>
                    <a:pt x="4960" y="3598"/>
                    <a:pt x="9090" y="2261"/>
                    <a:pt x="12931" y="1361"/>
                  </a:cubicBezTo>
                  <a:cubicBezTo>
                    <a:pt x="16764" y="454"/>
                    <a:pt x="20276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29" y="35616"/>
                    <a:pt x="45664" y="39132"/>
                    <a:pt x="42371" y="43192"/>
                  </a:cubicBezTo>
                  <a:cubicBezTo>
                    <a:pt x="41464" y="44241"/>
                    <a:pt x="38585" y="47280"/>
                    <a:pt x="33735" y="52309"/>
                  </a:cubicBezTo>
                  <a:cubicBezTo>
                    <a:pt x="28877" y="57308"/>
                    <a:pt x="22032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198D185E-3D3F-6D07-C2E5-BCD709148038}"/>
                </a:ext>
              </a:extLst>
            </p:cNvPr>
            <p:cNvSpPr/>
            <p:nvPr/>
          </p:nvSpPr>
          <p:spPr>
            <a:xfrm>
              <a:off x="8315086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3 w 53400"/>
                <a:gd name="csY4" fmla="*/ 84143 h 84143"/>
                <a:gd name="csX5" fmla="*/ 11136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88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52 w 53400"/>
                <a:gd name="csY22" fmla="*/ 13259 h 84143"/>
                <a:gd name="csX23" fmla="*/ 2452 w 53400"/>
                <a:gd name="csY23" fmla="*/ 3473 h 84143"/>
                <a:gd name="csX24" fmla="*/ 14128 w 53400"/>
                <a:gd name="csY24" fmla="*/ 868 h 84143"/>
                <a:gd name="csX25" fmla="*/ 24453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9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3" y="84143"/>
                  </a:cubicBezTo>
                  <a:cubicBezTo>
                    <a:pt x="18270" y="84143"/>
                    <a:pt x="14757" y="83799"/>
                    <a:pt x="11136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77" y="68123"/>
                    <a:pt x="42488" y="64176"/>
                    <a:pt x="42488" y="58998"/>
                  </a:cubicBezTo>
                  <a:cubicBezTo>
                    <a:pt x="42488" y="54218"/>
                    <a:pt x="40803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300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5" y="11883"/>
                    <a:pt x="2452" y="13259"/>
                  </a:cubicBezTo>
                  <a:lnTo>
                    <a:pt x="2452" y="3473"/>
                  </a:lnTo>
                  <a:cubicBezTo>
                    <a:pt x="6614" y="2316"/>
                    <a:pt x="10506" y="1447"/>
                    <a:pt x="14128" y="868"/>
                  </a:cubicBezTo>
                  <a:cubicBezTo>
                    <a:pt x="17781" y="289"/>
                    <a:pt x="21223" y="0"/>
                    <a:pt x="24453" y="0"/>
                  </a:cubicBezTo>
                  <a:cubicBezTo>
                    <a:pt x="32777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3611B9CE-F44F-9FAC-55D1-8A14A951C163}"/>
                </a:ext>
              </a:extLst>
            </p:cNvPr>
            <p:cNvSpPr/>
            <p:nvPr/>
          </p:nvSpPr>
          <p:spPr>
            <a:xfrm>
              <a:off x="8899080" y="4643415"/>
              <a:ext cx="59103" cy="81104"/>
            </a:xfrm>
            <a:custGeom>
              <a:avLst/>
              <a:gdLst>
                <a:gd name="csX0" fmla="*/ 36622 w 59103"/>
                <a:gd name="csY0" fmla="*/ 9563 h 81104"/>
                <a:gd name="csX1" fmla="*/ 8918 w 59103"/>
                <a:gd name="csY1" fmla="*/ 52861 h 81104"/>
                <a:gd name="csX2" fmla="*/ 36622 w 59103"/>
                <a:gd name="csY2" fmla="*/ 52861 h 81104"/>
                <a:gd name="csX3" fmla="*/ 36622 w 59103"/>
                <a:gd name="csY3" fmla="*/ 9563 h 81104"/>
                <a:gd name="csX4" fmla="*/ 33735 w 59103"/>
                <a:gd name="csY4" fmla="*/ 0 h 81104"/>
                <a:gd name="csX5" fmla="*/ 47534 w 59103"/>
                <a:gd name="csY5" fmla="*/ 0 h 81104"/>
                <a:gd name="csX6" fmla="*/ 47534 w 59103"/>
                <a:gd name="csY6" fmla="*/ 52861 h 81104"/>
                <a:gd name="csX7" fmla="*/ 59104 w 59103"/>
                <a:gd name="csY7" fmla="*/ 52861 h 81104"/>
                <a:gd name="csX8" fmla="*/ 59104 w 59103"/>
                <a:gd name="csY8" fmla="*/ 61978 h 81104"/>
                <a:gd name="csX9" fmla="*/ 47534 w 59103"/>
                <a:gd name="csY9" fmla="*/ 61978 h 81104"/>
                <a:gd name="csX10" fmla="*/ 47534 w 59103"/>
                <a:gd name="csY10" fmla="*/ 81104 h 81104"/>
                <a:gd name="csX11" fmla="*/ 36622 w 59103"/>
                <a:gd name="csY11" fmla="*/ 81104 h 81104"/>
                <a:gd name="csX12" fmla="*/ 36622 w 59103"/>
                <a:gd name="csY12" fmla="*/ 61978 h 81104"/>
                <a:gd name="csX13" fmla="*/ 0 w 59103"/>
                <a:gd name="csY13" fmla="*/ 61978 h 81104"/>
                <a:gd name="csX14" fmla="*/ 0 w 59103"/>
                <a:gd name="csY14" fmla="*/ 51394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22" y="9563"/>
                  </a:moveTo>
                  <a:lnTo>
                    <a:pt x="8918" y="52861"/>
                  </a:lnTo>
                  <a:lnTo>
                    <a:pt x="36622" y="52861"/>
                  </a:lnTo>
                  <a:lnTo>
                    <a:pt x="36622" y="9563"/>
                  </a:lnTo>
                  <a:moveTo>
                    <a:pt x="33735" y="0"/>
                  </a:moveTo>
                  <a:lnTo>
                    <a:pt x="47534" y="0"/>
                  </a:lnTo>
                  <a:lnTo>
                    <a:pt x="47534" y="52861"/>
                  </a:lnTo>
                  <a:lnTo>
                    <a:pt x="59104" y="52861"/>
                  </a:lnTo>
                  <a:lnTo>
                    <a:pt x="59104" y="61978"/>
                  </a:lnTo>
                  <a:lnTo>
                    <a:pt x="47534" y="61978"/>
                  </a:lnTo>
                  <a:lnTo>
                    <a:pt x="47534" y="81104"/>
                  </a:lnTo>
                  <a:lnTo>
                    <a:pt x="36622" y="81104"/>
                  </a:lnTo>
                  <a:lnTo>
                    <a:pt x="36622" y="61978"/>
                  </a:lnTo>
                  <a:lnTo>
                    <a:pt x="0" y="61978"/>
                  </a:lnTo>
                  <a:lnTo>
                    <a:pt x="0" y="51394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B4665F63-18C8-65CA-9A3A-4F5C355BF0EF}"/>
                </a:ext>
              </a:extLst>
            </p:cNvPr>
            <p:cNvSpPr/>
            <p:nvPr/>
          </p:nvSpPr>
          <p:spPr>
            <a:xfrm>
              <a:off x="7724229" y="4778143"/>
              <a:ext cx="58434" cy="81937"/>
            </a:xfrm>
            <a:custGeom>
              <a:avLst/>
              <a:gdLst>
                <a:gd name="csX0" fmla="*/ 58434 w 58434"/>
                <a:gd name="csY0" fmla="*/ 4823 h 81937"/>
                <a:gd name="csX1" fmla="*/ 57883 w 58434"/>
                <a:gd name="csY1" fmla="*/ 7733 h 81937"/>
                <a:gd name="csX2" fmla="*/ 45762 w 58434"/>
                <a:gd name="csY2" fmla="*/ 56088 h 81937"/>
                <a:gd name="csX3" fmla="*/ 34439 w 58434"/>
                <a:gd name="csY3" fmla="*/ 74392 h 81937"/>
                <a:gd name="csX4" fmla="*/ 16075 w 58434"/>
                <a:gd name="csY4" fmla="*/ 81937 h 81937"/>
                <a:gd name="csX5" fmla="*/ 6430 w 58434"/>
                <a:gd name="csY5" fmla="*/ 78781 h 81937"/>
                <a:gd name="csX6" fmla="*/ 2652 w 58434"/>
                <a:gd name="csY6" fmla="*/ 70931 h 81937"/>
                <a:gd name="csX7" fmla="*/ 4881 w 58434"/>
                <a:gd name="csY7" fmla="*/ 64677 h 81937"/>
                <a:gd name="csX8" fmla="*/ 9774 w 58434"/>
                <a:gd name="csY8" fmla="*/ 62706 h 81937"/>
                <a:gd name="csX9" fmla="*/ 11558 w 58434"/>
                <a:gd name="csY9" fmla="*/ 62952 h 81937"/>
                <a:gd name="csX10" fmla="*/ 13482 w 58434"/>
                <a:gd name="csY10" fmla="*/ 64243 h 81937"/>
                <a:gd name="csX11" fmla="*/ 14468 w 58434"/>
                <a:gd name="csY11" fmla="*/ 67094 h 81937"/>
                <a:gd name="csX12" fmla="*/ 11933 w 58434"/>
                <a:gd name="csY12" fmla="*/ 72292 h 81937"/>
                <a:gd name="csX13" fmla="*/ 9516 w 58434"/>
                <a:gd name="csY13" fmla="*/ 73583 h 81937"/>
                <a:gd name="csX14" fmla="*/ 6489 w 58434"/>
                <a:gd name="csY14" fmla="*/ 73829 h 81937"/>
                <a:gd name="csX15" fmla="*/ 8589 w 58434"/>
                <a:gd name="csY15" fmla="*/ 76739 h 81937"/>
                <a:gd name="csX16" fmla="*/ 11499 w 58434"/>
                <a:gd name="csY16" fmla="*/ 78347 h 81937"/>
                <a:gd name="csX17" fmla="*/ 14034 w 58434"/>
                <a:gd name="csY17" fmla="*/ 78969 h 81937"/>
                <a:gd name="csX18" fmla="*/ 16075 w 58434"/>
                <a:gd name="csY18" fmla="*/ 79145 h 81937"/>
                <a:gd name="csX19" fmla="*/ 30050 w 58434"/>
                <a:gd name="csY19" fmla="*/ 71177 h 81937"/>
                <a:gd name="csX20" fmla="*/ 33148 w 58434"/>
                <a:gd name="csY20" fmla="*/ 66355 h 81937"/>
                <a:gd name="csX21" fmla="*/ 35495 w 58434"/>
                <a:gd name="csY21" fmla="*/ 61098 h 81937"/>
                <a:gd name="csX22" fmla="*/ 36915 w 58434"/>
                <a:gd name="csY22" fmla="*/ 56698 h 81937"/>
                <a:gd name="csX23" fmla="*/ 38276 w 58434"/>
                <a:gd name="csY23" fmla="*/ 51629 h 81937"/>
                <a:gd name="csX24" fmla="*/ 25474 w 58434"/>
                <a:gd name="csY24" fmla="*/ 57378 h 81937"/>
                <a:gd name="csX25" fmla="*/ 19854 w 58434"/>
                <a:gd name="csY25" fmla="*/ 56581 h 81937"/>
                <a:gd name="csX26" fmla="*/ 14961 w 58434"/>
                <a:gd name="csY26" fmla="*/ 54105 h 81937"/>
                <a:gd name="csX27" fmla="*/ 11311 w 58434"/>
                <a:gd name="csY27" fmla="*/ 49341 h 81937"/>
                <a:gd name="csX28" fmla="*/ 10021 w 58434"/>
                <a:gd name="csY28" fmla="*/ 42300 h 81937"/>
                <a:gd name="csX29" fmla="*/ 11687 w 58434"/>
                <a:gd name="csY29" fmla="*/ 32221 h 81937"/>
                <a:gd name="csX30" fmla="*/ 17378 w 58434"/>
                <a:gd name="csY30" fmla="*/ 15700 h 81937"/>
                <a:gd name="csX31" fmla="*/ 19537 w 58434"/>
                <a:gd name="csY31" fmla="*/ 6806 h 81937"/>
                <a:gd name="csX32" fmla="*/ 19232 w 58434"/>
                <a:gd name="csY32" fmla="*/ 4518 h 81937"/>
                <a:gd name="csX33" fmla="*/ 18305 w 58434"/>
                <a:gd name="csY33" fmla="*/ 3274 h 81937"/>
                <a:gd name="csX34" fmla="*/ 17307 w 58434"/>
                <a:gd name="csY34" fmla="*/ 2840 h 81937"/>
                <a:gd name="csX35" fmla="*/ 16380 w 58434"/>
                <a:gd name="csY35" fmla="*/ 2781 h 81937"/>
                <a:gd name="csX36" fmla="*/ 9340 w 58434"/>
                <a:gd name="csY36" fmla="*/ 6489 h 81937"/>
                <a:gd name="csX37" fmla="*/ 3590 w 58434"/>
                <a:gd name="csY37" fmla="*/ 18492 h 81937"/>
                <a:gd name="csX38" fmla="*/ 2781 w 58434"/>
                <a:gd name="csY38" fmla="*/ 20405 h 81937"/>
                <a:gd name="csX39" fmla="*/ 1549 w 58434"/>
                <a:gd name="csY39" fmla="*/ 20781 h 81937"/>
                <a:gd name="csX40" fmla="*/ 0 w 58434"/>
                <a:gd name="csY40" fmla="*/ 19478 h 81937"/>
                <a:gd name="csX41" fmla="*/ 551 w 58434"/>
                <a:gd name="csY41" fmla="*/ 17061 h 81937"/>
                <a:gd name="csX42" fmla="*/ 2405 w 58434"/>
                <a:gd name="csY42" fmla="*/ 12180 h 81937"/>
                <a:gd name="csX43" fmla="*/ 5621 w 58434"/>
                <a:gd name="csY43" fmla="*/ 6547 h 81937"/>
                <a:gd name="csX44" fmla="*/ 10384 w 58434"/>
                <a:gd name="csY44" fmla="*/ 1913 h 81937"/>
                <a:gd name="csX45" fmla="*/ 16756 w 58434"/>
                <a:gd name="csY45" fmla="*/ 0 h 81937"/>
                <a:gd name="csX46" fmla="*/ 24242 w 58434"/>
                <a:gd name="csY46" fmla="*/ 3027 h 81937"/>
                <a:gd name="csX47" fmla="*/ 27140 w 58434"/>
                <a:gd name="csY47" fmla="*/ 10384 h 81937"/>
                <a:gd name="csX48" fmla="*/ 26648 w 58434"/>
                <a:gd name="csY48" fmla="*/ 13787 h 81937"/>
                <a:gd name="csX49" fmla="*/ 24606 w 58434"/>
                <a:gd name="csY49" fmla="*/ 19478 h 81937"/>
                <a:gd name="csX50" fmla="*/ 18117 w 58434"/>
                <a:gd name="csY50" fmla="*/ 44330 h 81937"/>
                <a:gd name="csX51" fmla="*/ 18422 w 58434"/>
                <a:gd name="csY51" fmla="*/ 47980 h 81937"/>
                <a:gd name="csX52" fmla="*/ 19595 w 58434"/>
                <a:gd name="csY52" fmla="*/ 51195 h 81937"/>
                <a:gd name="csX53" fmla="*/ 22013 w 58434"/>
                <a:gd name="csY53" fmla="*/ 53671 h 81937"/>
                <a:gd name="csX54" fmla="*/ 25967 w 58434"/>
                <a:gd name="csY54" fmla="*/ 54539 h 81937"/>
                <a:gd name="csX55" fmla="*/ 31599 w 58434"/>
                <a:gd name="csY55" fmla="*/ 53178 h 81937"/>
                <a:gd name="csX56" fmla="*/ 36117 w 58434"/>
                <a:gd name="csY56" fmla="*/ 49834 h 81937"/>
                <a:gd name="csX57" fmla="*/ 38956 w 58434"/>
                <a:gd name="csY57" fmla="*/ 46313 h 81937"/>
                <a:gd name="csX58" fmla="*/ 40317 w 58434"/>
                <a:gd name="csY58" fmla="*/ 43779 h 81937"/>
                <a:gd name="csX59" fmla="*/ 46008 w 58434"/>
                <a:gd name="csY59" fmla="*/ 21027 h 81937"/>
                <a:gd name="csX60" fmla="*/ 48543 w 58434"/>
                <a:gd name="csY60" fmla="*/ 10877 h 81937"/>
                <a:gd name="csX61" fmla="*/ 50268 w 58434"/>
                <a:gd name="csY61" fmla="*/ 4013 h 81937"/>
                <a:gd name="csX62" fmla="*/ 52309 w 58434"/>
                <a:gd name="csY62" fmla="*/ 2042 h 81937"/>
                <a:gd name="csX63" fmla="*/ 54727 w 58434"/>
                <a:gd name="csY63" fmla="*/ 1361 h 81937"/>
                <a:gd name="csX64" fmla="*/ 57320 w 58434"/>
                <a:gd name="csY64" fmla="*/ 2288 h 81937"/>
                <a:gd name="csX65" fmla="*/ 58434 w 58434"/>
                <a:gd name="csY65" fmla="*/ 4823 h 81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8434" h="81937">
                  <a:moveTo>
                    <a:pt x="58434" y="4823"/>
                  </a:moveTo>
                  <a:cubicBezTo>
                    <a:pt x="58434" y="5401"/>
                    <a:pt x="58251" y="6371"/>
                    <a:pt x="57883" y="7733"/>
                  </a:cubicBezTo>
                  <a:lnTo>
                    <a:pt x="45762" y="56088"/>
                  </a:lnTo>
                  <a:cubicBezTo>
                    <a:pt x="43986" y="63261"/>
                    <a:pt x="40212" y="69363"/>
                    <a:pt x="34439" y="74392"/>
                  </a:cubicBezTo>
                  <a:cubicBezTo>
                    <a:pt x="28713" y="79422"/>
                    <a:pt x="22592" y="81937"/>
                    <a:pt x="16075" y="81937"/>
                  </a:cubicBezTo>
                  <a:cubicBezTo>
                    <a:pt x="12156" y="81937"/>
                    <a:pt x="8941" y="80885"/>
                    <a:pt x="6430" y="78781"/>
                  </a:cubicBezTo>
                  <a:cubicBezTo>
                    <a:pt x="3911" y="76716"/>
                    <a:pt x="2652" y="74099"/>
                    <a:pt x="2652" y="70931"/>
                  </a:cubicBezTo>
                  <a:cubicBezTo>
                    <a:pt x="2652" y="68123"/>
                    <a:pt x="3395" y="66038"/>
                    <a:pt x="4881" y="64677"/>
                  </a:cubicBezTo>
                  <a:cubicBezTo>
                    <a:pt x="6368" y="63363"/>
                    <a:pt x="7999" y="62706"/>
                    <a:pt x="9774" y="62706"/>
                  </a:cubicBezTo>
                  <a:cubicBezTo>
                    <a:pt x="10345" y="62706"/>
                    <a:pt x="10940" y="62788"/>
                    <a:pt x="11558" y="62952"/>
                  </a:cubicBezTo>
                  <a:cubicBezTo>
                    <a:pt x="12176" y="63116"/>
                    <a:pt x="12817" y="63547"/>
                    <a:pt x="13482" y="64243"/>
                  </a:cubicBezTo>
                  <a:cubicBezTo>
                    <a:pt x="14139" y="64947"/>
                    <a:pt x="14468" y="65897"/>
                    <a:pt x="14468" y="67094"/>
                  </a:cubicBezTo>
                  <a:cubicBezTo>
                    <a:pt x="14468" y="69034"/>
                    <a:pt x="13623" y="70767"/>
                    <a:pt x="11933" y="72292"/>
                  </a:cubicBezTo>
                  <a:cubicBezTo>
                    <a:pt x="11112" y="72988"/>
                    <a:pt x="10306" y="73419"/>
                    <a:pt x="9516" y="73583"/>
                  </a:cubicBezTo>
                  <a:cubicBezTo>
                    <a:pt x="8781" y="73747"/>
                    <a:pt x="7772" y="73829"/>
                    <a:pt x="6489" y="73829"/>
                  </a:cubicBezTo>
                  <a:cubicBezTo>
                    <a:pt x="6982" y="74987"/>
                    <a:pt x="7682" y="75957"/>
                    <a:pt x="8589" y="76739"/>
                  </a:cubicBezTo>
                  <a:cubicBezTo>
                    <a:pt x="9497" y="77522"/>
                    <a:pt x="10467" y="78057"/>
                    <a:pt x="11499" y="78347"/>
                  </a:cubicBezTo>
                  <a:cubicBezTo>
                    <a:pt x="12532" y="78675"/>
                    <a:pt x="13377" y="78883"/>
                    <a:pt x="14034" y="78969"/>
                  </a:cubicBezTo>
                  <a:cubicBezTo>
                    <a:pt x="14738" y="79086"/>
                    <a:pt x="15418" y="79145"/>
                    <a:pt x="16075" y="79145"/>
                  </a:cubicBezTo>
                  <a:cubicBezTo>
                    <a:pt x="21356" y="79145"/>
                    <a:pt x="26014" y="76489"/>
                    <a:pt x="30050" y="71177"/>
                  </a:cubicBezTo>
                  <a:cubicBezTo>
                    <a:pt x="31247" y="69566"/>
                    <a:pt x="32280" y="67959"/>
                    <a:pt x="33148" y="66355"/>
                  </a:cubicBezTo>
                  <a:cubicBezTo>
                    <a:pt x="34056" y="64783"/>
                    <a:pt x="34838" y="63030"/>
                    <a:pt x="35495" y="61098"/>
                  </a:cubicBezTo>
                  <a:cubicBezTo>
                    <a:pt x="36152" y="59197"/>
                    <a:pt x="36625" y="57730"/>
                    <a:pt x="36915" y="56698"/>
                  </a:cubicBezTo>
                  <a:cubicBezTo>
                    <a:pt x="37243" y="55673"/>
                    <a:pt x="37697" y="53983"/>
                    <a:pt x="38276" y="51629"/>
                  </a:cubicBezTo>
                  <a:cubicBezTo>
                    <a:pt x="34443" y="55462"/>
                    <a:pt x="30176" y="57378"/>
                    <a:pt x="25474" y="57378"/>
                  </a:cubicBezTo>
                  <a:cubicBezTo>
                    <a:pt x="23495" y="57378"/>
                    <a:pt x="21622" y="57113"/>
                    <a:pt x="19854" y="56581"/>
                  </a:cubicBezTo>
                  <a:cubicBezTo>
                    <a:pt x="18117" y="56041"/>
                    <a:pt x="16486" y="55216"/>
                    <a:pt x="14961" y="54105"/>
                  </a:cubicBezTo>
                  <a:cubicBezTo>
                    <a:pt x="13435" y="52955"/>
                    <a:pt x="12219" y="51367"/>
                    <a:pt x="11311" y="49341"/>
                  </a:cubicBezTo>
                  <a:cubicBezTo>
                    <a:pt x="10451" y="47323"/>
                    <a:pt x="10021" y="44976"/>
                    <a:pt x="10021" y="42300"/>
                  </a:cubicBezTo>
                  <a:cubicBezTo>
                    <a:pt x="10021" y="39453"/>
                    <a:pt x="10576" y="36093"/>
                    <a:pt x="11687" y="32221"/>
                  </a:cubicBezTo>
                  <a:cubicBezTo>
                    <a:pt x="12798" y="28341"/>
                    <a:pt x="14695" y="22834"/>
                    <a:pt x="17378" y="15700"/>
                  </a:cubicBezTo>
                  <a:cubicBezTo>
                    <a:pt x="18817" y="11702"/>
                    <a:pt x="19537" y="8738"/>
                    <a:pt x="19537" y="6806"/>
                  </a:cubicBezTo>
                  <a:cubicBezTo>
                    <a:pt x="19537" y="5851"/>
                    <a:pt x="19435" y="5089"/>
                    <a:pt x="19232" y="4518"/>
                  </a:cubicBezTo>
                  <a:cubicBezTo>
                    <a:pt x="19021" y="3892"/>
                    <a:pt x="18712" y="3477"/>
                    <a:pt x="18305" y="3274"/>
                  </a:cubicBezTo>
                  <a:cubicBezTo>
                    <a:pt x="17890" y="3031"/>
                    <a:pt x="17558" y="2886"/>
                    <a:pt x="17307" y="2840"/>
                  </a:cubicBezTo>
                  <a:cubicBezTo>
                    <a:pt x="17104" y="2800"/>
                    <a:pt x="16795" y="2781"/>
                    <a:pt x="16380" y="2781"/>
                  </a:cubicBezTo>
                  <a:cubicBezTo>
                    <a:pt x="13948" y="2781"/>
                    <a:pt x="11601" y="4017"/>
                    <a:pt x="9340" y="6489"/>
                  </a:cubicBezTo>
                  <a:cubicBezTo>
                    <a:pt x="7072" y="8961"/>
                    <a:pt x="5155" y="12962"/>
                    <a:pt x="3590" y="18492"/>
                  </a:cubicBezTo>
                  <a:cubicBezTo>
                    <a:pt x="3254" y="19517"/>
                    <a:pt x="2984" y="20155"/>
                    <a:pt x="2781" y="20405"/>
                  </a:cubicBezTo>
                  <a:cubicBezTo>
                    <a:pt x="2578" y="20655"/>
                    <a:pt x="2167" y="20781"/>
                    <a:pt x="1549" y="20781"/>
                  </a:cubicBezTo>
                  <a:cubicBezTo>
                    <a:pt x="516" y="20734"/>
                    <a:pt x="0" y="20299"/>
                    <a:pt x="0" y="19478"/>
                  </a:cubicBezTo>
                  <a:cubicBezTo>
                    <a:pt x="0" y="19150"/>
                    <a:pt x="184" y="18344"/>
                    <a:pt x="551" y="17061"/>
                  </a:cubicBezTo>
                  <a:cubicBezTo>
                    <a:pt x="927" y="15747"/>
                    <a:pt x="1545" y="14120"/>
                    <a:pt x="2405" y="12180"/>
                  </a:cubicBezTo>
                  <a:cubicBezTo>
                    <a:pt x="3313" y="10201"/>
                    <a:pt x="4385" y="8323"/>
                    <a:pt x="5621" y="6547"/>
                  </a:cubicBezTo>
                  <a:cubicBezTo>
                    <a:pt x="6864" y="4740"/>
                    <a:pt x="8452" y="3195"/>
                    <a:pt x="10384" y="1913"/>
                  </a:cubicBezTo>
                  <a:cubicBezTo>
                    <a:pt x="12364" y="638"/>
                    <a:pt x="14487" y="0"/>
                    <a:pt x="16756" y="0"/>
                  </a:cubicBezTo>
                  <a:cubicBezTo>
                    <a:pt x="19846" y="0"/>
                    <a:pt x="22341" y="1009"/>
                    <a:pt x="24242" y="3027"/>
                  </a:cubicBezTo>
                  <a:cubicBezTo>
                    <a:pt x="26174" y="5006"/>
                    <a:pt x="27140" y="7459"/>
                    <a:pt x="27140" y="10384"/>
                  </a:cubicBezTo>
                  <a:cubicBezTo>
                    <a:pt x="27140" y="11581"/>
                    <a:pt x="26976" y="12716"/>
                    <a:pt x="26648" y="13787"/>
                  </a:cubicBezTo>
                  <a:cubicBezTo>
                    <a:pt x="26358" y="14820"/>
                    <a:pt x="25678" y="16717"/>
                    <a:pt x="24606" y="19478"/>
                  </a:cubicBezTo>
                  <a:cubicBezTo>
                    <a:pt x="20280" y="30610"/>
                    <a:pt x="18117" y="38894"/>
                    <a:pt x="18117" y="44330"/>
                  </a:cubicBezTo>
                  <a:cubicBezTo>
                    <a:pt x="18117" y="45652"/>
                    <a:pt x="18219" y="46869"/>
                    <a:pt x="18422" y="47980"/>
                  </a:cubicBezTo>
                  <a:cubicBezTo>
                    <a:pt x="18672" y="49051"/>
                    <a:pt x="19064" y="50123"/>
                    <a:pt x="19595" y="51195"/>
                  </a:cubicBezTo>
                  <a:cubicBezTo>
                    <a:pt x="20135" y="52227"/>
                    <a:pt x="20941" y="53053"/>
                    <a:pt x="22013" y="53671"/>
                  </a:cubicBezTo>
                  <a:cubicBezTo>
                    <a:pt x="23124" y="54249"/>
                    <a:pt x="24442" y="54539"/>
                    <a:pt x="25967" y="54539"/>
                  </a:cubicBezTo>
                  <a:cubicBezTo>
                    <a:pt x="27907" y="54539"/>
                    <a:pt x="29784" y="54085"/>
                    <a:pt x="31599" y="53178"/>
                  </a:cubicBezTo>
                  <a:cubicBezTo>
                    <a:pt x="33453" y="52231"/>
                    <a:pt x="34959" y="51116"/>
                    <a:pt x="36117" y="49834"/>
                  </a:cubicBezTo>
                  <a:cubicBezTo>
                    <a:pt x="37306" y="48559"/>
                    <a:pt x="38252" y="47385"/>
                    <a:pt x="38956" y="46313"/>
                  </a:cubicBezTo>
                  <a:cubicBezTo>
                    <a:pt x="39699" y="45203"/>
                    <a:pt x="40153" y="44358"/>
                    <a:pt x="40317" y="43779"/>
                  </a:cubicBezTo>
                  <a:lnTo>
                    <a:pt x="46008" y="21027"/>
                  </a:lnTo>
                  <a:lnTo>
                    <a:pt x="48543" y="10877"/>
                  </a:lnTo>
                  <a:cubicBezTo>
                    <a:pt x="49325" y="7208"/>
                    <a:pt x="49900" y="4920"/>
                    <a:pt x="50268" y="4013"/>
                  </a:cubicBezTo>
                  <a:cubicBezTo>
                    <a:pt x="50768" y="3152"/>
                    <a:pt x="51449" y="2495"/>
                    <a:pt x="52309" y="2042"/>
                  </a:cubicBezTo>
                  <a:cubicBezTo>
                    <a:pt x="53178" y="1588"/>
                    <a:pt x="53983" y="1361"/>
                    <a:pt x="54727" y="1361"/>
                  </a:cubicBezTo>
                  <a:cubicBezTo>
                    <a:pt x="55759" y="1361"/>
                    <a:pt x="56624" y="1670"/>
                    <a:pt x="57320" y="2288"/>
                  </a:cubicBezTo>
                  <a:cubicBezTo>
                    <a:pt x="58063" y="2906"/>
                    <a:pt x="58434" y="3751"/>
                    <a:pt x="58434" y="482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87C0178-CE2E-EE51-F382-4E7881C34D4E}"/>
                </a:ext>
              </a:extLst>
            </p:cNvPr>
            <p:cNvSpPr/>
            <p:nvPr/>
          </p:nvSpPr>
          <p:spPr>
            <a:xfrm>
              <a:off x="651004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5E20DD98-FAAC-2919-88D9-44DE58D7D81C}"/>
                </a:ext>
              </a:extLst>
            </p:cNvPr>
            <p:cNvSpPr/>
            <p:nvPr/>
          </p:nvSpPr>
          <p:spPr>
            <a:xfrm>
              <a:off x="6510045" y="460061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157AEB4-52E8-E915-9EFE-D2AC51294C69}"/>
                </a:ext>
              </a:extLst>
            </p:cNvPr>
            <p:cNvSpPr/>
            <p:nvPr/>
          </p:nvSpPr>
          <p:spPr>
            <a:xfrm>
              <a:off x="6510045" y="42251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1AF80008-A552-71C3-0DD2-138039EA262B}"/>
                </a:ext>
              </a:extLst>
            </p:cNvPr>
            <p:cNvSpPr/>
            <p:nvPr/>
          </p:nvSpPr>
          <p:spPr>
            <a:xfrm>
              <a:off x="6510045" y="384978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8EF61C97-DE76-5E07-4B22-ED463609CBAE}"/>
                </a:ext>
              </a:extLst>
            </p:cNvPr>
            <p:cNvSpPr/>
            <p:nvPr/>
          </p:nvSpPr>
          <p:spPr>
            <a:xfrm>
              <a:off x="6510045" y="3474374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A0F76C2-A1A3-BBB8-5C88-F6E162762D5D}"/>
                </a:ext>
              </a:extLst>
            </p:cNvPr>
            <p:cNvSpPr/>
            <p:nvPr/>
          </p:nvSpPr>
          <p:spPr>
            <a:xfrm>
              <a:off x="6510045" y="3098962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6C80413C-7A09-DC12-2DAB-85E1C0096459}"/>
                </a:ext>
              </a:extLst>
            </p:cNvPr>
            <p:cNvSpPr/>
            <p:nvPr/>
          </p:nvSpPr>
          <p:spPr>
            <a:xfrm>
              <a:off x="6411742" y="4558591"/>
              <a:ext cx="56060" cy="84143"/>
            </a:xfrm>
            <a:custGeom>
              <a:avLst/>
              <a:gdLst>
                <a:gd name="csX0" fmla="*/ 28030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60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61 h 84143"/>
                <a:gd name="csX8" fmla="*/ 28030 w 56060"/>
                <a:gd name="csY8" fmla="*/ 8695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0 w 56060"/>
                <a:gd name="csY13" fmla="*/ 84144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95"/>
                  </a:moveTo>
                  <a:cubicBezTo>
                    <a:pt x="22380" y="8695"/>
                    <a:pt x="18125" y="11484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0" y="75460"/>
                    <a:pt x="28030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9"/>
                    <a:pt x="40796" y="17061"/>
                  </a:cubicBezTo>
                  <a:cubicBezTo>
                    <a:pt x="37972" y="11484"/>
                    <a:pt x="33716" y="8695"/>
                    <a:pt x="28030" y="8695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2"/>
                    <a:pt x="53653" y="66183"/>
                    <a:pt x="48836" y="73395"/>
                  </a:cubicBezTo>
                  <a:cubicBezTo>
                    <a:pt x="44056" y="80561"/>
                    <a:pt x="37120" y="84144"/>
                    <a:pt x="28030" y="84144"/>
                  </a:cubicBezTo>
                  <a:cubicBezTo>
                    <a:pt x="18940" y="84144"/>
                    <a:pt x="11987" y="80561"/>
                    <a:pt x="7171" y="73395"/>
                  </a:cubicBezTo>
                  <a:cubicBezTo>
                    <a:pt x="2390" y="66183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3F1C1716-2D4C-3329-A2DB-547442B0E8B1}"/>
                </a:ext>
              </a:extLst>
            </p:cNvPr>
            <p:cNvSpPr/>
            <p:nvPr/>
          </p:nvSpPr>
          <p:spPr>
            <a:xfrm>
              <a:off x="6416306" y="418317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41"/>
                    <a:pt x="38515" y="16028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606"/>
                    <a:pt x="9090" y="2269"/>
                    <a:pt x="12928" y="1361"/>
                  </a:cubicBezTo>
                  <a:cubicBezTo>
                    <a:pt x="16767" y="454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4"/>
                    <a:pt x="51063" y="23139"/>
                  </a:cubicBezTo>
                  <a:cubicBezTo>
                    <a:pt x="51063" y="26471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DD2C429C-5078-E3E7-C6E4-52CA3939DC86}"/>
                </a:ext>
              </a:extLst>
            </p:cNvPr>
            <p:cNvSpPr/>
            <p:nvPr/>
          </p:nvSpPr>
          <p:spPr>
            <a:xfrm>
              <a:off x="6408700" y="380923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3 h 81104"/>
                <a:gd name="csX9" fmla="*/ 47533 w 59103"/>
                <a:gd name="csY9" fmla="*/ 61983 h 81104"/>
                <a:gd name="csX10" fmla="*/ 47533 w 59103"/>
                <a:gd name="csY10" fmla="*/ 81104 h 81104"/>
                <a:gd name="csX11" fmla="*/ 36614 w 59103"/>
                <a:gd name="csY11" fmla="*/ 81104 h 81104"/>
                <a:gd name="csX12" fmla="*/ 36614 w 59103"/>
                <a:gd name="csY12" fmla="*/ 61983 h 81104"/>
                <a:gd name="csX13" fmla="*/ 0 w 59103"/>
                <a:gd name="csY13" fmla="*/ 61983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3"/>
                  </a:lnTo>
                  <a:lnTo>
                    <a:pt x="47533" y="61983"/>
                  </a:lnTo>
                  <a:lnTo>
                    <a:pt x="47533" y="81104"/>
                  </a:lnTo>
                  <a:lnTo>
                    <a:pt x="36614" y="81104"/>
                  </a:lnTo>
                  <a:lnTo>
                    <a:pt x="36614" y="61983"/>
                  </a:lnTo>
                  <a:lnTo>
                    <a:pt x="0" y="61983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0AA13AD0-D00F-1E99-11D5-203A5512E2B2}"/>
                </a:ext>
              </a:extLst>
            </p:cNvPr>
            <p:cNvSpPr/>
            <p:nvPr/>
          </p:nvSpPr>
          <p:spPr>
            <a:xfrm>
              <a:off x="6411796" y="3432355"/>
              <a:ext cx="56006" cy="84145"/>
            </a:xfrm>
            <a:custGeom>
              <a:avLst/>
              <a:gdLst>
                <a:gd name="csX0" fmla="*/ 28954 w 56006"/>
                <a:gd name="csY0" fmla="*/ 37646 h 84145"/>
                <a:gd name="csX1" fmla="*/ 17221 w 56006"/>
                <a:gd name="csY1" fmla="*/ 42698 h 84145"/>
                <a:gd name="csX2" fmla="*/ 12928 w 56006"/>
                <a:gd name="csY2" fmla="*/ 56550 h 84145"/>
                <a:gd name="csX3" fmla="*/ 17221 w 56006"/>
                <a:gd name="csY3" fmla="*/ 70403 h 84145"/>
                <a:gd name="csX4" fmla="*/ 28954 w 56006"/>
                <a:gd name="csY4" fmla="*/ 75455 h 84145"/>
                <a:gd name="csX5" fmla="*/ 40633 w 56006"/>
                <a:gd name="csY5" fmla="*/ 70403 h 84145"/>
                <a:gd name="csX6" fmla="*/ 44979 w 56006"/>
                <a:gd name="csY6" fmla="*/ 56550 h 84145"/>
                <a:gd name="csX7" fmla="*/ 40633 w 56006"/>
                <a:gd name="csY7" fmla="*/ 42698 h 84145"/>
                <a:gd name="csX8" fmla="*/ 28954 w 56006"/>
                <a:gd name="csY8" fmla="*/ 37646 h 84145"/>
                <a:gd name="csX9" fmla="*/ 50738 w 56006"/>
                <a:gd name="csY9" fmla="*/ 3260 h 84145"/>
                <a:gd name="csX10" fmla="*/ 50738 w 56006"/>
                <a:gd name="csY10" fmla="*/ 13255 h 84145"/>
                <a:gd name="csX11" fmla="*/ 42372 w 56006"/>
                <a:gd name="csY11" fmla="*/ 10267 h 84145"/>
                <a:gd name="csX12" fmla="*/ 34061 w 56006"/>
                <a:gd name="csY12" fmla="*/ 9235 h 84145"/>
                <a:gd name="csX13" fmla="*/ 17438 w 56006"/>
                <a:gd name="csY13" fmla="*/ 16568 h 84145"/>
                <a:gd name="csX14" fmla="*/ 10920 w 56006"/>
                <a:gd name="csY14" fmla="*/ 38732 h 84145"/>
                <a:gd name="csX15" fmla="*/ 18958 w 56006"/>
                <a:gd name="csY15" fmla="*/ 31508 h 84145"/>
                <a:gd name="csX16" fmla="*/ 29606 w 56006"/>
                <a:gd name="csY16" fmla="*/ 28954 h 84145"/>
                <a:gd name="csX17" fmla="*/ 48890 w 56006"/>
                <a:gd name="csY17" fmla="*/ 36396 h 84145"/>
                <a:gd name="csX18" fmla="*/ 56007 w 56006"/>
                <a:gd name="csY18" fmla="*/ 56550 h 84145"/>
                <a:gd name="csX19" fmla="*/ 48619 w 56006"/>
                <a:gd name="csY19" fmla="*/ 76595 h 84145"/>
                <a:gd name="csX20" fmla="*/ 28954 w 56006"/>
                <a:gd name="csY20" fmla="*/ 84146 h 84145"/>
                <a:gd name="csX21" fmla="*/ 7443 w 56006"/>
                <a:gd name="csY21" fmla="*/ 73391 h 84145"/>
                <a:gd name="csX22" fmla="*/ 0 w 56006"/>
                <a:gd name="csY22" fmla="*/ 42100 h 84145"/>
                <a:gd name="csX23" fmla="*/ 9127 w 56006"/>
                <a:gd name="csY23" fmla="*/ 11462 h 84145"/>
                <a:gd name="csX24" fmla="*/ 33626 w 56006"/>
                <a:gd name="csY24" fmla="*/ 0 h 84145"/>
                <a:gd name="csX25" fmla="*/ 41938 w 56006"/>
                <a:gd name="csY25" fmla="*/ 814 h 84145"/>
                <a:gd name="csX26" fmla="*/ 50738 w 56006"/>
                <a:gd name="csY26" fmla="*/ 3260 h 84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6006" h="84145">
                  <a:moveTo>
                    <a:pt x="28954" y="37646"/>
                  </a:moveTo>
                  <a:cubicBezTo>
                    <a:pt x="24029" y="37646"/>
                    <a:pt x="20118" y="39330"/>
                    <a:pt x="17221" y="42698"/>
                  </a:cubicBezTo>
                  <a:cubicBezTo>
                    <a:pt x="14359" y="46066"/>
                    <a:pt x="12928" y="50683"/>
                    <a:pt x="12928" y="56550"/>
                  </a:cubicBezTo>
                  <a:cubicBezTo>
                    <a:pt x="12928" y="62381"/>
                    <a:pt x="14359" y="66999"/>
                    <a:pt x="17221" y="70403"/>
                  </a:cubicBezTo>
                  <a:cubicBezTo>
                    <a:pt x="20118" y="73771"/>
                    <a:pt x="24029" y="75455"/>
                    <a:pt x="28954" y="75455"/>
                  </a:cubicBezTo>
                  <a:cubicBezTo>
                    <a:pt x="33880" y="75455"/>
                    <a:pt x="37772" y="73771"/>
                    <a:pt x="40633" y="70403"/>
                  </a:cubicBezTo>
                  <a:cubicBezTo>
                    <a:pt x="43531" y="66999"/>
                    <a:pt x="44979" y="62381"/>
                    <a:pt x="44979" y="56550"/>
                  </a:cubicBezTo>
                  <a:cubicBezTo>
                    <a:pt x="44979" y="50683"/>
                    <a:pt x="43531" y="46066"/>
                    <a:pt x="40633" y="42698"/>
                  </a:cubicBezTo>
                  <a:cubicBezTo>
                    <a:pt x="37772" y="39330"/>
                    <a:pt x="33880" y="37646"/>
                    <a:pt x="28954" y="37646"/>
                  </a:cubicBezTo>
                  <a:moveTo>
                    <a:pt x="50738" y="3260"/>
                  </a:moveTo>
                  <a:lnTo>
                    <a:pt x="50738" y="13255"/>
                  </a:lnTo>
                  <a:cubicBezTo>
                    <a:pt x="47986" y="11951"/>
                    <a:pt x="45197" y="10955"/>
                    <a:pt x="42372" y="10267"/>
                  </a:cubicBezTo>
                  <a:cubicBezTo>
                    <a:pt x="39583" y="9579"/>
                    <a:pt x="36813" y="9235"/>
                    <a:pt x="34061" y="9235"/>
                  </a:cubicBezTo>
                  <a:cubicBezTo>
                    <a:pt x="26817" y="9235"/>
                    <a:pt x="21276" y="11679"/>
                    <a:pt x="17438" y="16568"/>
                  </a:cubicBezTo>
                  <a:cubicBezTo>
                    <a:pt x="13635" y="21457"/>
                    <a:pt x="11462" y="28845"/>
                    <a:pt x="10920" y="38732"/>
                  </a:cubicBezTo>
                  <a:cubicBezTo>
                    <a:pt x="13056" y="35581"/>
                    <a:pt x="15735" y="33173"/>
                    <a:pt x="18958" y="31508"/>
                  </a:cubicBezTo>
                  <a:cubicBezTo>
                    <a:pt x="22182" y="29806"/>
                    <a:pt x="25731" y="28954"/>
                    <a:pt x="29606" y="28954"/>
                  </a:cubicBezTo>
                  <a:cubicBezTo>
                    <a:pt x="37754" y="28954"/>
                    <a:pt x="44183" y="31435"/>
                    <a:pt x="48890" y="36396"/>
                  </a:cubicBezTo>
                  <a:cubicBezTo>
                    <a:pt x="53635" y="41321"/>
                    <a:pt x="56007" y="48039"/>
                    <a:pt x="56007" y="56550"/>
                  </a:cubicBezTo>
                  <a:cubicBezTo>
                    <a:pt x="56007" y="64880"/>
                    <a:pt x="53544" y="71561"/>
                    <a:pt x="48619" y="76595"/>
                  </a:cubicBezTo>
                  <a:cubicBezTo>
                    <a:pt x="43694" y="81629"/>
                    <a:pt x="37139" y="84146"/>
                    <a:pt x="28954" y="84146"/>
                  </a:cubicBezTo>
                  <a:cubicBezTo>
                    <a:pt x="19574" y="84146"/>
                    <a:pt x="12404" y="80561"/>
                    <a:pt x="7443" y="73391"/>
                  </a:cubicBezTo>
                  <a:cubicBezTo>
                    <a:pt x="2481" y="66184"/>
                    <a:pt x="0" y="55753"/>
                    <a:pt x="0" y="42100"/>
                  </a:cubicBezTo>
                  <a:cubicBezTo>
                    <a:pt x="0" y="29280"/>
                    <a:pt x="3042" y="19068"/>
                    <a:pt x="9127" y="11462"/>
                  </a:cubicBezTo>
                  <a:cubicBezTo>
                    <a:pt x="15211" y="3821"/>
                    <a:pt x="23377" y="0"/>
                    <a:pt x="33626" y="0"/>
                  </a:cubicBezTo>
                  <a:cubicBezTo>
                    <a:pt x="36378" y="0"/>
                    <a:pt x="39149" y="271"/>
                    <a:pt x="41938" y="814"/>
                  </a:cubicBezTo>
                  <a:cubicBezTo>
                    <a:pt x="44763" y="1358"/>
                    <a:pt x="47696" y="2173"/>
                    <a:pt x="50738" y="326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46C26B2-B23E-D20A-6305-CF4E2C8FC87D}"/>
                </a:ext>
              </a:extLst>
            </p:cNvPr>
            <p:cNvSpPr/>
            <p:nvPr/>
          </p:nvSpPr>
          <p:spPr>
            <a:xfrm>
              <a:off x="6412176" y="3056943"/>
              <a:ext cx="55626" cy="84146"/>
            </a:xfrm>
            <a:custGeom>
              <a:avLst/>
              <a:gdLst>
                <a:gd name="csX0" fmla="*/ 27814 w 55626"/>
                <a:gd name="csY0" fmla="*/ 44056 h 84146"/>
                <a:gd name="csX1" fmla="*/ 15482 w 55626"/>
                <a:gd name="csY1" fmla="*/ 48239 h 84146"/>
                <a:gd name="csX2" fmla="*/ 11027 w 55626"/>
                <a:gd name="csY2" fmla="*/ 59755 h 84146"/>
                <a:gd name="csX3" fmla="*/ 15482 w 55626"/>
                <a:gd name="csY3" fmla="*/ 71272 h 84146"/>
                <a:gd name="csX4" fmla="*/ 27814 w 55626"/>
                <a:gd name="csY4" fmla="*/ 75455 h 84146"/>
                <a:gd name="csX5" fmla="*/ 40145 w 55626"/>
                <a:gd name="csY5" fmla="*/ 71272 h 84146"/>
                <a:gd name="csX6" fmla="*/ 44653 w 55626"/>
                <a:gd name="csY6" fmla="*/ 59755 h 84146"/>
                <a:gd name="csX7" fmla="*/ 40145 w 55626"/>
                <a:gd name="csY7" fmla="*/ 48239 h 84146"/>
                <a:gd name="csX8" fmla="*/ 27814 w 55626"/>
                <a:gd name="csY8" fmla="*/ 44056 h 84146"/>
                <a:gd name="csX9" fmla="*/ 16840 w 55626"/>
                <a:gd name="csY9" fmla="*/ 39384 h 84146"/>
                <a:gd name="csX10" fmla="*/ 5813 w 55626"/>
                <a:gd name="csY10" fmla="*/ 32811 h 84146"/>
                <a:gd name="csX11" fmla="*/ 1901 w 55626"/>
                <a:gd name="csY11" fmla="*/ 21023 h 84146"/>
                <a:gd name="csX12" fmla="*/ 8800 w 55626"/>
                <a:gd name="csY12" fmla="*/ 5650 h 84146"/>
                <a:gd name="csX13" fmla="*/ 27814 w 55626"/>
                <a:gd name="csY13" fmla="*/ 0 h 84146"/>
                <a:gd name="csX14" fmla="*/ 46826 w 55626"/>
                <a:gd name="csY14" fmla="*/ 5650 h 84146"/>
                <a:gd name="csX15" fmla="*/ 53726 w 55626"/>
                <a:gd name="csY15" fmla="*/ 21023 h 84146"/>
                <a:gd name="csX16" fmla="*/ 49760 w 55626"/>
                <a:gd name="csY16" fmla="*/ 32811 h 84146"/>
                <a:gd name="csX17" fmla="*/ 38841 w 55626"/>
                <a:gd name="csY17" fmla="*/ 39384 h 84146"/>
                <a:gd name="csX18" fmla="*/ 51173 w 55626"/>
                <a:gd name="csY18" fmla="*/ 46609 h 84146"/>
                <a:gd name="csX19" fmla="*/ 55627 w 55626"/>
                <a:gd name="csY19" fmla="*/ 59755 h 84146"/>
                <a:gd name="csX20" fmla="*/ 48402 w 55626"/>
                <a:gd name="csY20" fmla="*/ 77845 h 84146"/>
                <a:gd name="csX21" fmla="*/ 27814 w 55626"/>
                <a:gd name="csY21" fmla="*/ 84146 h 84146"/>
                <a:gd name="csX22" fmla="*/ 7171 w 55626"/>
                <a:gd name="csY22" fmla="*/ 77845 h 84146"/>
                <a:gd name="csX23" fmla="*/ 0 w 55626"/>
                <a:gd name="csY23" fmla="*/ 59755 h 84146"/>
                <a:gd name="csX24" fmla="*/ 4454 w 55626"/>
                <a:gd name="csY24" fmla="*/ 46609 h 84146"/>
                <a:gd name="csX25" fmla="*/ 16840 w 55626"/>
                <a:gd name="csY25" fmla="*/ 39384 h 84146"/>
                <a:gd name="csX26" fmla="*/ 12820 w 55626"/>
                <a:gd name="csY26" fmla="*/ 22055 h 84146"/>
                <a:gd name="csX27" fmla="*/ 16731 w 55626"/>
                <a:gd name="csY27" fmla="*/ 31888 h 84146"/>
                <a:gd name="csX28" fmla="*/ 27814 w 55626"/>
                <a:gd name="csY28" fmla="*/ 35419 h 84146"/>
                <a:gd name="csX29" fmla="*/ 38841 w 55626"/>
                <a:gd name="csY29" fmla="*/ 31888 h 84146"/>
                <a:gd name="csX30" fmla="*/ 42861 w 55626"/>
                <a:gd name="csY30" fmla="*/ 22055 h 84146"/>
                <a:gd name="csX31" fmla="*/ 38841 w 55626"/>
                <a:gd name="csY31" fmla="*/ 12223 h 84146"/>
                <a:gd name="csX32" fmla="*/ 27814 w 55626"/>
                <a:gd name="csY32" fmla="*/ 8692 h 84146"/>
                <a:gd name="csX33" fmla="*/ 16731 w 55626"/>
                <a:gd name="csY33" fmla="*/ 12223 h 84146"/>
                <a:gd name="csX34" fmla="*/ 12820 w 55626"/>
                <a:gd name="csY34" fmla="*/ 22055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5626" h="84146">
                  <a:moveTo>
                    <a:pt x="27814" y="44056"/>
                  </a:moveTo>
                  <a:cubicBezTo>
                    <a:pt x="22599" y="44056"/>
                    <a:pt x="18488" y="45450"/>
                    <a:pt x="15482" y="48239"/>
                  </a:cubicBezTo>
                  <a:cubicBezTo>
                    <a:pt x="12512" y="51028"/>
                    <a:pt x="11027" y="54866"/>
                    <a:pt x="11027" y="59755"/>
                  </a:cubicBezTo>
                  <a:cubicBezTo>
                    <a:pt x="11027" y="64645"/>
                    <a:pt x="12512" y="68483"/>
                    <a:pt x="15482" y="71272"/>
                  </a:cubicBezTo>
                  <a:cubicBezTo>
                    <a:pt x="18488" y="74061"/>
                    <a:pt x="22599" y="75455"/>
                    <a:pt x="27814" y="75455"/>
                  </a:cubicBezTo>
                  <a:cubicBezTo>
                    <a:pt x="33028" y="75455"/>
                    <a:pt x="37139" y="74061"/>
                    <a:pt x="40145" y="71272"/>
                  </a:cubicBezTo>
                  <a:cubicBezTo>
                    <a:pt x="43150" y="68447"/>
                    <a:pt x="44653" y="64608"/>
                    <a:pt x="44653" y="59755"/>
                  </a:cubicBezTo>
                  <a:cubicBezTo>
                    <a:pt x="44653" y="54866"/>
                    <a:pt x="43150" y="51028"/>
                    <a:pt x="40145" y="48239"/>
                  </a:cubicBezTo>
                  <a:cubicBezTo>
                    <a:pt x="37176" y="45450"/>
                    <a:pt x="33065" y="44056"/>
                    <a:pt x="27814" y="44056"/>
                  </a:cubicBezTo>
                  <a:moveTo>
                    <a:pt x="16840" y="39384"/>
                  </a:moveTo>
                  <a:cubicBezTo>
                    <a:pt x="12132" y="38225"/>
                    <a:pt x="8456" y="36034"/>
                    <a:pt x="5813" y="32811"/>
                  </a:cubicBezTo>
                  <a:cubicBezTo>
                    <a:pt x="3205" y="29588"/>
                    <a:pt x="1901" y="25659"/>
                    <a:pt x="1901" y="21023"/>
                  </a:cubicBezTo>
                  <a:cubicBezTo>
                    <a:pt x="1901" y="14541"/>
                    <a:pt x="4201" y="9416"/>
                    <a:pt x="8800" y="5650"/>
                  </a:cubicBezTo>
                  <a:cubicBezTo>
                    <a:pt x="13436" y="1883"/>
                    <a:pt x="19774" y="0"/>
                    <a:pt x="27814" y="0"/>
                  </a:cubicBezTo>
                  <a:cubicBezTo>
                    <a:pt x="35890" y="0"/>
                    <a:pt x="42227" y="1883"/>
                    <a:pt x="46826" y="5650"/>
                  </a:cubicBezTo>
                  <a:cubicBezTo>
                    <a:pt x="51426" y="9416"/>
                    <a:pt x="53726" y="14541"/>
                    <a:pt x="53726" y="21023"/>
                  </a:cubicBezTo>
                  <a:cubicBezTo>
                    <a:pt x="53726" y="25659"/>
                    <a:pt x="52404" y="29588"/>
                    <a:pt x="49760" y="32811"/>
                  </a:cubicBezTo>
                  <a:cubicBezTo>
                    <a:pt x="47152" y="36034"/>
                    <a:pt x="43513" y="38225"/>
                    <a:pt x="38841" y="39384"/>
                  </a:cubicBezTo>
                  <a:cubicBezTo>
                    <a:pt x="44129" y="40616"/>
                    <a:pt x="48239" y="43024"/>
                    <a:pt x="51173" y="46609"/>
                  </a:cubicBezTo>
                  <a:cubicBezTo>
                    <a:pt x="54142" y="50195"/>
                    <a:pt x="55627" y="54577"/>
                    <a:pt x="55627" y="59755"/>
                  </a:cubicBezTo>
                  <a:cubicBezTo>
                    <a:pt x="55627" y="67614"/>
                    <a:pt x="53218" y="73644"/>
                    <a:pt x="48402" y="77845"/>
                  </a:cubicBezTo>
                  <a:cubicBezTo>
                    <a:pt x="43622" y="82046"/>
                    <a:pt x="36759" y="84146"/>
                    <a:pt x="27814" y="84146"/>
                  </a:cubicBezTo>
                  <a:cubicBezTo>
                    <a:pt x="18869" y="84146"/>
                    <a:pt x="11988" y="82046"/>
                    <a:pt x="7171" y="77845"/>
                  </a:cubicBezTo>
                  <a:cubicBezTo>
                    <a:pt x="2390" y="73644"/>
                    <a:pt x="0" y="67614"/>
                    <a:pt x="0" y="59755"/>
                  </a:cubicBezTo>
                  <a:cubicBezTo>
                    <a:pt x="0" y="54577"/>
                    <a:pt x="1485" y="50195"/>
                    <a:pt x="4454" y="46609"/>
                  </a:cubicBezTo>
                  <a:cubicBezTo>
                    <a:pt x="7424" y="43024"/>
                    <a:pt x="11553" y="40616"/>
                    <a:pt x="16840" y="39384"/>
                  </a:cubicBezTo>
                  <a:moveTo>
                    <a:pt x="12820" y="22055"/>
                  </a:moveTo>
                  <a:cubicBezTo>
                    <a:pt x="12820" y="26256"/>
                    <a:pt x="14124" y="29534"/>
                    <a:pt x="16731" y="31888"/>
                  </a:cubicBezTo>
                  <a:cubicBezTo>
                    <a:pt x="19375" y="34242"/>
                    <a:pt x="23070" y="35419"/>
                    <a:pt x="27814" y="35419"/>
                  </a:cubicBezTo>
                  <a:cubicBezTo>
                    <a:pt x="32522" y="35419"/>
                    <a:pt x="36197" y="34242"/>
                    <a:pt x="38841" y="31888"/>
                  </a:cubicBezTo>
                  <a:cubicBezTo>
                    <a:pt x="41521" y="29534"/>
                    <a:pt x="42861" y="26256"/>
                    <a:pt x="42861" y="22055"/>
                  </a:cubicBezTo>
                  <a:cubicBezTo>
                    <a:pt x="42861" y="17854"/>
                    <a:pt x="41521" y="14577"/>
                    <a:pt x="38841" y="12223"/>
                  </a:cubicBezTo>
                  <a:cubicBezTo>
                    <a:pt x="36197" y="9869"/>
                    <a:pt x="32522" y="8692"/>
                    <a:pt x="27814" y="8692"/>
                  </a:cubicBezTo>
                  <a:cubicBezTo>
                    <a:pt x="23070" y="8692"/>
                    <a:pt x="19375" y="9869"/>
                    <a:pt x="16731" y="12223"/>
                  </a:cubicBezTo>
                  <a:cubicBezTo>
                    <a:pt x="14124" y="14577"/>
                    <a:pt x="12820" y="17854"/>
                    <a:pt x="12820" y="22055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A8ABBF1D-AF97-BE4E-4D79-1C6D73FBD6CF}"/>
                </a:ext>
              </a:extLst>
            </p:cNvPr>
            <p:cNvSpPr/>
            <p:nvPr/>
          </p:nvSpPr>
          <p:spPr>
            <a:xfrm>
              <a:off x="6282755" y="3814147"/>
              <a:ext cx="57385" cy="46625"/>
            </a:xfrm>
            <a:custGeom>
              <a:avLst/>
              <a:gdLst>
                <a:gd name="csX0" fmla="*/ 10884 w 57385"/>
                <a:gd name="csY0" fmla="*/ 0 h 46625"/>
                <a:gd name="csX1" fmla="*/ 16202 w 57385"/>
                <a:gd name="csY1" fmla="*/ 1732 h 46625"/>
                <a:gd name="csX2" fmla="*/ 17995 w 57385"/>
                <a:gd name="csY2" fmla="*/ 5813 h 46625"/>
                <a:gd name="csX3" fmla="*/ 16882 w 57385"/>
                <a:gd name="csY3" fmla="*/ 8782 h 46625"/>
                <a:gd name="csX4" fmla="*/ 14285 w 57385"/>
                <a:gd name="csY4" fmla="*/ 9771 h 46625"/>
                <a:gd name="csX5" fmla="*/ 10389 w 57385"/>
                <a:gd name="csY5" fmla="*/ 8039 h 46625"/>
                <a:gd name="csX6" fmla="*/ 8596 w 57385"/>
                <a:gd name="csY6" fmla="*/ 3649 h 46625"/>
                <a:gd name="csX7" fmla="*/ 4947 w 57385"/>
                <a:gd name="csY7" fmla="*/ 6802 h 46625"/>
                <a:gd name="csX8" fmla="*/ 3154 w 57385"/>
                <a:gd name="csY8" fmla="*/ 11131 h 46625"/>
                <a:gd name="csX9" fmla="*/ 2783 w 57385"/>
                <a:gd name="csY9" fmla="*/ 15089 h 46625"/>
                <a:gd name="csX10" fmla="*/ 4020 w 57385"/>
                <a:gd name="csY10" fmla="*/ 21953 h 46625"/>
                <a:gd name="csX11" fmla="*/ 7173 w 57385"/>
                <a:gd name="csY11" fmla="*/ 26405 h 46625"/>
                <a:gd name="csX12" fmla="*/ 10822 w 57385"/>
                <a:gd name="csY12" fmla="*/ 28570 h 46625"/>
                <a:gd name="csX13" fmla="*/ 14161 w 57385"/>
                <a:gd name="csY13" fmla="*/ 29250 h 46625"/>
                <a:gd name="csX14" fmla="*/ 16634 w 57385"/>
                <a:gd name="csY14" fmla="*/ 28940 h 46625"/>
                <a:gd name="csX15" fmla="*/ 18490 w 57385"/>
                <a:gd name="csY15" fmla="*/ 27704 h 46625"/>
                <a:gd name="csX16" fmla="*/ 19726 w 57385"/>
                <a:gd name="csY16" fmla="*/ 26219 h 46625"/>
                <a:gd name="csX17" fmla="*/ 20654 w 57385"/>
                <a:gd name="csY17" fmla="*/ 24056 h 46625"/>
                <a:gd name="csX18" fmla="*/ 21272 w 57385"/>
                <a:gd name="csY18" fmla="*/ 21953 h 46625"/>
                <a:gd name="csX19" fmla="*/ 21767 w 57385"/>
                <a:gd name="csY19" fmla="*/ 19603 h 46625"/>
                <a:gd name="csX20" fmla="*/ 22942 w 57385"/>
                <a:gd name="csY20" fmla="*/ 14408 h 46625"/>
                <a:gd name="csX21" fmla="*/ 24364 w 57385"/>
                <a:gd name="csY21" fmla="*/ 10698 h 46625"/>
                <a:gd name="csX22" fmla="*/ 27085 w 57385"/>
                <a:gd name="csY22" fmla="*/ 6927 h 46625"/>
                <a:gd name="csX23" fmla="*/ 36361 w 57385"/>
                <a:gd name="csY23" fmla="*/ 3031 h 46625"/>
                <a:gd name="csX24" fmla="*/ 40751 w 57385"/>
                <a:gd name="csY24" fmla="*/ 3710 h 46625"/>
                <a:gd name="csX25" fmla="*/ 46193 w 57385"/>
                <a:gd name="csY25" fmla="*/ 6123 h 46625"/>
                <a:gd name="csX26" fmla="*/ 51635 w 57385"/>
                <a:gd name="csY26" fmla="*/ 10637 h 46625"/>
                <a:gd name="csX27" fmla="*/ 55716 w 57385"/>
                <a:gd name="csY27" fmla="*/ 18057 h 46625"/>
                <a:gd name="csX28" fmla="*/ 57386 w 57385"/>
                <a:gd name="csY28" fmla="*/ 28507 h 46625"/>
                <a:gd name="csX29" fmla="*/ 53985 w 57385"/>
                <a:gd name="csY29" fmla="*/ 41618 h 46625"/>
                <a:gd name="csX30" fmla="*/ 45080 w 57385"/>
                <a:gd name="csY30" fmla="*/ 46626 h 46625"/>
                <a:gd name="csX31" fmla="*/ 38958 w 57385"/>
                <a:gd name="csY31" fmla="*/ 44462 h 46625"/>
                <a:gd name="csX32" fmla="*/ 36732 w 57385"/>
                <a:gd name="csY32" fmla="*/ 39515 h 46625"/>
                <a:gd name="csX33" fmla="*/ 37907 w 57385"/>
                <a:gd name="csY33" fmla="*/ 36113 h 46625"/>
                <a:gd name="csX34" fmla="*/ 41122 w 57385"/>
                <a:gd name="csY34" fmla="*/ 34816 h 46625"/>
                <a:gd name="csX35" fmla="*/ 46131 w 57385"/>
                <a:gd name="csY35" fmla="*/ 37104 h 46625"/>
                <a:gd name="csX36" fmla="*/ 47863 w 57385"/>
                <a:gd name="csY36" fmla="*/ 42792 h 46625"/>
                <a:gd name="csX37" fmla="*/ 54541 w 57385"/>
                <a:gd name="csY37" fmla="*/ 28384 h 46625"/>
                <a:gd name="csX38" fmla="*/ 53428 w 57385"/>
                <a:gd name="csY38" fmla="*/ 20716 h 46625"/>
                <a:gd name="csX39" fmla="*/ 50645 w 57385"/>
                <a:gd name="csY39" fmla="*/ 15459 h 46625"/>
                <a:gd name="csX40" fmla="*/ 46935 w 57385"/>
                <a:gd name="csY40" fmla="*/ 12307 h 46625"/>
                <a:gd name="csX41" fmla="*/ 43348 w 57385"/>
                <a:gd name="csY41" fmla="*/ 10698 h 46625"/>
                <a:gd name="csX42" fmla="*/ 40628 w 57385"/>
                <a:gd name="csY42" fmla="*/ 10266 h 46625"/>
                <a:gd name="csX43" fmla="*/ 37041 w 57385"/>
                <a:gd name="csY43" fmla="*/ 11070 h 46625"/>
                <a:gd name="csX44" fmla="*/ 34629 w 57385"/>
                <a:gd name="csY44" fmla="*/ 12986 h 46625"/>
                <a:gd name="csX45" fmla="*/ 32960 w 57385"/>
                <a:gd name="csY45" fmla="*/ 16078 h 46625"/>
                <a:gd name="csX46" fmla="*/ 31847 w 57385"/>
                <a:gd name="csY46" fmla="*/ 19479 h 46625"/>
                <a:gd name="csX47" fmla="*/ 31043 w 57385"/>
                <a:gd name="csY47" fmla="*/ 23437 h 46625"/>
                <a:gd name="csX48" fmla="*/ 30672 w 57385"/>
                <a:gd name="csY48" fmla="*/ 25353 h 46625"/>
                <a:gd name="csX49" fmla="*/ 29991 w 57385"/>
                <a:gd name="csY49" fmla="*/ 27641 h 46625"/>
                <a:gd name="csX50" fmla="*/ 28878 w 57385"/>
                <a:gd name="csY50" fmla="*/ 30177 h 46625"/>
                <a:gd name="csX51" fmla="*/ 27332 w 57385"/>
                <a:gd name="csY51" fmla="*/ 32465 h 46625"/>
                <a:gd name="csX52" fmla="*/ 25168 w 57385"/>
                <a:gd name="csY52" fmla="*/ 34568 h 46625"/>
                <a:gd name="csX53" fmla="*/ 22262 w 57385"/>
                <a:gd name="csY53" fmla="*/ 35928 h 46625"/>
                <a:gd name="csX54" fmla="*/ 18490 w 57385"/>
                <a:gd name="csY54" fmla="*/ 36485 h 46625"/>
                <a:gd name="csX55" fmla="*/ 14408 w 57385"/>
                <a:gd name="csY55" fmla="*/ 35928 h 46625"/>
                <a:gd name="csX56" fmla="*/ 9585 w 57385"/>
                <a:gd name="csY56" fmla="*/ 33764 h 46625"/>
                <a:gd name="csX57" fmla="*/ 4885 w 57385"/>
                <a:gd name="csY57" fmla="*/ 29869 h 46625"/>
                <a:gd name="csX58" fmla="*/ 1422 w 57385"/>
                <a:gd name="csY58" fmla="*/ 23746 h 46625"/>
                <a:gd name="csX59" fmla="*/ 0 w 57385"/>
                <a:gd name="csY59" fmla="*/ 15089 h 46625"/>
                <a:gd name="csX60" fmla="*/ 3216 w 57385"/>
                <a:gd name="csY60" fmla="*/ 4082 h 46625"/>
                <a:gd name="csX61" fmla="*/ 10884 w 57385"/>
                <a:gd name="csY61" fmla="*/ 0 h 46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7385" h="46625">
                  <a:moveTo>
                    <a:pt x="10884" y="0"/>
                  </a:moveTo>
                  <a:cubicBezTo>
                    <a:pt x="13192" y="0"/>
                    <a:pt x="14965" y="577"/>
                    <a:pt x="16202" y="1732"/>
                  </a:cubicBezTo>
                  <a:cubicBezTo>
                    <a:pt x="17397" y="2887"/>
                    <a:pt x="17995" y="4247"/>
                    <a:pt x="17995" y="5813"/>
                  </a:cubicBezTo>
                  <a:cubicBezTo>
                    <a:pt x="17995" y="7091"/>
                    <a:pt x="17624" y="8081"/>
                    <a:pt x="16882" y="8782"/>
                  </a:cubicBezTo>
                  <a:cubicBezTo>
                    <a:pt x="16140" y="9441"/>
                    <a:pt x="15274" y="9771"/>
                    <a:pt x="14285" y="9771"/>
                  </a:cubicBezTo>
                  <a:cubicBezTo>
                    <a:pt x="12842" y="9771"/>
                    <a:pt x="11543" y="9193"/>
                    <a:pt x="10389" y="8039"/>
                  </a:cubicBezTo>
                  <a:cubicBezTo>
                    <a:pt x="9235" y="6844"/>
                    <a:pt x="8637" y="5380"/>
                    <a:pt x="8596" y="3649"/>
                  </a:cubicBezTo>
                  <a:cubicBezTo>
                    <a:pt x="7070" y="4226"/>
                    <a:pt x="5854" y="5277"/>
                    <a:pt x="4947" y="6802"/>
                  </a:cubicBezTo>
                  <a:cubicBezTo>
                    <a:pt x="3999" y="8327"/>
                    <a:pt x="3401" y="9770"/>
                    <a:pt x="3154" y="11131"/>
                  </a:cubicBezTo>
                  <a:cubicBezTo>
                    <a:pt x="2906" y="12450"/>
                    <a:pt x="2783" y="13770"/>
                    <a:pt x="2783" y="15089"/>
                  </a:cubicBezTo>
                  <a:cubicBezTo>
                    <a:pt x="2783" y="17686"/>
                    <a:pt x="3195" y="19974"/>
                    <a:pt x="4020" y="21953"/>
                  </a:cubicBezTo>
                  <a:cubicBezTo>
                    <a:pt x="4844" y="23932"/>
                    <a:pt x="5895" y="25416"/>
                    <a:pt x="7173" y="26405"/>
                  </a:cubicBezTo>
                  <a:cubicBezTo>
                    <a:pt x="8410" y="27394"/>
                    <a:pt x="9626" y="28116"/>
                    <a:pt x="10822" y="28570"/>
                  </a:cubicBezTo>
                  <a:cubicBezTo>
                    <a:pt x="12017" y="29023"/>
                    <a:pt x="13130" y="29250"/>
                    <a:pt x="14161" y="29250"/>
                  </a:cubicBezTo>
                  <a:cubicBezTo>
                    <a:pt x="15068" y="29250"/>
                    <a:pt x="15892" y="29147"/>
                    <a:pt x="16634" y="28940"/>
                  </a:cubicBezTo>
                  <a:cubicBezTo>
                    <a:pt x="17335" y="28693"/>
                    <a:pt x="17954" y="28281"/>
                    <a:pt x="18490" y="27704"/>
                  </a:cubicBezTo>
                  <a:cubicBezTo>
                    <a:pt x="18984" y="27126"/>
                    <a:pt x="19397" y="26632"/>
                    <a:pt x="19726" y="26219"/>
                  </a:cubicBezTo>
                  <a:cubicBezTo>
                    <a:pt x="20056" y="25766"/>
                    <a:pt x="20365" y="25045"/>
                    <a:pt x="20654" y="24056"/>
                  </a:cubicBezTo>
                  <a:cubicBezTo>
                    <a:pt x="20942" y="23066"/>
                    <a:pt x="21149" y="22365"/>
                    <a:pt x="21272" y="21953"/>
                  </a:cubicBezTo>
                  <a:cubicBezTo>
                    <a:pt x="21355" y="21541"/>
                    <a:pt x="21520" y="20757"/>
                    <a:pt x="21767" y="19603"/>
                  </a:cubicBezTo>
                  <a:cubicBezTo>
                    <a:pt x="22262" y="17212"/>
                    <a:pt x="22653" y="15480"/>
                    <a:pt x="22942" y="14408"/>
                  </a:cubicBezTo>
                  <a:cubicBezTo>
                    <a:pt x="23189" y="13336"/>
                    <a:pt x="23663" y="12100"/>
                    <a:pt x="24364" y="10698"/>
                  </a:cubicBezTo>
                  <a:cubicBezTo>
                    <a:pt x="25065" y="9255"/>
                    <a:pt x="25972" y="7998"/>
                    <a:pt x="27085" y="6927"/>
                  </a:cubicBezTo>
                  <a:cubicBezTo>
                    <a:pt x="29682" y="4329"/>
                    <a:pt x="32774" y="3031"/>
                    <a:pt x="36361" y="3031"/>
                  </a:cubicBezTo>
                  <a:cubicBezTo>
                    <a:pt x="37680" y="3031"/>
                    <a:pt x="39143" y="3257"/>
                    <a:pt x="40751" y="3710"/>
                  </a:cubicBezTo>
                  <a:cubicBezTo>
                    <a:pt x="42359" y="4122"/>
                    <a:pt x="44173" y="4927"/>
                    <a:pt x="46193" y="6123"/>
                  </a:cubicBezTo>
                  <a:cubicBezTo>
                    <a:pt x="48213" y="7318"/>
                    <a:pt x="50027" y="8823"/>
                    <a:pt x="51635" y="10637"/>
                  </a:cubicBezTo>
                  <a:cubicBezTo>
                    <a:pt x="53243" y="12451"/>
                    <a:pt x="54603" y="14924"/>
                    <a:pt x="55716" y="18057"/>
                  </a:cubicBezTo>
                  <a:cubicBezTo>
                    <a:pt x="56829" y="21149"/>
                    <a:pt x="57386" y="24632"/>
                    <a:pt x="57386" y="28507"/>
                  </a:cubicBezTo>
                  <a:cubicBezTo>
                    <a:pt x="57386" y="33908"/>
                    <a:pt x="56252" y="38278"/>
                    <a:pt x="53985" y="41618"/>
                  </a:cubicBezTo>
                  <a:cubicBezTo>
                    <a:pt x="51676" y="44956"/>
                    <a:pt x="48708" y="46626"/>
                    <a:pt x="45080" y="46626"/>
                  </a:cubicBezTo>
                  <a:cubicBezTo>
                    <a:pt x="42442" y="46626"/>
                    <a:pt x="40401" y="45904"/>
                    <a:pt x="38958" y="44462"/>
                  </a:cubicBezTo>
                  <a:cubicBezTo>
                    <a:pt x="37474" y="43019"/>
                    <a:pt x="36732" y="41370"/>
                    <a:pt x="36732" y="39515"/>
                  </a:cubicBezTo>
                  <a:cubicBezTo>
                    <a:pt x="36732" y="38113"/>
                    <a:pt x="37123" y="36979"/>
                    <a:pt x="37907" y="36113"/>
                  </a:cubicBezTo>
                  <a:cubicBezTo>
                    <a:pt x="38649" y="35248"/>
                    <a:pt x="39721" y="34816"/>
                    <a:pt x="41122" y="34816"/>
                  </a:cubicBezTo>
                  <a:cubicBezTo>
                    <a:pt x="43019" y="34816"/>
                    <a:pt x="44688" y="35578"/>
                    <a:pt x="46131" y="37104"/>
                  </a:cubicBezTo>
                  <a:cubicBezTo>
                    <a:pt x="47574" y="38629"/>
                    <a:pt x="48151" y="40525"/>
                    <a:pt x="47863" y="42792"/>
                  </a:cubicBezTo>
                  <a:cubicBezTo>
                    <a:pt x="52315" y="40855"/>
                    <a:pt x="54541" y="36052"/>
                    <a:pt x="54541" y="28384"/>
                  </a:cubicBezTo>
                  <a:cubicBezTo>
                    <a:pt x="54541" y="25498"/>
                    <a:pt x="54170" y="22942"/>
                    <a:pt x="53428" y="20716"/>
                  </a:cubicBezTo>
                  <a:cubicBezTo>
                    <a:pt x="52645" y="18448"/>
                    <a:pt x="51717" y="16696"/>
                    <a:pt x="50645" y="15459"/>
                  </a:cubicBezTo>
                  <a:cubicBezTo>
                    <a:pt x="49532" y="14182"/>
                    <a:pt x="48295" y="13131"/>
                    <a:pt x="46935" y="12307"/>
                  </a:cubicBezTo>
                  <a:cubicBezTo>
                    <a:pt x="45575" y="11482"/>
                    <a:pt x="44379" y="10946"/>
                    <a:pt x="43348" y="10698"/>
                  </a:cubicBezTo>
                  <a:cubicBezTo>
                    <a:pt x="42318" y="10410"/>
                    <a:pt x="41411" y="10266"/>
                    <a:pt x="40628" y="10266"/>
                  </a:cubicBezTo>
                  <a:cubicBezTo>
                    <a:pt x="39267" y="10266"/>
                    <a:pt x="38072" y="10534"/>
                    <a:pt x="37041" y="11070"/>
                  </a:cubicBezTo>
                  <a:cubicBezTo>
                    <a:pt x="36010" y="11606"/>
                    <a:pt x="35206" y="12244"/>
                    <a:pt x="34629" y="12986"/>
                  </a:cubicBezTo>
                  <a:cubicBezTo>
                    <a:pt x="34011" y="13687"/>
                    <a:pt x="33454" y="14717"/>
                    <a:pt x="32960" y="16078"/>
                  </a:cubicBezTo>
                  <a:cubicBezTo>
                    <a:pt x="32424" y="17397"/>
                    <a:pt x="32053" y="18531"/>
                    <a:pt x="31847" y="19479"/>
                  </a:cubicBezTo>
                  <a:cubicBezTo>
                    <a:pt x="31640" y="20427"/>
                    <a:pt x="31373" y="21747"/>
                    <a:pt x="31043" y="23437"/>
                  </a:cubicBezTo>
                  <a:cubicBezTo>
                    <a:pt x="30878" y="24220"/>
                    <a:pt x="30754" y="24859"/>
                    <a:pt x="30672" y="25353"/>
                  </a:cubicBezTo>
                  <a:cubicBezTo>
                    <a:pt x="30548" y="25848"/>
                    <a:pt x="30321" y="26611"/>
                    <a:pt x="29991" y="27641"/>
                  </a:cubicBezTo>
                  <a:cubicBezTo>
                    <a:pt x="29620" y="28631"/>
                    <a:pt x="29249" y="29476"/>
                    <a:pt x="28878" y="30177"/>
                  </a:cubicBezTo>
                  <a:cubicBezTo>
                    <a:pt x="28507" y="30837"/>
                    <a:pt x="27992" y="31599"/>
                    <a:pt x="27332" y="32465"/>
                  </a:cubicBezTo>
                  <a:cubicBezTo>
                    <a:pt x="26673" y="33331"/>
                    <a:pt x="25951" y="34032"/>
                    <a:pt x="25168" y="34568"/>
                  </a:cubicBezTo>
                  <a:cubicBezTo>
                    <a:pt x="24385" y="35104"/>
                    <a:pt x="23416" y="35557"/>
                    <a:pt x="22262" y="35928"/>
                  </a:cubicBezTo>
                  <a:cubicBezTo>
                    <a:pt x="21107" y="36299"/>
                    <a:pt x="19850" y="36485"/>
                    <a:pt x="18490" y="36485"/>
                  </a:cubicBezTo>
                  <a:cubicBezTo>
                    <a:pt x="17253" y="36485"/>
                    <a:pt x="15892" y="36299"/>
                    <a:pt x="14408" y="35928"/>
                  </a:cubicBezTo>
                  <a:cubicBezTo>
                    <a:pt x="12924" y="35516"/>
                    <a:pt x="11316" y="34794"/>
                    <a:pt x="9585" y="33764"/>
                  </a:cubicBezTo>
                  <a:cubicBezTo>
                    <a:pt x="7853" y="32692"/>
                    <a:pt x="6287" y="31394"/>
                    <a:pt x="4885" y="29869"/>
                  </a:cubicBezTo>
                  <a:cubicBezTo>
                    <a:pt x="3484" y="28343"/>
                    <a:pt x="2329" y="26302"/>
                    <a:pt x="1422" y="23746"/>
                  </a:cubicBezTo>
                  <a:cubicBezTo>
                    <a:pt x="474" y="21149"/>
                    <a:pt x="0" y="18263"/>
                    <a:pt x="0" y="15089"/>
                  </a:cubicBezTo>
                  <a:cubicBezTo>
                    <a:pt x="0" y="10472"/>
                    <a:pt x="1072" y="6803"/>
                    <a:pt x="3216" y="4082"/>
                  </a:cubicBezTo>
                  <a:cubicBezTo>
                    <a:pt x="5318" y="1361"/>
                    <a:pt x="7874" y="0"/>
                    <a:pt x="10884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9D3345E-56A2-9090-3954-DDF7C8F6EA2E}"/>
              </a:ext>
            </a:extLst>
          </p:cNvPr>
          <p:cNvGrpSpPr/>
          <p:nvPr/>
        </p:nvGrpSpPr>
        <p:grpSpPr>
          <a:xfrm>
            <a:off x="6783221" y="3503015"/>
            <a:ext cx="1376685" cy="1032237"/>
            <a:chOff x="6783221" y="3503015"/>
            <a:chExt cx="1376685" cy="1032237"/>
          </a:xfrm>
        </p:grpSpPr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0F40FBB-6104-32F9-0D91-A7F1018B3FD9}"/>
                </a:ext>
              </a:extLst>
            </p:cNvPr>
            <p:cNvSpPr/>
            <p:nvPr/>
          </p:nvSpPr>
          <p:spPr>
            <a:xfrm>
              <a:off x="6783221" y="3503015"/>
              <a:ext cx="1376685" cy="1032237"/>
            </a:xfrm>
            <a:custGeom>
              <a:avLst/>
              <a:gdLst>
                <a:gd name="csX0" fmla="*/ 87204 w 1376685"/>
                <a:gd name="csY0" fmla="*/ 895573 h 1032237"/>
                <a:gd name="csX1" fmla="*/ 104065 w 1376685"/>
                <a:gd name="csY1" fmla="*/ 908410 h 1032237"/>
                <a:gd name="csX2" fmla="*/ 107674 w 1376685"/>
                <a:gd name="csY2" fmla="*/ 911109 h 1032237"/>
                <a:gd name="csX3" fmla="*/ 129214 w 1376685"/>
                <a:gd name="csY3" fmla="*/ 924790 h 1032237"/>
                <a:gd name="csX4" fmla="*/ 132257 w 1376685"/>
                <a:gd name="csY4" fmla="*/ 926656 h 1032237"/>
                <a:gd name="csX5" fmla="*/ 154364 w 1376685"/>
                <a:gd name="csY5" fmla="*/ 938331 h 1032237"/>
                <a:gd name="csX6" fmla="*/ 162105 w 1376685"/>
                <a:gd name="csY6" fmla="*/ 942192 h 1032237"/>
                <a:gd name="csX7" fmla="*/ 179514 w 1376685"/>
                <a:gd name="csY7" fmla="*/ 949819 h 1032237"/>
                <a:gd name="csX8" fmla="*/ 199179 w 1376685"/>
                <a:gd name="csY8" fmla="*/ 957739 h 1032237"/>
                <a:gd name="csX9" fmla="*/ 204663 w 1376685"/>
                <a:gd name="csY9" fmla="*/ 959710 h 1032237"/>
                <a:gd name="csX10" fmla="*/ 229812 w 1376685"/>
                <a:gd name="csY10" fmla="*/ 968288 h 1032237"/>
                <a:gd name="csX11" fmla="*/ 246018 w 1376685"/>
                <a:gd name="csY11" fmla="*/ 973275 h 1032237"/>
                <a:gd name="csX12" fmla="*/ 254961 w 1376685"/>
                <a:gd name="csY12" fmla="*/ 975821 h 1032237"/>
                <a:gd name="csX13" fmla="*/ 280111 w 1376685"/>
                <a:gd name="csY13" fmla="*/ 982462 h 1032237"/>
                <a:gd name="csX14" fmla="*/ 305261 w 1376685"/>
                <a:gd name="csY14" fmla="*/ 988318 h 1032237"/>
                <a:gd name="csX15" fmla="*/ 307510 w 1376685"/>
                <a:gd name="csY15" fmla="*/ 988810 h 1032237"/>
                <a:gd name="csX16" fmla="*/ 330410 w 1376685"/>
                <a:gd name="csY16" fmla="*/ 993633 h 1032237"/>
                <a:gd name="csX17" fmla="*/ 355559 w 1376685"/>
                <a:gd name="csY17" fmla="*/ 998338 h 1032237"/>
                <a:gd name="csX18" fmla="*/ 380708 w 1376685"/>
                <a:gd name="csY18" fmla="*/ 1002504 h 1032237"/>
                <a:gd name="csX19" fmla="*/ 392863 w 1376685"/>
                <a:gd name="csY19" fmla="*/ 1004358 h 1032237"/>
                <a:gd name="csX20" fmla="*/ 405857 w 1376685"/>
                <a:gd name="csY20" fmla="*/ 1006317 h 1032237"/>
                <a:gd name="csX21" fmla="*/ 431008 w 1376685"/>
                <a:gd name="csY21" fmla="*/ 1009791 h 1032237"/>
                <a:gd name="csX22" fmla="*/ 456157 w 1376685"/>
                <a:gd name="csY22" fmla="*/ 1012877 h 1032237"/>
                <a:gd name="csX23" fmla="*/ 481306 w 1376685"/>
                <a:gd name="csY23" fmla="*/ 1015611 h 1032237"/>
                <a:gd name="csX24" fmla="*/ 506455 w 1376685"/>
                <a:gd name="csY24" fmla="*/ 1018039 h 1032237"/>
                <a:gd name="csX25" fmla="*/ 527885 w 1376685"/>
                <a:gd name="csY25" fmla="*/ 1019893 h 1032237"/>
                <a:gd name="csX26" fmla="*/ 531604 w 1376685"/>
                <a:gd name="csY26" fmla="*/ 1020234 h 1032237"/>
                <a:gd name="csX27" fmla="*/ 556754 w 1376685"/>
                <a:gd name="csY27" fmla="*/ 1022322 h 1032237"/>
                <a:gd name="csX28" fmla="*/ 581904 w 1376685"/>
                <a:gd name="csY28" fmla="*/ 1024165 h 1032237"/>
                <a:gd name="csX29" fmla="*/ 607053 w 1376685"/>
                <a:gd name="csY29" fmla="*/ 1025772 h 1032237"/>
                <a:gd name="csX30" fmla="*/ 632208 w 1376685"/>
                <a:gd name="csY30" fmla="*/ 1027168 h 1032237"/>
                <a:gd name="csX31" fmla="*/ 657354 w 1376685"/>
                <a:gd name="csY31" fmla="*/ 1028377 h 1032237"/>
                <a:gd name="csX32" fmla="*/ 682499 w 1376685"/>
                <a:gd name="csY32" fmla="*/ 1029410 h 1032237"/>
                <a:gd name="csX33" fmla="*/ 707645 w 1376685"/>
                <a:gd name="csY33" fmla="*/ 1030266 h 1032237"/>
                <a:gd name="csX34" fmla="*/ 732802 w 1376685"/>
                <a:gd name="csY34" fmla="*/ 1030970 h 1032237"/>
                <a:gd name="csX35" fmla="*/ 757948 w 1376685"/>
                <a:gd name="csY35" fmla="*/ 1031510 h 1032237"/>
                <a:gd name="csX36" fmla="*/ 783094 w 1376685"/>
                <a:gd name="csY36" fmla="*/ 1031909 h 1032237"/>
                <a:gd name="csX37" fmla="*/ 808251 w 1376685"/>
                <a:gd name="csY37" fmla="*/ 1032155 h 1032237"/>
                <a:gd name="csX38" fmla="*/ 833397 w 1376685"/>
                <a:gd name="csY38" fmla="*/ 1032237 h 1032237"/>
                <a:gd name="csX39" fmla="*/ 858542 w 1376685"/>
                <a:gd name="csY39" fmla="*/ 1032179 h 1032237"/>
                <a:gd name="csX40" fmla="*/ 883700 w 1376685"/>
                <a:gd name="csY40" fmla="*/ 1031956 h 1032237"/>
                <a:gd name="csX41" fmla="*/ 908845 w 1376685"/>
                <a:gd name="csY41" fmla="*/ 1031569 h 1032237"/>
                <a:gd name="csX42" fmla="*/ 933991 w 1376685"/>
                <a:gd name="csY42" fmla="*/ 1031005 h 1032237"/>
                <a:gd name="csX43" fmla="*/ 959148 w 1376685"/>
                <a:gd name="csY43" fmla="*/ 1030243 h 1032237"/>
                <a:gd name="csX44" fmla="*/ 984294 w 1376685"/>
                <a:gd name="csY44" fmla="*/ 1029269 h 1032237"/>
                <a:gd name="csX45" fmla="*/ 1009440 w 1376685"/>
                <a:gd name="csY45" fmla="*/ 1028072 h 1032237"/>
                <a:gd name="csX46" fmla="*/ 1034597 w 1376685"/>
                <a:gd name="csY46" fmla="*/ 1026629 h 1032237"/>
                <a:gd name="csX47" fmla="*/ 1059743 w 1376685"/>
                <a:gd name="csY47" fmla="*/ 1024892 h 1032237"/>
                <a:gd name="csX48" fmla="*/ 1084888 w 1376685"/>
                <a:gd name="csY48" fmla="*/ 1022839 h 1032237"/>
                <a:gd name="csX49" fmla="*/ 1110046 w 1376685"/>
                <a:gd name="csY49" fmla="*/ 1020421 h 1032237"/>
                <a:gd name="csX50" fmla="*/ 1114986 w 1376685"/>
                <a:gd name="csY50" fmla="*/ 1019893 h 1032237"/>
                <a:gd name="csX51" fmla="*/ 1135191 w 1376685"/>
                <a:gd name="csY51" fmla="*/ 1017547 h 1032237"/>
                <a:gd name="csX52" fmla="*/ 1160337 w 1376685"/>
                <a:gd name="csY52" fmla="*/ 1014132 h 1032237"/>
                <a:gd name="csX53" fmla="*/ 1185494 w 1376685"/>
                <a:gd name="csY53" fmla="*/ 1010107 h 1032237"/>
                <a:gd name="csX54" fmla="*/ 1210640 w 1376685"/>
                <a:gd name="csY54" fmla="*/ 1005367 h 1032237"/>
                <a:gd name="csX55" fmla="*/ 1215510 w 1376685"/>
                <a:gd name="csY55" fmla="*/ 1004358 h 1032237"/>
                <a:gd name="csX56" fmla="*/ 1235786 w 1376685"/>
                <a:gd name="csY56" fmla="*/ 999359 h 1032237"/>
                <a:gd name="csX57" fmla="*/ 1260931 w 1376685"/>
                <a:gd name="csY57" fmla="*/ 992072 h 1032237"/>
                <a:gd name="csX58" fmla="*/ 1271011 w 1376685"/>
                <a:gd name="csY58" fmla="*/ 988810 h 1032237"/>
                <a:gd name="csX59" fmla="*/ 1286089 w 1376685"/>
                <a:gd name="csY59" fmla="*/ 982627 h 1032237"/>
                <a:gd name="csX60" fmla="*/ 1306177 w 1376685"/>
                <a:gd name="csY60" fmla="*/ 973275 h 1032237"/>
                <a:gd name="csX61" fmla="*/ 1311234 w 1376685"/>
                <a:gd name="csY61" fmla="*/ 970154 h 1032237"/>
                <a:gd name="csX62" fmla="*/ 1329915 w 1376685"/>
                <a:gd name="csY62" fmla="*/ 957739 h 1032237"/>
                <a:gd name="csX63" fmla="*/ 1336380 w 1376685"/>
                <a:gd name="csY63" fmla="*/ 951767 h 1032237"/>
                <a:gd name="csX64" fmla="*/ 1346389 w 1376685"/>
                <a:gd name="csY64" fmla="*/ 942192 h 1032237"/>
                <a:gd name="csX65" fmla="*/ 1357782 w 1376685"/>
                <a:gd name="csY65" fmla="*/ 926656 h 1032237"/>
                <a:gd name="csX66" fmla="*/ 1361537 w 1376685"/>
                <a:gd name="csY66" fmla="*/ 919264 h 1032237"/>
                <a:gd name="csX67" fmla="*/ 1365738 w 1376685"/>
                <a:gd name="csY67" fmla="*/ 911109 h 1032237"/>
                <a:gd name="csX68" fmla="*/ 1371159 w 1376685"/>
                <a:gd name="csY68" fmla="*/ 895573 h 1032237"/>
                <a:gd name="csX69" fmla="*/ 1374491 w 1376685"/>
                <a:gd name="csY69" fmla="*/ 880038 h 1032237"/>
                <a:gd name="csX70" fmla="*/ 1376216 w 1376685"/>
                <a:gd name="csY70" fmla="*/ 864490 h 1032237"/>
                <a:gd name="csX71" fmla="*/ 1376686 w 1376685"/>
                <a:gd name="csY71" fmla="*/ 848955 h 1032237"/>
                <a:gd name="csX72" fmla="*/ 1376134 w 1376685"/>
                <a:gd name="csY72" fmla="*/ 833419 h 1032237"/>
                <a:gd name="csX73" fmla="*/ 1374714 w 1376685"/>
                <a:gd name="csY73" fmla="*/ 817872 h 1032237"/>
                <a:gd name="csX74" fmla="*/ 1372555 w 1376685"/>
                <a:gd name="csY74" fmla="*/ 802336 h 1032237"/>
                <a:gd name="csX75" fmla="*/ 1369728 w 1376685"/>
                <a:gd name="csY75" fmla="*/ 786789 h 1032237"/>
                <a:gd name="csX76" fmla="*/ 1366325 w 1376685"/>
                <a:gd name="csY76" fmla="*/ 771253 h 1032237"/>
                <a:gd name="csX77" fmla="*/ 1362359 w 1376685"/>
                <a:gd name="csY77" fmla="*/ 755717 h 1032237"/>
                <a:gd name="csX78" fmla="*/ 1361537 w 1376685"/>
                <a:gd name="csY78" fmla="*/ 752831 h 1032237"/>
                <a:gd name="csX79" fmla="*/ 1358205 w 1376685"/>
                <a:gd name="csY79" fmla="*/ 740170 h 1032237"/>
                <a:gd name="csX80" fmla="*/ 1353687 w 1376685"/>
                <a:gd name="csY80" fmla="*/ 724635 h 1032237"/>
                <a:gd name="csX81" fmla="*/ 1348736 w 1376685"/>
                <a:gd name="csY81" fmla="*/ 709087 h 1032237"/>
                <a:gd name="csX82" fmla="*/ 1343350 w 1376685"/>
                <a:gd name="csY82" fmla="*/ 693551 h 1032237"/>
                <a:gd name="csX83" fmla="*/ 1337542 w 1376685"/>
                <a:gd name="csY83" fmla="*/ 678016 h 1032237"/>
                <a:gd name="csX84" fmla="*/ 1336380 w 1376685"/>
                <a:gd name="csY84" fmla="*/ 675082 h 1032237"/>
                <a:gd name="csX85" fmla="*/ 1331757 w 1376685"/>
                <a:gd name="csY85" fmla="*/ 662473 h 1032237"/>
                <a:gd name="csX86" fmla="*/ 1325667 w 1376685"/>
                <a:gd name="csY86" fmla="*/ 646933 h 1032237"/>
                <a:gd name="csX87" fmla="*/ 1319190 w 1376685"/>
                <a:gd name="csY87" fmla="*/ 631393 h 1032237"/>
                <a:gd name="csX88" fmla="*/ 1312279 w 1376685"/>
                <a:gd name="csY88" fmla="*/ 615852 h 1032237"/>
                <a:gd name="csX89" fmla="*/ 1311234 w 1376685"/>
                <a:gd name="csY89" fmla="*/ 613572 h 1032237"/>
                <a:gd name="csX90" fmla="*/ 1305497 w 1376685"/>
                <a:gd name="csY90" fmla="*/ 600312 h 1032237"/>
                <a:gd name="csX91" fmla="*/ 1298397 w 1376685"/>
                <a:gd name="csY91" fmla="*/ 584773 h 1032237"/>
                <a:gd name="csX92" fmla="*/ 1290864 w 1376685"/>
                <a:gd name="csY92" fmla="*/ 569233 h 1032237"/>
                <a:gd name="csX93" fmla="*/ 1286089 w 1376685"/>
                <a:gd name="csY93" fmla="*/ 559787 h 1032237"/>
                <a:gd name="csX94" fmla="*/ 1283155 w 1376685"/>
                <a:gd name="csY94" fmla="*/ 553692 h 1032237"/>
                <a:gd name="csX95" fmla="*/ 1275434 w 1376685"/>
                <a:gd name="csY95" fmla="*/ 538152 h 1032237"/>
                <a:gd name="csX96" fmla="*/ 1267256 w 1376685"/>
                <a:gd name="csY96" fmla="*/ 522612 h 1032237"/>
                <a:gd name="csX97" fmla="*/ 1260931 w 1376685"/>
                <a:gd name="csY97" fmla="*/ 511143 h 1032237"/>
                <a:gd name="csX98" fmla="*/ 1258796 w 1376685"/>
                <a:gd name="csY98" fmla="*/ 507072 h 1032237"/>
                <a:gd name="csX99" fmla="*/ 1250383 w 1376685"/>
                <a:gd name="csY99" fmla="*/ 491532 h 1032237"/>
                <a:gd name="csX100" fmla="*/ 1241488 w 1376685"/>
                <a:gd name="csY100" fmla="*/ 475992 h 1032237"/>
                <a:gd name="csX101" fmla="*/ 1235786 w 1376685"/>
                <a:gd name="csY101" fmla="*/ 466418 h 1032237"/>
                <a:gd name="csX102" fmla="*/ 1232359 w 1376685"/>
                <a:gd name="csY102" fmla="*/ 460452 h 1032237"/>
                <a:gd name="csX103" fmla="*/ 1223172 w 1376685"/>
                <a:gd name="csY103" fmla="*/ 444911 h 1032237"/>
                <a:gd name="csX104" fmla="*/ 1213468 w 1376685"/>
                <a:gd name="csY104" fmla="*/ 429372 h 1032237"/>
                <a:gd name="csX105" fmla="*/ 1210640 w 1376685"/>
                <a:gd name="csY105" fmla="*/ 424958 h 1032237"/>
                <a:gd name="csX106" fmla="*/ 1203717 w 1376685"/>
                <a:gd name="csY106" fmla="*/ 413832 h 1032237"/>
                <a:gd name="csX107" fmla="*/ 1193626 w 1376685"/>
                <a:gd name="csY107" fmla="*/ 398291 h 1032237"/>
                <a:gd name="csX108" fmla="*/ 1185494 w 1376685"/>
                <a:gd name="csY108" fmla="*/ 386316 h 1032237"/>
                <a:gd name="csX109" fmla="*/ 1183124 w 1376685"/>
                <a:gd name="csY109" fmla="*/ 382751 h 1032237"/>
                <a:gd name="csX110" fmla="*/ 1172564 w 1376685"/>
                <a:gd name="csY110" fmla="*/ 367211 h 1032237"/>
                <a:gd name="csX111" fmla="*/ 1161405 w 1376685"/>
                <a:gd name="csY111" fmla="*/ 351672 h 1032237"/>
                <a:gd name="csX112" fmla="*/ 1160337 w 1376685"/>
                <a:gd name="csY112" fmla="*/ 350211 h 1032237"/>
                <a:gd name="csX113" fmla="*/ 1150222 w 1376685"/>
                <a:gd name="csY113" fmla="*/ 336131 h 1032237"/>
                <a:gd name="csX114" fmla="*/ 1138465 w 1376685"/>
                <a:gd name="csY114" fmla="*/ 320591 h 1032237"/>
                <a:gd name="csX115" fmla="*/ 1135191 w 1376685"/>
                <a:gd name="csY115" fmla="*/ 316352 h 1032237"/>
                <a:gd name="csX116" fmla="*/ 1126508 w 1376685"/>
                <a:gd name="csY116" fmla="*/ 305051 h 1032237"/>
                <a:gd name="csX117" fmla="*/ 1114035 w 1376685"/>
                <a:gd name="csY117" fmla="*/ 289510 h 1032237"/>
                <a:gd name="csX118" fmla="*/ 1110046 w 1376685"/>
                <a:gd name="csY118" fmla="*/ 284651 h 1032237"/>
                <a:gd name="csX119" fmla="*/ 1101245 w 1376685"/>
                <a:gd name="csY119" fmla="*/ 273971 h 1032237"/>
                <a:gd name="csX120" fmla="*/ 1087916 w 1376685"/>
                <a:gd name="csY120" fmla="*/ 258431 h 1032237"/>
                <a:gd name="csX121" fmla="*/ 1084888 w 1376685"/>
                <a:gd name="csY121" fmla="*/ 254971 h 1032237"/>
                <a:gd name="csX122" fmla="*/ 1074222 w 1376685"/>
                <a:gd name="csY122" fmla="*/ 242891 h 1032237"/>
                <a:gd name="csX123" fmla="*/ 1059848 w 1376685"/>
                <a:gd name="csY123" fmla="*/ 227350 h 1032237"/>
                <a:gd name="csX124" fmla="*/ 1059743 w 1376685"/>
                <a:gd name="csY124" fmla="*/ 227231 h 1032237"/>
                <a:gd name="csX125" fmla="*/ 1045099 w 1376685"/>
                <a:gd name="csY125" fmla="*/ 211811 h 1032237"/>
                <a:gd name="csX126" fmla="*/ 1034597 w 1376685"/>
                <a:gd name="csY126" fmla="*/ 201182 h 1032237"/>
                <a:gd name="csX127" fmla="*/ 1029598 w 1376685"/>
                <a:gd name="csY127" fmla="*/ 196271 h 1032237"/>
                <a:gd name="csX128" fmla="*/ 1013441 w 1376685"/>
                <a:gd name="csY128" fmla="*/ 180731 h 1032237"/>
                <a:gd name="csX129" fmla="*/ 1009440 w 1376685"/>
                <a:gd name="csY129" fmla="*/ 176956 h 1032237"/>
                <a:gd name="csX130" fmla="*/ 996509 w 1376685"/>
                <a:gd name="csY130" fmla="*/ 165190 h 1032237"/>
                <a:gd name="csX131" fmla="*/ 984294 w 1376685"/>
                <a:gd name="csY131" fmla="*/ 154395 h 1032237"/>
                <a:gd name="csX132" fmla="*/ 978662 w 1376685"/>
                <a:gd name="csY132" fmla="*/ 149650 h 1032237"/>
                <a:gd name="csX133" fmla="*/ 959829 w 1376685"/>
                <a:gd name="csY133" fmla="*/ 134111 h 1032237"/>
                <a:gd name="csX134" fmla="*/ 959148 w 1376685"/>
                <a:gd name="csY134" fmla="*/ 133548 h 1032237"/>
                <a:gd name="csX135" fmla="*/ 939776 w 1376685"/>
                <a:gd name="csY135" fmla="*/ 118571 h 1032237"/>
                <a:gd name="csX136" fmla="*/ 933991 w 1376685"/>
                <a:gd name="csY136" fmla="*/ 114179 h 1032237"/>
                <a:gd name="csX137" fmla="*/ 918279 w 1376685"/>
                <a:gd name="csY137" fmla="*/ 103030 h 1032237"/>
                <a:gd name="csX138" fmla="*/ 908845 w 1376685"/>
                <a:gd name="csY138" fmla="*/ 96423 h 1032237"/>
                <a:gd name="csX139" fmla="*/ 895023 w 1376685"/>
                <a:gd name="csY139" fmla="*/ 87490 h 1032237"/>
                <a:gd name="csX140" fmla="*/ 883700 w 1376685"/>
                <a:gd name="csY140" fmla="*/ 80221 h 1032237"/>
                <a:gd name="csX141" fmla="*/ 869537 w 1376685"/>
                <a:gd name="csY141" fmla="*/ 71950 h 1032237"/>
                <a:gd name="csX142" fmla="*/ 858542 w 1376685"/>
                <a:gd name="csY142" fmla="*/ 65545 h 1032237"/>
                <a:gd name="csX143" fmla="*/ 841071 w 1376685"/>
                <a:gd name="csY143" fmla="*/ 56410 h 1032237"/>
                <a:gd name="csX144" fmla="*/ 833397 w 1376685"/>
                <a:gd name="csY144" fmla="*/ 52388 h 1032237"/>
                <a:gd name="csX145" fmla="*/ 808462 w 1376685"/>
                <a:gd name="csY145" fmla="*/ 40870 h 1032237"/>
                <a:gd name="csX146" fmla="*/ 808251 w 1376685"/>
                <a:gd name="csY146" fmla="*/ 40770 h 1032237"/>
                <a:gd name="csX147" fmla="*/ 783094 w 1376685"/>
                <a:gd name="csY147" fmla="*/ 30481 h 1032237"/>
                <a:gd name="csX148" fmla="*/ 768121 w 1376685"/>
                <a:gd name="csY148" fmla="*/ 25330 h 1032237"/>
                <a:gd name="csX149" fmla="*/ 757948 w 1376685"/>
                <a:gd name="csY149" fmla="*/ 21760 h 1032237"/>
                <a:gd name="csX150" fmla="*/ 732802 w 1376685"/>
                <a:gd name="csY150" fmla="*/ 14475 h 1032237"/>
                <a:gd name="csX151" fmla="*/ 712210 w 1376685"/>
                <a:gd name="csY151" fmla="*/ 9790 h 1032237"/>
                <a:gd name="csX152" fmla="*/ 707645 w 1376685"/>
                <a:gd name="csY152" fmla="*/ 8719 h 1032237"/>
                <a:gd name="csX153" fmla="*/ 682499 w 1376685"/>
                <a:gd name="csY153" fmla="*/ 4309 h 1032237"/>
                <a:gd name="csX154" fmla="*/ 657354 w 1376685"/>
                <a:gd name="csY154" fmla="*/ 1414 h 1032237"/>
                <a:gd name="csX155" fmla="*/ 632208 w 1376685"/>
                <a:gd name="csY155" fmla="*/ 0 h 1032237"/>
                <a:gd name="csX156" fmla="*/ 607053 w 1376685"/>
                <a:gd name="csY156" fmla="*/ 53 h 1032237"/>
                <a:gd name="csX157" fmla="*/ 581904 w 1376685"/>
                <a:gd name="csY157" fmla="*/ 1582 h 1032237"/>
                <a:gd name="csX158" fmla="*/ 556754 w 1376685"/>
                <a:gd name="csY158" fmla="*/ 4620 h 1032237"/>
                <a:gd name="csX159" fmla="*/ 531604 w 1376685"/>
                <a:gd name="csY159" fmla="*/ 9222 h 1032237"/>
                <a:gd name="csX160" fmla="*/ 529272 w 1376685"/>
                <a:gd name="csY160" fmla="*/ 9790 h 1032237"/>
                <a:gd name="csX161" fmla="*/ 506455 w 1376685"/>
                <a:gd name="csY161" fmla="*/ 15209 h 1032237"/>
                <a:gd name="csX162" fmla="*/ 481306 w 1376685"/>
                <a:gd name="csY162" fmla="*/ 22847 h 1032237"/>
                <a:gd name="csX163" fmla="*/ 474531 w 1376685"/>
                <a:gd name="csY163" fmla="*/ 25330 h 1032237"/>
                <a:gd name="csX164" fmla="*/ 456157 w 1376685"/>
                <a:gd name="csY164" fmla="*/ 31979 h 1032237"/>
                <a:gd name="csX165" fmla="*/ 435516 w 1376685"/>
                <a:gd name="csY165" fmla="*/ 40870 h 1032237"/>
                <a:gd name="csX166" fmla="*/ 431008 w 1376685"/>
                <a:gd name="csY166" fmla="*/ 42799 h 1032237"/>
                <a:gd name="csX167" fmla="*/ 405857 w 1376685"/>
                <a:gd name="csY167" fmla="*/ 55218 h 1032237"/>
                <a:gd name="csX168" fmla="*/ 403717 w 1376685"/>
                <a:gd name="csY168" fmla="*/ 56410 h 1032237"/>
                <a:gd name="csX169" fmla="*/ 380708 w 1376685"/>
                <a:gd name="csY169" fmla="*/ 69277 h 1032237"/>
                <a:gd name="csX170" fmla="*/ 376417 w 1376685"/>
                <a:gd name="csY170" fmla="*/ 71950 h 1032237"/>
                <a:gd name="csX171" fmla="*/ 355559 w 1376685"/>
                <a:gd name="csY171" fmla="*/ 85092 h 1032237"/>
                <a:gd name="csX172" fmla="*/ 352085 w 1376685"/>
                <a:gd name="csY172" fmla="*/ 87490 h 1032237"/>
                <a:gd name="csX173" fmla="*/ 330410 w 1376685"/>
                <a:gd name="csY173" fmla="*/ 102724 h 1032237"/>
                <a:gd name="csX174" fmla="*/ 330006 w 1376685"/>
                <a:gd name="csY174" fmla="*/ 103030 h 1032237"/>
                <a:gd name="csX175" fmla="*/ 309785 w 1376685"/>
                <a:gd name="csY175" fmla="*/ 118571 h 1032237"/>
                <a:gd name="csX176" fmla="*/ 305261 w 1376685"/>
                <a:gd name="csY176" fmla="*/ 122132 h 1032237"/>
                <a:gd name="csX177" fmla="*/ 290984 w 1376685"/>
                <a:gd name="csY177" fmla="*/ 134111 h 1032237"/>
                <a:gd name="csX178" fmla="*/ 280111 w 1376685"/>
                <a:gd name="csY178" fmla="*/ 143524 h 1032237"/>
                <a:gd name="csX179" fmla="*/ 273393 w 1376685"/>
                <a:gd name="csY179" fmla="*/ 149650 h 1032237"/>
                <a:gd name="csX180" fmla="*/ 256885 w 1376685"/>
                <a:gd name="csY180" fmla="*/ 165190 h 1032237"/>
                <a:gd name="csX181" fmla="*/ 254961 w 1376685"/>
                <a:gd name="csY181" fmla="*/ 167036 h 1032237"/>
                <a:gd name="csX182" fmla="*/ 241254 w 1376685"/>
                <a:gd name="csY182" fmla="*/ 180731 h 1032237"/>
                <a:gd name="csX183" fmla="*/ 229812 w 1376685"/>
                <a:gd name="csY183" fmla="*/ 192694 h 1032237"/>
                <a:gd name="csX184" fmla="*/ 226491 w 1376685"/>
                <a:gd name="csY184" fmla="*/ 196271 h 1032237"/>
                <a:gd name="csX185" fmla="*/ 212416 w 1376685"/>
                <a:gd name="csY185" fmla="*/ 211811 h 1032237"/>
                <a:gd name="csX186" fmla="*/ 204663 w 1376685"/>
                <a:gd name="csY186" fmla="*/ 220743 h 1032237"/>
                <a:gd name="csX187" fmla="*/ 199035 w 1376685"/>
                <a:gd name="csY187" fmla="*/ 227350 h 1032237"/>
                <a:gd name="csX188" fmla="*/ 186255 w 1376685"/>
                <a:gd name="csY188" fmla="*/ 242891 h 1032237"/>
                <a:gd name="csX189" fmla="*/ 179514 w 1376685"/>
                <a:gd name="csY189" fmla="*/ 251440 h 1032237"/>
                <a:gd name="csX190" fmla="*/ 174048 w 1376685"/>
                <a:gd name="csY190" fmla="*/ 258431 h 1032237"/>
                <a:gd name="csX191" fmla="*/ 162341 w 1376685"/>
                <a:gd name="csY191" fmla="*/ 273971 h 1032237"/>
                <a:gd name="csX192" fmla="*/ 154364 w 1376685"/>
                <a:gd name="csY192" fmla="*/ 285108 h 1032237"/>
                <a:gd name="csX193" fmla="*/ 151206 w 1376685"/>
                <a:gd name="csY193" fmla="*/ 289510 h 1032237"/>
                <a:gd name="csX194" fmla="*/ 140398 w 1376685"/>
                <a:gd name="csY194" fmla="*/ 305051 h 1032237"/>
                <a:gd name="csX195" fmla="*/ 130252 w 1376685"/>
                <a:gd name="csY195" fmla="*/ 320591 h 1032237"/>
                <a:gd name="csX196" fmla="*/ 129214 w 1376685"/>
                <a:gd name="csY196" fmla="*/ 322222 h 1032237"/>
                <a:gd name="csX197" fmla="*/ 120260 w 1376685"/>
                <a:gd name="csY197" fmla="*/ 336131 h 1032237"/>
                <a:gd name="csX198" fmla="*/ 110834 w 1376685"/>
                <a:gd name="csY198" fmla="*/ 351672 h 1032237"/>
                <a:gd name="csX199" fmla="*/ 104065 w 1376685"/>
                <a:gd name="csY199" fmla="*/ 363463 h 1032237"/>
                <a:gd name="csX200" fmla="*/ 101865 w 1376685"/>
                <a:gd name="csY200" fmla="*/ 367211 h 1032237"/>
                <a:gd name="csX201" fmla="*/ 93059 w 1376685"/>
                <a:gd name="csY201" fmla="*/ 382751 h 1032237"/>
                <a:gd name="csX202" fmla="*/ 84815 w 1376685"/>
                <a:gd name="csY202" fmla="*/ 398291 h 1032237"/>
                <a:gd name="csX203" fmla="*/ 78916 w 1376685"/>
                <a:gd name="csY203" fmla="*/ 410079 h 1032237"/>
                <a:gd name="csX204" fmla="*/ 76975 w 1376685"/>
                <a:gd name="csY204" fmla="*/ 413832 h 1032237"/>
                <a:gd name="csX205" fmla="*/ 69258 w 1376685"/>
                <a:gd name="csY205" fmla="*/ 429372 h 1032237"/>
                <a:gd name="csX206" fmla="*/ 62059 w 1376685"/>
                <a:gd name="csY206" fmla="*/ 444911 h 1032237"/>
                <a:gd name="csX207" fmla="*/ 55360 w 1376685"/>
                <a:gd name="csY207" fmla="*/ 460452 h 1032237"/>
                <a:gd name="csX208" fmla="*/ 53767 w 1376685"/>
                <a:gd name="csY208" fmla="*/ 464339 h 1032237"/>
                <a:gd name="csX209" fmla="*/ 48767 w 1376685"/>
                <a:gd name="csY209" fmla="*/ 475992 h 1032237"/>
                <a:gd name="csX210" fmla="*/ 42542 w 1376685"/>
                <a:gd name="csY210" fmla="*/ 491532 h 1032237"/>
                <a:gd name="csX211" fmla="*/ 36796 w 1376685"/>
                <a:gd name="csY211" fmla="*/ 507072 h 1032237"/>
                <a:gd name="csX212" fmla="*/ 31514 w 1376685"/>
                <a:gd name="csY212" fmla="*/ 522612 h 1032237"/>
                <a:gd name="csX213" fmla="*/ 28618 w 1376685"/>
                <a:gd name="csY213" fmla="*/ 531834 h 1032237"/>
                <a:gd name="csX214" fmla="*/ 26513 w 1376685"/>
                <a:gd name="csY214" fmla="*/ 538152 h 1032237"/>
                <a:gd name="csX215" fmla="*/ 21736 w 1376685"/>
                <a:gd name="csY215" fmla="*/ 553692 h 1032237"/>
                <a:gd name="csX216" fmla="*/ 17431 w 1376685"/>
                <a:gd name="csY216" fmla="*/ 569233 h 1032237"/>
                <a:gd name="csX217" fmla="*/ 13595 w 1376685"/>
                <a:gd name="csY217" fmla="*/ 584773 h 1032237"/>
                <a:gd name="csX218" fmla="*/ 10227 w 1376685"/>
                <a:gd name="csY218" fmla="*/ 600312 h 1032237"/>
                <a:gd name="csX219" fmla="*/ 7328 w 1376685"/>
                <a:gd name="csY219" fmla="*/ 615852 h 1032237"/>
                <a:gd name="csX220" fmla="*/ 4907 w 1376685"/>
                <a:gd name="csY220" fmla="*/ 631393 h 1032237"/>
                <a:gd name="csX221" fmla="*/ 3467 w 1376685"/>
                <a:gd name="csY221" fmla="*/ 642932 h 1032237"/>
                <a:gd name="csX222" fmla="*/ 2926 w 1376685"/>
                <a:gd name="csY222" fmla="*/ 646933 h 1032237"/>
                <a:gd name="csX223" fmla="*/ 1360 w 1376685"/>
                <a:gd name="csY223" fmla="*/ 662473 h 1032237"/>
                <a:gd name="csX224" fmla="*/ 373 w 1376685"/>
                <a:gd name="csY224" fmla="*/ 678016 h 1032237"/>
                <a:gd name="csX225" fmla="*/ 0 w 1376685"/>
                <a:gd name="csY225" fmla="*/ 693551 h 1032237"/>
                <a:gd name="csX226" fmla="*/ 286 w 1376685"/>
                <a:gd name="csY226" fmla="*/ 709087 h 1032237"/>
                <a:gd name="csX227" fmla="*/ 1287 w 1376685"/>
                <a:gd name="csY227" fmla="*/ 724635 h 1032237"/>
                <a:gd name="csX228" fmla="*/ 3077 w 1376685"/>
                <a:gd name="csY228" fmla="*/ 740170 h 1032237"/>
                <a:gd name="csX229" fmla="*/ 3467 w 1376685"/>
                <a:gd name="csY229" fmla="*/ 742470 h 1032237"/>
                <a:gd name="csX230" fmla="*/ 5540 w 1376685"/>
                <a:gd name="csY230" fmla="*/ 755717 h 1032237"/>
                <a:gd name="csX231" fmla="*/ 8872 w 1376685"/>
                <a:gd name="csY231" fmla="*/ 771253 h 1032237"/>
                <a:gd name="csX232" fmla="*/ 13244 w 1376685"/>
                <a:gd name="csY232" fmla="*/ 786789 h 1032237"/>
                <a:gd name="csX233" fmla="*/ 18827 w 1376685"/>
                <a:gd name="csY233" fmla="*/ 802336 h 1032237"/>
                <a:gd name="csX234" fmla="*/ 25845 w 1376685"/>
                <a:gd name="csY234" fmla="*/ 817872 h 1032237"/>
                <a:gd name="csX235" fmla="*/ 28618 w 1376685"/>
                <a:gd name="csY235" fmla="*/ 822941 h 1032237"/>
                <a:gd name="csX236" fmla="*/ 34074 w 1376685"/>
                <a:gd name="csY236" fmla="*/ 833419 h 1032237"/>
                <a:gd name="csX237" fmla="*/ 43988 w 1376685"/>
                <a:gd name="csY237" fmla="*/ 848955 h 1032237"/>
                <a:gd name="csX238" fmla="*/ 53767 w 1376685"/>
                <a:gd name="csY238" fmla="*/ 861439 h 1032237"/>
                <a:gd name="csX239" fmla="*/ 56095 w 1376685"/>
                <a:gd name="csY239" fmla="*/ 864490 h 1032237"/>
                <a:gd name="csX240" fmla="*/ 70190 w 1376685"/>
                <a:gd name="csY240" fmla="*/ 880038 h 1032237"/>
                <a:gd name="csX241" fmla="*/ 78916 w 1376685"/>
                <a:gd name="csY241" fmla="*/ 887993 h 1032237"/>
                <a:gd name="csX242" fmla="*/ 87204 w 1376685"/>
                <a:gd name="csY242" fmla="*/ 895573 h 1032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</a:cxnLst>
              <a:rect l="l" t="t" r="r" b="b"/>
              <a:pathLst>
                <a:path w="1376685" h="1032237">
                  <a:moveTo>
                    <a:pt x="87204" y="895573"/>
                  </a:moveTo>
                  <a:lnTo>
                    <a:pt x="104065" y="908410"/>
                  </a:lnTo>
                  <a:lnTo>
                    <a:pt x="107674" y="911109"/>
                  </a:lnTo>
                  <a:lnTo>
                    <a:pt x="129214" y="924790"/>
                  </a:lnTo>
                  <a:lnTo>
                    <a:pt x="132257" y="926656"/>
                  </a:lnTo>
                  <a:lnTo>
                    <a:pt x="154364" y="938331"/>
                  </a:lnTo>
                  <a:lnTo>
                    <a:pt x="162105" y="942192"/>
                  </a:lnTo>
                  <a:lnTo>
                    <a:pt x="179514" y="949819"/>
                  </a:lnTo>
                  <a:lnTo>
                    <a:pt x="199179" y="957739"/>
                  </a:lnTo>
                  <a:lnTo>
                    <a:pt x="204663" y="959710"/>
                  </a:lnTo>
                  <a:lnTo>
                    <a:pt x="229812" y="968288"/>
                  </a:lnTo>
                  <a:lnTo>
                    <a:pt x="246018" y="973275"/>
                  </a:lnTo>
                  <a:lnTo>
                    <a:pt x="254961" y="975821"/>
                  </a:lnTo>
                  <a:lnTo>
                    <a:pt x="280111" y="982462"/>
                  </a:lnTo>
                  <a:lnTo>
                    <a:pt x="305261" y="988318"/>
                  </a:lnTo>
                  <a:lnTo>
                    <a:pt x="307510" y="988810"/>
                  </a:lnTo>
                  <a:lnTo>
                    <a:pt x="330410" y="993633"/>
                  </a:lnTo>
                  <a:lnTo>
                    <a:pt x="355559" y="998338"/>
                  </a:lnTo>
                  <a:lnTo>
                    <a:pt x="380708" y="1002504"/>
                  </a:lnTo>
                  <a:lnTo>
                    <a:pt x="392863" y="1004358"/>
                  </a:lnTo>
                  <a:lnTo>
                    <a:pt x="405857" y="1006317"/>
                  </a:lnTo>
                  <a:lnTo>
                    <a:pt x="431008" y="1009791"/>
                  </a:lnTo>
                  <a:lnTo>
                    <a:pt x="456157" y="1012877"/>
                  </a:lnTo>
                  <a:lnTo>
                    <a:pt x="481306" y="1015611"/>
                  </a:lnTo>
                  <a:lnTo>
                    <a:pt x="506455" y="1018039"/>
                  </a:lnTo>
                  <a:lnTo>
                    <a:pt x="527885" y="1019893"/>
                  </a:lnTo>
                  <a:lnTo>
                    <a:pt x="531604" y="1020234"/>
                  </a:lnTo>
                  <a:lnTo>
                    <a:pt x="556754" y="1022322"/>
                  </a:lnTo>
                  <a:lnTo>
                    <a:pt x="581904" y="1024165"/>
                  </a:lnTo>
                  <a:lnTo>
                    <a:pt x="607053" y="1025772"/>
                  </a:lnTo>
                  <a:lnTo>
                    <a:pt x="632208" y="1027168"/>
                  </a:lnTo>
                  <a:lnTo>
                    <a:pt x="657354" y="1028377"/>
                  </a:lnTo>
                  <a:lnTo>
                    <a:pt x="682499" y="1029410"/>
                  </a:lnTo>
                  <a:lnTo>
                    <a:pt x="707645" y="1030266"/>
                  </a:lnTo>
                  <a:lnTo>
                    <a:pt x="732802" y="1030970"/>
                  </a:lnTo>
                  <a:lnTo>
                    <a:pt x="757948" y="1031510"/>
                  </a:lnTo>
                  <a:lnTo>
                    <a:pt x="783094" y="1031909"/>
                  </a:lnTo>
                  <a:lnTo>
                    <a:pt x="808251" y="1032155"/>
                  </a:lnTo>
                  <a:lnTo>
                    <a:pt x="833397" y="1032237"/>
                  </a:lnTo>
                  <a:lnTo>
                    <a:pt x="858542" y="1032179"/>
                  </a:lnTo>
                  <a:lnTo>
                    <a:pt x="883700" y="1031956"/>
                  </a:lnTo>
                  <a:lnTo>
                    <a:pt x="908845" y="1031569"/>
                  </a:lnTo>
                  <a:lnTo>
                    <a:pt x="933991" y="1031005"/>
                  </a:lnTo>
                  <a:lnTo>
                    <a:pt x="959148" y="1030243"/>
                  </a:lnTo>
                  <a:lnTo>
                    <a:pt x="984294" y="1029269"/>
                  </a:lnTo>
                  <a:lnTo>
                    <a:pt x="1009440" y="1028072"/>
                  </a:lnTo>
                  <a:lnTo>
                    <a:pt x="1034597" y="1026629"/>
                  </a:lnTo>
                  <a:lnTo>
                    <a:pt x="1059743" y="1024892"/>
                  </a:lnTo>
                  <a:lnTo>
                    <a:pt x="1084888" y="1022839"/>
                  </a:lnTo>
                  <a:lnTo>
                    <a:pt x="1110046" y="1020421"/>
                  </a:lnTo>
                  <a:lnTo>
                    <a:pt x="1114986" y="1019893"/>
                  </a:lnTo>
                  <a:lnTo>
                    <a:pt x="1135191" y="1017547"/>
                  </a:lnTo>
                  <a:lnTo>
                    <a:pt x="1160337" y="1014132"/>
                  </a:lnTo>
                  <a:lnTo>
                    <a:pt x="1185494" y="1010107"/>
                  </a:lnTo>
                  <a:lnTo>
                    <a:pt x="1210640" y="1005367"/>
                  </a:lnTo>
                  <a:lnTo>
                    <a:pt x="1215510" y="1004358"/>
                  </a:lnTo>
                  <a:lnTo>
                    <a:pt x="1235786" y="999359"/>
                  </a:lnTo>
                  <a:lnTo>
                    <a:pt x="1260931" y="992072"/>
                  </a:lnTo>
                  <a:lnTo>
                    <a:pt x="1271011" y="988810"/>
                  </a:lnTo>
                  <a:lnTo>
                    <a:pt x="1286089" y="982627"/>
                  </a:lnTo>
                  <a:lnTo>
                    <a:pt x="1306177" y="973275"/>
                  </a:lnTo>
                  <a:lnTo>
                    <a:pt x="1311234" y="970154"/>
                  </a:lnTo>
                  <a:lnTo>
                    <a:pt x="1329915" y="957739"/>
                  </a:lnTo>
                  <a:lnTo>
                    <a:pt x="1336380" y="951767"/>
                  </a:lnTo>
                  <a:lnTo>
                    <a:pt x="1346389" y="942192"/>
                  </a:lnTo>
                  <a:lnTo>
                    <a:pt x="1357782" y="926656"/>
                  </a:lnTo>
                  <a:lnTo>
                    <a:pt x="1361537" y="919264"/>
                  </a:lnTo>
                  <a:lnTo>
                    <a:pt x="1365738" y="911109"/>
                  </a:lnTo>
                  <a:lnTo>
                    <a:pt x="1371159" y="895573"/>
                  </a:lnTo>
                  <a:lnTo>
                    <a:pt x="1374491" y="880038"/>
                  </a:lnTo>
                  <a:lnTo>
                    <a:pt x="1376216" y="864490"/>
                  </a:lnTo>
                  <a:lnTo>
                    <a:pt x="1376686" y="848955"/>
                  </a:lnTo>
                  <a:lnTo>
                    <a:pt x="1376134" y="833419"/>
                  </a:lnTo>
                  <a:lnTo>
                    <a:pt x="1374714" y="817872"/>
                  </a:lnTo>
                  <a:lnTo>
                    <a:pt x="1372555" y="802336"/>
                  </a:lnTo>
                  <a:lnTo>
                    <a:pt x="1369728" y="786789"/>
                  </a:lnTo>
                  <a:lnTo>
                    <a:pt x="1366325" y="771253"/>
                  </a:lnTo>
                  <a:lnTo>
                    <a:pt x="1362359" y="755717"/>
                  </a:lnTo>
                  <a:lnTo>
                    <a:pt x="1361537" y="752831"/>
                  </a:lnTo>
                  <a:lnTo>
                    <a:pt x="1358205" y="740170"/>
                  </a:lnTo>
                  <a:lnTo>
                    <a:pt x="1353687" y="724635"/>
                  </a:lnTo>
                  <a:lnTo>
                    <a:pt x="1348736" y="709087"/>
                  </a:lnTo>
                  <a:lnTo>
                    <a:pt x="1343350" y="693551"/>
                  </a:lnTo>
                  <a:lnTo>
                    <a:pt x="1337542" y="678016"/>
                  </a:lnTo>
                  <a:lnTo>
                    <a:pt x="1336380" y="675082"/>
                  </a:lnTo>
                  <a:lnTo>
                    <a:pt x="1331757" y="662473"/>
                  </a:lnTo>
                  <a:lnTo>
                    <a:pt x="1325667" y="646933"/>
                  </a:lnTo>
                  <a:lnTo>
                    <a:pt x="1319190" y="631393"/>
                  </a:lnTo>
                  <a:lnTo>
                    <a:pt x="1312279" y="615852"/>
                  </a:lnTo>
                  <a:lnTo>
                    <a:pt x="1311234" y="613572"/>
                  </a:lnTo>
                  <a:lnTo>
                    <a:pt x="1305497" y="600312"/>
                  </a:lnTo>
                  <a:lnTo>
                    <a:pt x="1298397" y="584773"/>
                  </a:lnTo>
                  <a:lnTo>
                    <a:pt x="1290864" y="569233"/>
                  </a:lnTo>
                  <a:lnTo>
                    <a:pt x="1286089" y="559787"/>
                  </a:lnTo>
                  <a:lnTo>
                    <a:pt x="1283155" y="553692"/>
                  </a:lnTo>
                  <a:lnTo>
                    <a:pt x="1275434" y="538152"/>
                  </a:lnTo>
                  <a:lnTo>
                    <a:pt x="1267256" y="522612"/>
                  </a:lnTo>
                  <a:lnTo>
                    <a:pt x="1260931" y="511143"/>
                  </a:lnTo>
                  <a:lnTo>
                    <a:pt x="1258796" y="507072"/>
                  </a:lnTo>
                  <a:lnTo>
                    <a:pt x="1250383" y="491532"/>
                  </a:lnTo>
                  <a:lnTo>
                    <a:pt x="1241488" y="475992"/>
                  </a:lnTo>
                  <a:lnTo>
                    <a:pt x="1235786" y="466418"/>
                  </a:lnTo>
                  <a:lnTo>
                    <a:pt x="1232359" y="460452"/>
                  </a:lnTo>
                  <a:lnTo>
                    <a:pt x="1223172" y="444911"/>
                  </a:lnTo>
                  <a:lnTo>
                    <a:pt x="1213468" y="429372"/>
                  </a:lnTo>
                  <a:lnTo>
                    <a:pt x="1210640" y="424958"/>
                  </a:lnTo>
                  <a:lnTo>
                    <a:pt x="1203717" y="413832"/>
                  </a:lnTo>
                  <a:lnTo>
                    <a:pt x="1193626" y="398291"/>
                  </a:lnTo>
                  <a:lnTo>
                    <a:pt x="1185494" y="386316"/>
                  </a:lnTo>
                  <a:lnTo>
                    <a:pt x="1183124" y="382751"/>
                  </a:lnTo>
                  <a:lnTo>
                    <a:pt x="1172564" y="367211"/>
                  </a:lnTo>
                  <a:lnTo>
                    <a:pt x="1161405" y="351672"/>
                  </a:lnTo>
                  <a:lnTo>
                    <a:pt x="1160337" y="350211"/>
                  </a:lnTo>
                  <a:lnTo>
                    <a:pt x="1150222" y="336131"/>
                  </a:lnTo>
                  <a:lnTo>
                    <a:pt x="1138465" y="320591"/>
                  </a:lnTo>
                  <a:lnTo>
                    <a:pt x="1135191" y="316352"/>
                  </a:lnTo>
                  <a:lnTo>
                    <a:pt x="1126508" y="305051"/>
                  </a:lnTo>
                  <a:lnTo>
                    <a:pt x="1114035" y="289510"/>
                  </a:lnTo>
                  <a:lnTo>
                    <a:pt x="1110046" y="284651"/>
                  </a:lnTo>
                  <a:lnTo>
                    <a:pt x="1101245" y="273971"/>
                  </a:lnTo>
                  <a:lnTo>
                    <a:pt x="1087916" y="258431"/>
                  </a:lnTo>
                  <a:lnTo>
                    <a:pt x="1084888" y="254971"/>
                  </a:lnTo>
                  <a:lnTo>
                    <a:pt x="1074222" y="242891"/>
                  </a:lnTo>
                  <a:lnTo>
                    <a:pt x="1059848" y="227350"/>
                  </a:lnTo>
                  <a:lnTo>
                    <a:pt x="1059743" y="227231"/>
                  </a:lnTo>
                  <a:lnTo>
                    <a:pt x="1045099" y="211811"/>
                  </a:lnTo>
                  <a:lnTo>
                    <a:pt x="1034597" y="201182"/>
                  </a:lnTo>
                  <a:lnTo>
                    <a:pt x="1029598" y="196271"/>
                  </a:lnTo>
                  <a:lnTo>
                    <a:pt x="1013441" y="180731"/>
                  </a:lnTo>
                  <a:lnTo>
                    <a:pt x="1009440" y="176956"/>
                  </a:lnTo>
                  <a:lnTo>
                    <a:pt x="996509" y="165190"/>
                  </a:lnTo>
                  <a:lnTo>
                    <a:pt x="984294" y="154395"/>
                  </a:lnTo>
                  <a:lnTo>
                    <a:pt x="978662" y="149650"/>
                  </a:lnTo>
                  <a:lnTo>
                    <a:pt x="959829" y="134111"/>
                  </a:lnTo>
                  <a:lnTo>
                    <a:pt x="959148" y="133548"/>
                  </a:lnTo>
                  <a:lnTo>
                    <a:pt x="939776" y="118571"/>
                  </a:lnTo>
                  <a:lnTo>
                    <a:pt x="933991" y="114179"/>
                  </a:lnTo>
                  <a:lnTo>
                    <a:pt x="918279" y="103030"/>
                  </a:lnTo>
                  <a:lnTo>
                    <a:pt x="908845" y="96423"/>
                  </a:lnTo>
                  <a:lnTo>
                    <a:pt x="895023" y="87490"/>
                  </a:lnTo>
                  <a:lnTo>
                    <a:pt x="883700" y="80221"/>
                  </a:lnTo>
                  <a:lnTo>
                    <a:pt x="869537" y="71950"/>
                  </a:lnTo>
                  <a:lnTo>
                    <a:pt x="858542" y="65545"/>
                  </a:lnTo>
                  <a:lnTo>
                    <a:pt x="841071" y="56410"/>
                  </a:lnTo>
                  <a:lnTo>
                    <a:pt x="833397" y="52388"/>
                  </a:lnTo>
                  <a:lnTo>
                    <a:pt x="808462" y="40870"/>
                  </a:lnTo>
                  <a:lnTo>
                    <a:pt x="808251" y="40770"/>
                  </a:lnTo>
                  <a:lnTo>
                    <a:pt x="783094" y="30481"/>
                  </a:lnTo>
                  <a:lnTo>
                    <a:pt x="768121" y="25330"/>
                  </a:lnTo>
                  <a:lnTo>
                    <a:pt x="757948" y="21760"/>
                  </a:lnTo>
                  <a:lnTo>
                    <a:pt x="732802" y="14475"/>
                  </a:lnTo>
                  <a:lnTo>
                    <a:pt x="712210" y="9790"/>
                  </a:lnTo>
                  <a:lnTo>
                    <a:pt x="707645" y="8719"/>
                  </a:lnTo>
                  <a:lnTo>
                    <a:pt x="682499" y="4309"/>
                  </a:lnTo>
                  <a:lnTo>
                    <a:pt x="657354" y="1414"/>
                  </a:lnTo>
                  <a:lnTo>
                    <a:pt x="632208" y="0"/>
                  </a:lnTo>
                  <a:lnTo>
                    <a:pt x="607053" y="53"/>
                  </a:lnTo>
                  <a:lnTo>
                    <a:pt x="581904" y="1582"/>
                  </a:lnTo>
                  <a:lnTo>
                    <a:pt x="556754" y="4620"/>
                  </a:lnTo>
                  <a:lnTo>
                    <a:pt x="531604" y="9222"/>
                  </a:lnTo>
                  <a:lnTo>
                    <a:pt x="529272" y="9790"/>
                  </a:lnTo>
                  <a:lnTo>
                    <a:pt x="506455" y="15209"/>
                  </a:lnTo>
                  <a:lnTo>
                    <a:pt x="481306" y="22847"/>
                  </a:lnTo>
                  <a:lnTo>
                    <a:pt x="474531" y="25330"/>
                  </a:lnTo>
                  <a:lnTo>
                    <a:pt x="456157" y="31979"/>
                  </a:lnTo>
                  <a:lnTo>
                    <a:pt x="435516" y="40870"/>
                  </a:lnTo>
                  <a:lnTo>
                    <a:pt x="431008" y="42799"/>
                  </a:lnTo>
                  <a:lnTo>
                    <a:pt x="405857" y="55218"/>
                  </a:lnTo>
                  <a:lnTo>
                    <a:pt x="403717" y="56410"/>
                  </a:lnTo>
                  <a:lnTo>
                    <a:pt x="380708" y="69277"/>
                  </a:lnTo>
                  <a:lnTo>
                    <a:pt x="376417" y="71950"/>
                  </a:lnTo>
                  <a:lnTo>
                    <a:pt x="355559" y="85092"/>
                  </a:lnTo>
                  <a:lnTo>
                    <a:pt x="352085" y="87490"/>
                  </a:lnTo>
                  <a:lnTo>
                    <a:pt x="330410" y="102724"/>
                  </a:lnTo>
                  <a:lnTo>
                    <a:pt x="330006" y="103030"/>
                  </a:lnTo>
                  <a:lnTo>
                    <a:pt x="309785" y="118571"/>
                  </a:lnTo>
                  <a:lnTo>
                    <a:pt x="305261" y="122132"/>
                  </a:lnTo>
                  <a:lnTo>
                    <a:pt x="290984" y="134111"/>
                  </a:lnTo>
                  <a:lnTo>
                    <a:pt x="280111" y="143524"/>
                  </a:lnTo>
                  <a:lnTo>
                    <a:pt x="273393" y="149650"/>
                  </a:lnTo>
                  <a:lnTo>
                    <a:pt x="256885" y="165190"/>
                  </a:lnTo>
                  <a:lnTo>
                    <a:pt x="254961" y="167036"/>
                  </a:lnTo>
                  <a:lnTo>
                    <a:pt x="241254" y="180731"/>
                  </a:lnTo>
                  <a:lnTo>
                    <a:pt x="229812" y="192694"/>
                  </a:lnTo>
                  <a:lnTo>
                    <a:pt x="226491" y="196271"/>
                  </a:lnTo>
                  <a:lnTo>
                    <a:pt x="212416" y="211811"/>
                  </a:lnTo>
                  <a:lnTo>
                    <a:pt x="204663" y="220743"/>
                  </a:lnTo>
                  <a:lnTo>
                    <a:pt x="199035" y="227350"/>
                  </a:lnTo>
                  <a:lnTo>
                    <a:pt x="186255" y="242891"/>
                  </a:lnTo>
                  <a:lnTo>
                    <a:pt x="179514" y="251440"/>
                  </a:lnTo>
                  <a:lnTo>
                    <a:pt x="174048" y="258431"/>
                  </a:lnTo>
                  <a:lnTo>
                    <a:pt x="162341" y="273971"/>
                  </a:lnTo>
                  <a:lnTo>
                    <a:pt x="154364" y="285108"/>
                  </a:lnTo>
                  <a:lnTo>
                    <a:pt x="151206" y="289510"/>
                  </a:lnTo>
                  <a:lnTo>
                    <a:pt x="140398" y="305051"/>
                  </a:lnTo>
                  <a:lnTo>
                    <a:pt x="130252" y="320591"/>
                  </a:lnTo>
                  <a:lnTo>
                    <a:pt x="129214" y="322222"/>
                  </a:lnTo>
                  <a:lnTo>
                    <a:pt x="120260" y="336131"/>
                  </a:lnTo>
                  <a:lnTo>
                    <a:pt x="110834" y="351672"/>
                  </a:lnTo>
                  <a:lnTo>
                    <a:pt x="104065" y="363463"/>
                  </a:lnTo>
                  <a:lnTo>
                    <a:pt x="101865" y="367211"/>
                  </a:lnTo>
                  <a:lnTo>
                    <a:pt x="93059" y="382751"/>
                  </a:lnTo>
                  <a:lnTo>
                    <a:pt x="84815" y="398291"/>
                  </a:lnTo>
                  <a:lnTo>
                    <a:pt x="78916" y="410079"/>
                  </a:lnTo>
                  <a:lnTo>
                    <a:pt x="76975" y="413832"/>
                  </a:lnTo>
                  <a:lnTo>
                    <a:pt x="69258" y="429372"/>
                  </a:lnTo>
                  <a:lnTo>
                    <a:pt x="62059" y="444911"/>
                  </a:lnTo>
                  <a:lnTo>
                    <a:pt x="55360" y="460452"/>
                  </a:lnTo>
                  <a:lnTo>
                    <a:pt x="53767" y="464339"/>
                  </a:lnTo>
                  <a:lnTo>
                    <a:pt x="48767" y="475992"/>
                  </a:lnTo>
                  <a:lnTo>
                    <a:pt x="42542" y="491532"/>
                  </a:lnTo>
                  <a:lnTo>
                    <a:pt x="36796" y="507072"/>
                  </a:lnTo>
                  <a:lnTo>
                    <a:pt x="31514" y="522612"/>
                  </a:lnTo>
                  <a:lnTo>
                    <a:pt x="28618" y="531834"/>
                  </a:lnTo>
                  <a:lnTo>
                    <a:pt x="26513" y="538152"/>
                  </a:lnTo>
                  <a:lnTo>
                    <a:pt x="21736" y="553692"/>
                  </a:lnTo>
                  <a:lnTo>
                    <a:pt x="17431" y="569233"/>
                  </a:lnTo>
                  <a:lnTo>
                    <a:pt x="13595" y="584773"/>
                  </a:lnTo>
                  <a:lnTo>
                    <a:pt x="10227" y="600312"/>
                  </a:lnTo>
                  <a:lnTo>
                    <a:pt x="7328" y="615852"/>
                  </a:lnTo>
                  <a:lnTo>
                    <a:pt x="4907" y="631393"/>
                  </a:lnTo>
                  <a:lnTo>
                    <a:pt x="3467" y="642932"/>
                  </a:lnTo>
                  <a:lnTo>
                    <a:pt x="2926" y="646933"/>
                  </a:lnTo>
                  <a:lnTo>
                    <a:pt x="1360" y="662473"/>
                  </a:lnTo>
                  <a:lnTo>
                    <a:pt x="373" y="678016"/>
                  </a:lnTo>
                  <a:lnTo>
                    <a:pt x="0" y="693551"/>
                  </a:lnTo>
                  <a:lnTo>
                    <a:pt x="286" y="709087"/>
                  </a:lnTo>
                  <a:lnTo>
                    <a:pt x="1287" y="724635"/>
                  </a:lnTo>
                  <a:lnTo>
                    <a:pt x="3077" y="740170"/>
                  </a:lnTo>
                  <a:lnTo>
                    <a:pt x="3467" y="742470"/>
                  </a:lnTo>
                  <a:lnTo>
                    <a:pt x="5540" y="755717"/>
                  </a:lnTo>
                  <a:lnTo>
                    <a:pt x="8872" y="771253"/>
                  </a:lnTo>
                  <a:lnTo>
                    <a:pt x="13244" y="786789"/>
                  </a:lnTo>
                  <a:lnTo>
                    <a:pt x="18827" y="802336"/>
                  </a:lnTo>
                  <a:lnTo>
                    <a:pt x="25845" y="817872"/>
                  </a:lnTo>
                  <a:lnTo>
                    <a:pt x="28618" y="822941"/>
                  </a:lnTo>
                  <a:lnTo>
                    <a:pt x="34074" y="833419"/>
                  </a:lnTo>
                  <a:lnTo>
                    <a:pt x="43988" y="848955"/>
                  </a:lnTo>
                  <a:lnTo>
                    <a:pt x="53767" y="861439"/>
                  </a:lnTo>
                  <a:lnTo>
                    <a:pt x="56095" y="864490"/>
                  </a:lnTo>
                  <a:lnTo>
                    <a:pt x="70190" y="880038"/>
                  </a:lnTo>
                  <a:lnTo>
                    <a:pt x="78916" y="887993"/>
                  </a:lnTo>
                  <a:lnTo>
                    <a:pt x="87204" y="895573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9FCB5584-4A57-441E-0FC6-BEEC0306FD2D}"/>
                </a:ext>
              </a:extLst>
            </p:cNvPr>
            <p:cNvSpPr/>
            <p:nvPr/>
          </p:nvSpPr>
          <p:spPr>
            <a:xfrm>
              <a:off x="6931903" y="3709000"/>
              <a:ext cx="1073281" cy="790476"/>
            </a:xfrm>
            <a:custGeom>
              <a:avLst/>
              <a:gdLst>
                <a:gd name="csX0" fmla="*/ 53424 w 1073281"/>
                <a:gd name="csY0" fmla="*/ 642970 h 790476"/>
                <a:gd name="csX1" fmla="*/ 55981 w 1073281"/>
                <a:gd name="csY1" fmla="*/ 645634 h 790476"/>
                <a:gd name="csX2" fmla="*/ 68402 w 1073281"/>
                <a:gd name="csY2" fmla="*/ 658506 h 790476"/>
                <a:gd name="csX3" fmla="*/ 81130 w 1073281"/>
                <a:gd name="csY3" fmla="*/ 669430 h 790476"/>
                <a:gd name="csX4" fmla="*/ 86629 w 1073281"/>
                <a:gd name="csY4" fmla="*/ 674053 h 790476"/>
                <a:gd name="csX5" fmla="*/ 106279 w 1073281"/>
                <a:gd name="csY5" fmla="*/ 687958 h 790476"/>
                <a:gd name="csX6" fmla="*/ 108675 w 1073281"/>
                <a:gd name="csY6" fmla="*/ 689589 h 790476"/>
                <a:gd name="csX7" fmla="*/ 131429 w 1073281"/>
                <a:gd name="csY7" fmla="*/ 702872 h 790476"/>
                <a:gd name="csX8" fmla="*/ 135502 w 1073281"/>
                <a:gd name="csY8" fmla="*/ 705125 h 790476"/>
                <a:gd name="csX9" fmla="*/ 156579 w 1073281"/>
                <a:gd name="csY9" fmla="*/ 715274 h 790476"/>
                <a:gd name="csX10" fmla="*/ 168646 w 1073281"/>
                <a:gd name="csY10" fmla="*/ 720672 h 790476"/>
                <a:gd name="csX11" fmla="*/ 181728 w 1073281"/>
                <a:gd name="csY11" fmla="*/ 725847 h 790476"/>
                <a:gd name="csX12" fmla="*/ 206877 w 1073281"/>
                <a:gd name="csY12" fmla="*/ 734976 h 790476"/>
                <a:gd name="csX13" fmla="*/ 210517 w 1073281"/>
                <a:gd name="csY13" fmla="*/ 736208 h 790476"/>
                <a:gd name="csX14" fmla="*/ 232026 w 1073281"/>
                <a:gd name="csY14" fmla="*/ 742814 h 790476"/>
                <a:gd name="csX15" fmla="*/ 257175 w 1073281"/>
                <a:gd name="csY15" fmla="*/ 749737 h 790476"/>
                <a:gd name="csX16" fmla="*/ 265132 w 1073281"/>
                <a:gd name="csY16" fmla="*/ 751755 h 790476"/>
                <a:gd name="csX17" fmla="*/ 282326 w 1073281"/>
                <a:gd name="csY17" fmla="*/ 755780 h 790476"/>
                <a:gd name="csX18" fmla="*/ 307475 w 1073281"/>
                <a:gd name="csY18" fmla="*/ 761107 h 790476"/>
                <a:gd name="csX19" fmla="*/ 332624 w 1073281"/>
                <a:gd name="csY19" fmla="*/ 765835 h 790476"/>
                <a:gd name="csX20" fmla="*/ 341122 w 1073281"/>
                <a:gd name="csY20" fmla="*/ 767291 h 790476"/>
                <a:gd name="csX21" fmla="*/ 357773 w 1073281"/>
                <a:gd name="csY21" fmla="*/ 770001 h 790476"/>
                <a:gd name="csX22" fmla="*/ 382922 w 1073281"/>
                <a:gd name="csY22" fmla="*/ 773662 h 790476"/>
                <a:gd name="csX23" fmla="*/ 408072 w 1073281"/>
                <a:gd name="csY23" fmla="*/ 776889 h 790476"/>
                <a:gd name="csX24" fmla="*/ 433222 w 1073281"/>
                <a:gd name="csY24" fmla="*/ 779717 h 790476"/>
                <a:gd name="csX25" fmla="*/ 458371 w 1073281"/>
                <a:gd name="csY25" fmla="*/ 782169 h 790476"/>
                <a:gd name="csX26" fmla="*/ 466139 w 1073281"/>
                <a:gd name="csY26" fmla="*/ 782826 h 790476"/>
                <a:gd name="csX27" fmla="*/ 483526 w 1073281"/>
                <a:gd name="csY27" fmla="*/ 784281 h 790476"/>
                <a:gd name="csX28" fmla="*/ 508672 w 1073281"/>
                <a:gd name="csY28" fmla="*/ 786076 h 790476"/>
                <a:gd name="csX29" fmla="*/ 533817 w 1073281"/>
                <a:gd name="csY29" fmla="*/ 787543 h 790476"/>
                <a:gd name="csX30" fmla="*/ 558963 w 1073281"/>
                <a:gd name="csY30" fmla="*/ 788716 h 790476"/>
                <a:gd name="csX31" fmla="*/ 584120 w 1073281"/>
                <a:gd name="csY31" fmla="*/ 789585 h 790476"/>
                <a:gd name="csX32" fmla="*/ 609266 w 1073281"/>
                <a:gd name="csY32" fmla="*/ 790183 h 790476"/>
                <a:gd name="csX33" fmla="*/ 634412 w 1073281"/>
                <a:gd name="csY33" fmla="*/ 790477 h 790476"/>
                <a:gd name="csX34" fmla="*/ 659569 w 1073281"/>
                <a:gd name="csY34" fmla="*/ 790477 h 790476"/>
                <a:gd name="csX35" fmla="*/ 684715 w 1073281"/>
                <a:gd name="csY35" fmla="*/ 790172 h 790476"/>
                <a:gd name="csX36" fmla="*/ 709860 w 1073281"/>
                <a:gd name="csY36" fmla="*/ 789550 h 790476"/>
                <a:gd name="csX37" fmla="*/ 735018 w 1073281"/>
                <a:gd name="csY37" fmla="*/ 788576 h 790476"/>
                <a:gd name="csX38" fmla="*/ 760163 w 1073281"/>
                <a:gd name="csY38" fmla="*/ 787238 h 790476"/>
                <a:gd name="csX39" fmla="*/ 785309 w 1073281"/>
                <a:gd name="csY39" fmla="*/ 785501 h 790476"/>
                <a:gd name="csX40" fmla="*/ 810466 w 1073281"/>
                <a:gd name="csY40" fmla="*/ 783319 h 790476"/>
                <a:gd name="csX41" fmla="*/ 815207 w 1073281"/>
                <a:gd name="csY41" fmla="*/ 782826 h 790476"/>
                <a:gd name="csX42" fmla="*/ 835612 w 1073281"/>
                <a:gd name="csY42" fmla="*/ 780515 h 790476"/>
                <a:gd name="csX43" fmla="*/ 860758 w 1073281"/>
                <a:gd name="csY43" fmla="*/ 777065 h 790476"/>
                <a:gd name="csX44" fmla="*/ 885915 w 1073281"/>
                <a:gd name="csY44" fmla="*/ 772911 h 790476"/>
                <a:gd name="csX45" fmla="*/ 911061 w 1073281"/>
                <a:gd name="csY45" fmla="*/ 767948 h 790476"/>
                <a:gd name="csX46" fmla="*/ 914029 w 1073281"/>
                <a:gd name="csY46" fmla="*/ 767291 h 790476"/>
                <a:gd name="csX47" fmla="*/ 936206 w 1073281"/>
                <a:gd name="csY47" fmla="*/ 761482 h 790476"/>
                <a:gd name="csX48" fmla="*/ 961364 w 1073281"/>
                <a:gd name="csY48" fmla="*/ 753667 h 790476"/>
                <a:gd name="csX49" fmla="*/ 966867 w 1073281"/>
                <a:gd name="csY49" fmla="*/ 751755 h 790476"/>
                <a:gd name="csX50" fmla="*/ 986509 w 1073281"/>
                <a:gd name="csY50" fmla="*/ 743283 h 790476"/>
                <a:gd name="csX51" fmla="*/ 1000930 w 1073281"/>
                <a:gd name="csY51" fmla="*/ 736208 h 790476"/>
                <a:gd name="csX52" fmla="*/ 1011655 w 1073281"/>
                <a:gd name="csY52" fmla="*/ 729449 h 790476"/>
                <a:gd name="csX53" fmla="*/ 1024398 w 1073281"/>
                <a:gd name="csY53" fmla="*/ 720672 h 790476"/>
                <a:gd name="csX54" fmla="*/ 1036812 w 1073281"/>
                <a:gd name="csY54" fmla="*/ 709208 h 790476"/>
                <a:gd name="csX55" fmla="*/ 1040978 w 1073281"/>
                <a:gd name="csY55" fmla="*/ 705125 h 790476"/>
                <a:gd name="csX56" fmla="*/ 1052876 w 1073281"/>
                <a:gd name="csY56" fmla="*/ 689589 h 790476"/>
                <a:gd name="csX57" fmla="*/ 1061172 w 1073281"/>
                <a:gd name="csY57" fmla="*/ 674053 h 790476"/>
                <a:gd name="csX58" fmla="*/ 1061958 w 1073281"/>
                <a:gd name="csY58" fmla="*/ 671941 h 790476"/>
                <a:gd name="csX59" fmla="*/ 1066968 w 1073281"/>
                <a:gd name="csY59" fmla="*/ 658506 h 790476"/>
                <a:gd name="csX60" fmla="*/ 1070665 w 1073281"/>
                <a:gd name="csY60" fmla="*/ 642970 h 790476"/>
                <a:gd name="csX61" fmla="*/ 1072671 w 1073281"/>
                <a:gd name="csY61" fmla="*/ 627435 h 790476"/>
                <a:gd name="csX62" fmla="*/ 1073281 w 1073281"/>
                <a:gd name="csY62" fmla="*/ 611887 h 790476"/>
                <a:gd name="csX63" fmla="*/ 1072753 w 1073281"/>
                <a:gd name="csY63" fmla="*/ 596352 h 790476"/>
                <a:gd name="csX64" fmla="*/ 1071216 w 1073281"/>
                <a:gd name="csY64" fmla="*/ 580804 h 790476"/>
                <a:gd name="csX65" fmla="*/ 1068822 w 1073281"/>
                <a:gd name="csY65" fmla="*/ 565269 h 790476"/>
                <a:gd name="csX66" fmla="*/ 1065654 w 1073281"/>
                <a:gd name="csY66" fmla="*/ 549733 h 790476"/>
                <a:gd name="csX67" fmla="*/ 1061958 w 1073281"/>
                <a:gd name="csY67" fmla="*/ 534937 h 790476"/>
                <a:gd name="csX68" fmla="*/ 1061782 w 1073281"/>
                <a:gd name="csY68" fmla="*/ 534186 h 790476"/>
                <a:gd name="csX69" fmla="*/ 1057476 w 1073281"/>
                <a:gd name="csY69" fmla="*/ 518650 h 790476"/>
                <a:gd name="csX70" fmla="*/ 1052583 w 1073281"/>
                <a:gd name="csY70" fmla="*/ 503103 h 790476"/>
                <a:gd name="csX71" fmla="*/ 1047138 w 1073281"/>
                <a:gd name="csY71" fmla="*/ 487567 h 790476"/>
                <a:gd name="csX72" fmla="*/ 1041130 w 1073281"/>
                <a:gd name="csY72" fmla="*/ 472032 h 790476"/>
                <a:gd name="csX73" fmla="*/ 1036812 w 1073281"/>
                <a:gd name="csY73" fmla="*/ 461724 h 790476"/>
                <a:gd name="csX74" fmla="*/ 1034688 w 1073281"/>
                <a:gd name="csY74" fmla="*/ 456489 h 790476"/>
                <a:gd name="csX75" fmla="*/ 1027965 w 1073281"/>
                <a:gd name="csY75" fmla="*/ 440949 h 790476"/>
                <a:gd name="csX76" fmla="*/ 1020714 w 1073281"/>
                <a:gd name="csY76" fmla="*/ 425408 h 790476"/>
                <a:gd name="csX77" fmla="*/ 1012946 w 1073281"/>
                <a:gd name="csY77" fmla="*/ 409868 h 790476"/>
                <a:gd name="csX78" fmla="*/ 1011655 w 1073281"/>
                <a:gd name="csY78" fmla="*/ 407399 h 790476"/>
                <a:gd name="csX79" fmla="*/ 1004978 w 1073281"/>
                <a:gd name="csY79" fmla="*/ 394328 h 790476"/>
                <a:gd name="csX80" fmla="*/ 996553 w 1073281"/>
                <a:gd name="csY80" fmla="*/ 378789 h 790476"/>
                <a:gd name="csX81" fmla="*/ 987589 w 1073281"/>
                <a:gd name="csY81" fmla="*/ 363248 h 790476"/>
                <a:gd name="csX82" fmla="*/ 986509 w 1073281"/>
                <a:gd name="csY82" fmla="*/ 361431 h 790476"/>
                <a:gd name="csX83" fmla="*/ 978436 w 1073281"/>
                <a:gd name="csY83" fmla="*/ 347708 h 790476"/>
                <a:gd name="csX84" fmla="*/ 968768 w 1073281"/>
                <a:gd name="csY84" fmla="*/ 332168 h 790476"/>
                <a:gd name="csX85" fmla="*/ 961364 w 1073281"/>
                <a:gd name="csY85" fmla="*/ 320820 h 790476"/>
                <a:gd name="csX86" fmla="*/ 958630 w 1073281"/>
                <a:gd name="csY86" fmla="*/ 316627 h 790476"/>
                <a:gd name="csX87" fmla="*/ 948198 w 1073281"/>
                <a:gd name="csY87" fmla="*/ 301088 h 790476"/>
                <a:gd name="csX88" fmla="*/ 937157 w 1073281"/>
                <a:gd name="csY88" fmla="*/ 285548 h 790476"/>
                <a:gd name="csX89" fmla="*/ 936206 w 1073281"/>
                <a:gd name="csY89" fmla="*/ 284246 h 790476"/>
                <a:gd name="csX90" fmla="*/ 925810 w 1073281"/>
                <a:gd name="csY90" fmla="*/ 270008 h 790476"/>
                <a:gd name="csX91" fmla="*/ 913853 w 1073281"/>
                <a:gd name="csY91" fmla="*/ 254467 h 790476"/>
                <a:gd name="csX92" fmla="*/ 911061 w 1073281"/>
                <a:gd name="csY92" fmla="*/ 250938 h 790476"/>
                <a:gd name="csX93" fmla="*/ 901439 w 1073281"/>
                <a:gd name="csY93" fmla="*/ 238927 h 790476"/>
                <a:gd name="csX94" fmla="*/ 888414 w 1073281"/>
                <a:gd name="csY94" fmla="*/ 223388 h 790476"/>
                <a:gd name="csX95" fmla="*/ 885915 w 1073281"/>
                <a:gd name="csY95" fmla="*/ 220472 h 790476"/>
                <a:gd name="csX96" fmla="*/ 874827 w 1073281"/>
                <a:gd name="csY96" fmla="*/ 207848 h 790476"/>
                <a:gd name="csX97" fmla="*/ 860758 w 1073281"/>
                <a:gd name="csY97" fmla="*/ 192547 h 790476"/>
                <a:gd name="csX98" fmla="*/ 860535 w 1073281"/>
                <a:gd name="csY98" fmla="*/ 192307 h 790476"/>
                <a:gd name="csX99" fmla="*/ 845551 w 1073281"/>
                <a:gd name="csY99" fmla="*/ 176767 h 790476"/>
                <a:gd name="csX100" fmla="*/ 835612 w 1073281"/>
                <a:gd name="csY100" fmla="*/ 166845 h 790476"/>
                <a:gd name="csX101" fmla="*/ 829733 w 1073281"/>
                <a:gd name="csY101" fmla="*/ 161227 h 790476"/>
                <a:gd name="csX102" fmla="*/ 813024 w 1073281"/>
                <a:gd name="csY102" fmla="*/ 145687 h 790476"/>
                <a:gd name="csX103" fmla="*/ 810466 w 1073281"/>
                <a:gd name="csY103" fmla="*/ 143342 h 790476"/>
                <a:gd name="csX104" fmla="*/ 795224 w 1073281"/>
                <a:gd name="csY104" fmla="*/ 130147 h 790476"/>
                <a:gd name="csX105" fmla="*/ 785309 w 1073281"/>
                <a:gd name="csY105" fmla="*/ 121797 h 790476"/>
                <a:gd name="csX106" fmla="*/ 776204 w 1073281"/>
                <a:gd name="csY106" fmla="*/ 114607 h 790476"/>
                <a:gd name="csX107" fmla="*/ 760163 w 1073281"/>
                <a:gd name="csY107" fmla="*/ 102217 h 790476"/>
                <a:gd name="csX108" fmla="*/ 755751 w 1073281"/>
                <a:gd name="csY108" fmla="*/ 99067 h 790476"/>
                <a:gd name="csX109" fmla="*/ 735018 w 1073281"/>
                <a:gd name="csY109" fmla="*/ 84484 h 790476"/>
                <a:gd name="csX110" fmla="*/ 733528 w 1073281"/>
                <a:gd name="csY110" fmla="*/ 83526 h 790476"/>
                <a:gd name="csX111" fmla="*/ 709860 w 1073281"/>
                <a:gd name="csY111" fmla="*/ 68513 h 790476"/>
                <a:gd name="csX112" fmla="*/ 708945 w 1073281"/>
                <a:gd name="csY112" fmla="*/ 67987 h 790476"/>
                <a:gd name="csX113" fmla="*/ 684715 w 1073281"/>
                <a:gd name="csY113" fmla="*/ 54251 h 790476"/>
                <a:gd name="csX114" fmla="*/ 681101 w 1073281"/>
                <a:gd name="csY114" fmla="*/ 52447 h 790476"/>
                <a:gd name="csX115" fmla="*/ 659569 w 1073281"/>
                <a:gd name="csY115" fmla="*/ 41679 h 790476"/>
                <a:gd name="csX116" fmla="*/ 648492 w 1073281"/>
                <a:gd name="csY116" fmla="*/ 36906 h 790476"/>
                <a:gd name="csX117" fmla="*/ 634412 w 1073281"/>
                <a:gd name="csY117" fmla="*/ 30803 h 790476"/>
                <a:gd name="csX118" fmla="*/ 609266 w 1073281"/>
                <a:gd name="csY118" fmla="*/ 21649 h 790476"/>
                <a:gd name="csX119" fmla="*/ 608327 w 1073281"/>
                <a:gd name="csY119" fmla="*/ 21366 h 790476"/>
                <a:gd name="csX120" fmla="*/ 584120 w 1073281"/>
                <a:gd name="csY120" fmla="*/ 14005 h 790476"/>
                <a:gd name="csX121" fmla="*/ 558963 w 1073281"/>
                <a:gd name="csY121" fmla="*/ 8095 h 790476"/>
                <a:gd name="csX122" fmla="*/ 545575 w 1073281"/>
                <a:gd name="csY122" fmla="*/ 5827 h 790476"/>
                <a:gd name="csX123" fmla="*/ 533817 w 1073281"/>
                <a:gd name="csY123" fmla="*/ 3779 h 790476"/>
                <a:gd name="csX124" fmla="*/ 508672 w 1073281"/>
                <a:gd name="csY124" fmla="*/ 1061 h 790476"/>
                <a:gd name="csX125" fmla="*/ 483526 w 1073281"/>
                <a:gd name="csY125" fmla="*/ 0 h 790476"/>
                <a:gd name="csX126" fmla="*/ 458371 w 1073281"/>
                <a:gd name="csY126" fmla="*/ 595 h 790476"/>
                <a:gd name="csX127" fmla="*/ 433222 w 1073281"/>
                <a:gd name="csY127" fmla="*/ 2872 h 790476"/>
                <a:gd name="csX128" fmla="*/ 414613 w 1073281"/>
                <a:gd name="csY128" fmla="*/ 5827 h 790476"/>
                <a:gd name="csX129" fmla="*/ 408072 w 1073281"/>
                <a:gd name="csY129" fmla="*/ 6843 h 790476"/>
                <a:gd name="csX130" fmla="*/ 382922 w 1073281"/>
                <a:gd name="csY130" fmla="*/ 12458 h 790476"/>
                <a:gd name="csX131" fmla="*/ 357773 w 1073281"/>
                <a:gd name="csY131" fmla="*/ 19922 h 790476"/>
                <a:gd name="csX132" fmla="*/ 353827 w 1073281"/>
                <a:gd name="csY132" fmla="*/ 21366 h 790476"/>
                <a:gd name="csX133" fmla="*/ 332624 w 1073281"/>
                <a:gd name="csY133" fmla="*/ 29106 h 790476"/>
                <a:gd name="csX134" fmla="*/ 314951 w 1073281"/>
                <a:gd name="csY134" fmla="*/ 36906 h 790476"/>
                <a:gd name="csX135" fmla="*/ 307475 w 1073281"/>
                <a:gd name="csY135" fmla="*/ 40220 h 790476"/>
                <a:gd name="csX136" fmla="*/ 283916 w 1073281"/>
                <a:gd name="csY136" fmla="*/ 52447 h 790476"/>
                <a:gd name="csX137" fmla="*/ 282326 w 1073281"/>
                <a:gd name="csY137" fmla="*/ 53281 h 790476"/>
                <a:gd name="csX138" fmla="*/ 257781 w 1073281"/>
                <a:gd name="csY138" fmla="*/ 67987 h 790476"/>
                <a:gd name="csX139" fmla="*/ 257175 w 1073281"/>
                <a:gd name="csY139" fmla="*/ 68356 h 790476"/>
                <a:gd name="csX140" fmla="*/ 234937 w 1073281"/>
                <a:gd name="csY140" fmla="*/ 83526 h 790476"/>
                <a:gd name="csX141" fmla="*/ 232026 w 1073281"/>
                <a:gd name="csY141" fmla="*/ 85563 h 790476"/>
                <a:gd name="csX142" fmla="*/ 214454 w 1073281"/>
                <a:gd name="csY142" fmla="*/ 99067 h 790476"/>
                <a:gd name="csX143" fmla="*/ 206877 w 1073281"/>
                <a:gd name="csY143" fmla="*/ 105082 h 790476"/>
                <a:gd name="csX144" fmla="*/ 195782 w 1073281"/>
                <a:gd name="csY144" fmla="*/ 114607 h 790476"/>
                <a:gd name="csX145" fmla="*/ 181728 w 1073281"/>
                <a:gd name="csY145" fmla="*/ 127164 h 790476"/>
                <a:gd name="csX146" fmla="*/ 178596 w 1073281"/>
                <a:gd name="csY146" fmla="*/ 130147 h 790476"/>
                <a:gd name="csX147" fmla="*/ 162773 w 1073281"/>
                <a:gd name="csY147" fmla="*/ 145687 h 790476"/>
                <a:gd name="csX148" fmla="*/ 156579 w 1073281"/>
                <a:gd name="csY148" fmla="*/ 152032 h 790476"/>
                <a:gd name="csX149" fmla="*/ 148038 w 1073281"/>
                <a:gd name="csY149" fmla="*/ 161227 h 790476"/>
                <a:gd name="csX150" fmla="*/ 134303 w 1073281"/>
                <a:gd name="csY150" fmla="*/ 176767 h 790476"/>
                <a:gd name="csX151" fmla="*/ 131429 w 1073281"/>
                <a:gd name="csY151" fmla="*/ 180142 h 790476"/>
                <a:gd name="csX152" fmla="*/ 121437 w 1073281"/>
                <a:gd name="csY152" fmla="*/ 192307 h 790476"/>
                <a:gd name="csX153" fmla="*/ 109416 w 1073281"/>
                <a:gd name="csY153" fmla="*/ 207848 h 790476"/>
                <a:gd name="csX154" fmla="*/ 106279 w 1073281"/>
                <a:gd name="csY154" fmla="*/ 212079 h 790476"/>
                <a:gd name="csX155" fmla="*/ 98095 w 1073281"/>
                <a:gd name="csY155" fmla="*/ 223388 h 790476"/>
                <a:gd name="csX156" fmla="*/ 87509 w 1073281"/>
                <a:gd name="csY156" fmla="*/ 238927 h 790476"/>
                <a:gd name="csX157" fmla="*/ 81130 w 1073281"/>
                <a:gd name="csY157" fmla="*/ 248874 h 790476"/>
                <a:gd name="csX158" fmla="*/ 77584 w 1073281"/>
                <a:gd name="csY158" fmla="*/ 254467 h 790476"/>
                <a:gd name="csX159" fmla="*/ 68234 w 1073281"/>
                <a:gd name="csY159" fmla="*/ 270008 h 790476"/>
                <a:gd name="csX160" fmla="*/ 59579 w 1073281"/>
                <a:gd name="csY160" fmla="*/ 285548 h 790476"/>
                <a:gd name="csX161" fmla="*/ 55981 w 1073281"/>
                <a:gd name="csY161" fmla="*/ 292431 h 790476"/>
                <a:gd name="csX162" fmla="*/ 51446 w 1073281"/>
                <a:gd name="csY162" fmla="*/ 301088 h 790476"/>
                <a:gd name="csX163" fmla="*/ 43860 w 1073281"/>
                <a:gd name="csY163" fmla="*/ 316627 h 790476"/>
                <a:gd name="csX164" fmla="*/ 36919 w 1073281"/>
                <a:gd name="csY164" fmla="*/ 332168 h 790476"/>
                <a:gd name="csX165" fmla="*/ 30832 w 1073281"/>
                <a:gd name="csY165" fmla="*/ 347146 h 790476"/>
                <a:gd name="csX166" fmla="*/ 30599 w 1073281"/>
                <a:gd name="csY166" fmla="*/ 347708 h 790476"/>
                <a:gd name="csX167" fmla="*/ 24662 w 1073281"/>
                <a:gd name="csY167" fmla="*/ 363248 h 790476"/>
                <a:gd name="csX168" fmla="*/ 19357 w 1073281"/>
                <a:gd name="csY168" fmla="*/ 378789 h 790476"/>
                <a:gd name="csX169" fmla="*/ 14681 w 1073281"/>
                <a:gd name="csY169" fmla="*/ 394328 h 790476"/>
                <a:gd name="csX170" fmla="*/ 10636 w 1073281"/>
                <a:gd name="csY170" fmla="*/ 409868 h 790476"/>
                <a:gd name="csX171" fmla="*/ 7226 w 1073281"/>
                <a:gd name="csY171" fmla="*/ 425408 h 790476"/>
                <a:gd name="csX172" fmla="*/ 5682 w 1073281"/>
                <a:gd name="csY172" fmla="*/ 434046 h 790476"/>
                <a:gd name="csX173" fmla="*/ 4400 w 1073281"/>
                <a:gd name="csY173" fmla="*/ 440949 h 790476"/>
                <a:gd name="csX174" fmla="*/ 2192 w 1073281"/>
                <a:gd name="csY174" fmla="*/ 456489 h 790476"/>
                <a:gd name="csX175" fmla="*/ 712 w 1073281"/>
                <a:gd name="csY175" fmla="*/ 472032 h 790476"/>
                <a:gd name="csX176" fmla="*/ 0 w 1073281"/>
                <a:gd name="csY176" fmla="*/ 487567 h 790476"/>
                <a:gd name="csX177" fmla="*/ 106 w 1073281"/>
                <a:gd name="csY177" fmla="*/ 503103 h 790476"/>
                <a:gd name="csX178" fmla="*/ 1094 w 1073281"/>
                <a:gd name="csY178" fmla="*/ 518650 h 790476"/>
                <a:gd name="csX179" fmla="*/ 3047 w 1073281"/>
                <a:gd name="csY179" fmla="*/ 534186 h 790476"/>
                <a:gd name="csX180" fmla="*/ 5682 w 1073281"/>
                <a:gd name="csY180" fmla="*/ 547750 h 790476"/>
                <a:gd name="csX181" fmla="*/ 6051 w 1073281"/>
                <a:gd name="csY181" fmla="*/ 549733 h 790476"/>
                <a:gd name="csX182" fmla="*/ 10051 w 1073281"/>
                <a:gd name="csY182" fmla="*/ 565269 h 790476"/>
                <a:gd name="csX183" fmla="*/ 15348 w 1073281"/>
                <a:gd name="csY183" fmla="*/ 580804 h 790476"/>
                <a:gd name="csX184" fmla="*/ 22146 w 1073281"/>
                <a:gd name="csY184" fmla="*/ 596352 h 790476"/>
                <a:gd name="csX185" fmla="*/ 30711 w 1073281"/>
                <a:gd name="csY185" fmla="*/ 611887 h 790476"/>
                <a:gd name="csX186" fmla="*/ 30832 w 1073281"/>
                <a:gd name="csY186" fmla="*/ 612075 h 790476"/>
                <a:gd name="csX187" fmla="*/ 40858 w 1073281"/>
                <a:gd name="csY187" fmla="*/ 627435 h 790476"/>
                <a:gd name="csX188" fmla="*/ 53424 w 1073281"/>
                <a:gd name="csY188" fmla="*/ 642970 h 790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</a:cxnLst>
              <a:rect l="l" t="t" r="r" b="b"/>
              <a:pathLst>
                <a:path w="1073281" h="790476">
                  <a:moveTo>
                    <a:pt x="53424" y="642970"/>
                  </a:moveTo>
                  <a:lnTo>
                    <a:pt x="55981" y="645634"/>
                  </a:lnTo>
                  <a:lnTo>
                    <a:pt x="68402" y="658506"/>
                  </a:lnTo>
                  <a:lnTo>
                    <a:pt x="81130" y="669430"/>
                  </a:lnTo>
                  <a:lnTo>
                    <a:pt x="86629" y="674053"/>
                  </a:lnTo>
                  <a:lnTo>
                    <a:pt x="106279" y="687958"/>
                  </a:lnTo>
                  <a:lnTo>
                    <a:pt x="108675" y="689589"/>
                  </a:lnTo>
                  <a:lnTo>
                    <a:pt x="131429" y="702872"/>
                  </a:lnTo>
                  <a:lnTo>
                    <a:pt x="135502" y="705125"/>
                  </a:lnTo>
                  <a:lnTo>
                    <a:pt x="156579" y="715274"/>
                  </a:lnTo>
                  <a:lnTo>
                    <a:pt x="168646" y="720672"/>
                  </a:lnTo>
                  <a:lnTo>
                    <a:pt x="181728" y="725847"/>
                  </a:lnTo>
                  <a:lnTo>
                    <a:pt x="206877" y="734976"/>
                  </a:lnTo>
                  <a:lnTo>
                    <a:pt x="210517" y="736208"/>
                  </a:lnTo>
                  <a:lnTo>
                    <a:pt x="232026" y="742814"/>
                  </a:lnTo>
                  <a:lnTo>
                    <a:pt x="257175" y="749737"/>
                  </a:lnTo>
                  <a:lnTo>
                    <a:pt x="265132" y="751755"/>
                  </a:lnTo>
                  <a:lnTo>
                    <a:pt x="282326" y="755780"/>
                  </a:lnTo>
                  <a:lnTo>
                    <a:pt x="307475" y="761107"/>
                  </a:lnTo>
                  <a:lnTo>
                    <a:pt x="332624" y="765835"/>
                  </a:lnTo>
                  <a:lnTo>
                    <a:pt x="341122" y="767291"/>
                  </a:lnTo>
                  <a:lnTo>
                    <a:pt x="357773" y="770001"/>
                  </a:lnTo>
                  <a:lnTo>
                    <a:pt x="382922" y="773662"/>
                  </a:lnTo>
                  <a:lnTo>
                    <a:pt x="408072" y="776889"/>
                  </a:lnTo>
                  <a:lnTo>
                    <a:pt x="433222" y="779717"/>
                  </a:lnTo>
                  <a:lnTo>
                    <a:pt x="458371" y="782169"/>
                  </a:lnTo>
                  <a:lnTo>
                    <a:pt x="466139" y="782826"/>
                  </a:lnTo>
                  <a:lnTo>
                    <a:pt x="483526" y="784281"/>
                  </a:lnTo>
                  <a:lnTo>
                    <a:pt x="508672" y="786076"/>
                  </a:lnTo>
                  <a:lnTo>
                    <a:pt x="533817" y="787543"/>
                  </a:lnTo>
                  <a:lnTo>
                    <a:pt x="558963" y="788716"/>
                  </a:lnTo>
                  <a:lnTo>
                    <a:pt x="584120" y="789585"/>
                  </a:lnTo>
                  <a:lnTo>
                    <a:pt x="609266" y="790183"/>
                  </a:lnTo>
                  <a:lnTo>
                    <a:pt x="634412" y="790477"/>
                  </a:lnTo>
                  <a:lnTo>
                    <a:pt x="659569" y="790477"/>
                  </a:lnTo>
                  <a:lnTo>
                    <a:pt x="684715" y="790172"/>
                  </a:lnTo>
                  <a:lnTo>
                    <a:pt x="709860" y="789550"/>
                  </a:lnTo>
                  <a:lnTo>
                    <a:pt x="735018" y="788576"/>
                  </a:lnTo>
                  <a:lnTo>
                    <a:pt x="760163" y="787238"/>
                  </a:lnTo>
                  <a:lnTo>
                    <a:pt x="785309" y="785501"/>
                  </a:lnTo>
                  <a:lnTo>
                    <a:pt x="810466" y="783319"/>
                  </a:lnTo>
                  <a:lnTo>
                    <a:pt x="815207" y="782826"/>
                  </a:lnTo>
                  <a:lnTo>
                    <a:pt x="835612" y="780515"/>
                  </a:lnTo>
                  <a:lnTo>
                    <a:pt x="860758" y="777065"/>
                  </a:lnTo>
                  <a:lnTo>
                    <a:pt x="885915" y="772911"/>
                  </a:lnTo>
                  <a:lnTo>
                    <a:pt x="911061" y="767948"/>
                  </a:lnTo>
                  <a:lnTo>
                    <a:pt x="914029" y="767291"/>
                  </a:lnTo>
                  <a:lnTo>
                    <a:pt x="936206" y="761482"/>
                  </a:lnTo>
                  <a:lnTo>
                    <a:pt x="961364" y="753667"/>
                  </a:lnTo>
                  <a:lnTo>
                    <a:pt x="966867" y="751755"/>
                  </a:lnTo>
                  <a:lnTo>
                    <a:pt x="986509" y="743283"/>
                  </a:lnTo>
                  <a:lnTo>
                    <a:pt x="1000930" y="736208"/>
                  </a:lnTo>
                  <a:lnTo>
                    <a:pt x="1011655" y="729449"/>
                  </a:lnTo>
                  <a:lnTo>
                    <a:pt x="1024398" y="720672"/>
                  </a:lnTo>
                  <a:lnTo>
                    <a:pt x="1036812" y="709208"/>
                  </a:lnTo>
                  <a:lnTo>
                    <a:pt x="1040978" y="705125"/>
                  </a:lnTo>
                  <a:lnTo>
                    <a:pt x="1052876" y="689589"/>
                  </a:lnTo>
                  <a:lnTo>
                    <a:pt x="1061172" y="674053"/>
                  </a:lnTo>
                  <a:lnTo>
                    <a:pt x="1061958" y="671941"/>
                  </a:lnTo>
                  <a:lnTo>
                    <a:pt x="1066968" y="658506"/>
                  </a:lnTo>
                  <a:lnTo>
                    <a:pt x="1070665" y="642970"/>
                  </a:lnTo>
                  <a:lnTo>
                    <a:pt x="1072671" y="627435"/>
                  </a:lnTo>
                  <a:lnTo>
                    <a:pt x="1073281" y="611887"/>
                  </a:lnTo>
                  <a:lnTo>
                    <a:pt x="1072753" y="596352"/>
                  </a:lnTo>
                  <a:lnTo>
                    <a:pt x="1071216" y="580804"/>
                  </a:lnTo>
                  <a:lnTo>
                    <a:pt x="1068822" y="565269"/>
                  </a:lnTo>
                  <a:lnTo>
                    <a:pt x="1065654" y="549733"/>
                  </a:lnTo>
                  <a:lnTo>
                    <a:pt x="1061958" y="534937"/>
                  </a:lnTo>
                  <a:lnTo>
                    <a:pt x="1061782" y="534186"/>
                  </a:lnTo>
                  <a:lnTo>
                    <a:pt x="1057476" y="518650"/>
                  </a:lnTo>
                  <a:lnTo>
                    <a:pt x="1052583" y="503103"/>
                  </a:lnTo>
                  <a:lnTo>
                    <a:pt x="1047138" y="487567"/>
                  </a:lnTo>
                  <a:lnTo>
                    <a:pt x="1041130" y="472032"/>
                  </a:lnTo>
                  <a:lnTo>
                    <a:pt x="1036812" y="461724"/>
                  </a:lnTo>
                  <a:lnTo>
                    <a:pt x="1034688" y="456489"/>
                  </a:lnTo>
                  <a:lnTo>
                    <a:pt x="1027965" y="440949"/>
                  </a:lnTo>
                  <a:lnTo>
                    <a:pt x="1020714" y="425408"/>
                  </a:lnTo>
                  <a:lnTo>
                    <a:pt x="1012946" y="409868"/>
                  </a:lnTo>
                  <a:lnTo>
                    <a:pt x="1011655" y="407399"/>
                  </a:lnTo>
                  <a:lnTo>
                    <a:pt x="1004978" y="394328"/>
                  </a:lnTo>
                  <a:lnTo>
                    <a:pt x="996553" y="378789"/>
                  </a:lnTo>
                  <a:lnTo>
                    <a:pt x="987589" y="363248"/>
                  </a:lnTo>
                  <a:lnTo>
                    <a:pt x="986509" y="361431"/>
                  </a:lnTo>
                  <a:lnTo>
                    <a:pt x="978436" y="347708"/>
                  </a:lnTo>
                  <a:lnTo>
                    <a:pt x="968768" y="332168"/>
                  </a:lnTo>
                  <a:lnTo>
                    <a:pt x="961364" y="320820"/>
                  </a:lnTo>
                  <a:lnTo>
                    <a:pt x="958630" y="316627"/>
                  </a:lnTo>
                  <a:lnTo>
                    <a:pt x="948198" y="301088"/>
                  </a:lnTo>
                  <a:lnTo>
                    <a:pt x="937157" y="285548"/>
                  </a:lnTo>
                  <a:lnTo>
                    <a:pt x="936206" y="284246"/>
                  </a:lnTo>
                  <a:lnTo>
                    <a:pt x="925810" y="270008"/>
                  </a:lnTo>
                  <a:lnTo>
                    <a:pt x="913853" y="254467"/>
                  </a:lnTo>
                  <a:lnTo>
                    <a:pt x="911061" y="250938"/>
                  </a:lnTo>
                  <a:lnTo>
                    <a:pt x="901439" y="238927"/>
                  </a:lnTo>
                  <a:lnTo>
                    <a:pt x="888414" y="223388"/>
                  </a:lnTo>
                  <a:lnTo>
                    <a:pt x="885915" y="220472"/>
                  </a:lnTo>
                  <a:lnTo>
                    <a:pt x="874827" y="207848"/>
                  </a:lnTo>
                  <a:lnTo>
                    <a:pt x="860758" y="192547"/>
                  </a:lnTo>
                  <a:lnTo>
                    <a:pt x="860535" y="192307"/>
                  </a:lnTo>
                  <a:lnTo>
                    <a:pt x="845551" y="176767"/>
                  </a:lnTo>
                  <a:lnTo>
                    <a:pt x="835612" y="166845"/>
                  </a:lnTo>
                  <a:lnTo>
                    <a:pt x="829733" y="161227"/>
                  </a:lnTo>
                  <a:lnTo>
                    <a:pt x="813024" y="145687"/>
                  </a:lnTo>
                  <a:lnTo>
                    <a:pt x="810466" y="143342"/>
                  </a:lnTo>
                  <a:lnTo>
                    <a:pt x="795224" y="130147"/>
                  </a:lnTo>
                  <a:lnTo>
                    <a:pt x="785309" y="121797"/>
                  </a:lnTo>
                  <a:lnTo>
                    <a:pt x="776204" y="114607"/>
                  </a:lnTo>
                  <a:lnTo>
                    <a:pt x="760163" y="102217"/>
                  </a:lnTo>
                  <a:lnTo>
                    <a:pt x="755751" y="99067"/>
                  </a:lnTo>
                  <a:lnTo>
                    <a:pt x="735018" y="84484"/>
                  </a:lnTo>
                  <a:lnTo>
                    <a:pt x="733528" y="83526"/>
                  </a:lnTo>
                  <a:lnTo>
                    <a:pt x="709860" y="68513"/>
                  </a:lnTo>
                  <a:lnTo>
                    <a:pt x="708945" y="67987"/>
                  </a:lnTo>
                  <a:lnTo>
                    <a:pt x="684715" y="54251"/>
                  </a:lnTo>
                  <a:lnTo>
                    <a:pt x="681101" y="52447"/>
                  </a:lnTo>
                  <a:lnTo>
                    <a:pt x="659569" y="41679"/>
                  </a:lnTo>
                  <a:lnTo>
                    <a:pt x="648492" y="36906"/>
                  </a:lnTo>
                  <a:lnTo>
                    <a:pt x="634412" y="30803"/>
                  </a:lnTo>
                  <a:lnTo>
                    <a:pt x="609266" y="21649"/>
                  </a:lnTo>
                  <a:lnTo>
                    <a:pt x="608327" y="21366"/>
                  </a:lnTo>
                  <a:lnTo>
                    <a:pt x="584120" y="14005"/>
                  </a:lnTo>
                  <a:lnTo>
                    <a:pt x="558963" y="8095"/>
                  </a:lnTo>
                  <a:lnTo>
                    <a:pt x="545575" y="5827"/>
                  </a:lnTo>
                  <a:lnTo>
                    <a:pt x="533817" y="3779"/>
                  </a:lnTo>
                  <a:lnTo>
                    <a:pt x="508672" y="1061"/>
                  </a:lnTo>
                  <a:lnTo>
                    <a:pt x="483526" y="0"/>
                  </a:lnTo>
                  <a:lnTo>
                    <a:pt x="458371" y="595"/>
                  </a:lnTo>
                  <a:lnTo>
                    <a:pt x="433222" y="2872"/>
                  </a:lnTo>
                  <a:lnTo>
                    <a:pt x="414613" y="5827"/>
                  </a:lnTo>
                  <a:lnTo>
                    <a:pt x="408072" y="6843"/>
                  </a:lnTo>
                  <a:lnTo>
                    <a:pt x="382922" y="12458"/>
                  </a:lnTo>
                  <a:lnTo>
                    <a:pt x="357773" y="19922"/>
                  </a:lnTo>
                  <a:lnTo>
                    <a:pt x="353827" y="21366"/>
                  </a:lnTo>
                  <a:lnTo>
                    <a:pt x="332624" y="29106"/>
                  </a:lnTo>
                  <a:lnTo>
                    <a:pt x="314951" y="36906"/>
                  </a:lnTo>
                  <a:lnTo>
                    <a:pt x="307475" y="40220"/>
                  </a:lnTo>
                  <a:lnTo>
                    <a:pt x="283916" y="52447"/>
                  </a:lnTo>
                  <a:lnTo>
                    <a:pt x="282326" y="53281"/>
                  </a:lnTo>
                  <a:lnTo>
                    <a:pt x="257781" y="67987"/>
                  </a:lnTo>
                  <a:lnTo>
                    <a:pt x="257175" y="68356"/>
                  </a:lnTo>
                  <a:lnTo>
                    <a:pt x="234937" y="83526"/>
                  </a:lnTo>
                  <a:lnTo>
                    <a:pt x="232026" y="85563"/>
                  </a:lnTo>
                  <a:lnTo>
                    <a:pt x="214454" y="99067"/>
                  </a:lnTo>
                  <a:lnTo>
                    <a:pt x="206877" y="105082"/>
                  </a:lnTo>
                  <a:lnTo>
                    <a:pt x="195782" y="114607"/>
                  </a:lnTo>
                  <a:lnTo>
                    <a:pt x="181728" y="127164"/>
                  </a:lnTo>
                  <a:lnTo>
                    <a:pt x="178596" y="130147"/>
                  </a:lnTo>
                  <a:lnTo>
                    <a:pt x="162773" y="145687"/>
                  </a:lnTo>
                  <a:lnTo>
                    <a:pt x="156579" y="152032"/>
                  </a:lnTo>
                  <a:lnTo>
                    <a:pt x="148038" y="161227"/>
                  </a:lnTo>
                  <a:lnTo>
                    <a:pt x="134303" y="176767"/>
                  </a:lnTo>
                  <a:lnTo>
                    <a:pt x="131429" y="180142"/>
                  </a:lnTo>
                  <a:lnTo>
                    <a:pt x="121437" y="192307"/>
                  </a:lnTo>
                  <a:lnTo>
                    <a:pt x="109416" y="207848"/>
                  </a:lnTo>
                  <a:lnTo>
                    <a:pt x="106279" y="212079"/>
                  </a:lnTo>
                  <a:lnTo>
                    <a:pt x="98095" y="223388"/>
                  </a:lnTo>
                  <a:lnTo>
                    <a:pt x="87509" y="238927"/>
                  </a:lnTo>
                  <a:lnTo>
                    <a:pt x="81130" y="248874"/>
                  </a:lnTo>
                  <a:lnTo>
                    <a:pt x="77584" y="254467"/>
                  </a:lnTo>
                  <a:lnTo>
                    <a:pt x="68234" y="270008"/>
                  </a:lnTo>
                  <a:lnTo>
                    <a:pt x="59579" y="285548"/>
                  </a:lnTo>
                  <a:lnTo>
                    <a:pt x="55981" y="292431"/>
                  </a:lnTo>
                  <a:lnTo>
                    <a:pt x="51446" y="301088"/>
                  </a:lnTo>
                  <a:lnTo>
                    <a:pt x="43860" y="316627"/>
                  </a:lnTo>
                  <a:lnTo>
                    <a:pt x="36919" y="332168"/>
                  </a:lnTo>
                  <a:lnTo>
                    <a:pt x="30832" y="347146"/>
                  </a:lnTo>
                  <a:lnTo>
                    <a:pt x="30599" y="347708"/>
                  </a:lnTo>
                  <a:lnTo>
                    <a:pt x="24662" y="363248"/>
                  </a:lnTo>
                  <a:lnTo>
                    <a:pt x="19357" y="378789"/>
                  </a:lnTo>
                  <a:lnTo>
                    <a:pt x="14681" y="394328"/>
                  </a:lnTo>
                  <a:lnTo>
                    <a:pt x="10636" y="409868"/>
                  </a:lnTo>
                  <a:lnTo>
                    <a:pt x="7226" y="425408"/>
                  </a:lnTo>
                  <a:lnTo>
                    <a:pt x="5682" y="434046"/>
                  </a:lnTo>
                  <a:lnTo>
                    <a:pt x="4400" y="440949"/>
                  </a:lnTo>
                  <a:lnTo>
                    <a:pt x="2192" y="456489"/>
                  </a:lnTo>
                  <a:lnTo>
                    <a:pt x="712" y="472032"/>
                  </a:lnTo>
                  <a:lnTo>
                    <a:pt x="0" y="487567"/>
                  </a:lnTo>
                  <a:lnTo>
                    <a:pt x="106" y="503103"/>
                  </a:lnTo>
                  <a:lnTo>
                    <a:pt x="1094" y="518650"/>
                  </a:lnTo>
                  <a:lnTo>
                    <a:pt x="3047" y="534186"/>
                  </a:lnTo>
                  <a:lnTo>
                    <a:pt x="5682" y="547750"/>
                  </a:lnTo>
                  <a:lnTo>
                    <a:pt x="6051" y="549733"/>
                  </a:lnTo>
                  <a:lnTo>
                    <a:pt x="10051" y="565269"/>
                  </a:lnTo>
                  <a:lnTo>
                    <a:pt x="15348" y="580804"/>
                  </a:lnTo>
                  <a:lnTo>
                    <a:pt x="22146" y="596352"/>
                  </a:lnTo>
                  <a:lnTo>
                    <a:pt x="30711" y="611887"/>
                  </a:lnTo>
                  <a:lnTo>
                    <a:pt x="30832" y="612075"/>
                  </a:lnTo>
                  <a:lnTo>
                    <a:pt x="40858" y="627435"/>
                  </a:lnTo>
                  <a:lnTo>
                    <a:pt x="53424" y="642970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CB8AC645-92EC-4DFA-731C-45B00F0F31F9}"/>
                </a:ext>
              </a:extLst>
            </p:cNvPr>
            <p:cNvSpPr/>
            <p:nvPr/>
          </p:nvSpPr>
          <p:spPr>
            <a:xfrm>
              <a:off x="7042834" y="3845763"/>
              <a:ext cx="848073" cy="618170"/>
            </a:xfrm>
            <a:custGeom>
              <a:avLst/>
              <a:gdLst>
                <a:gd name="csX0" fmla="*/ 35529 w 848073"/>
                <a:gd name="csY0" fmla="*/ 475124 h 618170"/>
                <a:gd name="csX1" fmla="*/ 45647 w 848073"/>
                <a:gd name="csY1" fmla="*/ 487620 h 618170"/>
                <a:gd name="csX2" fmla="*/ 48159 w 848073"/>
                <a:gd name="csY2" fmla="*/ 490671 h 618170"/>
                <a:gd name="csX3" fmla="*/ 63617 w 848073"/>
                <a:gd name="csY3" fmla="*/ 506206 h 618170"/>
                <a:gd name="csX4" fmla="*/ 70796 w 848073"/>
                <a:gd name="csY4" fmla="*/ 512226 h 618170"/>
                <a:gd name="csX5" fmla="*/ 82605 w 848073"/>
                <a:gd name="csY5" fmla="*/ 521742 h 618170"/>
                <a:gd name="csX6" fmla="*/ 95945 w 848073"/>
                <a:gd name="csY6" fmla="*/ 530824 h 618170"/>
                <a:gd name="csX7" fmla="*/ 105981 w 848073"/>
                <a:gd name="csY7" fmla="*/ 537289 h 618170"/>
                <a:gd name="csX8" fmla="*/ 121094 w 848073"/>
                <a:gd name="csY8" fmla="*/ 545632 h 618170"/>
                <a:gd name="csX9" fmla="*/ 135050 w 848073"/>
                <a:gd name="csY9" fmla="*/ 552825 h 618170"/>
                <a:gd name="csX10" fmla="*/ 146244 w 848073"/>
                <a:gd name="csY10" fmla="*/ 557847 h 618170"/>
                <a:gd name="csX11" fmla="*/ 171394 w 848073"/>
                <a:gd name="csY11" fmla="*/ 568197 h 618170"/>
                <a:gd name="csX12" fmla="*/ 171838 w 848073"/>
                <a:gd name="csY12" fmla="*/ 568361 h 618170"/>
                <a:gd name="csX13" fmla="*/ 196543 w 848073"/>
                <a:gd name="csY13" fmla="*/ 576750 h 618170"/>
                <a:gd name="csX14" fmla="*/ 220239 w 848073"/>
                <a:gd name="csY14" fmla="*/ 583908 h 618170"/>
                <a:gd name="csX15" fmla="*/ 221692 w 848073"/>
                <a:gd name="csY15" fmla="*/ 584307 h 618170"/>
                <a:gd name="csX16" fmla="*/ 246841 w 848073"/>
                <a:gd name="csY16" fmla="*/ 590596 h 618170"/>
                <a:gd name="csX17" fmla="*/ 271991 w 848073"/>
                <a:gd name="csY17" fmla="*/ 596147 h 618170"/>
                <a:gd name="csX18" fmla="*/ 288903 w 848073"/>
                <a:gd name="csY18" fmla="*/ 599444 h 618170"/>
                <a:gd name="csX19" fmla="*/ 297140 w 848073"/>
                <a:gd name="csY19" fmla="*/ 600934 h 618170"/>
                <a:gd name="csX20" fmla="*/ 322290 w 848073"/>
                <a:gd name="csY20" fmla="*/ 604935 h 618170"/>
                <a:gd name="csX21" fmla="*/ 347439 w 848073"/>
                <a:gd name="csY21" fmla="*/ 608373 h 618170"/>
                <a:gd name="csX22" fmla="*/ 372594 w 848073"/>
                <a:gd name="csY22" fmla="*/ 611271 h 618170"/>
                <a:gd name="csX23" fmla="*/ 397740 w 848073"/>
                <a:gd name="csY23" fmla="*/ 613665 h 618170"/>
                <a:gd name="csX24" fmla="*/ 415141 w 848073"/>
                <a:gd name="csY24" fmla="*/ 614991 h 618170"/>
                <a:gd name="csX25" fmla="*/ 422886 w 848073"/>
                <a:gd name="csY25" fmla="*/ 615543 h 618170"/>
                <a:gd name="csX26" fmla="*/ 448031 w 848073"/>
                <a:gd name="csY26" fmla="*/ 616892 h 618170"/>
                <a:gd name="csX27" fmla="*/ 473189 w 848073"/>
                <a:gd name="csY27" fmla="*/ 617760 h 618170"/>
                <a:gd name="csX28" fmla="*/ 498334 w 848073"/>
                <a:gd name="csY28" fmla="*/ 618171 h 618170"/>
                <a:gd name="csX29" fmla="*/ 523480 w 848073"/>
                <a:gd name="csY29" fmla="*/ 618100 h 618170"/>
                <a:gd name="csX30" fmla="*/ 548637 w 848073"/>
                <a:gd name="csY30" fmla="*/ 617526 h 618170"/>
                <a:gd name="csX31" fmla="*/ 573783 w 848073"/>
                <a:gd name="csY31" fmla="*/ 616423 h 618170"/>
                <a:gd name="csX32" fmla="*/ 595420 w 848073"/>
                <a:gd name="csY32" fmla="*/ 614991 h 618170"/>
                <a:gd name="csX33" fmla="*/ 598929 w 848073"/>
                <a:gd name="csY33" fmla="*/ 614733 h 618170"/>
                <a:gd name="csX34" fmla="*/ 624086 w 848073"/>
                <a:gd name="csY34" fmla="*/ 612245 h 618170"/>
                <a:gd name="csX35" fmla="*/ 649232 w 848073"/>
                <a:gd name="csY35" fmla="*/ 608995 h 618170"/>
                <a:gd name="csX36" fmla="*/ 674377 w 848073"/>
                <a:gd name="csY36" fmla="*/ 604888 h 618170"/>
                <a:gd name="csX37" fmla="*/ 699535 w 848073"/>
                <a:gd name="csY37" fmla="*/ 599796 h 618170"/>
                <a:gd name="csX38" fmla="*/ 701025 w 848073"/>
                <a:gd name="csY38" fmla="*/ 599444 h 618170"/>
                <a:gd name="csX39" fmla="*/ 724680 w 848073"/>
                <a:gd name="csY39" fmla="*/ 592884 h 618170"/>
                <a:gd name="csX40" fmla="*/ 749826 w 848073"/>
                <a:gd name="csY40" fmla="*/ 584413 h 618170"/>
                <a:gd name="csX41" fmla="*/ 751152 w 848073"/>
                <a:gd name="csY41" fmla="*/ 583908 h 618170"/>
                <a:gd name="csX42" fmla="*/ 774983 w 848073"/>
                <a:gd name="csY42" fmla="*/ 572667 h 618170"/>
                <a:gd name="csX43" fmla="*/ 782962 w 848073"/>
                <a:gd name="csY43" fmla="*/ 568361 h 618170"/>
                <a:gd name="csX44" fmla="*/ 800129 w 848073"/>
                <a:gd name="csY44" fmla="*/ 556451 h 618170"/>
                <a:gd name="csX45" fmla="*/ 804869 w 848073"/>
                <a:gd name="csY45" fmla="*/ 552825 h 618170"/>
                <a:gd name="csX46" fmla="*/ 820323 w 848073"/>
                <a:gd name="csY46" fmla="*/ 537289 h 618170"/>
                <a:gd name="csX47" fmla="*/ 825275 w 848073"/>
                <a:gd name="csY47" fmla="*/ 530472 h 618170"/>
                <a:gd name="csX48" fmla="*/ 831282 w 848073"/>
                <a:gd name="csY48" fmla="*/ 521742 h 618170"/>
                <a:gd name="csX49" fmla="*/ 838898 w 848073"/>
                <a:gd name="csY49" fmla="*/ 506206 h 618170"/>
                <a:gd name="csX50" fmla="*/ 843908 w 848073"/>
                <a:gd name="csY50" fmla="*/ 490671 h 618170"/>
                <a:gd name="csX51" fmla="*/ 846841 w 848073"/>
                <a:gd name="csY51" fmla="*/ 475124 h 618170"/>
                <a:gd name="csX52" fmla="*/ 848073 w 848073"/>
                <a:gd name="csY52" fmla="*/ 459588 h 618170"/>
                <a:gd name="csX53" fmla="*/ 847897 w 848073"/>
                <a:gd name="csY53" fmla="*/ 444041 h 618170"/>
                <a:gd name="csX54" fmla="*/ 846513 w 848073"/>
                <a:gd name="csY54" fmla="*/ 428505 h 618170"/>
                <a:gd name="csX55" fmla="*/ 844060 w 848073"/>
                <a:gd name="csY55" fmla="*/ 412969 h 618170"/>
                <a:gd name="csX56" fmla="*/ 840658 w 848073"/>
                <a:gd name="csY56" fmla="*/ 397422 h 618170"/>
                <a:gd name="csX57" fmla="*/ 836398 w 848073"/>
                <a:gd name="csY57" fmla="*/ 381886 h 618170"/>
                <a:gd name="csX58" fmla="*/ 831341 w 848073"/>
                <a:gd name="csY58" fmla="*/ 366339 h 618170"/>
                <a:gd name="csX59" fmla="*/ 825521 w 848073"/>
                <a:gd name="csY59" fmla="*/ 350803 h 618170"/>
                <a:gd name="csX60" fmla="*/ 825275 w 848073"/>
                <a:gd name="csY60" fmla="*/ 350217 h 618170"/>
                <a:gd name="csX61" fmla="*/ 819103 w 848073"/>
                <a:gd name="csY61" fmla="*/ 335268 h 618170"/>
                <a:gd name="csX62" fmla="*/ 812015 w 848073"/>
                <a:gd name="csY62" fmla="*/ 319725 h 618170"/>
                <a:gd name="csX63" fmla="*/ 804247 w 848073"/>
                <a:gd name="csY63" fmla="*/ 304185 h 618170"/>
                <a:gd name="csX64" fmla="*/ 800129 w 848073"/>
                <a:gd name="csY64" fmla="*/ 296536 h 618170"/>
                <a:gd name="csX65" fmla="*/ 795869 w 848073"/>
                <a:gd name="csY65" fmla="*/ 288644 h 618170"/>
                <a:gd name="csX66" fmla="*/ 786905 w 848073"/>
                <a:gd name="csY66" fmla="*/ 273104 h 618170"/>
                <a:gd name="csX67" fmla="*/ 777271 w 848073"/>
                <a:gd name="csY67" fmla="*/ 257564 h 618170"/>
                <a:gd name="csX68" fmla="*/ 774983 w 848073"/>
                <a:gd name="csY68" fmla="*/ 254043 h 618170"/>
                <a:gd name="csX69" fmla="*/ 767039 w 848073"/>
                <a:gd name="csY69" fmla="*/ 242025 h 618170"/>
                <a:gd name="csX70" fmla="*/ 756139 w 848073"/>
                <a:gd name="csY70" fmla="*/ 226484 h 618170"/>
                <a:gd name="csX71" fmla="*/ 749826 w 848073"/>
                <a:gd name="csY71" fmla="*/ 217921 h 618170"/>
                <a:gd name="csX72" fmla="*/ 744546 w 848073"/>
                <a:gd name="csY72" fmla="*/ 210944 h 618170"/>
                <a:gd name="csX73" fmla="*/ 732249 w 848073"/>
                <a:gd name="csY73" fmla="*/ 195404 h 618170"/>
                <a:gd name="csX74" fmla="*/ 724680 w 848073"/>
                <a:gd name="csY74" fmla="*/ 186269 h 618170"/>
                <a:gd name="csX75" fmla="*/ 719165 w 848073"/>
                <a:gd name="csY75" fmla="*/ 179864 h 618170"/>
                <a:gd name="csX76" fmla="*/ 705261 w 848073"/>
                <a:gd name="csY76" fmla="*/ 164324 h 618170"/>
                <a:gd name="csX77" fmla="*/ 699535 w 848073"/>
                <a:gd name="csY77" fmla="*/ 158161 h 618170"/>
                <a:gd name="csX78" fmla="*/ 690382 w 848073"/>
                <a:gd name="csY78" fmla="*/ 148784 h 618170"/>
                <a:gd name="csX79" fmla="*/ 674565 w 848073"/>
                <a:gd name="csY79" fmla="*/ 133244 h 618170"/>
                <a:gd name="csX80" fmla="*/ 674377 w 848073"/>
                <a:gd name="csY80" fmla="*/ 133069 h 618170"/>
                <a:gd name="csX81" fmla="*/ 657387 w 848073"/>
                <a:gd name="csY81" fmla="*/ 117703 h 618170"/>
                <a:gd name="csX82" fmla="*/ 649232 w 848073"/>
                <a:gd name="csY82" fmla="*/ 110580 h 618170"/>
                <a:gd name="csX83" fmla="*/ 638847 w 848073"/>
                <a:gd name="csY83" fmla="*/ 102163 h 618170"/>
                <a:gd name="csX84" fmla="*/ 624086 w 848073"/>
                <a:gd name="csY84" fmla="*/ 90522 h 618170"/>
                <a:gd name="csX85" fmla="*/ 618677 w 848073"/>
                <a:gd name="csY85" fmla="*/ 86624 h 618170"/>
                <a:gd name="csX86" fmla="*/ 598929 w 848073"/>
                <a:gd name="csY86" fmla="*/ 72701 h 618170"/>
                <a:gd name="csX87" fmla="*/ 596382 w 848073"/>
                <a:gd name="csY87" fmla="*/ 71084 h 618170"/>
                <a:gd name="csX88" fmla="*/ 573783 w 848073"/>
                <a:gd name="csY88" fmla="*/ 56975 h 618170"/>
                <a:gd name="csX89" fmla="*/ 571178 w 848073"/>
                <a:gd name="csY89" fmla="*/ 55543 h 618170"/>
                <a:gd name="csX90" fmla="*/ 548637 w 848073"/>
                <a:gd name="csY90" fmla="*/ 43250 h 618170"/>
                <a:gd name="csX91" fmla="*/ 541726 w 848073"/>
                <a:gd name="csY91" fmla="*/ 40003 h 618170"/>
                <a:gd name="csX92" fmla="*/ 523480 w 848073"/>
                <a:gd name="csY92" fmla="*/ 31470 h 618170"/>
                <a:gd name="csX93" fmla="*/ 505586 w 848073"/>
                <a:gd name="csY93" fmla="*/ 24463 h 618170"/>
                <a:gd name="csX94" fmla="*/ 498334 w 848073"/>
                <a:gd name="csY94" fmla="*/ 21621 h 618170"/>
                <a:gd name="csX95" fmla="*/ 473189 w 848073"/>
                <a:gd name="csY95" fmla="*/ 13610 h 618170"/>
                <a:gd name="csX96" fmla="*/ 453910 w 848073"/>
                <a:gd name="csY96" fmla="*/ 8924 h 618170"/>
                <a:gd name="csX97" fmla="*/ 448031 w 848073"/>
                <a:gd name="csY97" fmla="*/ 7477 h 618170"/>
                <a:gd name="csX98" fmla="*/ 422886 w 848073"/>
                <a:gd name="csY98" fmla="*/ 3127 h 618170"/>
                <a:gd name="csX99" fmla="*/ 397740 w 848073"/>
                <a:gd name="csY99" fmla="*/ 638 h 618170"/>
                <a:gd name="csX100" fmla="*/ 372594 w 848073"/>
                <a:gd name="csY100" fmla="*/ 0 h 618170"/>
                <a:gd name="csX101" fmla="*/ 347439 w 848073"/>
                <a:gd name="csY101" fmla="*/ 1227 h 618170"/>
                <a:gd name="csX102" fmla="*/ 322290 w 848073"/>
                <a:gd name="csY102" fmla="*/ 4367 h 618170"/>
                <a:gd name="csX103" fmla="*/ 299887 w 848073"/>
                <a:gd name="csY103" fmla="*/ 8924 h 618170"/>
                <a:gd name="csX104" fmla="*/ 297140 w 848073"/>
                <a:gd name="csY104" fmla="*/ 9480 h 618170"/>
                <a:gd name="csX105" fmla="*/ 271991 w 848073"/>
                <a:gd name="csY105" fmla="*/ 16545 h 618170"/>
                <a:gd name="csX106" fmla="*/ 250377 w 848073"/>
                <a:gd name="csY106" fmla="*/ 24463 h 618170"/>
                <a:gd name="csX107" fmla="*/ 246841 w 848073"/>
                <a:gd name="csY107" fmla="*/ 25772 h 618170"/>
                <a:gd name="csX108" fmla="*/ 221692 w 848073"/>
                <a:gd name="csY108" fmla="*/ 37179 h 618170"/>
                <a:gd name="csX109" fmla="*/ 216439 w 848073"/>
                <a:gd name="csY109" fmla="*/ 40003 h 618170"/>
                <a:gd name="csX110" fmla="*/ 196543 w 848073"/>
                <a:gd name="csY110" fmla="*/ 50961 h 618170"/>
                <a:gd name="csX111" fmla="*/ 189336 w 848073"/>
                <a:gd name="csY111" fmla="*/ 55543 h 618170"/>
                <a:gd name="csX112" fmla="*/ 171394 w 848073"/>
                <a:gd name="csY112" fmla="*/ 67330 h 618170"/>
                <a:gd name="csX113" fmla="*/ 166323 w 848073"/>
                <a:gd name="csY113" fmla="*/ 71084 h 618170"/>
                <a:gd name="csX114" fmla="*/ 146244 w 848073"/>
                <a:gd name="csY114" fmla="*/ 86575 h 618170"/>
                <a:gd name="csX115" fmla="*/ 146187 w 848073"/>
                <a:gd name="csY115" fmla="*/ 86624 h 618170"/>
                <a:gd name="csX116" fmla="*/ 128551 w 848073"/>
                <a:gd name="csY116" fmla="*/ 102163 h 618170"/>
                <a:gd name="csX117" fmla="*/ 121094 w 848073"/>
                <a:gd name="csY117" fmla="*/ 109106 h 618170"/>
                <a:gd name="csX118" fmla="*/ 112565 w 848073"/>
                <a:gd name="csY118" fmla="*/ 117703 h 618170"/>
                <a:gd name="csX119" fmla="*/ 98046 w 848073"/>
                <a:gd name="csY119" fmla="*/ 133244 h 618170"/>
                <a:gd name="csX120" fmla="*/ 95945 w 848073"/>
                <a:gd name="csY120" fmla="*/ 135607 h 618170"/>
                <a:gd name="csX121" fmla="*/ 84939 w 848073"/>
                <a:gd name="csY121" fmla="*/ 148784 h 618170"/>
                <a:gd name="csX122" fmla="*/ 72913 w 848073"/>
                <a:gd name="csY122" fmla="*/ 164324 h 618170"/>
                <a:gd name="csX123" fmla="*/ 70796 w 848073"/>
                <a:gd name="csY123" fmla="*/ 167228 h 618170"/>
                <a:gd name="csX124" fmla="*/ 61999 w 848073"/>
                <a:gd name="csY124" fmla="*/ 179864 h 618170"/>
                <a:gd name="csX125" fmla="*/ 52045 w 848073"/>
                <a:gd name="csY125" fmla="*/ 195404 h 618170"/>
                <a:gd name="csX126" fmla="*/ 45647 w 848073"/>
                <a:gd name="csY126" fmla="*/ 206299 h 618170"/>
                <a:gd name="csX127" fmla="*/ 43000 w 848073"/>
                <a:gd name="csY127" fmla="*/ 210944 h 618170"/>
                <a:gd name="csX128" fmla="*/ 34846 w 848073"/>
                <a:gd name="csY128" fmla="*/ 226484 h 618170"/>
                <a:gd name="csX129" fmla="*/ 27548 w 848073"/>
                <a:gd name="csY129" fmla="*/ 242025 h 618170"/>
                <a:gd name="csX130" fmla="*/ 21096 w 848073"/>
                <a:gd name="csY130" fmla="*/ 257564 h 618170"/>
                <a:gd name="csX131" fmla="*/ 20497 w 848073"/>
                <a:gd name="csY131" fmla="*/ 259194 h 618170"/>
                <a:gd name="csX132" fmla="*/ 15439 w 848073"/>
                <a:gd name="csY132" fmla="*/ 273104 h 618170"/>
                <a:gd name="csX133" fmla="*/ 10626 w 848073"/>
                <a:gd name="csY133" fmla="*/ 288644 h 618170"/>
                <a:gd name="csX134" fmla="*/ 6672 w 848073"/>
                <a:gd name="csY134" fmla="*/ 304185 h 618170"/>
                <a:gd name="csX135" fmla="*/ 3598 w 848073"/>
                <a:gd name="csY135" fmla="*/ 319725 h 618170"/>
                <a:gd name="csX136" fmla="*/ 1431 w 848073"/>
                <a:gd name="csY136" fmla="*/ 335268 h 618170"/>
                <a:gd name="csX137" fmla="*/ 214 w 848073"/>
                <a:gd name="csY137" fmla="*/ 350803 h 618170"/>
                <a:gd name="csX138" fmla="*/ 0 w 848073"/>
                <a:gd name="csY138" fmla="*/ 366339 h 618170"/>
                <a:gd name="csX139" fmla="*/ 859 w 848073"/>
                <a:gd name="csY139" fmla="*/ 381886 h 618170"/>
                <a:gd name="csX140" fmla="*/ 2882 w 848073"/>
                <a:gd name="csY140" fmla="*/ 397422 h 618170"/>
                <a:gd name="csX141" fmla="*/ 6184 w 848073"/>
                <a:gd name="csY141" fmla="*/ 412969 h 618170"/>
                <a:gd name="csX142" fmla="*/ 10914 w 848073"/>
                <a:gd name="csY142" fmla="*/ 428505 h 618170"/>
                <a:gd name="csX143" fmla="*/ 17258 w 848073"/>
                <a:gd name="csY143" fmla="*/ 444041 h 618170"/>
                <a:gd name="csX144" fmla="*/ 20497 w 848073"/>
                <a:gd name="csY144" fmla="*/ 450260 h 618170"/>
                <a:gd name="csX145" fmla="*/ 25367 w 848073"/>
                <a:gd name="csY145" fmla="*/ 459588 h 618170"/>
                <a:gd name="csX146" fmla="*/ 35529 w 848073"/>
                <a:gd name="csY146" fmla="*/ 475124 h 618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</a:cxnLst>
              <a:rect l="l" t="t" r="r" b="b"/>
              <a:pathLst>
                <a:path w="848073" h="618170">
                  <a:moveTo>
                    <a:pt x="35529" y="475124"/>
                  </a:moveTo>
                  <a:lnTo>
                    <a:pt x="45647" y="487620"/>
                  </a:lnTo>
                  <a:lnTo>
                    <a:pt x="48159" y="490671"/>
                  </a:lnTo>
                  <a:lnTo>
                    <a:pt x="63617" y="506206"/>
                  </a:lnTo>
                  <a:lnTo>
                    <a:pt x="70796" y="512226"/>
                  </a:lnTo>
                  <a:lnTo>
                    <a:pt x="82605" y="521742"/>
                  </a:lnTo>
                  <a:lnTo>
                    <a:pt x="95945" y="530824"/>
                  </a:lnTo>
                  <a:lnTo>
                    <a:pt x="105981" y="537289"/>
                  </a:lnTo>
                  <a:lnTo>
                    <a:pt x="121094" y="545632"/>
                  </a:lnTo>
                  <a:lnTo>
                    <a:pt x="135050" y="552825"/>
                  </a:lnTo>
                  <a:lnTo>
                    <a:pt x="146244" y="557847"/>
                  </a:lnTo>
                  <a:lnTo>
                    <a:pt x="171394" y="568197"/>
                  </a:lnTo>
                  <a:lnTo>
                    <a:pt x="171838" y="568361"/>
                  </a:lnTo>
                  <a:lnTo>
                    <a:pt x="196543" y="576750"/>
                  </a:lnTo>
                  <a:lnTo>
                    <a:pt x="220239" y="583908"/>
                  </a:lnTo>
                  <a:lnTo>
                    <a:pt x="221692" y="584307"/>
                  </a:lnTo>
                  <a:lnTo>
                    <a:pt x="246841" y="590596"/>
                  </a:lnTo>
                  <a:lnTo>
                    <a:pt x="271991" y="596147"/>
                  </a:lnTo>
                  <a:lnTo>
                    <a:pt x="288903" y="599444"/>
                  </a:lnTo>
                  <a:lnTo>
                    <a:pt x="297140" y="600934"/>
                  </a:lnTo>
                  <a:lnTo>
                    <a:pt x="322290" y="604935"/>
                  </a:lnTo>
                  <a:lnTo>
                    <a:pt x="347439" y="608373"/>
                  </a:lnTo>
                  <a:lnTo>
                    <a:pt x="372594" y="611271"/>
                  </a:lnTo>
                  <a:lnTo>
                    <a:pt x="397740" y="613665"/>
                  </a:lnTo>
                  <a:lnTo>
                    <a:pt x="415141" y="614991"/>
                  </a:lnTo>
                  <a:lnTo>
                    <a:pt x="422886" y="615543"/>
                  </a:lnTo>
                  <a:lnTo>
                    <a:pt x="448031" y="616892"/>
                  </a:lnTo>
                  <a:lnTo>
                    <a:pt x="473189" y="617760"/>
                  </a:lnTo>
                  <a:lnTo>
                    <a:pt x="498334" y="618171"/>
                  </a:lnTo>
                  <a:lnTo>
                    <a:pt x="523480" y="618100"/>
                  </a:lnTo>
                  <a:lnTo>
                    <a:pt x="548637" y="617526"/>
                  </a:lnTo>
                  <a:lnTo>
                    <a:pt x="573783" y="616423"/>
                  </a:lnTo>
                  <a:lnTo>
                    <a:pt x="595420" y="614991"/>
                  </a:lnTo>
                  <a:lnTo>
                    <a:pt x="598929" y="614733"/>
                  </a:lnTo>
                  <a:lnTo>
                    <a:pt x="624086" y="612245"/>
                  </a:lnTo>
                  <a:lnTo>
                    <a:pt x="649232" y="608995"/>
                  </a:lnTo>
                  <a:lnTo>
                    <a:pt x="674377" y="604888"/>
                  </a:lnTo>
                  <a:lnTo>
                    <a:pt x="699535" y="599796"/>
                  </a:lnTo>
                  <a:lnTo>
                    <a:pt x="701025" y="599444"/>
                  </a:lnTo>
                  <a:lnTo>
                    <a:pt x="724680" y="592884"/>
                  </a:lnTo>
                  <a:lnTo>
                    <a:pt x="749826" y="584413"/>
                  </a:lnTo>
                  <a:lnTo>
                    <a:pt x="751152" y="583908"/>
                  </a:lnTo>
                  <a:lnTo>
                    <a:pt x="774983" y="572667"/>
                  </a:lnTo>
                  <a:lnTo>
                    <a:pt x="782962" y="568361"/>
                  </a:lnTo>
                  <a:lnTo>
                    <a:pt x="800129" y="556451"/>
                  </a:lnTo>
                  <a:lnTo>
                    <a:pt x="804869" y="552825"/>
                  </a:lnTo>
                  <a:lnTo>
                    <a:pt x="820323" y="537289"/>
                  </a:lnTo>
                  <a:lnTo>
                    <a:pt x="825275" y="530472"/>
                  </a:lnTo>
                  <a:lnTo>
                    <a:pt x="831282" y="521742"/>
                  </a:lnTo>
                  <a:lnTo>
                    <a:pt x="838898" y="506206"/>
                  </a:lnTo>
                  <a:lnTo>
                    <a:pt x="843908" y="490671"/>
                  </a:lnTo>
                  <a:lnTo>
                    <a:pt x="846841" y="475124"/>
                  </a:lnTo>
                  <a:lnTo>
                    <a:pt x="848073" y="459588"/>
                  </a:lnTo>
                  <a:lnTo>
                    <a:pt x="847897" y="444041"/>
                  </a:lnTo>
                  <a:lnTo>
                    <a:pt x="846513" y="428505"/>
                  </a:lnTo>
                  <a:lnTo>
                    <a:pt x="844060" y="412969"/>
                  </a:lnTo>
                  <a:lnTo>
                    <a:pt x="840658" y="397422"/>
                  </a:lnTo>
                  <a:lnTo>
                    <a:pt x="836398" y="381886"/>
                  </a:lnTo>
                  <a:lnTo>
                    <a:pt x="831341" y="366339"/>
                  </a:lnTo>
                  <a:lnTo>
                    <a:pt x="825521" y="350803"/>
                  </a:lnTo>
                  <a:lnTo>
                    <a:pt x="825275" y="350217"/>
                  </a:lnTo>
                  <a:lnTo>
                    <a:pt x="819103" y="335268"/>
                  </a:lnTo>
                  <a:lnTo>
                    <a:pt x="812015" y="319725"/>
                  </a:lnTo>
                  <a:lnTo>
                    <a:pt x="804247" y="304185"/>
                  </a:lnTo>
                  <a:lnTo>
                    <a:pt x="800129" y="296536"/>
                  </a:lnTo>
                  <a:lnTo>
                    <a:pt x="795869" y="288644"/>
                  </a:lnTo>
                  <a:lnTo>
                    <a:pt x="786905" y="273104"/>
                  </a:lnTo>
                  <a:lnTo>
                    <a:pt x="777271" y="257564"/>
                  </a:lnTo>
                  <a:lnTo>
                    <a:pt x="774983" y="254043"/>
                  </a:lnTo>
                  <a:lnTo>
                    <a:pt x="767039" y="242025"/>
                  </a:lnTo>
                  <a:lnTo>
                    <a:pt x="756139" y="226484"/>
                  </a:lnTo>
                  <a:lnTo>
                    <a:pt x="749826" y="217921"/>
                  </a:lnTo>
                  <a:lnTo>
                    <a:pt x="744546" y="210944"/>
                  </a:lnTo>
                  <a:lnTo>
                    <a:pt x="732249" y="195404"/>
                  </a:lnTo>
                  <a:lnTo>
                    <a:pt x="724680" y="186269"/>
                  </a:lnTo>
                  <a:lnTo>
                    <a:pt x="719165" y="179864"/>
                  </a:lnTo>
                  <a:lnTo>
                    <a:pt x="705261" y="164324"/>
                  </a:lnTo>
                  <a:lnTo>
                    <a:pt x="699535" y="158161"/>
                  </a:lnTo>
                  <a:lnTo>
                    <a:pt x="690382" y="148784"/>
                  </a:lnTo>
                  <a:lnTo>
                    <a:pt x="674565" y="133244"/>
                  </a:lnTo>
                  <a:lnTo>
                    <a:pt x="674377" y="133069"/>
                  </a:lnTo>
                  <a:lnTo>
                    <a:pt x="657387" y="117703"/>
                  </a:lnTo>
                  <a:lnTo>
                    <a:pt x="649232" y="110580"/>
                  </a:lnTo>
                  <a:lnTo>
                    <a:pt x="638847" y="102163"/>
                  </a:lnTo>
                  <a:lnTo>
                    <a:pt x="624086" y="90522"/>
                  </a:lnTo>
                  <a:lnTo>
                    <a:pt x="618677" y="86624"/>
                  </a:lnTo>
                  <a:lnTo>
                    <a:pt x="598929" y="72701"/>
                  </a:lnTo>
                  <a:lnTo>
                    <a:pt x="596382" y="71084"/>
                  </a:lnTo>
                  <a:lnTo>
                    <a:pt x="573783" y="56975"/>
                  </a:lnTo>
                  <a:lnTo>
                    <a:pt x="571178" y="55543"/>
                  </a:lnTo>
                  <a:lnTo>
                    <a:pt x="548637" y="43250"/>
                  </a:lnTo>
                  <a:lnTo>
                    <a:pt x="541726" y="40003"/>
                  </a:lnTo>
                  <a:lnTo>
                    <a:pt x="523480" y="31470"/>
                  </a:lnTo>
                  <a:lnTo>
                    <a:pt x="505586" y="24463"/>
                  </a:lnTo>
                  <a:lnTo>
                    <a:pt x="498334" y="21621"/>
                  </a:lnTo>
                  <a:lnTo>
                    <a:pt x="473189" y="13610"/>
                  </a:lnTo>
                  <a:lnTo>
                    <a:pt x="453910" y="8924"/>
                  </a:lnTo>
                  <a:lnTo>
                    <a:pt x="448031" y="7477"/>
                  </a:lnTo>
                  <a:lnTo>
                    <a:pt x="422886" y="3127"/>
                  </a:lnTo>
                  <a:lnTo>
                    <a:pt x="397740" y="638"/>
                  </a:lnTo>
                  <a:lnTo>
                    <a:pt x="372594" y="0"/>
                  </a:lnTo>
                  <a:lnTo>
                    <a:pt x="347439" y="1227"/>
                  </a:lnTo>
                  <a:lnTo>
                    <a:pt x="322290" y="4367"/>
                  </a:lnTo>
                  <a:lnTo>
                    <a:pt x="299887" y="8924"/>
                  </a:lnTo>
                  <a:lnTo>
                    <a:pt x="297140" y="9480"/>
                  </a:lnTo>
                  <a:lnTo>
                    <a:pt x="271991" y="16545"/>
                  </a:lnTo>
                  <a:lnTo>
                    <a:pt x="250377" y="24463"/>
                  </a:lnTo>
                  <a:lnTo>
                    <a:pt x="246841" y="25772"/>
                  </a:lnTo>
                  <a:lnTo>
                    <a:pt x="221692" y="37179"/>
                  </a:lnTo>
                  <a:lnTo>
                    <a:pt x="216439" y="40003"/>
                  </a:lnTo>
                  <a:lnTo>
                    <a:pt x="196543" y="50961"/>
                  </a:lnTo>
                  <a:lnTo>
                    <a:pt x="189336" y="55543"/>
                  </a:lnTo>
                  <a:lnTo>
                    <a:pt x="171394" y="67330"/>
                  </a:lnTo>
                  <a:lnTo>
                    <a:pt x="166323" y="71084"/>
                  </a:lnTo>
                  <a:lnTo>
                    <a:pt x="146244" y="86575"/>
                  </a:lnTo>
                  <a:lnTo>
                    <a:pt x="146187" y="86624"/>
                  </a:lnTo>
                  <a:lnTo>
                    <a:pt x="128551" y="102163"/>
                  </a:lnTo>
                  <a:lnTo>
                    <a:pt x="121094" y="109106"/>
                  </a:lnTo>
                  <a:lnTo>
                    <a:pt x="112565" y="117703"/>
                  </a:lnTo>
                  <a:lnTo>
                    <a:pt x="98046" y="133244"/>
                  </a:lnTo>
                  <a:lnTo>
                    <a:pt x="95945" y="135607"/>
                  </a:lnTo>
                  <a:lnTo>
                    <a:pt x="84939" y="148784"/>
                  </a:lnTo>
                  <a:lnTo>
                    <a:pt x="72913" y="164324"/>
                  </a:lnTo>
                  <a:lnTo>
                    <a:pt x="70796" y="167228"/>
                  </a:lnTo>
                  <a:lnTo>
                    <a:pt x="61999" y="179864"/>
                  </a:lnTo>
                  <a:lnTo>
                    <a:pt x="52045" y="195404"/>
                  </a:lnTo>
                  <a:lnTo>
                    <a:pt x="45647" y="206299"/>
                  </a:lnTo>
                  <a:lnTo>
                    <a:pt x="43000" y="210944"/>
                  </a:lnTo>
                  <a:lnTo>
                    <a:pt x="34846" y="226484"/>
                  </a:lnTo>
                  <a:lnTo>
                    <a:pt x="27548" y="242025"/>
                  </a:lnTo>
                  <a:lnTo>
                    <a:pt x="21096" y="257564"/>
                  </a:lnTo>
                  <a:lnTo>
                    <a:pt x="20497" y="259194"/>
                  </a:lnTo>
                  <a:lnTo>
                    <a:pt x="15439" y="273104"/>
                  </a:lnTo>
                  <a:lnTo>
                    <a:pt x="10626" y="288644"/>
                  </a:lnTo>
                  <a:lnTo>
                    <a:pt x="6672" y="304185"/>
                  </a:lnTo>
                  <a:lnTo>
                    <a:pt x="3598" y="319725"/>
                  </a:lnTo>
                  <a:lnTo>
                    <a:pt x="1431" y="335268"/>
                  </a:lnTo>
                  <a:lnTo>
                    <a:pt x="214" y="350803"/>
                  </a:lnTo>
                  <a:lnTo>
                    <a:pt x="0" y="366339"/>
                  </a:lnTo>
                  <a:lnTo>
                    <a:pt x="859" y="381886"/>
                  </a:lnTo>
                  <a:lnTo>
                    <a:pt x="2882" y="397422"/>
                  </a:lnTo>
                  <a:lnTo>
                    <a:pt x="6184" y="412969"/>
                  </a:lnTo>
                  <a:lnTo>
                    <a:pt x="10914" y="428505"/>
                  </a:lnTo>
                  <a:lnTo>
                    <a:pt x="17258" y="444041"/>
                  </a:lnTo>
                  <a:lnTo>
                    <a:pt x="20497" y="450260"/>
                  </a:lnTo>
                  <a:lnTo>
                    <a:pt x="25367" y="459588"/>
                  </a:lnTo>
                  <a:lnTo>
                    <a:pt x="35529" y="47512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895E00A3-C3F6-421B-9E29-BD68DDA79C13}"/>
                </a:ext>
              </a:extLst>
            </p:cNvPr>
            <p:cNvSpPr/>
            <p:nvPr/>
          </p:nvSpPr>
          <p:spPr>
            <a:xfrm>
              <a:off x="7144290" y="3958742"/>
              <a:ext cx="642902" cy="464875"/>
            </a:xfrm>
            <a:custGeom>
              <a:avLst/>
              <a:gdLst>
                <a:gd name="csX0" fmla="*/ 19589 w 642902"/>
                <a:gd name="csY0" fmla="*/ 331062 h 464875"/>
                <a:gd name="csX1" fmla="*/ 19639 w 642902"/>
                <a:gd name="csY1" fmla="*/ 331144 h 464875"/>
                <a:gd name="csX2" fmla="*/ 29682 w 642902"/>
                <a:gd name="csY2" fmla="*/ 346610 h 464875"/>
                <a:gd name="csX3" fmla="*/ 42461 w 642902"/>
                <a:gd name="csY3" fmla="*/ 362145 h 464875"/>
                <a:gd name="csX4" fmla="*/ 44788 w 642902"/>
                <a:gd name="csY4" fmla="*/ 364469 h 464875"/>
                <a:gd name="csX5" fmla="*/ 58763 w 642902"/>
                <a:gd name="csY5" fmla="*/ 377693 h 464875"/>
                <a:gd name="csX6" fmla="*/ 69938 w 642902"/>
                <a:gd name="csY6" fmla="*/ 386423 h 464875"/>
                <a:gd name="csX7" fmla="*/ 79257 w 642902"/>
                <a:gd name="csY7" fmla="*/ 393228 h 464875"/>
                <a:gd name="csX8" fmla="*/ 95088 w 642902"/>
                <a:gd name="csY8" fmla="*/ 402967 h 464875"/>
                <a:gd name="csX9" fmla="*/ 105330 w 642902"/>
                <a:gd name="csY9" fmla="*/ 408764 h 464875"/>
                <a:gd name="csX10" fmla="*/ 120237 w 642902"/>
                <a:gd name="csY10" fmla="*/ 416004 h 464875"/>
                <a:gd name="csX11" fmla="*/ 139155 w 642902"/>
                <a:gd name="csY11" fmla="*/ 424311 h 464875"/>
                <a:gd name="csX12" fmla="*/ 145386 w 642902"/>
                <a:gd name="csY12" fmla="*/ 426693 h 464875"/>
                <a:gd name="csX13" fmla="*/ 170535 w 642902"/>
                <a:gd name="csY13" fmla="*/ 435341 h 464875"/>
                <a:gd name="csX14" fmla="*/ 185421 w 642902"/>
                <a:gd name="csY14" fmla="*/ 439847 h 464875"/>
                <a:gd name="csX15" fmla="*/ 195684 w 642902"/>
                <a:gd name="csY15" fmla="*/ 442604 h 464875"/>
                <a:gd name="csX16" fmla="*/ 220835 w 642902"/>
                <a:gd name="csY16" fmla="*/ 448506 h 464875"/>
                <a:gd name="csX17" fmla="*/ 245984 w 642902"/>
                <a:gd name="csY17" fmla="*/ 453505 h 464875"/>
                <a:gd name="csX18" fmla="*/ 257369 w 642902"/>
                <a:gd name="csY18" fmla="*/ 455382 h 464875"/>
                <a:gd name="csX19" fmla="*/ 271139 w 642902"/>
                <a:gd name="csY19" fmla="*/ 457448 h 464875"/>
                <a:gd name="csX20" fmla="*/ 296284 w 642902"/>
                <a:gd name="csY20" fmla="*/ 460463 h 464875"/>
                <a:gd name="csX21" fmla="*/ 321430 w 642902"/>
                <a:gd name="csY21" fmla="*/ 462704 h 464875"/>
                <a:gd name="csX22" fmla="*/ 346576 w 642902"/>
                <a:gd name="csY22" fmla="*/ 464183 h 464875"/>
                <a:gd name="csX23" fmla="*/ 371733 w 642902"/>
                <a:gd name="csY23" fmla="*/ 464875 h 464875"/>
                <a:gd name="csX24" fmla="*/ 396879 w 642902"/>
                <a:gd name="csY24" fmla="*/ 464758 h 464875"/>
                <a:gd name="csX25" fmla="*/ 422024 w 642902"/>
                <a:gd name="csY25" fmla="*/ 463796 h 464875"/>
                <a:gd name="csX26" fmla="*/ 447182 w 642902"/>
                <a:gd name="csY26" fmla="*/ 461907 h 464875"/>
                <a:gd name="csX27" fmla="*/ 472327 w 642902"/>
                <a:gd name="csY27" fmla="*/ 459008 h 464875"/>
                <a:gd name="csX28" fmla="*/ 495126 w 642902"/>
                <a:gd name="csY28" fmla="*/ 455382 h 464875"/>
                <a:gd name="csX29" fmla="*/ 497473 w 642902"/>
                <a:gd name="csY29" fmla="*/ 454948 h 464875"/>
                <a:gd name="csX30" fmla="*/ 522630 w 642902"/>
                <a:gd name="csY30" fmla="*/ 448976 h 464875"/>
                <a:gd name="csX31" fmla="*/ 547776 w 642902"/>
                <a:gd name="csY31" fmla="*/ 441337 h 464875"/>
                <a:gd name="csX32" fmla="*/ 551883 w 642902"/>
                <a:gd name="csY32" fmla="*/ 439847 h 464875"/>
                <a:gd name="csX33" fmla="*/ 572922 w 642902"/>
                <a:gd name="csY33" fmla="*/ 430413 h 464875"/>
                <a:gd name="csX34" fmla="*/ 584374 w 642902"/>
                <a:gd name="csY34" fmla="*/ 424311 h 464875"/>
                <a:gd name="csX35" fmla="*/ 598079 w 642902"/>
                <a:gd name="csY35" fmla="*/ 414889 h 464875"/>
                <a:gd name="csX36" fmla="*/ 605894 w 642902"/>
                <a:gd name="csY36" fmla="*/ 408764 h 464875"/>
                <a:gd name="csX37" fmla="*/ 620655 w 642902"/>
                <a:gd name="csY37" fmla="*/ 393228 h 464875"/>
                <a:gd name="csX38" fmla="*/ 623225 w 642902"/>
                <a:gd name="csY38" fmla="*/ 389474 h 464875"/>
                <a:gd name="csX39" fmla="*/ 630640 w 642902"/>
                <a:gd name="csY39" fmla="*/ 377693 h 464875"/>
                <a:gd name="csX40" fmla="*/ 637223 w 642902"/>
                <a:gd name="csY40" fmla="*/ 362145 h 464875"/>
                <a:gd name="csX41" fmla="*/ 641154 w 642902"/>
                <a:gd name="csY41" fmla="*/ 346610 h 464875"/>
                <a:gd name="csX42" fmla="*/ 642902 w 642902"/>
                <a:gd name="csY42" fmla="*/ 331062 h 464875"/>
                <a:gd name="csX43" fmla="*/ 642844 w 642902"/>
                <a:gd name="csY43" fmla="*/ 315527 h 464875"/>
                <a:gd name="csX44" fmla="*/ 641224 w 642902"/>
                <a:gd name="csY44" fmla="*/ 299991 h 464875"/>
                <a:gd name="csX45" fmla="*/ 638244 w 642902"/>
                <a:gd name="csY45" fmla="*/ 284444 h 464875"/>
                <a:gd name="csX46" fmla="*/ 634043 w 642902"/>
                <a:gd name="csY46" fmla="*/ 268908 h 464875"/>
                <a:gd name="csX47" fmla="*/ 628740 w 642902"/>
                <a:gd name="csY47" fmla="*/ 253361 h 464875"/>
                <a:gd name="csX48" fmla="*/ 623225 w 642902"/>
                <a:gd name="csY48" fmla="*/ 239808 h 464875"/>
                <a:gd name="csX49" fmla="*/ 622403 w 642902"/>
                <a:gd name="csY49" fmla="*/ 237825 h 464875"/>
                <a:gd name="csX50" fmla="*/ 614964 w 642902"/>
                <a:gd name="csY50" fmla="*/ 222290 h 464875"/>
                <a:gd name="csX51" fmla="*/ 606610 w 642902"/>
                <a:gd name="csY51" fmla="*/ 206747 h 464875"/>
                <a:gd name="csX52" fmla="*/ 598079 w 642902"/>
                <a:gd name="csY52" fmla="*/ 192409 h 464875"/>
                <a:gd name="csX53" fmla="*/ 597328 w 642902"/>
                <a:gd name="csY53" fmla="*/ 191207 h 464875"/>
                <a:gd name="csX54" fmla="*/ 586920 w 642902"/>
                <a:gd name="csY54" fmla="*/ 175666 h 464875"/>
                <a:gd name="csX55" fmla="*/ 575620 w 642902"/>
                <a:gd name="csY55" fmla="*/ 160126 h 464875"/>
                <a:gd name="csX56" fmla="*/ 572922 w 642902"/>
                <a:gd name="csY56" fmla="*/ 156638 h 464875"/>
                <a:gd name="csX57" fmla="*/ 563089 w 642902"/>
                <a:gd name="csY57" fmla="*/ 144586 h 464875"/>
                <a:gd name="csX58" fmla="*/ 549548 w 642902"/>
                <a:gd name="csY58" fmla="*/ 129047 h 464875"/>
                <a:gd name="csX59" fmla="*/ 547776 w 642902"/>
                <a:gd name="csY59" fmla="*/ 127109 h 464875"/>
                <a:gd name="csX60" fmla="*/ 534446 w 642902"/>
                <a:gd name="csY60" fmla="*/ 113506 h 464875"/>
                <a:gd name="csX61" fmla="*/ 522630 w 642902"/>
                <a:gd name="csY61" fmla="*/ 102060 h 464875"/>
                <a:gd name="csX62" fmla="*/ 518019 w 642902"/>
                <a:gd name="csY62" fmla="*/ 97966 h 464875"/>
                <a:gd name="csX63" fmla="*/ 499785 w 642902"/>
                <a:gd name="csY63" fmla="*/ 82426 h 464875"/>
                <a:gd name="csX64" fmla="*/ 497473 w 642902"/>
                <a:gd name="csY64" fmla="*/ 80524 h 464875"/>
                <a:gd name="csX65" fmla="*/ 479098 w 642902"/>
                <a:gd name="csY65" fmla="*/ 66885 h 464875"/>
                <a:gd name="csX66" fmla="*/ 472327 w 642902"/>
                <a:gd name="csY66" fmla="*/ 62025 h 464875"/>
                <a:gd name="csX67" fmla="*/ 455478 w 642902"/>
                <a:gd name="csY67" fmla="*/ 51346 h 464875"/>
                <a:gd name="csX68" fmla="*/ 447182 w 642902"/>
                <a:gd name="csY68" fmla="*/ 46217 h 464875"/>
                <a:gd name="csX69" fmla="*/ 427610 w 642902"/>
                <a:gd name="csY69" fmla="*/ 35806 h 464875"/>
                <a:gd name="csX70" fmla="*/ 422024 w 642902"/>
                <a:gd name="csY70" fmla="*/ 32895 h 464875"/>
                <a:gd name="csX71" fmla="*/ 396879 w 642902"/>
                <a:gd name="csY71" fmla="*/ 21919 h 464875"/>
                <a:gd name="csX72" fmla="*/ 392150 w 642902"/>
                <a:gd name="csY72" fmla="*/ 20266 h 464875"/>
                <a:gd name="csX73" fmla="*/ 371733 w 642902"/>
                <a:gd name="csY73" fmla="*/ 13183 h 464875"/>
                <a:gd name="csX74" fmla="*/ 346576 w 642902"/>
                <a:gd name="csY74" fmla="*/ 6648 h 464875"/>
                <a:gd name="csX75" fmla="*/ 335522 w 642902"/>
                <a:gd name="csY75" fmla="*/ 4725 h 464875"/>
                <a:gd name="csX76" fmla="*/ 321430 w 642902"/>
                <a:gd name="csY76" fmla="*/ 2267 h 464875"/>
                <a:gd name="csX77" fmla="*/ 296284 w 642902"/>
                <a:gd name="csY77" fmla="*/ 42 h 464875"/>
                <a:gd name="csX78" fmla="*/ 271139 w 642902"/>
                <a:gd name="csY78" fmla="*/ 0 h 464875"/>
                <a:gd name="csX79" fmla="*/ 245984 w 642902"/>
                <a:gd name="csY79" fmla="*/ 2186 h 464875"/>
                <a:gd name="csX80" fmla="*/ 231661 w 642902"/>
                <a:gd name="csY80" fmla="*/ 4725 h 464875"/>
                <a:gd name="csX81" fmla="*/ 220835 w 642902"/>
                <a:gd name="csY81" fmla="*/ 6675 h 464875"/>
                <a:gd name="csX82" fmla="*/ 195684 w 642902"/>
                <a:gd name="csY82" fmla="*/ 13583 h 464875"/>
                <a:gd name="csX83" fmla="*/ 177832 w 642902"/>
                <a:gd name="csY83" fmla="*/ 20266 h 464875"/>
                <a:gd name="csX84" fmla="*/ 170535 w 642902"/>
                <a:gd name="csY84" fmla="*/ 23084 h 464875"/>
                <a:gd name="csX85" fmla="*/ 145386 w 642902"/>
                <a:gd name="csY85" fmla="*/ 35414 h 464875"/>
                <a:gd name="csX86" fmla="*/ 144722 w 642902"/>
                <a:gd name="csY86" fmla="*/ 35806 h 464875"/>
                <a:gd name="csX87" fmla="*/ 120237 w 642902"/>
                <a:gd name="csY87" fmla="*/ 50961 h 464875"/>
                <a:gd name="csX88" fmla="*/ 119704 w 642902"/>
                <a:gd name="csY88" fmla="*/ 51346 h 464875"/>
                <a:gd name="csX89" fmla="*/ 99322 w 642902"/>
                <a:gd name="csY89" fmla="*/ 66885 h 464875"/>
                <a:gd name="csX90" fmla="*/ 95088 w 642902"/>
                <a:gd name="csY90" fmla="*/ 70340 h 464875"/>
                <a:gd name="csX91" fmla="*/ 81997 w 642902"/>
                <a:gd name="csY91" fmla="*/ 82426 h 464875"/>
                <a:gd name="csX92" fmla="*/ 69938 w 642902"/>
                <a:gd name="csY92" fmla="*/ 94523 h 464875"/>
                <a:gd name="csX93" fmla="*/ 66835 w 642902"/>
                <a:gd name="csY93" fmla="*/ 97966 h 464875"/>
                <a:gd name="csX94" fmla="*/ 53880 w 642902"/>
                <a:gd name="csY94" fmla="*/ 113506 h 464875"/>
                <a:gd name="csX95" fmla="*/ 44788 w 642902"/>
                <a:gd name="csY95" fmla="*/ 125623 h 464875"/>
                <a:gd name="csX96" fmla="*/ 42412 w 642902"/>
                <a:gd name="csY96" fmla="*/ 129047 h 464875"/>
                <a:gd name="csX97" fmla="*/ 32649 w 642902"/>
                <a:gd name="csY97" fmla="*/ 144586 h 464875"/>
                <a:gd name="csX98" fmla="*/ 24126 w 642902"/>
                <a:gd name="csY98" fmla="*/ 160126 h 464875"/>
                <a:gd name="csX99" fmla="*/ 19639 w 642902"/>
                <a:gd name="csY99" fmla="*/ 169613 h 464875"/>
                <a:gd name="csX100" fmla="*/ 16928 w 642902"/>
                <a:gd name="csY100" fmla="*/ 175666 h 464875"/>
                <a:gd name="csX101" fmla="*/ 11066 w 642902"/>
                <a:gd name="csY101" fmla="*/ 191207 h 464875"/>
                <a:gd name="csX102" fmla="*/ 6405 w 642902"/>
                <a:gd name="csY102" fmla="*/ 206747 h 464875"/>
                <a:gd name="csX103" fmla="*/ 2977 w 642902"/>
                <a:gd name="csY103" fmla="*/ 222290 h 464875"/>
                <a:gd name="csX104" fmla="*/ 823 w 642902"/>
                <a:gd name="csY104" fmla="*/ 237825 h 464875"/>
                <a:gd name="csX105" fmla="*/ 0 w 642902"/>
                <a:gd name="csY105" fmla="*/ 253361 h 464875"/>
                <a:gd name="csX106" fmla="*/ 588 w 642902"/>
                <a:gd name="csY106" fmla="*/ 268908 h 464875"/>
                <a:gd name="csX107" fmla="*/ 2689 w 642902"/>
                <a:gd name="csY107" fmla="*/ 284444 h 464875"/>
                <a:gd name="csX108" fmla="*/ 6436 w 642902"/>
                <a:gd name="csY108" fmla="*/ 299991 h 464875"/>
                <a:gd name="csX109" fmla="*/ 11997 w 642902"/>
                <a:gd name="csY109" fmla="*/ 315527 h 464875"/>
                <a:gd name="csX110" fmla="*/ 19589 w 642902"/>
                <a:gd name="csY110" fmla="*/ 331062 h 464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</a:cxnLst>
              <a:rect l="l" t="t" r="r" b="b"/>
              <a:pathLst>
                <a:path w="642902" h="464875">
                  <a:moveTo>
                    <a:pt x="19589" y="331062"/>
                  </a:moveTo>
                  <a:lnTo>
                    <a:pt x="19639" y="331144"/>
                  </a:lnTo>
                  <a:lnTo>
                    <a:pt x="29682" y="346610"/>
                  </a:lnTo>
                  <a:lnTo>
                    <a:pt x="42461" y="362145"/>
                  </a:lnTo>
                  <a:lnTo>
                    <a:pt x="44788" y="364469"/>
                  </a:lnTo>
                  <a:lnTo>
                    <a:pt x="58763" y="377693"/>
                  </a:lnTo>
                  <a:lnTo>
                    <a:pt x="69938" y="386423"/>
                  </a:lnTo>
                  <a:lnTo>
                    <a:pt x="79257" y="393228"/>
                  </a:lnTo>
                  <a:lnTo>
                    <a:pt x="95088" y="402967"/>
                  </a:lnTo>
                  <a:lnTo>
                    <a:pt x="105330" y="408764"/>
                  </a:lnTo>
                  <a:lnTo>
                    <a:pt x="120237" y="416004"/>
                  </a:lnTo>
                  <a:lnTo>
                    <a:pt x="139155" y="424311"/>
                  </a:lnTo>
                  <a:lnTo>
                    <a:pt x="145386" y="426693"/>
                  </a:lnTo>
                  <a:lnTo>
                    <a:pt x="170535" y="435341"/>
                  </a:lnTo>
                  <a:lnTo>
                    <a:pt x="185421" y="439847"/>
                  </a:lnTo>
                  <a:lnTo>
                    <a:pt x="195684" y="442604"/>
                  </a:lnTo>
                  <a:lnTo>
                    <a:pt x="220835" y="448506"/>
                  </a:lnTo>
                  <a:lnTo>
                    <a:pt x="245984" y="453505"/>
                  </a:lnTo>
                  <a:lnTo>
                    <a:pt x="257369" y="455382"/>
                  </a:lnTo>
                  <a:lnTo>
                    <a:pt x="271139" y="457448"/>
                  </a:lnTo>
                  <a:lnTo>
                    <a:pt x="296284" y="460463"/>
                  </a:lnTo>
                  <a:lnTo>
                    <a:pt x="321430" y="462704"/>
                  </a:lnTo>
                  <a:lnTo>
                    <a:pt x="346576" y="464183"/>
                  </a:lnTo>
                  <a:lnTo>
                    <a:pt x="371733" y="464875"/>
                  </a:lnTo>
                  <a:lnTo>
                    <a:pt x="396879" y="464758"/>
                  </a:lnTo>
                  <a:lnTo>
                    <a:pt x="422024" y="463796"/>
                  </a:lnTo>
                  <a:lnTo>
                    <a:pt x="447182" y="461907"/>
                  </a:lnTo>
                  <a:lnTo>
                    <a:pt x="472327" y="459008"/>
                  </a:lnTo>
                  <a:lnTo>
                    <a:pt x="495126" y="455382"/>
                  </a:lnTo>
                  <a:lnTo>
                    <a:pt x="497473" y="454948"/>
                  </a:lnTo>
                  <a:lnTo>
                    <a:pt x="522630" y="448976"/>
                  </a:lnTo>
                  <a:lnTo>
                    <a:pt x="547776" y="441337"/>
                  </a:lnTo>
                  <a:lnTo>
                    <a:pt x="551883" y="439847"/>
                  </a:lnTo>
                  <a:lnTo>
                    <a:pt x="572922" y="430413"/>
                  </a:lnTo>
                  <a:lnTo>
                    <a:pt x="584374" y="424311"/>
                  </a:lnTo>
                  <a:lnTo>
                    <a:pt x="598079" y="414889"/>
                  </a:lnTo>
                  <a:lnTo>
                    <a:pt x="605894" y="408764"/>
                  </a:lnTo>
                  <a:lnTo>
                    <a:pt x="620655" y="393228"/>
                  </a:lnTo>
                  <a:lnTo>
                    <a:pt x="623225" y="389474"/>
                  </a:lnTo>
                  <a:lnTo>
                    <a:pt x="630640" y="377693"/>
                  </a:lnTo>
                  <a:lnTo>
                    <a:pt x="637223" y="362145"/>
                  </a:lnTo>
                  <a:lnTo>
                    <a:pt x="641154" y="346610"/>
                  </a:lnTo>
                  <a:lnTo>
                    <a:pt x="642902" y="331062"/>
                  </a:lnTo>
                  <a:lnTo>
                    <a:pt x="642844" y="315527"/>
                  </a:lnTo>
                  <a:lnTo>
                    <a:pt x="641224" y="299991"/>
                  </a:lnTo>
                  <a:lnTo>
                    <a:pt x="638244" y="284444"/>
                  </a:lnTo>
                  <a:lnTo>
                    <a:pt x="634043" y="268908"/>
                  </a:lnTo>
                  <a:lnTo>
                    <a:pt x="628740" y="253361"/>
                  </a:lnTo>
                  <a:lnTo>
                    <a:pt x="623225" y="239808"/>
                  </a:lnTo>
                  <a:lnTo>
                    <a:pt x="622403" y="237825"/>
                  </a:lnTo>
                  <a:lnTo>
                    <a:pt x="614964" y="222290"/>
                  </a:lnTo>
                  <a:lnTo>
                    <a:pt x="606610" y="206747"/>
                  </a:lnTo>
                  <a:lnTo>
                    <a:pt x="598079" y="192409"/>
                  </a:lnTo>
                  <a:lnTo>
                    <a:pt x="597328" y="191207"/>
                  </a:lnTo>
                  <a:lnTo>
                    <a:pt x="586920" y="175666"/>
                  </a:lnTo>
                  <a:lnTo>
                    <a:pt x="575620" y="160126"/>
                  </a:lnTo>
                  <a:lnTo>
                    <a:pt x="572922" y="156638"/>
                  </a:lnTo>
                  <a:lnTo>
                    <a:pt x="563089" y="144586"/>
                  </a:lnTo>
                  <a:lnTo>
                    <a:pt x="549548" y="129047"/>
                  </a:lnTo>
                  <a:lnTo>
                    <a:pt x="547776" y="127109"/>
                  </a:lnTo>
                  <a:lnTo>
                    <a:pt x="534446" y="113506"/>
                  </a:lnTo>
                  <a:lnTo>
                    <a:pt x="522630" y="102060"/>
                  </a:lnTo>
                  <a:lnTo>
                    <a:pt x="518019" y="97966"/>
                  </a:lnTo>
                  <a:lnTo>
                    <a:pt x="499785" y="82426"/>
                  </a:lnTo>
                  <a:lnTo>
                    <a:pt x="497473" y="80524"/>
                  </a:lnTo>
                  <a:lnTo>
                    <a:pt x="479098" y="66885"/>
                  </a:lnTo>
                  <a:lnTo>
                    <a:pt x="472327" y="62025"/>
                  </a:lnTo>
                  <a:lnTo>
                    <a:pt x="455478" y="51346"/>
                  </a:lnTo>
                  <a:lnTo>
                    <a:pt x="447182" y="46217"/>
                  </a:lnTo>
                  <a:lnTo>
                    <a:pt x="427610" y="35806"/>
                  </a:lnTo>
                  <a:lnTo>
                    <a:pt x="422024" y="32895"/>
                  </a:lnTo>
                  <a:lnTo>
                    <a:pt x="396879" y="21919"/>
                  </a:lnTo>
                  <a:lnTo>
                    <a:pt x="392150" y="20266"/>
                  </a:lnTo>
                  <a:lnTo>
                    <a:pt x="371733" y="13183"/>
                  </a:lnTo>
                  <a:lnTo>
                    <a:pt x="346576" y="6648"/>
                  </a:lnTo>
                  <a:lnTo>
                    <a:pt x="335522" y="4725"/>
                  </a:lnTo>
                  <a:lnTo>
                    <a:pt x="321430" y="2267"/>
                  </a:lnTo>
                  <a:lnTo>
                    <a:pt x="296284" y="42"/>
                  </a:lnTo>
                  <a:lnTo>
                    <a:pt x="271139" y="0"/>
                  </a:lnTo>
                  <a:lnTo>
                    <a:pt x="245984" y="2186"/>
                  </a:lnTo>
                  <a:lnTo>
                    <a:pt x="231661" y="4725"/>
                  </a:lnTo>
                  <a:lnTo>
                    <a:pt x="220835" y="6675"/>
                  </a:lnTo>
                  <a:lnTo>
                    <a:pt x="195684" y="13583"/>
                  </a:lnTo>
                  <a:lnTo>
                    <a:pt x="177832" y="20266"/>
                  </a:lnTo>
                  <a:lnTo>
                    <a:pt x="170535" y="23084"/>
                  </a:lnTo>
                  <a:lnTo>
                    <a:pt x="145386" y="35414"/>
                  </a:lnTo>
                  <a:lnTo>
                    <a:pt x="144722" y="35806"/>
                  </a:lnTo>
                  <a:lnTo>
                    <a:pt x="120237" y="50961"/>
                  </a:lnTo>
                  <a:lnTo>
                    <a:pt x="119704" y="51346"/>
                  </a:lnTo>
                  <a:lnTo>
                    <a:pt x="99322" y="66885"/>
                  </a:lnTo>
                  <a:lnTo>
                    <a:pt x="95088" y="70340"/>
                  </a:lnTo>
                  <a:lnTo>
                    <a:pt x="81997" y="82426"/>
                  </a:lnTo>
                  <a:lnTo>
                    <a:pt x="69938" y="94523"/>
                  </a:lnTo>
                  <a:lnTo>
                    <a:pt x="66835" y="97966"/>
                  </a:lnTo>
                  <a:lnTo>
                    <a:pt x="53880" y="113506"/>
                  </a:lnTo>
                  <a:lnTo>
                    <a:pt x="44788" y="125623"/>
                  </a:lnTo>
                  <a:lnTo>
                    <a:pt x="42412" y="129047"/>
                  </a:lnTo>
                  <a:lnTo>
                    <a:pt x="32649" y="144586"/>
                  </a:lnTo>
                  <a:lnTo>
                    <a:pt x="24126" y="160126"/>
                  </a:lnTo>
                  <a:lnTo>
                    <a:pt x="19639" y="169613"/>
                  </a:lnTo>
                  <a:lnTo>
                    <a:pt x="16928" y="175666"/>
                  </a:lnTo>
                  <a:lnTo>
                    <a:pt x="11066" y="191207"/>
                  </a:lnTo>
                  <a:lnTo>
                    <a:pt x="6405" y="206747"/>
                  </a:lnTo>
                  <a:lnTo>
                    <a:pt x="2977" y="222290"/>
                  </a:lnTo>
                  <a:lnTo>
                    <a:pt x="823" y="237825"/>
                  </a:lnTo>
                  <a:lnTo>
                    <a:pt x="0" y="253361"/>
                  </a:lnTo>
                  <a:lnTo>
                    <a:pt x="588" y="268908"/>
                  </a:lnTo>
                  <a:lnTo>
                    <a:pt x="2689" y="284444"/>
                  </a:lnTo>
                  <a:lnTo>
                    <a:pt x="6436" y="299991"/>
                  </a:lnTo>
                  <a:lnTo>
                    <a:pt x="11997" y="315527"/>
                  </a:lnTo>
                  <a:lnTo>
                    <a:pt x="19589" y="33106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4DC09405-E3DD-80A8-8734-02A4221CC7CF}"/>
                </a:ext>
              </a:extLst>
            </p:cNvPr>
            <p:cNvSpPr/>
            <p:nvPr/>
          </p:nvSpPr>
          <p:spPr>
            <a:xfrm>
              <a:off x="7255068" y="4068228"/>
              <a:ext cx="419819" cy="302293"/>
            </a:xfrm>
            <a:custGeom>
              <a:avLst/>
              <a:gdLst>
                <a:gd name="csX0" fmla="*/ 6370 w 419819"/>
                <a:gd name="csY0" fmla="*/ 190505 h 302293"/>
                <a:gd name="csX1" fmla="*/ 9459 w 419819"/>
                <a:gd name="csY1" fmla="*/ 197416 h 302293"/>
                <a:gd name="csX2" fmla="*/ 13631 w 419819"/>
                <a:gd name="csY2" fmla="*/ 206041 h 302293"/>
                <a:gd name="csX3" fmla="*/ 24169 w 419819"/>
                <a:gd name="csY3" fmla="*/ 221576 h 302293"/>
                <a:gd name="csX4" fmla="*/ 34608 w 419819"/>
                <a:gd name="csY4" fmla="*/ 233298 h 302293"/>
                <a:gd name="csX5" fmla="*/ 38381 w 419819"/>
                <a:gd name="csY5" fmla="*/ 237124 h 302293"/>
                <a:gd name="csX6" fmla="*/ 57693 w 419819"/>
                <a:gd name="csY6" fmla="*/ 252659 h 302293"/>
                <a:gd name="csX7" fmla="*/ 59757 w 419819"/>
                <a:gd name="csY7" fmla="*/ 254020 h 302293"/>
                <a:gd name="csX8" fmla="*/ 84138 w 419819"/>
                <a:gd name="csY8" fmla="*/ 268207 h 302293"/>
                <a:gd name="csX9" fmla="*/ 84906 w 419819"/>
                <a:gd name="csY9" fmla="*/ 268570 h 302293"/>
                <a:gd name="csX10" fmla="*/ 110056 w 419819"/>
                <a:gd name="csY10" fmla="*/ 279166 h 302293"/>
                <a:gd name="csX11" fmla="*/ 123045 w 419819"/>
                <a:gd name="csY11" fmla="*/ 283742 h 302293"/>
                <a:gd name="csX12" fmla="*/ 135206 w 419819"/>
                <a:gd name="csY12" fmla="*/ 287415 h 302293"/>
                <a:gd name="csX13" fmla="*/ 160361 w 419819"/>
                <a:gd name="csY13" fmla="*/ 293528 h 302293"/>
                <a:gd name="csX14" fmla="*/ 185506 w 419819"/>
                <a:gd name="csY14" fmla="*/ 298140 h 302293"/>
                <a:gd name="csX15" fmla="*/ 194799 w 419819"/>
                <a:gd name="csY15" fmla="*/ 299278 h 302293"/>
                <a:gd name="csX16" fmla="*/ 210652 w 419819"/>
                <a:gd name="csY16" fmla="*/ 300979 h 302293"/>
                <a:gd name="csX17" fmla="*/ 235798 w 419819"/>
                <a:gd name="csY17" fmla="*/ 302293 h 302293"/>
                <a:gd name="csX18" fmla="*/ 260955 w 419819"/>
                <a:gd name="csY18" fmla="*/ 302153 h 302293"/>
                <a:gd name="csX19" fmla="*/ 286101 w 419819"/>
                <a:gd name="csY19" fmla="*/ 300463 h 302293"/>
                <a:gd name="csX20" fmla="*/ 295030 w 419819"/>
                <a:gd name="csY20" fmla="*/ 299278 h 302293"/>
                <a:gd name="csX21" fmla="*/ 311246 w 419819"/>
                <a:gd name="csY21" fmla="*/ 296673 h 302293"/>
                <a:gd name="csX22" fmla="*/ 336404 w 419819"/>
                <a:gd name="csY22" fmla="*/ 290407 h 302293"/>
                <a:gd name="csX23" fmla="*/ 355565 w 419819"/>
                <a:gd name="csY23" fmla="*/ 283742 h 302293"/>
                <a:gd name="csX24" fmla="*/ 361549 w 419819"/>
                <a:gd name="csY24" fmla="*/ 281055 h 302293"/>
                <a:gd name="csX25" fmla="*/ 383738 w 419819"/>
                <a:gd name="csY25" fmla="*/ 268207 h 302293"/>
                <a:gd name="csX26" fmla="*/ 386695 w 419819"/>
                <a:gd name="csY26" fmla="*/ 265848 h 302293"/>
                <a:gd name="csX27" fmla="*/ 400435 w 419819"/>
                <a:gd name="csY27" fmla="*/ 252659 h 302293"/>
                <a:gd name="csX28" fmla="*/ 411207 w 419819"/>
                <a:gd name="csY28" fmla="*/ 237124 h 302293"/>
                <a:gd name="csX29" fmla="*/ 411852 w 419819"/>
                <a:gd name="csY29" fmla="*/ 235633 h 302293"/>
                <a:gd name="csX30" fmla="*/ 417109 w 419819"/>
                <a:gd name="csY30" fmla="*/ 221576 h 302293"/>
                <a:gd name="csX31" fmla="*/ 419784 w 419819"/>
                <a:gd name="csY31" fmla="*/ 206041 h 302293"/>
                <a:gd name="csX32" fmla="*/ 419820 w 419819"/>
                <a:gd name="csY32" fmla="*/ 190505 h 302293"/>
                <a:gd name="csX33" fmla="*/ 417625 w 419819"/>
                <a:gd name="csY33" fmla="*/ 174958 h 302293"/>
                <a:gd name="csX34" fmla="*/ 413472 w 419819"/>
                <a:gd name="csY34" fmla="*/ 159422 h 302293"/>
                <a:gd name="csX35" fmla="*/ 411852 w 419819"/>
                <a:gd name="csY35" fmla="*/ 155139 h 302293"/>
                <a:gd name="csX36" fmla="*/ 407241 w 419819"/>
                <a:gd name="csY36" fmla="*/ 143875 h 302293"/>
                <a:gd name="csX37" fmla="*/ 399215 w 419819"/>
                <a:gd name="csY37" fmla="*/ 128339 h 302293"/>
                <a:gd name="csX38" fmla="*/ 389652 w 419819"/>
                <a:gd name="csY38" fmla="*/ 112803 h 302293"/>
                <a:gd name="csX39" fmla="*/ 386695 w 419819"/>
                <a:gd name="csY39" fmla="*/ 108610 h 302293"/>
                <a:gd name="csX40" fmla="*/ 377883 w 419819"/>
                <a:gd name="csY40" fmla="*/ 97261 h 302293"/>
                <a:gd name="csX41" fmla="*/ 364365 w 419819"/>
                <a:gd name="csY41" fmla="*/ 81720 h 302293"/>
                <a:gd name="csX42" fmla="*/ 361549 w 419819"/>
                <a:gd name="csY42" fmla="*/ 78761 h 302293"/>
                <a:gd name="csX43" fmla="*/ 348020 w 419819"/>
                <a:gd name="csY43" fmla="*/ 66180 h 302293"/>
                <a:gd name="csX44" fmla="*/ 336404 w 419819"/>
                <a:gd name="csY44" fmla="*/ 56196 h 302293"/>
                <a:gd name="csX45" fmla="*/ 328894 w 419819"/>
                <a:gd name="csY45" fmla="*/ 50640 h 302293"/>
                <a:gd name="csX46" fmla="*/ 311246 w 419819"/>
                <a:gd name="csY46" fmla="*/ 38406 h 302293"/>
                <a:gd name="csX47" fmla="*/ 305508 w 419819"/>
                <a:gd name="csY47" fmla="*/ 35099 h 302293"/>
                <a:gd name="csX48" fmla="*/ 286101 w 419819"/>
                <a:gd name="csY48" fmla="*/ 24505 h 302293"/>
                <a:gd name="csX49" fmla="*/ 274625 w 419819"/>
                <a:gd name="csY49" fmla="*/ 19560 h 302293"/>
                <a:gd name="csX50" fmla="*/ 260955 w 419819"/>
                <a:gd name="csY50" fmla="*/ 13916 h 302293"/>
                <a:gd name="csX51" fmla="*/ 235798 w 419819"/>
                <a:gd name="csY51" fmla="*/ 6352 h 302293"/>
                <a:gd name="csX52" fmla="*/ 223313 w 419819"/>
                <a:gd name="csY52" fmla="*/ 4020 h 302293"/>
                <a:gd name="csX53" fmla="*/ 210652 w 419819"/>
                <a:gd name="csY53" fmla="*/ 1725 h 302293"/>
                <a:gd name="csX54" fmla="*/ 185506 w 419819"/>
                <a:gd name="csY54" fmla="*/ 0 h 302293"/>
                <a:gd name="csX55" fmla="*/ 160361 w 419819"/>
                <a:gd name="csY55" fmla="*/ 1186 h 302293"/>
                <a:gd name="csX56" fmla="*/ 143392 w 419819"/>
                <a:gd name="csY56" fmla="*/ 4020 h 302293"/>
                <a:gd name="csX57" fmla="*/ 135206 w 419819"/>
                <a:gd name="csY57" fmla="*/ 5473 h 302293"/>
                <a:gd name="csX58" fmla="*/ 110056 w 419819"/>
                <a:gd name="csY58" fmla="*/ 13244 h 302293"/>
                <a:gd name="csX59" fmla="*/ 95928 w 419819"/>
                <a:gd name="csY59" fmla="*/ 19560 h 302293"/>
                <a:gd name="csX60" fmla="*/ 84906 w 419819"/>
                <a:gd name="csY60" fmla="*/ 24936 h 302293"/>
                <a:gd name="csX61" fmla="*/ 68972 w 419819"/>
                <a:gd name="csY61" fmla="*/ 35099 h 302293"/>
                <a:gd name="csX62" fmla="*/ 59757 w 419819"/>
                <a:gd name="csY62" fmla="*/ 41669 h 302293"/>
                <a:gd name="csX63" fmla="*/ 49499 w 419819"/>
                <a:gd name="csY63" fmla="*/ 50640 h 302293"/>
                <a:gd name="csX64" fmla="*/ 34608 w 419819"/>
                <a:gd name="csY64" fmla="*/ 65636 h 302293"/>
                <a:gd name="csX65" fmla="*/ 34148 w 419819"/>
                <a:gd name="csY65" fmla="*/ 66180 h 302293"/>
                <a:gd name="csX66" fmla="*/ 22818 w 419819"/>
                <a:gd name="csY66" fmla="*/ 81720 h 302293"/>
                <a:gd name="csX67" fmla="*/ 13655 w 419819"/>
                <a:gd name="csY67" fmla="*/ 97261 h 302293"/>
                <a:gd name="csX68" fmla="*/ 9459 w 419819"/>
                <a:gd name="csY68" fmla="*/ 106512 h 302293"/>
                <a:gd name="csX69" fmla="*/ 6922 w 419819"/>
                <a:gd name="csY69" fmla="*/ 112803 h 302293"/>
                <a:gd name="csX70" fmla="*/ 2557 w 419819"/>
                <a:gd name="csY70" fmla="*/ 128339 h 302293"/>
                <a:gd name="csX71" fmla="*/ 223 w 419819"/>
                <a:gd name="csY71" fmla="*/ 143875 h 302293"/>
                <a:gd name="csX72" fmla="*/ 0 w 419819"/>
                <a:gd name="csY72" fmla="*/ 159422 h 302293"/>
                <a:gd name="csX73" fmla="*/ 1999 w 419819"/>
                <a:gd name="csY73" fmla="*/ 174958 h 302293"/>
                <a:gd name="csX74" fmla="*/ 6370 w 419819"/>
                <a:gd name="csY74" fmla="*/ 190505 h 302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</a:cxnLst>
              <a:rect l="l" t="t" r="r" b="b"/>
              <a:pathLst>
                <a:path w="419819" h="302293">
                  <a:moveTo>
                    <a:pt x="6370" y="190505"/>
                  </a:moveTo>
                  <a:lnTo>
                    <a:pt x="9459" y="197416"/>
                  </a:lnTo>
                  <a:lnTo>
                    <a:pt x="13631" y="206041"/>
                  </a:lnTo>
                  <a:lnTo>
                    <a:pt x="24169" y="221576"/>
                  </a:lnTo>
                  <a:lnTo>
                    <a:pt x="34608" y="233298"/>
                  </a:lnTo>
                  <a:lnTo>
                    <a:pt x="38381" y="237124"/>
                  </a:lnTo>
                  <a:lnTo>
                    <a:pt x="57693" y="252659"/>
                  </a:lnTo>
                  <a:lnTo>
                    <a:pt x="59757" y="254020"/>
                  </a:lnTo>
                  <a:lnTo>
                    <a:pt x="84138" y="268207"/>
                  </a:lnTo>
                  <a:lnTo>
                    <a:pt x="84906" y="268570"/>
                  </a:lnTo>
                  <a:lnTo>
                    <a:pt x="110056" y="279166"/>
                  </a:lnTo>
                  <a:lnTo>
                    <a:pt x="123045" y="283742"/>
                  </a:lnTo>
                  <a:lnTo>
                    <a:pt x="135206" y="287415"/>
                  </a:lnTo>
                  <a:lnTo>
                    <a:pt x="160361" y="293528"/>
                  </a:lnTo>
                  <a:lnTo>
                    <a:pt x="185506" y="298140"/>
                  </a:lnTo>
                  <a:lnTo>
                    <a:pt x="194799" y="299278"/>
                  </a:lnTo>
                  <a:lnTo>
                    <a:pt x="210652" y="300979"/>
                  </a:lnTo>
                  <a:lnTo>
                    <a:pt x="235798" y="302293"/>
                  </a:lnTo>
                  <a:lnTo>
                    <a:pt x="260955" y="302153"/>
                  </a:lnTo>
                  <a:lnTo>
                    <a:pt x="286101" y="300463"/>
                  </a:lnTo>
                  <a:lnTo>
                    <a:pt x="295030" y="299278"/>
                  </a:lnTo>
                  <a:lnTo>
                    <a:pt x="311246" y="296673"/>
                  </a:lnTo>
                  <a:lnTo>
                    <a:pt x="336404" y="290407"/>
                  </a:lnTo>
                  <a:lnTo>
                    <a:pt x="355565" y="283742"/>
                  </a:lnTo>
                  <a:lnTo>
                    <a:pt x="361549" y="281055"/>
                  </a:lnTo>
                  <a:lnTo>
                    <a:pt x="383738" y="268207"/>
                  </a:lnTo>
                  <a:lnTo>
                    <a:pt x="386695" y="265848"/>
                  </a:lnTo>
                  <a:lnTo>
                    <a:pt x="400435" y="252659"/>
                  </a:lnTo>
                  <a:lnTo>
                    <a:pt x="411207" y="237124"/>
                  </a:lnTo>
                  <a:lnTo>
                    <a:pt x="411852" y="235633"/>
                  </a:lnTo>
                  <a:lnTo>
                    <a:pt x="417109" y="221576"/>
                  </a:lnTo>
                  <a:lnTo>
                    <a:pt x="419784" y="206041"/>
                  </a:lnTo>
                  <a:lnTo>
                    <a:pt x="419820" y="190505"/>
                  </a:lnTo>
                  <a:lnTo>
                    <a:pt x="417625" y="174958"/>
                  </a:lnTo>
                  <a:lnTo>
                    <a:pt x="413472" y="159422"/>
                  </a:lnTo>
                  <a:lnTo>
                    <a:pt x="411852" y="155139"/>
                  </a:lnTo>
                  <a:lnTo>
                    <a:pt x="407241" y="143875"/>
                  </a:lnTo>
                  <a:lnTo>
                    <a:pt x="399215" y="128339"/>
                  </a:lnTo>
                  <a:lnTo>
                    <a:pt x="389652" y="112803"/>
                  </a:lnTo>
                  <a:lnTo>
                    <a:pt x="386695" y="108610"/>
                  </a:lnTo>
                  <a:lnTo>
                    <a:pt x="377883" y="97261"/>
                  </a:lnTo>
                  <a:lnTo>
                    <a:pt x="364365" y="81720"/>
                  </a:lnTo>
                  <a:lnTo>
                    <a:pt x="361549" y="78761"/>
                  </a:lnTo>
                  <a:lnTo>
                    <a:pt x="348020" y="66180"/>
                  </a:lnTo>
                  <a:lnTo>
                    <a:pt x="336404" y="56196"/>
                  </a:lnTo>
                  <a:lnTo>
                    <a:pt x="328894" y="50640"/>
                  </a:lnTo>
                  <a:lnTo>
                    <a:pt x="311246" y="38406"/>
                  </a:lnTo>
                  <a:lnTo>
                    <a:pt x="305508" y="35099"/>
                  </a:lnTo>
                  <a:lnTo>
                    <a:pt x="286101" y="24505"/>
                  </a:lnTo>
                  <a:lnTo>
                    <a:pt x="274625" y="19560"/>
                  </a:lnTo>
                  <a:lnTo>
                    <a:pt x="260955" y="13916"/>
                  </a:lnTo>
                  <a:lnTo>
                    <a:pt x="235798" y="6352"/>
                  </a:lnTo>
                  <a:lnTo>
                    <a:pt x="223313" y="4020"/>
                  </a:lnTo>
                  <a:lnTo>
                    <a:pt x="210652" y="1725"/>
                  </a:lnTo>
                  <a:lnTo>
                    <a:pt x="185506" y="0"/>
                  </a:lnTo>
                  <a:lnTo>
                    <a:pt x="160361" y="1186"/>
                  </a:lnTo>
                  <a:lnTo>
                    <a:pt x="143392" y="4020"/>
                  </a:lnTo>
                  <a:lnTo>
                    <a:pt x="135206" y="5473"/>
                  </a:lnTo>
                  <a:lnTo>
                    <a:pt x="110056" y="13244"/>
                  </a:lnTo>
                  <a:lnTo>
                    <a:pt x="95928" y="19560"/>
                  </a:lnTo>
                  <a:lnTo>
                    <a:pt x="84906" y="24936"/>
                  </a:lnTo>
                  <a:lnTo>
                    <a:pt x="68972" y="35099"/>
                  </a:lnTo>
                  <a:lnTo>
                    <a:pt x="59757" y="41669"/>
                  </a:lnTo>
                  <a:lnTo>
                    <a:pt x="49499" y="50640"/>
                  </a:lnTo>
                  <a:lnTo>
                    <a:pt x="34608" y="65636"/>
                  </a:lnTo>
                  <a:lnTo>
                    <a:pt x="34148" y="66180"/>
                  </a:lnTo>
                  <a:lnTo>
                    <a:pt x="22818" y="81720"/>
                  </a:lnTo>
                  <a:lnTo>
                    <a:pt x="13655" y="97261"/>
                  </a:lnTo>
                  <a:lnTo>
                    <a:pt x="9459" y="106512"/>
                  </a:lnTo>
                  <a:lnTo>
                    <a:pt x="6922" y="112803"/>
                  </a:lnTo>
                  <a:lnTo>
                    <a:pt x="2557" y="128339"/>
                  </a:lnTo>
                  <a:lnTo>
                    <a:pt x="223" y="143875"/>
                  </a:lnTo>
                  <a:lnTo>
                    <a:pt x="0" y="159422"/>
                  </a:lnTo>
                  <a:lnTo>
                    <a:pt x="1999" y="174958"/>
                  </a:lnTo>
                  <a:lnTo>
                    <a:pt x="6370" y="190505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57FC8669-D3D0-33C7-A011-E8F15144BF2F}"/>
              </a:ext>
            </a:extLst>
          </p:cNvPr>
          <p:cNvGrpSpPr/>
          <p:nvPr/>
        </p:nvGrpSpPr>
        <p:grpSpPr>
          <a:xfrm>
            <a:off x="6871073" y="3551145"/>
            <a:ext cx="1143098" cy="984741"/>
            <a:chOff x="6871073" y="3551145"/>
            <a:chExt cx="1143098" cy="984741"/>
          </a:xfrm>
        </p:grpSpPr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8125D947-4EDA-1377-0C53-6BD80C4A2AB6}"/>
                </a:ext>
              </a:extLst>
            </p:cNvPr>
            <p:cNvSpPr/>
            <p:nvPr/>
          </p:nvSpPr>
          <p:spPr>
            <a:xfrm>
              <a:off x="6871073" y="3551145"/>
              <a:ext cx="1143098" cy="984741"/>
            </a:xfrm>
            <a:custGeom>
              <a:avLst/>
              <a:gdLst>
                <a:gd name="csX0" fmla="*/ 33932 w 1143098"/>
                <a:gd name="csY0" fmla="*/ 831908 h 984741"/>
                <a:gd name="csX1" fmla="*/ 41362 w 1143098"/>
                <a:gd name="csY1" fmla="*/ 842515 h 984741"/>
                <a:gd name="csX2" fmla="*/ 44624 w 1143098"/>
                <a:gd name="csY2" fmla="*/ 847443 h 984741"/>
                <a:gd name="csX3" fmla="*/ 57328 w 1143098"/>
                <a:gd name="csY3" fmla="*/ 862979 h 984741"/>
                <a:gd name="csX4" fmla="*/ 66511 w 1143098"/>
                <a:gd name="csY4" fmla="*/ 871920 h 984741"/>
                <a:gd name="csX5" fmla="*/ 73203 w 1143098"/>
                <a:gd name="csY5" fmla="*/ 878526 h 984741"/>
                <a:gd name="csX6" fmla="*/ 91661 w 1143098"/>
                <a:gd name="csY6" fmla="*/ 893064 h 984741"/>
                <a:gd name="csX7" fmla="*/ 92954 w 1143098"/>
                <a:gd name="csY7" fmla="*/ 894062 h 984741"/>
                <a:gd name="csX8" fmla="*/ 116810 w 1143098"/>
                <a:gd name="csY8" fmla="*/ 909222 h 984741"/>
                <a:gd name="csX9" fmla="*/ 117441 w 1143098"/>
                <a:gd name="csY9" fmla="*/ 909609 h 984741"/>
                <a:gd name="csX10" fmla="*/ 141960 w 1143098"/>
                <a:gd name="csY10" fmla="*/ 922106 h 984741"/>
                <a:gd name="csX11" fmla="*/ 148528 w 1143098"/>
                <a:gd name="csY11" fmla="*/ 925145 h 984741"/>
                <a:gd name="csX12" fmla="*/ 167109 w 1143098"/>
                <a:gd name="csY12" fmla="*/ 932678 h 984741"/>
                <a:gd name="csX13" fmla="*/ 190010 w 1143098"/>
                <a:gd name="csY13" fmla="*/ 940681 h 984741"/>
                <a:gd name="csX14" fmla="*/ 192258 w 1143098"/>
                <a:gd name="csY14" fmla="*/ 941396 h 984741"/>
                <a:gd name="csX15" fmla="*/ 217408 w 1143098"/>
                <a:gd name="csY15" fmla="*/ 948859 h 984741"/>
                <a:gd name="csX16" fmla="*/ 242557 w 1143098"/>
                <a:gd name="csY16" fmla="*/ 955019 h 984741"/>
                <a:gd name="csX17" fmla="*/ 248045 w 1143098"/>
                <a:gd name="csY17" fmla="*/ 956228 h 984741"/>
                <a:gd name="csX18" fmla="*/ 267707 w 1143098"/>
                <a:gd name="csY18" fmla="*/ 960452 h 984741"/>
                <a:gd name="csX19" fmla="*/ 292856 w 1143098"/>
                <a:gd name="csY19" fmla="*/ 965040 h 984741"/>
                <a:gd name="csX20" fmla="*/ 318005 w 1143098"/>
                <a:gd name="csY20" fmla="*/ 968865 h 984741"/>
                <a:gd name="csX21" fmla="*/ 340806 w 1143098"/>
                <a:gd name="csY21" fmla="*/ 971763 h 984741"/>
                <a:gd name="csX22" fmla="*/ 343155 w 1143098"/>
                <a:gd name="csY22" fmla="*/ 972080 h 984741"/>
                <a:gd name="csX23" fmla="*/ 368304 w 1143098"/>
                <a:gd name="csY23" fmla="*/ 975096 h 984741"/>
                <a:gd name="csX24" fmla="*/ 393454 w 1143098"/>
                <a:gd name="csY24" fmla="*/ 977572 h 984741"/>
                <a:gd name="csX25" fmla="*/ 418603 w 1143098"/>
                <a:gd name="csY25" fmla="*/ 979602 h 984741"/>
                <a:gd name="csX26" fmla="*/ 443752 w 1143098"/>
                <a:gd name="csY26" fmla="*/ 981244 h 984741"/>
                <a:gd name="csX27" fmla="*/ 468901 w 1143098"/>
                <a:gd name="csY27" fmla="*/ 982523 h 984741"/>
                <a:gd name="csX28" fmla="*/ 494051 w 1143098"/>
                <a:gd name="csY28" fmla="*/ 983497 h 984741"/>
                <a:gd name="csX29" fmla="*/ 519201 w 1143098"/>
                <a:gd name="csY29" fmla="*/ 984178 h 984741"/>
                <a:gd name="csX30" fmla="*/ 544356 w 1143098"/>
                <a:gd name="csY30" fmla="*/ 984589 h 984741"/>
                <a:gd name="csX31" fmla="*/ 569501 w 1143098"/>
                <a:gd name="csY31" fmla="*/ 984741 h 984741"/>
                <a:gd name="csX32" fmla="*/ 594647 w 1143098"/>
                <a:gd name="csY32" fmla="*/ 984635 h 984741"/>
                <a:gd name="csX33" fmla="*/ 619793 w 1143098"/>
                <a:gd name="csY33" fmla="*/ 984272 h 984741"/>
                <a:gd name="csX34" fmla="*/ 644950 w 1143098"/>
                <a:gd name="csY34" fmla="*/ 983638 h 984741"/>
                <a:gd name="csX35" fmla="*/ 670096 w 1143098"/>
                <a:gd name="csY35" fmla="*/ 982711 h 984741"/>
                <a:gd name="csX36" fmla="*/ 695241 w 1143098"/>
                <a:gd name="csY36" fmla="*/ 981479 h 984741"/>
                <a:gd name="csX37" fmla="*/ 720399 w 1143098"/>
                <a:gd name="csY37" fmla="*/ 979907 h 984741"/>
                <a:gd name="csX38" fmla="*/ 745544 w 1143098"/>
                <a:gd name="csY38" fmla="*/ 977947 h 984741"/>
                <a:gd name="csX39" fmla="*/ 770690 w 1143098"/>
                <a:gd name="csY39" fmla="*/ 975542 h 984741"/>
                <a:gd name="csX40" fmla="*/ 795847 w 1143098"/>
                <a:gd name="csY40" fmla="*/ 972632 h 984741"/>
                <a:gd name="csX41" fmla="*/ 802395 w 1143098"/>
                <a:gd name="csY41" fmla="*/ 971763 h 984741"/>
                <a:gd name="csX42" fmla="*/ 820993 w 1143098"/>
                <a:gd name="csY42" fmla="*/ 969440 h 984741"/>
                <a:gd name="csX43" fmla="*/ 846139 w 1143098"/>
                <a:gd name="csY43" fmla="*/ 965744 h 984741"/>
                <a:gd name="csX44" fmla="*/ 871296 w 1143098"/>
                <a:gd name="csY44" fmla="*/ 961285 h 984741"/>
                <a:gd name="csX45" fmla="*/ 895151 w 1143098"/>
                <a:gd name="csY45" fmla="*/ 956228 h 984741"/>
                <a:gd name="csX46" fmla="*/ 896442 w 1143098"/>
                <a:gd name="csY46" fmla="*/ 955946 h 984741"/>
                <a:gd name="csX47" fmla="*/ 921587 w 1143098"/>
                <a:gd name="csY47" fmla="*/ 949974 h 984741"/>
                <a:gd name="csX48" fmla="*/ 946745 w 1143098"/>
                <a:gd name="csY48" fmla="*/ 942757 h 984741"/>
                <a:gd name="csX49" fmla="*/ 953315 w 1143098"/>
                <a:gd name="csY49" fmla="*/ 940681 h 984741"/>
                <a:gd name="csX50" fmla="*/ 971890 w 1143098"/>
                <a:gd name="csY50" fmla="*/ 934274 h 984741"/>
                <a:gd name="csX51" fmla="*/ 994595 w 1143098"/>
                <a:gd name="csY51" fmla="*/ 925145 h 984741"/>
                <a:gd name="csX52" fmla="*/ 997036 w 1143098"/>
                <a:gd name="csY52" fmla="*/ 924030 h 984741"/>
                <a:gd name="csX53" fmla="*/ 1022193 w 1143098"/>
                <a:gd name="csY53" fmla="*/ 911592 h 984741"/>
                <a:gd name="csX54" fmla="*/ 1025925 w 1143098"/>
                <a:gd name="csY54" fmla="*/ 909609 h 984741"/>
                <a:gd name="csX55" fmla="*/ 1047339 w 1143098"/>
                <a:gd name="csY55" fmla="*/ 896068 h 984741"/>
                <a:gd name="csX56" fmla="*/ 1050366 w 1143098"/>
                <a:gd name="csY56" fmla="*/ 894062 h 984741"/>
                <a:gd name="csX57" fmla="*/ 1069880 w 1143098"/>
                <a:gd name="csY57" fmla="*/ 878526 h 984741"/>
                <a:gd name="csX58" fmla="*/ 1072485 w 1143098"/>
                <a:gd name="csY58" fmla="*/ 875980 h 984741"/>
                <a:gd name="csX59" fmla="*/ 1085943 w 1143098"/>
                <a:gd name="csY59" fmla="*/ 862979 h 984741"/>
                <a:gd name="csX60" fmla="*/ 1097642 w 1143098"/>
                <a:gd name="csY60" fmla="*/ 848452 h 984741"/>
                <a:gd name="csX61" fmla="*/ 1098487 w 1143098"/>
                <a:gd name="csY61" fmla="*/ 847443 h 984741"/>
                <a:gd name="csX62" fmla="*/ 1109376 w 1143098"/>
                <a:gd name="csY62" fmla="*/ 831908 h 984741"/>
                <a:gd name="csX63" fmla="*/ 1117824 w 1143098"/>
                <a:gd name="csY63" fmla="*/ 816360 h 984741"/>
                <a:gd name="csX64" fmla="*/ 1122788 w 1143098"/>
                <a:gd name="csY64" fmla="*/ 804756 h 984741"/>
                <a:gd name="csX65" fmla="*/ 1124630 w 1143098"/>
                <a:gd name="csY65" fmla="*/ 800825 h 984741"/>
                <a:gd name="csX66" fmla="*/ 1130461 w 1143098"/>
                <a:gd name="csY66" fmla="*/ 785289 h 984741"/>
                <a:gd name="csX67" fmla="*/ 1134920 w 1143098"/>
                <a:gd name="csY67" fmla="*/ 769742 h 984741"/>
                <a:gd name="csX68" fmla="*/ 1138241 w 1143098"/>
                <a:gd name="csY68" fmla="*/ 754206 h 984741"/>
                <a:gd name="csX69" fmla="*/ 1140599 w 1143098"/>
                <a:gd name="csY69" fmla="*/ 738659 h 984741"/>
                <a:gd name="csX70" fmla="*/ 1142125 w 1143098"/>
                <a:gd name="csY70" fmla="*/ 723123 h 984741"/>
                <a:gd name="csX71" fmla="*/ 1142934 w 1143098"/>
                <a:gd name="csY71" fmla="*/ 707588 h 984741"/>
                <a:gd name="csX72" fmla="*/ 1143099 w 1143098"/>
                <a:gd name="csY72" fmla="*/ 692040 h 984741"/>
                <a:gd name="csX73" fmla="*/ 1142676 w 1143098"/>
                <a:gd name="csY73" fmla="*/ 676505 h 984741"/>
                <a:gd name="csX74" fmla="*/ 1141703 w 1143098"/>
                <a:gd name="csY74" fmla="*/ 660957 h 984741"/>
                <a:gd name="csX75" fmla="*/ 1140212 w 1143098"/>
                <a:gd name="csY75" fmla="*/ 645422 h 984741"/>
                <a:gd name="csX76" fmla="*/ 1138229 w 1143098"/>
                <a:gd name="csY76" fmla="*/ 629886 h 984741"/>
                <a:gd name="csX77" fmla="*/ 1135765 w 1143098"/>
                <a:gd name="csY77" fmla="*/ 614343 h 984741"/>
                <a:gd name="csX78" fmla="*/ 1132820 w 1143098"/>
                <a:gd name="csY78" fmla="*/ 598803 h 984741"/>
                <a:gd name="csX79" fmla="*/ 1129405 w 1143098"/>
                <a:gd name="csY79" fmla="*/ 583263 h 984741"/>
                <a:gd name="csX80" fmla="*/ 1125510 w 1143098"/>
                <a:gd name="csY80" fmla="*/ 567722 h 984741"/>
                <a:gd name="csX81" fmla="*/ 1122788 w 1143098"/>
                <a:gd name="csY81" fmla="*/ 557973 h 984741"/>
                <a:gd name="csX82" fmla="*/ 1121332 w 1143098"/>
                <a:gd name="csY82" fmla="*/ 552182 h 984741"/>
                <a:gd name="csX83" fmla="*/ 1117085 w 1143098"/>
                <a:gd name="csY83" fmla="*/ 536643 h 984741"/>
                <a:gd name="csX84" fmla="*/ 1112380 w 1143098"/>
                <a:gd name="csY84" fmla="*/ 521103 h 984741"/>
                <a:gd name="csX85" fmla="*/ 1107205 w 1143098"/>
                <a:gd name="csY85" fmla="*/ 505562 h 984741"/>
                <a:gd name="csX86" fmla="*/ 1101537 w 1143098"/>
                <a:gd name="csY86" fmla="*/ 490022 h 984741"/>
                <a:gd name="csX87" fmla="*/ 1097642 w 1143098"/>
                <a:gd name="csY87" fmla="*/ 480106 h 984741"/>
                <a:gd name="csX88" fmla="*/ 1095612 w 1143098"/>
                <a:gd name="csY88" fmla="*/ 474482 h 984741"/>
                <a:gd name="csX89" fmla="*/ 1089686 w 1143098"/>
                <a:gd name="csY89" fmla="*/ 458943 h 984741"/>
                <a:gd name="csX90" fmla="*/ 1083244 w 1143098"/>
                <a:gd name="csY90" fmla="*/ 443402 h 984741"/>
                <a:gd name="csX91" fmla="*/ 1076251 w 1143098"/>
                <a:gd name="csY91" fmla="*/ 427862 h 984741"/>
                <a:gd name="csX92" fmla="*/ 1072485 w 1143098"/>
                <a:gd name="csY92" fmla="*/ 419942 h 984741"/>
                <a:gd name="csX93" fmla="*/ 1069105 w 1143098"/>
                <a:gd name="csY93" fmla="*/ 412322 h 984741"/>
                <a:gd name="csX94" fmla="*/ 1061830 w 1143098"/>
                <a:gd name="csY94" fmla="*/ 396781 h 984741"/>
                <a:gd name="csX95" fmla="*/ 1053957 w 1143098"/>
                <a:gd name="csY95" fmla="*/ 381242 h 984741"/>
                <a:gd name="csX96" fmla="*/ 1047339 w 1143098"/>
                <a:gd name="csY96" fmla="*/ 369010 h 984741"/>
                <a:gd name="csX97" fmla="*/ 1045649 w 1143098"/>
                <a:gd name="csY97" fmla="*/ 365702 h 984741"/>
                <a:gd name="csX98" fmla="*/ 1037389 w 1143098"/>
                <a:gd name="csY98" fmla="*/ 350162 h 984741"/>
                <a:gd name="csX99" fmla="*/ 1028483 w 1143098"/>
                <a:gd name="csY99" fmla="*/ 334621 h 984741"/>
                <a:gd name="csX100" fmla="*/ 1022193 w 1143098"/>
                <a:gd name="csY100" fmla="*/ 324265 h 984741"/>
                <a:gd name="csX101" fmla="*/ 1019166 w 1143098"/>
                <a:gd name="csY101" fmla="*/ 319081 h 984741"/>
                <a:gd name="csX102" fmla="*/ 1009732 w 1143098"/>
                <a:gd name="csY102" fmla="*/ 303542 h 984741"/>
                <a:gd name="csX103" fmla="*/ 999547 w 1143098"/>
                <a:gd name="csY103" fmla="*/ 288002 h 984741"/>
                <a:gd name="csX104" fmla="*/ 997036 w 1143098"/>
                <a:gd name="csY104" fmla="*/ 284287 h 984741"/>
                <a:gd name="csX105" fmla="*/ 989245 w 1143098"/>
                <a:gd name="csY105" fmla="*/ 272461 h 984741"/>
                <a:gd name="csX106" fmla="*/ 978344 w 1143098"/>
                <a:gd name="csY106" fmla="*/ 256921 h 984741"/>
                <a:gd name="csX107" fmla="*/ 971890 w 1143098"/>
                <a:gd name="csY107" fmla="*/ 248159 h 984741"/>
                <a:gd name="csX108" fmla="*/ 966950 w 1143098"/>
                <a:gd name="csY108" fmla="*/ 241381 h 984741"/>
                <a:gd name="csX109" fmla="*/ 955134 w 1143098"/>
                <a:gd name="csY109" fmla="*/ 225841 h 984741"/>
                <a:gd name="csX110" fmla="*/ 946745 w 1143098"/>
                <a:gd name="csY110" fmla="*/ 215401 h 984741"/>
                <a:gd name="csX111" fmla="*/ 942626 w 1143098"/>
                <a:gd name="csY111" fmla="*/ 210301 h 984741"/>
                <a:gd name="csX112" fmla="*/ 929648 w 1143098"/>
                <a:gd name="csY112" fmla="*/ 194761 h 984741"/>
                <a:gd name="csX113" fmla="*/ 921587 w 1143098"/>
                <a:gd name="csY113" fmla="*/ 185590 h 984741"/>
                <a:gd name="csX114" fmla="*/ 915896 w 1143098"/>
                <a:gd name="csY114" fmla="*/ 179220 h 984741"/>
                <a:gd name="csX115" fmla="*/ 901428 w 1143098"/>
                <a:gd name="csY115" fmla="*/ 163681 h 984741"/>
                <a:gd name="csX116" fmla="*/ 896442 w 1143098"/>
                <a:gd name="csY116" fmla="*/ 158491 h 984741"/>
                <a:gd name="csX117" fmla="*/ 886139 w 1143098"/>
                <a:gd name="csY117" fmla="*/ 148141 h 984741"/>
                <a:gd name="csX118" fmla="*/ 871296 w 1143098"/>
                <a:gd name="csY118" fmla="*/ 133944 h 984741"/>
                <a:gd name="csX119" fmla="*/ 869817 w 1143098"/>
                <a:gd name="csY119" fmla="*/ 132601 h 984741"/>
                <a:gd name="csX120" fmla="*/ 852440 w 1143098"/>
                <a:gd name="csY120" fmla="*/ 117060 h 984741"/>
                <a:gd name="csX121" fmla="*/ 846139 w 1143098"/>
                <a:gd name="csY121" fmla="*/ 111616 h 984741"/>
                <a:gd name="csX122" fmla="*/ 833654 w 1143098"/>
                <a:gd name="csY122" fmla="*/ 101520 h 984741"/>
                <a:gd name="csX123" fmla="*/ 820993 w 1143098"/>
                <a:gd name="csY123" fmla="*/ 91576 h 984741"/>
                <a:gd name="csX124" fmla="*/ 813225 w 1143098"/>
                <a:gd name="csY124" fmla="*/ 85981 h 984741"/>
                <a:gd name="csX125" fmla="*/ 795847 w 1143098"/>
                <a:gd name="csY125" fmla="*/ 73703 h 984741"/>
                <a:gd name="csX126" fmla="*/ 790708 w 1143098"/>
                <a:gd name="csY126" fmla="*/ 70441 h 984741"/>
                <a:gd name="csX127" fmla="*/ 770690 w 1143098"/>
                <a:gd name="csY127" fmla="*/ 57862 h 984741"/>
                <a:gd name="csX128" fmla="*/ 765328 w 1143098"/>
                <a:gd name="csY128" fmla="*/ 54900 h 984741"/>
                <a:gd name="csX129" fmla="*/ 745544 w 1143098"/>
                <a:gd name="csY129" fmla="*/ 43989 h 984741"/>
                <a:gd name="csX130" fmla="*/ 735723 w 1143098"/>
                <a:gd name="csY130" fmla="*/ 39360 h 984741"/>
                <a:gd name="csX131" fmla="*/ 720399 w 1143098"/>
                <a:gd name="csY131" fmla="*/ 32073 h 984741"/>
                <a:gd name="csX132" fmla="*/ 699383 w 1143098"/>
                <a:gd name="csY132" fmla="*/ 23820 h 984741"/>
                <a:gd name="csX133" fmla="*/ 695241 w 1143098"/>
                <a:gd name="csY133" fmla="*/ 22166 h 984741"/>
                <a:gd name="csX134" fmla="*/ 670096 w 1143098"/>
                <a:gd name="csY134" fmla="*/ 13993 h 984741"/>
                <a:gd name="csX135" fmla="*/ 646640 w 1143098"/>
                <a:gd name="csY135" fmla="*/ 8281 h 984741"/>
                <a:gd name="csX136" fmla="*/ 644950 w 1143098"/>
                <a:gd name="csY136" fmla="*/ 7851 h 984741"/>
                <a:gd name="csX137" fmla="*/ 619793 w 1143098"/>
                <a:gd name="csY137" fmla="*/ 3351 h 984741"/>
                <a:gd name="csX138" fmla="*/ 594647 w 1143098"/>
                <a:gd name="csY138" fmla="*/ 756 h 984741"/>
                <a:gd name="csX139" fmla="*/ 569501 w 1143098"/>
                <a:gd name="csY139" fmla="*/ 0 h 984741"/>
                <a:gd name="csX140" fmla="*/ 544356 w 1143098"/>
                <a:gd name="csY140" fmla="*/ 1063 h 984741"/>
                <a:gd name="csX141" fmla="*/ 519201 w 1143098"/>
                <a:gd name="csY141" fmla="*/ 3974 h 984741"/>
                <a:gd name="csX142" fmla="*/ 496735 w 1143098"/>
                <a:gd name="csY142" fmla="*/ 8281 h 984741"/>
                <a:gd name="csX143" fmla="*/ 494051 w 1143098"/>
                <a:gd name="csY143" fmla="*/ 8773 h 984741"/>
                <a:gd name="csX144" fmla="*/ 468901 w 1143098"/>
                <a:gd name="csY144" fmla="*/ 15222 h 984741"/>
                <a:gd name="csX145" fmla="*/ 443752 w 1143098"/>
                <a:gd name="csY145" fmla="*/ 23762 h 984741"/>
                <a:gd name="csX146" fmla="*/ 443611 w 1143098"/>
                <a:gd name="csY146" fmla="*/ 23820 h 984741"/>
                <a:gd name="csX147" fmla="*/ 418603 w 1143098"/>
                <a:gd name="csY147" fmla="*/ 33957 h 984741"/>
                <a:gd name="csX148" fmla="*/ 407518 w 1143098"/>
                <a:gd name="csY148" fmla="*/ 39360 h 984741"/>
                <a:gd name="csX149" fmla="*/ 393454 w 1143098"/>
                <a:gd name="csY149" fmla="*/ 46169 h 984741"/>
                <a:gd name="csX150" fmla="*/ 377963 w 1143098"/>
                <a:gd name="csY150" fmla="*/ 54900 h 984741"/>
                <a:gd name="csX151" fmla="*/ 368304 w 1143098"/>
                <a:gd name="csY151" fmla="*/ 60358 h 984741"/>
                <a:gd name="csX152" fmla="*/ 352566 w 1143098"/>
                <a:gd name="csY152" fmla="*/ 70441 h 984741"/>
                <a:gd name="csX153" fmla="*/ 343155 w 1143098"/>
                <a:gd name="csY153" fmla="*/ 76541 h 984741"/>
                <a:gd name="csX154" fmla="*/ 330017 w 1143098"/>
                <a:gd name="csY154" fmla="*/ 85981 h 984741"/>
                <a:gd name="csX155" fmla="*/ 318005 w 1143098"/>
                <a:gd name="csY155" fmla="*/ 94798 h 984741"/>
                <a:gd name="csX156" fmla="*/ 309572 w 1143098"/>
                <a:gd name="csY156" fmla="*/ 101520 h 984741"/>
                <a:gd name="csX157" fmla="*/ 292856 w 1143098"/>
                <a:gd name="csY157" fmla="*/ 115269 h 984741"/>
                <a:gd name="csX158" fmla="*/ 290813 w 1143098"/>
                <a:gd name="csY158" fmla="*/ 117060 h 984741"/>
                <a:gd name="csX159" fmla="*/ 273403 w 1143098"/>
                <a:gd name="csY159" fmla="*/ 132601 h 984741"/>
                <a:gd name="csX160" fmla="*/ 267707 w 1143098"/>
                <a:gd name="csY160" fmla="*/ 137863 h 984741"/>
                <a:gd name="csX161" fmla="*/ 257091 w 1143098"/>
                <a:gd name="csY161" fmla="*/ 148141 h 984741"/>
                <a:gd name="csX162" fmla="*/ 242557 w 1143098"/>
                <a:gd name="csY162" fmla="*/ 162959 h 984741"/>
                <a:gd name="csX163" fmla="*/ 241870 w 1143098"/>
                <a:gd name="csY163" fmla="*/ 163681 h 984741"/>
                <a:gd name="csX164" fmla="*/ 227308 w 1143098"/>
                <a:gd name="csY164" fmla="*/ 179220 h 984741"/>
                <a:gd name="csX165" fmla="*/ 217408 w 1143098"/>
                <a:gd name="csY165" fmla="*/ 190437 h 984741"/>
                <a:gd name="csX166" fmla="*/ 213651 w 1143098"/>
                <a:gd name="csY166" fmla="*/ 194761 h 984741"/>
                <a:gd name="csX167" fmla="*/ 200550 w 1143098"/>
                <a:gd name="csY167" fmla="*/ 210301 h 984741"/>
                <a:gd name="csX168" fmla="*/ 192258 w 1143098"/>
                <a:gd name="csY168" fmla="*/ 220710 h 984741"/>
                <a:gd name="csX169" fmla="*/ 188176 w 1143098"/>
                <a:gd name="csY169" fmla="*/ 225841 h 984741"/>
                <a:gd name="csX170" fmla="*/ 176224 w 1143098"/>
                <a:gd name="csY170" fmla="*/ 241381 h 984741"/>
                <a:gd name="csX171" fmla="*/ 167109 w 1143098"/>
                <a:gd name="csY171" fmla="*/ 254035 h 984741"/>
                <a:gd name="csX172" fmla="*/ 165003 w 1143098"/>
                <a:gd name="csY172" fmla="*/ 256921 h 984741"/>
                <a:gd name="csX173" fmla="*/ 153954 w 1143098"/>
                <a:gd name="csY173" fmla="*/ 272461 h 984741"/>
                <a:gd name="csX174" fmla="*/ 143720 w 1143098"/>
                <a:gd name="csY174" fmla="*/ 288002 h 984741"/>
                <a:gd name="csX175" fmla="*/ 141960 w 1143098"/>
                <a:gd name="csY175" fmla="*/ 290752 h 984741"/>
                <a:gd name="csX176" fmla="*/ 133538 w 1143098"/>
                <a:gd name="csY176" fmla="*/ 303542 h 984741"/>
                <a:gd name="csX177" fmla="*/ 123959 w 1143098"/>
                <a:gd name="csY177" fmla="*/ 319081 h 984741"/>
                <a:gd name="csX178" fmla="*/ 116810 w 1143098"/>
                <a:gd name="csY178" fmla="*/ 331463 h 984741"/>
                <a:gd name="csX179" fmla="*/ 114907 w 1143098"/>
                <a:gd name="csY179" fmla="*/ 334621 h 984741"/>
                <a:gd name="csX180" fmla="*/ 105838 w 1143098"/>
                <a:gd name="csY180" fmla="*/ 350162 h 984741"/>
                <a:gd name="csX181" fmla="*/ 97441 w 1143098"/>
                <a:gd name="csY181" fmla="*/ 365702 h 984741"/>
                <a:gd name="csX182" fmla="*/ 91661 w 1143098"/>
                <a:gd name="csY182" fmla="*/ 377104 h 984741"/>
                <a:gd name="csX183" fmla="*/ 89439 w 1143098"/>
                <a:gd name="csY183" fmla="*/ 381242 h 984741"/>
                <a:gd name="csX184" fmla="*/ 81413 w 1143098"/>
                <a:gd name="csY184" fmla="*/ 396781 h 984741"/>
                <a:gd name="csX185" fmla="*/ 73992 w 1143098"/>
                <a:gd name="csY185" fmla="*/ 412322 h 984741"/>
                <a:gd name="csX186" fmla="*/ 67139 w 1143098"/>
                <a:gd name="csY186" fmla="*/ 427862 h 984741"/>
                <a:gd name="csX187" fmla="*/ 66511 w 1143098"/>
                <a:gd name="csY187" fmla="*/ 429338 h 984741"/>
                <a:gd name="csX188" fmla="*/ 60078 w 1143098"/>
                <a:gd name="csY188" fmla="*/ 443402 h 984741"/>
                <a:gd name="csX189" fmla="*/ 53499 w 1143098"/>
                <a:gd name="csY189" fmla="*/ 458943 h 984741"/>
                <a:gd name="csX190" fmla="*/ 47446 w 1143098"/>
                <a:gd name="csY190" fmla="*/ 474482 h 984741"/>
                <a:gd name="csX191" fmla="*/ 41887 w 1143098"/>
                <a:gd name="csY191" fmla="*/ 490022 h 984741"/>
                <a:gd name="csX192" fmla="*/ 41362 w 1143098"/>
                <a:gd name="csY192" fmla="*/ 491572 h 984741"/>
                <a:gd name="csX193" fmla="*/ 36156 w 1143098"/>
                <a:gd name="csY193" fmla="*/ 505562 h 984741"/>
                <a:gd name="csX194" fmla="*/ 30858 w 1143098"/>
                <a:gd name="csY194" fmla="*/ 521103 h 984741"/>
                <a:gd name="csX195" fmla="*/ 26043 w 1143098"/>
                <a:gd name="csY195" fmla="*/ 536643 h 984741"/>
                <a:gd name="csX196" fmla="*/ 21695 w 1143098"/>
                <a:gd name="csY196" fmla="*/ 552182 h 984741"/>
                <a:gd name="csX197" fmla="*/ 17794 w 1143098"/>
                <a:gd name="csY197" fmla="*/ 567722 h 984741"/>
                <a:gd name="csX198" fmla="*/ 16213 w 1143098"/>
                <a:gd name="csY198" fmla="*/ 574708 h 984741"/>
                <a:gd name="csX199" fmla="*/ 14041 w 1143098"/>
                <a:gd name="csY199" fmla="*/ 583263 h 984741"/>
                <a:gd name="csX200" fmla="*/ 10537 w 1143098"/>
                <a:gd name="csY200" fmla="*/ 598803 h 984741"/>
                <a:gd name="csX201" fmla="*/ 7521 w 1143098"/>
                <a:gd name="csY201" fmla="*/ 614343 h 984741"/>
                <a:gd name="csX202" fmla="*/ 4994 w 1143098"/>
                <a:gd name="csY202" fmla="*/ 629886 h 984741"/>
                <a:gd name="csX203" fmla="*/ 2960 w 1143098"/>
                <a:gd name="csY203" fmla="*/ 645422 h 984741"/>
                <a:gd name="csX204" fmla="*/ 1435 w 1143098"/>
                <a:gd name="csY204" fmla="*/ 660957 h 984741"/>
                <a:gd name="csX205" fmla="*/ 438 w 1143098"/>
                <a:gd name="csY205" fmla="*/ 676505 h 984741"/>
                <a:gd name="csX206" fmla="*/ 0 w 1143098"/>
                <a:gd name="csY206" fmla="*/ 692040 h 984741"/>
                <a:gd name="csX207" fmla="*/ 168 w 1143098"/>
                <a:gd name="csY207" fmla="*/ 707588 h 984741"/>
                <a:gd name="csX208" fmla="*/ 997 w 1143098"/>
                <a:gd name="csY208" fmla="*/ 723123 h 984741"/>
                <a:gd name="csX209" fmla="*/ 2568 w 1143098"/>
                <a:gd name="csY209" fmla="*/ 738659 h 984741"/>
                <a:gd name="csX210" fmla="*/ 4985 w 1143098"/>
                <a:gd name="csY210" fmla="*/ 754206 h 984741"/>
                <a:gd name="csX211" fmla="*/ 8385 w 1143098"/>
                <a:gd name="csY211" fmla="*/ 769742 h 984741"/>
                <a:gd name="csX212" fmla="*/ 12954 w 1143098"/>
                <a:gd name="csY212" fmla="*/ 785289 h 984741"/>
                <a:gd name="csX213" fmla="*/ 16213 w 1143098"/>
                <a:gd name="csY213" fmla="*/ 793902 h 984741"/>
                <a:gd name="csX214" fmla="*/ 18577 w 1143098"/>
                <a:gd name="csY214" fmla="*/ 800825 h 984741"/>
                <a:gd name="csX215" fmla="*/ 25290 w 1143098"/>
                <a:gd name="csY215" fmla="*/ 816360 h 984741"/>
                <a:gd name="csX216" fmla="*/ 33932 w 1143098"/>
                <a:gd name="csY216" fmla="*/ 831908 h 9847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143098" h="984741">
                  <a:moveTo>
                    <a:pt x="33932" y="831908"/>
                  </a:moveTo>
                  <a:lnTo>
                    <a:pt x="41362" y="842515"/>
                  </a:lnTo>
                  <a:lnTo>
                    <a:pt x="44624" y="847443"/>
                  </a:lnTo>
                  <a:lnTo>
                    <a:pt x="57328" y="862979"/>
                  </a:lnTo>
                  <a:lnTo>
                    <a:pt x="66511" y="871920"/>
                  </a:lnTo>
                  <a:lnTo>
                    <a:pt x="73203" y="878526"/>
                  </a:lnTo>
                  <a:lnTo>
                    <a:pt x="91661" y="893064"/>
                  </a:lnTo>
                  <a:lnTo>
                    <a:pt x="92954" y="894062"/>
                  </a:lnTo>
                  <a:lnTo>
                    <a:pt x="116810" y="909222"/>
                  </a:lnTo>
                  <a:lnTo>
                    <a:pt x="117441" y="909609"/>
                  </a:lnTo>
                  <a:lnTo>
                    <a:pt x="141960" y="922106"/>
                  </a:lnTo>
                  <a:lnTo>
                    <a:pt x="148528" y="925145"/>
                  </a:lnTo>
                  <a:lnTo>
                    <a:pt x="167109" y="932678"/>
                  </a:lnTo>
                  <a:lnTo>
                    <a:pt x="190010" y="940681"/>
                  </a:lnTo>
                  <a:lnTo>
                    <a:pt x="192258" y="941396"/>
                  </a:lnTo>
                  <a:lnTo>
                    <a:pt x="217408" y="948859"/>
                  </a:lnTo>
                  <a:lnTo>
                    <a:pt x="242557" y="955019"/>
                  </a:lnTo>
                  <a:lnTo>
                    <a:pt x="248045" y="956228"/>
                  </a:lnTo>
                  <a:lnTo>
                    <a:pt x="267707" y="960452"/>
                  </a:lnTo>
                  <a:lnTo>
                    <a:pt x="292856" y="965040"/>
                  </a:lnTo>
                  <a:lnTo>
                    <a:pt x="318005" y="968865"/>
                  </a:lnTo>
                  <a:lnTo>
                    <a:pt x="340806" y="971763"/>
                  </a:lnTo>
                  <a:lnTo>
                    <a:pt x="343155" y="972080"/>
                  </a:lnTo>
                  <a:lnTo>
                    <a:pt x="368304" y="975096"/>
                  </a:lnTo>
                  <a:lnTo>
                    <a:pt x="393454" y="977572"/>
                  </a:lnTo>
                  <a:lnTo>
                    <a:pt x="418603" y="979602"/>
                  </a:lnTo>
                  <a:lnTo>
                    <a:pt x="443752" y="981244"/>
                  </a:lnTo>
                  <a:lnTo>
                    <a:pt x="468901" y="982523"/>
                  </a:lnTo>
                  <a:lnTo>
                    <a:pt x="494051" y="983497"/>
                  </a:lnTo>
                  <a:lnTo>
                    <a:pt x="519201" y="984178"/>
                  </a:lnTo>
                  <a:lnTo>
                    <a:pt x="544356" y="984589"/>
                  </a:lnTo>
                  <a:lnTo>
                    <a:pt x="569501" y="984741"/>
                  </a:lnTo>
                  <a:lnTo>
                    <a:pt x="594647" y="984635"/>
                  </a:lnTo>
                  <a:lnTo>
                    <a:pt x="619793" y="984272"/>
                  </a:lnTo>
                  <a:lnTo>
                    <a:pt x="644950" y="983638"/>
                  </a:lnTo>
                  <a:lnTo>
                    <a:pt x="670096" y="982711"/>
                  </a:lnTo>
                  <a:lnTo>
                    <a:pt x="695241" y="981479"/>
                  </a:lnTo>
                  <a:lnTo>
                    <a:pt x="720399" y="979907"/>
                  </a:lnTo>
                  <a:lnTo>
                    <a:pt x="745544" y="977947"/>
                  </a:lnTo>
                  <a:lnTo>
                    <a:pt x="770690" y="975542"/>
                  </a:lnTo>
                  <a:lnTo>
                    <a:pt x="795847" y="972632"/>
                  </a:lnTo>
                  <a:lnTo>
                    <a:pt x="802395" y="971763"/>
                  </a:lnTo>
                  <a:lnTo>
                    <a:pt x="820993" y="969440"/>
                  </a:lnTo>
                  <a:lnTo>
                    <a:pt x="846139" y="965744"/>
                  </a:lnTo>
                  <a:lnTo>
                    <a:pt x="871296" y="961285"/>
                  </a:lnTo>
                  <a:lnTo>
                    <a:pt x="895151" y="956228"/>
                  </a:lnTo>
                  <a:lnTo>
                    <a:pt x="896442" y="955946"/>
                  </a:lnTo>
                  <a:lnTo>
                    <a:pt x="921587" y="949974"/>
                  </a:lnTo>
                  <a:lnTo>
                    <a:pt x="946745" y="942757"/>
                  </a:lnTo>
                  <a:lnTo>
                    <a:pt x="953315" y="940681"/>
                  </a:lnTo>
                  <a:lnTo>
                    <a:pt x="971890" y="934274"/>
                  </a:lnTo>
                  <a:lnTo>
                    <a:pt x="994595" y="925145"/>
                  </a:lnTo>
                  <a:lnTo>
                    <a:pt x="997036" y="924030"/>
                  </a:lnTo>
                  <a:lnTo>
                    <a:pt x="1022193" y="911592"/>
                  </a:lnTo>
                  <a:lnTo>
                    <a:pt x="1025925" y="909609"/>
                  </a:lnTo>
                  <a:lnTo>
                    <a:pt x="1047339" y="896068"/>
                  </a:lnTo>
                  <a:lnTo>
                    <a:pt x="1050366" y="894062"/>
                  </a:lnTo>
                  <a:lnTo>
                    <a:pt x="1069880" y="878526"/>
                  </a:lnTo>
                  <a:lnTo>
                    <a:pt x="1072485" y="875980"/>
                  </a:lnTo>
                  <a:lnTo>
                    <a:pt x="1085943" y="862979"/>
                  </a:lnTo>
                  <a:lnTo>
                    <a:pt x="1097642" y="848452"/>
                  </a:lnTo>
                  <a:lnTo>
                    <a:pt x="1098487" y="847443"/>
                  </a:lnTo>
                  <a:lnTo>
                    <a:pt x="1109376" y="831908"/>
                  </a:lnTo>
                  <a:lnTo>
                    <a:pt x="1117824" y="816360"/>
                  </a:lnTo>
                  <a:lnTo>
                    <a:pt x="1122788" y="804756"/>
                  </a:lnTo>
                  <a:lnTo>
                    <a:pt x="1124630" y="800825"/>
                  </a:lnTo>
                  <a:lnTo>
                    <a:pt x="1130461" y="785289"/>
                  </a:lnTo>
                  <a:lnTo>
                    <a:pt x="1134920" y="769742"/>
                  </a:lnTo>
                  <a:lnTo>
                    <a:pt x="1138241" y="754206"/>
                  </a:lnTo>
                  <a:lnTo>
                    <a:pt x="1140599" y="738659"/>
                  </a:lnTo>
                  <a:lnTo>
                    <a:pt x="1142125" y="723123"/>
                  </a:lnTo>
                  <a:lnTo>
                    <a:pt x="1142934" y="707588"/>
                  </a:lnTo>
                  <a:lnTo>
                    <a:pt x="1143099" y="692040"/>
                  </a:lnTo>
                  <a:lnTo>
                    <a:pt x="1142676" y="676505"/>
                  </a:lnTo>
                  <a:lnTo>
                    <a:pt x="1141703" y="660957"/>
                  </a:lnTo>
                  <a:lnTo>
                    <a:pt x="1140212" y="645422"/>
                  </a:lnTo>
                  <a:lnTo>
                    <a:pt x="1138229" y="629886"/>
                  </a:lnTo>
                  <a:lnTo>
                    <a:pt x="1135765" y="614343"/>
                  </a:lnTo>
                  <a:lnTo>
                    <a:pt x="1132820" y="598803"/>
                  </a:lnTo>
                  <a:lnTo>
                    <a:pt x="1129405" y="583263"/>
                  </a:lnTo>
                  <a:lnTo>
                    <a:pt x="1125510" y="567722"/>
                  </a:lnTo>
                  <a:lnTo>
                    <a:pt x="1122788" y="557973"/>
                  </a:lnTo>
                  <a:lnTo>
                    <a:pt x="1121332" y="552182"/>
                  </a:lnTo>
                  <a:lnTo>
                    <a:pt x="1117085" y="536643"/>
                  </a:lnTo>
                  <a:lnTo>
                    <a:pt x="1112380" y="521103"/>
                  </a:lnTo>
                  <a:lnTo>
                    <a:pt x="1107205" y="505562"/>
                  </a:lnTo>
                  <a:lnTo>
                    <a:pt x="1101537" y="490022"/>
                  </a:lnTo>
                  <a:lnTo>
                    <a:pt x="1097642" y="480106"/>
                  </a:lnTo>
                  <a:lnTo>
                    <a:pt x="1095612" y="474482"/>
                  </a:lnTo>
                  <a:lnTo>
                    <a:pt x="1089686" y="458943"/>
                  </a:lnTo>
                  <a:lnTo>
                    <a:pt x="1083244" y="443402"/>
                  </a:lnTo>
                  <a:lnTo>
                    <a:pt x="1076251" y="427862"/>
                  </a:lnTo>
                  <a:lnTo>
                    <a:pt x="1072485" y="419942"/>
                  </a:lnTo>
                  <a:lnTo>
                    <a:pt x="1069105" y="412322"/>
                  </a:lnTo>
                  <a:lnTo>
                    <a:pt x="1061830" y="396781"/>
                  </a:lnTo>
                  <a:lnTo>
                    <a:pt x="1053957" y="381242"/>
                  </a:lnTo>
                  <a:lnTo>
                    <a:pt x="1047339" y="369010"/>
                  </a:lnTo>
                  <a:lnTo>
                    <a:pt x="1045649" y="365702"/>
                  </a:lnTo>
                  <a:lnTo>
                    <a:pt x="1037389" y="350162"/>
                  </a:lnTo>
                  <a:lnTo>
                    <a:pt x="1028483" y="334621"/>
                  </a:lnTo>
                  <a:lnTo>
                    <a:pt x="1022193" y="324265"/>
                  </a:lnTo>
                  <a:lnTo>
                    <a:pt x="1019166" y="319081"/>
                  </a:lnTo>
                  <a:lnTo>
                    <a:pt x="1009732" y="303542"/>
                  </a:lnTo>
                  <a:lnTo>
                    <a:pt x="999547" y="288002"/>
                  </a:lnTo>
                  <a:lnTo>
                    <a:pt x="997036" y="284287"/>
                  </a:lnTo>
                  <a:lnTo>
                    <a:pt x="989245" y="272461"/>
                  </a:lnTo>
                  <a:lnTo>
                    <a:pt x="978344" y="256921"/>
                  </a:lnTo>
                  <a:lnTo>
                    <a:pt x="971890" y="248159"/>
                  </a:lnTo>
                  <a:lnTo>
                    <a:pt x="966950" y="241381"/>
                  </a:lnTo>
                  <a:lnTo>
                    <a:pt x="955134" y="225841"/>
                  </a:lnTo>
                  <a:lnTo>
                    <a:pt x="946745" y="215401"/>
                  </a:lnTo>
                  <a:lnTo>
                    <a:pt x="942626" y="210301"/>
                  </a:lnTo>
                  <a:lnTo>
                    <a:pt x="929648" y="194761"/>
                  </a:lnTo>
                  <a:lnTo>
                    <a:pt x="921587" y="185590"/>
                  </a:lnTo>
                  <a:lnTo>
                    <a:pt x="915896" y="179220"/>
                  </a:lnTo>
                  <a:lnTo>
                    <a:pt x="901428" y="163681"/>
                  </a:lnTo>
                  <a:lnTo>
                    <a:pt x="896442" y="158491"/>
                  </a:lnTo>
                  <a:lnTo>
                    <a:pt x="886139" y="148141"/>
                  </a:lnTo>
                  <a:lnTo>
                    <a:pt x="871296" y="133944"/>
                  </a:lnTo>
                  <a:lnTo>
                    <a:pt x="869817" y="132601"/>
                  </a:lnTo>
                  <a:lnTo>
                    <a:pt x="852440" y="117060"/>
                  </a:lnTo>
                  <a:lnTo>
                    <a:pt x="846139" y="111616"/>
                  </a:lnTo>
                  <a:lnTo>
                    <a:pt x="833654" y="101520"/>
                  </a:lnTo>
                  <a:lnTo>
                    <a:pt x="820993" y="91576"/>
                  </a:lnTo>
                  <a:lnTo>
                    <a:pt x="813225" y="85981"/>
                  </a:lnTo>
                  <a:lnTo>
                    <a:pt x="795847" y="73703"/>
                  </a:lnTo>
                  <a:lnTo>
                    <a:pt x="790708" y="70441"/>
                  </a:lnTo>
                  <a:lnTo>
                    <a:pt x="770690" y="57862"/>
                  </a:lnTo>
                  <a:lnTo>
                    <a:pt x="765328" y="54900"/>
                  </a:lnTo>
                  <a:lnTo>
                    <a:pt x="745544" y="43989"/>
                  </a:lnTo>
                  <a:lnTo>
                    <a:pt x="735723" y="39360"/>
                  </a:lnTo>
                  <a:lnTo>
                    <a:pt x="720399" y="32073"/>
                  </a:lnTo>
                  <a:lnTo>
                    <a:pt x="699383" y="23820"/>
                  </a:lnTo>
                  <a:lnTo>
                    <a:pt x="695241" y="22166"/>
                  </a:lnTo>
                  <a:lnTo>
                    <a:pt x="670096" y="13993"/>
                  </a:lnTo>
                  <a:lnTo>
                    <a:pt x="646640" y="8281"/>
                  </a:lnTo>
                  <a:lnTo>
                    <a:pt x="644950" y="7851"/>
                  </a:lnTo>
                  <a:lnTo>
                    <a:pt x="619793" y="3351"/>
                  </a:lnTo>
                  <a:lnTo>
                    <a:pt x="594647" y="756"/>
                  </a:lnTo>
                  <a:lnTo>
                    <a:pt x="569501" y="0"/>
                  </a:lnTo>
                  <a:lnTo>
                    <a:pt x="544356" y="1063"/>
                  </a:lnTo>
                  <a:lnTo>
                    <a:pt x="519201" y="3974"/>
                  </a:lnTo>
                  <a:lnTo>
                    <a:pt x="496735" y="8281"/>
                  </a:lnTo>
                  <a:lnTo>
                    <a:pt x="494051" y="8773"/>
                  </a:lnTo>
                  <a:lnTo>
                    <a:pt x="468901" y="15222"/>
                  </a:lnTo>
                  <a:lnTo>
                    <a:pt x="443752" y="23762"/>
                  </a:lnTo>
                  <a:lnTo>
                    <a:pt x="443611" y="23820"/>
                  </a:lnTo>
                  <a:lnTo>
                    <a:pt x="418603" y="33957"/>
                  </a:lnTo>
                  <a:lnTo>
                    <a:pt x="407518" y="39360"/>
                  </a:lnTo>
                  <a:lnTo>
                    <a:pt x="393454" y="46169"/>
                  </a:lnTo>
                  <a:lnTo>
                    <a:pt x="377963" y="54900"/>
                  </a:lnTo>
                  <a:lnTo>
                    <a:pt x="368304" y="60358"/>
                  </a:lnTo>
                  <a:lnTo>
                    <a:pt x="352566" y="70441"/>
                  </a:lnTo>
                  <a:lnTo>
                    <a:pt x="343155" y="76541"/>
                  </a:lnTo>
                  <a:lnTo>
                    <a:pt x="330017" y="85981"/>
                  </a:lnTo>
                  <a:lnTo>
                    <a:pt x="318005" y="94798"/>
                  </a:lnTo>
                  <a:lnTo>
                    <a:pt x="309572" y="101520"/>
                  </a:lnTo>
                  <a:lnTo>
                    <a:pt x="292856" y="115269"/>
                  </a:lnTo>
                  <a:lnTo>
                    <a:pt x="290813" y="117060"/>
                  </a:lnTo>
                  <a:lnTo>
                    <a:pt x="273403" y="132601"/>
                  </a:lnTo>
                  <a:lnTo>
                    <a:pt x="267707" y="137863"/>
                  </a:lnTo>
                  <a:lnTo>
                    <a:pt x="257091" y="148141"/>
                  </a:lnTo>
                  <a:lnTo>
                    <a:pt x="242557" y="162959"/>
                  </a:lnTo>
                  <a:lnTo>
                    <a:pt x="241870" y="163681"/>
                  </a:lnTo>
                  <a:lnTo>
                    <a:pt x="227308" y="179220"/>
                  </a:lnTo>
                  <a:lnTo>
                    <a:pt x="217408" y="190437"/>
                  </a:lnTo>
                  <a:lnTo>
                    <a:pt x="213651" y="194761"/>
                  </a:lnTo>
                  <a:lnTo>
                    <a:pt x="200550" y="210301"/>
                  </a:lnTo>
                  <a:lnTo>
                    <a:pt x="192258" y="220710"/>
                  </a:lnTo>
                  <a:lnTo>
                    <a:pt x="188176" y="225841"/>
                  </a:lnTo>
                  <a:lnTo>
                    <a:pt x="176224" y="241381"/>
                  </a:lnTo>
                  <a:lnTo>
                    <a:pt x="167109" y="254035"/>
                  </a:lnTo>
                  <a:lnTo>
                    <a:pt x="165003" y="256921"/>
                  </a:lnTo>
                  <a:lnTo>
                    <a:pt x="153954" y="272461"/>
                  </a:lnTo>
                  <a:lnTo>
                    <a:pt x="143720" y="288002"/>
                  </a:lnTo>
                  <a:lnTo>
                    <a:pt x="141960" y="290752"/>
                  </a:lnTo>
                  <a:lnTo>
                    <a:pt x="133538" y="303542"/>
                  </a:lnTo>
                  <a:lnTo>
                    <a:pt x="123959" y="319081"/>
                  </a:lnTo>
                  <a:lnTo>
                    <a:pt x="116810" y="331463"/>
                  </a:lnTo>
                  <a:lnTo>
                    <a:pt x="114907" y="334621"/>
                  </a:lnTo>
                  <a:lnTo>
                    <a:pt x="105838" y="350162"/>
                  </a:lnTo>
                  <a:lnTo>
                    <a:pt x="97441" y="365702"/>
                  </a:lnTo>
                  <a:lnTo>
                    <a:pt x="91661" y="377104"/>
                  </a:lnTo>
                  <a:lnTo>
                    <a:pt x="89439" y="381242"/>
                  </a:lnTo>
                  <a:lnTo>
                    <a:pt x="81413" y="396781"/>
                  </a:lnTo>
                  <a:lnTo>
                    <a:pt x="73992" y="412322"/>
                  </a:lnTo>
                  <a:lnTo>
                    <a:pt x="67139" y="427862"/>
                  </a:lnTo>
                  <a:lnTo>
                    <a:pt x="66511" y="429338"/>
                  </a:lnTo>
                  <a:lnTo>
                    <a:pt x="60078" y="443402"/>
                  </a:lnTo>
                  <a:lnTo>
                    <a:pt x="53499" y="458943"/>
                  </a:lnTo>
                  <a:lnTo>
                    <a:pt x="47446" y="474482"/>
                  </a:lnTo>
                  <a:lnTo>
                    <a:pt x="41887" y="490022"/>
                  </a:lnTo>
                  <a:lnTo>
                    <a:pt x="41362" y="491572"/>
                  </a:lnTo>
                  <a:lnTo>
                    <a:pt x="36156" y="505562"/>
                  </a:lnTo>
                  <a:lnTo>
                    <a:pt x="30858" y="521103"/>
                  </a:lnTo>
                  <a:lnTo>
                    <a:pt x="26043" y="536643"/>
                  </a:lnTo>
                  <a:lnTo>
                    <a:pt x="21695" y="552182"/>
                  </a:lnTo>
                  <a:lnTo>
                    <a:pt x="17794" y="567722"/>
                  </a:lnTo>
                  <a:lnTo>
                    <a:pt x="16213" y="574708"/>
                  </a:lnTo>
                  <a:lnTo>
                    <a:pt x="14041" y="583263"/>
                  </a:lnTo>
                  <a:lnTo>
                    <a:pt x="10537" y="598803"/>
                  </a:lnTo>
                  <a:lnTo>
                    <a:pt x="7521" y="614343"/>
                  </a:lnTo>
                  <a:lnTo>
                    <a:pt x="4994" y="629886"/>
                  </a:lnTo>
                  <a:lnTo>
                    <a:pt x="2960" y="645422"/>
                  </a:lnTo>
                  <a:lnTo>
                    <a:pt x="1435" y="660957"/>
                  </a:lnTo>
                  <a:lnTo>
                    <a:pt x="438" y="676505"/>
                  </a:lnTo>
                  <a:lnTo>
                    <a:pt x="0" y="692040"/>
                  </a:lnTo>
                  <a:lnTo>
                    <a:pt x="168" y="707588"/>
                  </a:lnTo>
                  <a:lnTo>
                    <a:pt x="997" y="723123"/>
                  </a:lnTo>
                  <a:lnTo>
                    <a:pt x="2568" y="738659"/>
                  </a:lnTo>
                  <a:lnTo>
                    <a:pt x="4985" y="754206"/>
                  </a:lnTo>
                  <a:lnTo>
                    <a:pt x="8385" y="769742"/>
                  </a:lnTo>
                  <a:lnTo>
                    <a:pt x="12954" y="785289"/>
                  </a:lnTo>
                  <a:lnTo>
                    <a:pt x="16213" y="793902"/>
                  </a:lnTo>
                  <a:lnTo>
                    <a:pt x="18577" y="800825"/>
                  </a:lnTo>
                  <a:lnTo>
                    <a:pt x="25290" y="816360"/>
                  </a:lnTo>
                  <a:lnTo>
                    <a:pt x="33932" y="83190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0EC85722-49B2-2BD3-62E0-8DDBB8E9A4E8}"/>
                </a:ext>
              </a:extLst>
            </p:cNvPr>
            <p:cNvSpPr/>
            <p:nvPr/>
          </p:nvSpPr>
          <p:spPr>
            <a:xfrm>
              <a:off x="6969839" y="3705549"/>
              <a:ext cx="945580" cy="802434"/>
            </a:xfrm>
            <a:custGeom>
              <a:avLst/>
              <a:gdLst>
                <a:gd name="csX0" fmla="*/ 15619 w 945580"/>
                <a:gd name="csY0" fmla="*/ 630886 h 802434"/>
                <a:gd name="csX1" fmla="*/ 18044 w 945580"/>
                <a:gd name="csY1" fmla="*/ 636248 h 802434"/>
                <a:gd name="csX2" fmla="*/ 22386 w 945580"/>
                <a:gd name="csY2" fmla="*/ 646421 h 802434"/>
                <a:gd name="csX3" fmla="*/ 30845 w 945580"/>
                <a:gd name="csY3" fmla="*/ 661957 h 802434"/>
                <a:gd name="csX4" fmla="*/ 41735 w 945580"/>
                <a:gd name="csY4" fmla="*/ 677504 h 802434"/>
                <a:gd name="csX5" fmla="*/ 43193 w 945580"/>
                <a:gd name="csY5" fmla="*/ 679229 h 802434"/>
                <a:gd name="csX6" fmla="*/ 54740 w 945580"/>
                <a:gd name="csY6" fmla="*/ 693040 h 802434"/>
                <a:gd name="csX7" fmla="*/ 68343 w 945580"/>
                <a:gd name="csY7" fmla="*/ 705865 h 802434"/>
                <a:gd name="csX8" fmla="*/ 71262 w 945580"/>
                <a:gd name="csY8" fmla="*/ 708575 h 802434"/>
                <a:gd name="csX9" fmla="*/ 91738 w 945580"/>
                <a:gd name="csY9" fmla="*/ 724123 h 802434"/>
                <a:gd name="csX10" fmla="*/ 93492 w 945580"/>
                <a:gd name="csY10" fmla="*/ 725238 h 802434"/>
                <a:gd name="csX11" fmla="*/ 117673 w 945580"/>
                <a:gd name="csY11" fmla="*/ 739658 h 802434"/>
                <a:gd name="csX12" fmla="*/ 118642 w 945580"/>
                <a:gd name="csY12" fmla="*/ 740151 h 802434"/>
                <a:gd name="csX13" fmla="*/ 143791 w 945580"/>
                <a:gd name="csY13" fmla="*/ 752026 h 802434"/>
                <a:gd name="csX14" fmla="*/ 151326 w 945580"/>
                <a:gd name="csY14" fmla="*/ 755206 h 802434"/>
                <a:gd name="csX15" fmla="*/ 168940 w 945580"/>
                <a:gd name="csY15" fmla="*/ 761765 h 802434"/>
                <a:gd name="csX16" fmla="*/ 194090 w 945580"/>
                <a:gd name="csY16" fmla="*/ 769815 h 802434"/>
                <a:gd name="csX17" fmla="*/ 197327 w 945580"/>
                <a:gd name="csY17" fmla="*/ 770742 h 802434"/>
                <a:gd name="csX18" fmla="*/ 219239 w 945580"/>
                <a:gd name="csY18" fmla="*/ 776561 h 802434"/>
                <a:gd name="csX19" fmla="*/ 244389 w 945580"/>
                <a:gd name="csY19" fmla="*/ 782170 h 802434"/>
                <a:gd name="csX20" fmla="*/ 266387 w 945580"/>
                <a:gd name="csY20" fmla="*/ 786277 h 802434"/>
                <a:gd name="csX21" fmla="*/ 269538 w 945580"/>
                <a:gd name="csY21" fmla="*/ 786852 h 802434"/>
                <a:gd name="csX22" fmla="*/ 294687 w 945580"/>
                <a:gd name="csY22" fmla="*/ 790853 h 802434"/>
                <a:gd name="csX23" fmla="*/ 319837 w 945580"/>
                <a:gd name="csY23" fmla="*/ 794127 h 802434"/>
                <a:gd name="csX24" fmla="*/ 344986 w 945580"/>
                <a:gd name="csY24" fmla="*/ 796755 h 802434"/>
                <a:gd name="csX25" fmla="*/ 370135 w 945580"/>
                <a:gd name="csY25" fmla="*/ 798832 h 802434"/>
                <a:gd name="csX26" fmla="*/ 395285 w 945580"/>
                <a:gd name="csY26" fmla="*/ 800393 h 802434"/>
                <a:gd name="csX27" fmla="*/ 420434 w 945580"/>
                <a:gd name="csY27" fmla="*/ 801484 h 802434"/>
                <a:gd name="csX28" fmla="*/ 433038 w 945580"/>
                <a:gd name="csY28" fmla="*/ 801824 h 802434"/>
                <a:gd name="csX29" fmla="*/ 445589 w 945580"/>
                <a:gd name="csY29" fmla="*/ 802176 h 802434"/>
                <a:gd name="csX30" fmla="*/ 470735 w 945580"/>
                <a:gd name="csY30" fmla="*/ 802435 h 802434"/>
                <a:gd name="csX31" fmla="*/ 495881 w 945580"/>
                <a:gd name="csY31" fmla="*/ 802247 h 802434"/>
                <a:gd name="csX32" fmla="*/ 512906 w 945580"/>
                <a:gd name="csY32" fmla="*/ 801824 h 802434"/>
                <a:gd name="csX33" fmla="*/ 521026 w 945580"/>
                <a:gd name="csY33" fmla="*/ 801625 h 802434"/>
                <a:gd name="csX34" fmla="*/ 546184 w 945580"/>
                <a:gd name="csY34" fmla="*/ 800604 h 802434"/>
                <a:gd name="csX35" fmla="*/ 571329 w 945580"/>
                <a:gd name="csY35" fmla="*/ 799126 h 802434"/>
                <a:gd name="csX36" fmla="*/ 596475 w 945580"/>
                <a:gd name="csY36" fmla="*/ 797143 h 802434"/>
                <a:gd name="csX37" fmla="*/ 621632 w 945580"/>
                <a:gd name="csY37" fmla="*/ 794608 h 802434"/>
                <a:gd name="csX38" fmla="*/ 646778 w 945580"/>
                <a:gd name="csY38" fmla="*/ 791452 h 802434"/>
                <a:gd name="csX39" fmla="*/ 671924 w 945580"/>
                <a:gd name="csY39" fmla="*/ 787580 h 802434"/>
                <a:gd name="csX40" fmla="*/ 679257 w 945580"/>
                <a:gd name="csY40" fmla="*/ 786277 h 802434"/>
                <a:gd name="csX41" fmla="*/ 697081 w 945580"/>
                <a:gd name="csY41" fmla="*/ 783027 h 802434"/>
                <a:gd name="csX42" fmla="*/ 722227 w 945580"/>
                <a:gd name="csY42" fmla="*/ 777582 h 802434"/>
                <a:gd name="csX43" fmla="*/ 747372 w 945580"/>
                <a:gd name="csY43" fmla="*/ 771035 h 802434"/>
                <a:gd name="csX44" fmla="*/ 748381 w 945580"/>
                <a:gd name="csY44" fmla="*/ 770742 h 802434"/>
                <a:gd name="csX45" fmla="*/ 772530 w 945580"/>
                <a:gd name="csY45" fmla="*/ 763232 h 802434"/>
                <a:gd name="csX46" fmla="*/ 794343 w 945580"/>
                <a:gd name="csY46" fmla="*/ 755206 h 802434"/>
                <a:gd name="csX47" fmla="*/ 797675 w 945580"/>
                <a:gd name="csY47" fmla="*/ 753821 h 802434"/>
                <a:gd name="csX48" fmla="*/ 822821 w 945580"/>
                <a:gd name="csY48" fmla="*/ 742310 h 802434"/>
                <a:gd name="csX49" fmla="*/ 828113 w 945580"/>
                <a:gd name="csY49" fmla="*/ 739658 h 802434"/>
                <a:gd name="csX50" fmla="*/ 847978 w 945580"/>
                <a:gd name="csY50" fmla="*/ 727960 h 802434"/>
                <a:gd name="csX51" fmla="*/ 854068 w 945580"/>
                <a:gd name="csY51" fmla="*/ 724123 h 802434"/>
                <a:gd name="csX52" fmla="*/ 873124 w 945580"/>
                <a:gd name="csY52" fmla="*/ 709585 h 802434"/>
                <a:gd name="csX53" fmla="*/ 874403 w 945580"/>
                <a:gd name="csY53" fmla="*/ 708575 h 802434"/>
                <a:gd name="csX54" fmla="*/ 890924 w 945580"/>
                <a:gd name="csY54" fmla="*/ 693040 h 802434"/>
                <a:gd name="csX55" fmla="*/ 898270 w 945580"/>
                <a:gd name="csY55" fmla="*/ 684345 h 802434"/>
                <a:gd name="csX56" fmla="*/ 904113 w 945580"/>
                <a:gd name="csY56" fmla="*/ 677504 h 802434"/>
                <a:gd name="csX57" fmla="*/ 914838 w 945580"/>
                <a:gd name="csY57" fmla="*/ 661957 h 802434"/>
                <a:gd name="csX58" fmla="*/ 923157 w 945580"/>
                <a:gd name="csY58" fmla="*/ 646421 h 802434"/>
                <a:gd name="csX59" fmla="*/ 923427 w 945580"/>
                <a:gd name="csY59" fmla="*/ 645811 h 802434"/>
                <a:gd name="csX60" fmla="*/ 930233 w 945580"/>
                <a:gd name="csY60" fmla="*/ 630886 h 802434"/>
                <a:gd name="csX61" fmla="*/ 935642 w 945580"/>
                <a:gd name="csY61" fmla="*/ 615338 h 802434"/>
                <a:gd name="csX62" fmla="*/ 939667 w 945580"/>
                <a:gd name="csY62" fmla="*/ 599803 h 802434"/>
                <a:gd name="csX63" fmla="*/ 942530 w 945580"/>
                <a:gd name="csY63" fmla="*/ 584255 h 802434"/>
                <a:gd name="csX64" fmla="*/ 944395 w 945580"/>
                <a:gd name="csY64" fmla="*/ 568720 h 802434"/>
                <a:gd name="csX65" fmla="*/ 945381 w 945580"/>
                <a:gd name="csY65" fmla="*/ 553184 h 802434"/>
                <a:gd name="csX66" fmla="*/ 945580 w 945580"/>
                <a:gd name="csY66" fmla="*/ 537637 h 802434"/>
                <a:gd name="csX67" fmla="*/ 945053 w 945580"/>
                <a:gd name="csY67" fmla="*/ 522101 h 802434"/>
                <a:gd name="csX68" fmla="*/ 943879 w 945580"/>
                <a:gd name="csY68" fmla="*/ 506554 h 802434"/>
                <a:gd name="csX69" fmla="*/ 942072 w 945580"/>
                <a:gd name="csY69" fmla="*/ 491018 h 802434"/>
                <a:gd name="csX70" fmla="*/ 939655 w 945580"/>
                <a:gd name="csY70" fmla="*/ 475483 h 802434"/>
                <a:gd name="csX71" fmla="*/ 936663 w 945580"/>
                <a:gd name="csY71" fmla="*/ 459940 h 802434"/>
                <a:gd name="csX72" fmla="*/ 933096 w 945580"/>
                <a:gd name="csY72" fmla="*/ 444400 h 802434"/>
                <a:gd name="csX73" fmla="*/ 928942 w 945580"/>
                <a:gd name="csY73" fmla="*/ 428859 h 802434"/>
                <a:gd name="csX74" fmla="*/ 924201 w 945580"/>
                <a:gd name="csY74" fmla="*/ 413319 h 802434"/>
                <a:gd name="csX75" fmla="*/ 923427 w 945580"/>
                <a:gd name="csY75" fmla="*/ 410977 h 802434"/>
                <a:gd name="csX76" fmla="*/ 919297 w 945580"/>
                <a:gd name="csY76" fmla="*/ 397779 h 802434"/>
                <a:gd name="csX77" fmla="*/ 913899 w 945580"/>
                <a:gd name="csY77" fmla="*/ 382240 h 802434"/>
                <a:gd name="csX78" fmla="*/ 907927 w 945580"/>
                <a:gd name="csY78" fmla="*/ 366699 h 802434"/>
                <a:gd name="csX79" fmla="*/ 901356 w 945580"/>
                <a:gd name="csY79" fmla="*/ 351159 h 802434"/>
                <a:gd name="csX80" fmla="*/ 898270 w 945580"/>
                <a:gd name="csY80" fmla="*/ 344369 h 802434"/>
                <a:gd name="csX81" fmla="*/ 894480 w 945580"/>
                <a:gd name="csY81" fmla="*/ 335619 h 802434"/>
                <a:gd name="csX82" fmla="*/ 887252 w 945580"/>
                <a:gd name="csY82" fmla="*/ 320078 h 802434"/>
                <a:gd name="csX83" fmla="*/ 879378 w 945580"/>
                <a:gd name="csY83" fmla="*/ 304539 h 802434"/>
                <a:gd name="csX84" fmla="*/ 873124 w 945580"/>
                <a:gd name="csY84" fmla="*/ 293042 h 802434"/>
                <a:gd name="csX85" fmla="*/ 870988 w 945580"/>
                <a:gd name="csY85" fmla="*/ 288999 h 802434"/>
                <a:gd name="csX86" fmla="*/ 862352 w 945580"/>
                <a:gd name="csY86" fmla="*/ 273459 h 802434"/>
                <a:gd name="csX87" fmla="*/ 852989 w 945580"/>
                <a:gd name="csY87" fmla="*/ 257918 h 802434"/>
                <a:gd name="csX88" fmla="*/ 847978 w 945580"/>
                <a:gd name="csY88" fmla="*/ 250035 h 802434"/>
                <a:gd name="csX89" fmla="*/ 843156 w 945580"/>
                <a:gd name="csY89" fmla="*/ 242378 h 802434"/>
                <a:gd name="csX90" fmla="*/ 832830 w 945580"/>
                <a:gd name="csY90" fmla="*/ 226839 h 802434"/>
                <a:gd name="csX91" fmla="*/ 822821 w 945580"/>
                <a:gd name="csY91" fmla="*/ 212824 h 802434"/>
                <a:gd name="csX92" fmla="*/ 821730 w 945580"/>
                <a:gd name="csY92" fmla="*/ 211298 h 802434"/>
                <a:gd name="csX93" fmla="*/ 810219 w 945580"/>
                <a:gd name="csY93" fmla="*/ 195758 h 802434"/>
                <a:gd name="csX94" fmla="*/ 797793 w 945580"/>
                <a:gd name="csY94" fmla="*/ 180218 h 802434"/>
                <a:gd name="csX95" fmla="*/ 797675 w 945580"/>
                <a:gd name="csY95" fmla="*/ 180070 h 802434"/>
                <a:gd name="csX96" fmla="*/ 784803 w 945580"/>
                <a:gd name="csY96" fmla="*/ 164678 h 802434"/>
                <a:gd name="csX97" fmla="*/ 772530 w 945580"/>
                <a:gd name="csY97" fmla="*/ 150978 h 802434"/>
                <a:gd name="csX98" fmla="*/ 770805 w 945580"/>
                <a:gd name="csY98" fmla="*/ 149138 h 802434"/>
                <a:gd name="csX99" fmla="*/ 755938 w 945580"/>
                <a:gd name="csY99" fmla="*/ 133598 h 802434"/>
                <a:gd name="csX100" fmla="*/ 747372 w 945580"/>
                <a:gd name="csY100" fmla="*/ 125090 h 802434"/>
                <a:gd name="csX101" fmla="*/ 739886 w 945580"/>
                <a:gd name="csY101" fmla="*/ 118058 h 802434"/>
                <a:gd name="csX102" fmla="*/ 722567 w 945580"/>
                <a:gd name="csY102" fmla="*/ 102517 h 802434"/>
                <a:gd name="csX103" fmla="*/ 722227 w 945580"/>
                <a:gd name="csY103" fmla="*/ 102218 h 802434"/>
                <a:gd name="csX104" fmla="*/ 703570 w 945580"/>
                <a:gd name="csY104" fmla="*/ 86977 h 802434"/>
                <a:gd name="csX105" fmla="*/ 697081 w 945580"/>
                <a:gd name="csY105" fmla="*/ 81853 h 802434"/>
                <a:gd name="csX106" fmla="*/ 682519 w 945580"/>
                <a:gd name="csY106" fmla="*/ 71438 h 802434"/>
                <a:gd name="csX107" fmla="*/ 671924 w 945580"/>
                <a:gd name="csY107" fmla="*/ 64029 h 802434"/>
                <a:gd name="csX108" fmla="*/ 658782 w 945580"/>
                <a:gd name="csY108" fmla="*/ 55898 h 802434"/>
                <a:gd name="csX109" fmla="*/ 646778 w 945580"/>
                <a:gd name="csY109" fmla="*/ 48564 h 802434"/>
                <a:gd name="csX110" fmla="*/ 631172 w 945580"/>
                <a:gd name="csY110" fmla="*/ 40357 h 802434"/>
                <a:gd name="csX111" fmla="*/ 621632 w 945580"/>
                <a:gd name="csY111" fmla="*/ 35359 h 802434"/>
                <a:gd name="csX112" fmla="*/ 597449 w 945580"/>
                <a:gd name="csY112" fmla="*/ 24817 h 802434"/>
                <a:gd name="csX113" fmla="*/ 596475 w 945580"/>
                <a:gd name="csY113" fmla="*/ 24391 h 802434"/>
                <a:gd name="csX114" fmla="*/ 571329 w 945580"/>
                <a:gd name="csY114" fmla="*/ 15367 h 802434"/>
                <a:gd name="csX115" fmla="*/ 548718 w 945580"/>
                <a:gd name="csY115" fmla="*/ 9278 h 802434"/>
                <a:gd name="csX116" fmla="*/ 546184 w 945580"/>
                <a:gd name="csY116" fmla="*/ 8579 h 802434"/>
                <a:gd name="csX117" fmla="*/ 521026 w 945580"/>
                <a:gd name="csY117" fmla="*/ 3661 h 802434"/>
                <a:gd name="csX118" fmla="*/ 495881 w 945580"/>
                <a:gd name="csY118" fmla="*/ 826 h 802434"/>
                <a:gd name="csX119" fmla="*/ 470735 w 945580"/>
                <a:gd name="csY119" fmla="*/ 0 h 802434"/>
                <a:gd name="csX120" fmla="*/ 445589 w 945580"/>
                <a:gd name="csY120" fmla="*/ 1162 h 802434"/>
                <a:gd name="csX121" fmla="*/ 420434 w 945580"/>
                <a:gd name="csY121" fmla="*/ 4341 h 802434"/>
                <a:gd name="csX122" fmla="*/ 396889 w 945580"/>
                <a:gd name="csY122" fmla="*/ 9278 h 802434"/>
                <a:gd name="csX123" fmla="*/ 395285 w 945580"/>
                <a:gd name="csY123" fmla="*/ 9603 h 802434"/>
                <a:gd name="csX124" fmla="*/ 370135 w 945580"/>
                <a:gd name="csY124" fmla="*/ 16723 h 802434"/>
                <a:gd name="csX125" fmla="*/ 348431 w 945580"/>
                <a:gd name="csY125" fmla="*/ 24817 h 802434"/>
                <a:gd name="csX126" fmla="*/ 344986 w 945580"/>
                <a:gd name="csY126" fmla="*/ 26084 h 802434"/>
                <a:gd name="csX127" fmla="*/ 319837 w 945580"/>
                <a:gd name="csY127" fmla="*/ 37461 h 802434"/>
                <a:gd name="csX128" fmla="*/ 314447 w 945580"/>
                <a:gd name="csY128" fmla="*/ 40357 h 802434"/>
                <a:gd name="csX129" fmla="*/ 294687 w 945580"/>
                <a:gd name="csY129" fmla="*/ 51026 h 802434"/>
                <a:gd name="csX130" fmla="*/ 286881 w 945580"/>
                <a:gd name="csY130" fmla="*/ 55898 h 802434"/>
                <a:gd name="csX131" fmla="*/ 269538 w 945580"/>
                <a:gd name="csY131" fmla="*/ 66882 h 802434"/>
                <a:gd name="csX132" fmla="*/ 263146 w 945580"/>
                <a:gd name="csY132" fmla="*/ 71438 h 802434"/>
                <a:gd name="csX133" fmla="*/ 244389 w 945580"/>
                <a:gd name="csY133" fmla="*/ 85141 h 802434"/>
                <a:gd name="csX134" fmla="*/ 242102 w 945580"/>
                <a:gd name="csY134" fmla="*/ 86977 h 802434"/>
                <a:gd name="csX135" fmla="*/ 223174 w 945580"/>
                <a:gd name="csY135" fmla="*/ 102517 h 802434"/>
                <a:gd name="csX136" fmla="*/ 219239 w 945580"/>
                <a:gd name="csY136" fmla="*/ 105845 h 802434"/>
                <a:gd name="csX137" fmla="*/ 205822 w 945580"/>
                <a:gd name="csY137" fmla="*/ 118058 h 802434"/>
                <a:gd name="csX138" fmla="*/ 194090 w 945580"/>
                <a:gd name="csY138" fmla="*/ 129253 h 802434"/>
                <a:gd name="csX139" fmla="*/ 189781 w 945580"/>
                <a:gd name="csY139" fmla="*/ 133598 h 802434"/>
                <a:gd name="csX140" fmla="*/ 174877 w 945580"/>
                <a:gd name="csY140" fmla="*/ 149138 h 802434"/>
                <a:gd name="csX141" fmla="*/ 168940 w 945580"/>
                <a:gd name="csY141" fmla="*/ 155603 h 802434"/>
                <a:gd name="csX142" fmla="*/ 160910 w 945580"/>
                <a:gd name="csY142" fmla="*/ 164678 h 802434"/>
                <a:gd name="csX143" fmla="*/ 147863 w 945580"/>
                <a:gd name="csY143" fmla="*/ 180218 h 802434"/>
                <a:gd name="csX144" fmla="*/ 143791 w 945580"/>
                <a:gd name="csY144" fmla="*/ 185266 h 802434"/>
                <a:gd name="csX145" fmla="*/ 135494 w 945580"/>
                <a:gd name="csY145" fmla="*/ 195758 h 802434"/>
                <a:gd name="csX146" fmla="*/ 123909 w 945580"/>
                <a:gd name="csY146" fmla="*/ 211298 h 802434"/>
                <a:gd name="csX147" fmla="*/ 118642 w 945580"/>
                <a:gd name="csY147" fmla="*/ 218730 h 802434"/>
                <a:gd name="csX148" fmla="*/ 112914 w 945580"/>
                <a:gd name="csY148" fmla="*/ 226839 h 802434"/>
                <a:gd name="csX149" fmla="*/ 102498 w 945580"/>
                <a:gd name="csY149" fmla="*/ 242378 h 802434"/>
                <a:gd name="csX150" fmla="*/ 93492 w 945580"/>
                <a:gd name="csY150" fmla="*/ 256862 h 802434"/>
                <a:gd name="csX151" fmla="*/ 92828 w 945580"/>
                <a:gd name="csY151" fmla="*/ 257918 h 802434"/>
                <a:gd name="csX152" fmla="*/ 83362 w 945580"/>
                <a:gd name="csY152" fmla="*/ 273459 h 802434"/>
                <a:gd name="csX153" fmla="*/ 74627 w 945580"/>
                <a:gd name="csY153" fmla="*/ 288999 h 802434"/>
                <a:gd name="csX154" fmla="*/ 68343 w 945580"/>
                <a:gd name="csY154" fmla="*/ 301008 h 802434"/>
                <a:gd name="csX155" fmla="*/ 66441 w 945580"/>
                <a:gd name="csY155" fmla="*/ 304539 h 802434"/>
                <a:gd name="csX156" fmla="*/ 58459 w 945580"/>
                <a:gd name="csY156" fmla="*/ 320078 h 802434"/>
                <a:gd name="csX157" fmla="*/ 51133 w 945580"/>
                <a:gd name="csY157" fmla="*/ 335619 h 802434"/>
                <a:gd name="csX158" fmla="*/ 44425 w 945580"/>
                <a:gd name="csY158" fmla="*/ 351159 h 802434"/>
                <a:gd name="csX159" fmla="*/ 43193 w 945580"/>
                <a:gd name="csY159" fmla="*/ 354193 h 802434"/>
                <a:gd name="csX160" fmla="*/ 37860 w 945580"/>
                <a:gd name="csY160" fmla="*/ 366699 h 802434"/>
                <a:gd name="csX161" fmla="*/ 31794 w 945580"/>
                <a:gd name="csY161" fmla="*/ 382240 h 802434"/>
                <a:gd name="csX162" fmla="*/ 26314 w 945580"/>
                <a:gd name="csY162" fmla="*/ 397779 h 802434"/>
                <a:gd name="csX163" fmla="*/ 21399 w 945580"/>
                <a:gd name="csY163" fmla="*/ 413319 h 802434"/>
                <a:gd name="csX164" fmla="*/ 18044 w 945580"/>
                <a:gd name="csY164" fmla="*/ 425185 h 802434"/>
                <a:gd name="csX165" fmla="*/ 16930 w 945580"/>
                <a:gd name="csY165" fmla="*/ 428859 h 802434"/>
                <a:gd name="csX166" fmla="*/ 12705 w 945580"/>
                <a:gd name="csY166" fmla="*/ 444400 h 802434"/>
                <a:gd name="csX167" fmla="*/ 9069 w 945580"/>
                <a:gd name="csY167" fmla="*/ 459940 h 802434"/>
                <a:gd name="csX168" fmla="*/ 6021 w 945580"/>
                <a:gd name="csY168" fmla="*/ 475483 h 802434"/>
                <a:gd name="csX169" fmla="*/ 3569 w 945580"/>
                <a:gd name="csY169" fmla="*/ 491018 h 802434"/>
                <a:gd name="csX170" fmla="*/ 1730 w 945580"/>
                <a:gd name="csY170" fmla="*/ 506554 h 802434"/>
                <a:gd name="csX171" fmla="*/ 527 w 945580"/>
                <a:gd name="csY171" fmla="*/ 522101 h 802434"/>
                <a:gd name="csX172" fmla="*/ 0 w 945580"/>
                <a:gd name="csY172" fmla="*/ 537637 h 802434"/>
                <a:gd name="csX173" fmla="*/ 202 w 945580"/>
                <a:gd name="csY173" fmla="*/ 553184 h 802434"/>
                <a:gd name="csX174" fmla="*/ 1202 w 945580"/>
                <a:gd name="csY174" fmla="*/ 568720 h 802434"/>
                <a:gd name="csX175" fmla="*/ 3097 w 945580"/>
                <a:gd name="csY175" fmla="*/ 584255 h 802434"/>
                <a:gd name="csX176" fmla="*/ 6010 w 945580"/>
                <a:gd name="csY176" fmla="*/ 599803 h 802434"/>
                <a:gd name="csX177" fmla="*/ 10110 w 945580"/>
                <a:gd name="csY177" fmla="*/ 615338 h 802434"/>
                <a:gd name="csX178" fmla="*/ 15619 w 945580"/>
                <a:gd name="csY178" fmla="*/ 630886 h 8024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</a:cxnLst>
              <a:rect l="l" t="t" r="r" b="b"/>
              <a:pathLst>
                <a:path w="945580" h="802434">
                  <a:moveTo>
                    <a:pt x="15619" y="630886"/>
                  </a:moveTo>
                  <a:lnTo>
                    <a:pt x="18044" y="636248"/>
                  </a:lnTo>
                  <a:lnTo>
                    <a:pt x="22386" y="646421"/>
                  </a:lnTo>
                  <a:lnTo>
                    <a:pt x="30845" y="661957"/>
                  </a:lnTo>
                  <a:lnTo>
                    <a:pt x="41735" y="677504"/>
                  </a:lnTo>
                  <a:lnTo>
                    <a:pt x="43193" y="679229"/>
                  </a:lnTo>
                  <a:lnTo>
                    <a:pt x="54740" y="693040"/>
                  </a:lnTo>
                  <a:lnTo>
                    <a:pt x="68343" y="705865"/>
                  </a:lnTo>
                  <a:lnTo>
                    <a:pt x="71262" y="708575"/>
                  </a:lnTo>
                  <a:lnTo>
                    <a:pt x="91738" y="724123"/>
                  </a:lnTo>
                  <a:lnTo>
                    <a:pt x="93492" y="725238"/>
                  </a:lnTo>
                  <a:lnTo>
                    <a:pt x="117673" y="739658"/>
                  </a:lnTo>
                  <a:lnTo>
                    <a:pt x="118642" y="740151"/>
                  </a:lnTo>
                  <a:lnTo>
                    <a:pt x="143791" y="752026"/>
                  </a:lnTo>
                  <a:lnTo>
                    <a:pt x="151326" y="755206"/>
                  </a:lnTo>
                  <a:lnTo>
                    <a:pt x="168940" y="761765"/>
                  </a:lnTo>
                  <a:lnTo>
                    <a:pt x="194090" y="769815"/>
                  </a:lnTo>
                  <a:lnTo>
                    <a:pt x="197327" y="770742"/>
                  </a:lnTo>
                  <a:lnTo>
                    <a:pt x="219239" y="776561"/>
                  </a:lnTo>
                  <a:lnTo>
                    <a:pt x="244389" y="782170"/>
                  </a:lnTo>
                  <a:lnTo>
                    <a:pt x="266387" y="786277"/>
                  </a:lnTo>
                  <a:lnTo>
                    <a:pt x="269538" y="786852"/>
                  </a:lnTo>
                  <a:lnTo>
                    <a:pt x="294687" y="790853"/>
                  </a:lnTo>
                  <a:lnTo>
                    <a:pt x="319837" y="794127"/>
                  </a:lnTo>
                  <a:lnTo>
                    <a:pt x="344986" y="796755"/>
                  </a:lnTo>
                  <a:lnTo>
                    <a:pt x="370135" y="798832"/>
                  </a:lnTo>
                  <a:lnTo>
                    <a:pt x="395285" y="800393"/>
                  </a:lnTo>
                  <a:lnTo>
                    <a:pt x="420434" y="801484"/>
                  </a:lnTo>
                  <a:lnTo>
                    <a:pt x="433038" y="801824"/>
                  </a:lnTo>
                  <a:lnTo>
                    <a:pt x="445589" y="802176"/>
                  </a:lnTo>
                  <a:lnTo>
                    <a:pt x="470735" y="802435"/>
                  </a:lnTo>
                  <a:lnTo>
                    <a:pt x="495881" y="802247"/>
                  </a:lnTo>
                  <a:lnTo>
                    <a:pt x="512906" y="801824"/>
                  </a:lnTo>
                  <a:lnTo>
                    <a:pt x="521026" y="801625"/>
                  </a:lnTo>
                  <a:lnTo>
                    <a:pt x="546184" y="800604"/>
                  </a:lnTo>
                  <a:lnTo>
                    <a:pt x="571329" y="799126"/>
                  </a:lnTo>
                  <a:lnTo>
                    <a:pt x="596475" y="797143"/>
                  </a:lnTo>
                  <a:lnTo>
                    <a:pt x="621632" y="794608"/>
                  </a:lnTo>
                  <a:lnTo>
                    <a:pt x="646778" y="791452"/>
                  </a:lnTo>
                  <a:lnTo>
                    <a:pt x="671924" y="787580"/>
                  </a:lnTo>
                  <a:lnTo>
                    <a:pt x="679257" y="786277"/>
                  </a:lnTo>
                  <a:lnTo>
                    <a:pt x="697081" y="783027"/>
                  </a:lnTo>
                  <a:lnTo>
                    <a:pt x="722227" y="777582"/>
                  </a:lnTo>
                  <a:lnTo>
                    <a:pt x="747372" y="771035"/>
                  </a:lnTo>
                  <a:lnTo>
                    <a:pt x="748381" y="770742"/>
                  </a:lnTo>
                  <a:lnTo>
                    <a:pt x="772530" y="763232"/>
                  </a:lnTo>
                  <a:lnTo>
                    <a:pt x="794343" y="755206"/>
                  </a:lnTo>
                  <a:lnTo>
                    <a:pt x="797675" y="753821"/>
                  </a:lnTo>
                  <a:lnTo>
                    <a:pt x="822821" y="742310"/>
                  </a:lnTo>
                  <a:lnTo>
                    <a:pt x="828113" y="739658"/>
                  </a:lnTo>
                  <a:lnTo>
                    <a:pt x="847978" y="727960"/>
                  </a:lnTo>
                  <a:lnTo>
                    <a:pt x="854068" y="724123"/>
                  </a:lnTo>
                  <a:lnTo>
                    <a:pt x="873124" y="709585"/>
                  </a:lnTo>
                  <a:lnTo>
                    <a:pt x="874403" y="708575"/>
                  </a:lnTo>
                  <a:lnTo>
                    <a:pt x="890924" y="693040"/>
                  </a:lnTo>
                  <a:lnTo>
                    <a:pt x="898270" y="684345"/>
                  </a:lnTo>
                  <a:lnTo>
                    <a:pt x="904113" y="677504"/>
                  </a:lnTo>
                  <a:lnTo>
                    <a:pt x="914838" y="661957"/>
                  </a:lnTo>
                  <a:lnTo>
                    <a:pt x="923157" y="646421"/>
                  </a:lnTo>
                  <a:lnTo>
                    <a:pt x="923427" y="645811"/>
                  </a:lnTo>
                  <a:lnTo>
                    <a:pt x="930233" y="630886"/>
                  </a:lnTo>
                  <a:lnTo>
                    <a:pt x="935642" y="615338"/>
                  </a:lnTo>
                  <a:lnTo>
                    <a:pt x="939667" y="599803"/>
                  </a:lnTo>
                  <a:lnTo>
                    <a:pt x="942530" y="584255"/>
                  </a:lnTo>
                  <a:lnTo>
                    <a:pt x="944395" y="568720"/>
                  </a:lnTo>
                  <a:lnTo>
                    <a:pt x="945381" y="553184"/>
                  </a:lnTo>
                  <a:lnTo>
                    <a:pt x="945580" y="537637"/>
                  </a:lnTo>
                  <a:lnTo>
                    <a:pt x="945053" y="522101"/>
                  </a:lnTo>
                  <a:lnTo>
                    <a:pt x="943879" y="506554"/>
                  </a:lnTo>
                  <a:lnTo>
                    <a:pt x="942072" y="491018"/>
                  </a:lnTo>
                  <a:lnTo>
                    <a:pt x="939655" y="475483"/>
                  </a:lnTo>
                  <a:lnTo>
                    <a:pt x="936663" y="459940"/>
                  </a:lnTo>
                  <a:lnTo>
                    <a:pt x="933096" y="444400"/>
                  </a:lnTo>
                  <a:lnTo>
                    <a:pt x="928942" y="428859"/>
                  </a:lnTo>
                  <a:lnTo>
                    <a:pt x="924201" y="413319"/>
                  </a:lnTo>
                  <a:lnTo>
                    <a:pt x="923427" y="410977"/>
                  </a:lnTo>
                  <a:lnTo>
                    <a:pt x="919297" y="397779"/>
                  </a:lnTo>
                  <a:lnTo>
                    <a:pt x="913899" y="382240"/>
                  </a:lnTo>
                  <a:lnTo>
                    <a:pt x="907927" y="366699"/>
                  </a:lnTo>
                  <a:lnTo>
                    <a:pt x="901356" y="351159"/>
                  </a:lnTo>
                  <a:lnTo>
                    <a:pt x="898270" y="344369"/>
                  </a:lnTo>
                  <a:lnTo>
                    <a:pt x="894480" y="335619"/>
                  </a:lnTo>
                  <a:lnTo>
                    <a:pt x="887252" y="320078"/>
                  </a:lnTo>
                  <a:lnTo>
                    <a:pt x="879378" y="304539"/>
                  </a:lnTo>
                  <a:lnTo>
                    <a:pt x="873124" y="293042"/>
                  </a:lnTo>
                  <a:lnTo>
                    <a:pt x="870988" y="288999"/>
                  </a:lnTo>
                  <a:lnTo>
                    <a:pt x="862352" y="273459"/>
                  </a:lnTo>
                  <a:lnTo>
                    <a:pt x="852989" y="257918"/>
                  </a:lnTo>
                  <a:lnTo>
                    <a:pt x="847978" y="250035"/>
                  </a:lnTo>
                  <a:lnTo>
                    <a:pt x="843156" y="242378"/>
                  </a:lnTo>
                  <a:lnTo>
                    <a:pt x="832830" y="226839"/>
                  </a:lnTo>
                  <a:lnTo>
                    <a:pt x="822821" y="212824"/>
                  </a:lnTo>
                  <a:lnTo>
                    <a:pt x="821730" y="211298"/>
                  </a:lnTo>
                  <a:lnTo>
                    <a:pt x="810219" y="195758"/>
                  </a:lnTo>
                  <a:lnTo>
                    <a:pt x="797793" y="180218"/>
                  </a:lnTo>
                  <a:lnTo>
                    <a:pt x="797675" y="180070"/>
                  </a:lnTo>
                  <a:lnTo>
                    <a:pt x="784803" y="164678"/>
                  </a:lnTo>
                  <a:lnTo>
                    <a:pt x="772530" y="150978"/>
                  </a:lnTo>
                  <a:lnTo>
                    <a:pt x="770805" y="149138"/>
                  </a:lnTo>
                  <a:lnTo>
                    <a:pt x="755938" y="133598"/>
                  </a:lnTo>
                  <a:lnTo>
                    <a:pt x="747372" y="125090"/>
                  </a:lnTo>
                  <a:lnTo>
                    <a:pt x="739886" y="118058"/>
                  </a:lnTo>
                  <a:lnTo>
                    <a:pt x="722567" y="102517"/>
                  </a:lnTo>
                  <a:lnTo>
                    <a:pt x="722227" y="102218"/>
                  </a:lnTo>
                  <a:lnTo>
                    <a:pt x="703570" y="86977"/>
                  </a:lnTo>
                  <a:lnTo>
                    <a:pt x="697081" y="81853"/>
                  </a:lnTo>
                  <a:lnTo>
                    <a:pt x="682519" y="71438"/>
                  </a:lnTo>
                  <a:lnTo>
                    <a:pt x="671924" y="64029"/>
                  </a:lnTo>
                  <a:lnTo>
                    <a:pt x="658782" y="55898"/>
                  </a:lnTo>
                  <a:lnTo>
                    <a:pt x="646778" y="48564"/>
                  </a:lnTo>
                  <a:lnTo>
                    <a:pt x="631172" y="40357"/>
                  </a:lnTo>
                  <a:lnTo>
                    <a:pt x="621632" y="35359"/>
                  </a:lnTo>
                  <a:lnTo>
                    <a:pt x="597449" y="24817"/>
                  </a:lnTo>
                  <a:lnTo>
                    <a:pt x="596475" y="24391"/>
                  </a:lnTo>
                  <a:lnTo>
                    <a:pt x="571329" y="15367"/>
                  </a:lnTo>
                  <a:lnTo>
                    <a:pt x="548718" y="9278"/>
                  </a:lnTo>
                  <a:lnTo>
                    <a:pt x="546184" y="8579"/>
                  </a:lnTo>
                  <a:lnTo>
                    <a:pt x="521026" y="3661"/>
                  </a:lnTo>
                  <a:lnTo>
                    <a:pt x="495881" y="826"/>
                  </a:lnTo>
                  <a:lnTo>
                    <a:pt x="470735" y="0"/>
                  </a:lnTo>
                  <a:lnTo>
                    <a:pt x="445589" y="1162"/>
                  </a:lnTo>
                  <a:lnTo>
                    <a:pt x="420434" y="4341"/>
                  </a:lnTo>
                  <a:lnTo>
                    <a:pt x="396889" y="9278"/>
                  </a:lnTo>
                  <a:lnTo>
                    <a:pt x="395285" y="9603"/>
                  </a:lnTo>
                  <a:lnTo>
                    <a:pt x="370135" y="16723"/>
                  </a:lnTo>
                  <a:lnTo>
                    <a:pt x="348431" y="24817"/>
                  </a:lnTo>
                  <a:lnTo>
                    <a:pt x="344986" y="26084"/>
                  </a:lnTo>
                  <a:lnTo>
                    <a:pt x="319837" y="37461"/>
                  </a:lnTo>
                  <a:lnTo>
                    <a:pt x="314447" y="40357"/>
                  </a:lnTo>
                  <a:lnTo>
                    <a:pt x="294687" y="51026"/>
                  </a:lnTo>
                  <a:lnTo>
                    <a:pt x="286881" y="55898"/>
                  </a:lnTo>
                  <a:lnTo>
                    <a:pt x="269538" y="66882"/>
                  </a:lnTo>
                  <a:lnTo>
                    <a:pt x="263146" y="71438"/>
                  </a:lnTo>
                  <a:lnTo>
                    <a:pt x="244389" y="85141"/>
                  </a:lnTo>
                  <a:lnTo>
                    <a:pt x="242102" y="86977"/>
                  </a:lnTo>
                  <a:lnTo>
                    <a:pt x="223174" y="102517"/>
                  </a:lnTo>
                  <a:lnTo>
                    <a:pt x="219239" y="105845"/>
                  </a:lnTo>
                  <a:lnTo>
                    <a:pt x="205822" y="118058"/>
                  </a:lnTo>
                  <a:lnTo>
                    <a:pt x="194090" y="129253"/>
                  </a:lnTo>
                  <a:lnTo>
                    <a:pt x="189781" y="133598"/>
                  </a:lnTo>
                  <a:lnTo>
                    <a:pt x="174877" y="149138"/>
                  </a:lnTo>
                  <a:lnTo>
                    <a:pt x="168940" y="155603"/>
                  </a:lnTo>
                  <a:lnTo>
                    <a:pt x="160910" y="164678"/>
                  </a:lnTo>
                  <a:lnTo>
                    <a:pt x="147863" y="180218"/>
                  </a:lnTo>
                  <a:lnTo>
                    <a:pt x="143791" y="185266"/>
                  </a:lnTo>
                  <a:lnTo>
                    <a:pt x="135494" y="195758"/>
                  </a:lnTo>
                  <a:lnTo>
                    <a:pt x="123909" y="211298"/>
                  </a:lnTo>
                  <a:lnTo>
                    <a:pt x="118642" y="218730"/>
                  </a:lnTo>
                  <a:lnTo>
                    <a:pt x="112914" y="226839"/>
                  </a:lnTo>
                  <a:lnTo>
                    <a:pt x="102498" y="242378"/>
                  </a:lnTo>
                  <a:lnTo>
                    <a:pt x="93492" y="256862"/>
                  </a:lnTo>
                  <a:lnTo>
                    <a:pt x="92828" y="257918"/>
                  </a:lnTo>
                  <a:lnTo>
                    <a:pt x="83362" y="273459"/>
                  </a:lnTo>
                  <a:lnTo>
                    <a:pt x="74627" y="288999"/>
                  </a:lnTo>
                  <a:lnTo>
                    <a:pt x="68343" y="301008"/>
                  </a:lnTo>
                  <a:lnTo>
                    <a:pt x="66441" y="304539"/>
                  </a:lnTo>
                  <a:lnTo>
                    <a:pt x="58459" y="320078"/>
                  </a:lnTo>
                  <a:lnTo>
                    <a:pt x="51133" y="335619"/>
                  </a:lnTo>
                  <a:lnTo>
                    <a:pt x="44425" y="351159"/>
                  </a:lnTo>
                  <a:lnTo>
                    <a:pt x="43193" y="354193"/>
                  </a:lnTo>
                  <a:lnTo>
                    <a:pt x="37860" y="366699"/>
                  </a:lnTo>
                  <a:lnTo>
                    <a:pt x="31794" y="382240"/>
                  </a:lnTo>
                  <a:lnTo>
                    <a:pt x="26314" y="397779"/>
                  </a:lnTo>
                  <a:lnTo>
                    <a:pt x="21399" y="413319"/>
                  </a:lnTo>
                  <a:lnTo>
                    <a:pt x="18044" y="425185"/>
                  </a:lnTo>
                  <a:lnTo>
                    <a:pt x="16930" y="428859"/>
                  </a:lnTo>
                  <a:lnTo>
                    <a:pt x="12705" y="444400"/>
                  </a:lnTo>
                  <a:lnTo>
                    <a:pt x="9069" y="459940"/>
                  </a:lnTo>
                  <a:lnTo>
                    <a:pt x="6021" y="475483"/>
                  </a:lnTo>
                  <a:lnTo>
                    <a:pt x="3569" y="491018"/>
                  </a:lnTo>
                  <a:lnTo>
                    <a:pt x="1730" y="506554"/>
                  </a:lnTo>
                  <a:lnTo>
                    <a:pt x="527" y="522101"/>
                  </a:lnTo>
                  <a:lnTo>
                    <a:pt x="0" y="537637"/>
                  </a:lnTo>
                  <a:lnTo>
                    <a:pt x="202" y="553184"/>
                  </a:lnTo>
                  <a:lnTo>
                    <a:pt x="1202" y="568720"/>
                  </a:lnTo>
                  <a:lnTo>
                    <a:pt x="3097" y="584255"/>
                  </a:lnTo>
                  <a:lnTo>
                    <a:pt x="6010" y="599803"/>
                  </a:lnTo>
                  <a:lnTo>
                    <a:pt x="10110" y="615338"/>
                  </a:lnTo>
                  <a:lnTo>
                    <a:pt x="15619" y="630886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1A76A96B-D79B-4F8B-1567-231432EC4BFE}"/>
                </a:ext>
              </a:extLst>
            </p:cNvPr>
            <p:cNvSpPr/>
            <p:nvPr/>
          </p:nvSpPr>
          <p:spPr>
            <a:xfrm>
              <a:off x="7038780" y="3804311"/>
              <a:ext cx="807926" cy="679746"/>
            </a:xfrm>
            <a:custGeom>
              <a:avLst/>
              <a:gdLst>
                <a:gd name="csX0" fmla="*/ 18060 w 807926"/>
                <a:gd name="csY0" fmla="*/ 532123 h 679746"/>
                <a:gd name="csX1" fmla="*/ 24551 w 807926"/>
                <a:gd name="csY1" fmla="*/ 544315 h 679746"/>
                <a:gd name="csX2" fmla="*/ 26293 w 807926"/>
                <a:gd name="csY2" fmla="*/ 547659 h 679746"/>
                <a:gd name="csX3" fmla="*/ 36436 w 807926"/>
                <a:gd name="csY3" fmla="*/ 563194 h 679746"/>
                <a:gd name="csX4" fmla="*/ 49498 w 807926"/>
                <a:gd name="csY4" fmla="*/ 578742 h 679746"/>
                <a:gd name="csX5" fmla="*/ 49701 w 807926"/>
                <a:gd name="csY5" fmla="*/ 578941 h 679746"/>
                <a:gd name="csX6" fmla="*/ 65556 w 807926"/>
                <a:gd name="csY6" fmla="*/ 594277 h 679746"/>
                <a:gd name="csX7" fmla="*/ 74850 w 807926"/>
                <a:gd name="csY7" fmla="*/ 601552 h 679746"/>
                <a:gd name="csX8" fmla="*/ 86024 w 807926"/>
                <a:gd name="csY8" fmla="*/ 609813 h 679746"/>
                <a:gd name="csX9" fmla="*/ 99999 w 807926"/>
                <a:gd name="csY9" fmla="*/ 618414 h 679746"/>
                <a:gd name="csX10" fmla="*/ 112318 w 807926"/>
                <a:gd name="csY10" fmla="*/ 625360 h 679746"/>
                <a:gd name="csX11" fmla="*/ 125149 w 807926"/>
                <a:gd name="csY11" fmla="*/ 631544 h 679746"/>
                <a:gd name="csX12" fmla="*/ 147151 w 807926"/>
                <a:gd name="csY12" fmla="*/ 640896 h 679746"/>
                <a:gd name="csX13" fmla="*/ 150298 w 807926"/>
                <a:gd name="csY13" fmla="*/ 642081 h 679746"/>
                <a:gd name="csX14" fmla="*/ 175448 w 807926"/>
                <a:gd name="csY14" fmla="*/ 650541 h 679746"/>
                <a:gd name="csX15" fmla="*/ 196324 w 807926"/>
                <a:gd name="csY15" fmla="*/ 656443 h 679746"/>
                <a:gd name="csX16" fmla="*/ 200597 w 807926"/>
                <a:gd name="csY16" fmla="*/ 657546 h 679746"/>
                <a:gd name="csX17" fmla="*/ 225746 w 807926"/>
                <a:gd name="csY17" fmla="*/ 663237 h 679746"/>
                <a:gd name="csX18" fmla="*/ 250896 w 807926"/>
                <a:gd name="csY18" fmla="*/ 667895 h 679746"/>
                <a:gd name="csX19" fmla="*/ 276045 w 807926"/>
                <a:gd name="csY19" fmla="*/ 671650 h 679746"/>
                <a:gd name="csX20" fmla="*/ 278765 w 807926"/>
                <a:gd name="csY20" fmla="*/ 671979 h 679746"/>
                <a:gd name="csX21" fmla="*/ 301194 w 807926"/>
                <a:gd name="csY21" fmla="*/ 674619 h 679746"/>
                <a:gd name="csX22" fmla="*/ 326344 w 807926"/>
                <a:gd name="csY22" fmla="*/ 676872 h 679746"/>
                <a:gd name="csX23" fmla="*/ 351493 w 807926"/>
                <a:gd name="csY23" fmla="*/ 678456 h 679746"/>
                <a:gd name="csX24" fmla="*/ 376648 w 807926"/>
                <a:gd name="csY24" fmla="*/ 679406 h 679746"/>
                <a:gd name="csX25" fmla="*/ 401794 w 807926"/>
                <a:gd name="csY25" fmla="*/ 679747 h 679746"/>
                <a:gd name="csX26" fmla="*/ 426940 w 807926"/>
                <a:gd name="csY26" fmla="*/ 679500 h 679746"/>
                <a:gd name="csX27" fmla="*/ 452085 w 807926"/>
                <a:gd name="csY27" fmla="*/ 678655 h 679746"/>
                <a:gd name="csX28" fmla="*/ 477243 w 807926"/>
                <a:gd name="csY28" fmla="*/ 677189 h 679746"/>
                <a:gd name="csX29" fmla="*/ 502388 w 807926"/>
                <a:gd name="csY29" fmla="*/ 675053 h 679746"/>
                <a:gd name="csX30" fmla="*/ 527534 w 807926"/>
                <a:gd name="csY30" fmla="*/ 672202 h 679746"/>
                <a:gd name="csX31" fmla="*/ 529142 w 807926"/>
                <a:gd name="csY31" fmla="*/ 671979 h 679746"/>
                <a:gd name="csX32" fmla="*/ 552691 w 807926"/>
                <a:gd name="csY32" fmla="*/ 668588 h 679746"/>
                <a:gd name="csX33" fmla="*/ 577837 w 807926"/>
                <a:gd name="csY33" fmla="*/ 664094 h 679746"/>
                <a:gd name="csX34" fmla="*/ 602983 w 807926"/>
                <a:gd name="csY34" fmla="*/ 658579 h 679746"/>
                <a:gd name="csX35" fmla="*/ 611443 w 807926"/>
                <a:gd name="csY35" fmla="*/ 656443 h 679746"/>
                <a:gd name="csX36" fmla="*/ 628140 w 807926"/>
                <a:gd name="csY36" fmla="*/ 651820 h 679746"/>
                <a:gd name="csX37" fmla="*/ 653286 w 807926"/>
                <a:gd name="csY37" fmla="*/ 643618 h 679746"/>
                <a:gd name="csX38" fmla="*/ 660666 w 807926"/>
                <a:gd name="csY38" fmla="*/ 640896 h 679746"/>
                <a:gd name="csX39" fmla="*/ 678431 w 807926"/>
                <a:gd name="csY39" fmla="*/ 633468 h 679746"/>
                <a:gd name="csX40" fmla="*/ 695492 w 807926"/>
                <a:gd name="csY40" fmla="*/ 625360 h 679746"/>
                <a:gd name="csX41" fmla="*/ 703589 w 807926"/>
                <a:gd name="csY41" fmla="*/ 620866 h 679746"/>
                <a:gd name="csX42" fmla="*/ 721776 w 807926"/>
                <a:gd name="csY42" fmla="*/ 609813 h 679746"/>
                <a:gd name="csX43" fmla="*/ 728734 w 807926"/>
                <a:gd name="csY43" fmla="*/ 604744 h 679746"/>
                <a:gd name="csX44" fmla="*/ 742275 w 807926"/>
                <a:gd name="csY44" fmla="*/ 594277 h 679746"/>
                <a:gd name="csX45" fmla="*/ 753880 w 807926"/>
                <a:gd name="csY45" fmla="*/ 583189 h 679746"/>
                <a:gd name="csX46" fmla="*/ 758421 w 807926"/>
                <a:gd name="csY46" fmla="*/ 578742 h 679746"/>
                <a:gd name="csX47" fmla="*/ 771363 w 807926"/>
                <a:gd name="csY47" fmla="*/ 563194 h 679746"/>
                <a:gd name="csX48" fmla="*/ 779037 w 807926"/>
                <a:gd name="csY48" fmla="*/ 551484 h 679746"/>
                <a:gd name="csX49" fmla="*/ 781560 w 807926"/>
                <a:gd name="csY49" fmla="*/ 547659 h 679746"/>
                <a:gd name="csX50" fmla="*/ 789809 w 807926"/>
                <a:gd name="csY50" fmla="*/ 532123 h 679746"/>
                <a:gd name="csX51" fmla="*/ 796110 w 807926"/>
                <a:gd name="csY51" fmla="*/ 516576 h 679746"/>
                <a:gd name="csX52" fmla="*/ 800792 w 807926"/>
                <a:gd name="csY52" fmla="*/ 501040 h 679746"/>
                <a:gd name="csX53" fmla="*/ 804124 w 807926"/>
                <a:gd name="csY53" fmla="*/ 485493 h 679746"/>
                <a:gd name="csX54" fmla="*/ 804183 w 807926"/>
                <a:gd name="csY54" fmla="*/ 485082 h 679746"/>
                <a:gd name="csX55" fmla="*/ 806448 w 807926"/>
                <a:gd name="csY55" fmla="*/ 469957 h 679746"/>
                <a:gd name="csX56" fmla="*/ 807680 w 807926"/>
                <a:gd name="csY56" fmla="*/ 454422 h 679746"/>
                <a:gd name="csX57" fmla="*/ 807926 w 807926"/>
                <a:gd name="csY57" fmla="*/ 438874 h 679746"/>
                <a:gd name="csX58" fmla="*/ 807281 w 807926"/>
                <a:gd name="csY58" fmla="*/ 423339 h 679746"/>
                <a:gd name="csX59" fmla="*/ 805802 w 807926"/>
                <a:gd name="csY59" fmla="*/ 407791 h 679746"/>
                <a:gd name="csX60" fmla="*/ 804183 w 807926"/>
                <a:gd name="csY60" fmla="*/ 396644 h 679746"/>
                <a:gd name="csX61" fmla="*/ 803584 w 807926"/>
                <a:gd name="csY61" fmla="*/ 392256 h 679746"/>
                <a:gd name="csX62" fmla="*/ 800780 w 807926"/>
                <a:gd name="csY62" fmla="*/ 376720 h 679746"/>
                <a:gd name="csX63" fmla="*/ 797295 w 807926"/>
                <a:gd name="csY63" fmla="*/ 361177 h 679746"/>
                <a:gd name="csX64" fmla="*/ 793141 w 807926"/>
                <a:gd name="csY64" fmla="*/ 345637 h 679746"/>
                <a:gd name="csX65" fmla="*/ 788307 w 807926"/>
                <a:gd name="csY65" fmla="*/ 330097 h 679746"/>
                <a:gd name="csX66" fmla="*/ 782804 w 807926"/>
                <a:gd name="csY66" fmla="*/ 314556 h 679746"/>
                <a:gd name="csX67" fmla="*/ 779037 w 807926"/>
                <a:gd name="csY67" fmla="*/ 304997 h 679746"/>
                <a:gd name="csX68" fmla="*/ 776737 w 807926"/>
                <a:gd name="csY68" fmla="*/ 299016 h 679746"/>
                <a:gd name="csX69" fmla="*/ 770225 w 807926"/>
                <a:gd name="csY69" fmla="*/ 283477 h 679746"/>
                <a:gd name="csX70" fmla="*/ 763021 w 807926"/>
                <a:gd name="csY70" fmla="*/ 267937 h 679746"/>
                <a:gd name="csX71" fmla="*/ 755089 w 807926"/>
                <a:gd name="csY71" fmla="*/ 252396 h 679746"/>
                <a:gd name="csX72" fmla="*/ 753880 w 807926"/>
                <a:gd name="csY72" fmla="*/ 250168 h 679746"/>
                <a:gd name="csX73" fmla="*/ 746734 w 807926"/>
                <a:gd name="csY73" fmla="*/ 236856 h 679746"/>
                <a:gd name="csX74" fmla="*/ 737676 w 807926"/>
                <a:gd name="csY74" fmla="*/ 221316 h 679746"/>
                <a:gd name="csX75" fmla="*/ 728734 w 807926"/>
                <a:gd name="csY75" fmla="*/ 207195 h 679746"/>
                <a:gd name="csX76" fmla="*/ 727831 w 807926"/>
                <a:gd name="csY76" fmla="*/ 205777 h 679746"/>
                <a:gd name="csX77" fmla="*/ 717435 w 807926"/>
                <a:gd name="csY77" fmla="*/ 190236 h 679746"/>
                <a:gd name="csX78" fmla="*/ 706158 w 807926"/>
                <a:gd name="csY78" fmla="*/ 174696 h 679746"/>
                <a:gd name="csX79" fmla="*/ 703589 w 807926"/>
                <a:gd name="csY79" fmla="*/ 171288 h 679746"/>
                <a:gd name="csX80" fmla="*/ 694119 w 807926"/>
                <a:gd name="csY80" fmla="*/ 159156 h 679746"/>
                <a:gd name="csX81" fmla="*/ 681118 w 807926"/>
                <a:gd name="csY81" fmla="*/ 143615 h 679746"/>
                <a:gd name="csX82" fmla="*/ 678431 w 807926"/>
                <a:gd name="csY82" fmla="*/ 140525 h 679746"/>
                <a:gd name="csX83" fmla="*/ 667073 w 807926"/>
                <a:gd name="csY83" fmla="*/ 128076 h 679746"/>
                <a:gd name="csX84" fmla="*/ 653286 w 807926"/>
                <a:gd name="csY84" fmla="*/ 113889 h 679746"/>
                <a:gd name="csX85" fmla="*/ 651878 w 807926"/>
                <a:gd name="csY85" fmla="*/ 112536 h 679746"/>
                <a:gd name="csX86" fmla="*/ 635204 w 807926"/>
                <a:gd name="csY86" fmla="*/ 96996 h 679746"/>
                <a:gd name="csX87" fmla="*/ 628140 w 807926"/>
                <a:gd name="csY87" fmla="*/ 90687 h 679746"/>
                <a:gd name="csX88" fmla="*/ 616793 w 807926"/>
                <a:gd name="csY88" fmla="*/ 81455 h 679746"/>
                <a:gd name="csX89" fmla="*/ 602983 w 807926"/>
                <a:gd name="csY89" fmla="*/ 70625 h 679746"/>
                <a:gd name="csX90" fmla="*/ 596247 w 807926"/>
                <a:gd name="csY90" fmla="*/ 65915 h 679746"/>
                <a:gd name="csX91" fmla="*/ 577837 w 807926"/>
                <a:gd name="csY91" fmla="*/ 53384 h 679746"/>
                <a:gd name="csX92" fmla="*/ 572733 w 807926"/>
                <a:gd name="csY92" fmla="*/ 50376 h 679746"/>
                <a:gd name="csX93" fmla="*/ 552691 w 807926"/>
                <a:gd name="csY93" fmla="*/ 38735 h 679746"/>
                <a:gd name="csX94" fmla="*/ 544665 w 807926"/>
                <a:gd name="csY94" fmla="*/ 34836 h 679746"/>
                <a:gd name="csX95" fmla="*/ 527534 w 807926"/>
                <a:gd name="csY95" fmla="*/ 26548 h 679746"/>
                <a:gd name="csX96" fmla="*/ 508830 w 807926"/>
                <a:gd name="csY96" fmla="*/ 19295 h 679746"/>
                <a:gd name="csX97" fmla="*/ 502388 w 807926"/>
                <a:gd name="csY97" fmla="*/ 16785 h 679746"/>
                <a:gd name="csX98" fmla="*/ 477243 w 807926"/>
                <a:gd name="csY98" fmla="*/ 9243 h 679746"/>
                <a:gd name="csX99" fmla="*/ 452085 w 807926"/>
                <a:gd name="csY99" fmla="*/ 4039 h 679746"/>
                <a:gd name="csX100" fmla="*/ 449739 w 807926"/>
                <a:gd name="csY100" fmla="*/ 3755 h 679746"/>
                <a:gd name="csX101" fmla="*/ 426940 w 807926"/>
                <a:gd name="csY101" fmla="*/ 914 h 679746"/>
                <a:gd name="csX102" fmla="*/ 401794 w 807926"/>
                <a:gd name="csY102" fmla="*/ 0 h 679746"/>
                <a:gd name="csX103" fmla="*/ 376648 w 807926"/>
                <a:gd name="csY103" fmla="*/ 1286 h 679746"/>
                <a:gd name="csX104" fmla="*/ 358927 w 807926"/>
                <a:gd name="csY104" fmla="*/ 3755 h 679746"/>
                <a:gd name="csX105" fmla="*/ 351493 w 807926"/>
                <a:gd name="csY105" fmla="*/ 4759 h 679746"/>
                <a:gd name="csX106" fmla="*/ 326344 w 807926"/>
                <a:gd name="csY106" fmla="*/ 10346 h 679746"/>
                <a:gd name="csX107" fmla="*/ 301194 w 807926"/>
                <a:gd name="csY107" fmla="*/ 18301 h 679746"/>
                <a:gd name="csX108" fmla="*/ 298736 w 807926"/>
                <a:gd name="csY108" fmla="*/ 19295 h 679746"/>
                <a:gd name="csX109" fmla="*/ 276045 w 807926"/>
                <a:gd name="csY109" fmla="*/ 28434 h 679746"/>
                <a:gd name="csX110" fmla="*/ 263203 w 807926"/>
                <a:gd name="csY110" fmla="*/ 34836 h 679746"/>
                <a:gd name="csX111" fmla="*/ 250896 w 807926"/>
                <a:gd name="csY111" fmla="*/ 41011 h 679746"/>
                <a:gd name="csX112" fmla="*/ 235169 w 807926"/>
                <a:gd name="csY112" fmla="*/ 50376 h 679746"/>
                <a:gd name="csX113" fmla="*/ 225746 w 807926"/>
                <a:gd name="csY113" fmla="*/ 56083 h 679746"/>
                <a:gd name="csX114" fmla="*/ 211612 w 807926"/>
                <a:gd name="csY114" fmla="*/ 65915 h 679746"/>
                <a:gd name="csX115" fmla="*/ 200597 w 807926"/>
                <a:gd name="csY115" fmla="*/ 73795 h 679746"/>
                <a:gd name="csX116" fmla="*/ 191014 w 807926"/>
                <a:gd name="csY116" fmla="*/ 81455 h 679746"/>
                <a:gd name="csX117" fmla="*/ 175448 w 807926"/>
                <a:gd name="csY117" fmla="*/ 94394 h 679746"/>
                <a:gd name="csX118" fmla="*/ 172580 w 807926"/>
                <a:gd name="csY118" fmla="*/ 96996 h 679746"/>
                <a:gd name="csX119" fmla="*/ 155978 w 807926"/>
                <a:gd name="csY119" fmla="*/ 112536 h 679746"/>
                <a:gd name="csX120" fmla="*/ 150298 w 807926"/>
                <a:gd name="csY120" fmla="*/ 118093 h 679746"/>
                <a:gd name="csX121" fmla="*/ 140742 w 807926"/>
                <a:gd name="csY121" fmla="*/ 128076 h 679746"/>
                <a:gd name="csX122" fmla="*/ 126716 w 807926"/>
                <a:gd name="csY122" fmla="*/ 143615 h 679746"/>
                <a:gd name="csX123" fmla="*/ 125149 w 807926"/>
                <a:gd name="csY123" fmla="*/ 145414 h 679746"/>
                <a:gd name="csX124" fmla="*/ 113703 w 807926"/>
                <a:gd name="csY124" fmla="*/ 159156 h 679746"/>
                <a:gd name="csX125" fmla="*/ 101676 w 807926"/>
                <a:gd name="csY125" fmla="*/ 174696 h 679746"/>
                <a:gd name="csX126" fmla="*/ 99999 w 807926"/>
                <a:gd name="csY126" fmla="*/ 176952 h 679746"/>
                <a:gd name="csX127" fmla="*/ 90387 w 807926"/>
                <a:gd name="csY127" fmla="*/ 190236 h 679746"/>
                <a:gd name="csX128" fmla="*/ 79951 w 807926"/>
                <a:gd name="csY128" fmla="*/ 205777 h 679746"/>
                <a:gd name="csX129" fmla="*/ 74850 w 807926"/>
                <a:gd name="csY129" fmla="*/ 213866 h 679746"/>
                <a:gd name="csX130" fmla="*/ 70191 w 807926"/>
                <a:gd name="csY130" fmla="*/ 221316 h 679746"/>
                <a:gd name="csX131" fmla="*/ 61064 w 807926"/>
                <a:gd name="csY131" fmla="*/ 236856 h 679746"/>
                <a:gd name="csX132" fmla="*/ 52707 w 807926"/>
                <a:gd name="csY132" fmla="*/ 252396 h 679746"/>
                <a:gd name="csX133" fmla="*/ 49701 w 807926"/>
                <a:gd name="csY133" fmla="*/ 258385 h 679746"/>
                <a:gd name="csX134" fmla="*/ 44850 w 807926"/>
                <a:gd name="csY134" fmla="*/ 267937 h 679746"/>
                <a:gd name="csX135" fmla="*/ 37575 w 807926"/>
                <a:gd name="csY135" fmla="*/ 283477 h 679746"/>
                <a:gd name="csX136" fmla="*/ 31003 w 807926"/>
                <a:gd name="csY136" fmla="*/ 299016 h 679746"/>
                <a:gd name="csX137" fmla="*/ 25109 w 807926"/>
                <a:gd name="csY137" fmla="*/ 314556 h 679746"/>
                <a:gd name="csX138" fmla="*/ 24551 w 807926"/>
                <a:gd name="csY138" fmla="*/ 316172 h 679746"/>
                <a:gd name="csX139" fmla="*/ 19573 w 807926"/>
                <a:gd name="csY139" fmla="*/ 330097 h 679746"/>
                <a:gd name="csX140" fmla="*/ 14690 w 807926"/>
                <a:gd name="csY140" fmla="*/ 345637 h 679746"/>
                <a:gd name="csX141" fmla="*/ 10485 w 807926"/>
                <a:gd name="csY141" fmla="*/ 361177 h 679746"/>
                <a:gd name="csX142" fmla="*/ 6962 w 807926"/>
                <a:gd name="csY142" fmla="*/ 376720 h 679746"/>
                <a:gd name="csX143" fmla="*/ 4127 w 807926"/>
                <a:gd name="csY143" fmla="*/ 392256 h 679746"/>
                <a:gd name="csX144" fmla="*/ 1999 w 807926"/>
                <a:gd name="csY144" fmla="*/ 407791 h 679746"/>
                <a:gd name="csX145" fmla="*/ 609 w 807926"/>
                <a:gd name="csY145" fmla="*/ 423339 h 679746"/>
                <a:gd name="csX146" fmla="*/ 0 w 807926"/>
                <a:gd name="csY146" fmla="*/ 438874 h 679746"/>
                <a:gd name="csX147" fmla="*/ 232 w 807926"/>
                <a:gd name="csY147" fmla="*/ 454422 h 679746"/>
                <a:gd name="csX148" fmla="*/ 1389 w 807926"/>
                <a:gd name="csY148" fmla="*/ 469957 h 679746"/>
                <a:gd name="csX149" fmla="*/ 3580 w 807926"/>
                <a:gd name="csY149" fmla="*/ 485493 h 679746"/>
                <a:gd name="csX150" fmla="*/ 6949 w 807926"/>
                <a:gd name="csY150" fmla="*/ 501040 h 679746"/>
                <a:gd name="csX151" fmla="*/ 11689 w 807926"/>
                <a:gd name="csY151" fmla="*/ 516576 h 679746"/>
                <a:gd name="csX152" fmla="*/ 18060 w 807926"/>
                <a:gd name="csY152" fmla="*/ 532123 h 6797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07926" h="679746">
                  <a:moveTo>
                    <a:pt x="18060" y="532123"/>
                  </a:moveTo>
                  <a:lnTo>
                    <a:pt x="24551" y="544315"/>
                  </a:lnTo>
                  <a:lnTo>
                    <a:pt x="26293" y="547659"/>
                  </a:lnTo>
                  <a:lnTo>
                    <a:pt x="36436" y="563194"/>
                  </a:lnTo>
                  <a:lnTo>
                    <a:pt x="49498" y="578742"/>
                  </a:lnTo>
                  <a:lnTo>
                    <a:pt x="49701" y="578941"/>
                  </a:lnTo>
                  <a:lnTo>
                    <a:pt x="65556" y="594277"/>
                  </a:lnTo>
                  <a:lnTo>
                    <a:pt x="74850" y="601552"/>
                  </a:lnTo>
                  <a:lnTo>
                    <a:pt x="86024" y="609813"/>
                  </a:lnTo>
                  <a:lnTo>
                    <a:pt x="99999" y="618414"/>
                  </a:lnTo>
                  <a:lnTo>
                    <a:pt x="112318" y="625360"/>
                  </a:lnTo>
                  <a:lnTo>
                    <a:pt x="125149" y="631544"/>
                  </a:lnTo>
                  <a:lnTo>
                    <a:pt x="147151" y="640896"/>
                  </a:lnTo>
                  <a:lnTo>
                    <a:pt x="150298" y="642081"/>
                  </a:lnTo>
                  <a:lnTo>
                    <a:pt x="175448" y="650541"/>
                  </a:lnTo>
                  <a:lnTo>
                    <a:pt x="196324" y="656443"/>
                  </a:lnTo>
                  <a:lnTo>
                    <a:pt x="200597" y="657546"/>
                  </a:lnTo>
                  <a:lnTo>
                    <a:pt x="225746" y="663237"/>
                  </a:lnTo>
                  <a:lnTo>
                    <a:pt x="250896" y="667895"/>
                  </a:lnTo>
                  <a:lnTo>
                    <a:pt x="276045" y="671650"/>
                  </a:lnTo>
                  <a:lnTo>
                    <a:pt x="278765" y="671979"/>
                  </a:lnTo>
                  <a:lnTo>
                    <a:pt x="301194" y="674619"/>
                  </a:lnTo>
                  <a:lnTo>
                    <a:pt x="326344" y="676872"/>
                  </a:lnTo>
                  <a:lnTo>
                    <a:pt x="351493" y="678456"/>
                  </a:lnTo>
                  <a:lnTo>
                    <a:pt x="376648" y="679406"/>
                  </a:lnTo>
                  <a:lnTo>
                    <a:pt x="401794" y="679747"/>
                  </a:lnTo>
                  <a:lnTo>
                    <a:pt x="426940" y="679500"/>
                  </a:lnTo>
                  <a:lnTo>
                    <a:pt x="452085" y="678655"/>
                  </a:lnTo>
                  <a:lnTo>
                    <a:pt x="477243" y="677189"/>
                  </a:lnTo>
                  <a:lnTo>
                    <a:pt x="502388" y="675053"/>
                  </a:lnTo>
                  <a:lnTo>
                    <a:pt x="527534" y="672202"/>
                  </a:lnTo>
                  <a:lnTo>
                    <a:pt x="529142" y="671979"/>
                  </a:lnTo>
                  <a:lnTo>
                    <a:pt x="552691" y="668588"/>
                  </a:lnTo>
                  <a:lnTo>
                    <a:pt x="577837" y="664094"/>
                  </a:lnTo>
                  <a:lnTo>
                    <a:pt x="602983" y="658579"/>
                  </a:lnTo>
                  <a:lnTo>
                    <a:pt x="611443" y="656443"/>
                  </a:lnTo>
                  <a:lnTo>
                    <a:pt x="628140" y="651820"/>
                  </a:lnTo>
                  <a:lnTo>
                    <a:pt x="653286" y="643618"/>
                  </a:lnTo>
                  <a:lnTo>
                    <a:pt x="660666" y="640896"/>
                  </a:lnTo>
                  <a:lnTo>
                    <a:pt x="678431" y="633468"/>
                  </a:lnTo>
                  <a:lnTo>
                    <a:pt x="695492" y="625360"/>
                  </a:lnTo>
                  <a:lnTo>
                    <a:pt x="703589" y="620866"/>
                  </a:lnTo>
                  <a:lnTo>
                    <a:pt x="721776" y="609813"/>
                  </a:lnTo>
                  <a:lnTo>
                    <a:pt x="728734" y="604744"/>
                  </a:lnTo>
                  <a:lnTo>
                    <a:pt x="742275" y="594277"/>
                  </a:lnTo>
                  <a:lnTo>
                    <a:pt x="753880" y="583189"/>
                  </a:lnTo>
                  <a:lnTo>
                    <a:pt x="758421" y="578742"/>
                  </a:lnTo>
                  <a:lnTo>
                    <a:pt x="771363" y="563194"/>
                  </a:lnTo>
                  <a:lnTo>
                    <a:pt x="779037" y="551484"/>
                  </a:lnTo>
                  <a:lnTo>
                    <a:pt x="781560" y="547659"/>
                  </a:lnTo>
                  <a:lnTo>
                    <a:pt x="789809" y="532123"/>
                  </a:lnTo>
                  <a:lnTo>
                    <a:pt x="796110" y="516576"/>
                  </a:lnTo>
                  <a:lnTo>
                    <a:pt x="800792" y="501040"/>
                  </a:lnTo>
                  <a:lnTo>
                    <a:pt x="804124" y="485493"/>
                  </a:lnTo>
                  <a:lnTo>
                    <a:pt x="804183" y="485082"/>
                  </a:lnTo>
                  <a:lnTo>
                    <a:pt x="806448" y="469957"/>
                  </a:lnTo>
                  <a:lnTo>
                    <a:pt x="807680" y="454422"/>
                  </a:lnTo>
                  <a:lnTo>
                    <a:pt x="807926" y="438874"/>
                  </a:lnTo>
                  <a:lnTo>
                    <a:pt x="807281" y="423339"/>
                  </a:lnTo>
                  <a:lnTo>
                    <a:pt x="805802" y="407791"/>
                  </a:lnTo>
                  <a:lnTo>
                    <a:pt x="804183" y="396644"/>
                  </a:lnTo>
                  <a:lnTo>
                    <a:pt x="803584" y="392256"/>
                  </a:lnTo>
                  <a:lnTo>
                    <a:pt x="800780" y="376720"/>
                  </a:lnTo>
                  <a:lnTo>
                    <a:pt x="797295" y="361177"/>
                  </a:lnTo>
                  <a:lnTo>
                    <a:pt x="793141" y="345637"/>
                  </a:lnTo>
                  <a:lnTo>
                    <a:pt x="788307" y="330097"/>
                  </a:lnTo>
                  <a:lnTo>
                    <a:pt x="782804" y="314556"/>
                  </a:lnTo>
                  <a:lnTo>
                    <a:pt x="779037" y="304997"/>
                  </a:lnTo>
                  <a:lnTo>
                    <a:pt x="776737" y="299016"/>
                  </a:lnTo>
                  <a:lnTo>
                    <a:pt x="770225" y="283477"/>
                  </a:lnTo>
                  <a:lnTo>
                    <a:pt x="763021" y="267937"/>
                  </a:lnTo>
                  <a:lnTo>
                    <a:pt x="755089" y="252396"/>
                  </a:lnTo>
                  <a:lnTo>
                    <a:pt x="753880" y="250168"/>
                  </a:lnTo>
                  <a:lnTo>
                    <a:pt x="746734" y="236856"/>
                  </a:lnTo>
                  <a:lnTo>
                    <a:pt x="737676" y="221316"/>
                  </a:lnTo>
                  <a:lnTo>
                    <a:pt x="728734" y="207195"/>
                  </a:lnTo>
                  <a:lnTo>
                    <a:pt x="727831" y="205777"/>
                  </a:lnTo>
                  <a:lnTo>
                    <a:pt x="717435" y="190236"/>
                  </a:lnTo>
                  <a:lnTo>
                    <a:pt x="706158" y="174696"/>
                  </a:lnTo>
                  <a:lnTo>
                    <a:pt x="703589" y="171288"/>
                  </a:lnTo>
                  <a:lnTo>
                    <a:pt x="694119" y="159156"/>
                  </a:lnTo>
                  <a:lnTo>
                    <a:pt x="681118" y="143615"/>
                  </a:lnTo>
                  <a:lnTo>
                    <a:pt x="678431" y="140525"/>
                  </a:lnTo>
                  <a:lnTo>
                    <a:pt x="667073" y="128076"/>
                  </a:lnTo>
                  <a:lnTo>
                    <a:pt x="653286" y="113889"/>
                  </a:lnTo>
                  <a:lnTo>
                    <a:pt x="651878" y="112536"/>
                  </a:lnTo>
                  <a:lnTo>
                    <a:pt x="635204" y="96996"/>
                  </a:lnTo>
                  <a:lnTo>
                    <a:pt x="628140" y="90687"/>
                  </a:lnTo>
                  <a:lnTo>
                    <a:pt x="616793" y="81455"/>
                  </a:lnTo>
                  <a:lnTo>
                    <a:pt x="602983" y="70625"/>
                  </a:lnTo>
                  <a:lnTo>
                    <a:pt x="596247" y="65915"/>
                  </a:lnTo>
                  <a:lnTo>
                    <a:pt x="577837" y="53384"/>
                  </a:lnTo>
                  <a:lnTo>
                    <a:pt x="572733" y="50376"/>
                  </a:lnTo>
                  <a:lnTo>
                    <a:pt x="552691" y="38735"/>
                  </a:lnTo>
                  <a:lnTo>
                    <a:pt x="544665" y="34836"/>
                  </a:lnTo>
                  <a:lnTo>
                    <a:pt x="527534" y="26548"/>
                  </a:lnTo>
                  <a:lnTo>
                    <a:pt x="508830" y="19295"/>
                  </a:lnTo>
                  <a:lnTo>
                    <a:pt x="502388" y="16785"/>
                  </a:lnTo>
                  <a:lnTo>
                    <a:pt x="477243" y="9243"/>
                  </a:lnTo>
                  <a:lnTo>
                    <a:pt x="452085" y="4039"/>
                  </a:lnTo>
                  <a:lnTo>
                    <a:pt x="449739" y="3755"/>
                  </a:lnTo>
                  <a:lnTo>
                    <a:pt x="426940" y="914"/>
                  </a:lnTo>
                  <a:lnTo>
                    <a:pt x="401794" y="0"/>
                  </a:lnTo>
                  <a:lnTo>
                    <a:pt x="376648" y="1286"/>
                  </a:lnTo>
                  <a:lnTo>
                    <a:pt x="358927" y="3755"/>
                  </a:lnTo>
                  <a:lnTo>
                    <a:pt x="351493" y="4759"/>
                  </a:lnTo>
                  <a:lnTo>
                    <a:pt x="326344" y="10346"/>
                  </a:lnTo>
                  <a:lnTo>
                    <a:pt x="301194" y="18301"/>
                  </a:lnTo>
                  <a:lnTo>
                    <a:pt x="298736" y="19295"/>
                  </a:lnTo>
                  <a:lnTo>
                    <a:pt x="276045" y="28434"/>
                  </a:lnTo>
                  <a:lnTo>
                    <a:pt x="263203" y="34836"/>
                  </a:lnTo>
                  <a:lnTo>
                    <a:pt x="250896" y="41011"/>
                  </a:lnTo>
                  <a:lnTo>
                    <a:pt x="235169" y="50376"/>
                  </a:lnTo>
                  <a:lnTo>
                    <a:pt x="225746" y="56083"/>
                  </a:lnTo>
                  <a:lnTo>
                    <a:pt x="211612" y="65915"/>
                  </a:lnTo>
                  <a:lnTo>
                    <a:pt x="200597" y="73795"/>
                  </a:lnTo>
                  <a:lnTo>
                    <a:pt x="191014" y="81455"/>
                  </a:lnTo>
                  <a:lnTo>
                    <a:pt x="175448" y="94394"/>
                  </a:lnTo>
                  <a:lnTo>
                    <a:pt x="172580" y="96996"/>
                  </a:lnTo>
                  <a:lnTo>
                    <a:pt x="155978" y="112536"/>
                  </a:lnTo>
                  <a:lnTo>
                    <a:pt x="150298" y="118093"/>
                  </a:lnTo>
                  <a:lnTo>
                    <a:pt x="140742" y="128076"/>
                  </a:lnTo>
                  <a:lnTo>
                    <a:pt x="126716" y="143615"/>
                  </a:lnTo>
                  <a:lnTo>
                    <a:pt x="125149" y="145414"/>
                  </a:lnTo>
                  <a:lnTo>
                    <a:pt x="113703" y="159156"/>
                  </a:lnTo>
                  <a:lnTo>
                    <a:pt x="101676" y="174696"/>
                  </a:lnTo>
                  <a:lnTo>
                    <a:pt x="99999" y="176952"/>
                  </a:lnTo>
                  <a:lnTo>
                    <a:pt x="90387" y="190236"/>
                  </a:lnTo>
                  <a:lnTo>
                    <a:pt x="79951" y="205777"/>
                  </a:lnTo>
                  <a:lnTo>
                    <a:pt x="74850" y="213866"/>
                  </a:lnTo>
                  <a:lnTo>
                    <a:pt x="70191" y="221316"/>
                  </a:lnTo>
                  <a:lnTo>
                    <a:pt x="61064" y="236856"/>
                  </a:lnTo>
                  <a:lnTo>
                    <a:pt x="52707" y="252396"/>
                  </a:lnTo>
                  <a:lnTo>
                    <a:pt x="49701" y="258385"/>
                  </a:lnTo>
                  <a:lnTo>
                    <a:pt x="44850" y="267937"/>
                  </a:lnTo>
                  <a:lnTo>
                    <a:pt x="37575" y="283477"/>
                  </a:lnTo>
                  <a:lnTo>
                    <a:pt x="31003" y="299016"/>
                  </a:lnTo>
                  <a:lnTo>
                    <a:pt x="25109" y="314556"/>
                  </a:lnTo>
                  <a:lnTo>
                    <a:pt x="24551" y="316172"/>
                  </a:lnTo>
                  <a:lnTo>
                    <a:pt x="19573" y="330097"/>
                  </a:lnTo>
                  <a:lnTo>
                    <a:pt x="14690" y="345637"/>
                  </a:lnTo>
                  <a:lnTo>
                    <a:pt x="10485" y="361177"/>
                  </a:lnTo>
                  <a:lnTo>
                    <a:pt x="6962" y="376720"/>
                  </a:lnTo>
                  <a:lnTo>
                    <a:pt x="4127" y="392256"/>
                  </a:lnTo>
                  <a:lnTo>
                    <a:pt x="1999" y="407791"/>
                  </a:lnTo>
                  <a:lnTo>
                    <a:pt x="609" y="423339"/>
                  </a:lnTo>
                  <a:lnTo>
                    <a:pt x="0" y="438874"/>
                  </a:lnTo>
                  <a:lnTo>
                    <a:pt x="232" y="454422"/>
                  </a:lnTo>
                  <a:lnTo>
                    <a:pt x="1389" y="469957"/>
                  </a:lnTo>
                  <a:lnTo>
                    <a:pt x="3580" y="485493"/>
                  </a:lnTo>
                  <a:lnTo>
                    <a:pt x="6949" y="501040"/>
                  </a:lnTo>
                  <a:lnTo>
                    <a:pt x="11689" y="516576"/>
                  </a:lnTo>
                  <a:lnTo>
                    <a:pt x="18060" y="532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AEF0BE63-45DA-1641-767B-34661D434DE2}"/>
                </a:ext>
              </a:extLst>
            </p:cNvPr>
            <p:cNvSpPr/>
            <p:nvPr/>
          </p:nvSpPr>
          <p:spPr>
            <a:xfrm>
              <a:off x="7095577" y="3880702"/>
              <a:ext cx="694173" cy="580298"/>
            </a:xfrm>
            <a:custGeom>
              <a:avLst/>
              <a:gdLst>
                <a:gd name="csX0" fmla="*/ 13949 w 694173"/>
                <a:gd name="csY0" fmla="*/ 440185 h 580298"/>
                <a:gd name="csX1" fmla="*/ 18054 w 694173"/>
                <a:gd name="csY1" fmla="*/ 448704 h 580298"/>
                <a:gd name="csX2" fmla="*/ 21430 w 694173"/>
                <a:gd name="csY2" fmla="*/ 455732 h 580298"/>
                <a:gd name="csX3" fmla="*/ 31047 w 694173"/>
                <a:gd name="csY3" fmla="*/ 471268 h 580298"/>
                <a:gd name="csX4" fmla="*/ 43203 w 694173"/>
                <a:gd name="csY4" fmla="*/ 486475 h 580298"/>
                <a:gd name="csX5" fmla="*/ 43479 w 694173"/>
                <a:gd name="csY5" fmla="*/ 486803 h 580298"/>
                <a:gd name="csX6" fmla="*/ 59175 w 694173"/>
                <a:gd name="csY6" fmla="*/ 502351 h 580298"/>
                <a:gd name="csX7" fmla="*/ 68352 w 694173"/>
                <a:gd name="csY7" fmla="*/ 509684 h 580298"/>
                <a:gd name="csX8" fmla="*/ 79383 w 694173"/>
                <a:gd name="csY8" fmla="*/ 517886 h 580298"/>
                <a:gd name="csX9" fmla="*/ 93501 w 694173"/>
                <a:gd name="csY9" fmla="*/ 526605 h 580298"/>
                <a:gd name="csX10" fmla="*/ 105771 w 694173"/>
                <a:gd name="csY10" fmla="*/ 533422 h 580298"/>
                <a:gd name="csX11" fmla="*/ 118652 w 694173"/>
                <a:gd name="csY11" fmla="*/ 539535 h 580298"/>
                <a:gd name="csX12" fmla="*/ 141522 w 694173"/>
                <a:gd name="csY12" fmla="*/ 548969 h 580298"/>
                <a:gd name="csX13" fmla="*/ 143801 w 694173"/>
                <a:gd name="csY13" fmla="*/ 549791 h 580298"/>
                <a:gd name="csX14" fmla="*/ 168950 w 694173"/>
                <a:gd name="csY14" fmla="*/ 557805 h 580298"/>
                <a:gd name="csX15" fmla="*/ 194099 w 694173"/>
                <a:gd name="csY15" fmla="*/ 564353 h 580298"/>
                <a:gd name="csX16" fmla="*/ 194789 w 694173"/>
                <a:gd name="csY16" fmla="*/ 564505 h 580298"/>
                <a:gd name="csX17" fmla="*/ 219248 w 694173"/>
                <a:gd name="csY17" fmla="*/ 569445 h 580298"/>
                <a:gd name="csX18" fmla="*/ 244397 w 694173"/>
                <a:gd name="csY18" fmla="*/ 573435 h 580298"/>
                <a:gd name="csX19" fmla="*/ 269548 w 694173"/>
                <a:gd name="csY19" fmla="*/ 576450 h 580298"/>
                <a:gd name="csX20" fmla="*/ 294697 w 694173"/>
                <a:gd name="csY20" fmla="*/ 578562 h 580298"/>
                <a:gd name="csX21" fmla="*/ 319852 w 694173"/>
                <a:gd name="csY21" fmla="*/ 579841 h 580298"/>
                <a:gd name="csX22" fmla="*/ 331128 w 694173"/>
                <a:gd name="csY22" fmla="*/ 580052 h 580298"/>
                <a:gd name="csX23" fmla="*/ 344998 w 694173"/>
                <a:gd name="csY23" fmla="*/ 580299 h 580298"/>
                <a:gd name="csX24" fmla="*/ 364487 w 694173"/>
                <a:gd name="csY24" fmla="*/ 580052 h 580298"/>
                <a:gd name="csX25" fmla="*/ 370143 w 694173"/>
                <a:gd name="csY25" fmla="*/ 579970 h 580298"/>
                <a:gd name="csX26" fmla="*/ 395289 w 694173"/>
                <a:gd name="csY26" fmla="*/ 578832 h 580298"/>
                <a:gd name="csX27" fmla="*/ 420446 w 694173"/>
                <a:gd name="csY27" fmla="*/ 576861 h 580298"/>
                <a:gd name="csX28" fmla="*/ 445592 w 694173"/>
                <a:gd name="csY28" fmla="*/ 574009 h 580298"/>
                <a:gd name="csX29" fmla="*/ 470738 w 694173"/>
                <a:gd name="csY29" fmla="*/ 570184 h 580298"/>
                <a:gd name="csX30" fmla="*/ 495895 w 694173"/>
                <a:gd name="csY30" fmla="*/ 565303 h 580298"/>
                <a:gd name="csX31" fmla="*/ 499321 w 694173"/>
                <a:gd name="csY31" fmla="*/ 564505 h 580298"/>
                <a:gd name="csX32" fmla="*/ 521041 w 694173"/>
                <a:gd name="csY32" fmla="*/ 559002 h 580298"/>
                <a:gd name="csX33" fmla="*/ 546186 w 694173"/>
                <a:gd name="csY33" fmla="*/ 551258 h 580298"/>
                <a:gd name="csX34" fmla="*/ 552640 w 694173"/>
                <a:gd name="csY34" fmla="*/ 548969 h 580298"/>
                <a:gd name="csX35" fmla="*/ 571344 w 694173"/>
                <a:gd name="csY35" fmla="*/ 541413 h 580298"/>
                <a:gd name="csX36" fmla="*/ 588463 w 694173"/>
                <a:gd name="csY36" fmla="*/ 533422 h 580298"/>
                <a:gd name="csX37" fmla="*/ 596489 w 694173"/>
                <a:gd name="csY37" fmla="*/ 529045 h 580298"/>
                <a:gd name="csX38" fmla="*/ 614853 w 694173"/>
                <a:gd name="csY38" fmla="*/ 517886 h 580298"/>
                <a:gd name="csX39" fmla="*/ 621635 w 694173"/>
                <a:gd name="csY39" fmla="*/ 512923 h 580298"/>
                <a:gd name="csX40" fmla="*/ 635058 w 694173"/>
                <a:gd name="csY40" fmla="*/ 502351 h 580298"/>
                <a:gd name="csX41" fmla="*/ 646792 w 694173"/>
                <a:gd name="csY41" fmla="*/ 490898 h 580298"/>
                <a:gd name="csX42" fmla="*/ 650793 w 694173"/>
                <a:gd name="csY42" fmla="*/ 486803 h 580298"/>
                <a:gd name="csX43" fmla="*/ 663173 w 694173"/>
                <a:gd name="csY43" fmla="*/ 471268 h 580298"/>
                <a:gd name="csX44" fmla="*/ 671938 w 694173"/>
                <a:gd name="csY44" fmla="*/ 457093 h 580298"/>
                <a:gd name="csX45" fmla="*/ 672771 w 694173"/>
                <a:gd name="csY45" fmla="*/ 455732 h 580298"/>
                <a:gd name="csX46" fmla="*/ 680328 w 694173"/>
                <a:gd name="csY46" fmla="*/ 440185 h 580298"/>
                <a:gd name="csX47" fmla="*/ 685936 w 694173"/>
                <a:gd name="csY47" fmla="*/ 424649 h 580298"/>
                <a:gd name="csX48" fmla="*/ 689938 w 694173"/>
                <a:gd name="csY48" fmla="*/ 409102 h 580298"/>
                <a:gd name="csX49" fmla="*/ 692531 w 694173"/>
                <a:gd name="csY49" fmla="*/ 393566 h 580298"/>
                <a:gd name="csX50" fmla="*/ 693904 w 694173"/>
                <a:gd name="csY50" fmla="*/ 378031 h 580298"/>
                <a:gd name="csX51" fmla="*/ 694173 w 694173"/>
                <a:gd name="csY51" fmla="*/ 362483 h 580298"/>
                <a:gd name="csX52" fmla="*/ 693458 w 694173"/>
                <a:gd name="csY52" fmla="*/ 346948 h 580298"/>
                <a:gd name="csX53" fmla="*/ 691803 w 694173"/>
                <a:gd name="csY53" fmla="*/ 331400 h 580298"/>
                <a:gd name="csX54" fmla="*/ 689280 w 694173"/>
                <a:gd name="csY54" fmla="*/ 315865 h 580298"/>
                <a:gd name="csX55" fmla="*/ 685924 w 694173"/>
                <a:gd name="csY55" fmla="*/ 300329 h 580298"/>
                <a:gd name="csX56" fmla="*/ 681747 w 694173"/>
                <a:gd name="csY56" fmla="*/ 284786 h 580298"/>
                <a:gd name="csX57" fmla="*/ 676772 w 694173"/>
                <a:gd name="csY57" fmla="*/ 269246 h 580298"/>
                <a:gd name="csX58" fmla="*/ 671938 w 694173"/>
                <a:gd name="csY58" fmla="*/ 256226 h 580298"/>
                <a:gd name="csX59" fmla="*/ 671011 w 694173"/>
                <a:gd name="csY59" fmla="*/ 253706 h 580298"/>
                <a:gd name="csX60" fmla="*/ 664616 w 694173"/>
                <a:gd name="csY60" fmla="*/ 238166 h 580298"/>
                <a:gd name="csX61" fmla="*/ 657423 w 694173"/>
                <a:gd name="csY61" fmla="*/ 222625 h 580298"/>
                <a:gd name="csX62" fmla="*/ 649397 w 694173"/>
                <a:gd name="csY62" fmla="*/ 207086 h 580298"/>
                <a:gd name="csX63" fmla="*/ 646792 w 694173"/>
                <a:gd name="csY63" fmla="*/ 202400 h 580298"/>
                <a:gd name="csX64" fmla="*/ 640632 w 694173"/>
                <a:gd name="csY64" fmla="*/ 191546 h 580298"/>
                <a:gd name="csX65" fmla="*/ 631022 w 694173"/>
                <a:gd name="csY65" fmla="*/ 176005 h 580298"/>
                <a:gd name="csX66" fmla="*/ 621635 w 694173"/>
                <a:gd name="csY66" fmla="*/ 162093 h 580298"/>
                <a:gd name="csX67" fmla="*/ 620497 w 694173"/>
                <a:gd name="csY67" fmla="*/ 160465 h 580298"/>
                <a:gd name="csX68" fmla="*/ 609021 w 694173"/>
                <a:gd name="csY68" fmla="*/ 144925 h 580298"/>
                <a:gd name="csX69" fmla="*/ 596513 w 694173"/>
                <a:gd name="csY69" fmla="*/ 129386 h 580298"/>
                <a:gd name="csX70" fmla="*/ 596489 w 694173"/>
                <a:gd name="csY70" fmla="*/ 129362 h 580298"/>
                <a:gd name="csX71" fmla="*/ 582690 w 694173"/>
                <a:gd name="csY71" fmla="*/ 113845 h 580298"/>
                <a:gd name="csX72" fmla="*/ 571344 w 694173"/>
                <a:gd name="csY72" fmla="*/ 101955 h 580298"/>
                <a:gd name="csX73" fmla="*/ 567553 w 694173"/>
                <a:gd name="csY73" fmla="*/ 98305 h 580298"/>
                <a:gd name="csX74" fmla="*/ 550704 w 694173"/>
                <a:gd name="csY74" fmla="*/ 82765 h 580298"/>
                <a:gd name="csX75" fmla="*/ 546186 w 694173"/>
                <a:gd name="csY75" fmla="*/ 78780 h 580298"/>
                <a:gd name="csX76" fmla="*/ 531613 w 694173"/>
                <a:gd name="csY76" fmla="*/ 67224 h 580298"/>
                <a:gd name="csX77" fmla="*/ 521041 w 694173"/>
                <a:gd name="csY77" fmla="*/ 59177 h 580298"/>
                <a:gd name="csX78" fmla="*/ 509753 w 694173"/>
                <a:gd name="csY78" fmla="*/ 51685 h 580298"/>
                <a:gd name="csX79" fmla="*/ 495895 w 694173"/>
                <a:gd name="csY79" fmla="*/ 42755 h 580298"/>
                <a:gd name="csX80" fmla="*/ 483715 w 694173"/>
                <a:gd name="csY80" fmla="*/ 36145 h 580298"/>
                <a:gd name="csX81" fmla="*/ 470738 w 694173"/>
                <a:gd name="csY81" fmla="*/ 29223 h 580298"/>
                <a:gd name="csX82" fmla="*/ 450696 w 694173"/>
                <a:gd name="csY82" fmla="*/ 20605 h 580298"/>
                <a:gd name="csX83" fmla="*/ 445592 w 694173"/>
                <a:gd name="csY83" fmla="*/ 18425 h 580298"/>
                <a:gd name="csX84" fmla="*/ 420446 w 694173"/>
                <a:gd name="csY84" fmla="*/ 10140 h 580298"/>
                <a:gd name="csX85" fmla="*/ 398164 w 694173"/>
                <a:gd name="csY85" fmla="*/ 5064 h 580298"/>
                <a:gd name="csX86" fmla="*/ 395289 w 694173"/>
                <a:gd name="csY86" fmla="*/ 4403 h 580298"/>
                <a:gd name="csX87" fmla="*/ 370143 w 694173"/>
                <a:gd name="csY87" fmla="*/ 993 h 580298"/>
                <a:gd name="csX88" fmla="*/ 344998 w 694173"/>
                <a:gd name="csY88" fmla="*/ 0 h 580298"/>
                <a:gd name="csX89" fmla="*/ 319852 w 694173"/>
                <a:gd name="csY89" fmla="*/ 1397 h 580298"/>
                <a:gd name="csX90" fmla="*/ 295712 w 694173"/>
                <a:gd name="csY90" fmla="*/ 5064 h 580298"/>
                <a:gd name="csX91" fmla="*/ 294697 w 694173"/>
                <a:gd name="csY91" fmla="*/ 5216 h 580298"/>
                <a:gd name="csX92" fmla="*/ 269548 w 694173"/>
                <a:gd name="csY92" fmla="*/ 11352 h 580298"/>
                <a:gd name="csX93" fmla="*/ 244397 w 694173"/>
                <a:gd name="csY93" fmla="*/ 20089 h 580298"/>
                <a:gd name="csX94" fmla="*/ 243236 w 694173"/>
                <a:gd name="csY94" fmla="*/ 20605 h 580298"/>
                <a:gd name="csX95" fmla="*/ 219248 w 694173"/>
                <a:gd name="csY95" fmla="*/ 31318 h 580298"/>
                <a:gd name="csX96" fmla="*/ 210468 w 694173"/>
                <a:gd name="csY96" fmla="*/ 36145 h 580298"/>
                <a:gd name="csX97" fmla="*/ 194099 w 694173"/>
                <a:gd name="csY97" fmla="*/ 45315 h 580298"/>
                <a:gd name="csX98" fmla="*/ 184462 w 694173"/>
                <a:gd name="csY98" fmla="*/ 51685 h 580298"/>
                <a:gd name="csX99" fmla="*/ 168950 w 694173"/>
                <a:gd name="csY99" fmla="*/ 62256 h 580298"/>
                <a:gd name="csX100" fmla="*/ 162560 w 694173"/>
                <a:gd name="csY100" fmla="*/ 67224 h 580298"/>
                <a:gd name="csX101" fmla="*/ 143801 w 694173"/>
                <a:gd name="csY101" fmla="*/ 82448 h 580298"/>
                <a:gd name="csX102" fmla="*/ 143449 w 694173"/>
                <a:gd name="csY102" fmla="*/ 82765 h 580298"/>
                <a:gd name="csX103" fmla="*/ 126722 w 694173"/>
                <a:gd name="csY103" fmla="*/ 98305 h 580298"/>
                <a:gd name="csX104" fmla="*/ 118652 w 694173"/>
                <a:gd name="csY104" fmla="*/ 106250 h 580298"/>
                <a:gd name="csX105" fmla="*/ 111524 w 694173"/>
                <a:gd name="csY105" fmla="*/ 113845 h 580298"/>
                <a:gd name="csX106" fmla="*/ 97759 w 694173"/>
                <a:gd name="csY106" fmla="*/ 129386 h 580298"/>
                <a:gd name="csX107" fmla="*/ 93501 w 694173"/>
                <a:gd name="csY107" fmla="*/ 134462 h 580298"/>
                <a:gd name="csX108" fmla="*/ 85208 w 694173"/>
                <a:gd name="csY108" fmla="*/ 144925 h 580298"/>
                <a:gd name="csX109" fmla="*/ 73737 w 694173"/>
                <a:gd name="csY109" fmla="*/ 160465 h 580298"/>
                <a:gd name="csX110" fmla="*/ 68352 w 694173"/>
                <a:gd name="csY110" fmla="*/ 168280 h 580298"/>
                <a:gd name="csX111" fmla="*/ 63213 w 694173"/>
                <a:gd name="csY111" fmla="*/ 176005 h 580298"/>
                <a:gd name="csX112" fmla="*/ 53590 w 694173"/>
                <a:gd name="csY112" fmla="*/ 191546 h 580298"/>
                <a:gd name="csX113" fmla="*/ 44848 w 694173"/>
                <a:gd name="csY113" fmla="*/ 207086 h 580298"/>
                <a:gd name="csX114" fmla="*/ 43203 w 694173"/>
                <a:gd name="csY114" fmla="*/ 210238 h 580298"/>
                <a:gd name="csX115" fmla="*/ 36822 w 694173"/>
                <a:gd name="csY115" fmla="*/ 222625 h 580298"/>
                <a:gd name="csX116" fmla="*/ 29595 w 694173"/>
                <a:gd name="csY116" fmla="*/ 238166 h 580298"/>
                <a:gd name="csX117" fmla="*/ 23176 w 694173"/>
                <a:gd name="csY117" fmla="*/ 253706 h 580298"/>
                <a:gd name="csX118" fmla="*/ 18054 w 694173"/>
                <a:gd name="csY118" fmla="*/ 267816 h 580298"/>
                <a:gd name="csX119" fmla="*/ 17529 w 694173"/>
                <a:gd name="csY119" fmla="*/ 269246 h 580298"/>
                <a:gd name="csX120" fmla="*/ 12513 w 694173"/>
                <a:gd name="csY120" fmla="*/ 284786 h 580298"/>
                <a:gd name="csX121" fmla="*/ 8308 w 694173"/>
                <a:gd name="csY121" fmla="*/ 300329 h 580298"/>
                <a:gd name="csX122" fmla="*/ 4925 w 694173"/>
                <a:gd name="csY122" fmla="*/ 315865 h 580298"/>
                <a:gd name="csX123" fmla="*/ 2386 w 694173"/>
                <a:gd name="csY123" fmla="*/ 331400 h 580298"/>
                <a:gd name="csX124" fmla="*/ 726 w 694173"/>
                <a:gd name="csY124" fmla="*/ 346948 h 580298"/>
                <a:gd name="csX125" fmla="*/ 0 w 694173"/>
                <a:gd name="csY125" fmla="*/ 362483 h 580298"/>
                <a:gd name="csX126" fmla="*/ 278 w 694173"/>
                <a:gd name="csY126" fmla="*/ 378031 h 580298"/>
                <a:gd name="csX127" fmla="*/ 1658 w 694173"/>
                <a:gd name="csY127" fmla="*/ 393566 h 580298"/>
                <a:gd name="csX128" fmla="*/ 4271 w 694173"/>
                <a:gd name="csY128" fmla="*/ 409102 h 580298"/>
                <a:gd name="csX129" fmla="*/ 8292 w 694173"/>
                <a:gd name="csY129" fmla="*/ 424649 h 580298"/>
                <a:gd name="csX130" fmla="*/ 13949 w 694173"/>
                <a:gd name="csY130" fmla="*/ 440185 h 580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694173" h="580298">
                  <a:moveTo>
                    <a:pt x="13949" y="440185"/>
                  </a:moveTo>
                  <a:lnTo>
                    <a:pt x="18054" y="448704"/>
                  </a:lnTo>
                  <a:lnTo>
                    <a:pt x="21430" y="455732"/>
                  </a:lnTo>
                  <a:lnTo>
                    <a:pt x="31047" y="471268"/>
                  </a:lnTo>
                  <a:lnTo>
                    <a:pt x="43203" y="486475"/>
                  </a:lnTo>
                  <a:lnTo>
                    <a:pt x="43479" y="486803"/>
                  </a:lnTo>
                  <a:lnTo>
                    <a:pt x="59175" y="502351"/>
                  </a:lnTo>
                  <a:lnTo>
                    <a:pt x="68352" y="509684"/>
                  </a:lnTo>
                  <a:lnTo>
                    <a:pt x="79383" y="517886"/>
                  </a:lnTo>
                  <a:lnTo>
                    <a:pt x="93501" y="526605"/>
                  </a:lnTo>
                  <a:lnTo>
                    <a:pt x="105771" y="533422"/>
                  </a:lnTo>
                  <a:lnTo>
                    <a:pt x="118652" y="539535"/>
                  </a:lnTo>
                  <a:lnTo>
                    <a:pt x="141522" y="548969"/>
                  </a:lnTo>
                  <a:lnTo>
                    <a:pt x="143801" y="549791"/>
                  </a:lnTo>
                  <a:lnTo>
                    <a:pt x="168950" y="557805"/>
                  </a:lnTo>
                  <a:lnTo>
                    <a:pt x="194099" y="564353"/>
                  </a:lnTo>
                  <a:lnTo>
                    <a:pt x="194789" y="564505"/>
                  </a:lnTo>
                  <a:lnTo>
                    <a:pt x="219248" y="569445"/>
                  </a:lnTo>
                  <a:lnTo>
                    <a:pt x="244397" y="573435"/>
                  </a:lnTo>
                  <a:lnTo>
                    <a:pt x="269548" y="576450"/>
                  </a:lnTo>
                  <a:lnTo>
                    <a:pt x="294697" y="578562"/>
                  </a:lnTo>
                  <a:lnTo>
                    <a:pt x="319852" y="579841"/>
                  </a:lnTo>
                  <a:lnTo>
                    <a:pt x="331128" y="580052"/>
                  </a:lnTo>
                  <a:lnTo>
                    <a:pt x="344998" y="580299"/>
                  </a:lnTo>
                  <a:lnTo>
                    <a:pt x="364487" y="580052"/>
                  </a:lnTo>
                  <a:lnTo>
                    <a:pt x="370143" y="579970"/>
                  </a:lnTo>
                  <a:lnTo>
                    <a:pt x="395289" y="578832"/>
                  </a:lnTo>
                  <a:lnTo>
                    <a:pt x="420446" y="576861"/>
                  </a:lnTo>
                  <a:lnTo>
                    <a:pt x="445592" y="574009"/>
                  </a:lnTo>
                  <a:lnTo>
                    <a:pt x="470738" y="570184"/>
                  </a:lnTo>
                  <a:lnTo>
                    <a:pt x="495895" y="565303"/>
                  </a:lnTo>
                  <a:lnTo>
                    <a:pt x="499321" y="564505"/>
                  </a:lnTo>
                  <a:lnTo>
                    <a:pt x="521041" y="559002"/>
                  </a:lnTo>
                  <a:lnTo>
                    <a:pt x="546186" y="551258"/>
                  </a:lnTo>
                  <a:lnTo>
                    <a:pt x="552640" y="548969"/>
                  </a:lnTo>
                  <a:lnTo>
                    <a:pt x="571344" y="541413"/>
                  </a:lnTo>
                  <a:lnTo>
                    <a:pt x="588463" y="533422"/>
                  </a:lnTo>
                  <a:lnTo>
                    <a:pt x="596489" y="529045"/>
                  </a:lnTo>
                  <a:lnTo>
                    <a:pt x="614853" y="517886"/>
                  </a:lnTo>
                  <a:lnTo>
                    <a:pt x="621635" y="512923"/>
                  </a:lnTo>
                  <a:lnTo>
                    <a:pt x="635058" y="502351"/>
                  </a:lnTo>
                  <a:lnTo>
                    <a:pt x="646792" y="490898"/>
                  </a:lnTo>
                  <a:lnTo>
                    <a:pt x="650793" y="486803"/>
                  </a:lnTo>
                  <a:lnTo>
                    <a:pt x="663173" y="471268"/>
                  </a:lnTo>
                  <a:lnTo>
                    <a:pt x="671938" y="457093"/>
                  </a:lnTo>
                  <a:lnTo>
                    <a:pt x="672771" y="455732"/>
                  </a:lnTo>
                  <a:lnTo>
                    <a:pt x="680328" y="440185"/>
                  </a:lnTo>
                  <a:lnTo>
                    <a:pt x="685936" y="424649"/>
                  </a:lnTo>
                  <a:lnTo>
                    <a:pt x="689938" y="409102"/>
                  </a:lnTo>
                  <a:lnTo>
                    <a:pt x="692531" y="393566"/>
                  </a:lnTo>
                  <a:lnTo>
                    <a:pt x="693904" y="378031"/>
                  </a:lnTo>
                  <a:lnTo>
                    <a:pt x="694173" y="362483"/>
                  </a:lnTo>
                  <a:lnTo>
                    <a:pt x="693458" y="346948"/>
                  </a:lnTo>
                  <a:lnTo>
                    <a:pt x="691803" y="331400"/>
                  </a:lnTo>
                  <a:lnTo>
                    <a:pt x="689280" y="315865"/>
                  </a:lnTo>
                  <a:lnTo>
                    <a:pt x="685924" y="300329"/>
                  </a:lnTo>
                  <a:lnTo>
                    <a:pt x="681747" y="284786"/>
                  </a:lnTo>
                  <a:lnTo>
                    <a:pt x="676772" y="269246"/>
                  </a:lnTo>
                  <a:lnTo>
                    <a:pt x="671938" y="256226"/>
                  </a:lnTo>
                  <a:lnTo>
                    <a:pt x="671011" y="253706"/>
                  </a:lnTo>
                  <a:lnTo>
                    <a:pt x="664616" y="238166"/>
                  </a:lnTo>
                  <a:lnTo>
                    <a:pt x="657423" y="222625"/>
                  </a:lnTo>
                  <a:lnTo>
                    <a:pt x="649397" y="207086"/>
                  </a:lnTo>
                  <a:lnTo>
                    <a:pt x="646792" y="202400"/>
                  </a:lnTo>
                  <a:lnTo>
                    <a:pt x="640632" y="191546"/>
                  </a:lnTo>
                  <a:lnTo>
                    <a:pt x="631022" y="176005"/>
                  </a:lnTo>
                  <a:lnTo>
                    <a:pt x="621635" y="162093"/>
                  </a:lnTo>
                  <a:lnTo>
                    <a:pt x="620497" y="160465"/>
                  </a:lnTo>
                  <a:lnTo>
                    <a:pt x="609021" y="144925"/>
                  </a:lnTo>
                  <a:lnTo>
                    <a:pt x="596513" y="129386"/>
                  </a:lnTo>
                  <a:lnTo>
                    <a:pt x="596489" y="129362"/>
                  </a:lnTo>
                  <a:lnTo>
                    <a:pt x="582690" y="113845"/>
                  </a:lnTo>
                  <a:lnTo>
                    <a:pt x="571344" y="101955"/>
                  </a:lnTo>
                  <a:lnTo>
                    <a:pt x="567553" y="98305"/>
                  </a:lnTo>
                  <a:lnTo>
                    <a:pt x="550704" y="82765"/>
                  </a:lnTo>
                  <a:lnTo>
                    <a:pt x="546186" y="78780"/>
                  </a:lnTo>
                  <a:lnTo>
                    <a:pt x="531613" y="67224"/>
                  </a:lnTo>
                  <a:lnTo>
                    <a:pt x="521041" y="59177"/>
                  </a:lnTo>
                  <a:lnTo>
                    <a:pt x="509753" y="51685"/>
                  </a:lnTo>
                  <a:lnTo>
                    <a:pt x="495895" y="42755"/>
                  </a:lnTo>
                  <a:lnTo>
                    <a:pt x="483715" y="36145"/>
                  </a:lnTo>
                  <a:lnTo>
                    <a:pt x="470738" y="29223"/>
                  </a:lnTo>
                  <a:lnTo>
                    <a:pt x="450696" y="20605"/>
                  </a:lnTo>
                  <a:lnTo>
                    <a:pt x="445592" y="18425"/>
                  </a:lnTo>
                  <a:lnTo>
                    <a:pt x="420446" y="10140"/>
                  </a:lnTo>
                  <a:lnTo>
                    <a:pt x="398164" y="5064"/>
                  </a:lnTo>
                  <a:lnTo>
                    <a:pt x="395289" y="4403"/>
                  </a:lnTo>
                  <a:lnTo>
                    <a:pt x="370143" y="993"/>
                  </a:lnTo>
                  <a:lnTo>
                    <a:pt x="344998" y="0"/>
                  </a:lnTo>
                  <a:lnTo>
                    <a:pt x="319852" y="1397"/>
                  </a:lnTo>
                  <a:lnTo>
                    <a:pt x="295712" y="5064"/>
                  </a:lnTo>
                  <a:lnTo>
                    <a:pt x="294697" y="5216"/>
                  </a:lnTo>
                  <a:lnTo>
                    <a:pt x="269548" y="11352"/>
                  </a:lnTo>
                  <a:lnTo>
                    <a:pt x="244397" y="20089"/>
                  </a:lnTo>
                  <a:lnTo>
                    <a:pt x="243236" y="20605"/>
                  </a:lnTo>
                  <a:lnTo>
                    <a:pt x="219248" y="31318"/>
                  </a:lnTo>
                  <a:lnTo>
                    <a:pt x="210468" y="36145"/>
                  </a:lnTo>
                  <a:lnTo>
                    <a:pt x="194099" y="45315"/>
                  </a:lnTo>
                  <a:lnTo>
                    <a:pt x="184462" y="51685"/>
                  </a:lnTo>
                  <a:lnTo>
                    <a:pt x="168950" y="62256"/>
                  </a:lnTo>
                  <a:lnTo>
                    <a:pt x="162560" y="67224"/>
                  </a:lnTo>
                  <a:lnTo>
                    <a:pt x="143801" y="82448"/>
                  </a:lnTo>
                  <a:lnTo>
                    <a:pt x="143449" y="82765"/>
                  </a:lnTo>
                  <a:lnTo>
                    <a:pt x="126722" y="98305"/>
                  </a:lnTo>
                  <a:lnTo>
                    <a:pt x="118652" y="106250"/>
                  </a:lnTo>
                  <a:lnTo>
                    <a:pt x="111524" y="113845"/>
                  </a:lnTo>
                  <a:lnTo>
                    <a:pt x="97759" y="129386"/>
                  </a:lnTo>
                  <a:lnTo>
                    <a:pt x="93501" y="134462"/>
                  </a:lnTo>
                  <a:lnTo>
                    <a:pt x="85208" y="144925"/>
                  </a:lnTo>
                  <a:lnTo>
                    <a:pt x="73737" y="160465"/>
                  </a:lnTo>
                  <a:lnTo>
                    <a:pt x="68352" y="168280"/>
                  </a:lnTo>
                  <a:lnTo>
                    <a:pt x="63213" y="176005"/>
                  </a:lnTo>
                  <a:lnTo>
                    <a:pt x="53590" y="191546"/>
                  </a:lnTo>
                  <a:lnTo>
                    <a:pt x="44848" y="207086"/>
                  </a:lnTo>
                  <a:lnTo>
                    <a:pt x="43203" y="210238"/>
                  </a:lnTo>
                  <a:lnTo>
                    <a:pt x="36822" y="222625"/>
                  </a:lnTo>
                  <a:lnTo>
                    <a:pt x="29595" y="238166"/>
                  </a:lnTo>
                  <a:lnTo>
                    <a:pt x="23176" y="253706"/>
                  </a:lnTo>
                  <a:lnTo>
                    <a:pt x="18054" y="267816"/>
                  </a:lnTo>
                  <a:lnTo>
                    <a:pt x="17529" y="269246"/>
                  </a:lnTo>
                  <a:lnTo>
                    <a:pt x="12513" y="284786"/>
                  </a:lnTo>
                  <a:lnTo>
                    <a:pt x="8308" y="300329"/>
                  </a:lnTo>
                  <a:lnTo>
                    <a:pt x="4925" y="315865"/>
                  </a:lnTo>
                  <a:lnTo>
                    <a:pt x="2386" y="331400"/>
                  </a:lnTo>
                  <a:lnTo>
                    <a:pt x="726" y="346948"/>
                  </a:lnTo>
                  <a:lnTo>
                    <a:pt x="0" y="362483"/>
                  </a:lnTo>
                  <a:lnTo>
                    <a:pt x="278" y="378031"/>
                  </a:lnTo>
                  <a:lnTo>
                    <a:pt x="1658" y="393566"/>
                  </a:lnTo>
                  <a:lnTo>
                    <a:pt x="4271" y="409102"/>
                  </a:lnTo>
                  <a:lnTo>
                    <a:pt x="8292" y="424649"/>
                  </a:lnTo>
                  <a:lnTo>
                    <a:pt x="13949" y="44018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E119E671-40C2-69A1-F775-7238B75F9AAC}"/>
                </a:ext>
              </a:extLst>
            </p:cNvPr>
            <p:cNvSpPr/>
            <p:nvPr/>
          </p:nvSpPr>
          <p:spPr>
            <a:xfrm>
              <a:off x="7147223" y="3945860"/>
              <a:ext cx="590921" cy="491520"/>
            </a:xfrm>
            <a:custGeom>
              <a:avLst/>
              <a:gdLst>
                <a:gd name="csX0" fmla="*/ 16504 w 590921"/>
                <a:gd name="csY0" fmla="*/ 375027 h 491520"/>
                <a:gd name="csX1" fmla="*/ 16705 w 590921"/>
                <a:gd name="csY1" fmla="*/ 375391 h 491520"/>
                <a:gd name="csX2" fmla="*/ 25460 w 590921"/>
                <a:gd name="csY2" fmla="*/ 390574 h 491520"/>
                <a:gd name="csX3" fmla="*/ 37194 w 590921"/>
                <a:gd name="csY3" fmla="*/ 406110 h 491520"/>
                <a:gd name="csX4" fmla="*/ 41855 w 590921"/>
                <a:gd name="csY4" fmla="*/ 411050 h 491520"/>
                <a:gd name="csX5" fmla="*/ 52511 w 590921"/>
                <a:gd name="csY5" fmla="*/ 421645 h 491520"/>
                <a:gd name="csX6" fmla="*/ 67005 w 590921"/>
                <a:gd name="csY6" fmla="*/ 433215 h 491520"/>
                <a:gd name="csX7" fmla="*/ 72493 w 590921"/>
                <a:gd name="csY7" fmla="*/ 437193 h 491520"/>
                <a:gd name="csX8" fmla="*/ 92154 w 590921"/>
                <a:gd name="csY8" fmla="*/ 448973 h 491520"/>
                <a:gd name="csX9" fmla="*/ 99281 w 590921"/>
                <a:gd name="csY9" fmla="*/ 452728 h 491520"/>
                <a:gd name="csX10" fmla="*/ 117303 w 590921"/>
                <a:gd name="csY10" fmla="*/ 460801 h 491520"/>
                <a:gd name="csX11" fmla="*/ 137097 w 590921"/>
                <a:gd name="csY11" fmla="*/ 468264 h 491520"/>
                <a:gd name="csX12" fmla="*/ 142452 w 590921"/>
                <a:gd name="csY12" fmla="*/ 470036 h 491520"/>
                <a:gd name="csX13" fmla="*/ 167602 w 590921"/>
                <a:gd name="csY13" fmla="*/ 477029 h 491520"/>
                <a:gd name="csX14" fmla="*/ 192751 w 590921"/>
                <a:gd name="csY14" fmla="*/ 482521 h 491520"/>
                <a:gd name="csX15" fmla="*/ 200406 w 590921"/>
                <a:gd name="csY15" fmla="*/ 483811 h 491520"/>
                <a:gd name="csX16" fmla="*/ 217901 w 590921"/>
                <a:gd name="csY16" fmla="*/ 486510 h 491520"/>
                <a:gd name="csX17" fmla="*/ 243050 w 590921"/>
                <a:gd name="csY17" fmla="*/ 489256 h 491520"/>
                <a:gd name="csX18" fmla="*/ 268205 w 590921"/>
                <a:gd name="csY18" fmla="*/ 490910 h 491520"/>
                <a:gd name="csX19" fmla="*/ 293351 w 590921"/>
                <a:gd name="csY19" fmla="*/ 491520 h 491520"/>
                <a:gd name="csX20" fmla="*/ 318497 w 590921"/>
                <a:gd name="csY20" fmla="*/ 491086 h 491520"/>
                <a:gd name="csX21" fmla="*/ 343642 w 590921"/>
                <a:gd name="csY21" fmla="*/ 489608 h 491520"/>
                <a:gd name="csX22" fmla="*/ 368800 w 590921"/>
                <a:gd name="csY22" fmla="*/ 487050 h 491520"/>
                <a:gd name="csX23" fmla="*/ 390836 w 590921"/>
                <a:gd name="csY23" fmla="*/ 483811 h 491520"/>
                <a:gd name="csX24" fmla="*/ 393945 w 590921"/>
                <a:gd name="csY24" fmla="*/ 483307 h 491520"/>
                <a:gd name="csX25" fmla="*/ 419091 w 590921"/>
                <a:gd name="csY25" fmla="*/ 478050 h 491520"/>
                <a:gd name="csX26" fmla="*/ 444248 w 590921"/>
                <a:gd name="csY26" fmla="*/ 471327 h 491520"/>
                <a:gd name="csX27" fmla="*/ 453753 w 590921"/>
                <a:gd name="csY27" fmla="*/ 468264 h 491520"/>
                <a:gd name="csX28" fmla="*/ 469394 w 590921"/>
                <a:gd name="csY28" fmla="*/ 462526 h 491520"/>
                <a:gd name="csX29" fmla="*/ 491735 w 590921"/>
                <a:gd name="csY29" fmla="*/ 452728 h 491520"/>
                <a:gd name="csX30" fmla="*/ 494540 w 590921"/>
                <a:gd name="csY30" fmla="*/ 451285 h 491520"/>
                <a:gd name="csX31" fmla="*/ 518512 w 590921"/>
                <a:gd name="csY31" fmla="*/ 437193 h 491520"/>
                <a:gd name="csX32" fmla="*/ 519697 w 590921"/>
                <a:gd name="csY32" fmla="*/ 436348 h 491520"/>
                <a:gd name="csX33" fmla="*/ 538436 w 590921"/>
                <a:gd name="csY33" fmla="*/ 421645 h 491520"/>
                <a:gd name="csX34" fmla="*/ 544843 w 590921"/>
                <a:gd name="csY34" fmla="*/ 415403 h 491520"/>
                <a:gd name="csX35" fmla="*/ 553737 w 590921"/>
                <a:gd name="csY35" fmla="*/ 406110 h 491520"/>
                <a:gd name="csX36" fmla="*/ 565482 w 590921"/>
                <a:gd name="csY36" fmla="*/ 390574 h 491520"/>
                <a:gd name="csX37" fmla="*/ 569988 w 590921"/>
                <a:gd name="csY37" fmla="*/ 382877 h 491520"/>
                <a:gd name="csX38" fmla="*/ 574447 w 590921"/>
                <a:gd name="csY38" fmla="*/ 375027 h 491520"/>
                <a:gd name="csX39" fmla="*/ 581124 w 590921"/>
                <a:gd name="csY39" fmla="*/ 359491 h 491520"/>
                <a:gd name="csX40" fmla="*/ 585876 w 590921"/>
                <a:gd name="csY40" fmla="*/ 343944 h 491520"/>
                <a:gd name="csX41" fmla="*/ 588962 w 590921"/>
                <a:gd name="csY41" fmla="*/ 328408 h 491520"/>
                <a:gd name="csX42" fmla="*/ 590593 w 590921"/>
                <a:gd name="csY42" fmla="*/ 312873 h 491520"/>
                <a:gd name="csX43" fmla="*/ 590921 w 590921"/>
                <a:gd name="csY43" fmla="*/ 297325 h 491520"/>
                <a:gd name="csX44" fmla="*/ 590065 w 590921"/>
                <a:gd name="csY44" fmla="*/ 281790 h 491520"/>
                <a:gd name="csX45" fmla="*/ 588105 w 590921"/>
                <a:gd name="csY45" fmla="*/ 266242 h 491520"/>
                <a:gd name="csX46" fmla="*/ 585101 w 590921"/>
                <a:gd name="csY46" fmla="*/ 250707 h 491520"/>
                <a:gd name="csX47" fmla="*/ 581112 w 590921"/>
                <a:gd name="csY47" fmla="*/ 235171 h 491520"/>
                <a:gd name="csX48" fmla="*/ 576149 w 590921"/>
                <a:gd name="csY48" fmla="*/ 219628 h 491520"/>
                <a:gd name="csX49" fmla="*/ 570223 w 590921"/>
                <a:gd name="csY49" fmla="*/ 204088 h 491520"/>
                <a:gd name="csX50" fmla="*/ 569988 w 590921"/>
                <a:gd name="csY50" fmla="*/ 203558 h 491520"/>
                <a:gd name="csX51" fmla="*/ 563347 w 590921"/>
                <a:gd name="csY51" fmla="*/ 188548 h 491520"/>
                <a:gd name="csX52" fmla="*/ 555509 w 590921"/>
                <a:gd name="csY52" fmla="*/ 173007 h 491520"/>
                <a:gd name="csX53" fmla="*/ 546685 w 590921"/>
                <a:gd name="csY53" fmla="*/ 157467 h 491520"/>
                <a:gd name="csX54" fmla="*/ 544843 w 590921"/>
                <a:gd name="csY54" fmla="*/ 154490 h 491520"/>
                <a:gd name="csX55" fmla="*/ 536699 w 590921"/>
                <a:gd name="csY55" fmla="*/ 141928 h 491520"/>
                <a:gd name="csX56" fmla="*/ 525623 w 590921"/>
                <a:gd name="csY56" fmla="*/ 126388 h 491520"/>
                <a:gd name="csX57" fmla="*/ 519697 w 590921"/>
                <a:gd name="csY57" fmla="*/ 118678 h 491520"/>
                <a:gd name="csX58" fmla="*/ 513208 w 590921"/>
                <a:gd name="csY58" fmla="*/ 110847 h 491520"/>
                <a:gd name="csX59" fmla="*/ 499350 w 590921"/>
                <a:gd name="csY59" fmla="*/ 95307 h 491520"/>
                <a:gd name="csX60" fmla="*/ 494540 w 590921"/>
                <a:gd name="csY60" fmla="*/ 90232 h 491520"/>
                <a:gd name="csX61" fmla="*/ 483592 w 590921"/>
                <a:gd name="csY61" fmla="*/ 79767 h 491520"/>
                <a:gd name="csX62" fmla="*/ 469394 w 590921"/>
                <a:gd name="csY62" fmla="*/ 67053 h 491520"/>
                <a:gd name="csX63" fmla="*/ 465803 w 590921"/>
                <a:gd name="csY63" fmla="*/ 64228 h 491520"/>
                <a:gd name="csX64" fmla="*/ 445093 w 590921"/>
                <a:gd name="csY64" fmla="*/ 48687 h 491520"/>
                <a:gd name="csX65" fmla="*/ 444248 w 590921"/>
                <a:gd name="csY65" fmla="*/ 48076 h 491520"/>
                <a:gd name="csX66" fmla="*/ 419877 w 590921"/>
                <a:gd name="csY66" fmla="*/ 33147 h 491520"/>
                <a:gd name="csX67" fmla="*/ 419091 w 590921"/>
                <a:gd name="csY67" fmla="*/ 32683 h 491520"/>
                <a:gd name="csX68" fmla="*/ 393945 w 590921"/>
                <a:gd name="csY68" fmla="*/ 20480 h 491520"/>
                <a:gd name="csX69" fmla="*/ 386189 w 590921"/>
                <a:gd name="csY69" fmla="*/ 17607 h 491520"/>
                <a:gd name="csX70" fmla="*/ 368800 w 590921"/>
                <a:gd name="csY70" fmla="*/ 11235 h 491520"/>
                <a:gd name="csX71" fmla="*/ 343642 w 590921"/>
                <a:gd name="csY71" fmla="*/ 4820 h 491520"/>
                <a:gd name="csX72" fmla="*/ 324985 w 590921"/>
                <a:gd name="csY72" fmla="*/ 2066 h 491520"/>
                <a:gd name="csX73" fmla="*/ 318497 w 590921"/>
                <a:gd name="csY73" fmla="*/ 1101 h 491520"/>
                <a:gd name="csX74" fmla="*/ 293351 w 590921"/>
                <a:gd name="csY74" fmla="*/ 0 h 491520"/>
                <a:gd name="csX75" fmla="*/ 268205 w 590921"/>
                <a:gd name="csY75" fmla="*/ 1549 h 491520"/>
                <a:gd name="csX76" fmla="*/ 265092 w 590921"/>
                <a:gd name="csY76" fmla="*/ 2066 h 491520"/>
                <a:gd name="csX77" fmla="*/ 243050 w 590921"/>
                <a:gd name="csY77" fmla="*/ 5709 h 491520"/>
                <a:gd name="csX78" fmla="*/ 217901 w 590921"/>
                <a:gd name="csY78" fmla="*/ 12596 h 491520"/>
                <a:gd name="csX79" fmla="*/ 204858 w 590921"/>
                <a:gd name="csY79" fmla="*/ 17607 h 491520"/>
                <a:gd name="csX80" fmla="*/ 192751 w 590921"/>
                <a:gd name="csY80" fmla="*/ 22315 h 491520"/>
                <a:gd name="csX81" fmla="*/ 171264 w 590921"/>
                <a:gd name="csY81" fmla="*/ 33147 h 491520"/>
                <a:gd name="csX82" fmla="*/ 167602 w 590921"/>
                <a:gd name="csY82" fmla="*/ 35040 h 491520"/>
                <a:gd name="csX83" fmla="*/ 145991 w 590921"/>
                <a:gd name="csY83" fmla="*/ 48687 h 491520"/>
                <a:gd name="csX84" fmla="*/ 142452 w 590921"/>
                <a:gd name="csY84" fmla="*/ 51008 h 491520"/>
                <a:gd name="csX85" fmla="*/ 125240 w 590921"/>
                <a:gd name="csY85" fmla="*/ 64228 h 491520"/>
                <a:gd name="csX86" fmla="*/ 117303 w 590921"/>
                <a:gd name="csY86" fmla="*/ 70645 h 491520"/>
                <a:gd name="csX87" fmla="*/ 107339 w 590921"/>
                <a:gd name="csY87" fmla="*/ 79767 h 491520"/>
                <a:gd name="csX88" fmla="*/ 92154 w 590921"/>
                <a:gd name="csY88" fmla="*/ 94611 h 491520"/>
                <a:gd name="csX89" fmla="*/ 91508 w 590921"/>
                <a:gd name="csY89" fmla="*/ 95307 h 491520"/>
                <a:gd name="csX90" fmla="*/ 77758 w 590921"/>
                <a:gd name="csY90" fmla="*/ 110847 h 491520"/>
                <a:gd name="csX91" fmla="*/ 67005 w 590921"/>
                <a:gd name="csY91" fmla="*/ 124095 h 491520"/>
                <a:gd name="csX92" fmla="*/ 65270 w 590921"/>
                <a:gd name="csY92" fmla="*/ 126388 h 491520"/>
                <a:gd name="csX93" fmla="*/ 54239 w 590921"/>
                <a:gd name="csY93" fmla="*/ 141928 h 491520"/>
                <a:gd name="csX94" fmla="*/ 44274 w 590921"/>
                <a:gd name="csY94" fmla="*/ 157467 h 491520"/>
                <a:gd name="csX95" fmla="*/ 41855 w 590921"/>
                <a:gd name="csY95" fmla="*/ 161580 h 491520"/>
                <a:gd name="csX96" fmla="*/ 35423 w 590921"/>
                <a:gd name="csY96" fmla="*/ 173007 h 491520"/>
                <a:gd name="csX97" fmla="*/ 27590 w 590921"/>
                <a:gd name="csY97" fmla="*/ 188548 h 491520"/>
                <a:gd name="csX98" fmla="*/ 20723 w 590921"/>
                <a:gd name="csY98" fmla="*/ 204088 h 491520"/>
                <a:gd name="csX99" fmla="*/ 16705 w 590921"/>
                <a:gd name="csY99" fmla="*/ 214573 h 491520"/>
                <a:gd name="csX100" fmla="*/ 14803 w 590921"/>
                <a:gd name="csY100" fmla="*/ 219628 h 491520"/>
                <a:gd name="csX101" fmla="*/ 9828 w 590921"/>
                <a:gd name="csY101" fmla="*/ 235171 h 491520"/>
                <a:gd name="csX102" fmla="*/ 5826 w 590921"/>
                <a:gd name="csY102" fmla="*/ 250707 h 491520"/>
                <a:gd name="csX103" fmla="*/ 2823 w 590921"/>
                <a:gd name="csY103" fmla="*/ 266242 h 491520"/>
                <a:gd name="csX104" fmla="*/ 860 w 590921"/>
                <a:gd name="csY104" fmla="*/ 281790 h 491520"/>
                <a:gd name="csX105" fmla="*/ 0 w 590921"/>
                <a:gd name="csY105" fmla="*/ 297325 h 491520"/>
                <a:gd name="csX106" fmla="*/ 329 w 590921"/>
                <a:gd name="csY106" fmla="*/ 312873 h 491520"/>
                <a:gd name="csX107" fmla="*/ 1962 w 590921"/>
                <a:gd name="csY107" fmla="*/ 328408 h 491520"/>
                <a:gd name="csX108" fmla="*/ 5054 w 590921"/>
                <a:gd name="csY108" fmla="*/ 343944 h 491520"/>
                <a:gd name="csX109" fmla="*/ 9811 w 590921"/>
                <a:gd name="csY109" fmla="*/ 359491 h 491520"/>
                <a:gd name="csX110" fmla="*/ 16504 w 590921"/>
                <a:gd name="csY110" fmla="*/ 375027 h 49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</a:cxnLst>
              <a:rect l="l" t="t" r="r" b="b"/>
              <a:pathLst>
                <a:path w="590921" h="491520">
                  <a:moveTo>
                    <a:pt x="16504" y="375027"/>
                  </a:moveTo>
                  <a:lnTo>
                    <a:pt x="16705" y="375391"/>
                  </a:lnTo>
                  <a:lnTo>
                    <a:pt x="25460" y="390574"/>
                  </a:lnTo>
                  <a:lnTo>
                    <a:pt x="37194" y="406110"/>
                  </a:lnTo>
                  <a:lnTo>
                    <a:pt x="41855" y="411050"/>
                  </a:lnTo>
                  <a:lnTo>
                    <a:pt x="52511" y="421645"/>
                  </a:lnTo>
                  <a:lnTo>
                    <a:pt x="67005" y="433215"/>
                  </a:lnTo>
                  <a:lnTo>
                    <a:pt x="72493" y="437193"/>
                  </a:lnTo>
                  <a:lnTo>
                    <a:pt x="92154" y="448973"/>
                  </a:lnTo>
                  <a:lnTo>
                    <a:pt x="99281" y="452728"/>
                  </a:lnTo>
                  <a:lnTo>
                    <a:pt x="117303" y="460801"/>
                  </a:lnTo>
                  <a:lnTo>
                    <a:pt x="137097" y="468264"/>
                  </a:lnTo>
                  <a:lnTo>
                    <a:pt x="142452" y="470036"/>
                  </a:lnTo>
                  <a:lnTo>
                    <a:pt x="167602" y="477029"/>
                  </a:lnTo>
                  <a:lnTo>
                    <a:pt x="192751" y="482521"/>
                  </a:lnTo>
                  <a:lnTo>
                    <a:pt x="200406" y="483811"/>
                  </a:lnTo>
                  <a:lnTo>
                    <a:pt x="217901" y="486510"/>
                  </a:lnTo>
                  <a:lnTo>
                    <a:pt x="243050" y="489256"/>
                  </a:lnTo>
                  <a:lnTo>
                    <a:pt x="268205" y="490910"/>
                  </a:lnTo>
                  <a:lnTo>
                    <a:pt x="293351" y="491520"/>
                  </a:lnTo>
                  <a:lnTo>
                    <a:pt x="318497" y="491086"/>
                  </a:lnTo>
                  <a:lnTo>
                    <a:pt x="343642" y="489608"/>
                  </a:lnTo>
                  <a:lnTo>
                    <a:pt x="368800" y="487050"/>
                  </a:lnTo>
                  <a:lnTo>
                    <a:pt x="390836" y="483811"/>
                  </a:lnTo>
                  <a:lnTo>
                    <a:pt x="393945" y="483307"/>
                  </a:lnTo>
                  <a:lnTo>
                    <a:pt x="419091" y="478050"/>
                  </a:lnTo>
                  <a:lnTo>
                    <a:pt x="444248" y="471327"/>
                  </a:lnTo>
                  <a:lnTo>
                    <a:pt x="453753" y="468264"/>
                  </a:lnTo>
                  <a:lnTo>
                    <a:pt x="469394" y="462526"/>
                  </a:lnTo>
                  <a:lnTo>
                    <a:pt x="491735" y="452728"/>
                  </a:lnTo>
                  <a:lnTo>
                    <a:pt x="494540" y="451285"/>
                  </a:lnTo>
                  <a:lnTo>
                    <a:pt x="518512" y="437193"/>
                  </a:lnTo>
                  <a:lnTo>
                    <a:pt x="519697" y="436348"/>
                  </a:lnTo>
                  <a:lnTo>
                    <a:pt x="538436" y="421645"/>
                  </a:lnTo>
                  <a:lnTo>
                    <a:pt x="544843" y="415403"/>
                  </a:lnTo>
                  <a:lnTo>
                    <a:pt x="553737" y="406110"/>
                  </a:lnTo>
                  <a:lnTo>
                    <a:pt x="565482" y="390574"/>
                  </a:lnTo>
                  <a:lnTo>
                    <a:pt x="569988" y="382877"/>
                  </a:lnTo>
                  <a:lnTo>
                    <a:pt x="574447" y="375027"/>
                  </a:lnTo>
                  <a:lnTo>
                    <a:pt x="581124" y="359491"/>
                  </a:lnTo>
                  <a:lnTo>
                    <a:pt x="585876" y="343944"/>
                  </a:lnTo>
                  <a:lnTo>
                    <a:pt x="588962" y="328408"/>
                  </a:lnTo>
                  <a:lnTo>
                    <a:pt x="590593" y="312873"/>
                  </a:lnTo>
                  <a:lnTo>
                    <a:pt x="590921" y="297325"/>
                  </a:lnTo>
                  <a:lnTo>
                    <a:pt x="590065" y="281790"/>
                  </a:lnTo>
                  <a:lnTo>
                    <a:pt x="588105" y="266242"/>
                  </a:lnTo>
                  <a:lnTo>
                    <a:pt x="585101" y="250707"/>
                  </a:lnTo>
                  <a:lnTo>
                    <a:pt x="581112" y="235171"/>
                  </a:lnTo>
                  <a:lnTo>
                    <a:pt x="576149" y="219628"/>
                  </a:lnTo>
                  <a:lnTo>
                    <a:pt x="570223" y="204088"/>
                  </a:lnTo>
                  <a:lnTo>
                    <a:pt x="569988" y="203558"/>
                  </a:lnTo>
                  <a:lnTo>
                    <a:pt x="563347" y="188548"/>
                  </a:lnTo>
                  <a:lnTo>
                    <a:pt x="555509" y="173007"/>
                  </a:lnTo>
                  <a:lnTo>
                    <a:pt x="546685" y="157467"/>
                  </a:lnTo>
                  <a:lnTo>
                    <a:pt x="544843" y="154490"/>
                  </a:lnTo>
                  <a:lnTo>
                    <a:pt x="536699" y="141928"/>
                  </a:lnTo>
                  <a:lnTo>
                    <a:pt x="525623" y="126388"/>
                  </a:lnTo>
                  <a:lnTo>
                    <a:pt x="519697" y="118678"/>
                  </a:lnTo>
                  <a:lnTo>
                    <a:pt x="513208" y="110847"/>
                  </a:lnTo>
                  <a:lnTo>
                    <a:pt x="499350" y="95307"/>
                  </a:lnTo>
                  <a:lnTo>
                    <a:pt x="494540" y="90232"/>
                  </a:lnTo>
                  <a:lnTo>
                    <a:pt x="483592" y="79767"/>
                  </a:lnTo>
                  <a:lnTo>
                    <a:pt x="469394" y="67053"/>
                  </a:lnTo>
                  <a:lnTo>
                    <a:pt x="465803" y="64228"/>
                  </a:lnTo>
                  <a:lnTo>
                    <a:pt x="445093" y="48687"/>
                  </a:lnTo>
                  <a:lnTo>
                    <a:pt x="444248" y="48076"/>
                  </a:lnTo>
                  <a:lnTo>
                    <a:pt x="419877" y="33147"/>
                  </a:lnTo>
                  <a:lnTo>
                    <a:pt x="419091" y="32683"/>
                  </a:lnTo>
                  <a:lnTo>
                    <a:pt x="393945" y="20480"/>
                  </a:lnTo>
                  <a:lnTo>
                    <a:pt x="386189" y="17607"/>
                  </a:lnTo>
                  <a:lnTo>
                    <a:pt x="368800" y="11235"/>
                  </a:lnTo>
                  <a:lnTo>
                    <a:pt x="343642" y="4820"/>
                  </a:lnTo>
                  <a:lnTo>
                    <a:pt x="324985" y="2066"/>
                  </a:lnTo>
                  <a:lnTo>
                    <a:pt x="318497" y="1101"/>
                  </a:lnTo>
                  <a:lnTo>
                    <a:pt x="293351" y="0"/>
                  </a:lnTo>
                  <a:lnTo>
                    <a:pt x="268205" y="1549"/>
                  </a:lnTo>
                  <a:lnTo>
                    <a:pt x="265092" y="2066"/>
                  </a:lnTo>
                  <a:lnTo>
                    <a:pt x="243050" y="5709"/>
                  </a:lnTo>
                  <a:lnTo>
                    <a:pt x="217901" y="12596"/>
                  </a:lnTo>
                  <a:lnTo>
                    <a:pt x="204858" y="17607"/>
                  </a:lnTo>
                  <a:lnTo>
                    <a:pt x="192751" y="22315"/>
                  </a:lnTo>
                  <a:lnTo>
                    <a:pt x="171264" y="33147"/>
                  </a:lnTo>
                  <a:lnTo>
                    <a:pt x="167602" y="35040"/>
                  </a:lnTo>
                  <a:lnTo>
                    <a:pt x="145991" y="48687"/>
                  </a:lnTo>
                  <a:lnTo>
                    <a:pt x="142452" y="51008"/>
                  </a:lnTo>
                  <a:lnTo>
                    <a:pt x="125240" y="64228"/>
                  </a:lnTo>
                  <a:lnTo>
                    <a:pt x="117303" y="70645"/>
                  </a:lnTo>
                  <a:lnTo>
                    <a:pt x="107339" y="79767"/>
                  </a:lnTo>
                  <a:lnTo>
                    <a:pt x="92154" y="94611"/>
                  </a:lnTo>
                  <a:lnTo>
                    <a:pt x="91508" y="95307"/>
                  </a:lnTo>
                  <a:lnTo>
                    <a:pt x="77758" y="110847"/>
                  </a:lnTo>
                  <a:lnTo>
                    <a:pt x="67005" y="124095"/>
                  </a:lnTo>
                  <a:lnTo>
                    <a:pt x="65270" y="126388"/>
                  </a:lnTo>
                  <a:lnTo>
                    <a:pt x="54239" y="141928"/>
                  </a:lnTo>
                  <a:lnTo>
                    <a:pt x="44274" y="157467"/>
                  </a:lnTo>
                  <a:lnTo>
                    <a:pt x="41855" y="161580"/>
                  </a:lnTo>
                  <a:lnTo>
                    <a:pt x="35423" y="173007"/>
                  </a:lnTo>
                  <a:lnTo>
                    <a:pt x="27590" y="188548"/>
                  </a:lnTo>
                  <a:lnTo>
                    <a:pt x="20723" y="204088"/>
                  </a:lnTo>
                  <a:lnTo>
                    <a:pt x="16705" y="214573"/>
                  </a:lnTo>
                  <a:lnTo>
                    <a:pt x="14803" y="219628"/>
                  </a:lnTo>
                  <a:lnTo>
                    <a:pt x="9828" y="235171"/>
                  </a:lnTo>
                  <a:lnTo>
                    <a:pt x="5826" y="250707"/>
                  </a:lnTo>
                  <a:lnTo>
                    <a:pt x="2823" y="266242"/>
                  </a:lnTo>
                  <a:lnTo>
                    <a:pt x="860" y="281790"/>
                  </a:lnTo>
                  <a:lnTo>
                    <a:pt x="0" y="297325"/>
                  </a:lnTo>
                  <a:lnTo>
                    <a:pt x="329" y="312873"/>
                  </a:lnTo>
                  <a:lnTo>
                    <a:pt x="1962" y="328408"/>
                  </a:lnTo>
                  <a:lnTo>
                    <a:pt x="5054" y="343944"/>
                  </a:lnTo>
                  <a:lnTo>
                    <a:pt x="9811" y="359491"/>
                  </a:lnTo>
                  <a:lnTo>
                    <a:pt x="16504" y="375027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27106FF9-05D5-885A-75F7-CE826E8AFA45}"/>
                </a:ext>
              </a:extLst>
            </p:cNvPr>
            <p:cNvSpPr/>
            <p:nvPr/>
          </p:nvSpPr>
          <p:spPr>
            <a:xfrm>
              <a:off x="7197379" y="4005379"/>
              <a:ext cx="490650" cy="406597"/>
            </a:xfrm>
            <a:custGeom>
              <a:avLst/>
              <a:gdLst>
                <a:gd name="csX0" fmla="*/ 11883 w 490650"/>
                <a:gd name="csY0" fmla="*/ 299972 h 406597"/>
                <a:gd name="csX1" fmla="*/ 16850 w 490650"/>
                <a:gd name="csY1" fmla="*/ 309582 h 406597"/>
                <a:gd name="csX2" fmla="*/ 20094 w 490650"/>
                <a:gd name="csY2" fmla="*/ 315508 h 406597"/>
                <a:gd name="csX3" fmla="*/ 31349 w 490650"/>
                <a:gd name="csY3" fmla="*/ 331055 h 406597"/>
                <a:gd name="csX4" fmla="*/ 41999 w 490650"/>
                <a:gd name="csY4" fmla="*/ 342402 h 406597"/>
                <a:gd name="csX5" fmla="*/ 46328 w 490650"/>
                <a:gd name="csY5" fmla="*/ 346591 h 406597"/>
                <a:gd name="csX6" fmla="*/ 66479 w 490650"/>
                <a:gd name="csY6" fmla="*/ 362127 h 406597"/>
                <a:gd name="csX7" fmla="*/ 67148 w 490650"/>
                <a:gd name="csY7" fmla="*/ 362561 h 406597"/>
                <a:gd name="csX8" fmla="*/ 92297 w 490650"/>
                <a:gd name="csY8" fmla="*/ 376489 h 406597"/>
                <a:gd name="csX9" fmla="*/ 94834 w 490650"/>
                <a:gd name="csY9" fmla="*/ 377674 h 406597"/>
                <a:gd name="csX10" fmla="*/ 117446 w 490650"/>
                <a:gd name="csY10" fmla="*/ 386603 h 406597"/>
                <a:gd name="csX11" fmla="*/ 138486 w 490650"/>
                <a:gd name="csY11" fmla="*/ 393209 h 406597"/>
                <a:gd name="csX12" fmla="*/ 142596 w 490650"/>
                <a:gd name="csY12" fmla="*/ 394336 h 406597"/>
                <a:gd name="csX13" fmla="*/ 167746 w 490650"/>
                <a:gd name="csY13" fmla="*/ 399722 h 406597"/>
                <a:gd name="csX14" fmla="*/ 192895 w 490650"/>
                <a:gd name="csY14" fmla="*/ 403500 h 406597"/>
                <a:gd name="csX15" fmla="*/ 218050 w 490650"/>
                <a:gd name="csY15" fmla="*/ 405765 h 406597"/>
                <a:gd name="csX16" fmla="*/ 243196 w 490650"/>
                <a:gd name="csY16" fmla="*/ 406598 h 406597"/>
                <a:gd name="csX17" fmla="*/ 268341 w 490650"/>
                <a:gd name="csY17" fmla="*/ 406011 h 406597"/>
                <a:gd name="csX18" fmla="*/ 293487 w 490650"/>
                <a:gd name="csY18" fmla="*/ 403981 h 406597"/>
                <a:gd name="csX19" fmla="*/ 318644 w 490650"/>
                <a:gd name="csY19" fmla="*/ 400461 h 406597"/>
                <a:gd name="csX20" fmla="*/ 343790 w 490650"/>
                <a:gd name="csY20" fmla="*/ 395357 h 406597"/>
                <a:gd name="csX21" fmla="*/ 351933 w 490650"/>
                <a:gd name="csY21" fmla="*/ 393209 h 406597"/>
                <a:gd name="csX22" fmla="*/ 368936 w 490650"/>
                <a:gd name="csY22" fmla="*/ 388070 h 406597"/>
                <a:gd name="csX23" fmla="*/ 394093 w 490650"/>
                <a:gd name="csY23" fmla="*/ 378460 h 406597"/>
                <a:gd name="csX24" fmla="*/ 395841 w 490650"/>
                <a:gd name="csY24" fmla="*/ 377674 h 406597"/>
                <a:gd name="csX25" fmla="*/ 419239 w 490650"/>
                <a:gd name="csY25" fmla="*/ 365107 h 406597"/>
                <a:gd name="csX26" fmla="*/ 424026 w 490650"/>
                <a:gd name="csY26" fmla="*/ 362127 h 406597"/>
                <a:gd name="csX27" fmla="*/ 444384 w 490650"/>
                <a:gd name="csY27" fmla="*/ 346614 h 406597"/>
                <a:gd name="csX28" fmla="*/ 444420 w 490650"/>
                <a:gd name="csY28" fmla="*/ 346591 h 406597"/>
                <a:gd name="csX29" fmla="*/ 459275 w 490650"/>
                <a:gd name="csY29" fmla="*/ 331055 h 406597"/>
                <a:gd name="csX30" fmla="*/ 469542 w 490650"/>
                <a:gd name="csY30" fmla="*/ 317033 h 406597"/>
                <a:gd name="csX31" fmla="*/ 470574 w 490650"/>
                <a:gd name="csY31" fmla="*/ 315508 h 406597"/>
                <a:gd name="csX32" fmla="*/ 478718 w 490650"/>
                <a:gd name="csY32" fmla="*/ 299972 h 406597"/>
                <a:gd name="csX33" fmla="*/ 484502 w 490650"/>
                <a:gd name="csY33" fmla="*/ 284425 h 406597"/>
                <a:gd name="csX34" fmla="*/ 488269 w 490650"/>
                <a:gd name="csY34" fmla="*/ 268889 h 406597"/>
                <a:gd name="csX35" fmla="*/ 490252 w 490650"/>
                <a:gd name="csY35" fmla="*/ 253354 h 406597"/>
                <a:gd name="csX36" fmla="*/ 490651 w 490650"/>
                <a:gd name="csY36" fmla="*/ 237806 h 406597"/>
                <a:gd name="csX37" fmla="*/ 489607 w 490650"/>
                <a:gd name="csY37" fmla="*/ 222271 h 406597"/>
                <a:gd name="csX38" fmla="*/ 487213 w 490650"/>
                <a:gd name="csY38" fmla="*/ 206723 h 406597"/>
                <a:gd name="csX39" fmla="*/ 483564 w 490650"/>
                <a:gd name="csY39" fmla="*/ 191188 h 406597"/>
                <a:gd name="csX40" fmla="*/ 478694 w 490650"/>
                <a:gd name="csY40" fmla="*/ 175652 h 406597"/>
                <a:gd name="csX41" fmla="*/ 472639 w 490650"/>
                <a:gd name="csY41" fmla="*/ 160110 h 406597"/>
                <a:gd name="csX42" fmla="*/ 469542 w 490650"/>
                <a:gd name="csY42" fmla="*/ 153337 h 406597"/>
                <a:gd name="csX43" fmla="*/ 465271 w 490650"/>
                <a:gd name="csY43" fmla="*/ 144569 h 406597"/>
                <a:gd name="csX44" fmla="*/ 456576 w 490650"/>
                <a:gd name="csY44" fmla="*/ 129029 h 406597"/>
                <a:gd name="csX45" fmla="*/ 446661 w 490650"/>
                <a:gd name="csY45" fmla="*/ 113489 h 406597"/>
                <a:gd name="csX46" fmla="*/ 444384 w 490650"/>
                <a:gd name="csY46" fmla="*/ 110256 h 406597"/>
                <a:gd name="csX47" fmla="*/ 434950 w 490650"/>
                <a:gd name="csY47" fmla="*/ 97948 h 406597"/>
                <a:gd name="csX48" fmla="*/ 421738 w 490650"/>
                <a:gd name="csY48" fmla="*/ 82409 h 406597"/>
                <a:gd name="csX49" fmla="*/ 419239 w 490650"/>
                <a:gd name="csY49" fmla="*/ 79678 h 406597"/>
                <a:gd name="csX50" fmla="*/ 406026 w 490650"/>
                <a:gd name="csY50" fmla="*/ 66869 h 406597"/>
                <a:gd name="csX51" fmla="*/ 394093 w 490650"/>
                <a:gd name="csY51" fmla="*/ 56169 h 406597"/>
                <a:gd name="csX52" fmla="*/ 387780 w 490650"/>
                <a:gd name="csY52" fmla="*/ 51329 h 406597"/>
                <a:gd name="csX53" fmla="*/ 368936 w 490650"/>
                <a:gd name="csY53" fmla="*/ 37743 h 406597"/>
                <a:gd name="csX54" fmla="*/ 365627 w 490650"/>
                <a:gd name="csY54" fmla="*/ 35788 h 406597"/>
                <a:gd name="csX55" fmla="*/ 343790 w 490650"/>
                <a:gd name="csY55" fmla="*/ 23483 h 406597"/>
                <a:gd name="csX56" fmla="*/ 336316 w 490650"/>
                <a:gd name="csY56" fmla="*/ 20248 h 406597"/>
                <a:gd name="csX57" fmla="*/ 318644 w 490650"/>
                <a:gd name="csY57" fmla="*/ 12834 h 406597"/>
                <a:gd name="csX58" fmla="*/ 293487 w 490650"/>
                <a:gd name="csY58" fmla="*/ 5489 h 406597"/>
                <a:gd name="csX59" fmla="*/ 288899 w 490650"/>
                <a:gd name="csY59" fmla="*/ 4709 h 406597"/>
                <a:gd name="csX60" fmla="*/ 268341 w 490650"/>
                <a:gd name="csY60" fmla="*/ 1239 h 406597"/>
                <a:gd name="csX61" fmla="*/ 243196 w 490650"/>
                <a:gd name="csY61" fmla="*/ 0 h 406597"/>
                <a:gd name="csX62" fmla="*/ 218050 w 490650"/>
                <a:gd name="csY62" fmla="*/ 1744 h 406597"/>
                <a:gd name="csX63" fmla="*/ 202335 w 490650"/>
                <a:gd name="csY63" fmla="*/ 4709 h 406597"/>
                <a:gd name="csX64" fmla="*/ 192895 w 490650"/>
                <a:gd name="csY64" fmla="*/ 6506 h 406597"/>
                <a:gd name="csX65" fmla="*/ 167746 w 490650"/>
                <a:gd name="csY65" fmla="*/ 14392 h 406597"/>
                <a:gd name="csX66" fmla="*/ 154435 w 490650"/>
                <a:gd name="csY66" fmla="*/ 20248 h 406597"/>
                <a:gd name="csX67" fmla="*/ 142596 w 490650"/>
                <a:gd name="csY67" fmla="*/ 25626 h 406597"/>
                <a:gd name="csX68" fmla="*/ 125213 w 490650"/>
                <a:gd name="csY68" fmla="*/ 35788 h 406597"/>
                <a:gd name="csX69" fmla="*/ 117446 w 490650"/>
                <a:gd name="csY69" fmla="*/ 40545 h 406597"/>
                <a:gd name="csX70" fmla="*/ 102939 w 490650"/>
                <a:gd name="csY70" fmla="*/ 51329 h 406597"/>
                <a:gd name="csX71" fmla="*/ 92297 w 490650"/>
                <a:gd name="csY71" fmla="*/ 59746 h 406597"/>
                <a:gd name="csX72" fmla="*/ 84551 w 490650"/>
                <a:gd name="csY72" fmla="*/ 66869 h 406597"/>
                <a:gd name="csX73" fmla="*/ 68878 w 490650"/>
                <a:gd name="csY73" fmla="*/ 82409 h 406597"/>
                <a:gd name="csX74" fmla="*/ 67148 w 490650"/>
                <a:gd name="csY74" fmla="*/ 84254 h 406597"/>
                <a:gd name="csX75" fmla="*/ 55687 w 490650"/>
                <a:gd name="csY75" fmla="*/ 97948 h 406597"/>
                <a:gd name="csX76" fmla="*/ 43976 w 490650"/>
                <a:gd name="csY76" fmla="*/ 113489 h 406597"/>
                <a:gd name="csX77" fmla="*/ 41999 w 490650"/>
                <a:gd name="csY77" fmla="*/ 116377 h 406597"/>
                <a:gd name="csX78" fmla="*/ 34026 w 490650"/>
                <a:gd name="csY78" fmla="*/ 129029 h 406597"/>
                <a:gd name="csX79" fmla="*/ 25396 w 490650"/>
                <a:gd name="csY79" fmla="*/ 144569 h 406597"/>
                <a:gd name="csX80" fmla="*/ 17966 w 490650"/>
                <a:gd name="csY80" fmla="*/ 160110 h 406597"/>
                <a:gd name="csX81" fmla="*/ 16850 w 490650"/>
                <a:gd name="csY81" fmla="*/ 162853 h 406597"/>
                <a:gd name="csX82" fmla="*/ 11904 w 490650"/>
                <a:gd name="csY82" fmla="*/ 175652 h 406597"/>
                <a:gd name="csX83" fmla="*/ 7057 w 490650"/>
                <a:gd name="csY83" fmla="*/ 191188 h 406597"/>
                <a:gd name="csX84" fmla="*/ 3418 w 490650"/>
                <a:gd name="csY84" fmla="*/ 206723 h 406597"/>
                <a:gd name="csX85" fmla="*/ 1041 w 490650"/>
                <a:gd name="csY85" fmla="*/ 222271 h 406597"/>
                <a:gd name="csX86" fmla="*/ 0 w 490650"/>
                <a:gd name="csY86" fmla="*/ 237806 h 406597"/>
                <a:gd name="csX87" fmla="*/ 398 w 490650"/>
                <a:gd name="csY87" fmla="*/ 253354 h 406597"/>
                <a:gd name="csX88" fmla="*/ 2376 w 490650"/>
                <a:gd name="csY88" fmla="*/ 268889 h 406597"/>
                <a:gd name="csX89" fmla="*/ 6122 w 490650"/>
                <a:gd name="csY89" fmla="*/ 284425 h 406597"/>
                <a:gd name="csX90" fmla="*/ 11883 w 490650"/>
                <a:gd name="csY90" fmla="*/ 299972 h 40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</a:cxnLst>
              <a:rect l="l" t="t" r="r" b="b"/>
              <a:pathLst>
                <a:path w="490650" h="406597">
                  <a:moveTo>
                    <a:pt x="11883" y="299972"/>
                  </a:moveTo>
                  <a:lnTo>
                    <a:pt x="16850" y="309582"/>
                  </a:lnTo>
                  <a:lnTo>
                    <a:pt x="20094" y="315508"/>
                  </a:lnTo>
                  <a:lnTo>
                    <a:pt x="31349" y="331055"/>
                  </a:lnTo>
                  <a:lnTo>
                    <a:pt x="41999" y="342402"/>
                  </a:lnTo>
                  <a:lnTo>
                    <a:pt x="46328" y="346591"/>
                  </a:lnTo>
                  <a:lnTo>
                    <a:pt x="66479" y="362127"/>
                  </a:lnTo>
                  <a:lnTo>
                    <a:pt x="67148" y="362561"/>
                  </a:lnTo>
                  <a:lnTo>
                    <a:pt x="92297" y="376489"/>
                  </a:lnTo>
                  <a:lnTo>
                    <a:pt x="94834" y="377674"/>
                  </a:lnTo>
                  <a:lnTo>
                    <a:pt x="117446" y="386603"/>
                  </a:lnTo>
                  <a:lnTo>
                    <a:pt x="138486" y="393209"/>
                  </a:lnTo>
                  <a:lnTo>
                    <a:pt x="142596" y="394336"/>
                  </a:lnTo>
                  <a:lnTo>
                    <a:pt x="167746" y="399722"/>
                  </a:lnTo>
                  <a:lnTo>
                    <a:pt x="192895" y="403500"/>
                  </a:lnTo>
                  <a:lnTo>
                    <a:pt x="218050" y="405765"/>
                  </a:lnTo>
                  <a:lnTo>
                    <a:pt x="243196" y="406598"/>
                  </a:lnTo>
                  <a:lnTo>
                    <a:pt x="268341" y="406011"/>
                  </a:lnTo>
                  <a:lnTo>
                    <a:pt x="293487" y="403981"/>
                  </a:lnTo>
                  <a:lnTo>
                    <a:pt x="318644" y="400461"/>
                  </a:lnTo>
                  <a:lnTo>
                    <a:pt x="343790" y="395357"/>
                  </a:lnTo>
                  <a:lnTo>
                    <a:pt x="351933" y="393209"/>
                  </a:lnTo>
                  <a:lnTo>
                    <a:pt x="368936" y="388070"/>
                  </a:lnTo>
                  <a:lnTo>
                    <a:pt x="394093" y="378460"/>
                  </a:lnTo>
                  <a:lnTo>
                    <a:pt x="395841" y="377674"/>
                  </a:lnTo>
                  <a:lnTo>
                    <a:pt x="419239" y="365107"/>
                  </a:lnTo>
                  <a:lnTo>
                    <a:pt x="424026" y="362127"/>
                  </a:lnTo>
                  <a:lnTo>
                    <a:pt x="444384" y="346614"/>
                  </a:lnTo>
                  <a:lnTo>
                    <a:pt x="444420" y="346591"/>
                  </a:lnTo>
                  <a:lnTo>
                    <a:pt x="459275" y="331055"/>
                  </a:lnTo>
                  <a:lnTo>
                    <a:pt x="469542" y="317033"/>
                  </a:lnTo>
                  <a:lnTo>
                    <a:pt x="470574" y="315508"/>
                  </a:lnTo>
                  <a:lnTo>
                    <a:pt x="478718" y="299972"/>
                  </a:lnTo>
                  <a:lnTo>
                    <a:pt x="484502" y="284425"/>
                  </a:lnTo>
                  <a:lnTo>
                    <a:pt x="488269" y="268889"/>
                  </a:lnTo>
                  <a:lnTo>
                    <a:pt x="490252" y="253354"/>
                  </a:lnTo>
                  <a:lnTo>
                    <a:pt x="490651" y="237806"/>
                  </a:lnTo>
                  <a:lnTo>
                    <a:pt x="489607" y="222271"/>
                  </a:lnTo>
                  <a:lnTo>
                    <a:pt x="487213" y="206723"/>
                  </a:lnTo>
                  <a:lnTo>
                    <a:pt x="483564" y="191188"/>
                  </a:lnTo>
                  <a:lnTo>
                    <a:pt x="478694" y="175652"/>
                  </a:lnTo>
                  <a:lnTo>
                    <a:pt x="472639" y="160110"/>
                  </a:lnTo>
                  <a:lnTo>
                    <a:pt x="469542" y="153337"/>
                  </a:lnTo>
                  <a:lnTo>
                    <a:pt x="465271" y="144569"/>
                  </a:lnTo>
                  <a:lnTo>
                    <a:pt x="456576" y="129029"/>
                  </a:lnTo>
                  <a:lnTo>
                    <a:pt x="446661" y="113489"/>
                  </a:lnTo>
                  <a:lnTo>
                    <a:pt x="444384" y="110256"/>
                  </a:lnTo>
                  <a:lnTo>
                    <a:pt x="434950" y="97948"/>
                  </a:lnTo>
                  <a:lnTo>
                    <a:pt x="421738" y="82409"/>
                  </a:lnTo>
                  <a:lnTo>
                    <a:pt x="419239" y="79678"/>
                  </a:lnTo>
                  <a:lnTo>
                    <a:pt x="406026" y="66869"/>
                  </a:lnTo>
                  <a:lnTo>
                    <a:pt x="394093" y="56169"/>
                  </a:lnTo>
                  <a:lnTo>
                    <a:pt x="387780" y="51329"/>
                  </a:lnTo>
                  <a:lnTo>
                    <a:pt x="368936" y="37743"/>
                  </a:lnTo>
                  <a:lnTo>
                    <a:pt x="365627" y="35788"/>
                  </a:lnTo>
                  <a:lnTo>
                    <a:pt x="343790" y="23483"/>
                  </a:lnTo>
                  <a:lnTo>
                    <a:pt x="336316" y="20248"/>
                  </a:lnTo>
                  <a:lnTo>
                    <a:pt x="318644" y="12834"/>
                  </a:lnTo>
                  <a:lnTo>
                    <a:pt x="293487" y="5489"/>
                  </a:lnTo>
                  <a:lnTo>
                    <a:pt x="288899" y="4709"/>
                  </a:lnTo>
                  <a:lnTo>
                    <a:pt x="268341" y="1239"/>
                  </a:lnTo>
                  <a:lnTo>
                    <a:pt x="243196" y="0"/>
                  </a:lnTo>
                  <a:lnTo>
                    <a:pt x="218050" y="1744"/>
                  </a:lnTo>
                  <a:lnTo>
                    <a:pt x="202335" y="4709"/>
                  </a:lnTo>
                  <a:lnTo>
                    <a:pt x="192895" y="6506"/>
                  </a:lnTo>
                  <a:lnTo>
                    <a:pt x="167746" y="14392"/>
                  </a:lnTo>
                  <a:lnTo>
                    <a:pt x="154435" y="20248"/>
                  </a:lnTo>
                  <a:lnTo>
                    <a:pt x="142596" y="25626"/>
                  </a:lnTo>
                  <a:lnTo>
                    <a:pt x="125213" y="35788"/>
                  </a:lnTo>
                  <a:lnTo>
                    <a:pt x="117446" y="40545"/>
                  </a:lnTo>
                  <a:lnTo>
                    <a:pt x="102939" y="51329"/>
                  </a:lnTo>
                  <a:lnTo>
                    <a:pt x="92297" y="59746"/>
                  </a:lnTo>
                  <a:lnTo>
                    <a:pt x="84551" y="66869"/>
                  </a:lnTo>
                  <a:lnTo>
                    <a:pt x="68878" y="82409"/>
                  </a:lnTo>
                  <a:lnTo>
                    <a:pt x="67148" y="84254"/>
                  </a:lnTo>
                  <a:lnTo>
                    <a:pt x="55687" y="97948"/>
                  </a:lnTo>
                  <a:lnTo>
                    <a:pt x="43976" y="113489"/>
                  </a:lnTo>
                  <a:lnTo>
                    <a:pt x="41999" y="116377"/>
                  </a:lnTo>
                  <a:lnTo>
                    <a:pt x="34026" y="129029"/>
                  </a:lnTo>
                  <a:lnTo>
                    <a:pt x="25396" y="144569"/>
                  </a:lnTo>
                  <a:lnTo>
                    <a:pt x="17966" y="160110"/>
                  </a:lnTo>
                  <a:lnTo>
                    <a:pt x="16850" y="162853"/>
                  </a:lnTo>
                  <a:lnTo>
                    <a:pt x="11904" y="175652"/>
                  </a:lnTo>
                  <a:lnTo>
                    <a:pt x="7057" y="191188"/>
                  </a:lnTo>
                  <a:lnTo>
                    <a:pt x="3418" y="206723"/>
                  </a:lnTo>
                  <a:lnTo>
                    <a:pt x="1041" y="222271"/>
                  </a:lnTo>
                  <a:lnTo>
                    <a:pt x="0" y="237806"/>
                  </a:lnTo>
                  <a:lnTo>
                    <a:pt x="398" y="253354"/>
                  </a:lnTo>
                  <a:lnTo>
                    <a:pt x="2376" y="268889"/>
                  </a:lnTo>
                  <a:lnTo>
                    <a:pt x="6122" y="284425"/>
                  </a:lnTo>
                  <a:lnTo>
                    <a:pt x="11883" y="29997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C9B1844F-8A24-1AF9-1B4C-940BBF102499}"/>
                </a:ext>
              </a:extLst>
            </p:cNvPr>
            <p:cNvSpPr/>
            <p:nvPr/>
          </p:nvSpPr>
          <p:spPr>
            <a:xfrm>
              <a:off x="7249710" y="4063666"/>
              <a:ext cx="386009" cy="319046"/>
            </a:xfrm>
            <a:custGeom>
              <a:avLst/>
              <a:gdLst>
                <a:gd name="csX0" fmla="*/ 7797 w 386009"/>
                <a:gd name="csY0" fmla="*/ 226138 h 319046"/>
                <a:gd name="csX1" fmla="*/ 14816 w 386009"/>
                <a:gd name="csY1" fmla="*/ 241017 h 319046"/>
                <a:gd name="csX2" fmla="*/ 15164 w 386009"/>
                <a:gd name="csY2" fmla="*/ 241686 h 319046"/>
                <a:gd name="csX3" fmla="*/ 26362 w 386009"/>
                <a:gd name="csY3" fmla="*/ 257221 h 319046"/>
                <a:gd name="csX4" fmla="*/ 39965 w 386009"/>
                <a:gd name="csY4" fmla="*/ 271314 h 319046"/>
                <a:gd name="csX5" fmla="*/ 41581 w 386009"/>
                <a:gd name="csY5" fmla="*/ 272769 h 319046"/>
                <a:gd name="csX6" fmla="*/ 63650 w 386009"/>
                <a:gd name="csY6" fmla="*/ 288304 h 319046"/>
                <a:gd name="csX7" fmla="*/ 65115 w 386009"/>
                <a:gd name="csY7" fmla="*/ 289137 h 319046"/>
                <a:gd name="csX8" fmla="*/ 90264 w 386009"/>
                <a:gd name="csY8" fmla="*/ 300965 h 319046"/>
                <a:gd name="csX9" fmla="*/ 98219 w 386009"/>
                <a:gd name="csY9" fmla="*/ 303840 h 319046"/>
                <a:gd name="csX10" fmla="*/ 115414 w 386009"/>
                <a:gd name="csY10" fmla="*/ 309108 h 319046"/>
                <a:gd name="csX11" fmla="*/ 140563 w 386009"/>
                <a:gd name="csY11" fmla="*/ 314565 h 319046"/>
                <a:gd name="csX12" fmla="*/ 165718 w 386009"/>
                <a:gd name="csY12" fmla="*/ 317850 h 319046"/>
                <a:gd name="csX13" fmla="*/ 190864 w 386009"/>
                <a:gd name="csY13" fmla="*/ 319047 h 319046"/>
                <a:gd name="csX14" fmla="*/ 216010 w 386009"/>
                <a:gd name="csY14" fmla="*/ 318190 h 319046"/>
                <a:gd name="csX15" fmla="*/ 241155 w 386009"/>
                <a:gd name="csY15" fmla="*/ 315269 h 319046"/>
                <a:gd name="csX16" fmla="*/ 266313 w 386009"/>
                <a:gd name="csY16" fmla="*/ 310176 h 319046"/>
                <a:gd name="csX17" fmla="*/ 288032 w 386009"/>
                <a:gd name="csY17" fmla="*/ 303840 h 319046"/>
                <a:gd name="csX18" fmla="*/ 291458 w 386009"/>
                <a:gd name="csY18" fmla="*/ 302666 h 319046"/>
                <a:gd name="csX19" fmla="*/ 316604 w 386009"/>
                <a:gd name="csY19" fmla="*/ 291355 h 319046"/>
                <a:gd name="csX20" fmla="*/ 322095 w 386009"/>
                <a:gd name="csY20" fmla="*/ 288304 h 319046"/>
                <a:gd name="csX21" fmla="*/ 341761 w 386009"/>
                <a:gd name="csY21" fmla="*/ 274846 h 319046"/>
                <a:gd name="csX22" fmla="*/ 344354 w 386009"/>
                <a:gd name="csY22" fmla="*/ 272769 h 319046"/>
                <a:gd name="csX23" fmla="*/ 359644 w 386009"/>
                <a:gd name="csY23" fmla="*/ 257221 h 319046"/>
                <a:gd name="csX24" fmla="*/ 366907 w 386009"/>
                <a:gd name="csY24" fmla="*/ 247412 h 319046"/>
                <a:gd name="csX25" fmla="*/ 370697 w 386009"/>
                <a:gd name="csY25" fmla="*/ 241686 h 319046"/>
                <a:gd name="csX26" fmla="*/ 378124 w 386009"/>
                <a:gd name="csY26" fmla="*/ 226138 h 319046"/>
                <a:gd name="csX27" fmla="*/ 382947 w 386009"/>
                <a:gd name="csY27" fmla="*/ 210603 h 319046"/>
                <a:gd name="csX28" fmla="*/ 385493 w 386009"/>
                <a:gd name="csY28" fmla="*/ 195067 h 319046"/>
                <a:gd name="csX29" fmla="*/ 386010 w 386009"/>
                <a:gd name="csY29" fmla="*/ 179520 h 319046"/>
                <a:gd name="csX30" fmla="*/ 384672 w 386009"/>
                <a:gd name="csY30" fmla="*/ 163984 h 319046"/>
                <a:gd name="csX31" fmla="*/ 381598 w 386009"/>
                <a:gd name="csY31" fmla="*/ 148437 h 319046"/>
                <a:gd name="csX32" fmla="*/ 376916 w 386009"/>
                <a:gd name="csY32" fmla="*/ 132901 h 319046"/>
                <a:gd name="csX33" fmla="*/ 370662 w 386009"/>
                <a:gd name="csY33" fmla="*/ 117366 h 319046"/>
                <a:gd name="csX34" fmla="*/ 366907 w 386009"/>
                <a:gd name="csY34" fmla="*/ 109769 h 319046"/>
                <a:gd name="csX35" fmla="*/ 362542 w 386009"/>
                <a:gd name="csY35" fmla="*/ 101823 h 319046"/>
                <a:gd name="csX36" fmla="*/ 352439 w 386009"/>
                <a:gd name="csY36" fmla="*/ 86283 h 319046"/>
                <a:gd name="csX37" fmla="*/ 341761 w 386009"/>
                <a:gd name="csY37" fmla="*/ 72098 h 319046"/>
                <a:gd name="csX38" fmla="*/ 340576 w 386009"/>
                <a:gd name="csY38" fmla="*/ 70742 h 319046"/>
                <a:gd name="csX39" fmla="*/ 325510 w 386009"/>
                <a:gd name="csY39" fmla="*/ 55202 h 319046"/>
                <a:gd name="csX40" fmla="*/ 316604 w 386009"/>
                <a:gd name="csY40" fmla="*/ 46935 h 319046"/>
                <a:gd name="csX41" fmla="*/ 307111 w 386009"/>
                <a:gd name="csY41" fmla="*/ 39662 h 319046"/>
                <a:gd name="csX42" fmla="*/ 291458 w 386009"/>
                <a:gd name="csY42" fmla="*/ 28624 h 319046"/>
                <a:gd name="csX43" fmla="*/ 283209 w 386009"/>
                <a:gd name="csY43" fmla="*/ 24123 h 319046"/>
                <a:gd name="csX44" fmla="*/ 266313 w 386009"/>
                <a:gd name="csY44" fmla="*/ 15461 h 319046"/>
                <a:gd name="csX45" fmla="*/ 247139 w 386009"/>
                <a:gd name="csY45" fmla="*/ 8582 h 319046"/>
                <a:gd name="csX46" fmla="*/ 241155 w 386009"/>
                <a:gd name="csY46" fmla="*/ 6530 h 319046"/>
                <a:gd name="csX47" fmla="*/ 216010 w 386009"/>
                <a:gd name="csY47" fmla="*/ 1473 h 319046"/>
                <a:gd name="csX48" fmla="*/ 190864 w 386009"/>
                <a:gd name="csY48" fmla="*/ 0 h 319046"/>
                <a:gd name="csX49" fmla="*/ 165718 w 386009"/>
                <a:gd name="csY49" fmla="*/ 2072 h 319046"/>
                <a:gd name="csX50" fmla="*/ 140563 w 386009"/>
                <a:gd name="csY50" fmla="*/ 7744 h 319046"/>
                <a:gd name="csX51" fmla="*/ 138280 w 386009"/>
                <a:gd name="csY51" fmla="*/ 8582 h 319046"/>
                <a:gd name="csX52" fmla="*/ 115414 w 386009"/>
                <a:gd name="csY52" fmla="*/ 17364 h 319046"/>
                <a:gd name="csX53" fmla="*/ 102840 w 386009"/>
                <a:gd name="csY53" fmla="*/ 24123 h 319046"/>
                <a:gd name="csX54" fmla="*/ 90264 w 386009"/>
                <a:gd name="csY54" fmla="*/ 31328 h 319046"/>
                <a:gd name="csX55" fmla="*/ 78870 w 386009"/>
                <a:gd name="csY55" fmla="*/ 39662 h 319046"/>
                <a:gd name="csX56" fmla="*/ 65115 w 386009"/>
                <a:gd name="csY56" fmla="*/ 50612 h 319046"/>
                <a:gd name="csX57" fmla="*/ 60320 w 386009"/>
                <a:gd name="csY57" fmla="*/ 55202 h 319046"/>
                <a:gd name="csX58" fmla="*/ 45586 w 386009"/>
                <a:gd name="csY58" fmla="*/ 70742 h 319046"/>
                <a:gd name="csX59" fmla="*/ 39965 w 386009"/>
                <a:gd name="csY59" fmla="*/ 77409 h 319046"/>
                <a:gd name="csX60" fmla="*/ 33448 w 386009"/>
                <a:gd name="csY60" fmla="*/ 86283 h 319046"/>
                <a:gd name="csX61" fmla="*/ 23518 w 386009"/>
                <a:gd name="csY61" fmla="*/ 101823 h 319046"/>
                <a:gd name="csX62" fmla="*/ 15194 w 386009"/>
                <a:gd name="csY62" fmla="*/ 117366 h 319046"/>
                <a:gd name="csX63" fmla="*/ 14816 w 386009"/>
                <a:gd name="csY63" fmla="*/ 118222 h 319046"/>
                <a:gd name="csX64" fmla="*/ 8989 w 386009"/>
                <a:gd name="csY64" fmla="*/ 132901 h 319046"/>
                <a:gd name="csX65" fmla="*/ 4354 w 386009"/>
                <a:gd name="csY65" fmla="*/ 148437 h 319046"/>
                <a:gd name="csX66" fmla="*/ 1326 w 386009"/>
                <a:gd name="csY66" fmla="*/ 163984 h 319046"/>
                <a:gd name="csX67" fmla="*/ 0 w 386009"/>
                <a:gd name="csY67" fmla="*/ 179520 h 319046"/>
                <a:gd name="csX68" fmla="*/ 507 w 386009"/>
                <a:gd name="csY68" fmla="*/ 195067 h 319046"/>
                <a:gd name="csX69" fmla="*/ 3026 w 386009"/>
                <a:gd name="csY69" fmla="*/ 210603 h 319046"/>
                <a:gd name="csX70" fmla="*/ 7797 w 386009"/>
                <a:gd name="csY70" fmla="*/ 226138 h 319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</a:cxnLst>
              <a:rect l="l" t="t" r="r" b="b"/>
              <a:pathLst>
                <a:path w="386009" h="319046">
                  <a:moveTo>
                    <a:pt x="7797" y="226138"/>
                  </a:moveTo>
                  <a:lnTo>
                    <a:pt x="14816" y="241017"/>
                  </a:lnTo>
                  <a:lnTo>
                    <a:pt x="15164" y="241686"/>
                  </a:lnTo>
                  <a:lnTo>
                    <a:pt x="26362" y="257221"/>
                  </a:lnTo>
                  <a:lnTo>
                    <a:pt x="39965" y="271314"/>
                  </a:lnTo>
                  <a:lnTo>
                    <a:pt x="41581" y="272769"/>
                  </a:lnTo>
                  <a:lnTo>
                    <a:pt x="63650" y="288304"/>
                  </a:lnTo>
                  <a:lnTo>
                    <a:pt x="65115" y="289137"/>
                  </a:lnTo>
                  <a:lnTo>
                    <a:pt x="90264" y="300965"/>
                  </a:lnTo>
                  <a:lnTo>
                    <a:pt x="98219" y="303840"/>
                  </a:lnTo>
                  <a:lnTo>
                    <a:pt x="115414" y="309108"/>
                  </a:lnTo>
                  <a:lnTo>
                    <a:pt x="140563" y="314565"/>
                  </a:lnTo>
                  <a:lnTo>
                    <a:pt x="165718" y="317850"/>
                  </a:lnTo>
                  <a:lnTo>
                    <a:pt x="190864" y="319047"/>
                  </a:lnTo>
                  <a:lnTo>
                    <a:pt x="216010" y="318190"/>
                  </a:lnTo>
                  <a:lnTo>
                    <a:pt x="241155" y="315269"/>
                  </a:lnTo>
                  <a:lnTo>
                    <a:pt x="266313" y="310176"/>
                  </a:lnTo>
                  <a:lnTo>
                    <a:pt x="288032" y="303840"/>
                  </a:lnTo>
                  <a:lnTo>
                    <a:pt x="291458" y="302666"/>
                  </a:lnTo>
                  <a:lnTo>
                    <a:pt x="316604" y="291355"/>
                  </a:lnTo>
                  <a:lnTo>
                    <a:pt x="322095" y="288304"/>
                  </a:lnTo>
                  <a:lnTo>
                    <a:pt x="341761" y="274846"/>
                  </a:lnTo>
                  <a:lnTo>
                    <a:pt x="344354" y="272769"/>
                  </a:lnTo>
                  <a:lnTo>
                    <a:pt x="359644" y="257221"/>
                  </a:lnTo>
                  <a:lnTo>
                    <a:pt x="366907" y="247412"/>
                  </a:lnTo>
                  <a:lnTo>
                    <a:pt x="370697" y="241686"/>
                  </a:lnTo>
                  <a:lnTo>
                    <a:pt x="378124" y="226138"/>
                  </a:lnTo>
                  <a:lnTo>
                    <a:pt x="382947" y="210603"/>
                  </a:lnTo>
                  <a:lnTo>
                    <a:pt x="385493" y="195067"/>
                  </a:lnTo>
                  <a:lnTo>
                    <a:pt x="386010" y="179520"/>
                  </a:lnTo>
                  <a:lnTo>
                    <a:pt x="384672" y="163984"/>
                  </a:lnTo>
                  <a:lnTo>
                    <a:pt x="381598" y="148437"/>
                  </a:lnTo>
                  <a:lnTo>
                    <a:pt x="376916" y="132901"/>
                  </a:lnTo>
                  <a:lnTo>
                    <a:pt x="370662" y="117366"/>
                  </a:lnTo>
                  <a:lnTo>
                    <a:pt x="366907" y="109769"/>
                  </a:lnTo>
                  <a:lnTo>
                    <a:pt x="362542" y="101823"/>
                  </a:lnTo>
                  <a:lnTo>
                    <a:pt x="352439" y="86283"/>
                  </a:lnTo>
                  <a:lnTo>
                    <a:pt x="341761" y="72098"/>
                  </a:lnTo>
                  <a:lnTo>
                    <a:pt x="340576" y="70742"/>
                  </a:lnTo>
                  <a:lnTo>
                    <a:pt x="325510" y="55202"/>
                  </a:lnTo>
                  <a:lnTo>
                    <a:pt x="316604" y="46935"/>
                  </a:lnTo>
                  <a:lnTo>
                    <a:pt x="307111" y="39662"/>
                  </a:lnTo>
                  <a:lnTo>
                    <a:pt x="291458" y="28624"/>
                  </a:lnTo>
                  <a:lnTo>
                    <a:pt x="283209" y="24123"/>
                  </a:lnTo>
                  <a:lnTo>
                    <a:pt x="266313" y="15461"/>
                  </a:lnTo>
                  <a:lnTo>
                    <a:pt x="247139" y="8582"/>
                  </a:lnTo>
                  <a:lnTo>
                    <a:pt x="241155" y="6530"/>
                  </a:lnTo>
                  <a:lnTo>
                    <a:pt x="216010" y="1473"/>
                  </a:lnTo>
                  <a:lnTo>
                    <a:pt x="190864" y="0"/>
                  </a:lnTo>
                  <a:lnTo>
                    <a:pt x="165718" y="2072"/>
                  </a:lnTo>
                  <a:lnTo>
                    <a:pt x="140563" y="7744"/>
                  </a:lnTo>
                  <a:lnTo>
                    <a:pt x="138280" y="8582"/>
                  </a:lnTo>
                  <a:lnTo>
                    <a:pt x="115414" y="17364"/>
                  </a:lnTo>
                  <a:lnTo>
                    <a:pt x="102840" y="24123"/>
                  </a:lnTo>
                  <a:lnTo>
                    <a:pt x="90264" y="31328"/>
                  </a:lnTo>
                  <a:lnTo>
                    <a:pt x="78870" y="39662"/>
                  </a:lnTo>
                  <a:lnTo>
                    <a:pt x="65115" y="50612"/>
                  </a:lnTo>
                  <a:lnTo>
                    <a:pt x="60320" y="55202"/>
                  </a:lnTo>
                  <a:lnTo>
                    <a:pt x="45586" y="70742"/>
                  </a:lnTo>
                  <a:lnTo>
                    <a:pt x="39965" y="77409"/>
                  </a:lnTo>
                  <a:lnTo>
                    <a:pt x="33448" y="86283"/>
                  </a:lnTo>
                  <a:lnTo>
                    <a:pt x="23518" y="101823"/>
                  </a:lnTo>
                  <a:lnTo>
                    <a:pt x="15194" y="117366"/>
                  </a:lnTo>
                  <a:lnTo>
                    <a:pt x="14816" y="118222"/>
                  </a:lnTo>
                  <a:lnTo>
                    <a:pt x="8989" y="132901"/>
                  </a:lnTo>
                  <a:lnTo>
                    <a:pt x="4354" y="148437"/>
                  </a:lnTo>
                  <a:lnTo>
                    <a:pt x="1326" y="163984"/>
                  </a:lnTo>
                  <a:lnTo>
                    <a:pt x="0" y="179520"/>
                  </a:lnTo>
                  <a:lnTo>
                    <a:pt x="507" y="195067"/>
                  </a:lnTo>
                  <a:lnTo>
                    <a:pt x="3026" y="210603"/>
                  </a:lnTo>
                  <a:lnTo>
                    <a:pt x="7797" y="22613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AA939032-E3E4-3B6F-278B-18270FAFC695}"/>
                </a:ext>
              </a:extLst>
            </p:cNvPr>
            <p:cNvSpPr/>
            <p:nvPr/>
          </p:nvSpPr>
          <p:spPr>
            <a:xfrm>
              <a:off x="7310675" y="4126933"/>
              <a:ext cx="263888" cy="217397"/>
            </a:xfrm>
            <a:custGeom>
              <a:avLst/>
              <a:gdLst>
                <a:gd name="csX0" fmla="*/ 703 w 263888"/>
                <a:gd name="csY0" fmla="*/ 131799 h 217397"/>
                <a:gd name="csX1" fmla="*/ 4150 w 263888"/>
                <a:gd name="csY1" fmla="*/ 147124 h 217397"/>
                <a:gd name="csX2" fmla="*/ 4208 w 263888"/>
                <a:gd name="csY2" fmla="*/ 147335 h 217397"/>
                <a:gd name="csX3" fmla="*/ 11930 w 263888"/>
                <a:gd name="csY3" fmla="*/ 162871 h 217397"/>
                <a:gd name="csX4" fmla="*/ 23809 w 263888"/>
                <a:gd name="csY4" fmla="*/ 178418 h 217397"/>
                <a:gd name="csX5" fmla="*/ 29299 w 263888"/>
                <a:gd name="csY5" fmla="*/ 183604 h 217397"/>
                <a:gd name="csX6" fmla="*/ 43164 w 263888"/>
                <a:gd name="csY6" fmla="*/ 193954 h 217397"/>
                <a:gd name="csX7" fmla="*/ 54450 w 263888"/>
                <a:gd name="csY7" fmla="*/ 200395 h 217397"/>
                <a:gd name="csX8" fmla="*/ 76683 w 263888"/>
                <a:gd name="csY8" fmla="*/ 209501 h 217397"/>
                <a:gd name="csX9" fmla="*/ 79599 w 263888"/>
                <a:gd name="csY9" fmla="*/ 210451 h 217397"/>
                <a:gd name="csX10" fmla="*/ 104754 w 263888"/>
                <a:gd name="csY10" fmla="*/ 215544 h 217397"/>
                <a:gd name="csX11" fmla="*/ 129900 w 263888"/>
                <a:gd name="csY11" fmla="*/ 217398 h 217397"/>
                <a:gd name="csX12" fmla="*/ 155045 w 263888"/>
                <a:gd name="csY12" fmla="*/ 216072 h 217397"/>
                <a:gd name="csX13" fmla="*/ 180191 w 263888"/>
                <a:gd name="csY13" fmla="*/ 211543 h 217397"/>
                <a:gd name="csX14" fmla="*/ 186844 w 263888"/>
                <a:gd name="csY14" fmla="*/ 209501 h 217397"/>
                <a:gd name="csX15" fmla="*/ 205348 w 263888"/>
                <a:gd name="csY15" fmla="*/ 202425 h 217397"/>
                <a:gd name="csX16" fmla="*/ 220896 w 263888"/>
                <a:gd name="csY16" fmla="*/ 193954 h 217397"/>
                <a:gd name="csX17" fmla="*/ 230494 w 263888"/>
                <a:gd name="csY17" fmla="*/ 187136 h 217397"/>
                <a:gd name="csX18" fmla="*/ 240057 w 263888"/>
                <a:gd name="csY18" fmla="*/ 178418 h 217397"/>
                <a:gd name="csX19" fmla="*/ 252319 w 263888"/>
                <a:gd name="csY19" fmla="*/ 162871 h 217397"/>
                <a:gd name="csX20" fmla="*/ 255640 w 263888"/>
                <a:gd name="csY20" fmla="*/ 156429 h 217397"/>
                <a:gd name="csX21" fmla="*/ 259582 w 263888"/>
                <a:gd name="csY21" fmla="*/ 147335 h 217397"/>
                <a:gd name="csX22" fmla="*/ 263161 w 263888"/>
                <a:gd name="csY22" fmla="*/ 131799 h 217397"/>
                <a:gd name="csX23" fmla="*/ 263888 w 263888"/>
                <a:gd name="csY23" fmla="*/ 116252 h 217397"/>
                <a:gd name="csX24" fmla="*/ 261999 w 263888"/>
                <a:gd name="csY24" fmla="*/ 100716 h 217397"/>
                <a:gd name="csX25" fmla="*/ 257705 w 263888"/>
                <a:gd name="csY25" fmla="*/ 85169 h 217397"/>
                <a:gd name="csX26" fmla="*/ 255640 w 263888"/>
                <a:gd name="csY26" fmla="*/ 80276 h 217397"/>
                <a:gd name="csX27" fmla="*/ 250324 w 263888"/>
                <a:gd name="csY27" fmla="*/ 69633 h 217397"/>
                <a:gd name="csX28" fmla="*/ 240022 w 263888"/>
                <a:gd name="csY28" fmla="*/ 54098 h 217397"/>
                <a:gd name="csX29" fmla="*/ 230494 w 263888"/>
                <a:gd name="csY29" fmla="*/ 42494 h 217397"/>
                <a:gd name="csX30" fmla="*/ 226375 w 263888"/>
                <a:gd name="csY30" fmla="*/ 38555 h 217397"/>
                <a:gd name="csX31" fmla="*/ 207261 w 263888"/>
                <a:gd name="csY31" fmla="*/ 23015 h 217397"/>
                <a:gd name="csX32" fmla="*/ 205348 w 263888"/>
                <a:gd name="csY32" fmla="*/ 21647 h 217397"/>
                <a:gd name="csX33" fmla="*/ 180191 w 263888"/>
                <a:gd name="csY33" fmla="*/ 8887 h 217397"/>
                <a:gd name="csX34" fmla="*/ 175415 w 263888"/>
                <a:gd name="csY34" fmla="*/ 7474 h 217397"/>
                <a:gd name="csX35" fmla="*/ 155045 w 263888"/>
                <a:gd name="csY35" fmla="*/ 1981 h 217397"/>
                <a:gd name="csX36" fmla="*/ 129900 w 263888"/>
                <a:gd name="csY36" fmla="*/ 0 h 217397"/>
                <a:gd name="csX37" fmla="*/ 104754 w 263888"/>
                <a:gd name="csY37" fmla="*/ 2786 h 217397"/>
                <a:gd name="csX38" fmla="*/ 89207 w 263888"/>
                <a:gd name="csY38" fmla="*/ 7474 h 217397"/>
                <a:gd name="csX39" fmla="*/ 79599 w 263888"/>
                <a:gd name="csY39" fmla="*/ 10653 h 217397"/>
                <a:gd name="csX40" fmla="*/ 56856 w 263888"/>
                <a:gd name="csY40" fmla="*/ 23015 h 217397"/>
                <a:gd name="csX41" fmla="*/ 54450 w 263888"/>
                <a:gd name="csY41" fmla="*/ 24497 h 217397"/>
                <a:gd name="csX42" fmla="*/ 37920 w 263888"/>
                <a:gd name="csY42" fmla="*/ 38555 h 217397"/>
                <a:gd name="csX43" fmla="*/ 29299 w 263888"/>
                <a:gd name="csY43" fmla="*/ 47211 h 217397"/>
                <a:gd name="csX44" fmla="*/ 23854 w 263888"/>
                <a:gd name="csY44" fmla="*/ 54098 h 217397"/>
                <a:gd name="csX45" fmla="*/ 13859 w 263888"/>
                <a:gd name="csY45" fmla="*/ 69633 h 217397"/>
                <a:gd name="csX46" fmla="*/ 6357 w 263888"/>
                <a:gd name="csY46" fmla="*/ 85169 h 217397"/>
                <a:gd name="csX47" fmla="*/ 4150 w 263888"/>
                <a:gd name="csY47" fmla="*/ 92139 h 217397"/>
                <a:gd name="csX48" fmla="*/ 1841 w 263888"/>
                <a:gd name="csY48" fmla="*/ 100716 h 217397"/>
                <a:gd name="csX49" fmla="*/ 0 w 263888"/>
                <a:gd name="csY49" fmla="*/ 116252 h 217397"/>
                <a:gd name="csX50" fmla="*/ 703 w 263888"/>
                <a:gd name="csY50" fmla="*/ 131799 h 21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263888" h="217397">
                  <a:moveTo>
                    <a:pt x="703" y="131799"/>
                  </a:moveTo>
                  <a:lnTo>
                    <a:pt x="4150" y="147124"/>
                  </a:lnTo>
                  <a:lnTo>
                    <a:pt x="4208" y="147335"/>
                  </a:lnTo>
                  <a:lnTo>
                    <a:pt x="11930" y="162871"/>
                  </a:lnTo>
                  <a:lnTo>
                    <a:pt x="23809" y="178418"/>
                  </a:lnTo>
                  <a:lnTo>
                    <a:pt x="29299" y="183604"/>
                  </a:lnTo>
                  <a:lnTo>
                    <a:pt x="43164" y="193954"/>
                  </a:lnTo>
                  <a:lnTo>
                    <a:pt x="54450" y="200395"/>
                  </a:lnTo>
                  <a:lnTo>
                    <a:pt x="76683" y="209501"/>
                  </a:lnTo>
                  <a:lnTo>
                    <a:pt x="79599" y="210451"/>
                  </a:lnTo>
                  <a:lnTo>
                    <a:pt x="104754" y="215544"/>
                  </a:lnTo>
                  <a:lnTo>
                    <a:pt x="129900" y="217398"/>
                  </a:lnTo>
                  <a:lnTo>
                    <a:pt x="155045" y="216072"/>
                  </a:lnTo>
                  <a:lnTo>
                    <a:pt x="180191" y="211543"/>
                  </a:lnTo>
                  <a:lnTo>
                    <a:pt x="186844" y="209501"/>
                  </a:lnTo>
                  <a:lnTo>
                    <a:pt x="205348" y="202425"/>
                  </a:lnTo>
                  <a:lnTo>
                    <a:pt x="220896" y="193954"/>
                  </a:lnTo>
                  <a:lnTo>
                    <a:pt x="230494" y="187136"/>
                  </a:lnTo>
                  <a:lnTo>
                    <a:pt x="240057" y="178418"/>
                  </a:lnTo>
                  <a:lnTo>
                    <a:pt x="252319" y="162871"/>
                  </a:lnTo>
                  <a:lnTo>
                    <a:pt x="255640" y="156429"/>
                  </a:lnTo>
                  <a:lnTo>
                    <a:pt x="259582" y="147335"/>
                  </a:lnTo>
                  <a:lnTo>
                    <a:pt x="263161" y="131799"/>
                  </a:lnTo>
                  <a:lnTo>
                    <a:pt x="263888" y="116252"/>
                  </a:lnTo>
                  <a:lnTo>
                    <a:pt x="261999" y="100716"/>
                  </a:lnTo>
                  <a:lnTo>
                    <a:pt x="257705" y="85169"/>
                  </a:lnTo>
                  <a:lnTo>
                    <a:pt x="255640" y="80276"/>
                  </a:lnTo>
                  <a:lnTo>
                    <a:pt x="250324" y="69633"/>
                  </a:lnTo>
                  <a:lnTo>
                    <a:pt x="240022" y="54098"/>
                  </a:lnTo>
                  <a:lnTo>
                    <a:pt x="230494" y="42494"/>
                  </a:lnTo>
                  <a:lnTo>
                    <a:pt x="226375" y="38555"/>
                  </a:lnTo>
                  <a:lnTo>
                    <a:pt x="207261" y="23015"/>
                  </a:lnTo>
                  <a:lnTo>
                    <a:pt x="205348" y="21647"/>
                  </a:lnTo>
                  <a:lnTo>
                    <a:pt x="180191" y="8887"/>
                  </a:lnTo>
                  <a:lnTo>
                    <a:pt x="175415" y="7474"/>
                  </a:lnTo>
                  <a:lnTo>
                    <a:pt x="155045" y="1981"/>
                  </a:lnTo>
                  <a:lnTo>
                    <a:pt x="129900" y="0"/>
                  </a:lnTo>
                  <a:lnTo>
                    <a:pt x="104754" y="2786"/>
                  </a:lnTo>
                  <a:lnTo>
                    <a:pt x="89207" y="7474"/>
                  </a:lnTo>
                  <a:lnTo>
                    <a:pt x="79599" y="10653"/>
                  </a:lnTo>
                  <a:lnTo>
                    <a:pt x="56856" y="23015"/>
                  </a:lnTo>
                  <a:lnTo>
                    <a:pt x="54450" y="24497"/>
                  </a:lnTo>
                  <a:lnTo>
                    <a:pt x="37920" y="38555"/>
                  </a:lnTo>
                  <a:lnTo>
                    <a:pt x="29299" y="47211"/>
                  </a:lnTo>
                  <a:lnTo>
                    <a:pt x="23854" y="54098"/>
                  </a:lnTo>
                  <a:lnTo>
                    <a:pt x="13859" y="69633"/>
                  </a:lnTo>
                  <a:lnTo>
                    <a:pt x="6357" y="85169"/>
                  </a:lnTo>
                  <a:lnTo>
                    <a:pt x="4150" y="92139"/>
                  </a:lnTo>
                  <a:lnTo>
                    <a:pt x="1841" y="100716"/>
                  </a:lnTo>
                  <a:lnTo>
                    <a:pt x="0" y="116252"/>
                  </a:lnTo>
                  <a:lnTo>
                    <a:pt x="703" y="131799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171968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8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1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6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1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6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23" grpId="0"/>
      <p:bldP spid="31" grpId="0"/>
      <p:bldP spid="3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B8A9E-4FE3-29B2-F663-F996C8D6D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BBA0B53-4E22-B365-3919-E2AB979742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b="1" dirty="0"/>
              <a:t>Application: Robust Bayesian Regression and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AFCB6B-0E69-F5BF-D368-BA527EC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93921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C3A7D1F-1CC8-2201-C20C-BD62B8FA8EB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</p:spPr>
            <p:txBody>
              <a:bodyPr/>
              <a:lstStyle/>
              <a:p>
                <a:r>
                  <a:rPr lang="en-US" b="1" dirty="0"/>
                  <a:t>Given</a:t>
                </a:r>
                <a:r>
                  <a:rPr lang="en-US" dirty="0"/>
                  <a:t>: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Training Data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𝒳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2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</m:d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200" dirty="0"/>
                  <a:t> of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/>
                  <a:t> (labelled) examples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Linear Basis Functions</a:t>
                </a:r>
                <a:r>
                  <a:rPr lang="en-DE" sz="1200" dirty="0"/>
                  <a:t>: Basis function mapping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𝝓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en-US" sz="1200" dirty="0"/>
                  <a:t> and linear function model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:=</m:t>
                      </m:r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 startAt="3"/>
                </a:pPr>
                <a:r>
                  <a:rPr lang="en-DE" sz="1200" b="1" dirty="0"/>
                  <a:t>Per-Data Point Precisions</a:t>
                </a:r>
                <a:r>
                  <a:rPr lang="en-DE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DE" sz="12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DE" sz="1200" dirty="0"/>
                  <a:t> </a:t>
                </a:r>
                <a:endParaRPr lang="en-US" sz="1200" dirty="0"/>
              </a:p>
              <a:p>
                <a:pPr marL="611187" lvl="1" indent="-342900">
                  <a:buFont typeface="+mj-lt"/>
                  <a:buAutoNum type="arabicPeriod" startAt="3"/>
                </a:pPr>
                <a:r>
                  <a:rPr lang="en-US" sz="1200" b="1" dirty="0"/>
                  <a:t>Likelihood of functions and precisions</a:t>
                </a:r>
                <a:r>
                  <a:rPr lang="en-US" sz="1200" dirty="0"/>
                  <a:t>: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 startAt="5"/>
                </a:pPr>
                <a:r>
                  <a:rPr lang="en-US" sz="1200" b="1" dirty="0"/>
                  <a:t>Prior belief over functions and precisions</a:t>
                </a:r>
                <a:r>
                  <a:rPr lang="en-US" sz="1200" dirty="0"/>
                  <a:t>: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Gam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  <a:p>
                <a:r>
                  <a:rPr lang="en-US" b="1" dirty="0"/>
                  <a:t>Bayesian Inference</a:t>
                </a:r>
                <a:r>
                  <a:rPr lang="en-US" dirty="0"/>
                  <a:t>: Posterior belief over functions and precisions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limLoc m:val="subSup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sz="1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𝝓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brk m:alnAt="1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Gam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C3A7D1F-1CC8-2201-C20C-BD62B8FA8E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  <a:blipFill>
                <a:blip r:embed="rId3"/>
                <a:stretch>
                  <a:fillRect t="-355" b="-33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FED61BC-4F5A-25D0-DB23-D16A73A7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D638A6E9-5B60-F32E-B579-0B2CA5720064}"/>
                  </a:ext>
                </a:extLst>
              </p:cNvPr>
              <p:cNvSpPr/>
              <p:nvPr/>
            </p:nvSpPr>
            <p:spPr bwMode="gray">
              <a:xfrm>
                <a:off x="5971088" y="2949530"/>
                <a:ext cx="841136" cy="100700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D638A6E9-5B60-F32E-B579-0B2CA57200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71088" y="2949530"/>
                <a:ext cx="841136" cy="10070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F38C4C6-1A7F-9BF4-5E1A-717B4BB7C899}"/>
                  </a:ext>
                </a:extLst>
              </p:cNvPr>
              <p:cNvSpPr/>
              <p:nvPr/>
            </p:nvSpPr>
            <p:spPr bwMode="gray">
              <a:xfrm>
                <a:off x="6457033" y="255523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F38C4C6-1A7F-9BF4-5E1A-717B4BB7C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2555238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70D4EC5-3AA9-610E-3579-BAE27997009D}"/>
                  </a:ext>
                </a:extLst>
              </p:cNvPr>
              <p:cNvSpPr/>
              <p:nvPr/>
            </p:nvSpPr>
            <p:spPr bwMode="gray">
              <a:xfrm>
                <a:off x="6457033" y="311611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70D4EC5-3AA9-610E-3579-BAE2799700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311611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10EE43-647D-5BED-C1FF-73ACF6D0C067}"/>
              </a:ext>
            </a:extLst>
          </p:cNvPr>
          <p:cNvCxnSpPr>
            <a:cxnSpLocks/>
            <a:stCxn id="5" idx="4"/>
            <a:endCxn id="6" idx="0"/>
          </p:cNvCxnSpPr>
          <p:nvPr/>
        </p:nvCxnSpPr>
        <p:spPr bwMode="gray">
          <a:xfrm>
            <a:off x="6565033" y="2771238"/>
            <a:ext cx="0" cy="3448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08FF1C-BBE1-551E-9748-DF35286AC028}"/>
                  </a:ext>
                </a:extLst>
              </p:cNvPr>
              <p:cNvSpPr/>
              <p:nvPr/>
            </p:nvSpPr>
            <p:spPr bwMode="gray">
              <a:xfrm>
                <a:off x="6055970" y="311611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000" b="1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08FF1C-BBE1-551E-9748-DF35286AC0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55970" y="3116112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E3D60D-27F2-9E4A-0B82-9359295A2641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 bwMode="gray">
          <a:xfrm>
            <a:off x="6271970" y="3224112"/>
            <a:ext cx="185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FC6250-B24D-25A1-27C4-2D891FEE9C97}"/>
              </a:ext>
            </a:extLst>
          </p:cNvPr>
          <p:cNvSpPr txBox="1"/>
          <p:nvPr/>
        </p:nvSpPr>
        <p:spPr bwMode="gray">
          <a:xfrm>
            <a:off x="5712318" y="2314249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/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9ABD8994-3C64-BC7C-D154-57F1A0579B22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7DDE37-F3AD-6299-1FDA-B2ADC415CA7D}"/>
              </a:ext>
            </a:extLst>
          </p:cNvPr>
          <p:cNvCxnSpPr>
            <a:cxnSpLocks/>
            <a:stCxn id="18" idx="2"/>
            <a:endCxn id="12" idx="0"/>
          </p:cNvCxnSpPr>
          <p:nvPr/>
        </p:nvCxnSpPr>
        <p:spPr bwMode="gray">
          <a:xfrm>
            <a:off x="8130753" y="1797073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0F712175-CC17-3C7D-66A7-19B212ABA971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/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557D80-6228-80A5-B7CB-32C234398111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 bwMode="gray">
          <a:xfrm>
            <a:off x="8130753" y="2455744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0868F723-E6F2-9A7E-0AD9-E470E1B47F0A}"/>
              </a:ext>
            </a:extLst>
          </p:cNvPr>
          <p:cNvSpPr/>
          <p:nvPr/>
        </p:nvSpPr>
        <p:spPr bwMode="gray">
          <a:xfrm>
            <a:off x="8067753" y="232974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3D97DA5-95DA-08B4-B385-40056F08106D}"/>
              </a:ext>
            </a:extLst>
          </p:cNvPr>
          <p:cNvCxnSpPr>
            <a:cxnSpLocks/>
            <a:stCxn id="11" idx="4"/>
            <a:endCxn id="34" idx="0"/>
          </p:cNvCxnSpPr>
          <p:nvPr/>
        </p:nvCxnSpPr>
        <p:spPr bwMode="gray">
          <a:xfrm flipH="1">
            <a:off x="8130751" y="2830080"/>
            <a:ext cx="2" cy="13419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/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2641D80-CC66-382A-2522-A5F210247881}"/>
                  </a:ext>
                </a:extLst>
              </p:cNvPr>
              <p:cNvSpPr/>
              <p:nvPr/>
            </p:nvSpPr>
            <p:spPr bwMode="gray">
              <a:xfrm>
                <a:off x="6457033" y="350702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2641D80-CC66-382A-2522-A5F2102478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3507025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1B93ED-3149-CEA6-CF1C-2F1415DB1A84}"/>
              </a:ext>
            </a:extLst>
          </p:cNvPr>
          <p:cNvCxnSpPr>
            <a:cxnSpLocks/>
            <a:stCxn id="17" idx="0"/>
            <a:endCxn id="6" idx="4"/>
          </p:cNvCxnSpPr>
          <p:nvPr/>
        </p:nvCxnSpPr>
        <p:spPr bwMode="gray">
          <a:xfrm flipV="1">
            <a:off x="6565033" y="3332112"/>
            <a:ext cx="0" cy="1749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485A3F9-E87E-91AB-001D-9830126893EA}"/>
              </a:ext>
            </a:extLst>
          </p:cNvPr>
          <p:cNvSpPr/>
          <p:nvPr/>
        </p:nvSpPr>
        <p:spPr bwMode="gray">
          <a:xfrm>
            <a:off x="8067751" y="296427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E6E233F-F112-070E-4D3B-9B028B85987B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 bwMode="gray">
          <a:xfrm flipH="1">
            <a:off x="8130750" y="3090270"/>
            <a:ext cx="1" cy="14218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0414512-5AE5-EE59-F789-B8BD7C4F3477}"/>
                  </a:ext>
                </a:extLst>
              </p:cNvPr>
              <p:cNvSpPr/>
              <p:nvPr/>
            </p:nvSpPr>
            <p:spPr bwMode="gray">
              <a:xfrm>
                <a:off x="8022750" y="323245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0414512-5AE5-EE59-F789-B8BD7C4F34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0" y="3232458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1816E557-49BD-C625-FCC8-6101815E9128}"/>
              </a:ext>
            </a:extLst>
          </p:cNvPr>
          <p:cNvSpPr/>
          <p:nvPr/>
        </p:nvSpPr>
        <p:spPr bwMode="gray">
          <a:xfrm>
            <a:off x="8067750" y="361164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916D93-2311-AA07-B62D-10DA423A722D}"/>
              </a:ext>
            </a:extLst>
          </p:cNvPr>
          <p:cNvCxnSpPr>
            <a:cxnSpLocks/>
            <a:stCxn id="40" idx="4"/>
            <a:endCxn id="42" idx="0"/>
          </p:cNvCxnSpPr>
          <p:nvPr/>
        </p:nvCxnSpPr>
        <p:spPr bwMode="gray">
          <a:xfrm>
            <a:off x="8130750" y="3448458"/>
            <a:ext cx="0" cy="16318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B67DB0-F94C-AB3A-B56E-F32492105B61}"/>
                  </a:ext>
                </a:extLst>
              </p:cNvPr>
              <p:cNvSpPr txBox="1"/>
              <p:nvPr/>
            </p:nvSpPr>
            <p:spPr bwMode="gray">
              <a:xfrm>
                <a:off x="8042132" y="3567524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B67DB0-F94C-AB3A-B56E-F32492105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42132" y="3567524"/>
                <a:ext cx="1063764" cy="21544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CA1B2-CECE-364C-3931-1A59779FD4C6}"/>
                  </a:ext>
                </a:extLst>
              </p:cNvPr>
              <p:cNvSpPr txBox="1"/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CA1B2-CECE-364C-3931-1A59779FD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DFC757-1FBF-9F90-5C38-6FD9E8276272}"/>
              </a:ext>
            </a:extLst>
          </p:cNvPr>
          <p:cNvCxnSpPr>
            <a:cxnSpLocks/>
            <a:stCxn id="12" idx="4"/>
            <a:endCxn id="16" idx="0"/>
          </p:cNvCxnSpPr>
          <p:nvPr/>
        </p:nvCxnSpPr>
        <p:spPr bwMode="gray">
          <a:xfrm>
            <a:off x="8130753" y="2171409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59545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500"/>
                            </p:stCondLst>
                            <p:childTnLst>
                              <p:par>
                                <p:cTn id="1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000"/>
                            </p:stCondLst>
                            <p:childTnLst>
                              <p:par>
                                <p:cTn id="1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500"/>
                            </p:stCondLst>
                            <p:childTnLst>
                              <p:par>
                                <p:cTn id="1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000"/>
                            </p:stCondLst>
                            <p:childTnLst>
                              <p:par>
                                <p:cTn id="1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500"/>
                            </p:stCondLst>
                            <p:childTnLst>
                              <p:par>
                                <p:cTn id="1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00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/>
      <p:bldP spid="12" grpId="0" animBg="1"/>
      <p:bldP spid="18" grpId="0" animBg="1"/>
      <p:bldP spid="25" grpId="0"/>
      <p:bldP spid="44" grpId="0" animBg="1"/>
      <p:bldP spid="47" grpId="0"/>
      <p:bldP spid="11" grpId="0" animBg="1"/>
      <p:bldP spid="16" grpId="0" animBg="1"/>
      <p:bldP spid="26" grpId="0"/>
      <p:bldP spid="17" grpId="0" animBg="1"/>
      <p:bldP spid="34" grpId="0" animBg="1"/>
      <p:bldP spid="40" grpId="0" animBg="1"/>
      <p:bldP spid="42" grpId="0" animBg="1"/>
      <p:bldP spid="52" grpId="0"/>
      <p:bldP spid="4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49F1-7827-C9B1-E1BF-FD4B4FE2D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6559ED-3883-8D3A-9DCD-6951EC750D7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636861" cy="1619945"/>
              </a:xfrm>
            </p:spPr>
            <p:txBody>
              <a:bodyPr/>
              <a:lstStyle/>
              <a:p>
                <a:r>
                  <a:rPr lang="en-US" b="1" dirty="0"/>
                  <a:t>Simple Model</a:t>
                </a:r>
                <a:r>
                  <a:rPr lang="en-US" dirty="0"/>
                  <a:t>: We have no features so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is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(the average of the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b="1" dirty="0"/>
                  <a:t>Message Schedule</a:t>
                </a:r>
                <a:r>
                  <a:rPr lang="en-US" dirty="0"/>
                  <a:t>: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Send exact prior messages to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and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For each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update variational message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For each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update variational message to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6559ED-3883-8D3A-9DCD-6951EC750D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636861" cy="1619945"/>
              </a:xfrm>
              <a:blipFill>
                <a:blip r:embed="rId2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46D65AD-661B-5C90-CF97-03A48E6EB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Regression: Warm-Up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66D54A43-C098-CA93-8136-F515E9AD727E}"/>
                  </a:ext>
                </a:extLst>
              </p:cNvPr>
              <p:cNvSpPr/>
              <p:nvPr/>
            </p:nvSpPr>
            <p:spPr bwMode="gray">
              <a:xfrm>
                <a:off x="6338881" y="2308991"/>
                <a:ext cx="841136" cy="10421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66D54A43-C098-CA93-8136-F515E9AD72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38881" y="2308991"/>
                <a:ext cx="841136" cy="104217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471C68-A90F-FFA1-1522-4F6C034B4676}"/>
                  </a:ext>
                </a:extLst>
              </p:cNvPr>
              <p:cNvSpPr/>
              <p:nvPr/>
            </p:nvSpPr>
            <p:spPr bwMode="gray">
              <a:xfrm>
                <a:off x="6820917" y="198739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471C68-A90F-FFA1-1522-4F6C034B4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1987393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B12A2DA-1175-9A3A-1D17-23C3458E252B}"/>
                  </a:ext>
                </a:extLst>
              </p:cNvPr>
              <p:cNvSpPr/>
              <p:nvPr/>
            </p:nvSpPr>
            <p:spPr bwMode="gray">
              <a:xfrm>
                <a:off x="6820917" y="2475573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B12A2DA-1175-9A3A-1D17-23C3458E2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2475573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3253B3-4486-4EC3-596F-44F576DBD140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 bwMode="gray">
          <a:xfrm>
            <a:off x="6928917" y="2203393"/>
            <a:ext cx="0" cy="2721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CB2BA0-CCCC-0ABE-EBFA-DDA0F45A3DE3}"/>
              </a:ext>
            </a:extLst>
          </p:cNvPr>
          <p:cNvCxnSpPr>
            <a:cxnSpLocks/>
            <a:stCxn id="81" idx="0"/>
            <a:endCxn id="14" idx="4"/>
          </p:cNvCxnSpPr>
          <p:nvPr/>
        </p:nvCxnSpPr>
        <p:spPr bwMode="gray">
          <a:xfrm flipV="1">
            <a:off x="6928917" y="2691573"/>
            <a:ext cx="0" cy="1836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1BCC452-39AA-ECBF-884F-5C6BA2B61916}"/>
              </a:ext>
            </a:extLst>
          </p:cNvPr>
          <p:cNvSpPr txBox="1"/>
          <p:nvPr/>
        </p:nvSpPr>
        <p:spPr bwMode="gray">
          <a:xfrm>
            <a:off x="6020960" y="1626061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22149D7-6F29-5EEC-B537-22B7D85D60A6}"/>
                  </a:ext>
                </a:extLst>
              </p:cNvPr>
              <p:cNvSpPr/>
              <p:nvPr/>
            </p:nvSpPr>
            <p:spPr bwMode="gray">
              <a:xfrm>
                <a:off x="8022753" y="198164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22149D7-6F29-5EEC-B537-22B7D85D60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81640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D33DB42-7157-73C4-5D32-A7507A816C4B}"/>
              </a:ext>
            </a:extLst>
          </p:cNvPr>
          <p:cNvCxnSpPr>
            <a:cxnSpLocks/>
            <a:stCxn id="21" idx="4"/>
            <a:endCxn id="76" idx="0"/>
          </p:cNvCxnSpPr>
          <p:nvPr/>
        </p:nvCxnSpPr>
        <p:spPr bwMode="gray">
          <a:xfrm>
            <a:off x="8130753" y="2197640"/>
            <a:ext cx="0" cy="28450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F2049C17-F012-C9A0-4D3E-A255F4E557A3}"/>
              </a:ext>
            </a:extLst>
          </p:cNvPr>
          <p:cNvSpPr/>
          <p:nvPr/>
        </p:nvSpPr>
        <p:spPr bwMode="gray">
          <a:xfrm>
            <a:off x="8067753" y="324876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14066DD-CCBE-F0D9-58FD-F984BD9F50B0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9DEF9F8-A61B-9017-3AC7-BA4D308A7681}"/>
              </a:ext>
            </a:extLst>
          </p:cNvPr>
          <p:cNvCxnSpPr>
            <a:cxnSpLocks/>
            <a:stCxn id="68" idx="2"/>
            <a:endCxn id="21" idx="0"/>
          </p:cNvCxnSpPr>
          <p:nvPr/>
        </p:nvCxnSpPr>
        <p:spPr bwMode="gray">
          <a:xfrm>
            <a:off x="8130753" y="1797073"/>
            <a:ext cx="0" cy="1845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06CEC36-CC3A-7261-3812-D7CF0C22A9FA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06CEC36-CC3A-7261-3812-D7CF0C22A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5444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26352887-65D7-941E-8941-1DC8E81D9061}"/>
                  </a:ext>
                </a:extLst>
              </p:cNvPr>
              <p:cNvSpPr txBox="1"/>
              <p:nvPr/>
            </p:nvSpPr>
            <p:spPr bwMode="gray">
              <a:xfrm>
                <a:off x="7612692" y="3356178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26352887-65D7-941E-8941-1DC8E81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12692" y="3356178"/>
                <a:ext cx="1063764" cy="215444"/>
              </a:xfrm>
              <a:prstGeom prst="rect">
                <a:avLst/>
              </a:prstGeom>
              <a:blipFill>
                <a:blip r:embed="rId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F3B1011F-C7D5-3ED4-965B-31027E7B1151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38137" cy="1335579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F3B1011F-C7D5-3ED4-965B-31027E7B11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38137" cy="1335579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A97011B9-12F0-4DD3-D814-63679C7C0B3B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B1902FC-FAED-3E00-6ED8-7A40AA51B727}"/>
                  </a:ext>
                </a:extLst>
              </p:cNvPr>
              <p:cNvSpPr/>
              <p:nvPr/>
            </p:nvSpPr>
            <p:spPr bwMode="gray">
              <a:xfrm>
                <a:off x="8022753" y="28363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B1902FC-FAED-3E00-6ED8-7A40AA51B7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836330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E608B71-F437-16A0-B275-40C8BEAD8943}"/>
              </a:ext>
            </a:extLst>
          </p:cNvPr>
          <p:cNvCxnSpPr>
            <a:cxnSpLocks/>
            <a:stCxn id="76" idx="2"/>
            <a:endCxn id="74" idx="0"/>
          </p:cNvCxnSpPr>
          <p:nvPr/>
        </p:nvCxnSpPr>
        <p:spPr bwMode="gray">
          <a:xfrm>
            <a:off x="8130753" y="2608144"/>
            <a:ext cx="0" cy="22818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74B18A33-338D-9ABB-3DA0-E3350DFAB929}"/>
              </a:ext>
            </a:extLst>
          </p:cNvPr>
          <p:cNvSpPr/>
          <p:nvPr/>
        </p:nvSpPr>
        <p:spPr bwMode="gray">
          <a:xfrm>
            <a:off x="8067753" y="2482145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E41C76D-39CC-B26B-A47C-0EF44D4A3619}"/>
              </a:ext>
            </a:extLst>
          </p:cNvPr>
          <p:cNvCxnSpPr>
            <a:cxnSpLocks/>
            <a:stCxn id="74" idx="4"/>
            <a:endCxn id="66" idx="0"/>
          </p:cNvCxnSpPr>
          <p:nvPr/>
        </p:nvCxnSpPr>
        <p:spPr bwMode="gray">
          <a:xfrm>
            <a:off x="8130753" y="3052330"/>
            <a:ext cx="0" cy="1964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265E31C-DB00-FF3F-91AB-714AF1FF2784}"/>
                  </a:ext>
                </a:extLst>
              </p:cNvPr>
              <p:cNvSpPr txBox="1"/>
              <p:nvPr/>
            </p:nvSpPr>
            <p:spPr bwMode="gray">
              <a:xfrm>
                <a:off x="8146237" y="2430189"/>
                <a:ext cx="997761" cy="23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265E31C-DB00-FF3F-91AB-714AF1FF2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430189"/>
                <a:ext cx="997761" cy="23179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15CE3D2-78E6-B994-E69B-AD0F572427B2}"/>
                  </a:ext>
                </a:extLst>
              </p:cNvPr>
              <p:cNvSpPr/>
              <p:nvPr/>
            </p:nvSpPr>
            <p:spPr bwMode="gray">
              <a:xfrm>
                <a:off x="6820917" y="287527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15CE3D2-78E6-B994-E69B-AD0F572427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2875271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E8511B2-38DD-D2B0-17C6-C77C6AC9641C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5378" y="178331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04FFC5BF-BBFA-3DB4-06F7-9C3CBEBD2728}"/>
              </a:ext>
            </a:extLst>
          </p:cNvPr>
          <p:cNvSpPr/>
          <p:nvPr/>
        </p:nvSpPr>
        <p:spPr bwMode="gray">
          <a:xfrm>
            <a:off x="8354874" y="17991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14BB8E-B653-527A-1FE1-C73D6D483361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9789" y="301934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CCBBEB15-5A0A-F835-3843-B69EA33161CC}"/>
              </a:ext>
            </a:extLst>
          </p:cNvPr>
          <p:cNvSpPr/>
          <p:nvPr/>
        </p:nvSpPr>
        <p:spPr bwMode="gray">
          <a:xfrm>
            <a:off x="8346753" y="306354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60EEE073-91F8-A273-3B81-9E72813763E6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5378" y="262032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71589E99-CA4D-DA63-D1BD-24B2A8D90653}"/>
              </a:ext>
            </a:extLst>
          </p:cNvPr>
          <p:cNvSpPr/>
          <p:nvPr/>
        </p:nvSpPr>
        <p:spPr bwMode="gray">
          <a:xfrm>
            <a:off x="8354874" y="263619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BDE765D-E8FD-A809-8AA7-40AD0BDC324F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9789" y="223927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7B9F8B45-F0B6-56D0-603D-18B9B8FCA4F5}"/>
              </a:ext>
            </a:extLst>
          </p:cNvPr>
          <p:cNvSpPr/>
          <p:nvPr/>
        </p:nvSpPr>
        <p:spPr bwMode="gray">
          <a:xfrm>
            <a:off x="8346753" y="228348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F4F307BD-856B-BB2F-978F-BA39EBBDB656}"/>
              </a:ext>
            </a:extLst>
          </p:cNvPr>
          <p:cNvSpPr/>
          <p:nvPr/>
        </p:nvSpPr>
        <p:spPr bwMode="gray">
          <a:xfrm>
            <a:off x="8003615" y="2247823"/>
            <a:ext cx="532013" cy="58558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grpSp>
        <p:nvGrpSpPr>
          <p:cNvPr id="2926" name="Group 2925">
            <a:extLst>
              <a:ext uri="{FF2B5EF4-FFF2-40B4-BE49-F238E27FC236}">
                <a16:creationId xmlns:a16="http://schemas.microsoft.com/office/drawing/2014/main" id="{89ABD80A-3565-E9E8-6E21-DCA10BE56B50}"/>
              </a:ext>
            </a:extLst>
          </p:cNvPr>
          <p:cNvGrpSpPr/>
          <p:nvPr/>
        </p:nvGrpSpPr>
        <p:grpSpPr>
          <a:xfrm>
            <a:off x="3644596" y="3242067"/>
            <a:ext cx="2672065" cy="1751674"/>
            <a:chOff x="3644596" y="3242067"/>
            <a:chExt cx="2672065" cy="1751674"/>
          </a:xfrm>
        </p:grpSpPr>
        <p:sp>
          <p:nvSpPr>
            <p:cNvPr id="1723" name="Freeform 1722">
              <a:extLst>
                <a:ext uri="{FF2B5EF4-FFF2-40B4-BE49-F238E27FC236}">
                  <a16:creationId xmlns:a16="http://schemas.microsoft.com/office/drawing/2014/main" id="{A66AC119-F472-AFF2-00E0-D38D48B8FB2C}"/>
                </a:ext>
              </a:extLst>
            </p:cNvPr>
            <p:cNvSpPr/>
            <p:nvPr/>
          </p:nvSpPr>
          <p:spPr>
            <a:xfrm>
              <a:off x="3806747" y="3244389"/>
              <a:ext cx="2509914" cy="1650678"/>
            </a:xfrm>
            <a:custGeom>
              <a:avLst/>
              <a:gdLst>
                <a:gd name="csX0" fmla="*/ 0 w 2509914"/>
                <a:gd name="csY0" fmla="*/ 1650678 h 1650678"/>
                <a:gd name="csX1" fmla="*/ 2509915 w 2509914"/>
                <a:gd name="csY1" fmla="*/ 1650678 h 1650678"/>
                <a:gd name="csX2" fmla="*/ 2509915 w 2509914"/>
                <a:gd name="csY2" fmla="*/ 0 h 1650678"/>
                <a:gd name="csX3" fmla="*/ 0 w 2509914"/>
                <a:gd name="csY3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09914" h="1650678">
                  <a:moveTo>
                    <a:pt x="0" y="1650678"/>
                  </a:moveTo>
                  <a:lnTo>
                    <a:pt x="2509915" y="1650678"/>
                  </a:lnTo>
                  <a:lnTo>
                    <a:pt x="25099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4" name="Freeform 1723">
              <a:extLst>
                <a:ext uri="{FF2B5EF4-FFF2-40B4-BE49-F238E27FC236}">
                  <a16:creationId xmlns:a16="http://schemas.microsoft.com/office/drawing/2014/main" id="{718EF69D-3EEA-E865-3ADF-01BA76A6E911}"/>
                </a:ext>
              </a:extLst>
            </p:cNvPr>
            <p:cNvSpPr/>
            <p:nvPr/>
          </p:nvSpPr>
          <p:spPr>
            <a:xfrm>
              <a:off x="409885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5" name="Freeform 1724">
              <a:extLst>
                <a:ext uri="{FF2B5EF4-FFF2-40B4-BE49-F238E27FC236}">
                  <a16:creationId xmlns:a16="http://schemas.microsoft.com/office/drawing/2014/main" id="{DC3F5A8C-281D-2584-10C5-9EC2107DFF25}"/>
                </a:ext>
              </a:extLst>
            </p:cNvPr>
            <p:cNvSpPr/>
            <p:nvPr/>
          </p:nvSpPr>
          <p:spPr>
            <a:xfrm>
              <a:off x="448399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6" name="Freeform 1725">
              <a:extLst>
                <a:ext uri="{FF2B5EF4-FFF2-40B4-BE49-F238E27FC236}">
                  <a16:creationId xmlns:a16="http://schemas.microsoft.com/office/drawing/2014/main" id="{65555ADF-9C44-EC96-1FCB-4F3DCCDE4764}"/>
                </a:ext>
              </a:extLst>
            </p:cNvPr>
            <p:cNvSpPr/>
            <p:nvPr/>
          </p:nvSpPr>
          <p:spPr>
            <a:xfrm>
              <a:off x="4869131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7" name="Freeform 1726">
              <a:extLst>
                <a:ext uri="{FF2B5EF4-FFF2-40B4-BE49-F238E27FC236}">
                  <a16:creationId xmlns:a16="http://schemas.microsoft.com/office/drawing/2014/main" id="{6D09A472-212C-5EA2-519E-8B4982EAF40B}"/>
                </a:ext>
              </a:extLst>
            </p:cNvPr>
            <p:cNvSpPr/>
            <p:nvPr/>
          </p:nvSpPr>
          <p:spPr>
            <a:xfrm>
              <a:off x="5254275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8" name="Freeform 1727">
              <a:extLst>
                <a:ext uri="{FF2B5EF4-FFF2-40B4-BE49-F238E27FC236}">
                  <a16:creationId xmlns:a16="http://schemas.microsoft.com/office/drawing/2014/main" id="{CE3530C6-0BC1-13C7-9A3E-3513AB6FEE24}"/>
                </a:ext>
              </a:extLst>
            </p:cNvPr>
            <p:cNvSpPr/>
            <p:nvPr/>
          </p:nvSpPr>
          <p:spPr>
            <a:xfrm>
              <a:off x="5639407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9" name="Freeform 1728">
              <a:extLst>
                <a:ext uri="{FF2B5EF4-FFF2-40B4-BE49-F238E27FC236}">
                  <a16:creationId xmlns:a16="http://schemas.microsoft.com/office/drawing/2014/main" id="{F3E2351F-DB79-B393-3118-5AA71A2D7D8F}"/>
                </a:ext>
              </a:extLst>
            </p:cNvPr>
            <p:cNvSpPr/>
            <p:nvPr/>
          </p:nvSpPr>
          <p:spPr>
            <a:xfrm>
              <a:off x="6024551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0" name="Freeform 1729">
              <a:extLst>
                <a:ext uri="{FF2B5EF4-FFF2-40B4-BE49-F238E27FC236}">
                  <a16:creationId xmlns:a16="http://schemas.microsoft.com/office/drawing/2014/main" id="{747E0F01-3477-0289-C274-84A1227CC75D}"/>
                </a:ext>
              </a:extLst>
            </p:cNvPr>
            <p:cNvSpPr/>
            <p:nvPr/>
          </p:nvSpPr>
          <p:spPr>
            <a:xfrm>
              <a:off x="3806747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1" name="Freeform 1730">
              <a:extLst>
                <a:ext uri="{FF2B5EF4-FFF2-40B4-BE49-F238E27FC236}">
                  <a16:creationId xmlns:a16="http://schemas.microsoft.com/office/drawing/2014/main" id="{7D260A28-33EE-0674-9A6A-1045918D06D5}"/>
                </a:ext>
              </a:extLst>
            </p:cNvPr>
            <p:cNvSpPr/>
            <p:nvPr/>
          </p:nvSpPr>
          <p:spPr>
            <a:xfrm>
              <a:off x="3806747" y="437269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2" name="Freeform 1731">
              <a:extLst>
                <a:ext uri="{FF2B5EF4-FFF2-40B4-BE49-F238E27FC236}">
                  <a16:creationId xmlns:a16="http://schemas.microsoft.com/office/drawing/2014/main" id="{DF1F904F-B48B-8DD8-855F-A41DE515B55B}"/>
                </a:ext>
              </a:extLst>
            </p:cNvPr>
            <p:cNvSpPr/>
            <p:nvPr/>
          </p:nvSpPr>
          <p:spPr>
            <a:xfrm>
              <a:off x="3806747" y="3850333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3" name="Freeform 1732">
              <a:extLst>
                <a:ext uri="{FF2B5EF4-FFF2-40B4-BE49-F238E27FC236}">
                  <a16:creationId xmlns:a16="http://schemas.microsoft.com/office/drawing/2014/main" id="{96B2CFC2-E74E-9AA4-3140-4D33CA87E1B9}"/>
                </a:ext>
              </a:extLst>
            </p:cNvPr>
            <p:cNvSpPr/>
            <p:nvPr/>
          </p:nvSpPr>
          <p:spPr>
            <a:xfrm>
              <a:off x="3806747" y="33279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4" name="Freeform 1733">
              <a:extLst>
                <a:ext uri="{FF2B5EF4-FFF2-40B4-BE49-F238E27FC236}">
                  <a16:creationId xmlns:a16="http://schemas.microsoft.com/office/drawing/2014/main" id="{AB64157C-1FC9-0C13-EB2E-A821AD7D206D}"/>
                </a:ext>
              </a:extLst>
            </p:cNvPr>
            <p:cNvSpPr/>
            <p:nvPr/>
          </p:nvSpPr>
          <p:spPr>
            <a:xfrm>
              <a:off x="3806747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5" name="Freeform 1734">
              <a:extLst>
                <a:ext uri="{FF2B5EF4-FFF2-40B4-BE49-F238E27FC236}">
                  <a16:creationId xmlns:a16="http://schemas.microsoft.com/office/drawing/2014/main" id="{68D3F9F6-557C-9391-635E-0B12C8E0FD5A}"/>
                </a:ext>
              </a:extLst>
            </p:cNvPr>
            <p:cNvSpPr/>
            <p:nvPr/>
          </p:nvSpPr>
          <p:spPr>
            <a:xfrm>
              <a:off x="409885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6" name="Freeform 1735">
              <a:extLst>
                <a:ext uri="{FF2B5EF4-FFF2-40B4-BE49-F238E27FC236}">
                  <a16:creationId xmlns:a16="http://schemas.microsoft.com/office/drawing/2014/main" id="{97FCC1A8-B313-73FC-04E5-741EB7878B59}"/>
                </a:ext>
              </a:extLst>
            </p:cNvPr>
            <p:cNvSpPr/>
            <p:nvPr/>
          </p:nvSpPr>
          <p:spPr>
            <a:xfrm>
              <a:off x="448399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7" name="Freeform 1736">
              <a:extLst>
                <a:ext uri="{FF2B5EF4-FFF2-40B4-BE49-F238E27FC236}">
                  <a16:creationId xmlns:a16="http://schemas.microsoft.com/office/drawing/2014/main" id="{7FA4EE17-B834-46DA-4C9C-A436A01253DC}"/>
                </a:ext>
              </a:extLst>
            </p:cNvPr>
            <p:cNvSpPr/>
            <p:nvPr/>
          </p:nvSpPr>
          <p:spPr>
            <a:xfrm>
              <a:off x="4869131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8" name="Freeform 1737">
              <a:extLst>
                <a:ext uri="{FF2B5EF4-FFF2-40B4-BE49-F238E27FC236}">
                  <a16:creationId xmlns:a16="http://schemas.microsoft.com/office/drawing/2014/main" id="{04812311-D060-2176-61A9-882FBFD89049}"/>
                </a:ext>
              </a:extLst>
            </p:cNvPr>
            <p:cNvSpPr/>
            <p:nvPr/>
          </p:nvSpPr>
          <p:spPr>
            <a:xfrm>
              <a:off x="5254275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9" name="Freeform 1738">
              <a:extLst>
                <a:ext uri="{FF2B5EF4-FFF2-40B4-BE49-F238E27FC236}">
                  <a16:creationId xmlns:a16="http://schemas.microsoft.com/office/drawing/2014/main" id="{CCA52200-C2F6-24B5-E5D0-9EE05F00DFD6}"/>
                </a:ext>
              </a:extLst>
            </p:cNvPr>
            <p:cNvSpPr/>
            <p:nvPr/>
          </p:nvSpPr>
          <p:spPr>
            <a:xfrm>
              <a:off x="5639407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0" name="Freeform 1739">
              <a:extLst>
                <a:ext uri="{FF2B5EF4-FFF2-40B4-BE49-F238E27FC236}">
                  <a16:creationId xmlns:a16="http://schemas.microsoft.com/office/drawing/2014/main" id="{810AC41F-F13A-A9E3-58B8-916E6CCD32B2}"/>
                </a:ext>
              </a:extLst>
            </p:cNvPr>
            <p:cNvSpPr/>
            <p:nvPr/>
          </p:nvSpPr>
          <p:spPr>
            <a:xfrm>
              <a:off x="6024551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1" name="Freeform 1740">
              <a:extLst>
                <a:ext uri="{FF2B5EF4-FFF2-40B4-BE49-F238E27FC236}">
                  <a16:creationId xmlns:a16="http://schemas.microsoft.com/office/drawing/2014/main" id="{46C51922-58E4-59B8-CE86-CE5E81EB03AC}"/>
                </a:ext>
              </a:extLst>
            </p:cNvPr>
            <p:cNvSpPr/>
            <p:nvPr/>
          </p:nvSpPr>
          <p:spPr>
            <a:xfrm>
              <a:off x="4006608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2" name="Freeform 1741">
              <a:extLst>
                <a:ext uri="{FF2B5EF4-FFF2-40B4-BE49-F238E27FC236}">
                  <a16:creationId xmlns:a16="http://schemas.microsoft.com/office/drawing/2014/main" id="{844C5FCC-17C1-C73C-FD9F-AAF475C868EC}"/>
                </a:ext>
              </a:extLst>
            </p:cNvPr>
            <p:cNvSpPr/>
            <p:nvPr/>
          </p:nvSpPr>
          <p:spPr>
            <a:xfrm>
              <a:off x="4073802" y="4932401"/>
              <a:ext cx="38695" cy="60179"/>
            </a:xfrm>
            <a:custGeom>
              <a:avLst/>
              <a:gdLst>
                <a:gd name="csX0" fmla="*/ 0 w 38695"/>
                <a:gd name="csY0" fmla="*/ 0 h 60179"/>
                <a:gd name="csX1" fmla="*/ 38695 w 38695"/>
                <a:gd name="csY1" fmla="*/ 0 h 60179"/>
                <a:gd name="csX2" fmla="*/ 38695 w 38695"/>
                <a:gd name="csY2" fmla="*/ 3460 h 60179"/>
                <a:gd name="csX3" fmla="*/ 16848 w 38695"/>
                <a:gd name="csY3" fmla="*/ 60180 h 60179"/>
                <a:gd name="csX4" fmla="*/ 8343 w 38695"/>
                <a:gd name="csY4" fmla="*/ 60180 h 60179"/>
                <a:gd name="csX5" fmla="*/ 28900 w 38695"/>
                <a:gd name="csY5" fmla="*/ 6849 h 60179"/>
                <a:gd name="csX6" fmla="*/ 0 w 38695"/>
                <a:gd name="csY6" fmla="*/ 6849 h 60179"/>
                <a:gd name="csX7" fmla="*/ 0 w 38695"/>
                <a:gd name="csY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695" h="60179">
                  <a:moveTo>
                    <a:pt x="0" y="0"/>
                  </a:moveTo>
                  <a:lnTo>
                    <a:pt x="38695" y="0"/>
                  </a:lnTo>
                  <a:lnTo>
                    <a:pt x="38695" y="3460"/>
                  </a:lnTo>
                  <a:lnTo>
                    <a:pt x="16848" y="60180"/>
                  </a:lnTo>
                  <a:lnTo>
                    <a:pt x="8343" y="60180"/>
                  </a:lnTo>
                  <a:lnTo>
                    <a:pt x="28900" y="6849"/>
                  </a:lnTo>
                  <a:lnTo>
                    <a:pt x="0" y="68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3" name="Freeform 1742">
              <a:extLst>
                <a:ext uri="{FF2B5EF4-FFF2-40B4-BE49-F238E27FC236}">
                  <a16:creationId xmlns:a16="http://schemas.microsoft.com/office/drawing/2014/main" id="{0051F4F0-86BB-ACFF-FD97-E56880323D15}"/>
                </a:ext>
              </a:extLst>
            </p:cNvPr>
            <p:cNvSpPr/>
            <p:nvPr/>
          </p:nvSpPr>
          <p:spPr>
            <a:xfrm>
              <a:off x="4128378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4" name="Freeform 1743">
              <a:extLst>
                <a:ext uri="{FF2B5EF4-FFF2-40B4-BE49-F238E27FC236}">
                  <a16:creationId xmlns:a16="http://schemas.microsoft.com/office/drawing/2014/main" id="{B2212B03-9A3C-0B64-FCA0-8AC5674C50AB}"/>
                </a:ext>
              </a:extLst>
            </p:cNvPr>
            <p:cNvSpPr/>
            <p:nvPr/>
          </p:nvSpPr>
          <p:spPr>
            <a:xfrm>
              <a:off x="4152160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4 w 38938"/>
                <a:gd name="csY1" fmla="*/ 0 h 61340"/>
                <a:gd name="csX2" fmla="*/ 34504 w 38938"/>
                <a:gd name="csY2" fmla="*/ 6849 h 61340"/>
                <a:gd name="csX3" fmla="*/ 9996 w 38938"/>
                <a:gd name="csY3" fmla="*/ 6849 h 61340"/>
                <a:gd name="csX4" fmla="*/ 9996 w 38938"/>
                <a:gd name="csY4" fmla="*/ 21604 h 61340"/>
                <a:gd name="csX5" fmla="*/ 13544 w 38938"/>
                <a:gd name="csY5" fmla="*/ 20722 h 61340"/>
                <a:gd name="csX6" fmla="*/ 17090 w 38938"/>
                <a:gd name="csY6" fmla="*/ 20397 h 61340"/>
                <a:gd name="csX7" fmla="*/ 33052 w 38938"/>
                <a:gd name="csY7" fmla="*/ 25911 h 61340"/>
                <a:gd name="csX8" fmla="*/ 38938 w 38938"/>
                <a:gd name="csY8" fmla="*/ 40875 h 61340"/>
                <a:gd name="csX9" fmla="*/ 32891 w 38938"/>
                <a:gd name="csY9" fmla="*/ 55989 h 61340"/>
                <a:gd name="csX10" fmla="*/ 15841 w 38938"/>
                <a:gd name="csY10" fmla="*/ 61341 h 61340"/>
                <a:gd name="csX11" fmla="*/ 8102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7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4" y="0"/>
                  </a:lnTo>
                  <a:lnTo>
                    <a:pt x="34504" y="6849"/>
                  </a:lnTo>
                  <a:lnTo>
                    <a:pt x="9996" y="6849"/>
                  </a:lnTo>
                  <a:lnTo>
                    <a:pt x="9996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0" y="20397"/>
                  </a:cubicBezTo>
                  <a:cubicBezTo>
                    <a:pt x="23809" y="20397"/>
                    <a:pt x="29129" y="22235"/>
                    <a:pt x="33052" y="25911"/>
                  </a:cubicBezTo>
                  <a:cubicBezTo>
                    <a:pt x="36976" y="29595"/>
                    <a:pt x="38938" y="34583"/>
                    <a:pt x="38938" y="40875"/>
                  </a:cubicBezTo>
                  <a:cubicBezTo>
                    <a:pt x="38938" y="47344"/>
                    <a:pt x="36922" y="52383"/>
                    <a:pt x="32891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5" y="61128"/>
                    <a:pt x="8102" y="60702"/>
                  </a:cubicBezTo>
                  <a:cubicBezTo>
                    <a:pt x="5495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7" y="52886"/>
                    <a:pt x="7497" y="53528"/>
                  </a:cubicBezTo>
                  <a:cubicBezTo>
                    <a:pt x="10077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0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5" name="Freeform 1744">
              <a:extLst>
                <a:ext uri="{FF2B5EF4-FFF2-40B4-BE49-F238E27FC236}">
                  <a16:creationId xmlns:a16="http://schemas.microsoft.com/office/drawing/2014/main" id="{F093EF06-0F0F-D2C9-7AB2-5824E36EA215}"/>
                </a:ext>
              </a:extLst>
            </p:cNvPr>
            <p:cNvSpPr/>
            <p:nvPr/>
          </p:nvSpPr>
          <p:spPr>
            <a:xfrm>
              <a:off x="4390881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6" name="Freeform 1745">
              <a:extLst>
                <a:ext uri="{FF2B5EF4-FFF2-40B4-BE49-F238E27FC236}">
                  <a16:creationId xmlns:a16="http://schemas.microsoft.com/office/drawing/2014/main" id="{D1E54D42-0340-768B-CBCE-C6FBA6FA61E9}"/>
                </a:ext>
              </a:extLst>
            </p:cNvPr>
            <p:cNvSpPr/>
            <p:nvPr/>
          </p:nvSpPr>
          <p:spPr>
            <a:xfrm>
              <a:off x="4457671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5 w 38938"/>
                <a:gd name="csY1" fmla="*/ 0 h 61340"/>
                <a:gd name="csX2" fmla="*/ 34505 w 38938"/>
                <a:gd name="csY2" fmla="*/ 6849 h 61340"/>
                <a:gd name="csX3" fmla="*/ 9997 w 38938"/>
                <a:gd name="csY3" fmla="*/ 6849 h 61340"/>
                <a:gd name="csX4" fmla="*/ 9997 w 38938"/>
                <a:gd name="csY4" fmla="*/ 21604 h 61340"/>
                <a:gd name="csX5" fmla="*/ 13544 w 38938"/>
                <a:gd name="csY5" fmla="*/ 20722 h 61340"/>
                <a:gd name="csX6" fmla="*/ 17092 w 38938"/>
                <a:gd name="csY6" fmla="*/ 20397 h 61340"/>
                <a:gd name="csX7" fmla="*/ 33054 w 38938"/>
                <a:gd name="csY7" fmla="*/ 25911 h 61340"/>
                <a:gd name="csX8" fmla="*/ 38938 w 38938"/>
                <a:gd name="csY8" fmla="*/ 40875 h 61340"/>
                <a:gd name="csX9" fmla="*/ 32892 w 38938"/>
                <a:gd name="csY9" fmla="*/ 55989 h 61340"/>
                <a:gd name="csX10" fmla="*/ 15841 w 38938"/>
                <a:gd name="csY10" fmla="*/ 61341 h 61340"/>
                <a:gd name="csX11" fmla="*/ 8103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8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5" y="0"/>
                  </a:lnTo>
                  <a:lnTo>
                    <a:pt x="34505" y="6849"/>
                  </a:lnTo>
                  <a:lnTo>
                    <a:pt x="9997" y="6849"/>
                  </a:lnTo>
                  <a:lnTo>
                    <a:pt x="9997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2" y="20397"/>
                  </a:cubicBezTo>
                  <a:cubicBezTo>
                    <a:pt x="23809" y="20397"/>
                    <a:pt x="29130" y="22235"/>
                    <a:pt x="33054" y="25911"/>
                  </a:cubicBezTo>
                  <a:cubicBezTo>
                    <a:pt x="36977" y="29595"/>
                    <a:pt x="38938" y="34583"/>
                    <a:pt x="38938" y="40875"/>
                  </a:cubicBezTo>
                  <a:cubicBezTo>
                    <a:pt x="38938" y="47344"/>
                    <a:pt x="36923" y="52383"/>
                    <a:pt x="32892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6" y="61128"/>
                    <a:pt x="8103" y="60702"/>
                  </a:cubicBezTo>
                  <a:cubicBezTo>
                    <a:pt x="5496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8" y="52886"/>
                    <a:pt x="7498" y="53528"/>
                  </a:cubicBezTo>
                  <a:cubicBezTo>
                    <a:pt x="10078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1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7" name="Freeform 1746">
              <a:extLst>
                <a:ext uri="{FF2B5EF4-FFF2-40B4-BE49-F238E27FC236}">
                  <a16:creationId xmlns:a16="http://schemas.microsoft.com/office/drawing/2014/main" id="{1659965D-E0FF-AC31-E7ED-13A13F9F3B0E}"/>
                </a:ext>
              </a:extLst>
            </p:cNvPr>
            <p:cNvSpPr/>
            <p:nvPr/>
          </p:nvSpPr>
          <p:spPr>
            <a:xfrm>
              <a:off x="4512651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8" name="Freeform 1747">
              <a:extLst>
                <a:ext uri="{FF2B5EF4-FFF2-40B4-BE49-F238E27FC236}">
                  <a16:creationId xmlns:a16="http://schemas.microsoft.com/office/drawing/2014/main" id="{F4321870-940B-ECBE-8014-BAFA238AEE66}"/>
                </a:ext>
              </a:extLst>
            </p:cNvPr>
            <p:cNvSpPr/>
            <p:nvPr/>
          </p:nvSpPr>
          <p:spPr>
            <a:xfrm>
              <a:off x="4535506" y="4931310"/>
              <a:ext cx="41597" cy="62431"/>
            </a:xfrm>
            <a:custGeom>
              <a:avLst/>
              <a:gdLst>
                <a:gd name="csX0" fmla="*/ 20798 w 41597"/>
                <a:gd name="csY0" fmla="*/ 6454 h 62431"/>
                <a:gd name="csX1" fmla="*/ 11327 w 41597"/>
                <a:gd name="csY1" fmla="*/ 12654 h 62431"/>
                <a:gd name="csX2" fmla="*/ 8182 w 41597"/>
                <a:gd name="csY2" fmla="*/ 31239 h 62431"/>
                <a:gd name="csX3" fmla="*/ 11327 w 41597"/>
                <a:gd name="csY3" fmla="*/ 49825 h 62431"/>
                <a:gd name="csX4" fmla="*/ 20798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4 h 62431"/>
                <a:gd name="csX8" fmla="*/ 20798 w 41597"/>
                <a:gd name="csY8" fmla="*/ 6454 h 62431"/>
                <a:gd name="csX9" fmla="*/ 20798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8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8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8" y="6454"/>
                  </a:moveTo>
                  <a:cubicBezTo>
                    <a:pt x="16607" y="6454"/>
                    <a:pt x="13449" y="8521"/>
                    <a:pt x="11327" y="12654"/>
                  </a:cubicBezTo>
                  <a:cubicBezTo>
                    <a:pt x="9230" y="16771"/>
                    <a:pt x="8182" y="22966"/>
                    <a:pt x="8182" y="31239"/>
                  </a:cubicBezTo>
                  <a:cubicBezTo>
                    <a:pt x="8182" y="39489"/>
                    <a:pt x="9230" y="45684"/>
                    <a:pt x="11327" y="49825"/>
                  </a:cubicBezTo>
                  <a:cubicBezTo>
                    <a:pt x="13449" y="53934"/>
                    <a:pt x="16607" y="55989"/>
                    <a:pt x="20798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4"/>
                  </a:cubicBezTo>
                  <a:cubicBezTo>
                    <a:pt x="28175" y="8521"/>
                    <a:pt x="25018" y="6454"/>
                    <a:pt x="20798" y="6454"/>
                  </a:cubicBezTo>
                  <a:moveTo>
                    <a:pt x="20798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8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8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9" name="Freeform 1748">
              <a:extLst>
                <a:ext uri="{FF2B5EF4-FFF2-40B4-BE49-F238E27FC236}">
                  <a16:creationId xmlns:a16="http://schemas.microsoft.com/office/drawing/2014/main" id="{8B41BCEF-62AF-8F51-3902-E87B93F2FBEA}"/>
                </a:ext>
              </a:extLst>
            </p:cNvPr>
            <p:cNvSpPr/>
            <p:nvPr/>
          </p:nvSpPr>
          <p:spPr>
            <a:xfrm>
              <a:off x="4776888" y="4963269"/>
              <a:ext cx="51670" cy="6860"/>
            </a:xfrm>
            <a:custGeom>
              <a:avLst/>
              <a:gdLst>
                <a:gd name="csX0" fmla="*/ 0 w 51670"/>
                <a:gd name="csY0" fmla="*/ 0 h 6860"/>
                <a:gd name="csX1" fmla="*/ 51671 w 51670"/>
                <a:gd name="csY1" fmla="*/ 0 h 6860"/>
                <a:gd name="csX2" fmla="*/ 51671 w 51670"/>
                <a:gd name="csY2" fmla="*/ 6861 h 6860"/>
                <a:gd name="csX3" fmla="*/ 0 w 51670"/>
                <a:gd name="csY3" fmla="*/ 6861 h 6860"/>
                <a:gd name="csX4" fmla="*/ 0 w 51670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0" h="6860">
                  <a:moveTo>
                    <a:pt x="0" y="0"/>
                  </a:moveTo>
                  <a:lnTo>
                    <a:pt x="51671" y="0"/>
                  </a:lnTo>
                  <a:lnTo>
                    <a:pt x="51671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0" name="Freeform 1749">
              <a:extLst>
                <a:ext uri="{FF2B5EF4-FFF2-40B4-BE49-F238E27FC236}">
                  <a16:creationId xmlns:a16="http://schemas.microsoft.com/office/drawing/2014/main" id="{3F233F6A-6462-BBB3-77BD-E39B67302CBC}"/>
                </a:ext>
              </a:extLst>
            </p:cNvPr>
            <p:cNvSpPr/>
            <p:nvPr/>
          </p:nvSpPr>
          <p:spPr>
            <a:xfrm>
              <a:off x="4843360" y="4931310"/>
              <a:ext cx="38204" cy="61271"/>
            </a:xfrm>
            <a:custGeom>
              <a:avLst/>
              <a:gdLst>
                <a:gd name="csX0" fmla="*/ 9786 w 38204"/>
                <a:gd name="csY0" fmla="*/ 54422 h 61271"/>
                <a:gd name="csX1" fmla="*/ 38204 w 38204"/>
                <a:gd name="csY1" fmla="*/ 54422 h 61271"/>
                <a:gd name="csX2" fmla="*/ 38204 w 38204"/>
                <a:gd name="csY2" fmla="*/ 61271 h 61271"/>
                <a:gd name="csX3" fmla="*/ 0 w 38204"/>
                <a:gd name="csY3" fmla="*/ 61271 h 61271"/>
                <a:gd name="csX4" fmla="*/ 0 w 38204"/>
                <a:gd name="csY4" fmla="*/ 54422 h 61271"/>
                <a:gd name="csX5" fmla="*/ 12607 w 38204"/>
                <a:gd name="csY5" fmla="*/ 41559 h 61271"/>
                <a:gd name="csX6" fmla="*/ 22684 w 38204"/>
                <a:gd name="csY6" fmla="*/ 31123 h 61271"/>
                <a:gd name="csX7" fmla="*/ 28128 w 38204"/>
                <a:gd name="csY7" fmla="*/ 23705 h 61271"/>
                <a:gd name="csX8" fmla="*/ 29707 w 38204"/>
                <a:gd name="csY8" fmla="*/ 17692 h 61271"/>
                <a:gd name="csX9" fmla="*/ 26317 w 38204"/>
                <a:gd name="csY9" fmla="*/ 9879 h 61271"/>
                <a:gd name="csX10" fmla="*/ 17564 w 38204"/>
                <a:gd name="csY10" fmla="*/ 6849 h 61271"/>
                <a:gd name="csX11" fmla="*/ 9473 w 38204"/>
                <a:gd name="csY11" fmla="*/ 8184 h 61271"/>
                <a:gd name="csX12" fmla="*/ 395 w 38204"/>
                <a:gd name="csY12" fmla="*/ 12212 h 61271"/>
                <a:gd name="csX13" fmla="*/ 395 w 38204"/>
                <a:gd name="csY13" fmla="*/ 3993 h 61271"/>
                <a:gd name="csX14" fmla="*/ 9589 w 38204"/>
                <a:gd name="csY14" fmla="*/ 1010 h 61271"/>
                <a:gd name="csX15" fmla="*/ 17413 w 38204"/>
                <a:gd name="csY15" fmla="*/ 0 h 61271"/>
                <a:gd name="csX16" fmla="*/ 32319 w 38204"/>
                <a:gd name="csY16" fmla="*/ 4678 h 61271"/>
                <a:gd name="csX17" fmla="*/ 37879 w 38204"/>
                <a:gd name="csY17" fmla="*/ 17169 h 61271"/>
                <a:gd name="csX18" fmla="*/ 36475 w 38204"/>
                <a:gd name="csY18" fmla="*/ 24227 h 61271"/>
                <a:gd name="csX19" fmla="*/ 31436 w 38204"/>
                <a:gd name="csY19" fmla="*/ 32040 h 61271"/>
                <a:gd name="csX20" fmla="*/ 25028 w 38204"/>
                <a:gd name="csY20" fmla="*/ 38820 h 61271"/>
                <a:gd name="csX21" fmla="*/ 9786 w 38204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04" h="61271">
                  <a:moveTo>
                    <a:pt x="9786" y="54422"/>
                  </a:moveTo>
                  <a:lnTo>
                    <a:pt x="38204" y="54422"/>
                  </a:lnTo>
                  <a:lnTo>
                    <a:pt x="38204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0" y="46930"/>
                    <a:pt x="12607" y="41559"/>
                  </a:cubicBezTo>
                  <a:cubicBezTo>
                    <a:pt x="17955" y="36157"/>
                    <a:pt x="21314" y="32679"/>
                    <a:pt x="22684" y="31123"/>
                  </a:cubicBezTo>
                  <a:cubicBezTo>
                    <a:pt x="25292" y="28190"/>
                    <a:pt x="27106" y="25717"/>
                    <a:pt x="28128" y="23705"/>
                  </a:cubicBezTo>
                  <a:cubicBezTo>
                    <a:pt x="29180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1" y="6849"/>
                    <a:pt x="17564" y="6849"/>
                  </a:cubicBezTo>
                  <a:cubicBezTo>
                    <a:pt x="15018" y="6849"/>
                    <a:pt x="12321" y="7294"/>
                    <a:pt x="9473" y="8184"/>
                  </a:cubicBezTo>
                  <a:cubicBezTo>
                    <a:pt x="6648" y="9066"/>
                    <a:pt x="3622" y="10409"/>
                    <a:pt x="395" y="12212"/>
                  </a:cubicBezTo>
                  <a:lnTo>
                    <a:pt x="395" y="3993"/>
                  </a:lnTo>
                  <a:cubicBezTo>
                    <a:pt x="3676" y="2678"/>
                    <a:pt x="6741" y="1683"/>
                    <a:pt x="9589" y="1010"/>
                  </a:cubicBezTo>
                  <a:cubicBezTo>
                    <a:pt x="12437" y="337"/>
                    <a:pt x="15045" y="0"/>
                    <a:pt x="17413" y="0"/>
                  </a:cubicBezTo>
                  <a:cubicBezTo>
                    <a:pt x="23643" y="0"/>
                    <a:pt x="28612" y="1559"/>
                    <a:pt x="32319" y="4678"/>
                  </a:cubicBezTo>
                  <a:cubicBezTo>
                    <a:pt x="36026" y="7797"/>
                    <a:pt x="37879" y="11961"/>
                    <a:pt x="37879" y="17169"/>
                  </a:cubicBezTo>
                  <a:cubicBezTo>
                    <a:pt x="37879" y="19646"/>
                    <a:pt x="37411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63" y="32822"/>
                    <a:pt x="28627" y="35082"/>
                    <a:pt x="25028" y="38820"/>
                  </a:cubicBezTo>
                  <a:cubicBezTo>
                    <a:pt x="21430" y="42527"/>
                    <a:pt x="16349" y="47727"/>
                    <a:pt x="9786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1" name="Freeform 1750">
              <a:extLst>
                <a:ext uri="{FF2B5EF4-FFF2-40B4-BE49-F238E27FC236}">
                  <a16:creationId xmlns:a16="http://schemas.microsoft.com/office/drawing/2014/main" id="{0CEFB09F-085E-A5C4-A721-7E7CF0432C94}"/>
                </a:ext>
              </a:extLst>
            </p:cNvPr>
            <p:cNvSpPr/>
            <p:nvPr/>
          </p:nvSpPr>
          <p:spPr>
            <a:xfrm>
              <a:off x="4898652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2" name="Freeform 1751">
              <a:extLst>
                <a:ext uri="{FF2B5EF4-FFF2-40B4-BE49-F238E27FC236}">
                  <a16:creationId xmlns:a16="http://schemas.microsoft.com/office/drawing/2014/main" id="{552F614D-945A-9612-8564-412523F18541}"/>
                </a:ext>
              </a:extLst>
            </p:cNvPr>
            <p:cNvSpPr/>
            <p:nvPr/>
          </p:nvSpPr>
          <p:spPr>
            <a:xfrm>
              <a:off x="4922439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7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7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63" y="59557"/>
                    <a:pt x="23183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2" y="27486"/>
                    <a:pt x="9148" y="27966"/>
                  </a:cubicBezTo>
                  <a:cubicBezTo>
                    <a:pt x="6996" y="28453"/>
                    <a:pt x="4794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3" name="Freeform 1752">
              <a:extLst>
                <a:ext uri="{FF2B5EF4-FFF2-40B4-BE49-F238E27FC236}">
                  <a16:creationId xmlns:a16="http://schemas.microsoft.com/office/drawing/2014/main" id="{C82184EF-5AAE-8DBB-B315-FA9AC44B5BE1}"/>
                </a:ext>
              </a:extLst>
            </p:cNvPr>
            <p:cNvSpPr/>
            <p:nvPr/>
          </p:nvSpPr>
          <p:spPr>
            <a:xfrm>
              <a:off x="5194095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19 w 41594"/>
                <a:gd name="csY1" fmla="*/ 12654 h 62431"/>
                <a:gd name="csX2" fmla="*/ 8184 w 41594"/>
                <a:gd name="csY2" fmla="*/ 31239 h 62431"/>
                <a:gd name="csX3" fmla="*/ 11319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6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47" y="8521"/>
                    <a:pt x="11319" y="12654"/>
                  </a:cubicBezTo>
                  <a:cubicBezTo>
                    <a:pt x="9229" y="16771"/>
                    <a:pt x="8184" y="22966"/>
                    <a:pt x="8184" y="31239"/>
                  </a:cubicBezTo>
                  <a:cubicBezTo>
                    <a:pt x="8184" y="39489"/>
                    <a:pt x="9229" y="45684"/>
                    <a:pt x="11319" y="49825"/>
                  </a:cubicBezTo>
                  <a:cubicBezTo>
                    <a:pt x="13447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6" y="39489"/>
                    <a:pt x="33456" y="31239"/>
                  </a:cubicBezTo>
                  <a:cubicBezTo>
                    <a:pt x="33456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1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4" name="Freeform 1753">
              <a:extLst>
                <a:ext uri="{FF2B5EF4-FFF2-40B4-BE49-F238E27FC236}">
                  <a16:creationId xmlns:a16="http://schemas.microsoft.com/office/drawing/2014/main" id="{9F6F15DB-F273-4891-D3B9-2A9B591F18A2}"/>
                </a:ext>
              </a:extLst>
            </p:cNvPr>
            <p:cNvSpPr/>
            <p:nvPr/>
          </p:nvSpPr>
          <p:spPr>
            <a:xfrm>
              <a:off x="5250003" y="4982342"/>
              <a:ext cx="8497" cy="10238"/>
            </a:xfrm>
            <a:custGeom>
              <a:avLst/>
              <a:gdLst>
                <a:gd name="csX0" fmla="*/ 0 w 8497"/>
                <a:gd name="csY0" fmla="*/ 0 h 10238"/>
                <a:gd name="csX1" fmla="*/ 8498 w 8497"/>
                <a:gd name="csY1" fmla="*/ 0 h 10238"/>
                <a:gd name="csX2" fmla="*/ 8498 w 8497"/>
                <a:gd name="csY2" fmla="*/ 10239 h 10238"/>
                <a:gd name="csX3" fmla="*/ 0 w 8497"/>
                <a:gd name="csY3" fmla="*/ 10239 h 10238"/>
                <a:gd name="csX4" fmla="*/ 0 w 8497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97" h="10238">
                  <a:moveTo>
                    <a:pt x="0" y="0"/>
                  </a:moveTo>
                  <a:lnTo>
                    <a:pt x="8498" y="0"/>
                  </a:lnTo>
                  <a:lnTo>
                    <a:pt x="8498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5" name="Freeform 1754">
              <a:extLst>
                <a:ext uri="{FF2B5EF4-FFF2-40B4-BE49-F238E27FC236}">
                  <a16:creationId xmlns:a16="http://schemas.microsoft.com/office/drawing/2014/main" id="{57891042-73D5-C6B9-18F0-2AAA71C0D6AE}"/>
                </a:ext>
              </a:extLst>
            </p:cNvPr>
            <p:cNvSpPr/>
            <p:nvPr/>
          </p:nvSpPr>
          <p:spPr>
            <a:xfrm>
              <a:off x="5272849" y="4931310"/>
              <a:ext cx="41605" cy="62431"/>
            </a:xfrm>
            <a:custGeom>
              <a:avLst/>
              <a:gdLst>
                <a:gd name="csX0" fmla="*/ 20803 w 41605"/>
                <a:gd name="csY0" fmla="*/ 6454 h 62431"/>
                <a:gd name="csX1" fmla="*/ 11330 w 41605"/>
                <a:gd name="csY1" fmla="*/ 12654 h 62431"/>
                <a:gd name="csX2" fmla="*/ 8184 w 41605"/>
                <a:gd name="csY2" fmla="*/ 31239 h 62431"/>
                <a:gd name="csX3" fmla="*/ 11330 w 41605"/>
                <a:gd name="csY3" fmla="*/ 49825 h 62431"/>
                <a:gd name="csX4" fmla="*/ 20803 w 41605"/>
                <a:gd name="csY4" fmla="*/ 55989 h 62431"/>
                <a:gd name="csX5" fmla="*/ 30276 w 41605"/>
                <a:gd name="csY5" fmla="*/ 49825 h 62431"/>
                <a:gd name="csX6" fmla="*/ 33457 w 41605"/>
                <a:gd name="csY6" fmla="*/ 31239 h 62431"/>
                <a:gd name="csX7" fmla="*/ 30276 w 41605"/>
                <a:gd name="csY7" fmla="*/ 12654 h 62431"/>
                <a:gd name="csX8" fmla="*/ 20803 w 41605"/>
                <a:gd name="csY8" fmla="*/ 6454 h 62431"/>
                <a:gd name="csX9" fmla="*/ 20803 w 41605"/>
                <a:gd name="csY9" fmla="*/ 0 h 62431"/>
                <a:gd name="csX10" fmla="*/ 36242 w 41605"/>
                <a:gd name="csY10" fmla="*/ 8022 h 62431"/>
                <a:gd name="csX11" fmla="*/ 41606 w 41605"/>
                <a:gd name="csY11" fmla="*/ 31239 h 62431"/>
                <a:gd name="csX12" fmla="*/ 36242 w 41605"/>
                <a:gd name="csY12" fmla="*/ 54457 h 62431"/>
                <a:gd name="csX13" fmla="*/ 20803 w 41605"/>
                <a:gd name="csY13" fmla="*/ 62432 h 62431"/>
                <a:gd name="csX14" fmla="*/ 5328 w 41605"/>
                <a:gd name="csY14" fmla="*/ 54457 h 62431"/>
                <a:gd name="csX15" fmla="*/ 0 w 41605"/>
                <a:gd name="csY15" fmla="*/ 31239 h 62431"/>
                <a:gd name="csX16" fmla="*/ 5328 w 41605"/>
                <a:gd name="csY16" fmla="*/ 8022 h 62431"/>
                <a:gd name="csX17" fmla="*/ 20803 w 41605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605" h="62431">
                  <a:moveTo>
                    <a:pt x="20803" y="6454"/>
                  </a:moveTo>
                  <a:cubicBezTo>
                    <a:pt x="16608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8" y="55989"/>
                    <a:pt x="20803" y="55989"/>
                  </a:cubicBezTo>
                  <a:cubicBezTo>
                    <a:pt x="25021" y="55989"/>
                    <a:pt x="28178" y="53934"/>
                    <a:pt x="30276" y="49825"/>
                  </a:cubicBezTo>
                  <a:cubicBezTo>
                    <a:pt x="32396" y="45684"/>
                    <a:pt x="33457" y="39489"/>
                    <a:pt x="33457" y="31239"/>
                  </a:cubicBezTo>
                  <a:cubicBezTo>
                    <a:pt x="33457" y="22966"/>
                    <a:pt x="32396" y="16771"/>
                    <a:pt x="30276" y="12654"/>
                  </a:cubicBezTo>
                  <a:cubicBezTo>
                    <a:pt x="28178" y="8521"/>
                    <a:pt x="25021" y="6454"/>
                    <a:pt x="20803" y="6454"/>
                  </a:cubicBezTo>
                  <a:moveTo>
                    <a:pt x="20803" y="0"/>
                  </a:moveTo>
                  <a:cubicBezTo>
                    <a:pt x="27552" y="0"/>
                    <a:pt x="32698" y="2674"/>
                    <a:pt x="36242" y="8022"/>
                  </a:cubicBezTo>
                  <a:cubicBezTo>
                    <a:pt x="39818" y="13346"/>
                    <a:pt x="41606" y="21085"/>
                    <a:pt x="41606" y="31239"/>
                  </a:cubicBezTo>
                  <a:cubicBezTo>
                    <a:pt x="41606" y="41370"/>
                    <a:pt x="39818" y="49109"/>
                    <a:pt x="36242" y="54457"/>
                  </a:cubicBezTo>
                  <a:cubicBezTo>
                    <a:pt x="32698" y="59773"/>
                    <a:pt x="27552" y="62432"/>
                    <a:pt x="20803" y="62432"/>
                  </a:cubicBezTo>
                  <a:cubicBezTo>
                    <a:pt x="14062" y="62432"/>
                    <a:pt x="8904" y="59773"/>
                    <a:pt x="5328" y="54457"/>
                  </a:cubicBezTo>
                  <a:cubicBezTo>
                    <a:pt x="1776" y="49109"/>
                    <a:pt x="0" y="41370"/>
                    <a:pt x="0" y="31239"/>
                  </a:cubicBezTo>
                  <a:cubicBezTo>
                    <a:pt x="0" y="21085"/>
                    <a:pt x="1776" y="13346"/>
                    <a:pt x="5328" y="8022"/>
                  </a:cubicBezTo>
                  <a:cubicBezTo>
                    <a:pt x="8904" y="2674"/>
                    <a:pt x="14062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6" name="Freeform 1755">
              <a:extLst>
                <a:ext uri="{FF2B5EF4-FFF2-40B4-BE49-F238E27FC236}">
                  <a16:creationId xmlns:a16="http://schemas.microsoft.com/office/drawing/2014/main" id="{10001A31-988B-D82A-DBBD-C88EA45CAA58}"/>
                </a:ext>
              </a:extLst>
            </p:cNvPr>
            <p:cNvSpPr/>
            <p:nvPr/>
          </p:nvSpPr>
          <p:spPr>
            <a:xfrm>
              <a:off x="5580400" y="4931310"/>
              <a:ext cx="38215" cy="61271"/>
            </a:xfrm>
            <a:custGeom>
              <a:avLst/>
              <a:gdLst>
                <a:gd name="csX0" fmla="*/ 9798 w 38215"/>
                <a:gd name="csY0" fmla="*/ 54422 h 61271"/>
                <a:gd name="csX1" fmla="*/ 38216 w 38215"/>
                <a:gd name="csY1" fmla="*/ 54422 h 61271"/>
                <a:gd name="csX2" fmla="*/ 38216 w 38215"/>
                <a:gd name="csY2" fmla="*/ 61271 h 61271"/>
                <a:gd name="csX3" fmla="*/ 0 w 38215"/>
                <a:gd name="csY3" fmla="*/ 61271 h 61271"/>
                <a:gd name="csX4" fmla="*/ 0 w 38215"/>
                <a:gd name="csY4" fmla="*/ 54422 h 61271"/>
                <a:gd name="csX5" fmla="*/ 12619 w 38215"/>
                <a:gd name="csY5" fmla="*/ 41559 h 61271"/>
                <a:gd name="csX6" fmla="*/ 22695 w 38215"/>
                <a:gd name="csY6" fmla="*/ 31123 h 61271"/>
                <a:gd name="csX7" fmla="*/ 28140 w 38215"/>
                <a:gd name="csY7" fmla="*/ 23705 h 61271"/>
                <a:gd name="csX8" fmla="*/ 29707 w 38215"/>
                <a:gd name="csY8" fmla="*/ 17692 h 61271"/>
                <a:gd name="csX9" fmla="*/ 26317 w 38215"/>
                <a:gd name="csY9" fmla="*/ 9879 h 61271"/>
                <a:gd name="csX10" fmla="*/ 17576 w 38215"/>
                <a:gd name="csY10" fmla="*/ 6849 h 61271"/>
                <a:gd name="csX11" fmla="*/ 9473 w 38215"/>
                <a:gd name="csY11" fmla="*/ 8184 h 61271"/>
                <a:gd name="csX12" fmla="*/ 406 w 38215"/>
                <a:gd name="csY12" fmla="*/ 12212 h 61271"/>
                <a:gd name="csX13" fmla="*/ 406 w 38215"/>
                <a:gd name="csY13" fmla="*/ 3993 h 61271"/>
                <a:gd name="csX14" fmla="*/ 9589 w 38215"/>
                <a:gd name="csY14" fmla="*/ 1010 h 61271"/>
                <a:gd name="csX15" fmla="*/ 17413 w 38215"/>
                <a:gd name="csY15" fmla="*/ 0 h 61271"/>
                <a:gd name="csX16" fmla="*/ 32330 w 38215"/>
                <a:gd name="csY16" fmla="*/ 4678 h 61271"/>
                <a:gd name="csX17" fmla="*/ 37891 w 38215"/>
                <a:gd name="csY17" fmla="*/ 17169 h 61271"/>
                <a:gd name="csX18" fmla="*/ 36475 w 38215"/>
                <a:gd name="csY18" fmla="*/ 24227 h 61271"/>
                <a:gd name="csX19" fmla="*/ 31436 w 38215"/>
                <a:gd name="csY19" fmla="*/ 32040 h 61271"/>
                <a:gd name="csX20" fmla="*/ 25028 w 38215"/>
                <a:gd name="csY20" fmla="*/ 38820 h 61271"/>
                <a:gd name="csX21" fmla="*/ 9798 w 38215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5" h="61271">
                  <a:moveTo>
                    <a:pt x="9798" y="54422"/>
                  </a:moveTo>
                  <a:lnTo>
                    <a:pt x="38216" y="54422"/>
                  </a:lnTo>
                  <a:lnTo>
                    <a:pt x="38216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4" y="46930"/>
                    <a:pt x="12619" y="41559"/>
                  </a:cubicBezTo>
                  <a:cubicBezTo>
                    <a:pt x="17967" y="36157"/>
                    <a:pt x="21325" y="32679"/>
                    <a:pt x="22695" y="31123"/>
                  </a:cubicBezTo>
                  <a:cubicBezTo>
                    <a:pt x="25303" y="28190"/>
                    <a:pt x="27118" y="25717"/>
                    <a:pt x="28140" y="23705"/>
                  </a:cubicBezTo>
                  <a:cubicBezTo>
                    <a:pt x="29184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4" y="6849"/>
                    <a:pt x="17576" y="6849"/>
                  </a:cubicBezTo>
                  <a:cubicBezTo>
                    <a:pt x="15022" y="6849"/>
                    <a:pt x="12321" y="7294"/>
                    <a:pt x="9473" y="8184"/>
                  </a:cubicBezTo>
                  <a:cubicBezTo>
                    <a:pt x="6648" y="9066"/>
                    <a:pt x="3626" y="10409"/>
                    <a:pt x="406" y="12212"/>
                  </a:cubicBezTo>
                  <a:lnTo>
                    <a:pt x="406" y="3993"/>
                  </a:lnTo>
                  <a:cubicBezTo>
                    <a:pt x="3680" y="2678"/>
                    <a:pt x="6741" y="1683"/>
                    <a:pt x="9589" y="1010"/>
                  </a:cubicBezTo>
                  <a:cubicBezTo>
                    <a:pt x="12445" y="337"/>
                    <a:pt x="15053" y="0"/>
                    <a:pt x="17413" y="0"/>
                  </a:cubicBezTo>
                  <a:cubicBezTo>
                    <a:pt x="23651" y="0"/>
                    <a:pt x="28623" y="1559"/>
                    <a:pt x="32330" y="4678"/>
                  </a:cubicBezTo>
                  <a:cubicBezTo>
                    <a:pt x="36037" y="7797"/>
                    <a:pt x="37891" y="11961"/>
                    <a:pt x="37891" y="17169"/>
                  </a:cubicBezTo>
                  <a:cubicBezTo>
                    <a:pt x="37891" y="19646"/>
                    <a:pt x="37419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71" y="32822"/>
                    <a:pt x="28635" y="35082"/>
                    <a:pt x="25028" y="38820"/>
                  </a:cubicBezTo>
                  <a:cubicBezTo>
                    <a:pt x="21430" y="42527"/>
                    <a:pt x="16353" y="47727"/>
                    <a:pt x="9798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7" name="Freeform 1756">
              <a:extLst>
                <a:ext uri="{FF2B5EF4-FFF2-40B4-BE49-F238E27FC236}">
                  <a16:creationId xmlns:a16="http://schemas.microsoft.com/office/drawing/2014/main" id="{38E71448-94A0-6112-9322-831798BD44F7}"/>
                </a:ext>
              </a:extLst>
            </p:cNvPr>
            <p:cNvSpPr/>
            <p:nvPr/>
          </p:nvSpPr>
          <p:spPr>
            <a:xfrm>
              <a:off x="5635704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8" name="Freeform 1757">
              <a:extLst>
                <a:ext uri="{FF2B5EF4-FFF2-40B4-BE49-F238E27FC236}">
                  <a16:creationId xmlns:a16="http://schemas.microsoft.com/office/drawing/2014/main" id="{7EA61143-DBDC-8795-0952-33CAB93AE3E6}"/>
                </a:ext>
              </a:extLst>
            </p:cNvPr>
            <p:cNvSpPr/>
            <p:nvPr/>
          </p:nvSpPr>
          <p:spPr>
            <a:xfrm>
              <a:off x="5659490" y="4932401"/>
              <a:ext cx="38935" cy="61340"/>
            </a:xfrm>
            <a:custGeom>
              <a:avLst/>
              <a:gdLst>
                <a:gd name="csX0" fmla="*/ 2531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36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34 w 38935"/>
                <a:gd name="csY10" fmla="*/ 61341 h 61340"/>
                <a:gd name="csX11" fmla="*/ 8091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88 w 38935"/>
                <a:gd name="csY14" fmla="*/ 53528 h 61340"/>
                <a:gd name="csX15" fmla="*/ 15672 w 38935"/>
                <a:gd name="csY15" fmla="*/ 54492 h 61340"/>
                <a:gd name="csX16" fmla="*/ 26723 w 38935"/>
                <a:gd name="csY16" fmla="*/ 50823 h 61340"/>
                <a:gd name="csX17" fmla="*/ 30786 w 38935"/>
                <a:gd name="csY17" fmla="*/ 40875 h 61340"/>
                <a:gd name="csX18" fmla="*/ 26723 w 38935"/>
                <a:gd name="csY18" fmla="*/ 30914 h 61340"/>
                <a:gd name="csX19" fmla="*/ 15672 w 38935"/>
                <a:gd name="csY19" fmla="*/ 27246 h 61340"/>
                <a:gd name="csX20" fmla="*/ 9148 w 38935"/>
                <a:gd name="csY20" fmla="*/ 27966 h 61340"/>
                <a:gd name="csX21" fmla="*/ 2531 w 38935"/>
                <a:gd name="csY21" fmla="*/ 30229 h 61340"/>
                <a:gd name="csX22" fmla="*/ 2531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31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1" y="21201"/>
                    <a:pt x="12352" y="20907"/>
                    <a:pt x="13536" y="20722"/>
                  </a:cubicBezTo>
                  <a:cubicBezTo>
                    <a:pt x="14720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1" y="61341"/>
                    <a:pt x="15834" y="61341"/>
                  </a:cubicBezTo>
                  <a:cubicBezTo>
                    <a:pt x="13311" y="61341"/>
                    <a:pt x="10730" y="61128"/>
                    <a:pt x="8091" y="60702"/>
                  </a:cubicBezTo>
                  <a:cubicBezTo>
                    <a:pt x="5491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15" y="51903"/>
                    <a:pt x="4910" y="52886"/>
                    <a:pt x="7488" y="53528"/>
                  </a:cubicBezTo>
                  <a:cubicBezTo>
                    <a:pt x="10072" y="54170"/>
                    <a:pt x="12801" y="54492"/>
                    <a:pt x="15672" y="54492"/>
                  </a:cubicBezTo>
                  <a:cubicBezTo>
                    <a:pt x="20323" y="54492"/>
                    <a:pt x="24007" y="53269"/>
                    <a:pt x="26723" y="50823"/>
                  </a:cubicBezTo>
                  <a:cubicBezTo>
                    <a:pt x="29432" y="48378"/>
                    <a:pt x="30786" y="45061"/>
                    <a:pt x="30786" y="40875"/>
                  </a:cubicBezTo>
                  <a:cubicBezTo>
                    <a:pt x="30786" y="36680"/>
                    <a:pt x="29432" y="33360"/>
                    <a:pt x="26723" y="30914"/>
                  </a:cubicBezTo>
                  <a:cubicBezTo>
                    <a:pt x="24007" y="28469"/>
                    <a:pt x="20323" y="27246"/>
                    <a:pt x="15672" y="27246"/>
                  </a:cubicBezTo>
                  <a:cubicBezTo>
                    <a:pt x="13497" y="27246"/>
                    <a:pt x="11322" y="27486"/>
                    <a:pt x="9148" y="27966"/>
                  </a:cubicBezTo>
                  <a:cubicBezTo>
                    <a:pt x="6996" y="28453"/>
                    <a:pt x="4790" y="29208"/>
                    <a:pt x="2531" y="30229"/>
                  </a:cubicBezTo>
                  <a:lnTo>
                    <a:pt x="2531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9" name="Freeform 1758">
              <a:extLst>
                <a:ext uri="{FF2B5EF4-FFF2-40B4-BE49-F238E27FC236}">
                  <a16:creationId xmlns:a16="http://schemas.microsoft.com/office/drawing/2014/main" id="{00865122-416D-5AD7-632F-841F7CD4E8F6}"/>
                </a:ext>
              </a:extLst>
            </p:cNvPr>
            <p:cNvSpPr/>
            <p:nvPr/>
          </p:nvSpPr>
          <p:spPr>
            <a:xfrm>
              <a:off x="5964835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8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8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5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3" y="27486"/>
                    <a:pt x="9148" y="27966"/>
                  </a:cubicBezTo>
                  <a:cubicBezTo>
                    <a:pt x="6996" y="28453"/>
                    <a:pt x="4795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0" name="Freeform 1759">
              <a:extLst>
                <a:ext uri="{FF2B5EF4-FFF2-40B4-BE49-F238E27FC236}">
                  <a16:creationId xmlns:a16="http://schemas.microsoft.com/office/drawing/2014/main" id="{B5A45570-DC77-6EAB-8932-14314D00010F}"/>
                </a:ext>
              </a:extLst>
            </p:cNvPr>
            <p:cNvSpPr/>
            <p:nvPr/>
          </p:nvSpPr>
          <p:spPr>
            <a:xfrm>
              <a:off x="6019814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1" name="Freeform 1760">
              <a:extLst>
                <a:ext uri="{FF2B5EF4-FFF2-40B4-BE49-F238E27FC236}">
                  <a16:creationId xmlns:a16="http://schemas.microsoft.com/office/drawing/2014/main" id="{CF7CB16C-E244-53EF-FC76-8BDB6A84C92C}"/>
                </a:ext>
              </a:extLst>
            </p:cNvPr>
            <p:cNvSpPr/>
            <p:nvPr/>
          </p:nvSpPr>
          <p:spPr>
            <a:xfrm>
              <a:off x="6042672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30 w 41594"/>
                <a:gd name="csY1" fmla="*/ 12654 h 62431"/>
                <a:gd name="csX2" fmla="*/ 8184 w 41594"/>
                <a:gd name="csY2" fmla="*/ 31239 h 62431"/>
                <a:gd name="csX3" fmla="*/ 11330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7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7" y="39489"/>
                    <a:pt x="33457" y="31239"/>
                  </a:cubicBezTo>
                  <a:cubicBezTo>
                    <a:pt x="33457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0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2" name="Freeform 1761">
              <a:extLst>
                <a:ext uri="{FF2B5EF4-FFF2-40B4-BE49-F238E27FC236}">
                  <a16:creationId xmlns:a16="http://schemas.microsoft.com/office/drawing/2014/main" id="{019363E0-58EA-4A54-ECA9-57A55304FCE9}"/>
                </a:ext>
              </a:extLst>
            </p:cNvPr>
            <p:cNvSpPr/>
            <p:nvPr/>
          </p:nvSpPr>
          <p:spPr>
            <a:xfrm>
              <a:off x="3806747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3" name="Freeform 1762">
              <a:extLst>
                <a:ext uri="{FF2B5EF4-FFF2-40B4-BE49-F238E27FC236}">
                  <a16:creationId xmlns:a16="http://schemas.microsoft.com/office/drawing/2014/main" id="{8784CF80-97D7-5068-390F-36533240577A}"/>
                </a:ext>
              </a:extLst>
            </p:cNvPr>
            <p:cNvSpPr/>
            <p:nvPr/>
          </p:nvSpPr>
          <p:spPr>
            <a:xfrm>
              <a:off x="3806747" y="48950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4" name="Freeform 1763">
              <a:extLst>
                <a:ext uri="{FF2B5EF4-FFF2-40B4-BE49-F238E27FC236}">
                  <a16:creationId xmlns:a16="http://schemas.microsoft.com/office/drawing/2014/main" id="{9D5F16D6-A38C-611A-E2D8-CD98F5C62294}"/>
                </a:ext>
              </a:extLst>
            </p:cNvPr>
            <p:cNvSpPr/>
            <p:nvPr/>
          </p:nvSpPr>
          <p:spPr>
            <a:xfrm>
              <a:off x="3806747" y="437269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5" name="Freeform 1764">
              <a:extLst>
                <a:ext uri="{FF2B5EF4-FFF2-40B4-BE49-F238E27FC236}">
                  <a16:creationId xmlns:a16="http://schemas.microsoft.com/office/drawing/2014/main" id="{A0B0B29B-45CF-7855-38FC-12E05248DDE8}"/>
                </a:ext>
              </a:extLst>
            </p:cNvPr>
            <p:cNvSpPr/>
            <p:nvPr/>
          </p:nvSpPr>
          <p:spPr>
            <a:xfrm>
              <a:off x="3806747" y="3850333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6" name="Freeform 1765">
              <a:extLst>
                <a:ext uri="{FF2B5EF4-FFF2-40B4-BE49-F238E27FC236}">
                  <a16:creationId xmlns:a16="http://schemas.microsoft.com/office/drawing/2014/main" id="{6CC141FD-F321-5E43-6667-A17563D1ABC8}"/>
                </a:ext>
              </a:extLst>
            </p:cNvPr>
            <p:cNvSpPr/>
            <p:nvPr/>
          </p:nvSpPr>
          <p:spPr>
            <a:xfrm>
              <a:off x="3806747" y="33279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7" name="Freeform 1766">
              <a:extLst>
                <a:ext uri="{FF2B5EF4-FFF2-40B4-BE49-F238E27FC236}">
                  <a16:creationId xmlns:a16="http://schemas.microsoft.com/office/drawing/2014/main" id="{76BD1957-9B30-36A0-CEAD-0E03635CAE90}"/>
                </a:ext>
              </a:extLst>
            </p:cNvPr>
            <p:cNvSpPr/>
            <p:nvPr/>
          </p:nvSpPr>
          <p:spPr>
            <a:xfrm>
              <a:off x="3644596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6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1 w 41597"/>
                <a:gd name="csY14" fmla="*/ 54457 h 62431"/>
                <a:gd name="csX15" fmla="*/ 0 w 41597"/>
                <a:gd name="csY15" fmla="*/ 31239 h 62431"/>
                <a:gd name="csX16" fmla="*/ 5321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49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49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6" y="39489"/>
                    <a:pt x="33456" y="31239"/>
                  </a:cubicBezTo>
                  <a:cubicBezTo>
                    <a:pt x="33456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5" y="59773"/>
                    <a:pt x="5321" y="54457"/>
                  </a:cubicBezTo>
                  <a:cubicBezTo>
                    <a:pt x="1774" y="49109"/>
                    <a:pt x="0" y="41370"/>
                    <a:pt x="0" y="31239"/>
                  </a:cubicBezTo>
                  <a:cubicBezTo>
                    <a:pt x="0" y="21085"/>
                    <a:pt x="1774" y="13346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8" name="Freeform 1767">
              <a:extLst>
                <a:ext uri="{FF2B5EF4-FFF2-40B4-BE49-F238E27FC236}">
                  <a16:creationId xmlns:a16="http://schemas.microsoft.com/office/drawing/2014/main" id="{28DCD01A-DFC2-6A36-925D-BAE91A3A097E}"/>
                </a:ext>
              </a:extLst>
            </p:cNvPr>
            <p:cNvSpPr/>
            <p:nvPr/>
          </p:nvSpPr>
          <p:spPr>
            <a:xfrm>
              <a:off x="3700503" y="4914918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5 w 8505"/>
                <a:gd name="csY1" fmla="*/ 0 h 10238"/>
                <a:gd name="csX2" fmla="*/ 8505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9" name="Freeform 1768">
              <a:extLst>
                <a:ext uri="{FF2B5EF4-FFF2-40B4-BE49-F238E27FC236}">
                  <a16:creationId xmlns:a16="http://schemas.microsoft.com/office/drawing/2014/main" id="{B467CBD7-90E1-0D34-1FF2-8CD14011602B}"/>
                </a:ext>
              </a:extLst>
            </p:cNvPr>
            <p:cNvSpPr/>
            <p:nvPr/>
          </p:nvSpPr>
          <p:spPr>
            <a:xfrm>
              <a:off x="3723358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50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50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0" name="Freeform 1769">
              <a:extLst>
                <a:ext uri="{FF2B5EF4-FFF2-40B4-BE49-F238E27FC236}">
                  <a16:creationId xmlns:a16="http://schemas.microsoft.com/office/drawing/2014/main" id="{4A89145E-20B7-0F82-02F9-66A1140B53C3}"/>
                </a:ext>
              </a:extLst>
            </p:cNvPr>
            <p:cNvSpPr/>
            <p:nvPr/>
          </p:nvSpPr>
          <p:spPr>
            <a:xfrm>
              <a:off x="3646732" y="4341520"/>
              <a:ext cx="41597" cy="62438"/>
            </a:xfrm>
            <a:custGeom>
              <a:avLst/>
              <a:gdLst>
                <a:gd name="csX0" fmla="*/ 20799 w 41597"/>
                <a:gd name="csY0" fmla="*/ 6450 h 62438"/>
                <a:gd name="csX1" fmla="*/ 11327 w 41597"/>
                <a:gd name="csY1" fmla="*/ 12661 h 62438"/>
                <a:gd name="csX2" fmla="*/ 8183 w 41597"/>
                <a:gd name="csY2" fmla="*/ 31235 h 62438"/>
                <a:gd name="csX3" fmla="*/ 11327 w 41597"/>
                <a:gd name="csY3" fmla="*/ 49820 h 62438"/>
                <a:gd name="csX4" fmla="*/ 20799 w 41597"/>
                <a:gd name="csY4" fmla="*/ 55984 h 62438"/>
                <a:gd name="csX5" fmla="*/ 30271 w 41597"/>
                <a:gd name="csY5" fmla="*/ 49820 h 62438"/>
                <a:gd name="csX6" fmla="*/ 33456 w 41597"/>
                <a:gd name="csY6" fmla="*/ 31235 h 62438"/>
                <a:gd name="csX7" fmla="*/ 30271 w 41597"/>
                <a:gd name="csY7" fmla="*/ 12661 h 62438"/>
                <a:gd name="csX8" fmla="*/ 20799 w 41597"/>
                <a:gd name="csY8" fmla="*/ 6450 h 62438"/>
                <a:gd name="csX9" fmla="*/ 20799 w 41597"/>
                <a:gd name="csY9" fmla="*/ 0 h 62438"/>
                <a:gd name="csX10" fmla="*/ 36237 w 41597"/>
                <a:gd name="csY10" fmla="*/ 8022 h 62438"/>
                <a:gd name="csX11" fmla="*/ 41598 w 41597"/>
                <a:gd name="csY11" fmla="*/ 31235 h 62438"/>
                <a:gd name="csX12" fmla="*/ 36237 w 41597"/>
                <a:gd name="csY12" fmla="*/ 54452 h 62438"/>
                <a:gd name="csX13" fmla="*/ 20799 w 41597"/>
                <a:gd name="csY13" fmla="*/ 62439 h 62438"/>
                <a:gd name="csX14" fmla="*/ 5321 w 41597"/>
                <a:gd name="csY14" fmla="*/ 54452 h 62438"/>
                <a:gd name="csX15" fmla="*/ 0 w 41597"/>
                <a:gd name="csY15" fmla="*/ 31235 h 62438"/>
                <a:gd name="csX16" fmla="*/ 5321 w 41597"/>
                <a:gd name="csY16" fmla="*/ 8022 h 62438"/>
                <a:gd name="csX17" fmla="*/ 20799 w 41597"/>
                <a:gd name="csY17" fmla="*/ 0 h 62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8">
                  <a:moveTo>
                    <a:pt x="20799" y="6450"/>
                  </a:moveTo>
                  <a:cubicBezTo>
                    <a:pt x="16607" y="6450"/>
                    <a:pt x="13449" y="8520"/>
                    <a:pt x="11327" y="12661"/>
                  </a:cubicBezTo>
                  <a:cubicBezTo>
                    <a:pt x="9231" y="16770"/>
                    <a:pt x="8183" y="22961"/>
                    <a:pt x="8183" y="31235"/>
                  </a:cubicBezTo>
                  <a:cubicBezTo>
                    <a:pt x="8183" y="39484"/>
                    <a:pt x="9231" y="45680"/>
                    <a:pt x="11327" y="49820"/>
                  </a:cubicBezTo>
                  <a:cubicBezTo>
                    <a:pt x="13449" y="53930"/>
                    <a:pt x="16607" y="55984"/>
                    <a:pt x="20799" y="55984"/>
                  </a:cubicBezTo>
                  <a:cubicBezTo>
                    <a:pt x="25018" y="55984"/>
                    <a:pt x="28175" y="53930"/>
                    <a:pt x="30271" y="49820"/>
                  </a:cubicBezTo>
                  <a:cubicBezTo>
                    <a:pt x="32394" y="45680"/>
                    <a:pt x="33456" y="39484"/>
                    <a:pt x="33456" y="31235"/>
                  </a:cubicBezTo>
                  <a:cubicBezTo>
                    <a:pt x="33456" y="22961"/>
                    <a:pt x="32394" y="16770"/>
                    <a:pt x="30271" y="12661"/>
                  </a:cubicBezTo>
                  <a:cubicBezTo>
                    <a:pt x="28175" y="8520"/>
                    <a:pt x="25018" y="6450"/>
                    <a:pt x="20799" y="6450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3"/>
                    <a:pt x="41598" y="21081"/>
                    <a:pt x="41598" y="31235"/>
                  </a:cubicBezTo>
                  <a:cubicBezTo>
                    <a:pt x="41598" y="41365"/>
                    <a:pt x="39811" y="49104"/>
                    <a:pt x="36237" y="54452"/>
                  </a:cubicBezTo>
                  <a:cubicBezTo>
                    <a:pt x="32690" y="59777"/>
                    <a:pt x="27544" y="62439"/>
                    <a:pt x="20799" y="62439"/>
                  </a:cubicBezTo>
                  <a:cubicBezTo>
                    <a:pt x="14054" y="62439"/>
                    <a:pt x="8895" y="59777"/>
                    <a:pt x="5321" y="54452"/>
                  </a:cubicBezTo>
                  <a:cubicBezTo>
                    <a:pt x="1774" y="49104"/>
                    <a:pt x="0" y="41365"/>
                    <a:pt x="0" y="31235"/>
                  </a:cubicBezTo>
                  <a:cubicBezTo>
                    <a:pt x="0" y="21081"/>
                    <a:pt x="1774" y="13343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1" name="Freeform 1770">
              <a:extLst>
                <a:ext uri="{FF2B5EF4-FFF2-40B4-BE49-F238E27FC236}">
                  <a16:creationId xmlns:a16="http://schemas.microsoft.com/office/drawing/2014/main" id="{A8C9E690-1F87-5818-020D-CD26A4681F57}"/>
                </a:ext>
              </a:extLst>
            </p:cNvPr>
            <p:cNvSpPr/>
            <p:nvPr/>
          </p:nvSpPr>
          <p:spPr>
            <a:xfrm>
              <a:off x="3702640" y="4392548"/>
              <a:ext cx="8504" cy="10238"/>
            </a:xfrm>
            <a:custGeom>
              <a:avLst/>
              <a:gdLst>
                <a:gd name="csX0" fmla="*/ 0 w 8504"/>
                <a:gd name="csY0" fmla="*/ 0 h 10238"/>
                <a:gd name="csX1" fmla="*/ 8505 w 8504"/>
                <a:gd name="csY1" fmla="*/ 0 h 10238"/>
                <a:gd name="csX2" fmla="*/ 8505 w 8504"/>
                <a:gd name="csY2" fmla="*/ 10239 h 10238"/>
                <a:gd name="csX3" fmla="*/ 0 w 8504"/>
                <a:gd name="csY3" fmla="*/ 10239 h 10238"/>
                <a:gd name="csX4" fmla="*/ 0 w 8504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2" name="Freeform 1771">
              <a:extLst>
                <a:ext uri="{FF2B5EF4-FFF2-40B4-BE49-F238E27FC236}">
                  <a16:creationId xmlns:a16="http://schemas.microsoft.com/office/drawing/2014/main" id="{940E9533-8FEE-D070-4146-E00E283FB908}"/>
                </a:ext>
              </a:extLst>
            </p:cNvPr>
            <p:cNvSpPr/>
            <p:nvPr/>
          </p:nvSpPr>
          <p:spPr>
            <a:xfrm>
              <a:off x="3729122" y="4342609"/>
              <a:ext cx="35833" cy="60177"/>
            </a:xfrm>
            <a:custGeom>
              <a:avLst/>
              <a:gdLst>
                <a:gd name="csX0" fmla="*/ 1169 w 35833"/>
                <a:gd name="csY0" fmla="*/ 53328 h 60177"/>
                <a:gd name="csX1" fmla="*/ 14470 w 35833"/>
                <a:gd name="csY1" fmla="*/ 53328 h 60177"/>
                <a:gd name="csX2" fmla="*/ 14470 w 35833"/>
                <a:gd name="csY2" fmla="*/ 7417 h 60177"/>
                <a:gd name="csX3" fmla="*/ 0 w 35833"/>
                <a:gd name="csY3" fmla="*/ 10318 h 60177"/>
                <a:gd name="csX4" fmla="*/ 0 w 35833"/>
                <a:gd name="csY4" fmla="*/ 2902 h 60177"/>
                <a:gd name="csX5" fmla="*/ 14390 w 35833"/>
                <a:gd name="csY5" fmla="*/ 0 h 60177"/>
                <a:gd name="csX6" fmla="*/ 22533 w 35833"/>
                <a:gd name="csY6" fmla="*/ 0 h 60177"/>
                <a:gd name="csX7" fmla="*/ 22533 w 35833"/>
                <a:gd name="csY7" fmla="*/ 53328 h 60177"/>
                <a:gd name="csX8" fmla="*/ 35834 w 35833"/>
                <a:gd name="csY8" fmla="*/ 53328 h 60177"/>
                <a:gd name="csX9" fmla="*/ 35834 w 35833"/>
                <a:gd name="csY9" fmla="*/ 60177 h 60177"/>
                <a:gd name="csX10" fmla="*/ 1169 w 35833"/>
                <a:gd name="csY10" fmla="*/ 60177 h 60177"/>
                <a:gd name="csX11" fmla="*/ 1169 w 35833"/>
                <a:gd name="csY11" fmla="*/ 53328 h 60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3" h="60177">
                  <a:moveTo>
                    <a:pt x="1169" y="53328"/>
                  </a:moveTo>
                  <a:lnTo>
                    <a:pt x="14470" y="53328"/>
                  </a:lnTo>
                  <a:lnTo>
                    <a:pt x="14470" y="7417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0" y="0"/>
                  </a:lnTo>
                  <a:lnTo>
                    <a:pt x="22533" y="0"/>
                  </a:lnTo>
                  <a:lnTo>
                    <a:pt x="22533" y="53328"/>
                  </a:lnTo>
                  <a:lnTo>
                    <a:pt x="35834" y="53328"/>
                  </a:lnTo>
                  <a:lnTo>
                    <a:pt x="35834" y="60177"/>
                  </a:lnTo>
                  <a:lnTo>
                    <a:pt x="1169" y="60177"/>
                  </a:lnTo>
                  <a:lnTo>
                    <a:pt x="1169" y="53328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3" name="Freeform 1772">
              <a:extLst>
                <a:ext uri="{FF2B5EF4-FFF2-40B4-BE49-F238E27FC236}">
                  <a16:creationId xmlns:a16="http://schemas.microsoft.com/office/drawing/2014/main" id="{BD9A511F-4F29-5CA0-6056-9AD3CFB927BF}"/>
                </a:ext>
              </a:extLst>
            </p:cNvPr>
            <p:cNvSpPr/>
            <p:nvPr/>
          </p:nvSpPr>
          <p:spPr>
            <a:xfrm>
              <a:off x="3647377" y="3819156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0 h 62436"/>
                <a:gd name="csX11" fmla="*/ 41598 w 41597"/>
                <a:gd name="csY11" fmla="*/ 31238 h 62436"/>
                <a:gd name="csX12" fmla="*/ 36237 w 41597"/>
                <a:gd name="csY12" fmla="*/ 54455 h 62436"/>
                <a:gd name="csX13" fmla="*/ 20799 w 41597"/>
                <a:gd name="csY13" fmla="*/ 62436 h 62436"/>
                <a:gd name="csX14" fmla="*/ 5321 w 41597"/>
                <a:gd name="csY14" fmla="*/ 54455 h 62436"/>
                <a:gd name="csX15" fmla="*/ 0 w 41597"/>
                <a:gd name="csY15" fmla="*/ 31238 h 62436"/>
                <a:gd name="csX16" fmla="*/ 5321 w 41597"/>
                <a:gd name="csY16" fmla="*/ 8020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3"/>
                    <a:pt x="36237" y="8020"/>
                  </a:cubicBezTo>
                  <a:cubicBezTo>
                    <a:pt x="39811" y="13341"/>
                    <a:pt x="41598" y="21080"/>
                    <a:pt x="41598" y="31238"/>
                  </a:cubicBezTo>
                  <a:cubicBezTo>
                    <a:pt x="41598" y="41369"/>
                    <a:pt x="39811" y="49108"/>
                    <a:pt x="36237" y="54455"/>
                  </a:cubicBezTo>
                  <a:cubicBezTo>
                    <a:pt x="32690" y="59776"/>
                    <a:pt x="27544" y="62436"/>
                    <a:pt x="20799" y="62436"/>
                  </a:cubicBezTo>
                  <a:cubicBezTo>
                    <a:pt x="14054" y="62436"/>
                    <a:pt x="8895" y="59776"/>
                    <a:pt x="5321" y="54455"/>
                  </a:cubicBezTo>
                  <a:cubicBezTo>
                    <a:pt x="1774" y="49108"/>
                    <a:pt x="0" y="41369"/>
                    <a:pt x="0" y="31238"/>
                  </a:cubicBezTo>
                  <a:cubicBezTo>
                    <a:pt x="0" y="21080"/>
                    <a:pt x="1774" y="13341"/>
                    <a:pt x="5321" y="8020"/>
                  </a:cubicBezTo>
                  <a:cubicBezTo>
                    <a:pt x="8895" y="2673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4" name="Freeform 1773">
              <a:extLst>
                <a:ext uri="{FF2B5EF4-FFF2-40B4-BE49-F238E27FC236}">
                  <a16:creationId xmlns:a16="http://schemas.microsoft.com/office/drawing/2014/main" id="{AA445A7C-A441-13F6-A9C9-A350172B57FC}"/>
                </a:ext>
              </a:extLst>
            </p:cNvPr>
            <p:cNvSpPr/>
            <p:nvPr/>
          </p:nvSpPr>
          <p:spPr>
            <a:xfrm>
              <a:off x="3703284" y="3870185"/>
              <a:ext cx="8505" cy="10237"/>
            </a:xfrm>
            <a:custGeom>
              <a:avLst/>
              <a:gdLst>
                <a:gd name="csX0" fmla="*/ 0 w 8505"/>
                <a:gd name="csY0" fmla="*/ 0 h 10237"/>
                <a:gd name="csX1" fmla="*/ 8506 w 8505"/>
                <a:gd name="csY1" fmla="*/ 0 h 10237"/>
                <a:gd name="csX2" fmla="*/ 8506 w 8505"/>
                <a:gd name="csY2" fmla="*/ 10238 h 10237"/>
                <a:gd name="csX3" fmla="*/ 0 w 8505"/>
                <a:gd name="csY3" fmla="*/ 10238 h 10237"/>
                <a:gd name="csX4" fmla="*/ 0 w 8505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7">
                  <a:moveTo>
                    <a:pt x="0" y="0"/>
                  </a:moveTo>
                  <a:lnTo>
                    <a:pt x="8506" y="0"/>
                  </a:lnTo>
                  <a:lnTo>
                    <a:pt x="8506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5" name="Freeform 1774">
              <a:extLst>
                <a:ext uri="{FF2B5EF4-FFF2-40B4-BE49-F238E27FC236}">
                  <a16:creationId xmlns:a16="http://schemas.microsoft.com/office/drawing/2014/main" id="{740DA1F6-F086-F10C-63DA-DF19594E8D69}"/>
                </a:ext>
              </a:extLst>
            </p:cNvPr>
            <p:cNvSpPr/>
            <p:nvPr/>
          </p:nvSpPr>
          <p:spPr>
            <a:xfrm>
              <a:off x="3726744" y="3819156"/>
              <a:ext cx="38211" cy="61267"/>
            </a:xfrm>
            <a:custGeom>
              <a:avLst/>
              <a:gdLst>
                <a:gd name="csX0" fmla="*/ 9794 w 38211"/>
                <a:gd name="csY0" fmla="*/ 54415 h 61267"/>
                <a:gd name="csX1" fmla="*/ 38211 w 38211"/>
                <a:gd name="csY1" fmla="*/ 54415 h 61267"/>
                <a:gd name="csX2" fmla="*/ 38211 w 38211"/>
                <a:gd name="csY2" fmla="*/ 61267 h 61267"/>
                <a:gd name="csX3" fmla="*/ 0 w 38211"/>
                <a:gd name="csY3" fmla="*/ 61267 h 61267"/>
                <a:gd name="csX4" fmla="*/ 0 w 38211"/>
                <a:gd name="csY4" fmla="*/ 54415 h 61267"/>
                <a:gd name="csX5" fmla="*/ 12616 w 38211"/>
                <a:gd name="csY5" fmla="*/ 41557 h 61267"/>
                <a:gd name="csX6" fmla="*/ 22693 w 38211"/>
                <a:gd name="csY6" fmla="*/ 31117 h 61267"/>
                <a:gd name="csX7" fmla="*/ 28135 w 38211"/>
                <a:gd name="csY7" fmla="*/ 23700 h 61267"/>
                <a:gd name="csX8" fmla="*/ 29707 w 38211"/>
                <a:gd name="csY8" fmla="*/ 17695 h 61267"/>
                <a:gd name="csX9" fmla="*/ 26321 w 38211"/>
                <a:gd name="csY9" fmla="*/ 9876 h 61267"/>
                <a:gd name="csX10" fmla="*/ 17573 w 38211"/>
                <a:gd name="csY10" fmla="*/ 6851 h 61267"/>
                <a:gd name="csX11" fmla="*/ 9472 w 38211"/>
                <a:gd name="csY11" fmla="*/ 8182 h 61267"/>
                <a:gd name="csX12" fmla="*/ 403 w 38211"/>
                <a:gd name="csY12" fmla="*/ 12212 h 61267"/>
                <a:gd name="csX13" fmla="*/ 403 w 38211"/>
                <a:gd name="csY13" fmla="*/ 3990 h 61267"/>
                <a:gd name="csX14" fmla="*/ 9592 w 38211"/>
                <a:gd name="csY14" fmla="*/ 1008 h 61267"/>
                <a:gd name="csX15" fmla="*/ 17413 w 38211"/>
                <a:gd name="csY15" fmla="*/ 0 h 61267"/>
                <a:gd name="csX16" fmla="*/ 32327 w 38211"/>
                <a:gd name="csY16" fmla="*/ 4675 h 61267"/>
                <a:gd name="csX17" fmla="*/ 37889 w 38211"/>
                <a:gd name="csY17" fmla="*/ 17171 h 61267"/>
                <a:gd name="csX18" fmla="*/ 36478 w 38211"/>
                <a:gd name="csY18" fmla="*/ 24225 h 61267"/>
                <a:gd name="csX19" fmla="*/ 31440 w 38211"/>
                <a:gd name="csY19" fmla="*/ 32045 h 61267"/>
                <a:gd name="csX20" fmla="*/ 25031 w 38211"/>
                <a:gd name="csY20" fmla="*/ 38816 h 61267"/>
                <a:gd name="csX21" fmla="*/ 9794 w 38211"/>
                <a:gd name="csY21" fmla="*/ 54415 h 6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1" h="61267">
                  <a:moveTo>
                    <a:pt x="9794" y="54415"/>
                  </a:moveTo>
                  <a:lnTo>
                    <a:pt x="38211" y="54415"/>
                  </a:lnTo>
                  <a:lnTo>
                    <a:pt x="38211" y="61267"/>
                  </a:lnTo>
                  <a:lnTo>
                    <a:pt x="0" y="61267"/>
                  </a:lnTo>
                  <a:lnTo>
                    <a:pt x="0" y="54415"/>
                  </a:lnTo>
                  <a:cubicBezTo>
                    <a:pt x="3090" y="51217"/>
                    <a:pt x="7296" y="46931"/>
                    <a:pt x="12616" y="41557"/>
                  </a:cubicBezTo>
                  <a:cubicBezTo>
                    <a:pt x="17963" y="36156"/>
                    <a:pt x="21322" y="32676"/>
                    <a:pt x="22693" y="31117"/>
                  </a:cubicBezTo>
                  <a:cubicBezTo>
                    <a:pt x="25299" y="28188"/>
                    <a:pt x="27113" y="25716"/>
                    <a:pt x="28135" y="23700"/>
                  </a:cubicBezTo>
                  <a:cubicBezTo>
                    <a:pt x="29183" y="21658"/>
                    <a:pt x="29707" y="19656"/>
                    <a:pt x="29707" y="17695"/>
                  </a:cubicBezTo>
                  <a:cubicBezTo>
                    <a:pt x="29707" y="14497"/>
                    <a:pt x="28578" y="11891"/>
                    <a:pt x="26321" y="9876"/>
                  </a:cubicBezTo>
                  <a:cubicBezTo>
                    <a:pt x="24090" y="7860"/>
                    <a:pt x="21174" y="6851"/>
                    <a:pt x="17573" y="6851"/>
                  </a:cubicBezTo>
                  <a:cubicBezTo>
                    <a:pt x="15021" y="6851"/>
                    <a:pt x="12320" y="7295"/>
                    <a:pt x="9472" y="8182"/>
                  </a:cubicBezTo>
                  <a:cubicBezTo>
                    <a:pt x="6651" y="9069"/>
                    <a:pt x="3628" y="10412"/>
                    <a:pt x="403" y="12212"/>
                  </a:cubicBezTo>
                  <a:lnTo>
                    <a:pt x="403" y="3990"/>
                  </a:lnTo>
                  <a:cubicBezTo>
                    <a:pt x="3681" y="2673"/>
                    <a:pt x="6744" y="1679"/>
                    <a:pt x="9592" y="1008"/>
                  </a:cubicBezTo>
                  <a:cubicBezTo>
                    <a:pt x="12441" y="336"/>
                    <a:pt x="15048" y="0"/>
                    <a:pt x="17413" y="0"/>
                  </a:cubicBezTo>
                  <a:cubicBezTo>
                    <a:pt x="23647" y="0"/>
                    <a:pt x="28618" y="1558"/>
                    <a:pt x="32327" y="4675"/>
                  </a:cubicBezTo>
                  <a:cubicBezTo>
                    <a:pt x="36035" y="7792"/>
                    <a:pt x="37889" y="11957"/>
                    <a:pt x="37889" y="17171"/>
                  </a:cubicBezTo>
                  <a:cubicBezTo>
                    <a:pt x="37889" y="19643"/>
                    <a:pt x="37419" y="21995"/>
                    <a:pt x="36478" y="24225"/>
                  </a:cubicBezTo>
                  <a:cubicBezTo>
                    <a:pt x="35565" y="26428"/>
                    <a:pt x="33886" y="29035"/>
                    <a:pt x="31440" y="32045"/>
                  </a:cubicBezTo>
                  <a:cubicBezTo>
                    <a:pt x="30768" y="32824"/>
                    <a:pt x="28632" y="35081"/>
                    <a:pt x="25031" y="38816"/>
                  </a:cubicBezTo>
                  <a:cubicBezTo>
                    <a:pt x="21430" y="42525"/>
                    <a:pt x="16351" y="47724"/>
                    <a:pt x="9794" y="5441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6" name="Freeform 1775">
              <a:extLst>
                <a:ext uri="{FF2B5EF4-FFF2-40B4-BE49-F238E27FC236}">
                  <a16:creationId xmlns:a16="http://schemas.microsoft.com/office/drawing/2014/main" id="{E71D5FC1-9C0A-A5CC-87B2-FD6065C97E63}"/>
                </a:ext>
              </a:extLst>
            </p:cNvPr>
            <p:cNvSpPr/>
            <p:nvPr/>
          </p:nvSpPr>
          <p:spPr>
            <a:xfrm>
              <a:off x="3645725" y="3296789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1 h 62436"/>
                <a:gd name="csX11" fmla="*/ 41598 w 41597"/>
                <a:gd name="csY11" fmla="*/ 31238 h 62436"/>
                <a:gd name="csX12" fmla="*/ 36237 w 41597"/>
                <a:gd name="csY12" fmla="*/ 54456 h 62436"/>
                <a:gd name="csX13" fmla="*/ 20799 w 41597"/>
                <a:gd name="csY13" fmla="*/ 62437 h 62436"/>
                <a:gd name="csX14" fmla="*/ 5321 w 41597"/>
                <a:gd name="csY14" fmla="*/ 54456 h 62436"/>
                <a:gd name="csX15" fmla="*/ 0 w 41597"/>
                <a:gd name="csY15" fmla="*/ 31238 h 62436"/>
                <a:gd name="csX16" fmla="*/ 5321 w 41597"/>
                <a:gd name="csY16" fmla="*/ 8021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1"/>
                  </a:cubicBezTo>
                  <a:cubicBezTo>
                    <a:pt x="39811" y="13342"/>
                    <a:pt x="41598" y="21081"/>
                    <a:pt x="41598" y="31238"/>
                  </a:cubicBezTo>
                  <a:cubicBezTo>
                    <a:pt x="41598" y="41370"/>
                    <a:pt x="39811" y="49109"/>
                    <a:pt x="36237" y="54456"/>
                  </a:cubicBezTo>
                  <a:cubicBezTo>
                    <a:pt x="32690" y="59777"/>
                    <a:pt x="27544" y="62437"/>
                    <a:pt x="20799" y="62437"/>
                  </a:cubicBezTo>
                  <a:cubicBezTo>
                    <a:pt x="14054" y="62437"/>
                    <a:pt x="8895" y="59777"/>
                    <a:pt x="5321" y="54456"/>
                  </a:cubicBezTo>
                  <a:cubicBezTo>
                    <a:pt x="1774" y="49109"/>
                    <a:pt x="0" y="41370"/>
                    <a:pt x="0" y="31238"/>
                  </a:cubicBezTo>
                  <a:cubicBezTo>
                    <a:pt x="0" y="21081"/>
                    <a:pt x="1774" y="13342"/>
                    <a:pt x="5321" y="8021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7" name="Freeform 1776">
              <a:extLst>
                <a:ext uri="{FF2B5EF4-FFF2-40B4-BE49-F238E27FC236}">
                  <a16:creationId xmlns:a16="http://schemas.microsoft.com/office/drawing/2014/main" id="{6DE93627-A305-EC52-D05C-86E1FE049C49}"/>
                </a:ext>
              </a:extLst>
            </p:cNvPr>
            <p:cNvSpPr/>
            <p:nvPr/>
          </p:nvSpPr>
          <p:spPr>
            <a:xfrm>
              <a:off x="3701632" y="3347819"/>
              <a:ext cx="8504" cy="10237"/>
            </a:xfrm>
            <a:custGeom>
              <a:avLst/>
              <a:gdLst>
                <a:gd name="csX0" fmla="*/ 0 w 8504"/>
                <a:gd name="csY0" fmla="*/ 0 h 10237"/>
                <a:gd name="csX1" fmla="*/ 8505 w 8504"/>
                <a:gd name="csY1" fmla="*/ 0 h 10237"/>
                <a:gd name="csX2" fmla="*/ 8505 w 8504"/>
                <a:gd name="csY2" fmla="*/ 10238 h 10237"/>
                <a:gd name="csX3" fmla="*/ 0 w 8504"/>
                <a:gd name="csY3" fmla="*/ 10238 h 10237"/>
                <a:gd name="csX4" fmla="*/ 0 w 8504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7">
                  <a:moveTo>
                    <a:pt x="0" y="0"/>
                  </a:moveTo>
                  <a:lnTo>
                    <a:pt x="8505" y="0"/>
                  </a:lnTo>
                  <a:lnTo>
                    <a:pt x="8505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8" name="Freeform 1777">
              <a:extLst>
                <a:ext uri="{FF2B5EF4-FFF2-40B4-BE49-F238E27FC236}">
                  <a16:creationId xmlns:a16="http://schemas.microsoft.com/office/drawing/2014/main" id="{15BFD16D-4BC3-4106-1693-DE836D746320}"/>
                </a:ext>
              </a:extLst>
            </p:cNvPr>
            <p:cNvSpPr/>
            <p:nvPr/>
          </p:nvSpPr>
          <p:spPr>
            <a:xfrm>
              <a:off x="3725332" y="3296789"/>
              <a:ext cx="39622" cy="62436"/>
            </a:xfrm>
            <a:custGeom>
              <a:avLst/>
              <a:gdLst>
                <a:gd name="csX0" fmla="*/ 27209 w 39622"/>
                <a:gd name="csY0" fmla="*/ 28820 h 62436"/>
                <a:gd name="csX1" fmla="*/ 36318 w 39622"/>
                <a:gd name="csY1" fmla="*/ 34020 h 62436"/>
                <a:gd name="csX2" fmla="*/ 39623 w 39622"/>
                <a:gd name="csY2" fmla="*/ 43775 h 62436"/>
                <a:gd name="csX3" fmla="*/ 33496 w 39622"/>
                <a:gd name="csY3" fmla="*/ 57560 h 62436"/>
                <a:gd name="csX4" fmla="*/ 16083 w 39622"/>
                <a:gd name="csY4" fmla="*/ 62437 h 62436"/>
                <a:gd name="csX5" fmla="*/ 8263 w 39622"/>
                <a:gd name="csY5" fmla="*/ 61671 h 62436"/>
                <a:gd name="csX6" fmla="*/ 0 w 39622"/>
                <a:gd name="csY6" fmla="*/ 59455 h 62436"/>
                <a:gd name="csX7" fmla="*/ 0 w 39622"/>
                <a:gd name="csY7" fmla="*/ 51594 h 62436"/>
                <a:gd name="csX8" fmla="*/ 7417 w 39622"/>
                <a:gd name="csY8" fmla="*/ 54577 h 62436"/>
                <a:gd name="csX9" fmla="*/ 15841 w 39622"/>
                <a:gd name="csY9" fmla="*/ 55584 h 62436"/>
                <a:gd name="csX10" fmla="*/ 27491 w 39622"/>
                <a:gd name="csY10" fmla="*/ 52561 h 62436"/>
                <a:gd name="csX11" fmla="*/ 31521 w 39622"/>
                <a:gd name="csY11" fmla="*/ 43775 h 62436"/>
                <a:gd name="csX12" fmla="*/ 27773 w 39622"/>
                <a:gd name="csY12" fmla="*/ 35471 h 62436"/>
                <a:gd name="csX13" fmla="*/ 17413 w 39622"/>
                <a:gd name="csY13" fmla="*/ 32448 h 62436"/>
                <a:gd name="csX14" fmla="*/ 10400 w 39622"/>
                <a:gd name="csY14" fmla="*/ 32448 h 62436"/>
                <a:gd name="csX15" fmla="*/ 10400 w 39622"/>
                <a:gd name="csY15" fmla="*/ 25757 h 62436"/>
                <a:gd name="csX16" fmla="*/ 17736 w 39622"/>
                <a:gd name="csY16" fmla="*/ 25757 h 62436"/>
                <a:gd name="csX17" fmla="*/ 26927 w 39622"/>
                <a:gd name="csY17" fmla="*/ 23379 h 62436"/>
                <a:gd name="csX18" fmla="*/ 30111 w 39622"/>
                <a:gd name="csY18" fmla="*/ 16445 h 62436"/>
                <a:gd name="csX19" fmla="*/ 26806 w 39622"/>
                <a:gd name="csY19" fmla="*/ 9351 h 62436"/>
                <a:gd name="csX20" fmla="*/ 17413 w 39622"/>
                <a:gd name="csY20" fmla="*/ 6852 h 62436"/>
                <a:gd name="csX21" fmla="*/ 10239 w 39622"/>
                <a:gd name="csY21" fmla="*/ 7578 h 62436"/>
                <a:gd name="csX22" fmla="*/ 1814 w 39622"/>
                <a:gd name="csY22" fmla="*/ 9835 h 62436"/>
                <a:gd name="csX23" fmla="*/ 1814 w 39622"/>
                <a:gd name="csY23" fmla="*/ 2580 h 62436"/>
                <a:gd name="csX24" fmla="*/ 10480 w 39622"/>
                <a:gd name="csY24" fmla="*/ 645 h 62436"/>
                <a:gd name="csX25" fmla="*/ 18139 w 39622"/>
                <a:gd name="csY25" fmla="*/ 0 h 62436"/>
                <a:gd name="csX26" fmla="*/ 32811 w 39622"/>
                <a:gd name="csY26" fmla="*/ 4232 h 62436"/>
                <a:gd name="csX27" fmla="*/ 38213 w 39622"/>
                <a:gd name="csY27" fmla="*/ 15599 h 62436"/>
                <a:gd name="csX28" fmla="*/ 35351 w 39622"/>
                <a:gd name="csY28" fmla="*/ 24064 h 62436"/>
                <a:gd name="csX29" fmla="*/ 27209 w 39622"/>
                <a:gd name="csY29" fmla="*/ 2882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9622" h="62436">
                  <a:moveTo>
                    <a:pt x="27209" y="28820"/>
                  </a:moveTo>
                  <a:cubicBezTo>
                    <a:pt x="31104" y="29653"/>
                    <a:pt x="34141" y="31386"/>
                    <a:pt x="36318" y="34020"/>
                  </a:cubicBezTo>
                  <a:cubicBezTo>
                    <a:pt x="38521" y="36653"/>
                    <a:pt x="39623" y="39905"/>
                    <a:pt x="39623" y="43775"/>
                  </a:cubicBezTo>
                  <a:cubicBezTo>
                    <a:pt x="39623" y="49713"/>
                    <a:pt x="37581" y="54308"/>
                    <a:pt x="33496" y="57560"/>
                  </a:cubicBezTo>
                  <a:cubicBezTo>
                    <a:pt x="29412" y="60811"/>
                    <a:pt x="23608" y="62437"/>
                    <a:pt x="16083" y="62437"/>
                  </a:cubicBezTo>
                  <a:cubicBezTo>
                    <a:pt x="13557" y="62437"/>
                    <a:pt x="10951" y="62181"/>
                    <a:pt x="8263" y="61671"/>
                  </a:cubicBezTo>
                  <a:cubicBezTo>
                    <a:pt x="5603" y="61187"/>
                    <a:pt x="2849" y="60448"/>
                    <a:pt x="0" y="59455"/>
                  </a:cubicBezTo>
                  <a:lnTo>
                    <a:pt x="0" y="51594"/>
                  </a:lnTo>
                  <a:cubicBezTo>
                    <a:pt x="2258" y="52911"/>
                    <a:pt x="4730" y="53905"/>
                    <a:pt x="7417" y="54577"/>
                  </a:cubicBezTo>
                  <a:cubicBezTo>
                    <a:pt x="10104" y="55248"/>
                    <a:pt x="12912" y="55584"/>
                    <a:pt x="15841" y="55584"/>
                  </a:cubicBezTo>
                  <a:cubicBezTo>
                    <a:pt x="20947" y="55584"/>
                    <a:pt x="24830" y="54577"/>
                    <a:pt x="27491" y="52561"/>
                  </a:cubicBezTo>
                  <a:cubicBezTo>
                    <a:pt x="30178" y="50546"/>
                    <a:pt x="31521" y="47617"/>
                    <a:pt x="31521" y="43775"/>
                  </a:cubicBezTo>
                  <a:cubicBezTo>
                    <a:pt x="31521" y="40228"/>
                    <a:pt x="30272" y="37460"/>
                    <a:pt x="27773" y="35471"/>
                  </a:cubicBezTo>
                  <a:cubicBezTo>
                    <a:pt x="25300" y="33456"/>
                    <a:pt x="21847" y="32448"/>
                    <a:pt x="17413" y="32448"/>
                  </a:cubicBezTo>
                  <a:lnTo>
                    <a:pt x="10400" y="32448"/>
                  </a:lnTo>
                  <a:lnTo>
                    <a:pt x="10400" y="25757"/>
                  </a:lnTo>
                  <a:lnTo>
                    <a:pt x="17736" y="25757"/>
                  </a:lnTo>
                  <a:cubicBezTo>
                    <a:pt x="21740" y="25757"/>
                    <a:pt x="24804" y="24964"/>
                    <a:pt x="26927" y="23379"/>
                  </a:cubicBezTo>
                  <a:cubicBezTo>
                    <a:pt x="29049" y="21766"/>
                    <a:pt x="30111" y="19455"/>
                    <a:pt x="30111" y="16445"/>
                  </a:cubicBezTo>
                  <a:cubicBezTo>
                    <a:pt x="30111" y="13355"/>
                    <a:pt x="29009" y="10990"/>
                    <a:pt x="26806" y="9351"/>
                  </a:cubicBezTo>
                  <a:cubicBezTo>
                    <a:pt x="24629" y="7685"/>
                    <a:pt x="21498" y="6852"/>
                    <a:pt x="17413" y="6852"/>
                  </a:cubicBezTo>
                  <a:cubicBezTo>
                    <a:pt x="15183" y="6852"/>
                    <a:pt x="12791" y="7094"/>
                    <a:pt x="10239" y="7578"/>
                  </a:cubicBezTo>
                  <a:cubicBezTo>
                    <a:pt x="7686" y="8062"/>
                    <a:pt x="4878" y="8814"/>
                    <a:pt x="1814" y="9835"/>
                  </a:cubicBezTo>
                  <a:lnTo>
                    <a:pt x="1814" y="2580"/>
                  </a:lnTo>
                  <a:cubicBezTo>
                    <a:pt x="4905" y="1720"/>
                    <a:pt x="7793" y="1075"/>
                    <a:pt x="10480" y="645"/>
                  </a:cubicBezTo>
                  <a:cubicBezTo>
                    <a:pt x="13194" y="215"/>
                    <a:pt x="15747" y="0"/>
                    <a:pt x="18139" y="0"/>
                  </a:cubicBezTo>
                  <a:cubicBezTo>
                    <a:pt x="24319" y="0"/>
                    <a:pt x="29210" y="1411"/>
                    <a:pt x="32811" y="4232"/>
                  </a:cubicBezTo>
                  <a:cubicBezTo>
                    <a:pt x="36412" y="7027"/>
                    <a:pt x="38213" y="10816"/>
                    <a:pt x="38213" y="15599"/>
                  </a:cubicBezTo>
                  <a:cubicBezTo>
                    <a:pt x="38213" y="18932"/>
                    <a:pt x="37259" y="21753"/>
                    <a:pt x="35351" y="24064"/>
                  </a:cubicBezTo>
                  <a:cubicBezTo>
                    <a:pt x="33443" y="26348"/>
                    <a:pt x="30728" y="27933"/>
                    <a:pt x="27209" y="2882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9" name="Freeform 1778">
              <a:extLst>
                <a:ext uri="{FF2B5EF4-FFF2-40B4-BE49-F238E27FC236}">
                  <a16:creationId xmlns:a16="http://schemas.microsoft.com/office/drawing/2014/main" id="{7F814DFE-7517-AEE4-09E7-0D48E73C2C77}"/>
                </a:ext>
              </a:extLst>
            </p:cNvPr>
            <p:cNvSpPr/>
            <p:nvPr/>
          </p:nvSpPr>
          <p:spPr>
            <a:xfrm>
              <a:off x="3944797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  <a:gd name="csX5" fmla="*/ 0 w 77027"/>
                <a:gd name="csY5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0" name="Freeform 1779">
              <a:extLst>
                <a:ext uri="{FF2B5EF4-FFF2-40B4-BE49-F238E27FC236}">
                  <a16:creationId xmlns:a16="http://schemas.microsoft.com/office/drawing/2014/main" id="{E0566009-D04E-DA3E-CD5C-0232E22C3315}"/>
                </a:ext>
              </a:extLst>
            </p:cNvPr>
            <p:cNvSpPr/>
            <p:nvPr/>
          </p:nvSpPr>
          <p:spPr>
            <a:xfrm>
              <a:off x="3944797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1" name="Freeform 1780">
              <a:extLst>
                <a:ext uri="{FF2B5EF4-FFF2-40B4-BE49-F238E27FC236}">
                  <a16:creationId xmlns:a16="http://schemas.microsoft.com/office/drawing/2014/main" id="{1D713C1F-2ABD-A700-829D-686C487A736C}"/>
                </a:ext>
              </a:extLst>
            </p:cNvPr>
            <p:cNvSpPr/>
            <p:nvPr/>
          </p:nvSpPr>
          <p:spPr>
            <a:xfrm>
              <a:off x="4021825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  <a:gd name="csX5" fmla="*/ 0 w 77027"/>
                <a:gd name="csY5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2" name="Freeform 1781">
              <a:extLst>
                <a:ext uri="{FF2B5EF4-FFF2-40B4-BE49-F238E27FC236}">
                  <a16:creationId xmlns:a16="http://schemas.microsoft.com/office/drawing/2014/main" id="{865906C4-8159-7038-F292-E93D75D231E4}"/>
                </a:ext>
              </a:extLst>
            </p:cNvPr>
            <p:cNvSpPr/>
            <p:nvPr/>
          </p:nvSpPr>
          <p:spPr>
            <a:xfrm>
              <a:off x="4021825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3" name="Freeform 1782">
              <a:extLst>
                <a:ext uri="{FF2B5EF4-FFF2-40B4-BE49-F238E27FC236}">
                  <a16:creationId xmlns:a16="http://schemas.microsoft.com/office/drawing/2014/main" id="{977507E9-08EA-7DDC-E4F3-20870872F040}"/>
                </a:ext>
              </a:extLst>
            </p:cNvPr>
            <p:cNvSpPr/>
            <p:nvPr/>
          </p:nvSpPr>
          <p:spPr>
            <a:xfrm>
              <a:off x="4098852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  <a:gd name="csX5" fmla="*/ 0 w 77028"/>
                <a:gd name="csY5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4" name="Freeform 1783">
              <a:extLst>
                <a:ext uri="{FF2B5EF4-FFF2-40B4-BE49-F238E27FC236}">
                  <a16:creationId xmlns:a16="http://schemas.microsoft.com/office/drawing/2014/main" id="{E989F390-9D44-00D9-9ADE-0B91BF343919}"/>
                </a:ext>
              </a:extLst>
            </p:cNvPr>
            <p:cNvSpPr/>
            <p:nvPr/>
          </p:nvSpPr>
          <p:spPr>
            <a:xfrm>
              <a:off x="4098852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5" name="Freeform 1784">
              <a:extLst>
                <a:ext uri="{FF2B5EF4-FFF2-40B4-BE49-F238E27FC236}">
                  <a16:creationId xmlns:a16="http://schemas.microsoft.com/office/drawing/2014/main" id="{7CFE7D08-B43A-6603-5D98-E03B90B76B64}"/>
                </a:ext>
              </a:extLst>
            </p:cNvPr>
            <p:cNvSpPr/>
            <p:nvPr/>
          </p:nvSpPr>
          <p:spPr>
            <a:xfrm>
              <a:off x="4175881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  <a:gd name="csX5" fmla="*/ 0 w 77027"/>
                <a:gd name="csY5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6" name="Freeform 1785">
              <a:extLst>
                <a:ext uri="{FF2B5EF4-FFF2-40B4-BE49-F238E27FC236}">
                  <a16:creationId xmlns:a16="http://schemas.microsoft.com/office/drawing/2014/main" id="{C1627A18-1024-297B-5CA2-6875464B7B61}"/>
                </a:ext>
              </a:extLst>
            </p:cNvPr>
            <p:cNvSpPr/>
            <p:nvPr/>
          </p:nvSpPr>
          <p:spPr>
            <a:xfrm>
              <a:off x="4175881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7" name="Freeform 1786">
              <a:extLst>
                <a:ext uri="{FF2B5EF4-FFF2-40B4-BE49-F238E27FC236}">
                  <a16:creationId xmlns:a16="http://schemas.microsoft.com/office/drawing/2014/main" id="{8265EF7A-438E-EA02-66B1-A2DE5C02B031}"/>
                </a:ext>
              </a:extLst>
            </p:cNvPr>
            <p:cNvSpPr/>
            <p:nvPr/>
          </p:nvSpPr>
          <p:spPr>
            <a:xfrm>
              <a:off x="4252909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  <a:gd name="csX5" fmla="*/ 0 w 77027"/>
                <a:gd name="csY5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8" name="Freeform 1787">
              <a:extLst>
                <a:ext uri="{FF2B5EF4-FFF2-40B4-BE49-F238E27FC236}">
                  <a16:creationId xmlns:a16="http://schemas.microsoft.com/office/drawing/2014/main" id="{D9530795-1230-526B-901F-76B2B4A79EAC}"/>
                </a:ext>
              </a:extLst>
            </p:cNvPr>
            <p:cNvSpPr/>
            <p:nvPr/>
          </p:nvSpPr>
          <p:spPr>
            <a:xfrm>
              <a:off x="4252909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9" name="Freeform 1788">
              <a:extLst>
                <a:ext uri="{FF2B5EF4-FFF2-40B4-BE49-F238E27FC236}">
                  <a16:creationId xmlns:a16="http://schemas.microsoft.com/office/drawing/2014/main" id="{BEF06340-3EAA-A250-7B89-3BA40CFF6107}"/>
                </a:ext>
              </a:extLst>
            </p:cNvPr>
            <p:cNvSpPr/>
            <p:nvPr/>
          </p:nvSpPr>
          <p:spPr>
            <a:xfrm>
              <a:off x="4329936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  <a:gd name="csX5" fmla="*/ 0 w 77028"/>
                <a:gd name="csY5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0" name="Freeform 1789">
              <a:extLst>
                <a:ext uri="{FF2B5EF4-FFF2-40B4-BE49-F238E27FC236}">
                  <a16:creationId xmlns:a16="http://schemas.microsoft.com/office/drawing/2014/main" id="{08B380C2-4895-7E6A-9659-948EFEEF28DD}"/>
                </a:ext>
              </a:extLst>
            </p:cNvPr>
            <p:cNvSpPr/>
            <p:nvPr/>
          </p:nvSpPr>
          <p:spPr>
            <a:xfrm>
              <a:off x="4329936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1" name="Freeform 1790">
              <a:extLst>
                <a:ext uri="{FF2B5EF4-FFF2-40B4-BE49-F238E27FC236}">
                  <a16:creationId xmlns:a16="http://schemas.microsoft.com/office/drawing/2014/main" id="{A78A3EE5-E087-4CF1-861B-C6C92E807C81}"/>
                </a:ext>
              </a:extLst>
            </p:cNvPr>
            <p:cNvSpPr/>
            <p:nvPr/>
          </p:nvSpPr>
          <p:spPr>
            <a:xfrm>
              <a:off x="4406965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  <a:gd name="csX5" fmla="*/ 0 w 77027"/>
                <a:gd name="csY5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2" name="Freeform 1791">
              <a:extLst>
                <a:ext uri="{FF2B5EF4-FFF2-40B4-BE49-F238E27FC236}">
                  <a16:creationId xmlns:a16="http://schemas.microsoft.com/office/drawing/2014/main" id="{15B6267C-29E8-17EE-E791-14883FA49859}"/>
                </a:ext>
              </a:extLst>
            </p:cNvPr>
            <p:cNvSpPr/>
            <p:nvPr/>
          </p:nvSpPr>
          <p:spPr>
            <a:xfrm>
              <a:off x="4406965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3" name="Freeform 1792">
              <a:extLst>
                <a:ext uri="{FF2B5EF4-FFF2-40B4-BE49-F238E27FC236}">
                  <a16:creationId xmlns:a16="http://schemas.microsoft.com/office/drawing/2014/main" id="{223B51A3-FB8C-5757-A9E1-A28B218AC4FA}"/>
                </a:ext>
              </a:extLst>
            </p:cNvPr>
            <p:cNvSpPr/>
            <p:nvPr/>
          </p:nvSpPr>
          <p:spPr>
            <a:xfrm>
              <a:off x="4483992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  <a:gd name="csX5" fmla="*/ 0 w 77027"/>
                <a:gd name="csY5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4" name="Freeform 1793">
              <a:extLst>
                <a:ext uri="{FF2B5EF4-FFF2-40B4-BE49-F238E27FC236}">
                  <a16:creationId xmlns:a16="http://schemas.microsoft.com/office/drawing/2014/main" id="{AD660654-9138-144A-3A2E-F5231248FD6B}"/>
                </a:ext>
              </a:extLst>
            </p:cNvPr>
            <p:cNvSpPr/>
            <p:nvPr/>
          </p:nvSpPr>
          <p:spPr>
            <a:xfrm>
              <a:off x="4483992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5" name="Freeform 1794">
              <a:extLst>
                <a:ext uri="{FF2B5EF4-FFF2-40B4-BE49-F238E27FC236}">
                  <a16:creationId xmlns:a16="http://schemas.microsoft.com/office/drawing/2014/main" id="{51586479-2D74-F34D-6855-616AF37F04FD}"/>
                </a:ext>
              </a:extLst>
            </p:cNvPr>
            <p:cNvSpPr/>
            <p:nvPr/>
          </p:nvSpPr>
          <p:spPr>
            <a:xfrm>
              <a:off x="4561020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  <a:gd name="csX5" fmla="*/ 0 w 77028"/>
                <a:gd name="csY5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6" name="Freeform 1795">
              <a:extLst>
                <a:ext uri="{FF2B5EF4-FFF2-40B4-BE49-F238E27FC236}">
                  <a16:creationId xmlns:a16="http://schemas.microsoft.com/office/drawing/2014/main" id="{F02F06FB-6610-6F1C-45CB-5204A21968E0}"/>
                </a:ext>
              </a:extLst>
            </p:cNvPr>
            <p:cNvSpPr/>
            <p:nvPr/>
          </p:nvSpPr>
          <p:spPr>
            <a:xfrm>
              <a:off x="4561020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7" name="Freeform 1796">
              <a:extLst>
                <a:ext uri="{FF2B5EF4-FFF2-40B4-BE49-F238E27FC236}">
                  <a16:creationId xmlns:a16="http://schemas.microsoft.com/office/drawing/2014/main" id="{DE9EC477-9C8D-D9E2-143D-FDF1A177BE3D}"/>
                </a:ext>
              </a:extLst>
            </p:cNvPr>
            <p:cNvSpPr/>
            <p:nvPr/>
          </p:nvSpPr>
          <p:spPr>
            <a:xfrm>
              <a:off x="4638049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  <a:gd name="csX5" fmla="*/ 0 w 77027"/>
                <a:gd name="csY5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8" name="Freeform 1797">
              <a:extLst>
                <a:ext uri="{FF2B5EF4-FFF2-40B4-BE49-F238E27FC236}">
                  <a16:creationId xmlns:a16="http://schemas.microsoft.com/office/drawing/2014/main" id="{46A49DD0-D9CB-4743-9AE7-06467552AFF5}"/>
                </a:ext>
              </a:extLst>
            </p:cNvPr>
            <p:cNvSpPr/>
            <p:nvPr/>
          </p:nvSpPr>
          <p:spPr>
            <a:xfrm>
              <a:off x="4638049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9" name="Freeform 1798">
              <a:extLst>
                <a:ext uri="{FF2B5EF4-FFF2-40B4-BE49-F238E27FC236}">
                  <a16:creationId xmlns:a16="http://schemas.microsoft.com/office/drawing/2014/main" id="{77D872C2-5164-456D-8227-95256B115961}"/>
                </a:ext>
              </a:extLst>
            </p:cNvPr>
            <p:cNvSpPr/>
            <p:nvPr/>
          </p:nvSpPr>
          <p:spPr>
            <a:xfrm>
              <a:off x="4715076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  <a:gd name="csX5" fmla="*/ 0 w 77030"/>
                <a:gd name="csY5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0" name="Freeform 1799">
              <a:extLst>
                <a:ext uri="{FF2B5EF4-FFF2-40B4-BE49-F238E27FC236}">
                  <a16:creationId xmlns:a16="http://schemas.microsoft.com/office/drawing/2014/main" id="{C7D98701-A1CD-7223-C112-07EC5190711B}"/>
                </a:ext>
              </a:extLst>
            </p:cNvPr>
            <p:cNvSpPr/>
            <p:nvPr/>
          </p:nvSpPr>
          <p:spPr>
            <a:xfrm>
              <a:off x="4715076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1" name="Freeform 1800">
              <a:extLst>
                <a:ext uri="{FF2B5EF4-FFF2-40B4-BE49-F238E27FC236}">
                  <a16:creationId xmlns:a16="http://schemas.microsoft.com/office/drawing/2014/main" id="{1F025AEB-64FA-496F-C0A7-1EEE13FC3A54}"/>
                </a:ext>
              </a:extLst>
            </p:cNvPr>
            <p:cNvSpPr/>
            <p:nvPr/>
          </p:nvSpPr>
          <p:spPr>
            <a:xfrm>
              <a:off x="4792107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  <a:gd name="csX5" fmla="*/ 0 w 77024"/>
                <a:gd name="csY5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2" name="Freeform 1801">
              <a:extLst>
                <a:ext uri="{FF2B5EF4-FFF2-40B4-BE49-F238E27FC236}">
                  <a16:creationId xmlns:a16="http://schemas.microsoft.com/office/drawing/2014/main" id="{3C88CB61-C9D8-95EB-9122-63E4FE8AFD85}"/>
                </a:ext>
              </a:extLst>
            </p:cNvPr>
            <p:cNvSpPr/>
            <p:nvPr/>
          </p:nvSpPr>
          <p:spPr>
            <a:xfrm>
              <a:off x="4792107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3" name="Freeform 1802">
              <a:extLst>
                <a:ext uri="{FF2B5EF4-FFF2-40B4-BE49-F238E27FC236}">
                  <a16:creationId xmlns:a16="http://schemas.microsoft.com/office/drawing/2014/main" id="{44151FBB-60A2-2885-3598-BD519069C67B}"/>
                </a:ext>
              </a:extLst>
            </p:cNvPr>
            <p:cNvSpPr/>
            <p:nvPr/>
          </p:nvSpPr>
          <p:spPr>
            <a:xfrm>
              <a:off x="4869131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  <a:gd name="csX5" fmla="*/ 0 w 77024"/>
                <a:gd name="csY5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4" name="Freeform 1803">
              <a:extLst>
                <a:ext uri="{FF2B5EF4-FFF2-40B4-BE49-F238E27FC236}">
                  <a16:creationId xmlns:a16="http://schemas.microsoft.com/office/drawing/2014/main" id="{AB981E2E-B00C-5019-777C-69065B229B3F}"/>
                </a:ext>
              </a:extLst>
            </p:cNvPr>
            <p:cNvSpPr/>
            <p:nvPr/>
          </p:nvSpPr>
          <p:spPr>
            <a:xfrm>
              <a:off x="4869131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5" name="Freeform 1804">
              <a:extLst>
                <a:ext uri="{FF2B5EF4-FFF2-40B4-BE49-F238E27FC236}">
                  <a16:creationId xmlns:a16="http://schemas.microsoft.com/office/drawing/2014/main" id="{4E4738E9-D9F8-7328-BCC6-B669D9DEE52D}"/>
                </a:ext>
              </a:extLst>
            </p:cNvPr>
            <p:cNvSpPr/>
            <p:nvPr/>
          </p:nvSpPr>
          <p:spPr>
            <a:xfrm>
              <a:off x="4946156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  <a:gd name="csX5" fmla="*/ 0 w 77035"/>
                <a:gd name="csY5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6" name="Freeform 1805">
              <a:extLst>
                <a:ext uri="{FF2B5EF4-FFF2-40B4-BE49-F238E27FC236}">
                  <a16:creationId xmlns:a16="http://schemas.microsoft.com/office/drawing/2014/main" id="{88B93A92-B2AA-5FDA-0D50-08B0DC1B09BC}"/>
                </a:ext>
              </a:extLst>
            </p:cNvPr>
            <p:cNvSpPr/>
            <p:nvPr/>
          </p:nvSpPr>
          <p:spPr>
            <a:xfrm>
              <a:off x="4946156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7" name="Freeform 1806">
              <a:extLst>
                <a:ext uri="{FF2B5EF4-FFF2-40B4-BE49-F238E27FC236}">
                  <a16:creationId xmlns:a16="http://schemas.microsoft.com/office/drawing/2014/main" id="{5FD76956-AC91-0B45-998B-1C8B8CB89E9D}"/>
                </a:ext>
              </a:extLst>
            </p:cNvPr>
            <p:cNvSpPr/>
            <p:nvPr/>
          </p:nvSpPr>
          <p:spPr>
            <a:xfrm>
              <a:off x="5023191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8" name="Freeform 1807">
              <a:extLst>
                <a:ext uri="{FF2B5EF4-FFF2-40B4-BE49-F238E27FC236}">
                  <a16:creationId xmlns:a16="http://schemas.microsoft.com/office/drawing/2014/main" id="{535A8D7C-5259-BDB7-83F2-AC5FC154DE11}"/>
                </a:ext>
              </a:extLst>
            </p:cNvPr>
            <p:cNvSpPr/>
            <p:nvPr/>
          </p:nvSpPr>
          <p:spPr>
            <a:xfrm>
              <a:off x="5023191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9" name="Freeform 1808">
              <a:extLst>
                <a:ext uri="{FF2B5EF4-FFF2-40B4-BE49-F238E27FC236}">
                  <a16:creationId xmlns:a16="http://schemas.microsoft.com/office/drawing/2014/main" id="{DEB31063-55CD-0DCD-B040-19AA89A7D4F1}"/>
                </a:ext>
              </a:extLst>
            </p:cNvPr>
            <p:cNvSpPr/>
            <p:nvPr/>
          </p:nvSpPr>
          <p:spPr>
            <a:xfrm>
              <a:off x="510021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0" name="Freeform 1809">
              <a:extLst>
                <a:ext uri="{FF2B5EF4-FFF2-40B4-BE49-F238E27FC236}">
                  <a16:creationId xmlns:a16="http://schemas.microsoft.com/office/drawing/2014/main" id="{192ABE16-0D40-F23B-3FF2-D76494F1DD44}"/>
                </a:ext>
              </a:extLst>
            </p:cNvPr>
            <p:cNvSpPr/>
            <p:nvPr/>
          </p:nvSpPr>
          <p:spPr>
            <a:xfrm>
              <a:off x="510021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1" name="Freeform 1810">
              <a:extLst>
                <a:ext uri="{FF2B5EF4-FFF2-40B4-BE49-F238E27FC236}">
                  <a16:creationId xmlns:a16="http://schemas.microsoft.com/office/drawing/2014/main" id="{2DB97507-817C-0FD9-ED87-924AE72FEF62}"/>
                </a:ext>
              </a:extLst>
            </p:cNvPr>
            <p:cNvSpPr/>
            <p:nvPr/>
          </p:nvSpPr>
          <p:spPr>
            <a:xfrm>
              <a:off x="5177239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2" name="Freeform 1811">
              <a:extLst>
                <a:ext uri="{FF2B5EF4-FFF2-40B4-BE49-F238E27FC236}">
                  <a16:creationId xmlns:a16="http://schemas.microsoft.com/office/drawing/2014/main" id="{C493BD87-E473-05D2-7A6F-417F5300FDA8}"/>
                </a:ext>
              </a:extLst>
            </p:cNvPr>
            <p:cNvSpPr/>
            <p:nvPr/>
          </p:nvSpPr>
          <p:spPr>
            <a:xfrm>
              <a:off x="5177239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3" name="Freeform 1812">
              <a:extLst>
                <a:ext uri="{FF2B5EF4-FFF2-40B4-BE49-F238E27FC236}">
                  <a16:creationId xmlns:a16="http://schemas.microsoft.com/office/drawing/2014/main" id="{729EF0E3-29FA-4C2F-CC96-FA4C86053559}"/>
                </a:ext>
              </a:extLst>
            </p:cNvPr>
            <p:cNvSpPr/>
            <p:nvPr/>
          </p:nvSpPr>
          <p:spPr>
            <a:xfrm>
              <a:off x="525427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4" name="Freeform 1813">
              <a:extLst>
                <a:ext uri="{FF2B5EF4-FFF2-40B4-BE49-F238E27FC236}">
                  <a16:creationId xmlns:a16="http://schemas.microsoft.com/office/drawing/2014/main" id="{CB11264A-C21C-59D5-4356-B3D91D54C59D}"/>
                </a:ext>
              </a:extLst>
            </p:cNvPr>
            <p:cNvSpPr/>
            <p:nvPr/>
          </p:nvSpPr>
          <p:spPr>
            <a:xfrm>
              <a:off x="525427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5" name="Freeform 1814">
              <a:extLst>
                <a:ext uri="{FF2B5EF4-FFF2-40B4-BE49-F238E27FC236}">
                  <a16:creationId xmlns:a16="http://schemas.microsoft.com/office/drawing/2014/main" id="{1524DC3C-96AB-C5B7-2AE3-20DDED83CAAF}"/>
                </a:ext>
              </a:extLst>
            </p:cNvPr>
            <p:cNvSpPr/>
            <p:nvPr/>
          </p:nvSpPr>
          <p:spPr>
            <a:xfrm>
              <a:off x="533129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6" name="Freeform 1815">
              <a:extLst>
                <a:ext uri="{FF2B5EF4-FFF2-40B4-BE49-F238E27FC236}">
                  <a16:creationId xmlns:a16="http://schemas.microsoft.com/office/drawing/2014/main" id="{560F79F8-B47A-7D4F-3D43-F261A7C09C5D}"/>
                </a:ext>
              </a:extLst>
            </p:cNvPr>
            <p:cNvSpPr/>
            <p:nvPr/>
          </p:nvSpPr>
          <p:spPr>
            <a:xfrm>
              <a:off x="533129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7" name="Freeform 1816">
              <a:extLst>
                <a:ext uri="{FF2B5EF4-FFF2-40B4-BE49-F238E27FC236}">
                  <a16:creationId xmlns:a16="http://schemas.microsoft.com/office/drawing/2014/main" id="{C066F709-D6BD-991B-1E07-6063E5EDCE16}"/>
                </a:ext>
              </a:extLst>
            </p:cNvPr>
            <p:cNvSpPr/>
            <p:nvPr/>
          </p:nvSpPr>
          <p:spPr>
            <a:xfrm>
              <a:off x="5408323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8" name="Freeform 1817">
              <a:extLst>
                <a:ext uri="{FF2B5EF4-FFF2-40B4-BE49-F238E27FC236}">
                  <a16:creationId xmlns:a16="http://schemas.microsoft.com/office/drawing/2014/main" id="{2798F4B6-6DB6-A94D-F6F8-3BCE3DEBA4A8}"/>
                </a:ext>
              </a:extLst>
            </p:cNvPr>
            <p:cNvSpPr/>
            <p:nvPr/>
          </p:nvSpPr>
          <p:spPr>
            <a:xfrm>
              <a:off x="5408323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9" name="Freeform 1818">
              <a:extLst>
                <a:ext uri="{FF2B5EF4-FFF2-40B4-BE49-F238E27FC236}">
                  <a16:creationId xmlns:a16="http://schemas.microsoft.com/office/drawing/2014/main" id="{ACEF1D42-D248-CA95-4D08-FA1652E4AF7E}"/>
                </a:ext>
              </a:extLst>
            </p:cNvPr>
            <p:cNvSpPr/>
            <p:nvPr/>
          </p:nvSpPr>
          <p:spPr>
            <a:xfrm>
              <a:off x="548535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0" name="Freeform 1819">
              <a:extLst>
                <a:ext uri="{FF2B5EF4-FFF2-40B4-BE49-F238E27FC236}">
                  <a16:creationId xmlns:a16="http://schemas.microsoft.com/office/drawing/2014/main" id="{1DC6C6D9-FF9A-A26F-E7A6-CBDE8F8541E9}"/>
                </a:ext>
              </a:extLst>
            </p:cNvPr>
            <p:cNvSpPr/>
            <p:nvPr/>
          </p:nvSpPr>
          <p:spPr>
            <a:xfrm>
              <a:off x="548535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1" name="Freeform 1820">
              <a:extLst>
                <a:ext uri="{FF2B5EF4-FFF2-40B4-BE49-F238E27FC236}">
                  <a16:creationId xmlns:a16="http://schemas.microsoft.com/office/drawing/2014/main" id="{01A902D4-F3CB-30AE-F76B-07E2490EA6AD}"/>
                </a:ext>
              </a:extLst>
            </p:cNvPr>
            <p:cNvSpPr/>
            <p:nvPr/>
          </p:nvSpPr>
          <p:spPr>
            <a:xfrm>
              <a:off x="556238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2" name="Freeform 1821">
              <a:extLst>
                <a:ext uri="{FF2B5EF4-FFF2-40B4-BE49-F238E27FC236}">
                  <a16:creationId xmlns:a16="http://schemas.microsoft.com/office/drawing/2014/main" id="{367B1DF3-3E4A-55F8-4D0A-4DA6553B9E53}"/>
                </a:ext>
              </a:extLst>
            </p:cNvPr>
            <p:cNvSpPr/>
            <p:nvPr/>
          </p:nvSpPr>
          <p:spPr>
            <a:xfrm>
              <a:off x="556238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3" name="Freeform 1822">
              <a:extLst>
                <a:ext uri="{FF2B5EF4-FFF2-40B4-BE49-F238E27FC236}">
                  <a16:creationId xmlns:a16="http://schemas.microsoft.com/office/drawing/2014/main" id="{7A95B417-BF30-9903-4AF0-E8E1BFD389CD}"/>
                </a:ext>
              </a:extLst>
            </p:cNvPr>
            <p:cNvSpPr/>
            <p:nvPr/>
          </p:nvSpPr>
          <p:spPr>
            <a:xfrm>
              <a:off x="5639407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4" name="Freeform 1823">
              <a:extLst>
                <a:ext uri="{FF2B5EF4-FFF2-40B4-BE49-F238E27FC236}">
                  <a16:creationId xmlns:a16="http://schemas.microsoft.com/office/drawing/2014/main" id="{FC147A1D-E474-B528-CDB2-A187502A8E86}"/>
                </a:ext>
              </a:extLst>
            </p:cNvPr>
            <p:cNvSpPr/>
            <p:nvPr/>
          </p:nvSpPr>
          <p:spPr>
            <a:xfrm>
              <a:off x="5639407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5" name="Freeform 1824">
              <a:extLst>
                <a:ext uri="{FF2B5EF4-FFF2-40B4-BE49-F238E27FC236}">
                  <a16:creationId xmlns:a16="http://schemas.microsoft.com/office/drawing/2014/main" id="{271A657B-2479-5669-0EDB-BD9AF371AC57}"/>
                </a:ext>
              </a:extLst>
            </p:cNvPr>
            <p:cNvSpPr/>
            <p:nvPr/>
          </p:nvSpPr>
          <p:spPr>
            <a:xfrm>
              <a:off x="571644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6" name="Freeform 1825">
              <a:extLst>
                <a:ext uri="{FF2B5EF4-FFF2-40B4-BE49-F238E27FC236}">
                  <a16:creationId xmlns:a16="http://schemas.microsoft.com/office/drawing/2014/main" id="{29208A4C-ECD9-8C9A-DFDF-706287211C8E}"/>
                </a:ext>
              </a:extLst>
            </p:cNvPr>
            <p:cNvSpPr/>
            <p:nvPr/>
          </p:nvSpPr>
          <p:spPr>
            <a:xfrm>
              <a:off x="571644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7" name="Freeform 1826">
              <a:extLst>
                <a:ext uri="{FF2B5EF4-FFF2-40B4-BE49-F238E27FC236}">
                  <a16:creationId xmlns:a16="http://schemas.microsoft.com/office/drawing/2014/main" id="{420AAB93-AD64-EA49-FA18-A94618986E0B}"/>
                </a:ext>
              </a:extLst>
            </p:cNvPr>
            <p:cNvSpPr/>
            <p:nvPr/>
          </p:nvSpPr>
          <p:spPr>
            <a:xfrm>
              <a:off x="5793467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8" name="Freeform 1827">
              <a:extLst>
                <a:ext uri="{FF2B5EF4-FFF2-40B4-BE49-F238E27FC236}">
                  <a16:creationId xmlns:a16="http://schemas.microsoft.com/office/drawing/2014/main" id="{90619B40-8B1F-C8F8-67D2-5C6D29022CA5}"/>
                </a:ext>
              </a:extLst>
            </p:cNvPr>
            <p:cNvSpPr/>
            <p:nvPr/>
          </p:nvSpPr>
          <p:spPr>
            <a:xfrm>
              <a:off x="5793467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9" name="Freeform 1828">
              <a:extLst>
                <a:ext uri="{FF2B5EF4-FFF2-40B4-BE49-F238E27FC236}">
                  <a16:creationId xmlns:a16="http://schemas.microsoft.com/office/drawing/2014/main" id="{A0CEF013-8EA1-72D0-77C2-37C868A3C3C8}"/>
                </a:ext>
              </a:extLst>
            </p:cNvPr>
            <p:cNvSpPr/>
            <p:nvPr/>
          </p:nvSpPr>
          <p:spPr>
            <a:xfrm>
              <a:off x="5870491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  <a:gd name="csX5" fmla="*/ 0 w 77035"/>
                <a:gd name="csY5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0" name="Freeform 1829">
              <a:extLst>
                <a:ext uri="{FF2B5EF4-FFF2-40B4-BE49-F238E27FC236}">
                  <a16:creationId xmlns:a16="http://schemas.microsoft.com/office/drawing/2014/main" id="{7BC536A4-6C41-4065-2D58-19BAC1336985}"/>
                </a:ext>
              </a:extLst>
            </p:cNvPr>
            <p:cNvSpPr/>
            <p:nvPr/>
          </p:nvSpPr>
          <p:spPr>
            <a:xfrm>
              <a:off x="5870491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1" name="Freeform 1830">
              <a:extLst>
                <a:ext uri="{FF2B5EF4-FFF2-40B4-BE49-F238E27FC236}">
                  <a16:creationId xmlns:a16="http://schemas.microsoft.com/office/drawing/2014/main" id="{48FFA680-FA48-ADFA-093C-8B87415BA2A5}"/>
                </a:ext>
              </a:extLst>
            </p:cNvPr>
            <p:cNvSpPr/>
            <p:nvPr/>
          </p:nvSpPr>
          <p:spPr>
            <a:xfrm>
              <a:off x="5947527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  <a:gd name="csX5" fmla="*/ 0 w 77023"/>
                <a:gd name="csY5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2" name="Freeform 1831">
              <a:extLst>
                <a:ext uri="{FF2B5EF4-FFF2-40B4-BE49-F238E27FC236}">
                  <a16:creationId xmlns:a16="http://schemas.microsoft.com/office/drawing/2014/main" id="{75F564E2-BFC5-F3B6-1954-82DCC6894260}"/>
                </a:ext>
              </a:extLst>
            </p:cNvPr>
            <p:cNvSpPr/>
            <p:nvPr/>
          </p:nvSpPr>
          <p:spPr>
            <a:xfrm>
              <a:off x="5947527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3" name="Freeform 1832">
              <a:extLst>
                <a:ext uri="{FF2B5EF4-FFF2-40B4-BE49-F238E27FC236}">
                  <a16:creationId xmlns:a16="http://schemas.microsoft.com/office/drawing/2014/main" id="{504FB515-8FAF-B688-4E0C-58FC5DFF567A}"/>
                </a:ext>
              </a:extLst>
            </p:cNvPr>
            <p:cNvSpPr/>
            <p:nvPr/>
          </p:nvSpPr>
          <p:spPr>
            <a:xfrm>
              <a:off x="6024551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  <a:gd name="csX5" fmla="*/ 0 w 77024"/>
                <a:gd name="csY5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4" name="Freeform 1833">
              <a:extLst>
                <a:ext uri="{FF2B5EF4-FFF2-40B4-BE49-F238E27FC236}">
                  <a16:creationId xmlns:a16="http://schemas.microsoft.com/office/drawing/2014/main" id="{37EC867F-F635-D77B-7DB3-1DA0AB9BA8C9}"/>
                </a:ext>
              </a:extLst>
            </p:cNvPr>
            <p:cNvSpPr/>
            <p:nvPr/>
          </p:nvSpPr>
          <p:spPr>
            <a:xfrm>
              <a:off x="6024551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5" name="Freeform 1834">
              <a:extLst>
                <a:ext uri="{FF2B5EF4-FFF2-40B4-BE49-F238E27FC236}">
                  <a16:creationId xmlns:a16="http://schemas.microsoft.com/office/drawing/2014/main" id="{AACF40FD-90B0-D9CD-56A3-CFABBBE2AB6E}"/>
                </a:ext>
              </a:extLst>
            </p:cNvPr>
            <p:cNvSpPr/>
            <p:nvPr/>
          </p:nvSpPr>
          <p:spPr>
            <a:xfrm>
              <a:off x="6101575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  <a:gd name="csX5" fmla="*/ 0 w 77035"/>
                <a:gd name="csY5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6" name="Freeform 1835">
              <a:extLst>
                <a:ext uri="{FF2B5EF4-FFF2-40B4-BE49-F238E27FC236}">
                  <a16:creationId xmlns:a16="http://schemas.microsoft.com/office/drawing/2014/main" id="{3BDF6A75-98D7-F365-3025-8834C504565D}"/>
                </a:ext>
              </a:extLst>
            </p:cNvPr>
            <p:cNvSpPr/>
            <p:nvPr/>
          </p:nvSpPr>
          <p:spPr>
            <a:xfrm>
              <a:off x="6101575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7" name="Oval 1836">
              <a:extLst>
                <a:ext uri="{FF2B5EF4-FFF2-40B4-BE49-F238E27FC236}">
                  <a16:creationId xmlns:a16="http://schemas.microsoft.com/office/drawing/2014/main" id="{726BE650-10DE-FF4C-7D2C-25096AF43738}"/>
                </a:ext>
              </a:extLst>
            </p:cNvPr>
            <p:cNvSpPr/>
            <p:nvPr/>
          </p:nvSpPr>
          <p:spPr>
            <a:xfrm>
              <a:off x="3980989" y="4871850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8" name="Oval 1837">
              <a:extLst>
                <a:ext uri="{FF2B5EF4-FFF2-40B4-BE49-F238E27FC236}">
                  <a16:creationId xmlns:a16="http://schemas.microsoft.com/office/drawing/2014/main" id="{994C64A4-1412-C7B2-DC89-DFF4C8ADE1F6}"/>
                </a:ext>
              </a:extLst>
            </p:cNvPr>
            <p:cNvSpPr/>
            <p:nvPr/>
          </p:nvSpPr>
          <p:spPr>
            <a:xfrm>
              <a:off x="4058017" y="486140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9" name="Oval 1838">
              <a:extLst>
                <a:ext uri="{FF2B5EF4-FFF2-40B4-BE49-F238E27FC236}">
                  <a16:creationId xmlns:a16="http://schemas.microsoft.com/office/drawing/2014/main" id="{659FA102-D25E-6568-96EB-62ECC8540861}"/>
                </a:ext>
              </a:extLst>
            </p:cNvPr>
            <p:cNvSpPr/>
            <p:nvPr/>
          </p:nvSpPr>
          <p:spPr>
            <a:xfrm>
              <a:off x="4135045" y="479871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0" name="Oval 1839">
              <a:extLst>
                <a:ext uri="{FF2B5EF4-FFF2-40B4-BE49-F238E27FC236}">
                  <a16:creationId xmlns:a16="http://schemas.microsoft.com/office/drawing/2014/main" id="{CB422483-B1BD-7930-2265-0C2546F77CA5}"/>
                </a:ext>
              </a:extLst>
            </p:cNvPr>
            <p:cNvSpPr/>
            <p:nvPr/>
          </p:nvSpPr>
          <p:spPr>
            <a:xfrm>
              <a:off x="4212072" y="454797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1" name="Oval 1840">
              <a:extLst>
                <a:ext uri="{FF2B5EF4-FFF2-40B4-BE49-F238E27FC236}">
                  <a16:creationId xmlns:a16="http://schemas.microsoft.com/office/drawing/2014/main" id="{C87A2849-D60F-3C4F-054E-A28F281A865E}"/>
                </a:ext>
              </a:extLst>
            </p:cNvPr>
            <p:cNvSpPr/>
            <p:nvPr/>
          </p:nvSpPr>
          <p:spPr>
            <a:xfrm>
              <a:off x="4289101" y="4265904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2" name="Oval 1841">
              <a:extLst>
                <a:ext uri="{FF2B5EF4-FFF2-40B4-BE49-F238E27FC236}">
                  <a16:creationId xmlns:a16="http://schemas.microsoft.com/office/drawing/2014/main" id="{A0CE4058-1E50-A378-9FD8-81B77E1CBC14}"/>
                </a:ext>
              </a:extLst>
            </p:cNvPr>
            <p:cNvSpPr/>
            <p:nvPr/>
          </p:nvSpPr>
          <p:spPr>
            <a:xfrm>
              <a:off x="4366129" y="357638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3" name="Oval 1842">
              <a:extLst>
                <a:ext uri="{FF2B5EF4-FFF2-40B4-BE49-F238E27FC236}">
                  <a16:creationId xmlns:a16="http://schemas.microsoft.com/office/drawing/2014/main" id="{06DC1E3B-DE31-20E5-FCC8-724712E8F4A8}"/>
                </a:ext>
              </a:extLst>
            </p:cNvPr>
            <p:cNvSpPr/>
            <p:nvPr/>
          </p:nvSpPr>
          <p:spPr>
            <a:xfrm>
              <a:off x="4443156" y="3451013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4" name="Oval 1843">
              <a:extLst>
                <a:ext uri="{FF2B5EF4-FFF2-40B4-BE49-F238E27FC236}">
                  <a16:creationId xmlns:a16="http://schemas.microsoft.com/office/drawing/2014/main" id="{5A7E926B-F0A2-EB7F-9298-7CF39009729D}"/>
                </a:ext>
              </a:extLst>
            </p:cNvPr>
            <p:cNvSpPr/>
            <p:nvPr/>
          </p:nvSpPr>
          <p:spPr>
            <a:xfrm>
              <a:off x="4520185" y="32420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5" name="Oval 1844">
              <a:extLst>
                <a:ext uri="{FF2B5EF4-FFF2-40B4-BE49-F238E27FC236}">
                  <a16:creationId xmlns:a16="http://schemas.microsoft.com/office/drawing/2014/main" id="{A2049FA1-7D6D-F9AE-EAF3-76BA9863D54C}"/>
                </a:ext>
              </a:extLst>
            </p:cNvPr>
            <p:cNvSpPr/>
            <p:nvPr/>
          </p:nvSpPr>
          <p:spPr>
            <a:xfrm>
              <a:off x="4597213" y="367040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6" name="Oval 1845">
              <a:extLst>
                <a:ext uri="{FF2B5EF4-FFF2-40B4-BE49-F238E27FC236}">
                  <a16:creationId xmlns:a16="http://schemas.microsoft.com/office/drawing/2014/main" id="{10744FE6-54AE-B752-49CE-4A45A202F030}"/>
                </a:ext>
              </a:extLst>
            </p:cNvPr>
            <p:cNvSpPr/>
            <p:nvPr/>
          </p:nvSpPr>
          <p:spPr>
            <a:xfrm>
              <a:off x="4674240" y="414053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" name="Oval 1846">
              <a:extLst>
                <a:ext uri="{FF2B5EF4-FFF2-40B4-BE49-F238E27FC236}">
                  <a16:creationId xmlns:a16="http://schemas.microsoft.com/office/drawing/2014/main" id="{182D2E4F-2433-361D-0B50-DEFF7B0E2E8A}"/>
                </a:ext>
              </a:extLst>
            </p:cNvPr>
            <p:cNvSpPr/>
            <p:nvPr/>
          </p:nvSpPr>
          <p:spPr>
            <a:xfrm>
              <a:off x="4751268" y="443306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8" name="Oval 1847">
              <a:extLst>
                <a:ext uri="{FF2B5EF4-FFF2-40B4-BE49-F238E27FC236}">
                  <a16:creationId xmlns:a16="http://schemas.microsoft.com/office/drawing/2014/main" id="{6DD4D7C5-EFAF-86FB-B0E8-5EF285767CEA}"/>
                </a:ext>
              </a:extLst>
            </p:cNvPr>
            <p:cNvSpPr/>
            <p:nvPr/>
          </p:nvSpPr>
          <p:spPr>
            <a:xfrm>
              <a:off x="4828292" y="469424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" name="Oval 1848">
              <a:extLst>
                <a:ext uri="{FF2B5EF4-FFF2-40B4-BE49-F238E27FC236}">
                  <a16:creationId xmlns:a16="http://schemas.microsoft.com/office/drawing/2014/main" id="{363F4A3F-89B7-FDA9-9460-E919888FDB06}"/>
                </a:ext>
              </a:extLst>
            </p:cNvPr>
            <p:cNvSpPr/>
            <p:nvPr/>
          </p:nvSpPr>
          <p:spPr>
            <a:xfrm>
              <a:off x="4905327" y="483005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0" name="Oval 1849">
              <a:extLst>
                <a:ext uri="{FF2B5EF4-FFF2-40B4-BE49-F238E27FC236}">
                  <a16:creationId xmlns:a16="http://schemas.microsoft.com/office/drawing/2014/main" id="{6945DD99-B629-8E61-8ED6-26213DD34EAA}"/>
                </a:ext>
              </a:extLst>
            </p:cNvPr>
            <p:cNvSpPr/>
            <p:nvPr/>
          </p:nvSpPr>
          <p:spPr>
            <a:xfrm>
              <a:off x="4982352" y="488229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" name="Oval 1850">
              <a:extLst>
                <a:ext uri="{FF2B5EF4-FFF2-40B4-BE49-F238E27FC236}">
                  <a16:creationId xmlns:a16="http://schemas.microsoft.com/office/drawing/2014/main" id="{041AA121-582D-3045-54FB-33DBCF7BB993}"/>
                </a:ext>
              </a:extLst>
            </p:cNvPr>
            <p:cNvSpPr/>
            <p:nvPr/>
          </p:nvSpPr>
          <p:spPr>
            <a:xfrm>
              <a:off x="505937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2" name="Oval 1851">
              <a:extLst>
                <a:ext uri="{FF2B5EF4-FFF2-40B4-BE49-F238E27FC236}">
                  <a16:creationId xmlns:a16="http://schemas.microsoft.com/office/drawing/2014/main" id="{C5D9BB36-40C0-C1D7-B966-83A3F12F675E}"/>
                </a:ext>
              </a:extLst>
            </p:cNvPr>
            <p:cNvSpPr/>
            <p:nvPr/>
          </p:nvSpPr>
          <p:spPr>
            <a:xfrm>
              <a:off x="5136411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" name="Oval 1852">
              <a:extLst>
                <a:ext uri="{FF2B5EF4-FFF2-40B4-BE49-F238E27FC236}">
                  <a16:creationId xmlns:a16="http://schemas.microsoft.com/office/drawing/2014/main" id="{0EAAF0FB-14BD-24B4-C74F-50B8FBCF3623}"/>
                </a:ext>
              </a:extLst>
            </p:cNvPr>
            <p:cNvSpPr/>
            <p:nvPr/>
          </p:nvSpPr>
          <p:spPr>
            <a:xfrm>
              <a:off x="5213435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4" name="Oval 1853">
              <a:extLst>
                <a:ext uri="{FF2B5EF4-FFF2-40B4-BE49-F238E27FC236}">
                  <a16:creationId xmlns:a16="http://schemas.microsoft.com/office/drawing/2014/main" id="{DF652903-3F93-4AF9-F730-95586BDCA6F2}"/>
                </a:ext>
              </a:extLst>
            </p:cNvPr>
            <p:cNvSpPr/>
            <p:nvPr/>
          </p:nvSpPr>
          <p:spPr>
            <a:xfrm>
              <a:off x="529045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" name="Oval 1854">
              <a:extLst>
                <a:ext uri="{FF2B5EF4-FFF2-40B4-BE49-F238E27FC236}">
                  <a16:creationId xmlns:a16="http://schemas.microsoft.com/office/drawing/2014/main" id="{FE73ACF9-ED36-642A-FD47-463BF18FF221}"/>
                </a:ext>
              </a:extLst>
            </p:cNvPr>
            <p:cNvSpPr/>
            <p:nvPr/>
          </p:nvSpPr>
          <p:spPr>
            <a:xfrm>
              <a:off x="5367495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6" name="Oval 1855">
              <a:extLst>
                <a:ext uri="{FF2B5EF4-FFF2-40B4-BE49-F238E27FC236}">
                  <a16:creationId xmlns:a16="http://schemas.microsoft.com/office/drawing/2014/main" id="{916AC917-DD64-283F-CB43-0DF0358016F2}"/>
                </a:ext>
              </a:extLst>
            </p:cNvPr>
            <p:cNvSpPr/>
            <p:nvPr/>
          </p:nvSpPr>
          <p:spPr>
            <a:xfrm>
              <a:off x="544451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" name="Oval 1856">
              <a:extLst>
                <a:ext uri="{FF2B5EF4-FFF2-40B4-BE49-F238E27FC236}">
                  <a16:creationId xmlns:a16="http://schemas.microsoft.com/office/drawing/2014/main" id="{C0F20B6E-A280-817D-B755-EDB65700339F}"/>
                </a:ext>
              </a:extLst>
            </p:cNvPr>
            <p:cNvSpPr/>
            <p:nvPr/>
          </p:nvSpPr>
          <p:spPr>
            <a:xfrm>
              <a:off x="552154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8" name="Oval 1857">
              <a:extLst>
                <a:ext uri="{FF2B5EF4-FFF2-40B4-BE49-F238E27FC236}">
                  <a16:creationId xmlns:a16="http://schemas.microsoft.com/office/drawing/2014/main" id="{6E483069-4690-F8A8-6528-5066D854CDF4}"/>
                </a:ext>
              </a:extLst>
            </p:cNvPr>
            <p:cNvSpPr/>
            <p:nvPr/>
          </p:nvSpPr>
          <p:spPr>
            <a:xfrm>
              <a:off x="559857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" name="Oval 1858">
              <a:extLst>
                <a:ext uri="{FF2B5EF4-FFF2-40B4-BE49-F238E27FC236}">
                  <a16:creationId xmlns:a16="http://schemas.microsoft.com/office/drawing/2014/main" id="{3499BF40-DC75-B257-F279-880933233747}"/>
                </a:ext>
              </a:extLst>
            </p:cNvPr>
            <p:cNvSpPr/>
            <p:nvPr/>
          </p:nvSpPr>
          <p:spPr>
            <a:xfrm>
              <a:off x="567560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0" name="Oval 1859">
              <a:extLst>
                <a:ext uri="{FF2B5EF4-FFF2-40B4-BE49-F238E27FC236}">
                  <a16:creationId xmlns:a16="http://schemas.microsoft.com/office/drawing/2014/main" id="{9D4C0265-ED04-F466-44AC-4BFDB237C244}"/>
                </a:ext>
              </a:extLst>
            </p:cNvPr>
            <p:cNvSpPr/>
            <p:nvPr/>
          </p:nvSpPr>
          <p:spPr>
            <a:xfrm>
              <a:off x="5752627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" name="Oval 1860">
              <a:extLst>
                <a:ext uri="{FF2B5EF4-FFF2-40B4-BE49-F238E27FC236}">
                  <a16:creationId xmlns:a16="http://schemas.microsoft.com/office/drawing/2014/main" id="{B6393936-95FA-F47B-775D-9F44975E69F9}"/>
                </a:ext>
              </a:extLst>
            </p:cNvPr>
            <p:cNvSpPr/>
            <p:nvPr/>
          </p:nvSpPr>
          <p:spPr>
            <a:xfrm>
              <a:off x="582966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2" name="Oval 1861">
              <a:extLst>
                <a:ext uri="{FF2B5EF4-FFF2-40B4-BE49-F238E27FC236}">
                  <a16:creationId xmlns:a16="http://schemas.microsoft.com/office/drawing/2014/main" id="{498D45B2-877D-D97E-0B9E-78BB25A484ED}"/>
                </a:ext>
              </a:extLst>
            </p:cNvPr>
            <p:cNvSpPr/>
            <p:nvPr/>
          </p:nvSpPr>
          <p:spPr>
            <a:xfrm>
              <a:off x="5906687" y="47882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3" name="Oval 1862">
              <a:extLst>
                <a:ext uri="{FF2B5EF4-FFF2-40B4-BE49-F238E27FC236}">
                  <a16:creationId xmlns:a16="http://schemas.microsoft.com/office/drawing/2014/main" id="{830EDFC2-A2C4-83F2-0F7C-92DDD7853D93}"/>
                </a:ext>
              </a:extLst>
            </p:cNvPr>
            <p:cNvSpPr/>
            <p:nvPr/>
          </p:nvSpPr>
          <p:spPr>
            <a:xfrm>
              <a:off x="5983711" y="380622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4" name="Oval 1863">
              <a:extLst>
                <a:ext uri="{FF2B5EF4-FFF2-40B4-BE49-F238E27FC236}">
                  <a16:creationId xmlns:a16="http://schemas.microsoft.com/office/drawing/2014/main" id="{7EE75EA8-C9E9-6D2C-B300-C988DA4B14EB}"/>
                </a:ext>
              </a:extLst>
            </p:cNvPr>
            <p:cNvSpPr/>
            <p:nvPr/>
          </p:nvSpPr>
          <p:spPr>
            <a:xfrm>
              <a:off x="6060747" y="398382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5" name="Oval 1864">
              <a:extLst>
                <a:ext uri="{FF2B5EF4-FFF2-40B4-BE49-F238E27FC236}">
                  <a16:creationId xmlns:a16="http://schemas.microsoft.com/office/drawing/2014/main" id="{D33F8546-A36B-BEB4-6836-563807334C26}"/>
                </a:ext>
              </a:extLst>
            </p:cNvPr>
            <p:cNvSpPr/>
            <p:nvPr/>
          </p:nvSpPr>
          <p:spPr>
            <a:xfrm>
              <a:off x="6137771" y="4777819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66" name="Oval 1865">
            <a:extLst>
              <a:ext uri="{FF2B5EF4-FFF2-40B4-BE49-F238E27FC236}">
                <a16:creationId xmlns:a16="http://schemas.microsoft.com/office/drawing/2014/main" id="{B2B815E2-633D-C8C7-AA5F-74C309A5EC6B}"/>
              </a:ext>
            </a:extLst>
          </p:cNvPr>
          <p:cNvSpPr/>
          <p:nvPr/>
        </p:nvSpPr>
        <p:spPr>
          <a:xfrm>
            <a:off x="4480332" y="4862492"/>
            <a:ext cx="65151" cy="65151"/>
          </a:xfrm>
          <a:prstGeom prst="ellipse">
            <a:avLst/>
          </a:prstGeom>
          <a:solidFill>
            <a:srgbClr val="FF0000"/>
          </a:solidFill>
          <a:ln w="3708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2925" name="Group 2924">
            <a:extLst>
              <a:ext uri="{FF2B5EF4-FFF2-40B4-BE49-F238E27FC236}">
                <a16:creationId xmlns:a16="http://schemas.microsoft.com/office/drawing/2014/main" id="{655AAED3-D2F3-83A3-4100-7CD037374F25}"/>
              </a:ext>
            </a:extLst>
          </p:cNvPr>
          <p:cNvGrpSpPr/>
          <p:nvPr/>
        </p:nvGrpSpPr>
        <p:grpSpPr>
          <a:xfrm>
            <a:off x="3948599" y="4095238"/>
            <a:ext cx="2215953" cy="802871"/>
            <a:chOff x="3948599" y="4095238"/>
            <a:chExt cx="2215953" cy="802871"/>
          </a:xfrm>
        </p:grpSpPr>
        <p:sp>
          <p:nvSpPr>
            <p:cNvPr id="1867" name="Oval 1866">
              <a:extLst>
                <a:ext uri="{FF2B5EF4-FFF2-40B4-BE49-F238E27FC236}">
                  <a16:creationId xmlns:a16="http://schemas.microsoft.com/office/drawing/2014/main" id="{6C540212-7BFC-4369-7BD4-919E65EFC56F}"/>
                </a:ext>
              </a:extLst>
            </p:cNvPr>
            <p:cNvSpPr/>
            <p:nvPr/>
          </p:nvSpPr>
          <p:spPr>
            <a:xfrm>
              <a:off x="4331728" y="43794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8" name="Oval 1867">
              <a:extLst>
                <a:ext uri="{FF2B5EF4-FFF2-40B4-BE49-F238E27FC236}">
                  <a16:creationId xmlns:a16="http://schemas.microsoft.com/office/drawing/2014/main" id="{43A5A578-7196-24BF-FBD7-05C054B96503}"/>
                </a:ext>
              </a:extLst>
            </p:cNvPr>
            <p:cNvSpPr/>
            <p:nvPr/>
          </p:nvSpPr>
          <p:spPr>
            <a:xfrm>
              <a:off x="4354313" y="43283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9" name="Oval 1868">
              <a:extLst>
                <a:ext uri="{FF2B5EF4-FFF2-40B4-BE49-F238E27FC236}">
                  <a16:creationId xmlns:a16="http://schemas.microsoft.com/office/drawing/2014/main" id="{F7D7D056-3895-B5BB-2E88-F2FFA5C10B95}"/>
                </a:ext>
              </a:extLst>
            </p:cNvPr>
            <p:cNvSpPr/>
            <p:nvPr/>
          </p:nvSpPr>
          <p:spPr>
            <a:xfrm>
              <a:off x="4456094" y="41208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0" name="Oval 1869">
              <a:extLst>
                <a:ext uri="{FF2B5EF4-FFF2-40B4-BE49-F238E27FC236}">
                  <a16:creationId xmlns:a16="http://schemas.microsoft.com/office/drawing/2014/main" id="{246E7EA0-1B5B-6B36-FD45-E3BA7556EA14}"/>
                </a:ext>
              </a:extLst>
            </p:cNvPr>
            <p:cNvSpPr/>
            <p:nvPr/>
          </p:nvSpPr>
          <p:spPr>
            <a:xfrm>
              <a:off x="4564580" y="4165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1" name="Oval 1870">
              <a:extLst>
                <a:ext uri="{FF2B5EF4-FFF2-40B4-BE49-F238E27FC236}">
                  <a16:creationId xmlns:a16="http://schemas.microsoft.com/office/drawing/2014/main" id="{B0E91EB4-F1B1-317A-FF2B-463E95E40BB7}"/>
                </a:ext>
              </a:extLst>
            </p:cNvPr>
            <p:cNvSpPr/>
            <p:nvPr/>
          </p:nvSpPr>
          <p:spPr>
            <a:xfrm>
              <a:off x="4412713" y="41954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2" name="Oval 1871">
              <a:extLst>
                <a:ext uri="{FF2B5EF4-FFF2-40B4-BE49-F238E27FC236}">
                  <a16:creationId xmlns:a16="http://schemas.microsoft.com/office/drawing/2014/main" id="{16BB7C5F-7EA6-1E0F-46FC-819FF50E5DC5}"/>
                </a:ext>
              </a:extLst>
            </p:cNvPr>
            <p:cNvSpPr/>
            <p:nvPr/>
          </p:nvSpPr>
          <p:spPr>
            <a:xfrm>
              <a:off x="4286202" y="44722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3" name="Oval 1872">
              <a:extLst>
                <a:ext uri="{FF2B5EF4-FFF2-40B4-BE49-F238E27FC236}">
                  <a16:creationId xmlns:a16="http://schemas.microsoft.com/office/drawing/2014/main" id="{48B67511-19DF-1C05-0408-9E2AB1C021B9}"/>
                </a:ext>
              </a:extLst>
            </p:cNvPr>
            <p:cNvSpPr/>
            <p:nvPr/>
          </p:nvSpPr>
          <p:spPr>
            <a:xfrm>
              <a:off x="4533460" y="41174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4" name="Oval 1873">
              <a:extLst>
                <a:ext uri="{FF2B5EF4-FFF2-40B4-BE49-F238E27FC236}">
                  <a16:creationId xmlns:a16="http://schemas.microsoft.com/office/drawing/2014/main" id="{20AC972C-853E-7262-ACA5-283E842793D5}"/>
                </a:ext>
              </a:extLst>
            </p:cNvPr>
            <p:cNvSpPr/>
            <p:nvPr/>
          </p:nvSpPr>
          <p:spPr>
            <a:xfrm>
              <a:off x="4487171" y="40965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5" name="Oval 1874">
              <a:extLst>
                <a:ext uri="{FF2B5EF4-FFF2-40B4-BE49-F238E27FC236}">
                  <a16:creationId xmlns:a16="http://schemas.microsoft.com/office/drawing/2014/main" id="{C32D9153-F24B-2FB1-9F7B-B06450038643}"/>
                </a:ext>
              </a:extLst>
            </p:cNvPr>
            <p:cNvSpPr/>
            <p:nvPr/>
          </p:nvSpPr>
          <p:spPr>
            <a:xfrm>
              <a:off x="4409617" y="42019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6" name="Oval 1875">
              <a:extLst>
                <a:ext uri="{FF2B5EF4-FFF2-40B4-BE49-F238E27FC236}">
                  <a16:creationId xmlns:a16="http://schemas.microsoft.com/office/drawing/2014/main" id="{6C389324-B8A9-5E2E-1083-76AF6A9A95B6}"/>
                </a:ext>
              </a:extLst>
            </p:cNvPr>
            <p:cNvSpPr/>
            <p:nvPr/>
          </p:nvSpPr>
          <p:spPr>
            <a:xfrm>
              <a:off x="4506844" y="40971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7" name="Oval 1876">
              <a:extLst>
                <a:ext uri="{FF2B5EF4-FFF2-40B4-BE49-F238E27FC236}">
                  <a16:creationId xmlns:a16="http://schemas.microsoft.com/office/drawing/2014/main" id="{AA16423F-BA40-1E39-C05F-0C1B93270760}"/>
                </a:ext>
              </a:extLst>
            </p:cNvPr>
            <p:cNvSpPr/>
            <p:nvPr/>
          </p:nvSpPr>
          <p:spPr>
            <a:xfrm>
              <a:off x="4641960" y="4337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8" name="Oval 1877">
              <a:extLst>
                <a:ext uri="{FF2B5EF4-FFF2-40B4-BE49-F238E27FC236}">
                  <a16:creationId xmlns:a16="http://schemas.microsoft.com/office/drawing/2014/main" id="{A7A333A9-C224-757A-FD73-A6194DABC736}"/>
                </a:ext>
              </a:extLst>
            </p:cNvPr>
            <p:cNvSpPr/>
            <p:nvPr/>
          </p:nvSpPr>
          <p:spPr>
            <a:xfrm>
              <a:off x="4231440" y="45620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9" name="Oval 1878">
              <a:extLst>
                <a:ext uri="{FF2B5EF4-FFF2-40B4-BE49-F238E27FC236}">
                  <a16:creationId xmlns:a16="http://schemas.microsoft.com/office/drawing/2014/main" id="{51A6AD52-01C7-FE40-CD27-17ADA006234F}"/>
                </a:ext>
              </a:extLst>
            </p:cNvPr>
            <p:cNvSpPr/>
            <p:nvPr/>
          </p:nvSpPr>
          <p:spPr>
            <a:xfrm>
              <a:off x="4373438" y="42838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0" name="Oval 1879">
              <a:extLst>
                <a:ext uri="{FF2B5EF4-FFF2-40B4-BE49-F238E27FC236}">
                  <a16:creationId xmlns:a16="http://schemas.microsoft.com/office/drawing/2014/main" id="{CB712A8C-CB17-F748-4D7C-B634013FCE0F}"/>
                </a:ext>
              </a:extLst>
            </p:cNvPr>
            <p:cNvSpPr/>
            <p:nvPr/>
          </p:nvSpPr>
          <p:spPr>
            <a:xfrm>
              <a:off x="4673075" y="44062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1" name="Oval 1880">
              <a:extLst>
                <a:ext uri="{FF2B5EF4-FFF2-40B4-BE49-F238E27FC236}">
                  <a16:creationId xmlns:a16="http://schemas.microsoft.com/office/drawing/2014/main" id="{9F992108-3061-C2AA-8D66-725C07D8FA0B}"/>
                </a:ext>
              </a:extLst>
            </p:cNvPr>
            <p:cNvSpPr/>
            <p:nvPr/>
          </p:nvSpPr>
          <p:spPr>
            <a:xfrm>
              <a:off x="4312357" y="44208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2" name="Oval 1881">
              <a:extLst>
                <a:ext uri="{FF2B5EF4-FFF2-40B4-BE49-F238E27FC236}">
                  <a16:creationId xmlns:a16="http://schemas.microsoft.com/office/drawing/2014/main" id="{DBC6DC38-8000-4527-7307-FE1B5D1D11ED}"/>
                </a:ext>
              </a:extLst>
            </p:cNvPr>
            <p:cNvSpPr/>
            <p:nvPr/>
          </p:nvSpPr>
          <p:spPr>
            <a:xfrm>
              <a:off x="4408619" y="42041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3" name="Oval 1882">
              <a:extLst>
                <a:ext uri="{FF2B5EF4-FFF2-40B4-BE49-F238E27FC236}">
                  <a16:creationId xmlns:a16="http://schemas.microsoft.com/office/drawing/2014/main" id="{1C7F22C1-1EDE-AD28-3825-722F4589B726}"/>
                </a:ext>
              </a:extLst>
            </p:cNvPr>
            <p:cNvSpPr/>
            <p:nvPr/>
          </p:nvSpPr>
          <p:spPr>
            <a:xfrm>
              <a:off x="4419404" y="41817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4" name="Oval 1883">
              <a:extLst>
                <a:ext uri="{FF2B5EF4-FFF2-40B4-BE49-F238E27FC236}">
                  <a16:creationId xmlns:a16="http://schemas.microsoft.com/office/drawing/2014/main" id="{338783F8-56A3-0C09-1AEC-6DF7347DA2AB}"/>
                </a:ext>
              </a:extLst>
            </p:cNvPr>
            <p:cNvSpPr/>
            <p:nvPr/>
          </p:nvSpPr>
          <p:spPr>
            <a:xfrm>
              <a:off x="4483417" y="40979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5" name="Oval 1884">
              <a:extLst>
                <a:ext uri="{FF2B5EF4-FFF2-40B4-BE49-F238E27FC236}">
                  <a16:creationId xmlns:a16="http://schemas.microsoft.com/office/drawing/2014/main" id="{ACE08066-9323-A9F7-B591-23A6F7A6E252}"/>
                </a:ext>
              </a:extLst>
            </p:cNvPr>
            <p:cNvSpPr/>
            <p:nvPr/>
          </p:nvSpPr>
          <p:spPr>
            <a:xfrm>
              <a:off x="4616042" y="42770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6" name="Oval 1885">
              <a:extLst>
                <a:ext uri="{FF2B5EF4-FFF2-40B4-BE49-F238E27FC236}">
                  <a16:creationId xmlns:a16="http://schemas.microsoft.com/office/drawing/2014/main" id="{0867AC03-7794-2FCE-9505-CBB0CF5AA730}"/>
                </a:ext>
              </a:extLst>
            </p:cNvPr>
            <p:cNvSpPr/>
            <p:nvPr/>
          </p:nvSpPr>
          <p:spPr>
            <a:xfrm>
              <a:off x="4529542" y="4113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7" name="Oval 1886">
              <a:extLst>
                <a:ext uri="{FF2B5EF4-FFF2-40B4-BE49-F238E27FC236}">
                  <a16:creationId xmlns:a16="http://schemas.microsoft.com/office/drawing/2014/main" id="{EF0C364B-E308-7465-2528-0F2985F76C77}"/>
                </a:ext>
              </a:extLst>
            </p:cNvPr>
            <p:cNvSpPr/>
            <p:nvPr/>
          </p:nvSpPr>
          <p:spPr>
            <a:xfrm>
              <a:off x="4277928" y="44874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8" name="Oval 1887">
              <a:extLst>
                <a:ext uri="{FF2B5EF4-FFF2-40B4-BE49-F238E27FC236}">
                  <a16:creationId xmlns:a16="http://schemas.microsoft.com/office/drawing/2014/main" id="{B8BFA609-6F15-9981-FBE5-E3FCE124D234}"/>
                </a:ext>
              </a:extLst>
            </p:cNvPr>
            <p:cNvSpPr/>
            <p:nvPr/>
          </p:nvSpPr>
          <p:spPr>
            <a:xfrm>
              <a:off x="6006104" y="4862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9" name="Oval 1888">
              <a:extLst>
                <a:ext uri="{FF2B5EF4-FFF2-40B4-BE49-F238E27FC236}">
                  <a16:creationId xmlns:a16="http://schemas.microsoft.com/office/drawing/2014/main" id="{F31AE71D-DB12-EECC-70FE-817FD9C9D6A9}"/>
                </a:ext>
              </a:extLst>
            </p:cNvPr>
            <p:cNvSpPr/>
            <p:nvPr/>
          </p:nvSpPr>
          <p:spPr>
            <a:xfrm>
              <a:off x="5977976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0" name="Oval 1889">
              <a:extLst>
                <a:ext uri="{FF2B5EF4-FFF2-40B4-BE49-F238E27FC236}">
                  <a16:creationId xmlns:a16="http://schemas.microsoft.com/office/drawing/2014/main" id="{1AAD3A6A-7BD1-695D-4B9E-2612A57FDF32}"/>
                </a:ext>
              </a:extLst>
            </p:cNvPr>
            <p:cNvSpPr/>
            <p:nvPr/>
          </p:nvSpPr>
          <p:spPr>
            <a:xfrm>
              <a:off x="4319531" y="44057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1" name="Oval 1890">
              <a:extLst>
                <a:ext uri="{FF2B5EF4-FFF2-40B4-BE49-F238E27FC236}">
                  <a16:creationId xmlns:a16="http://schemas.microsoft.com/office/drawing/2014/main" id="{66900489-19CC-03D0-6979-DD88A4DBFF16}"/>
                </a:ext>
              </a:extLst>
            </p:cNvPr>
            <p:cNvSpPr/>
            <p:nvPr/>
          </p:nvSpPr>
          <p:spPr>
            <a:xfrm>
              <a:off x="4525597" y="41092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2" name="Oval 1891">
              <a:extLst>
                <a:ext uri="{FF2B5EF4-FFF2-40B4-BE49-F238E27FC236}">
                  <a16:creationId xmlns:a16="http://schemas.microsoft.com/office/drawing/2014/main" id="{44D7597A-FD36-F1DB-8BF9-34134B63EF4A}"/>
                </a:ext>
              </a:extLst>
            </p:cNvPr>
            <p:cNvSpPr/>
            <p:nvPr/>
          </p:nvSpPr>
          <p:spPr>
            <a:xfrm>
              <a:off x="4286945" y="44708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3" name="Oval 1892">
              <a:extLst>
                <a:ext uri="{FF2B5EF4-FFF2-40B4-BE49-F238E27FC236}">
                  <a16:creationId xmlns:a16="http://schemas.microsoft.com/office/drawing/2014/main" id="{CE7A7B96-4771-9E93-185C-CB5E5169B856}"/>
                </a:ext>
              </a:extLst>
            </p:cNvPr>
            <p:cNvSpPr/>
            <p:nvPr/>
          </p:nvSpPr>
          <p:spPr>
            <a:xfrm>
              <a:off x="4548463" y="41378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4" name="Oval 1893">
              <a:extLst>
                <a:ext uri="{FF2B5EF4-FFF2-40B4-BE49-F238E27FC236}">
                  <a16:creationId xmlns:a16="http://schemas.microsoft.com/office/drawing/2014/main" id="{D648834A-3D52-E798-2C36-8E6231DA12EC}"/>
                </a:ext>
              </a:extLst>
            </p:cNvPr>
            <p:cNvSpPr/>
            <p:nvPr/>
          </p:nvSpPr>
          <p:spPr>
            <a:xfrm>
              <a:off x="4491193" y="40956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5" name="Oval 1894">
              <a:extLst>
                <a:ext uri="{FF2B5EF4-FFF2-40B4-BE49-F238E27FC236}">
                  <a16:creationId xmlns:a16="http://schemas.microsoft.com/office/drawing/2014/main" id="{D75E4FDA-E049-F816-62BC-220B486FEB1D}"/>
                </a:ext>
              </a:extLst>
            </p:cNvPr>
            <p:cNvSpPr/>
            <p:nvPr/>
          </p:nvSpPr>
          <p:spPr>
            <a:xfrm>
              <a:off x="5968887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6" name="Oval 1895">
              <a:extLst>
                <a:ext uri="{FF2B5EF4-FFF2-40B4-BE49-F238E27FC236}">
                  <a16:creationId xmlns:a16="http://schemas.microsoft.com/office/drawing/2014/main" id="{686A6185-5A54-8D8A-349E-EA8B636B139C}"/>
                </a:ext>
              </a:extLst>
            </p:cNvPr>
            <p:cNvSpPr/>
            <p:nvPr/>
          </p:nvSpPr>
          <p:spPr>
            <a:xfrm>
              <a:off x="4423133" y="4174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7" name="Oval 1896">
              <a:extLst>
                <a:ext uri="{FF2B5EF4-FFF2-40B4-BE49-F238E27FC236}">
                  <a16:creationId xmlns:a16="http://schemas.microsoft.com/office/drawing/2014/main" id="{F7BD9A46-09CE-26F2-CACA-A0CEDD1F9573}"/>
                </a:ext>
              </a:extLst>
            </p:cNvPr>
            <p:cNvSpPr/>
            <p:nvPr/>
          </p:nvSpPr>
          <p:spPr>
            <a:xfrm>
              <a:off x="4629921" y="43094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8" name="Oval 1897">
              <a:extLst>
                <a:ext uri="{FF2B5EF4-FFF2-40B4-BE49-F238E27FC236}">
                  <a16:creationId xmlns:a16="http://schemas.microsoft.com/office/drawing/2014/main" id="{F3B25988-FEA7-4180-33A6-0CF8E8C87922}"/>
                </a:ext>
              </a:extLst>
            </p:cNvPr>
            <p:cNvSpPr/>
            <p:nvPr/>
          </p:nvSpPr>
          <p:spPr>
            <a:xfrm>
              <a:off x="5945042" y="4861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9" name="Oval 1898">
              <a:extLst>
                <a:ext uri="{FF2B5EF4-FFF2-40B4-BE49-F238E27FC236}">
                  <a16:creationId xmlns:a16="http://schemas.microsoft.com/office/drawing/2014/main" id="{5B3C577E-5DF0-BCBC-8064-AB695B773C1C}"/>
                </a:ext>
              </a:extLst>
            </p:cNvPr>
            <p:cNvSpPr/>
            <p:nvPr/>
          </p:nvSpPr>
          <p:spPr>
            <a:xfrm>
              <a:off x="4386624" y="42532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0" name="Oval 1899">
              <a:extLst>
                <a:ext uri="{FF2B5EF4-FFF2-40B4-BE49-F238E27FC236}">
                  <a16:creationId xmlns:a16="http://schemas.microsoft.com/office/drawing/2014/main" id="{6811B852-8EFE-F352-292D-476527986520}"/>
                </a:ext>
              </a:extLst>
            </p:cNvPr>
            <p:cNvSpPr/>
            <p:nvPr/>
          </p:nvSpPr>
          <p:spPr>
            <a:xfrm>
              <a:off x="4426695" y="416754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1" name="Oval 1900">
              <a:extLst>
                <a:ext uri="{FF2B5EF4-FFF2-40B4-BE49-F238E27FC236}">
                  <a16:creationId xmlns:a16="http://schemas.microsoft.com/office/drawing/2014/main" id="{20782051-59B1-5729-823F-495C607EF663}"/>
                </a:ext>
              </a:extLst>
            </p:cNvPr>
            <p:cNvSpPr/>
            <p:nvPr/>
          </p:nvSpPr>
          <p:spPr>
            <a:xfrm>
              <a:off x="5984338" y="48619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2" name="Oval 1901">
              <a:extLst>
                <a:ext uri="{FF2B5EF4-FFF2-40B4-BE49-F238E27FC236}">
                  <a16:creationId xmlns:a16="http://schemas.microsoft.com/office/drawing/2014/main" id="{A439C35F-FC4D-8A36-1265-5EC0EB66D6ED}"/>
                </a:ext>
              </a:extLst>
            </p:cNvPr>
            <p:cNvSpPr/>
            <p:nvPr/>
          </p:nvSpPr>
          <p:spPr>
            <a:xfrm>
              <a:off x="4751036" y="45475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3" name="Oval 1902">
              <a:extLst>
                <a:ext uri="{FF2B5EF4-FFF2-40B4-BE49-F238E27FC236}">
                  <a16:creationId xmlns:a16="http://schemas.microsoft.com/office/drawing/2014/main" id="{61EB3588-DAC7-0177-6DED-A85B42D31EF7}"/>
                </a:ext>
              </a:extLst>
            </p:cNvPr>
            <p:cNvSpPr/>
            <p:nvPr/>
          </p:nvSpPr>
          <p:spPr>
            <a:xfrm>
              <a:off x="4441811" y="4141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4" name="Oval 1903">
              <a:extLst>
                <a:ext uri="{FF2B5EF4-FFF2-40B4-BE49-F238E27FC236}">
                  <a16:creationId xmlns:a16="http://schemas.microsoft.com/office/drawing/2014/main" id="{95113FD3-3B5A-FBDD-B443-E63386EBA924}"/>
                </a:ext>
              </a:extLst>
            </p:cNvPr>
            <p:cNvSpPr/>
            <p:nvPr/>
          </p:nvSpPr>
          <p:spPr>
            <a:xfrm>
              <a:off x="4439145" y="41454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5" name="Oval 1904">
              <a:extLst>
                <a:ext uri="{FF2B5EF4-FFF2-40B4-BE49-F238E27FC236}">
                  <a16:creationId xmlns:a16="http://schemas.microsoft.com/office/drawing/2014/main" id="{C9D46600-C2B2-2E2D-3A80-B9CB414C314C}"/>
                </a:ext>
              </a:extLst>
            </p:cNvPr>
            <p:cNvSpPr/>
            <p:nvPr/>
          </p:nvSpPr>
          <p:spPr>
            <a:xfrm>
              <a:off x="4241910" y="45467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6" name="Oval 1905">
              <a:extLst>
                <a:ext uri="{FF2B5EF4-FFF2-40B4-BE49-F238E27FC236}">
                  <a16:creationId xmlns:a16="http://schemas.microsoft.com/office/drawing/2014/main" id="{6E9CDEE8-5D57-F8BC-F0AB-D4EFE009A0B1}"/>
                </a:ext>
              </a:extLst>
            </p:cNvPr>
            <p:cNvSpPr/>
            <p:nvPr/>
          </p:nvSpPr>
          <p:spPr>
            <a:xfrm>
              <a:off x="4230870" y="45628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7" name="Oval 1906">
              <a:extLst>
                <a:ext uri="{FF2B5EF4-FFF2-40B4-BE49-F238E27FC236}">
                  <a16:creationId xmlns:a16="http://schemas.microsoft.com/office/drawing/2014/main" id="{868F0422-3EA2-CE2F-1A13-A668B7A81D4C}"/>
                </a:ext>
              </a:extLst>
            </p:cNvPr>
            <p:cNvSpPr/>
            <p:nvPr/>
          </p:nvSpPr>
          <p:spPr>
            <a:xfrm>
              <a:off x="6089711" y="48639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8" name="Oval 1907">
              <a:extLst>
                <a:ext uri="{FF2B5EF4-FFF2-40B4-BE49-F238E27FC236}">
                  <a16:creationId xmlns:a16="http://schemas.microsoft.com/office/drawing/2014/main" id="{1032DCCB-A1F3-196A-A16A-37EF02F4BD91}"/>
                </a:ext>
              </a:extLst>
            </p:cNvPr>
            <p:cNvSpPr/>
            <p:nvPr/>
          </p:nvSpPr>
          <p:spPr>
            <a:xfrm>
              <a:off x="4269239" y="45026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9" name="Oval 1908">
              <a:extLst>
                <a:ext uri="{FF2B5EF4-FFF2-40B4-BE49-F238E27FC236}">
                  <a16:creationId xmlns:a16="http://schemas.microsoft.com/office/drawing/2014/main" id="{95AEB32A-AB1B-E472-20B6-963A785B3F82}"/>
                </a:ext>
              </a:extLst>
            </p:cNvPr>
            <p:cNvSpPr/>
            <p:nvPr/>
          </p:nvSpPr>
          <p:spPr>
            <a:xfrm>
              <a:off x="4562289" y="41611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0" name="Oval 1909">
              <a:extLst>
                <a:ext uri="{FF2B5EF4-FFF2-40B4-BE49-F238E27FC236}">
                  <a16:creationId xmlns:a16="http://schemas.microsoft.com/office/drawing/2014/main" id="{BAB0412F-7570-BD46-C813-4B1D486A633C}"/>
                </a:ext>
              </a:extLst>
            </p:cNvPr>
            <p:cNvSpPr/>
            <p:nvPr/>
          </p:nvSpPr>
          <p:spPr>
            <a:xfrm>
              <a:off x="4584251" y="42051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1" name="Oval 1910">
              <a:extLst>
                <a:ext uri="{FF2B5EF4-FFF2-40B4-BE49-F238E27FC236}">
                  <a16:creationId xmlns:a16="http://schemas.microsoft.com/office/drawing/2014/main" id="{DA97C836-46D5-21EC-FE31-1635737681BE}"/>
                </a:ext>
              </a:extLst>
            </p:cNvPr>
            <p:cNvSpPr/>
            <p:nvPr/>
          </p:nvSpPr>
          <p:spPr>
            <a:xfrm>
              <a:off x="4365805" y="43016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2" name="Oval 1911">
              <a:extLst>
                <a:ext uri="{FF2B5EF4-FFF2-40B4-BE49-F238E27FC236}">
                  <a16:creationId xmlns:a16="http://schemas.microsoft.com/office/drawing/2014/main" id="{CBF96DA5-8B2A-8094-DA9A-F4908ACBEF97}"/>
                </a:ext>
              </a:extLst>
            </p:cNvPr>
            <p:cNvSpPr/>
            <p:nvPr/>
          </p:nvSpPr>
          <p:spPr>
            <a:xfrm>
              <a:off x="4154905" y="46515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3" name="Oval 1912">
              <a:extLst>
                <a:ext uri="{FF2B5EF4-FFF2-40B4-BE49-F238E27FC236}">
                  <a16:creationId xmlns:a16="http://schemas.microsoft.com/office/drawing/2014/main" id="{48039AB4-5AA9-B68A-B8CE-58A517BA6986}"/>
                </a:ext>
              </a:extLst>
            </p:cNvPr>
            <p:cNvSpPr/>
            <p:nvPr/>
          </p:nvSpPr>
          <p:spPr>
            <a:xfrm>
              <a:off x="4501293" y="40956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4" name="Oval 1913">
              <a:extLst>
                <a:ext uri="{FF2B5EF4-FFF2-40B4-BE49-F238E27FC236}">
                  <a16:creationId xmlns:a16="http://schemas.microsoft.com/office/drawing/2014/main" id="{0D0C5927-9800-DFE1-8ACE-224BD3F9BA90}"/>
                </a:ext>
              </a:extLst>
            </p:cNvPr>
            <p:cNvSpPr/>
            <p:nvPr/>
          </p:nvSpPr>
          <p:spPr>
            <a:xfrm>
              <a:off x="4467936" y="4108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5" name="Oval 1914">
              <a:extLst>
                <a:ext uri="{FF2B5EF4-FFF2-40B4-BE49-F238E27FC236}">
                  <a16:creationId xmlns:a16="http://schemas.microsoft.com/office/drawing/2014/main" id="{9CCE2036-27E2-73B9-41F6-4FAAB214D13A}"/>
                </a:ext>
              </a:extLst>
            </p:cNvPr>
            <p:cNvSpPr/>
            <p:nvPr/>
          </p:nvSpPr>
          <p:spPr>
            <a:xfrm>
              <a:off x="4295260" y="44550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6" name="Oval 1915">
              <a:extLst>
                <a:ext uri="{FF2B5EF4-FFF2-40B4-BE49-F238E27FC236}">
                  <a16:creationId xmlns:a16="http://schemas.microsoft.com/office/drawing/2014/main" id="{92D02689-1C33-730C-3096-AB7679BC51A7}"/>
                </a:ext>
              </a:extLst>
            </p:cNvPr>
            <p:cNvSpPr/>
            <p:nvPr/>
          </p:nvSpPr>
          <p:spPr>
            <a:xfrm>
              <a:off x="4502338" y="40958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7" name="Oval 1916">
              <a:extLst>
                <a:ext uri="{FF2B5EF4-FFF2-40B4-BE49-F238E27FC236}">
                  <a16:creationId xmlns:a16="http://schemas.microsoft.com/office/drawing/2014/main" id="{03E0627E-4F31-8778-D734-CF34228E4C71}"/>
                </a:ext>
              </a:extLst>
            </p:cNvPr>
            <p:cNvSpPr/>
            <p:nvPr/>
          </p:nvSpPr>
          <p:spPr>
            <a:xfrm>
              <a:off x="6030959" y="4862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8" name="Oval 1917">
              <a:extLst>
                <a:ext uri="{FF2B5EF4-FFF2-40B4-BE49-F238E27FC236}">
                  <a16:creationId xmlns:a16="http://schemas.microsoft.com/office/drawing/2014/main" id="{9C5E46AF-29F2-F515-8E05-2E2F5BBF3060}"/>
                </a:ext>
              </a:extLst>
            </p:cNvPr>
            <p:cNvSpPr/>
            <p:nvPr/>
          </p:nvSpPr>
          <p:spPr>
            <a:xfrm>
              <a:off x="4577237" y="41903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9" name="Oval 1918">
              <a:extLst>
                <a:ext uri="{FF2B5EF4-FFF2-40B4-BE49-F238E27FC236}">
                  <a16:creationId xmlns:a16="http://schemas.microsoft.com/office/drawing/2014/main" id="{AB440303-E9B4-D8BB-2767-4EE90C9EA50C}"/>
                </a:ext>
              </a:extLst>
            </p:cNvPr>
            <p:cNvSpPr/>
            <p:nvPr/>
          </p:nvSpPr>
          <p:spPr>
            <a:xfrm>
              <a:off x="4427842" y="41653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0" name="Oval 1919">
              <a:extLst>
                <a:ext uri="{FF2B5EF4-FFF2-40B4-BE49-F238E27FC236}">
                  <a16:creationId xmlns:a16="http://schemas.microsoft.com/office/drawing/2014/main" id="{FB655E09-D5A6-EA9A-5C16-786BEEA91A68}"/>
                </a:ext>
              </a:extLst>
            </p:cNvPr>
            <p:cNvSpPr/>
            <p:nvPr/>
          </p:nvSpPr>
          <p:spPr>
            <a:xfrm>
              <a:off x="4505687" y="40967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1" name="Oval 1920">
              <a:extLst>
                <a:ext uri="{FF2B5EF4-FFF2-40B4-BE49-F238E27FC236}">
                  <a16:creationId xmlns:a16="http://schemas.microsoft.com/office/drawing/2014/main" id="{96FC9F3B-727C-904D-07DE-2374AF36B544}"/>
                </a:ext>
              </a:extLst>
            </p:cNvPr>
            <p:cNvSpPr/>
            <p:nvPr/>
          </p:nvSpPr>
          <p:spPr>
            <a:xfrm>
              <a:off x="4611742" y="4267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2" name="Oval 1921">
              <a:extLst>
                <a:ext uri="{FF2B5EF4-FFF2-40B4-BE49-F238E27FC236}">
                  <a16:creationId xmlns:a16="http://schemas.microsoft.com/office/drawing/2014/main" id="{731B9864-2AF0-789D-A684-ADB4DECF3E4A}"/>
                </a:ext>
              </a:extLst>
            </p:cNvPr>
            <p:cNvSpPr/>
            <p:nvPr/>
          </p:nvSpPr>
          <p:spPr>
            <a:xfrm>
              <a:off x="5887997" y="48596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3" name="Oval 1922">
              <a:extLst>
                <a:ext uri="{FF2B5EF4-FFF2-40B4-BE49-F238E27FC236}">
                  <a16:creationId xmlns:a16="http://schemas.microsoft.com/office/drawing/2014/main" id="{D5DA2C03-0F3F-7CBC-E5F9-AB82DA888D83}"/>
                </a:ext>
              </a:extLst>
            </p:cNvPr>
            <p:cNvSpPr/>
            <p:nvPr/>
          </p:nvSpPr>
          <p:spPr>
            <a:xfrm>
              <a:off x="4724140" y="45043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4" name="Oval 1923">
              <a:extLst>
                <a:ext uri="{FF2B5EF4-FFF2-40B4-BE49-F238E27FC236}">
                  <a16:creationId xmlns:a16="http://schemas.microsoft.com/office/drawing/2014/main" id="{C2E6560D-D584-47EF-8B68-D136E036446F}"/>
                </a:ext>
              </a:extLst>
            </p:cNvPr>
            <p:cNvSpPr/>
            <p:nvPr/>
          </p:nvSpPr>
          <p:spPr>
            <a:xfrm>
              <a:off x="6033664" y="48629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5" name="Oval 1924">
              <a:extLst>
                <a:ext uri="{FF2B5EF4-FFF2-40B4-BE49-F238E27FC236}">
                  <a16:creationId xmlns:a16="http://schemas.microsoft.com/office/drawing/2014/main" id="{29F26AAF-CB6D-81CB-4F29-8F35BAD2FB17}"/>
                </a:ext>
              </a:extLst>
            </p:cNvPr>
            <p:cNvSpPr/>
            <p:nvPr/>
          </p:nvSpPr>
          <p:spPr>
            <a:xfrm>
              <a:off x="4553545" y="41459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6" name="Oval 1925">
              <a:extLst>
                <a:ext uri="{FF2B5EF4-FFF2-40B4-BE49-F238E27FC236}">
                  <a16:creationId xmlns:a16="http://schemas.microsoft.com/office/drawing/2014/main" id="{4A308CC8-ED32-A376-49F2-9CD3DDEEC4CD}"/>
                </a:ext>
              </a:extLst>
            </p:cNvPr>
            <p:cNvSpPr/>
            <p:nvPr/>
          </p:nvSpPr>
          <p:spPr>
            <a:xfrm>
              <a:off x="4544524" y="41319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7" name="Oval 1926">
              <a:extLst>
                <a:ext uri="{FF2B5EF4-FFF2-40B4-BE49-F238E27FC236}">
                  <a16:creationId xmlns:a16="http://schemas.microsoft.com/office/drawing/2014/main" id="{F836D415-F741-DBD0-D56F-EE0026FEEBE8}"/>
                </a:ext>
              </a:extLst>
            </p:cNvPr>
            <p:cNvSpPr/>
            <p:nvPr/>
          </p:nvSpPr>
          <p:spPr>
            <a:xfrm>
              <a:off x="4419545" y="41814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8" name="Oval 1927">
              <a:extLst>
                <a:ext uri="{FF2B5EF4-FFF2-40B4-BE49-F238E27FC236}">
                  <a16:creationId xmlns:a16="http://schemas.microsoft.com/office/drawing/2014/main" id="{47EBAAA3-8EA3-F466-9EAE-345F9DA19BAC}"/>
                </a:ext>
              </a:extLst>
            </p:cNvPr>
            <p:cNvSpPr/>
            <p:nvPr/>
          </p:nvSpPr>
          <p:spPr>
            <a:xfrm>
              <a:off x="4327179" y="43893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9" name="Oval 1928">
              <a:extLst>
                <a:ext uri="{FF2B5EF4-FFF2-40B4-BE49-F238E27FC236}">
                  <a16:creationId xmlns:a16="http://schemas.microsoft.com/office/drawing/2014/main" id="{C30C7B16-2849-CEB1-0D7B-3E497E1E1A71}"/>
                </a:ext>
              </a:extLst>
            </p:cNvPr>
            <p:cNvSpPr/>
            <p:nvPr/>
          </p:nvSpPr>
          <p:spPr>
            <a:xfrm>
              <a:off x="4499781" y="4095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0" name="Oval 1929">
              <a:extLst>
                <a:ext uri="{FF2B5EF4-FFF2-40B4-BE49-F238E27FC236}">
                  <a16:creationId xmlns:a16="http://schemas.microsoft.com/office/drawing/2014/main" id="{03710011-AEEC-5EA4-01CC-21DA2AC4A748}"/>
                </a:ext>
              </a:extLst>
            </p:cNvPr>
            <p:cNvSpPr/>
            <p:nvPr/>
          </p:nvSpPr>
          <p:spPr>
            <a:xfrm>
              <a:off x="5998176" y="486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1" name="Oval 1930">
              <a:extLst>
                <a:ext uri="{FF2B5EF4-FFF2-40B4-BE49-F238E27FC236}">
                  <a16:creationId xmlns:a16="http://schemas.microsoft.com/office/drawing/2014/main" id="{6C4BD857-4A2C-0187-C0B8-279689729BD4}"/>
                </a:ext>
              </a:extLst>
            </p:cNvPr>
            <p:cNvSpPr/>
            <p:nvPr/>
          </p:nvSpPr>
          <p:spPr>
            <a:xfrm>
              <a:off x="4348973" y="43406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2" name="Oval 1931">
              <a:extLst>
                <a:ext uri="{FF2B5EF4-FFF2-40B4-BE49-F238E27FC236}">
                  <a16:creationId xmlns:a16="http://schemas.microsoft.com/office/drawing/2014/main" id="{89BAD396-370D-E9B4-5025-871A3CA0D127}"/>
                </a:ext>
              </a:extLst>
            </p:cNvPr>
            <p:cNvSpPr/>
            <p:nvPr/>
          </p:nvSpPr>
          <p:spPr>
            <a:xfrm>
              <a:off x="5950789" y="486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3" name="Oval 1932">
              <a:extLst>
                <a:ext uri="{FF2B5EF4-FFF2-40B4-BE49-F238E27FC236}">
                  <a16:creationId xmlns:a16="http://schemas.microsoft.com/office/drawing/2014/main" id="{39CA988A-FFFA-0B00-4C24-CD2968024ECE}"/>
                </a:ext>
              </a:extLst>
            </p:cNvPr>
            <p:cNvSpPr/>
            <p:nvPr/>
          </p:nvSpPr>
          <p:spPr>
            <a:xfrm>
              <a:off x="4569701" y="41752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4" name="Oval 1933">
              <a:extLst>
                <a:ext uri="{FF2B5EF4-FFF2-40B4-BE49-F238E27FC236}">
                  <a16:creationId xmlns:a16="http://schemas.microsoft.com/office/drawing/2014/main" id="{25F12916-298A-ABB8-FCE7-D3FCEB536E31}"/>
                </a:ext>
              </a:extLst>
            </p:cNvPr>
            <p:cNvSpPr/>
            <p:nvPr/>
          </p:nvSpPr>
          <p:spPr>
            <a:xfrm>
              <a:off x="4232253" y="4560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5" name="Oval 1934">
              <a:extLst>
                <a:ext uri="{FF2B5EF4-FFF2-40B4-BE49-F238E27FC236}">
                  <a16:creationId xmlns:a16="http://schemas.microsoft.com/office/drawing/2014/main" id="{99EBF0FF-5ED2-7C33-A915-F73339B5AC30}"/>
                </a:ext>
              </a:extLst>
            </p:cNvPr>
            <p:cNvSpPr/>
            <p:nvPr/>
          </p:nvSpPr>
          <p:spPr>
            <a:xfrm>
              <a:off x="4229576" y="4564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6" name="Oval 1935">
              <a:extLst>
                <a:ext uri="{FF2B5EF4-FFF2-40B4-BE49-F238E27FC236}">
                  <a16:creationId xmlns:a16="http://schemas.microsoft.com/office/drawing/2014/main" id="{ED4F4CDD-288F-68AB-66C0-E3AB68C08BA9}"/>
                </a:ext>
              </a:extLst>
            </p:cNvPr>
            <p:cNvSpPr/>
            <p:nvPr/>
          </p:nvSpPr>
          <p:spPr>
            <a:xfrm>
              <a:off x="4401498" y="42196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7" name="Oval 1936">
              <a:extLst>
                <a:ext uri="{FF2B5EF4-FFF2-40B4-BE49-F238E27FC236}">
                  <a16:creationId xmlns:a16="http://schemas.microsoft.com/office/drawing/2014/main" id="{78A988F8-09C9-6337-C3DC-46BEA1C32F24}"/>
                </a:ext>
              </a:extLst>
            </p:cNvPr>
            <p:cNvSpPr/>
            <p:nvPr/>
          </p:nvSpPr>
          <p:spPr>
            <a:xfrm>
              <a:off x="4484848" y="40973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8" name="Oval 1937">
              <a:extLst>
                <a:ext uri="{FF2B5EF4-FFF2-40B4-BE49-F238E27FC236}">
                  <a16:creationId xmlns:a16="http://schemas.microsoft.com/office/drawing/2014/main" id="{E89C8419-F559-2179-BED3-400852424DAD}"/>
                </a:ext>
              </a:extLst>
            </p:cNvPr>
            <p:cNvSpPr/>
            <p:nvPr/>
          </p:nvSpPr>
          <p:spPr>
            <a:xfrm>
              <a:off x="4611685" y="42669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9" name="Oval 1938">
              <a:extLst>
                <a:ext uri="{FF2B5EF4-FFF2-40B4-BE49-F238E27FC236}">
                  <a16:creationId xmlns:a16="http://schemas.microsoft.com/office/drawing/2014/main" id="{EBE0FFD4-549C-3AD3-2ADD-20B86B3FB0D8}"/>
                </a:ext>
              </a:extLst>
            </p:cNvPr>
            <p:cNvSpPr/>
            <p:nvPr/>
          </p:nvSpPr>
          <p:spPr>
            <a:xfrm>
              <a:off x="4363211" y="43077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0" name="Oval 1939">
              <a:extLst>
                <a:ext uri="{FF2B5EF4-FFF2-40B4-BE49-F238E27FC236}">
                  <a16:creationId xmlns:a16="http://schemas.microsoft.com/office/drawing/2014/main" id="{F7E25A82-830E-04B1-CED0-4E5634CA4A63}"/>
                </a:ext>
              </a:extLst>
            </p:cNvPr>
            <p:cNvSpPr/>
            <p:nvPr/>
          </p:nvSpPr>
          <p:spPr>
            <a:xfrm>
              <a:off x="6012919" y="48625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1" name="Oval 1940">
              <a:extLst>
                <a:ext uri="{FF2B5EF4-FFF2-40B4-BE49-F238E27FC236}">
                  <a16:creationId xmlns:a16="http://schemas.microsoft.com/office/drawing/2014/main" id="{F4EF312D-B7E6-27EA-8F00-A4190B63192F}"/>
                </a:ext>
              </a:extLst>
            </p:cNvPr>
            <p:cNvSpPr/>
            <p:nvPr/>
          </p:nvSpPr>
          <p:spPr>
            <a:xfrm>
              <a:off x="4493745" y="40953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2" name="Oval 1941">
              <a:extLst>
                <a:ext uri="{FF2B5EF4-FFF2-40B4-BE49-F238E27FC236}">
                  <a16:creationId xmlns:a16="http://schemas.microsoft.com/office/drawing/2014/main" id="{ABD681FB-DB9B-53D1-5323-1C782F8692D1}"/>
                </a:ext>
              </a:extLst>
            </p:cNvPr>
            <p:cNvSpPr/>
            <p:nvPr/>
          </p:nvSpPr>
          <p:spPr>
            <a:xfrm>
              <a:off x="4712804" y="44844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3" name="Oval 1942">
              <a:extLst>
                <a:ext uri="{FF2B5EF4-FFF2-40B4-BE49-F238E27FC236}">
                  <a16:creationId xmlns:a16="http://schemas.microsoft.com/office/drawing/2014/main" id="{AC963FA4-FC6D-2790-3A8F-2686C9D5C8DE}"/>
                </a:ext>
              </a:extLst>
            </p:cNvPr>
            <p:cNvSpPr/>
            <p:nvPr/>
          </p:nvSpPr>
          <p:spPr>
            <a:xfrm>
              <a:off x="4308689" y="4428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4" name="Oval 1943">
              <a:extLst>
                <a:ext uri="{FF2B5EF4-FFF2-40B4-BE49-F238E27FC236}">
                  <a16:creationId xmlns:a16="http://schemas.microsoft.com/office/drawing/2014/main" id="{6B3BFD84-A725-9CCB-F21F-4EBF4722CEBB}"/>
                </a:ext>
              </a:extLst>
            </p:cNvPr>
            <p:cNvSpPr/>
            <p:nvPr/>
          </p:nvSpPr>
          <p:spPr>
            <a:xfrm>
              <a:off x="4520671" y="4104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5" name="Oval 1944">
              <a:extLst>
                <a:ext uri="{FF2B5EF4-FFF2-40B4-BE49-F238E27FC236}">
                  <a16:creationId xmlns:a16="http://schemas.microsoft.com/office/drawing/2014/main" id="{9A926E6E-6DB0-55AE-5795-C52E22E67E4A}"/>
                </a:ext>
              </a:extLst>
            </p:cNvPr>
            <p:cNvSpPr/>
            <p:nvPr/>
          </p:nvSpPr>
          <p:spPr>
            <a:xfrm>
              <a:off x="6007114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6" name="Oval 1945">
              <a:extLst>
                <a:ext uri="{FF2B5EF4-FFF2-40B4-BE49-F238E27FC236}">
                  <a16:creationId xmlns:a16="http://schemas.microsoft.com/office/drawing/2014/main" id="{649BE639-EF68-7F63-259D-061877DDF01F}"/>
                </a:ext>
              </a:extLst>
            </p:cNvPr>
            <p:cNvSpPr/>
            <p:nvPr/>
          </p:nvSpPr>
          <p:spPr>
            <a:xfrm>
              <a:off x="4485551" y="40971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7" name="Oval 1946">
              <a:extLst>
                <a:ext uri="{FF2B5EF4-FFF2-40B4-BE49-F238E27FC236}">
                  <a16:creationId xmlns:a16="http://schemas.microsoft.com/office/drawing/2014/main" id="{C679D0BF-15B8-8B11-1128-2EB09C3C82C4}"/>
                </a:ext>
              </a:extLst>
            </p:cNvPr>
            <p:cNvSpPr/>
            <p:nvPr/>
          </p:nvSpPr>
          <p:spPr>
            <a:xfrm>
              <a:off x="4597280" y="42338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8" name="Oval 1947">
              <a:extLst>
                <a:ext uri="{FF2B5EF4-FFF2-40B4-BE49-F238E27FC236}">
                  <a16:creationId xmlns:a16="http://schemas.microsoft.com/office/drawing/2014/main" id="{51CE2798-7A95-2527-2449-4015E7DCCE3B}"/>
                </a:ext>
              </a:extLst>
            </p:cNvPr>
            <p:cNvSpPr/>
            <p:nvPr/>
          </p:nvSpPr>
          <p:spPr>
            <a:xfrm>
              <a:off x="4513800" y="41003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9" name="Oval 1948">
              <a:extLst>
                <a:ext uri="{FF2B5EF4-FFF2-40B4-BE49-F238E27FC236}">
                  <a16:creationId xmlns:a16="http://schemas.microsoft.com/office/drawing/2014/main" id="{5FCED68D-194F-DF85-D031-EC06C635A8DA}"/>
                </a:ext>
              </a:extLst>
            </p:cNvPr>
            <p:cNvSpPr/>
            <p:nvPr/>
          </p:nvSpPr>
          <p:spPr>
            <a:xfrm>
              <a:off x="4389516" y="42466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0" name="Oval 1949">
              <a:extLst>
                <a:ext uri="{FF2B5EF4-FFF2-40B4-BE49-F238E27FC236}">
                  <a16:creationId xmlns:a16="http://schemas.microsoft.com/office/drawing/2014/main" id="{08D4A3EF-7F00-D31A-7AEA-FE56438CB2B2}"/>
                </a:ext>
              </a:extLst>
            </p:cNvPr>
            <p:cNvSpPr/>
            <p:nvPr/>
          </p:nvSpPr>
          <p:spPr>
            <a:xfrm>
              <a:off x="4167018" y="46397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1" name="Oval 1950">
              <a:extLst>
                <a:ext uri="{FF2B5EF4-FFF2-40B4-BE49-F238E27FC236}">
                  <a16:creationId xmlns:a16="http://schemas.microsoft.com/office/drawing/2014/main" id="{66EF06B4-E3BD-6BFA-C900-749D9DCA4BB1}"/>
                </a:ext>
              </a:extLst>
            </p:cNvPr>
            <p:cNvSpPr/>
            <p:nvPr/>
          </p:nvSpPr>
          <p:spPr>
            <a:xfrm>
              <a:off x="4443944" y="41378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2" name="Oval 1951">
              <a:extLst>
                <a:ext uri="{FF2B5EF4-FFF2-40B4-BE49-F238E27FC236}">
                  <a16:creationId xmlns:a16="http://schemas.microsoft.com/office/drawing/2014/main" id="{191E2558-E743-AF0D-8B51-AC98AB50B72A}"/>
                </a:ext>
              </a:extLst>
            </p:cNvPr>
            <p:cNvSpPr/>
            <p:nvPr/>
          </p:nvSpPr>
          <p:spPr>
            <a:xfrm>
              <a:off x="4629665" y="43088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3" name="Oval 1952">
              <a:extLst>
                <a:ext uri="{FF2B5EF4-FFF2-40B4-BE49-F238E27FC236}">
                  <a16:creationId xmlns:a16="http://schemas.microsoft.com/office/drawing/2014/main" id="{35972BCC-0F94-DD7A-CDF4-C0AA3E395DF3}"/>
                </a:ext>
              </a:extLst>
            </p:cNvPr>
            <p:cNvSpPr/>
            <p:nvPr/>
          </p:nvSpPr>
          <p:spPr>
            <a:xfrm>
              <a:off x="4613900" y="42720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4" name="Oval 1953">
              <a:extLst>
                <a:ext uri="{FF2B5EF4-FFF2-40B4-BE49-F238E27FC236}">
                  <a16:creationId xmlns:a16="http://schemas.microsoft.com/office/drawing/2014/main" id="{C7E9C5D9-D46E-45EB-D340-0E75C5B19A3D}"/>
                </a:ext>
              </a:extLst>
            </p:cNvPr>
            <p:cNvSpPr/>
            <p:nvPr/>
          </p:nvSpPr>
          <p:spPr>
            <a:xfrm>
              <a:off x="4290812" y="44636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5" name="Oval 1954">
              <a:extLst>
                <a:ext uri="{FF2B5EF4-FFF2-40B4-BE49-F238E27FC236}">
                  <a16:creationId xmlns:a16="http://schemas.microsoft.com/office/drawing/2014/main" id="{E5B6913C-A1C3-5D3F-D419-BB340B427D2E}"/>
                </a:ext>
              </a:extLst>
            </p:cNvPr>
            <p:cNvSpPr/>
            <p:nvPr/>
          </p:nvSpPr>
          <p:spPr>
            <a:xfrm>
              <a:off x="4594220" y="42270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6" name="Oval 1955">
              <a:extLst>
                <a:ext uri="{FF2B5EF4-FFF2-40B4-BE49-F238E27FC236}">
                  <a16:creationId xmlns:a16="http://schemas.microsoft.com/office/drawing/2014/main" id="{FD1AABFF-171D-72F8-47F2-2897ED1BE9A5}"/>
                </a:ext>
              </a:extLst>
            </p:cNvPr>
            <p:cNvSpPr/>
            <p:nvPr/>
          </p:nvSpPr>
          <p:spPr>
            <a:xfrm>
              <a:off x="4441345" y="41418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7" name="Oval 1956">
              <a:extLst>
                <a:ext uri="{FF2B5EF4-FFF2-40B4-BE49-F238E27FC236}">
                  <a16:creationId xmlns:a16="http://schemas.microsoft.com/office/drawing/2014/main" id="{259E73B4-3459-CD58-2A2F-F07FB399D41D}"/>
                </a:ext>
              </a:extLst>
            </p:cNvPr>
            <p:cNvSpPr/>
            <p:nvPr/>
          </p:nvSpPr>
          <p:spPr>
            <a:xfrm>
              <a:off x="5957580" y="48613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8" name="Oval 1957">
              <a:extLst>
                <a:ext uri="{FF2B5EF4-FFF2-40B4-BE49-F238E27FC236}">
                  <a16:creationId xmlns:a16="http://schemas.microsoft.com/office/drawing/2014/main" id="{FA37B3E6-30DD-C2F9-ED13-6BB6F6F43F26}"/>
                </a:ext>
              </a:extLst>
            </p:cNvPr>
            <p:cNvSpPr/>
            <p:nvPr/>
          </p:nvSpPr>
          <p:spPr>
            <a:xfrm>
              <a:off x="5971127" y="48616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9" name="Oval 1958">
              <a:extLst>
                <a:ext uri="{FF2B5EF4-FFF2-40B4-BE49-F238E27FC236}">
                  <a16:creationId xmlns:a16="http://schemas.microsoft.com/office/drawing/2014/main" id="{7BA3A7C9-6EFF-ECF7-4E29-2733D65194F8}"/>
                </a:ext>
              </a:extLst>
            </p:cNvPr>
            <p:cNvSpPr/>
            <p:nvPr/>
          </p:nvSpPr>
          <p:spPr>
            <a:xfrm>
              <a:off x="4417182" y="41862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0" name="Oval 1959">
              <a:extLst>
                <a:ext uri="{FF2B5EF4-FFF2-40B4-BE49-F238E27FC236}">
                  <a16:creationId xmlns:a16="http://schemas.microsoft.com/office/drawing/2014/main" id="{7A32AB0A-4049-845D-BAC5-93D595E983C6}"/>
                </a:ext>
              </a:extLst>
            </p:cNvPr>
            <p:cNvSpPr/>
            <p:nvPr/>
          </p:nvSpPr>
          <p:spPr>
            <a:xfrm>
              <a:off x="4586354" y="42096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1" name="Oval 1960">
              <a:extLst>
                <a:ext uri="{FF2B5EF4-FFF2-40B4-BE49-F238E27FC236}">
                  <a16:creationId xmlns:a16="http://schemas.microsoft.com/office/drawing/2014/main" id="{378BEF0D-BC4D-EC03-2F5E-19074966B7A1}"/>
                </a:ext>
              </a:extLst>
            </p:cNvPr>
            <p:cNvSpPr/>
            <p:nvPr/>
          </p:nvSpPr>
          <p:spPr>
            <a:xfrm>
              <a:off x="4523131" y="41070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2" name="Oval 1961">
              <a:extLst>
                <a:ext uri="{FF2B5EF4-FFF2-40B4-BE49-F238E27FC236}">
                  <a16:creationId xmlns:a16="http://schemas.microsoft.com/office/drawing/2014/main" id="{EB661767-9C3A-9AED-808E-A38C1D15A932}"/>
                </a:ext>
              </a:extLst>
            </p:cNvPr>
            <p:cNvSpPr/>
            <p:nvPr/>
          </p:nvSpPr>
          <p:spPr>
            <a:xfrm>
              <a:off x="4343899" y="43522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3" name="Oval 1962">
              <a:extLst>
                <a:ext uri="{FF2B5EF4-FFF2-40B4-BE49-F238E27FC236}">
                  <a16:creationId xmlns:a16="http://schemas.microsoft.com/office/drawing/2014/main" id="{FB9E359E-B3B3-F1CD-DE8F-0217DE4210ED}"/>
                </a:ext>
              </a:extLst>
            </p:cNvPr>
            <p:cNvSpPr/>
            <p:nvPr/>
          </p:nvSpPr>
          <p:spPr>
            <a:xfrm>
              <a:off x="4354617" y="43276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4" name="Oval 1963">
              <a:extLst>
                <a:ext uri="{FF2B5EF4-FFF2-40B4-BE49-F238E27FC236}">
                  <a16:creationId xmlns:a16="http://schemas.microsoft.com/office/drawing/2014/main" id="{34300214-CD0F-FE58-8FE5-D94F8193FB95}"/>
                </a:ext>
              </a:extLst>
            </p:cNvPr>
            <p:cNvSpPr/>
            <p:nvPr/>
          </p:nvSpPr>
          <p:spPr>
            <a:xfrm>
              <a:off x="4411348" y="4198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5" name="Oval 1964">
              <a:extLst>
                <a:ext uri="{FF2B5EF4-FFF2-40B4-BE49-F238E27FC236}">
                  <a16:creationId xmlns:a16="http://schemas.microsoft.com/office/drawing/2014/main" id="{DF3CF559-1ABE-A09A-4473-BAC8E641C203}"/>
                </a:ext>
              </a:extLst>
            </p:cNvPr>
            <p:cNvSpPr/>
            <p:nvPr/>
          </p:nvSpPr>
          <p:spPr>
            <a:xfrm>
              <a:off x="6029809" y="48628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6" name="Oval 1965">
              <a:extLst>
                <a:ext uri="{FF2B5EF4-FFF2-40B4-BE49-F238E27FC236}">
                  <a16:creationId xmlns:a16="http://schemas.microsoft.com/office/drawing/2014/main" id="{F8663075-E038-8601-D13D-195C89BA7AB8}"/>
                </a:ext>
              </a:extLst>
            </p:cNvPr>
            <p:cNvSpPr/>
            <p:nvPr/>
          </p:nvSpPr>
          <p:spPr>
            <a:xfrm>
              <a:off x="4272227" y="44975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7" name="Oval 1966">
              <a:extLst>
                <a:ext uri="{FF2B5EF4-FFF2-40B4-BE49-F238E27FC236}">
                  <a16:creationId xmlns:a16="http://schemas.microsoft.com/office/drawing/2014/main" id="{AE410A8E-4FD5-7399-A529-917F558DACEF}"/>
                </a:ext>
              </a:extLst>
            </p:cNvPr>
            <p:cNvSpPr/>
            <p:nvPr/>
          </p:nvSpPr>
          <p:spPr>
            <a:xfrm>
              <a:off x="4624742" y="4297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8" name="Oval 1967">
              <a:extLst>
                <a:ext uri="{FF2B5EF4-FFF2-40B4-BE49-F238E27FC236}">
                  <a16:creationId xmlns:a16="http://schemas.microsoft.com/office/drawing/2014/main" id="{C5C49EEC-A899-47A1-CC40-3EB239FFD7C0}"/>
                </a:ext>
              </a:extLst>
            </p:cNvPr>
            <p:cNvSpPr/>
            <p:nvPr/>
          </p:nvSpPr>
          <p:spPr>
            <a:xfrm>
              <a:off x="4363951" y="43060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9" name="Oval 1968">
              <a:extLst>
                <a:ext uri="{FF2B5EF4-FFF2-40B4-BE49-F238E27FC236}">
                  <a16:creationId xmlns:a16="http://schemas.microsoft.com/office/drawing/2014/main" id="{5E59A2EF-33BD-FC0F-662A-B52982166AD0}"/>
                </a:ext>
              </a:extLst>
            </p:cNvPr>
            <p:cNvSpPr/>
            <p:nvPr/>
          </p:nvSpPr>
          <p:spPr>
            <a:xfrm>
              <a:off x="4227340" y="45678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0" name="Oval 1969">
              <a:extLst>
                <a:ext uri="{FF2B5EF4-FFF2-40B4-BE49-F238E27FC236}">
                  <a16:creationId xmlns:a16="http://schemas.microsoft.com/office/drawing/2014/main" id="{E0FBC8BA-2316-CCEA-10BE-56CEB82469D4}"/>
                </a:ext>
              </a:extLst>
            </p:cNvPr>
            <p:cNvSpPr/>
            <p:nvPr/>
          </p:nvSpPr>
          <p:spPr>
            <a:xfrm>
              <a:off x="4532442" y="41163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1" name="Oval 1970">
              <a:extLst>
                <a:ext uri="{FF2B5EF4-FFF2-40B4-BE49-F238E27FC236}">
                  <a16:creationId xmlns:a16="http://schemas.microsoft.com/office/drawing/2014/main" id="{4F1CA185-4D60-E017-D479-86EF4729404E}"/>
                </a:ext>
              </a:extLst>
            </p:cNvPr>
            <p:cNvSpPr/>
            <p:nvPr/>
          </p:nvSpPr>
          <p:spPr>
            <a:xfrm>
              <a:off x="6078067" y="4863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2" name="Oval 1971">
              <a:extLst>
                <a:ext uri="{FF2B5EF4-FFF2-40B4-BE49-F238E27FC236}">
                  <a16:creationId xmlns:a16="http://schemas.microsoft.com/office/drawing/2014/main" id="{69A27631-5EEB-9FA2-5E43-14D8596B4ECE}"/>
                </a:ext>
              </a:extLst>
            </p:cNvPr>
            <p:cNvSpPr/>
            <p:nvPr/>
          </p:nvSpPr>
          <p:spPr>
            <a:xfrm>
              <a:off x="4501883" y="40957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3" name="Oval 1972">
              <a:extLst>
                <a:ext uri="{FF2B5EF4-FFF2-40B4-BE49-F238E27FC236}">
                  <a16:creationId xmlns:a16="http://schemas.microsoft.com/office/drawing/2014/main" id="{349C48FE-E7DA-9F60-B174-154774E6A1BB}"/>
                </a:ext>
              </a:extLst>
            </p:cNvPr>
            <p:cNvSpPr/>
            <p:nvPr/>
          </p:nvSpPr>
          <p:spPr>
            <a:xfrm>
              <a:off x="4500618" y="40955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4" name="Oval 1973">
              <a:extLst>
                <a:ext uri="{FF2B5EF4-FFF2-40B4-BE49-F238E27FC236}">
                  <a16:creationId xmlns:a16="http://schemas.microsoft.com/office/drawing/2014/main" id="{7D7B5EFA-D658-8DF0-1BBC-E9340B95338A}"/>
                </a:ext>
              </a:extLst>
            </p:cNvPr>
            <p:cNvSpPr/>
            <p:nvPr/>
          </p:nvSpPr>
          <p:spPr>
            <a:xfrm>
              <a:off x="4314274" y="4416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5" name="Oval 1974">
              <a:extLst>
                <a:ext uri="{FF2B5EF4-FFF2-40B4-BE49-F238E27FC236}">
                  <a16:creationId xmlns:a16="http://schemas.microsoft.com/office/drawing/2014/main" id="{256BD364-A1BA-EB61-7BD9-F960DBBF72E6}"/>
                </a:ext>
              </a:extLst>
            </p:cNvPr>
            <p:cNvSpPr/>
            <p:nvPr/>
          </p:nvSpPr>
          <p:spPr>
            <a:xfrm>
              <a:off x="4341608" y="43573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6" name="Oval 1975">
              <a:extLst>
                <a:ext uri="{FF2B5EF4-FFF2-40B4-BE49-F238E27FC236}">
                  <a16:creationId xmlns:a16="http://schemas.microsoft.com/office/drawing/2014/main" id="{05CB8262-00EB-54FF-4D66-889CE106C4BC}"/>
                </a:ext>
              </a:extLst>
            </p:cNvPr>
            <p:cNvSpPr/>
            <p:nvPr/>
          </p:nvSpPr>
          <p:spPr>
            <a:xfrm>
              <a:off x="4537213" y="4122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7" name="Oval 1976">
              <a:extLst>
                <a:ext uri="{FF2B5EF4-FFF2-40B4-BE49-F238E27FC236}">
                  <a16:creationId xmlns:a16="http://schemas.microsoft.com/office/drawing/2014/main" id="{6DC70071-47EE-66E0-D8FD-63297E60A695}"/>
                </a:ext>
              </a:extLst>
            </p:cNvPr>
            <p:cNvSpPr/>
            <p:nvPr/>
          </p:nvSpPr>
          <p:spPr>
            <a:xfrm>
              <a:off x="4490614" y="40957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8" name="Oval 1977">
              <a:extLst>
                <a:ext uri="{FF2B5EF4-FFF2-40B4-BE49-F238E27FC236}">
                  <a16:creationId xmlns:a16="http://schemas.microsoft.com/office/drawing/2014/main" id="{747DB6FF-02B9-E232-D881-0C3268B8BFC2}"/>
                </a:ext>
              </a:extLst>
            </p:cNvPr>
            <p:cNvSpPr/>
            <p:nvPr/>
          </p:nvSpPr>
          <p:spPr>
            <a:xfrm>
              <a:off x="4223703" y="45728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9" name="Oval 1978">
              <a:extLst>
                <a:ext uri="{FF2B5EF4-FFF2-40B4-BE49-F238E27FC236}">
                  <a16:creationId xmlns:a16="http://schemas.microsoft.com/office/drawing/2014/main" id="{30B63669-48BC-A7B0-B20D-34EDACC4116A}"/>
                </a:ext>
              </a:extLst>
            </p:cNvPr>
            <p:cNvSpPr/>
            <p:nvPr/>
          </p:nvSpPr>
          <p:spPr>
            <a:xfrm>
              <a:off x="4574083" y="41839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0" name="Oval 1979">
              <a:extLst>
                <a:ext uri="{FF2B5EF4-FFF2-40B4-BE49-F238E27FC236}">
                  <a16:creationId xmlns:a16="http://schemas.microsoft.com/office/drawing/2014/main" id="{C47FA8F1-890B-A049-C00A-DF52326CD92E}"/>
                </a:ext>
              </a:extLst>
            </p:cNvPr>
            <p:cNvSpPr/>
            <p:nvPr/>
          </p:nvSpPr>
          <p:spPr>
            <a:xfrm>
              <a:off x="5994426" y="48621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1" name="Oval 1980">
              <a:extLst>
                <a:ext uri="{FF2B5EF4-FFF2-40B4-BE49-F238E27FC236}">
                  <a16:creationId xmlns:a16="http://schemas.microsoft.com/office/drawing/2014/main" id="{A95DA906-6DF4-7432-6E75-51CA4254D743}"/>
                </a:ext>
              </a:extLst>
            </p:cNvPr>
            <p:cNvSpPr/>
            <p:nvPr/>
          </p:nvSpPr>
          <p:spPr>
            <a:xfrm>
              <a:off x="4843743" y="46573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2" name="Oval 1981">
              <a:extLst>
                <a:ext uri="{FF2B5EF4-FFF2-40B4-BE49-F238E27FC236}">
                  <a16:creationId xmlns:a16="http://schemas.microsoft.com/office/drawing/2014/main" id="{AC637F2D-C0F3-5B0A-1A9E-CE2BC271DA17}"/>
                </a:ext>
              </a:extLst>
            </p:cNvPr>
            <p:cNvSpPr/>
            <p:nvPr/>
          </p:nvSpPr>
          <p:spPr>
            <a:xfrm>
              <a:off x="4410815" y="4199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3" name="Oval 1982">
              <a:extLst>
                <a:ext uri="{FF2B5EF4-FFF2-40B4-BE49-F238E27FC236}">
                  <a16:creationId xmlns:a16="http://schemas.microsoft.com/office/drawing/2014/main" id="{E2E066DB-DF6C-1DFE-D420-3D95D794AB90}"/>
                </a:ext>
              </a:extLst>
            </p:cNvPr>
            <p:cNvSpPr/>
            <p:nvPr/>
          </p:nvSpPr>
          <p:spPr>
            <a:xfrm>
              <a:off x="4359702" y="43158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4" name="Oval 1983">
              <a:extLst>
                <a:ext uri="{FF2B5EF4-FFF2-40B4-BE49-F238E27FC236}">
                  <a16:creationId xmlns:a16="http://schemas.microsoft.com/office/drawing/2014/main" id="{E6DD4AF4-4FC2-CDF1-5E6A-0DFB5556B058}"/>
                </a:ext>
              </a:extLst>
            </p:cNvPr>
            <p:cNvSpPr/>
            <p:nvPr/>
          </p:nvSpPr>
          <p:spPr>
            <a:xfrm>
              <a:off x="4597565" y="42345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5" name="Oval 1984">
              <a:extLst>
                <a:ext uri="{FF2B5EF4-FFF2-40B4-BE49-F238E27FC236}">
                  <a16:creationId xmlns:a16="http://schemas.microsoft.com/office/drawing/2014/main" id="{B7EE3218-7E13-E0B2-DE09-B504A4538790}"/>
                </a:ext>
              </a:extLst>
            </p:cNvPr>
            <p:cNvSpPr/>
            <p:nvPr/>
          </p:nvSpPr>
          <p:spPr>
            <a:xfrm>
              <a:off x="4538166" y="41232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6" name="Oval 1985">
              <a:extLst>
                <a:ext uri="{FF2B5EF4-FFF2-40B4-BE49-F238E27FC236}">
                  <a16:creationId xmlns:a16="http://schemas.microsoft.com/office/drawing/2014/main" id="{73C4070D-5F60-D5D4-4EDC-08C2F0739190}"/>
                </a:ext>
              </a:extLst>
            </p:cNvPr>
            <p:cNvSpPr/>
            <p:nvPr/>
          </p:nvSpPr>
          <p:spPr>
            <a:xfrm>
              <a:off x="4507100" y="4097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7" name="Oval 1986">
              <a:extLst>
                <a:ext uri="{FF2B5EF4-FFF2-40B4-BE49-F238E27FC236}">
                  <a16:creationId xmlns:a16="http://schemas.microsoft.com/office/drawing/2014/main" id="{04BF40A5-E090-6FE5-6312-3A67EE334B0E}"/>
                </a:ext>
              </a:extLst>
            </p:cNvPr>
            <p:cNvSpPr/>
            <p:nvPr/>
          </p:nvSpPr>
          <p:spPr>
            <a:xfrm>
              <a:off x="4564671" y="4165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8" name="Oval 1987">
              <a:extLst>
                <a:ext uri="{FF2B5EF4-FFF2-40B4-BE49-F238E27FC236}">
                  <a16:creationId xmlns:a16="http://schemas.microsoft.com/office/drawing/2014/main" id="{6C1E6223-8474-3E7F-262B-DC59A9544F3D}"/>
                </a:ext>
              </a:extLst>
            </p:cNvPr>
            <p:cNvSpPr/>
            <p:nvPr/>
          </p:nvSpPr>
          <p:spPr>
            <a:xfrm>
              <a:off x="4433846" y="41544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9" name="Oval 1988">
              <a:extLst>
                <a:ext uri="{FF2B5EF4-FFF2-40B4-BE49-F238E27FC236}">
                  <a16:creationId xmlns:a16="http://schemas.microsoft.com/office/drawing/2014/main" id="{19710B11-81A5-D138-D0A9-E1CE05ED79E8}"/>
                </a:ext>
              </a:extLst>
            </p:cNvPr>
            <p:cNvSpPr/>
            <p:nvPr/>
          </p:nvSpPr>
          <p:spPr>
            <a:xfrm>
              <a:off x="4604590" y="42505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0" name="Oval 1989">
              <a:extLst>
                <a:ext uri="{FF2B5EF4-FFF2-40B4-BE49-F238E27FC236}">
                  <a16:creationId xmlns:a16="http://schemas.microsoft.com/office/drawing/2014/main" id="{AA64C619-FDA8-0358-7A9D-56A3B5F8907C}"/>
                </a:ext>
              </a:extLst>
            </p:cNvPr>
            <p:cNvSpPr/>
            <p:nvPr/>
          </p:nvSpPr>
          <p:spPr>
            <a:xfrm>
              <a:off x="4541044" y="41270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1" name="Oval 1990">
              <a:extLst>
                <a:ext uri="{FF2B5EF4-FFF2-40B4-BE49-F238E27FC236}">
                  <a16:creationId xmlns:a16="http://schemas.microsoft.com/office/drawing/2014/main" id="{6D5B9428-8E15-8625-336C-F895FD17B08D}"/>
                </a:ext>
              </a:extLst>
            </p:cNvPr>
            <p:cNvSpPr/>
            <p:nvPr/>
          </p:nvSpPr>
          <p:spPr>
            <a:xfrm>
              <a:off x="4426051" y="4168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2" name="Oval 1991">
              <a:extLst>
                <a:ext uri="{FF2B5EF4-FFF2-40B4-BE49-F238E27FC236}">
                  <a16:creationId xmlns:a16="http://schemas.microsoft.com/office/drawing/2014/main" id="{2A76CA4D-5919-E118-A1A3-96835606945D}"/>
                </a:ext>
              </a:extLst>
            </p:cNvPr>
            <p:cNvSpPr/>
            <p:nvPr/>
          </p:nvSpPr>
          <p:spPr>
            <a:xfrm>
              <a:off x="4763805" y="4566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3" name="Oval 1992">
              <a:extLst>
                <a:ext uri="{FF2B5EF4-FFF2-40B4-BE49-F238E27FC236}">
                  <a16:creationId xmlns:a16="http://schemas.microsoft.com/office/drawing/2014/main" id="{E7901585-A497-3F65-8F1D-46D9771F91DD}"/>
                </a:ext>
              </a:extLst>
            </p:cNvPr>
            <p:cNvSpPr/>
            <p:nvPr/>
          </p:nvSpPr>
          <p:spPr>
            <a:xfrm>
              <a:off x="4836337" y="46504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4" name="Oval 1993">
              <a:extLst>
                <a:ext uri="{FF2B5EF4-FFF2-40B4-BE49-F238E27FC236}">
                  <a16:creationId xmlns:a16="http://schemas.microsoft.com/office/drawing/2014/main" id="{18FFAA5D-CF34-0174-8460-D4A29DCB34C2}"/>
                </a:ext>
              </a:extLst>
            </p:cNvPr>
            <p:cNvSpPr/>
            <p:nvPr/>
          </p:nvSpPr>
          <p:spPr>
            <a:xfrm>
              <a:off x="4462990" y="41130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5" name="Oval 1994">
              <a:extLst>
                <a:ext uri="{FF2B5EF4-FFF2-40B4-BE49-F238E27FC236}">
                  <a16:creationId xmlns:a16="http://schemas.microsoft.com/office/drawing/2014/main" id="{98C5F3A6-DB4E-C03B-CF68-67C8669480A7}"/>
                </a:ext>
              </a:extLst>
            </p:cNvPr>
            <p:cNvSpPr/>
            <p:nvPr/>
          </p:nvSpPr>
          <p:spPr>
            <a:xfrm>
              <a:off x="6025979" y="4862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6" name="Oval 1995">
              <a:extLst>
                <a:ext uri="{FF2B5EF4-FFF2-40B4-BE49-F238E27FC236}">
                  <a16:creationId xmlns:a16="http://schemas.microsoft.com/office/drawing/2014/main" id="{0362F172-1F76-F4E6-42A8-AC6DF1AB6054}"/>
                </a:ext>
              </a:extLst>
            </p:cNvPr>
            <p:cNvSpPr/>
            <p:nvPr/>
          </p:nvSpPr>
          <p:spPr>
            <a:xfrm>
              <a:off x="4510132" y="4098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7" name="Oval 1996">
              <a:extLst>
                <a:ext uri="{FF2B5EF4-FFF2-40B4-BE49-F238E27FC236}">
                  <a16:creationId xmlns:a16="http://schemas.microsoft.com/office/drawing/2014/main" id="{94CC2B0A-A6E5-0ADA-9873-FEF33440DDE2}"/>
                </a:ext>
              </a:extLst>
            </p:cNvPr>
            <p:cNvSpPr/>
            <p:nvPr/>
          </p:nvSpPr>
          <p:spPr>
            <a:xfrm>
              <a:off x="4414126" y="41925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8" name="Oval 1997">
              <a:extLst>
                <a:ext uri="{FF2B5EF4-FFF2-40B4-BE49-F238E27FC236}">
                  <a16:creationId xmlns:a16="http://schemas.microsoft.com/office/drawing/2014/main" id="{29B708D1-EE0A-D9C8-AF90-F5193FD115B7}"/>
                </a:ext>
              </a:extLst>
            </p:cNvPr>
            <p:cNvSpPr/>
            <p:nvPr/>
          </p:nvSpPr>
          <p:spPr>
            <a:xfrm>
              <a:off x="4609008" y="42607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9" name="Oval 1998">
              <a:extLst>
                <a:ext uri="{FF2B5EF4-FFF2-40B4-BE49-F238E27FC236}">
                  <a16:creationId xmlns:a16="http://schemas.microsoft.com/office/drawing/2014/main" id="{38E2F5D2-B8E6-00A1-0B02-F91A5C6B3F9E}"/>
                </a:ext>
              </a:extLst>
            </p:cNvPr>
            <p:cNvSpPr/>
            <p:nvPr/>
          </p:nvSpPr>
          <p:spPr>
            <a:xfrm>
              <a:off x="6032793" y="48629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0" name="Oval 1999">
              <a:extLst>
                <a:ext uri="{FF2B5EF4-FFF2-40B4-BE49-F238E27FC236}">
                  <a16:creationId xmlns:a16="http://schemas.microsoft.com/office/drawing/2014/main" id="{D47D6DDD-BC15-1DC0-811E-71E5998E709F}"/>
                </a:ext>
              </a:extLst>
            </p:cNvPr>
            <p:cNvSpPr/>
            <p:nvPr/>
          </p:nvSpPr>
          <p:spPr>
            <a:xfrm>
              <a:off x="4317433" y="4410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1" name="Oval 2000">
              <a:extLst>
                <a:ext uri="{FF2B5EF4-FFF2-40B4-BE49-F238E27FC236}">
                  <a16:creationId xmlns:a16="http://schemas.microsoft.com/office/drawing/2014/main" id="{DCB2D538-2E6C-460B-C18E-51FAD3961361}"/>
                </a:ext>
              </a:extLst>
            </p:cNvPr>
            <p:cNvSpPr/>
            <p:nvPr/>
          </p:nvSpPr>
          <p:spPr>
            <a:xfrm>
              <a:off x="4514862" y="41009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2" name="Oval 2001">
              <a:extLst>
                <a:ext uri="{FF2B5EF4-FFF2-40B4-BE49-F238E27FC236}">
                  <a16:creationId xmlns:a16="http://schemas.microsoft.com/office/drawing/2014/main" id="{F8B73727-F3EB-2651-FAB7-F277A847C44E}"/>
                </a:ext>
              </a:extLst>
            </p:cNvPr>
            <p:cNvSpPr/>
            <p:nvPr/>
          </p:nvSpPr>
          <p:spPr>
            <a:xfrm>
              <a:off x="4537140" y="41219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3" name="Oval 2002">
              <a:extLst>
                <a:ext uri="{FF2B5EF4-FFF2-40B4-BE49-F238E27FC236}">
                  <a16:creationId xmlns:a16="http://schemas.microsoft.com/office/drawing/2014/main" id="{A20FB524-6E2B-E7C7-6731-DEDA66E01AFE}"/>
                </a:ext>
              </a:extLst>
            </p:cNvPr>
            <p:cNvSpPr/>
            <p:nvPr/>
          </p:nvSpPr>
          <p:spPr>
            <a:xfrm>
              <a:off x="4259996" y="4518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4" name="Oval 2003">
              <a:extLst>
                <a:ext uri="{FF2B5EF4-FFF2-40B4-BE49-F238E27FC236}">
                  <a16:creationId xmlns:a16="http://schemas.microsoft.com/office/drawing/2014/main" id="{32993617-485C-70D7-8B86-14EACDFE2C9F}"/>
                </a:ext>
              </a:extLst>
            </p:cNvPr>
            <p:cNvSpPr/>
            <p:nvPr/>
          </p:nvSpPr>
          <p:spPr>
            <a:xfrm>
              <a:off x="4588803" y="42150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5" name="Oval 2004">
              <a:extLst>
                <a:ext uri="{FF2B5EF4-FFF2-40B4-BE49-F238E27FC236}">
                  <a16:creationId xmlns:a16="http://schemas.microsoft.com/office/drawing/2014/main" id="{9FA7186E-191C-E0BD-32E9-3639C5674B0F}"/>
                </a:ext>
              </a:extLst>
            </p:cNvPr>
            <p:cNvSpPr/>
            <p:nvPr/>
          </p:nvSpPr>
          <p:spPr>
            <a:xfrm>
              <a:off x="6043125" y="4863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6" name="Oval 2005">
              <a:extLst>
                <a:ext uri="{FF2B5EF4-FFF2-40B4-BE49-F238E27FC236}">
                  <a16:creationId xmlns:a16="http://schemas.microsoft.com/office/drawing/2014/main" id="{20104AE8-9CD6-DEDA-3A24-5E4854AE3D54}"/>
                </a:ext>
              </a:extLst>
            </p:cNvPr>
            <p:cNvSpPr/>
            <p:nvPr/>
          </p:nvSpPr>
          <p:spPr>
            <a:xfrm>
              <a:off x="4588093" y="42134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7" name="Oval 2006">
              <a:extLst>
                <a:ext uri="{FF2B5EF4-FFF2-40B4-BE49-F238E27FC236}">
                  <a16:creationId xmlns:a16="http://schemas.microsoft.com/office/drawing/2014/main" id="{8536E9C2-81A3-BB09-172F-41BE9F29B505}"/>
                </a:ext>
              </a:extLst>
            </p:cNvPr>
            <p:cNvSpPr/>
            <p:nvPr/>
          </p:nvSpPr>
          <p:spPr>
            <a:xfrm>
              <a:off x="5966623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8" name="Oval 2007">
              <a:extLst>
                <a:ext uri="{FF2B5EF4-FFF2-40B4-BE49-F238E27FC236}">
                  <a16:creationId xmlns:a16="http://schemas.microsoft.com/office/drawing/2014/main" id="{FE514366-39D4-345F-63E6-C281C192BC88}"/>
                </a:ext>
              </a:extLst>
            </p:cNvPr>
            <p:cNvSpPr/>
            <p:nvPr/>
          </p:nvSpPr>
          <p:spPr>
            <a:xfrm>
              <a:off x="4345736" y="43480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9" name="Oval 2008">
              <a:extLst>
                <a:ext uri="{FF2B5EF4-FFF2-40B4-BE49-F238E27FC236}">
                  <a16:creationId xmlns:a16="http://schemas.microsoft.com/office/drawing/2014/main" id="{021FE1C9-9092-31D4-F492-CA3E331B9378}"/>
                </a:ext>
              </a:extLst>
            </p:cNvPr>
            <p:cNvSpPr/>
            <p:nvPr/>
          </p:nvSpPr>
          <p:spPr>
            <a:xfrm>
              <a:off x="4472993" y="41040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0" name="Oval 2009">
              <a:extLst>
                <a:ext uri="{FF2B5EF4-FFF2-40B4-BE49-F238E27FC236}">
                  <a16:creationId xmlns:a16="http://schemas.microsoft.com/office/drawing/2014/main" id="{1958C367-A9FF-0EEF-E9FC-6DBA01592887}"/>
                </a:ext>
              </a:extLst>
            </p:cNvPr>
            <p:cNvSpPr/>
            <p:nvPr/>
          </p:nvSpPr>
          <p:spPr>
            <a:xfrm>
              <a:off x="4781323" y="4589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1" name="Oval 2010">
              <a:extLst>
                <a:ext uri="{FF2B5EF4-FFF2-40B4-BE49-F238E27FC236}">
                  <a16:creationId xmlns:a16="http://schemas.microsoft.com/office/drawing/2014/main" id="{CF917D71-9F45-F9DB-9BBC-DF975757BFA3}"/>
                </a:ext>
              </a:extLst>
            </p:cNvPr>
            <p:cNvSpPr/>
            <p:nvPr/>
          </p:nvSpPr>
          <p:spPr>
            <a:xfrm>
              <a:off x="5992940" y="4862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2" name="Oval 2011">
              <a:extLst>
                <a:ext uri="{FF2B5EF4-FFF2-40B4-BE49-F238E27FC236}">
                  <a16:creationId xmlns:a16="http://schemas.microsoft.com/office/drawing/2014/main" id="{ECEC7DC1-C45F-CDA2-AEFB-969BF0ADAB7E}"/>
                </a:ext>
              </a:extLst>
            </p:cNvPr>
            <p:cNvSpPr/>
            <p:nvPr/>
          </p:nvSpPr>
          <p:spPr>
            <a:xfrm>
              <a:off x="4406683" y="42082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3" name="Oval 2012">
              <a:extLst>
                <a:ext uri="{FF2B5EF4-FFF2-40B4-BE49-F238E27FC236}">
                  <a16:creationId xmlns:a16="http://schemas.microsoft.com/office/drawing/2014/main" id="{E20CC3CC-9DFA-8A63-6496-79091E0887E5}"/>
                </a:ext>
              </a:extLst>
            </p:cNvPr>
            <p:cNvSpPr/>
            <p:nvPr/>
          </p:nvSpPr>
          <p:spPr>
            <a:xfrm>
              <a:off x="6074747" y="4863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4" name="Oval 2013">
              <a:extLst>
                <a:ext uri="{FF2B5EF4-FFF2-40B4-BE49-F238E27FC236}">
                  <a16:creationId xmlns:a16="http://schemas.microsoft.com/office/drawing/2014/main" id="{E21F4637-6BDD-F533-C4A2-7C84FCE9AE50}"/>
                </a:ext>
              </a:extLst>
            </p:cNvPr>
            <p:cNvSpPr/>
            <p:nvPr/>
          </p:nvSpPr>
          <p:spPr>
            <a:xfrm>
              <a:off x="4704113" y="44683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5" name="Oval 2014">
              <a:extLst>
                <a:ext uri="{FF2B5EF4-FFF2-40B4-BE49-F238E27FC236}">
                  <a16:creationId xmlns:a16="http://schemas.microsoft.com/office/drawing/2014/main" id="{F8EB957F-B62F-636F-96B3-6E809DE01DC6}"/>
                </a:ext>
              </a:extLst>
            </p:cNvPr>
            <p:cNvSpPr/>
            <p:nvPr/>
          </p:nvSpPr>
          <p:spPr>
            <a:xfrm>
              <a:off x="4550064" y="41403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6" name="Oval 2015">
              <a:extLst>
                <a:ext uri="{FF2B5EF4-FFF2-40B4-BE49-F238E27FC236}">
                  <a16:creationId xmlns:a16="http://schemas.microsoft.com/office/drawing/2014/main" id="{75E3F2D1-EC0B-ABAE-96A8-D8E7EC458A8E}"/>
                </a:ext>
              </a:extLst>
            </p:cNvPr>
            <p:cNvSpPr/>
            <p:nvPr/>
          </p:nvSpPr>
          <p:spPr>
            <a:xfrm>
              <a:off x="4703903" y="44679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7" name="Oval 2016">
              <a:extLst>
                <a:ext uri="{FF2B5EF4-FFF2-40B4-BE49-F238E27FC236}">
                  <a16:creationId xmlns:a16="http://schemas.microsoft.com/office/drawing/2014/main" id="{27C36B47-F1EE-111A-B9E5-33D796E29B23}"/>
                </a:ext>
              </a:extLst>
            </p:cNvPr>
            <p:cNvSpPr/>
            <p:nvPr/>
          </p:nvSpPr>
          <p:spPr>
            <a:xfrm>
              <a:off x="4351807" y="43341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8" name="Oval 2017">
              <a:extLst>
                <a:ext uri="{FF2B5EF4-FFF2-40B4-BE49-F238E27FC236}">
                  <a16:creationId xmlns:a16="http://schemas.microsoft.com/office/drawing/2014/main" id="{0F7E2C68-BB4A-3485-4200-0A3156F32D30}"/>
                </a:ext>
              </a:extLst>
            </p:cNvPr>
            <p:cNvSpPr/>
            <p:nvPr/>
          </p:nvSpPr>
          <p:spPr>
            <a:xfrm>
              <a:off x="4289871" y="44653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9" name="Oval 2018">
              <a:extLst>
                <a:ext uri="{FF2B5EF4-FFF2-40B4-BE49-F238E27FC236}">
                  <a16:creationId xmlns:a16="http://schemas.microsoft.com/office/drawing/2014/main" id="{F51B8886-8B3E-4A2F-E52A-B37E834A3863}"/>
                </a:ext>
              </a:extLst>
            </p:cNvPr>
            <p:cNvSpPr/>
            <p:nvPr/>
          </p:nvSpPr>
          <p:spPr>
            <a:xfrm>
              <a:off x="5946226" y="48610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0" name="Oval 2019">
              <a:extLst>
                <a:ext uri="{FF2B5EF4-FFF2-40B4-BE49-F238E27FC236}">
                  <a16:creationId xmlns:a16="http://schemas.microsoft.com/office/drawing/2014/main" id="{D000221F-EDA1-DFB6-286E-9FDCA361FA73}"/>
                </a:ext>
              </a:extLst>
            </p:cNvPr>
            <p:cNvSpPr/>
            <p:nvPr/>
          </p:nvSpPr>
          <p:spPr>
            <a:xfrm>
              <a:off x="4640340" y="43335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1" name="Oval 2020">
              <a:extLst>
                <a:ext uri="{FF2B5EF4-FFF2-40B4-BE49-F238E27FC236}">
                  <a16:creationId xmlns:a16="http://schemas.microsoft.com/office/drawing/2014/main" id="{273F0EC6-BCE5-4EC2-8EF9-182D40CB7743}"/>
                </a:ext>
              </a:extLst>
            </p:cNvPr>
            <p:cNvSpPr/>
            <p:nvPr/>
          </p:nvSpPr>
          <p:spPr>
            <a:xfrm>
              <a:off x="4635752" y="43229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2" name="Oval 2021">
              <a:extLst>
                <a:ext uri="{FF2B5EF4-FFF2-40B4-BE49-F238E27FC236}">
                  <a16:creationId xmlns:a16="http://schemas.microsoft.com/office/drawing/2014/main" id="{C63BB08C-2E9E-1F73-69FA-DDC34DECE5AE}"/>
                </a:ext>
              </a:extLst>
            </p:cNvPr>
            <p:cNvSpPr/>
            <p:nvPr/>
          </p:nvSpPr>
          <p:spPr>
            <a:xfrm>
              <a:off x="4895495" y="46986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3" name="Oval 2022">
              <a:extLst>
                <a:ext uri="{FF2B5EF4-FFF2-40B4-BE49-F238E27FC236}">
                  <a16:creationId xmlns:a16="http://schemas.microsoft.com/office/drawing/2014/main" id="{498E5E1E-93CC-3F48-B974-06F088C1CC10}"/>
                </a:ext>
              </a:extLst>
            </p:cNvPr>
            <p:cNvSpPr/>
            <p:nvPr/>
          </p:nvSpPr>
          <p:spPr>
            <a:xfrm>
              <a:off x="4514112" y="41004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4" name="Oval 2023">
              <a:extLst>
                <a:ext uri="{FF2B5EF4-FFF2-40B4-BE49-F238E27FC236}">
                  <a16:creationId xmlns:a16="http://schemas.microsoft.com/office/drawing/2014/main" id="{8FDD9966-B50B-A4CA-6863-7DB514B14DAA}"/>
                </a:ext>
              </a:extLst>
            </p:cNvPr>
            <p:cNvSpPr/>
            <p:nvPr/>
          </p:nvSpPr>
          <p:spPr>
            <a:xfrm>
              <a:off x="4426481" y="4167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5" name="Oval 2024">
              <a:extLst>
                <a:ext uri="{FF2B5EF4-FFF2-40B4-BE49-F238E27FC236}">
                  <a16:creationId xmlns:a16="http://schemas.microsoft.com/office/drawing/2014/main" id="{3AC27690-9B28-4B84-9AA0-223F2FADB7FC}"/>
                </a:ext>
              </a:extLst>
            </p:cNvPr>
            <p:cNvSpPr/>
            <p:nvPr/>
          </p:nvSpPr>
          <p:spPr>
            <a:xfrm>
              <a:off x="6049985" y="48632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6" name="Oval 2025">
              <a:extLst>
                <a:ext uri="{FF2B5EF4-FFF2-40B4-BE49-F238E27FC236}">
                  <a16:creationId xmlns:a16="http://schemas.microsoft.com/office/drawing/2014/main" id="{F3746A15-25DC-8517-90F6-17441BF1A844}"/>
                </a:ext>
              </a:extLst>
            </p:cNvPr>
            <p:cNvSpPr/>
            <p:nvPr/>
          </p:nvSpPr>
          <p:spPr>
            <a:xfrm>
              <a:off x="6014625" y="4862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7" name="Oval 2026">
              <a:extLst>
                <a:ext uri="{FF2B5EF4-FFF2-40B4-BE49-F238E27FC236}">
                  <a16:creationId xmlns:a16="http://schemas.microsoft.com/office/drawing/2014/main" id="{09B1AC28-98BB-3B0E-3B84-E4E8A7A38D37}"/>
                </a:ext>
              </a:extLst>
            </p:cNvPr>
            <p:cNvSpPr/>
            <p:nvPr/>
          </p:nvSpPr>
          <p:spPr>
            <a:xfrm>
              <a:off x="5975434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8" name="Oval 2027">
              <a:extLst>
                <a:ext uri="{FF2B5EF4-FFF2-40B4-BE49-F238E27FC236}">
                  <a16:creationId xmlns:a16="http://schemas.microsoft.com/office/drawing/2014/main" id="{8905D1CA-C5F1-C074-F49C-C056FC06FF6A}"/>
                </a:ext>
              </a:extLst>
            </p:cNvPr>
            <p:cNvSpPr/>
            <p:nvPr/>
          </p:nvSpPr>
          <p:spPr>
            <a:xfrm>
              <a:off x="4789391" y="45996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9" name="Oval 2028">
              <a:extLst>
                <a:ext uri="{FF2B5EF4-FFF2-40B4-BE49-F238E27FC236}">
                  <a16:creationId xmlns:a16="http://schemas.microsoft.com/office/drawing/2014/main" id="{5538AD4A-6ACE-8299-29FE-CCD212CFCBE4}"/>
                </a:ext>
              </a:extLst>
            </p:cNvPr>
            <p:cNvSpPr/>
            <p:nvPr/>
          </p:nvSpPr>
          <p:spPr>
            <a:xfrm>
              <a:off x="4412128" y="4196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0" name="Oval 2029">
              <a:extLst>
                <a:ext uri="{FF2B5EF4-FFF2-40B4-BE49-F238E27FC236}">
                  <a16:creationId xmlns:a16="http://schemas.microsoft.com/office/drawing/2014/main" id="{CE272915-7364-0505-E368-747832D0BA9D}"/>
                </a:ext>
              </a:extLst>
            </p:cNvPr>
            <p:cNvSpPr/>
            <p:nvPr/>
          </p:nvSpPr>
          <p:spPr>
            <a:xfrm>
              <a:off x="4670875" y="44015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1" name="Oval 2030">
              <a:extLst>
                <a:ext uri="{FF2B5EF4-FFF2-40B4-BE49-F238E27FC236}">
                  <a16:creationId xmlns:a16="http://schemas.microsoft.com/office/drawing/2014/main" id="{98CAED7F-0624-370D-3A77-70B3FC805F38}"/>
                </a:ext>
              </a:extLst>
            </p:cNvPr>
            <p:cNvSpPr/>
            <p:nvPr/>
          </p:nvSpPr>
          <p:spPr>
            <a:xfrm>
              <a:off x="4375264" y="42796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2" name="Oval 2031">
              <a:extLst>
                <a:ext uri="{FF2B5EF4-FFF2-40B4-BE49-F238E27FC236}">
                  <a16:creationId xmlns:a16="http://schemas.microsoft.com/office/drawing/2014/main" id="{D620B5D0-0E5B-BE08-2731-3BFF7DCBBF54}"/>
                </a:ext>
              </a:extLst>
            </p:cNvPr>
            <p:cNvSpPr/>
            <p:nvPr/>
          </p:nvSpPr>
          <p:spPr>
            <a:xfrm>
              <a:off x="4278746" y="44859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3" name="Oval 2032">
              <a:extLst>
                <a:ext uri="{FF2B5EF4-FFF2-40B4-BE49-F238E27FC236}">
                  <a16:creationId xmlns:a16="http://schemas.microsoft.com/office/drawing/2014/main" id="{669C7049-4E7E-9568-F304-B772EC1226CA}"/>
                </a:ext>
              </a:extLst>
            </p:cNvPr>
            <p:cNvSpPr/>
            <p:nvPr/>
          </p:nvSpPr>
          <p:spPr>
            <a:xfrm>
              <a:off x="4614089" y="42725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4" name="Oval 2033">
              <a:extLst>
                <a:ext uri="{FF2B5EF4-FFF2-40B4-BE49-F238E27FC236}">
                  <a16:creationId xmlns:a16="http://schemas.microsoft.com/office/drawing/2014/main" id="{85BF8DBF-A13D-F1FB-A0AA-A8611EF1EF06}"/>
                </a:ext>
              </a:extLst>
            </p:cNvPr>
            <p:cNvSpPr/>
            <p:nvPr/>
          </p:nvSpPr>
          <p:spPr>
            <a:xfrm>
              <a:off x="4647396" y="4349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5" name="Oval 2034">
              <a:extLst>
                <a:ext uri="{FF2B5EF4-FFF2-40B4-BE49-F238E27FC236}">
                  <a16:creationId xmlns:a16="http://schemas.microsoft.com/office/drawing/2014/main" id="{81848EFD-D02C-4F59-C08C-A34EEECE98DA}"/>
                </a:ext>
              </a:extLst>
            </p:cNvPr>
            <p:cNvSpPr/>
            <p:nvPr/>
          </p:nvSpPr>
          <p:spPr>
            <a:xfrm>
              <a:off x="5977675" y="4861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6" name="Oval 2035">
              <a:extLst>
                <a:ext uri="{FF2B5EF4-FFF2-40B4-BE49-F238E27FC236}">
                  <a16:creationId xmlns:a16="http://schemas.microsoft.com/office/drawing/2014/main" id="{A191CA00-006B-4A29-AC94-6619BD15F171}"/>
                </a:ext>
              </a:extLst>
            </p:cNvPr>
            <p:cNvSpPr/>
            <p:nvPr/>
          </p:nvSpPr>
          <p:spPr>
            <a:xfrm>
              <a:off x="4475146" y="41024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7" name="Oval 2036">
              <a:extLst>
                <a:ext uri="{FF2B5EF4-FFF2-40B4-BE49-F238E27FC236}">
                  <a16:creationId xmlns:a16="http://schemas.microsoft.com/office/drawing/2014/main" id="{8449553D-7E3E-14D8-83B4-15126F08C522}"/>
                </a:ext>
              </a:extLst>
            </p:cNvPr>
            <p:cNvSpPr/>
            <p:nvPr/>
          </p:nvSpPr>
          <p:spPr>
            <a:xfrm>
              <a:off x="4401571" y="42194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8" name="Oval 2037">
              <a:extLst>
                <a:ext uri="{FF2B5EF4-FFF2-40B4-BE49-F238E27FC236}">
                  <a16:creationId xmlns:a16="http://schemas.microsoft.com/office/drawing/2014/main" id="{8F03DED1-363B-9236-666A-ABBAC61B39CF}"/>
                </a:ext>
              </a:extLst>
            </p:cNvPr>
            <p:cNvSpPr/>
            <p:nvPr/>
          </p:nvSpPr>
          <p:spPr>
            <a:xfrm>
              <a:off x="4513707" y="4100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9" name="Oval 2038">
              <a:extLst>
                <a:ext uri="{FF2B5EF4-FFF2-40B4-BE49-F238E27FC236}">
                  <a16:creationId xmlns:a16="http://schemas.microsoft.com/office/drawing/2014/main" id="{4B32A8DF-BFD1-015F-6DFE-EB0F7C3650E5}"/>
                </a:ext>
              </a:extLst>
            </p:cNvPr>
            <p:cNvSpPr/>
            <p:nvPr/>
          </p:nvSpPr>
          <p:spPr>
            <a:xfrm>
              <a:off x="4564481" y="4165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0" name="Oval 2039">
              <a:extLst>
                <a:ext uri="{FF2B5EF4-FFF2-40B4-BE49-F238E27FC236}">
                  <a16:creationId xmlns:a16="http://schemas.microsoft.com/office/drawing/2014/main" id="{EA49905C-0047-D94A-E7D6-BF9942E62285}"/>
                </a:ext>
              </a:extLst>
            </p:cNvPr>
            <p:cNvSpPr/>
            <p:nvPr/>
          </p:nvSpPr>
          <p:spPr>
            <a:xfrm>
              <a:off x="6045864" y="48631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1" name="Oval 2040">
              <a:extLst>
                <a:ext uri="{FF2B5EF4-FFF2-40B4-BE49-F238E27FC236}">
                  <a16:creationId xmlns:a16="http://schemas.microsoft.com/office/drawing/2014/main" id="{049F9C94-73EB-FBD1-6ED3-83C3F422DCE5}"/>
                </a:ext>
              </a:extLst>
            </p:cNvPr>
            <p:cNvSpPr/>
            <p:nvPr/>
          </p:nvSpPr>
          <p:spPr>
            <a:xfrm>
              <a:off x="4489133" y="40960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2" name="Oval 2041">
              <a:extLst>
                <a:ext uri="{FF2B5EF4-FFF2-40B4-BE49-F238E27FC236}">
                  <a16:creationId xmlns:a16="http://schemas.microsoft.com/office/drawing/2014/main" id="{E8319529-2FFD-EFEE-E2C6-CE430DFF6B95}"/>
                </a:ext>
              </a:extLst>
            </p:cNvPr>
            <p:cNvSpPr/>
            <p:nvPr/>
          </p:nvSpPr>
          <p:spPr>
            <a:xfrm>
              <a:off x="4369907" y="42921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3" name="Oval 2042">
              <a:extLst>
                <a:ext uri="{FF2B5EF4-FFF2-40B4-BE49-F238E27FC236}">
                  <a16:creationId xmlns:a16="http://schemas.microsoft.com/office/drawing/2014/main" id="{AFD2CC2B-4506-752F-FD21-303D5A3DCD78}"/>
                </a:ext>
              </a:extLst>
            </p:cNvPr>
            <p:cNvSpPr/>
            <p:nvPr/>
          </p:nvSpPr>
          <p:spPr>
            <a:xfrm>
              <a:off x="4502876" y="4095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4" name="Oval 2043">
              <a:extLst>
                <a:ext uri="{FF2B5EF4-FFF2-40B4-BE49-F238E27FC236}">
                  <a16:creationId xmlns:a16="http://schemas.microsoft.com/office/drawing/2014/main" id="{E5CB4D90-AD15-97CE-7503-72076B3CECE5}"/>
                </a:ext>
              </a:extLst>
            </p:cNvPr>
            <p:cNvSpPr/>
            <p:nvPr/>
          </p:nvSpPr>
          <p:spPr>
            <a:xfrm>
              <a:off x="4688028" y="44371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5" name="Oval 2044">
              <a:extLst>
                <a:ext uri="{FF2B5EF4-FFF2-40B4-BE49-F238E27FC236}">
                  <a16:creationId xmlns:a16="http://schemas.microsoft.com/office/drawing/2014/main" id="{045C9854-4B42-D79C-1417-22D855705781}"/>
                </a:ext>
              </a:extLst>
            </p:cNvPr>
            <p:cNvSpPr/>
            <p:nvPr/>
          </p:nvSpPr>
          <p:spPr>
            <a:xfrm>
              <a:off x="4617625" y="42807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6" name="Oval 2045">
              <a:extLst>
                <a:ext uri="{FF2B5EF4-FFF2-40B4-BE49-F238E27FC236}">
                  <a16:creationId xmlns:a16="http://schemas.microsoft.com/office/drawing/2014/main" id="{1453D4DD-A039-6F96-2FC4-21656A71CAF1}"/>
                </a:ext>
              </a:extLst>
            </p:cNvPr>
            <p:cNvSpPr/>
            <p:nvPr/>
          </p:nvSpPr>
          <p:spPr>
            <a:xfrm>
              <a:off x="4419303" y="4181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7" name="Oval 2046">
              <a:extLst>
                <a:ext uri="{FF2B5EF4-FFF2-40B4-BE49-F238E27FC236}">
                  <a16:creationId xmlns:a16="http://schemas.microsoft.com/office/drawing/2014/main" id="{DEDB2DDF-4A71-8D65-72CA-7978FB1D27CF}"/>
                </a:ext>
              </a:extLst>
            </p:cNvPr>
            <p:cNvSpPr/>
            <p:nvPr/>
          </p:nvSpPr>
          <p:spPr>
            <a:xfrm>
              <a:off x="4648877" y="43530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5ED4445-679E-5BF8-AEFF-B38FCEBCA02C}"/>
                </a:ext>
              </a:extLst>
            </p:cNvPr>
            <p:cNvSpPr/>
            <p:nvPr/>
          </p:nvSpPr>
          <p:spPr>
            <a:xfrm>
              <a:off x="5900291" y="48599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9" name="Oval 2048">
              <a:extLst>
                <a:ext uri="{FF2B5EF4-FFF2-40B4-BE49-F238E27FC236}">
                  <a16:creationId xmlns:a16="http://schemas.microsoft.com/office/drawing/2014/main" id="{E246CD28-9955-A0A3-A2B4-57DA0C0D6131}"/>
                </a:ext>
              </a:extLst>
            </p:cNvPr>
            <p:cNvSpPr/>
            <p:nvPr/>
          </p:nvSpPr>
          <p:spPr>
            <a:xfrm>
              <a:off x="4455595" y="41215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0" name="Oval 2049">
              <a:extLst>
                <a:ext uri="{FF2B5EF4-FFF2-40B4-BE49-F238E27FC236}">
                  <a16:creationId xmlns:a16="http://schemas.microsoft.com/office/drawing/2014/main" id="{C062C638-AD95-CDF9-8FD8-3AC6801346E5}"/>
                </a:ext>
              </a:extLst>
            </p:cNvPr>
            <p:cNvSpPr/>
            <p:nvPr/>
          </p:nvSpPr>
          <p:spPr>
            <a:xfrm>
              <a:off x="4176351" y="4630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1" name="Oval 2050">
              <a:extLst>
                <a:ext uri="{FF2B5EF4-FFF2-40B4-BE49-F238E27FC236}">
                  <a16:creationId xmlns:a16="http://schemas.microsoft.com/office/drawing/2014/main" id="{668E51A4-1875-1C03-CFF9-D3979E21EA3A}"/>
                </a:ext>
              </a:extLst>
            </p:cNvPr>
            <p:cNvSpPr/>
            <p:nvPr/>
          </p:nvSpPr>
          <p:spPr>
            <a:xfrm>
              <a:off x="4514437" y="41006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2" name="Oval 2051">
              <a:extLst>
                <a:ext uri="{FF2B5EF4-FFF2-40B4-BE49-F238E27FC236}">
                  <a16:creationId xmlns:a16="http://schemas.microsoft.com/office/drawing/2014/main" id="{BA13352A-EE35-A392-5CF2-8C3C53AAB0B8}"/>
                </a:ext>
              </a:extLst>
            </p:cNvPr>
            <p:cNvSpPr/>
            <p:nvPr/>
          </p:nvSpPr>
          <p:spPr>
            <a:xfrm>
              <a:off x="4517140" y="41024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3" name="Oval 2052">
              <a:extLst>
                <a:ext uri="{FF2B5EF4-FFF2-40B4-BE49-F238E27FC236}">
                  <a16:creationId xmlns:a16="http://schemas.microsoft.com/office/drawing/2014/main" id="{C90D45E9-2358-5310-5266-D65B04C028EC}"/>
                </a:ext>
              </a:extLst>
            </p:cNvPr>
            <p:cNvSpPr/>
            <p:nvPr/>
          </p:nvSpPr>
          <p:spPr>
            <a:xfrm>
              <a:off x="5993683" y="4862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4" name="Oval 2053">
              <a:extLst>
                <a:ext uri="{FF2B5EF4-FFF2-40B4-BE49-F238E27FC236}">
                  <a16:creationId xmlns:a16="http://schemas.microsoft.com/office/drawing/2014/main" id="{7B44C399-4E6F-AF6B-EE68-AF44686B185C}"/>
                </a:ext>
              </a:extLst>
            </p:cNvPr>
            <p:cNvSpPr/>
            <p:nvPr/>
          </p:nvSpPr>
          <p:spPr>
            <a:xfrm>
              <a:off x="5953737" y="4861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5" name="Oval 2054">
              <a:extLst>
                <a:ext uri="{FF2B5EF4-FFF2-40B4-BE49-F238E27FC236}">
                  <a16:creationId xmlns:a16="http://schemas.microsoft.com/office/drawing/2014/main" id="{546CFD8C-C9B1-804C-F8A3-65FCF5B45BDF}"/>
                </a:ext>
              </a:extLst>
            </p:cNvPr>
            <p:cNvSpPr/>
            <p:nvPr/>
          </p:nvSpPr>
          <p:spPr>
            <a:xfrm>
              <a:off x="4270636" y="45002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6" name="Oval 2055">
              <a:extLst>
                <a:ext uri="{FF2B5EF4-FFF2-40B4-BE49-F238E27FC236}">
                  <a16:creationId xmlns:a16="http://schemas.microsoft.com/office/drawing/2014/main" id="{7C1B1F87-021F-F1C2-8C78-EC342E318D11}"/>
                </a:ext>
              </a:extLst>
            </p:cNvPr>
            <p:cNvSpPr/>
            <p:nvPr/>
          </p:nvSpPr>
          <p:spPr>
            <a:xfrm>
              <a:off x="5948119" y="48610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7" name="Oval 2056">
              <a:extLst>
                <a:ext uri="{FF2B5EF4-FFF2-40B4-BE49-F238E27FC236}">
                  <a16:creationId xmlns:a16="http://schemas.microsoft.com/office/drawing/2014/main" id="{CCC823D7-F8E6-617B-6364-2C0A86FA6DA0}"/>
                </a:ext>
              </a:extLst>
            </p:cNvPr>
            <p:cNvSpPr/>
            <p:nvPr/>
          </p:nvSpPr>
          <p:spPr>
            <a:xfrm>
              <a:off x="4276602" y="44897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8" name="Oval 2057">
              <a:extLst>
                <a:ext uri="{FF2B5EF4-FFF2-40B4-BE49-F238E27FC236}">
                  <a16:creationId xmlns:a16="http://schemas.microsoft.com/office/drawing/2014/main" id="{5C075490-D227-B006-CE99-C8B5E792EE27}"/>
                </a:ext>
              </a:extLst>
            </p:cNvPr>
            <p:cNvSpPr/>
            <p:nvPr/>
          </p:nvSpPr>
          <p:spPr>
            <a:xfrm>
              <a:off x="4244323" y="45430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9" name="Oval 2058">
              <a:extLst>
                <a:ext uri="{FF2B5EF4-FFF2-40B4-BE49-F238E27FC236}">
                  <a16:creationId xmlns:a16="http://schemas.microsoft.com/office/drawing/2014/main" id="{5A1E4ECB-781D-25B6-1F6B-2EA43D05596C}"/>
                </a:ext>
              </a:extLst>
            </p:cNvPr>
            <p:cNvSpPr/>
            <p:nvPr/>
          </p:nvSpPr>
          <p:spPr>
            <a:xfrm>
              <a:off x="4401566" y="42194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0" name="Oval 2059">
              <a:extLst>
                <a:ext uri="{FF2B5EF4-FFF2-40B4-BE49-F238E27FC236}">
                  <a16:creationId xmlns:a16="http://schemas.microsoft.com/office/drawing/2014/main" id="{39DE067D-7A88-A142-5268-68CB6145BA45}"/>
                </a:ext>
              </a:extLst>
            </p:cNvPr>
            <p:cNvSpPr/>
            <p:nvPr/>
          </p:nvSpPr>
          <p:spPr>
            <a:xfrm>
              <a:off x="4420143" y="41802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1" name="Oval 2060">
              <a:extLst>
                <a:ext uri="{FF2B5EF4-FFF2-40B4-BE49-F238E27FC236}">
                  <a16:creationId xmlns:a16="http://schemas.microsoft.com/office/drawing/2014/main" id="{6D1F14E4-D28B-FB2C-76C8-ABF3147DB29D}"/>
                </a:ext>
              </a:extLst>
            </p:cNvPr>
            <p:cNvSpPr/>
            <p:nvPr/>
          </p:nvSpPr>
          <p:spPr>
            <a:xfrm>
              <a:off x="4631263" y="43125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5062ECF-0F8E-BB2B-EC76-D7E8E1EF7656}"/>
                </a:ext>
              </a:extLst>
            </p:cNvPr>
            <p:cNvSpPr/>
            <p:nvPr/>
          </p:nvSpPr>
          <p:spPr>
            <a:xfrm>
              <a:off x="5953691" y="4861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3" name="Oval 2062">
              <a:extLst>
                <a:ext uri="{FF2B5EF4-FFF2-40B4-BE49-F238E27FC236}">
                  <a16:creationId xmlns:a16="http://schemas.microsoft.com/office/drawing/2014/main" id="{F8F41BE3-1F61-A99F-E9F1-A293BA6FA006}"/>
                </a:ext>
              </a:extLst>
            </p:cNvPr>
            <p:cNvSpPr/>
            <p:nvPr/>
          </p:nvSpPr>
          <p:spPr>
            <a:xfrm>
              <a:off x="4671607" y="44031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4" name="Oval 2063">
              <a:extLst>
                <a:ext uri="{FF2B5EF4-FFF2-40B4-BE49-F238E27FC236}">
                  <a16:creationId xmlns:a16="http://schemas.microsoft.com/office/drawing/2014/main" id="{5A4D1BD9-BD21-DD0F-5AB2-C06F2DBC7555}"/>
                </a:ext>
              </a:extLst>
            </p:cNvPr>
            <p:cNvSpPr/>
            <p:nvPr/>
          </p:nvSpPr>
          <p:spPr>
            <a:xfrm>
              <a:off x="4885012" y="4691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5" name="Oval 2064">
              <a:extLst>
                <a:ext uri="{FF2B5EF4-FFF2-40B4-BE49-F238E27FC236}">
                  <a16:creationId xmlns:a16="http://schemas.microsoft.com/office/drawing/2014/main" id="{CDF2674A-7FF8-60EC-642E-D6DC31681727}"/>
                </a:ext>
              </a:extLst>
            </p:cNvPr>
            <p:cNvSpPr/>
            <p:nvPr/>
          </p:nvSpPr>
          <p:spPr>
            <a:xfrm>
              <a:off x="4382175" y="4263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6" name="Oval 2065">
              <a:extLst>
                <a:ext uri="{FF2B5EF4-FFF2-40B4-BE49-F238E27FC236}">
                  <a16:creationId xmlns:a16="http://schemas.microsoft.com/office/drawing/2014/main" id="{E943BF27-C0AF-37D6-9035-0344AF60E7B4}"/>
                </a:ext>
              </a:extLst>
            </p:cNvPr>
            <p:cNvSpPr/>
            <p:nvPr/>
          </p:nvSpPr>
          <p:spPr>
            <a:xfrm>
              <a:off x="4382394" y="42630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7" name="Oval 2066">
              <a:extLst>
                <a:ext uri="{FF2B5EF4-FFF2-40B4-BE49-F238E27FC236}">
                  <a16:creationId xmlns:a16="http://schemas.microsoft.com/office/drawing/2014/main" id="{5B3BE409-ED55-7F8A-2015-63113E616118}"/>
                </a:ext>
              </a:extLst>
            </p:cNvPr>
            <p:cNvSpPr/>
            <p:nvPr/>
          </p:nvSpPr>
          <p:spPr>
            <a:xfrm>
              <a:off x="4390278" y="42448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8" name="Oval 2067">
              <a:extLst>
                <a:ext uri="{FF2B5EF4-FFF2-40B4-BE49-F238E27FC236}">
                  <a16:creationId xmlns:a16="http://schemas.microsoft.com/office/drawing/2014/main" id="{15B1F5E7-755C-5564-1B68-CEC366C75ACD}"/>
                </a:ext>
              </a:extLst>
            </p:cNvPr>
            <p:cNvSpPr/>
            <p:nvPr/>
          </p:nvSpPr>
          <p:spPr>
            <a:xfrm>
              <a:off x="5977988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9" name="Oval 2068">
              <a:extLst>
                <a:ext uri="{FF2B5EF4-FFF2-40B4-BE49-F238E27FC236}">
                  <a16:creationId xmlns:a16="http://schemas.microsoft.com/office/drawing/2014/main" id="{68D5304B-30D3-0981-6064-01183E49A9F7}"/>
                </a:ext>
              </a:extLst>
            </p:cNvPr>
            <p:cNvSpPr/>
            <p:nvPr/>
          </p:nvSpPr>
          <p:spPr>
            <a:xfrm>
              <a:off x="4641532" y="43363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0" name="Oval 2069">
              <a:extLst>
                <a:ext uri="{FF2B5EF4-FFF2-40B4-BE49-F238E27FC236}">
                  <a16:creationId xmlns:a16="http://schemas.microsoft.com/office/drawing/2014/main" id="{C1B784AA-F1B1-AAF6-11FD-45F9B45D5B26}"/>
                </a:ext>
              </a:extLst>
            </p:cNvPr>
            <p:cNvSpPr/>
            <p:nvPr/>
          </p:nvSpPr>
          <p:spPr>
            <a:xfrm>
              <a:off x="4414647" y="41914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1" name="Oval 2070">
              <a:extLst>
                <a:ext uri="{FF2B5EF4-FFF2-40B4-BE49-F238E27FC236}">
                  <a16:creationId xmlns:a16="http://schemas.microsoft.com/office/drawing/2014/main" id="{2858F19A-4A3C-B359-3EE0-B3F198F719E0}"/>
                </a:ext>
              </a:extLst>
            </p:cNvPr>
            <p:cNvSpPr/>
            <p:nvPr/>
          </p:nvSpPr>
          <p:spPr>
            <a:xfrm>
              <a:off x="4460117" y="41161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2" name="Oval 2071">
              <a:extLst>
                <a:ext uri="{FF2B5EF4-FFF2-40B4-BE49-F238E27FC236}">
                  <a16:creationId xmlns:a16="http://schemas.microsoft.com/office/drawing/2014/main" id="{01C1A672-278A-D2FB-46D9-21C1FF7BA982}"/>
                </a:ext>
              </a:extLst>
            </p:cNvPr>
            <p:cNvSpPr/>
            <p:nvPr/>
          </p:nvSpPr>
          <p:spPr>
            <a:xfrm>
              <a:off x="6030819" y="4862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3" name="Oval 2072">
              <a:extLst>
                <a:ext uri="{FF2B5EF4-FFF2-40B4-BE49-F238E27FC236}">
                  <a16:creationId xmlns:a16="http://schemas.microsoft.com/office/drawing/2014/main" id="{FC08B308-1E07-234D-B7C8-86C31890709F}"/>
                </a:ext>
              </a:extLst>
            </p:cNvPr>
            <p:cNvSpPr/>
            <p:nvPr/>
          </p:nvSpPr>
          <p:spPr>
            <a:xfrm>
              <a:off x="4323923" y="43964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4" name="Oval 2073">
              <a:extLst>
                <a:ext uri="{FF2B5EF4-FFF2-40B4-BE49-F238E27FC236}">
                  <a16:creationId xmlns:a16="http://schemas.microsoft.com/office/drawing/2014/main" id="{F9178703-BC47-C69D-287D-33B2FEEA0A1F}"/>
                </a:ext>
              </a:extLst>
            </p:cNvPr>
            <p:cNvSpPr/>
            <p:nvPr/>
          </p:nvSpPr>
          <p:spPr>
            <a:xfrm>
              <a:off x="4560640" y="41582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5" name="Oval 2074">
              <a:extLst>
                <a:ext uri="{FF2B5EF4-FFF2-40B4-BE49-F238E27FC236}">
                  <a16:creationId xmlns:a16="http://schemas.microsoft.com/office/drawing/2014/main" id="{1B6D1F50-2A0E-837F-7740-644FCD493F42}"/>
                </a:ext>
              </a:extLst>
            </p:cNvPr>
            <p:cNvSpPr/>
            <p:nvPr/>
          </p:nvSpPr>
          <p:spPr>
            <a:xfrm>
              <a:off x="4495773" y="40952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6" name="Oval 2075">
              <a:extLst>
                <a:ext uri="{FF2B5EF4-FFF2-40B4-BE49-F238E27FC236}">
                  <a16:creationId xmlns:a16="http://schemas.microsoft.com/office/drawing/2014/main" id="{53C7C376-C9CA-D106-E847-1E32FB2291B1}"/>
                </a:ext>
              </a:extLst>
            </p:cNvPr>
            <p:cNvSpPr/>
            <p:nvPr/>
          </p:nvSpPr>
          <p:spPr>
            <a:xfrm>
              <a:off x="4526581" y="41101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7" name="Oval 2076">
              <a:extLst>
                <a:ext uri="{FF2B5EF4-FFF2-40B4-BE49-F238E27FC236}">
                  <a16:creationId xmlns:a16="http://schemas.microsoft.com/office/drawing/2014/main" id="{FED5B03A-30EA-3735-ED09-769DDD3F8A40}"/>
                </a:ext>
              </a:extLst>
            </p:cNvPr>
            <p:cNvSpPr/>
            <p:nvPr/>
          </p:nvSpPr>
          <p:spPr>
            <a:xfrm>
              <a:off x="6072390" y="48636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8" name="Oval 2077">
              <a:extLst>
                <a:ext uri="{FF2B5EF4-FFF2-40B4-BE49-F238E27FC236}">
                  <a16:creationId xmlns:a16="http://schemas.microsoft.com/office/drawing/2014/main" id="{216D3644-9CA5-C3AC-EF8A-EF7903248885}"/>
                </a:ext>
              </a:extLst>
            </p:cNvPr>
            <p:cNvSpPr/>
            <p:nvPr/>
          </p:nvSpPr>
          <p:spPr>
            <a:xfrm>
              <a:off x="4689457" y="44399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9" name="Oval 2078">
              <a:extLst>
                <a:ext uri="{FF2B5EF4-FFF2-40B4-BE49-F238E27FC236}">
                  <a16:creationId xmlns:a16="http://schemas.microsoft.com/office/drawing/2014/main" id="{26C2ABCF-6C41-0809-81C4-C1423315C421}"/>
                </a:ext>
              </a:extLst>
            </p:cNvPr>
            <p:cNvSpPr/>
            <p:nvPr/>
          </p:nvSpPr>
          <p:spPr>
            <a:xfrm>
              <a:off x="4442876" y="41394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0" name="Oval 2079">
              <a:extLst>
                <a:ext uri="{FF2B5EF4-FFF2-40B4-BE49-F238E27FC236}">
                  <a16:creationId xmlns:a16="http://schemas.microsoft.com/office/drawing/2014/main" id="{943EFCF0-F456-E9BD-D3CF-0A62D03B6E3F}"/>
                </a:ext>
              </a:extLst>
            </p:cNvPr>
            <p:cNvSpPr/>
            <p:nvPr/>
          </p:nvSpPr>
          <p:spPr>
            <a:xfrm>
              <a:off x="4424533" y="4171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1" name="Oval 2080">
              <a:extLst>
                <a:ext uri="{FF2B5EF4-FFF2-40B4-BE49-F238E27FC236}">
                  <a16:creationId xmlns:a16="http://schemas.microsoft.com/office/drawing/2014/main" id="{07473FCC-6D2D-AC54-E77C-59245B4913FC}"/>
                </a:ext>
              </a:extLst>
            </p:cNvPr>
            <p:cNvSpPr/>
            <p:nvPr/>
          </p:nvSpPr>
          <p:spPr>
            <a:xfrm>
              <a:off x="4444272" y="41373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2" name="Oval 2081">
              <a:extLst>
                <a:ext uri="{FF2B5EF4-FFF2-40B4-BE49-F238E27FC236}">
                  <a16:creationId xmlns:a16="http://schemas.microsoft.com/office/drawing/2014/main" id="{FD33E514-9690-A245-FCE3-2C592DD8FE37}"/>
                </a:ext>
              </a:extLst>
            </p:cNvPr>
            <p:cNvSpPr/>
            <p:nvPr/>
          </p:nvSpPr>
          <p:spPr>
            <a:xfrm>
              <a:off x="4387228" y="42518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3" name="Oval 2082">
              <a:extLst>
                <a:ext uri="{FF2B5EF4-FFF2-40B4-BE49-F238E27FC236}">
                  <a16:creationId xmlns:a16="http://schemas.microsoft.com/office/drawing/2014/main" id="{AACCCB55-51F2-D9ED-7B27-A6C1496DD37E}"/>
                </a:ext>
              </a:extLst>
            </p:cNvPr>
            <p:cNvSpPr/>
            <p:nvPr/>
          </p:nvSpPr>
          <p:spPr>
            <a:xfrm>
              <a:off x="6042591" y="48630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4" name="Oval 2083">
              <a:extLst>
                <a:ext uri="{FF2B5EF4-FFF2-40B4-BE49-F238E27FC236}">
                  <a16:creationId xmlns:a16="http://schemas.microsoft.com/office/drawing/2014/main" id="{1FBF29C9-7C1E-08CA-C9B5-4AA1CDDBBADA}"/>
                </a:ext>
              </a:extLst>
            </p:cNvPr>
            <p:cNvSpPr/>
            <p:nvPr/>
          </p:nvSpPr>
          <p:spPr>
            <a:xfrm>
              <a:off x="6022380" y="4862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5" name="Oval 2084">
              <a:extLst>
                <a:ext uri="{FF2B5EF4-FFF2-40B4-BE49-F238E27FC236}">
                  <a16:creationId xmlns:a16="http://schemas.microsoft.com/office/drawing/2014/main" id="{B40A9147-1C01-A253-4F7B-7947ABB07E4C}"/>
                </a:ext>
              </a:extLst>
            </p:cNvPr>
            <p:cNvSpPr/>
            <p:nvPr/>
          </p:nvSpPr>
          <p:spPr>
            <a:xfrm>
              <a:off x="4537885" y="41228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6" name="Oval 2085">
              <a:extLst>
                <a:ext uri="{FF2B5EF4-FFF2-40B4-BE49-F238E27FC236}">
                  <a16:creationId xmlns:a16="http://schemas.microsoft.com/office/drawing/2014/main" id="{F0D022B6-D708-8641-E1EC-5245D4498A41}"/>
                </a:ext>
              </a:extLst>
            </p:cNvPr>
            <p:cNvSpPr/>
            <p:nvPr/>
          </p:nvSpPr>
          <p:spPr>
            <a:xfrm>
              <a:off x="4450027" y="4128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7" name="Oval 2086">
              <a:extLst>
                <a:ext uri="{FF2B5EF4-FFF2-40B4-BE49-F238E27FC236}">
                  <a16:creationId xmlns:a16="http://schemas.microsoft.com/office/drawing/2014/main" id="{83684AEF-9448-3901-D6DE-9480FC3044E4}"/>
                </a:ext>
              </a:extLst>
            </p:cNvPr>
            <p:cNvSpPr/>
            <p:nvPr/>
          </p:nvSpPr>
          <p:spPr>
            <a:xfrm>
              <a:off x="4767682" y="45714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8" name="Oval 2087">
              <a:extLst>
                <a:ext uri="{FF2B5EF4-FFF2-40B4-BE49-F238E27FC236}">
                  <a16:creationId xmlns:a16="http://schemas.microsoft.com/office/drawing/2014/main" id="{0B8647B1-0092-7107-88D7-7D107E072631}"/>
                </a:ext>
              </a:extLst>
            </p:cNvPr>
            <p:cNvSpPr/>
            <p:nvPr/>
          </p:nvSpPr>
          <p:spPr>
            <a:xfrm>
              <a:off x="5996005" y="4862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9" name="Oval 2088">
              <a:extLst>
                <a:ext uri="{FF2B5EF4-FFF2-40B4-BE49-F238E27FC236}">
                  <a16:creationId xmlns:a16="http://schemas.microsoft.com/office/drawing/2014/main" id="{94043656-EEE7-0144-C8AF-E03DA221527E}"/>
                </a:ext>
              </a:extLst>
            </p:cNvPr>
            <p:cNvSpPr/>
            <p:nvPr/>
          </p:nvSpPr>
          <p:spPr>
            <a:xfrm>
              <a:off x="6001345" y="48622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0" name="Oval 2089">
              <a:extLst>
                <a:ext uri="{FF2B5EF4-FFF2-40B4-BE49-F238E27FC236}">
                  <a16:creationId xmlns:a16="http://schemas.microsoft.com/office/drawing/2014/main" id="{E62BD2FA-16F5-73C0-C877-1F3B698A8462}"/>
                </a:ext>
              </a:extLst>
            </p:cNvPr>
            <p:cNvSpPr/>
            <p:nvPr/>
          </p:nvSpPr>
          <p:spPr>
            <a:xfrm>
              <a:off x="4628330" y="4305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1" name="Oval 2090">
              <a:extLst>
                <a:ext uri="{FF2B5EF4-FFF2-40B4-BE49-F238E27FC236}">
                  <a16:creationId xmlns:a16="http://schemas.microsoft.com/office/drawing/2014/main" id="{EFC9E5A1-1F19-F727-8F0A-68587A9D568D}"/>
                </a:ext>
              </a:extLst>
            </p:cNvPr>
            <p:cNvSpPr/>
            <p:nvPr/>
          </p:nvSpPr>
          <p:spPr>
            <a:xfrm>
              <a:off x="4356196" y="43240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2" name="Oval 2091">
              <a:extLst>
                <a:ext uri="{FF2B5EF4-FFF2-40B4-BE49-F238E27FC236}">
                  <a16:creationId xmlns:a16="http://schemas.microsoft.com/office/drawing/2014/main" id="{633D5E5D-FDE5-4DA6-BD04-2BE6B00A0FCC}"/>
                </a:ext>
              </a:extLst>
            </p:cNvPr>
            <p:cNvSpPr/>
            <p:nvPr/>
          </p:nvSpPr>
          <p:spPr>
            <a:xfrm>
              <a:off x="4451373" y="41270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3" name="Oval 2092">
              <a:extLst>
                <a:ext uri="{FF2B5EF4-FFF2-40B4-BE49-F238E27FC236}">
                  <a16:creationId xmlns:a16="http://schemas.microsoft.com/office/drawing/2014/main" id="{EEC9A6A7-A762-377F-A23C-FEBA595B298F}"/>
                </a:ext>
              </a:extLst>
            </p:cNvPr>
            <p:cNvSpPr/>
            <p:nvPr/>
          </p:nvSpPr>
          <p:spPr>
            <a:xfrm>
              <a:off x="4438093" y="41472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4" name="Oval 2093">
              <a:extLst>
                <a:ext uri="{FF2B5EF4-FFF2-40B4-BE49-F238E27FC236}">
                  <a16:creationId xmlns:a16="http://schemas.microsoft.com/office/drawing/2014/main" id="{DB960371-30F1-DF13-8EF9-1BB9696AFD94}"/>
                </a:ext>
              </a:extLst>
            </p:cNvPr>
            <p:cNvSpPr/>
            <p:nvPr/>
          </p:nvSpPr>
          <p:spPr>
            <a:xfrm>
              <a:off x="6010632" y="48624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5" name="Oval 2094">
              <a:extLst>
                <a:ext uri="{FF2B5EF4-FFF2-40B4-BE49-F238E27FC236}">
                  <a16:creationId xmlns:a16="http://schemas.microsoft.com/office/drawing/2014/main" id="{B0764A19-2F58-213B-FE3C-20820AD1839C}"/>
                </a:ext>
              </a:extLst>
            </p:cNvPr>
            <p:cNvSpPr/>
            <p:nvPr/>
          </p:nvSpPr>
          <p:spPr>
            <a:xfrm>
              <a:off x="4333043" y="4376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6" name="Oval 2095">
              <a:extLst>
                <a:ext uri="{FF2B5EF4-FFF2-40B4-BE49-F238E27FC236}">
                  <a16:creationId xmlns:a16="http://schemas.microsoft.com/office/drawing/2014/main" id="{F5F4404E-64F7-4258-1EE8-9CB24E48023C}"/>
                </a:ext>
              </a:extLst>
            </p:cNvPr>
            <p:cNvSpPr/>
            <p:nvPr/>
          </p:nvSpPr>
          <p:spPr>
            <a:xfrm>
              <a:off x="5998768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7" name="Oval 2096">
              <a:extLst>
                <a:ext uri="{FF2B5EF4-FFF2-40B4-BE49-F238E27FC236}">
                  <a16:creationId xmlns:a16="http://schemas.microsoft.com/office/drawing/2014/main" id="{65D904D2-2E66-E05B-B7B2-A9BA058B4D80}"/>
                </a:ext>
              </a:extLst>
            </p:cNvPr>
            <p:cNvSpPr/>
            <p:nvPr/>
          </p:nvSpPr>
          <p:spPr>
            <a:xfrm>
              <a:off x="4440090" y="41439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8" name="Oval 2097">
              <a:extLst>
                <a:ext uri="{FF2B5EF4-FFF2-40B4-BE49-F238E27FC236}">
                  <a16:creationId xmlns:a16="http://schemas.microsoft.com/office/drawing/2014/main" id="{FD91EC67-000D-28D3-632F-1D5B3CB3FD36}"/>
                </a:ext>
              </a:extLst>
            </p:cNvPr>
            <p:cNvSpPr/>
            <p:nvPr/>
          </p:nvSpPr>
          <p:spPr>
            <a:xfrm>
              <a:off x="4509411" y="40981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9" name="Oval 2098">
              <a:extLst>
                <a:ext uri="{FF2B5EF4-FFF2-40B4-BE49-F238E27FC236}">
                  <a16:creationId xmlns:a16="http://schemas.microsoft.com/office/drawing/2014/main" id="{09F64AD3-C0F7-F09A-4525-72743595019A}"/>
                </a:ext>
              </a:extLst>
            </p:cNvPr>
            <p:cNvSpPr/>
            <p:nvPr/>
          </p:nvSpPr>
          <p:spPr>
            <a:xfrm>
              <a:off x="5996481" y="4862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0" name="Oval 2099">
              <a:extLst>
                <a:ext uri="{FF2B5EF4-FFF2-40B4-BE49-F238E27FC236}">
                  <a16:creationId xmlns:a16="http://schemas.microsoft.com/office/drawing/2014/main" id="{2F31DD66-0E67-649C-D3C2-CDE14C95BF9B}"/>
                </a:ext>
              </a:extLst>
            </p:cNvPr>
            <p:cNvSpPr/>
            <p:nvPr/>
          </p:nvSpPr>
          <p:spPr>
            <a:xfrm>
              <a:off x="6080621" y="48638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1" name="Oval 2100">
              <a:extLst>
                <a:ext uri="{FF2B5EF4-FFF2-40B4-BE49-F238E27FC236}">
                  <a16:creationId xmlns:a16="http://schemas.microsoft.com/office/drawing/2014/main" id="{0EFA1100-AEBB-8B46-6204-DB69E1A624E6}"/>
                </a:ext>
              </a:extLst>
            </p:cNvPr>
            <p:cNvSpPr/>
            <p:nvPr/>
          </p:nvSpPr>
          <p:spPr>
            <a:xfrm>
              <a:off x="4505916" y="40967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2" name="Oval 2101">
              <a:extLst>
                <a:ext uri="{FF2B5EF4-FFF2-40B4-BE49-F238E27FC236}">
                  <a16:creationId xmlns:a16="http://schemas.microsoft.com/office/drawing/2014/main" id="{5C457B85-CD4C-C685-80B5-406386B11CCD}"/>
                </a:ext>
              </a:extLst>
            </p:cNvPr>
            <p:cNvSpPr/>
            <p:nvPr/>
          </p:nvSpPr>
          <p:spPr>
            <a:xfrm>
              <a:off x="6033013" y="48629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4C9D3343-BEF2-FE25-E57D-C7A54D893AD5}"/>
                </a:ext>
              </a:extLst>
            </p:cNvPr>
            <p:cNvSpPr/>
            <p:nvPr/>
          </p:nvSpPr>
          <p:spPr>
            <a:xfrm>
              <a:off x="4493841" y="40953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4" name="Oval 2103">
              <a:extLst>
                <a:ext uri="{FF2B5EF4-FFF2-40B4-BE49-F238E27FC236}">
                  <a16:creationId xmlns:a16="http://schemas.microsoft.com/office/drawing/2014/main" id="{986555A3-FA74-0570-20A6-A34913000A78}"/>
                </a:ext>
              </a:extLst>
            </p:cNvPr>
            <p:cNvSpPr/>
            <p:nvPr/>
          </p:nvSpPr>
          <p:spPr>
            <a:xfrm>
              <a:off x="4662758" y="43840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5" name="Oval 2104">
              <a:extLst>
                <a:ext uri="{FF2B5EF4-FFF2-40B4-BE49-F238E27FC236}">
                  <a16:creationId xmlns:a16="http://schemas.microsoft.com/office/drawing/2014/main" id="{B7A6CAB6-AFE9-EB12-3A72-F3E6AE636B03}"/>
                </a:ext>
              </a:extLst>
            </p:cNvPr>
            <p:cNvSpPr/>
            <p:nvPr/>
          </p:nvSpPr>
          <p:spPr>
            <a:xfrm>
              <a:off x="4532285" y="4116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6" name="Oval 2105">
              <a:extLst>
                <a:ext uri="{FF2B5EF4-FFF2-40B4-BE49-F238E27FC236}">
                  <a16:creationId xmlns:a16="http://schemas.microsoft.com/office/drawing/2014/main" id="{40E2F5F3-A08D-5EC4-D34D-3C37CECE6B9E}"/>
                </a:ext>
              </a:extLst>
            </p:cNvPr>
            <p:cNvSpPr/>
            <p:nvPr/>
          </p:nvSpPr>
          <p:spPr>
            <a:xfrm>
              <a:off x="4251534" y="45318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7" name="Oval 2106">
              <a:extLst>
                <a:ext uri="{FF2B5EF4-FFF2-40B4-BE49-F238E27FC236}">
                  <a16:creationId xmlns:a16="http://schemas.microsoft.com/office/drawing/2014/main" id="{AE1930EC-D2C1-C641-E3D3-0321D5E1AA72}"/>
                </a:ext>
              </a:extLst>
            </p:cNvPr>
            <p:cNvSpPr/>
            <p:nvPr/>
          </p:nvSpPr>
          <p:spPr>
            <a:xfrm>
              <a:off x="6036798" y="48629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8" name="Oval 2107">
              <a:extLst>
                <a:ext uri="{FF2B5EF4-FFF2-40B4-BE49-F238E27FC236}">
                  <a16:creationId xmlns:a16="http://schemas.microsoft.com/office/drawing/2014/main" id="{D7813D7A-E7A4-4FED-B49F-781B58F713F3}"/>
                </a:ext>
              </a:extLst>
            </p:cNvPr>
            <p:cNvSpPr/>
            <p:nvPr/>
          </p:nvSpPr>
          <p:spPr>
            <a:xfrm>
              <a:off x="4552773" y="41446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9" name="Oval 2108">
              <a:extLst>
                <a:ext uri="{FF2B5EF4-FFF2-40B4-BE49-F238E27FC236}">
                  <a16:creationId xmlns:a16="http://schemas.microsoft.com/office/drawing/2014/main" id="{798B6B0B-1A83-5512-EF50-074A648F2757}"/>
                </a:ext>
              </a:extLst>
            </p:cNvPr>
            <p:cNvSpPr/>
            <p:nvPr/>
          </p:nvSpPr>
          <p:spPr>
            <a:xfrm>
              <a:off x="4702653" y="44656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0" name="Oval 2109">
              <a:extLst>
                <a:ext uri="{FF2B5EF4-FFF2-40B4-BE49-F238E27FC236}">
                  <a16:creationId xmlns:a16="http://schemas.microsoft.com/office/drawing/2014/main" id="{273BE2AE-ECD5-335D-E1BC-03D4AFEC11C7}"/>
                </a:ext>
              </a:extLst>
            </p:cNvPr>
            <p:cNvSpPr/>
            <p:nvPr/>
          </p:nvSpPr>
          <p:spPr>
            <a:xfrm>
              <a:off x="4584264" y="4205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1" name="Oval 2110">
              <a:extLst>
                <a:ext uri="{FF2B5EF4-FFF2-40B4-BE49-F238E27FC236}">
                  <a16:creationId xmlns:a16="http://schemas.microsoft.com/office/drawing/2014/main" id="{6590C30D-5BCB-0605-5649-27295BF9EEF3}"/>
                </a:ext>
              </a:extLst>
            </p:cNvPr>
            <p:cNvSpPr/>
            <p:nvPr/>
          </p:nvSpPr>
          <p:spPr>
            <a:xfrm>
              <a:off x="4465536" y="41104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2" name="Oval 2111">
              <a:extLst>
                <a:ext uri="{FF2B5EF4-FFF2-40B4-BE49-F238E27FC236}">
                  <a16:creationId xmlns:a16="http://schemas.microsoft.com/office/drawing/2014/main" id="{44F0A1C9-C003-EDCE-50E4-9C497D04083B}"/>
                </a:ext>
              </a:extLst>
            </p:cNvPr>
            <p:cNvSpPr/>
            <p:nvPr/>
          </p:nvSpPr>
          <p:spPr>
            <a:xfrm>
              <a:off x="4473064" y="41039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3" name="Oval 2112">
              <a:extLst>
                <a:ext uri="{FF2B5EF4-FFF2-40B4-BE49-F238E27FC236}">
                  <a16:creationId xmlns:a16="http://schemas.microsoft.com/office/drawing/2014/main" id="{628A33F5-D1EB-7414-1A92-E1B1C62B1CE2}"/>
                </a:ext>
              </a:extLst>
            </p:cNvPr>
            <p:cNvSpPr/>
            <p:nvPr/>
          </p:nvSpPr>
          <p:spPr>
            <a:xfrm>
              <a:off x="4646843" y="43484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4" name="Oval 2113">
              <a:extLst>
                <a:ext uri="{FF2B5EF4-FFF2-40B4-BE49-F238E27FC236}">
                  <a16:creationId xmlns:a16="http://schemas.microsoft.com/office/drawing/2014/main" id="{5C12370B-E0EB-EA12-D961-2D634455FF35}"/>
                </a:ext>
              </a:extLst>
            </p:cNvPr>
            <p:cNvSpPr/>
            <p:nvPr/>
          </p:nvSpPr>
          <p:spPr>
            <a:xfrm>
              <a:off x="4327649" y="43883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5" name="Oval 2114">
              <a:extLst>
                <a:ext uri="{FF2B5EF4-FFF2-40B4-BE49-F238E27FC236}">
                  <a16:creationId xmlns:a16="http://schemas.microsoft.com/office/drawing/2014/main" id="{0F774DEA-455B-E9AE-4341-4ED1BE53D6E4}"/>
                </a:ext>
              </a:extLst>
            </p:cNvPr>
            <p:cNvSpPr/>
            <p:nvPr/>
          </p:nvSpPr>
          <p:spPr>
            <a:xfrm>
              <a:off x="4580345" y="4196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6" name="Oval 2115">
              <a:extLst>
                <a:ext uri="{FF2B5EF4-FFF2-40B4-BE49-F238E27FC236}">
                  <a16:creationId xmlns:a16="http://schemas.microsoft.com/office/drawing/2014/main" id="{1361586E-563E-36F8-6069-ED01CA6F3B69}"/>
                </a:ext>
              </a:extLst>
            </p:cNvPr>
            <p:cNvSpPr/>
            <p:nvPr/>
          </p:nvSpPr>
          <p:spPr>
            <a:xfrm>
              <a:off x="4570871" y="41775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7" name="Oval 2116">
              <a:extLst>
                <a:ext uri="{FF2B5EF4-FFF2-40B4-BE49-F238E27FC236}">
                  <a16:creationId xmlns:a16="http://schemas.microsoft.com/office/drawing/2014/main" id="{C92B36D3-F152-A4A5-A905-466C3DC00958}"/>
                </a:ext>
              </a:extLst>
            </p:cNvPr>
            <p:cNvSpPr/>
            <p:nvPr/>
          </p:nvSpPr>
          <p:spPr>
            <a:xfrm>
              <a:off x="4641347" y="43358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8" name="Oval 2117">
              <a:extLst>
                <a:ext uri="{FF2B5EF4-FFF2-40B4-BE49-F238E27FC236}">
                  <a16:creationId xmlns:a16="http://schemas.microsoft.com/office/drawing/2014/main" id="{B82B958D-8D71-69A2-30C4-00C69D1B3CFB}"/>
                </a:ext>
              </a:extLst>
            </p:cNvPr>
            <p:cNvSpPr/>
            <p:nvPr/>
          </p:nvSpPr>
          <p:spPr>
            <a:xfrm>
              <a:off x="4383313" y="42609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9" name="Oval 2118">
              <a:extLst>
                <a:ext uri="{FF2B5EF4-FFF2-40B4-BE49-F238E27FC236}">
                  <a16:creationId xmlns:a16="http://schemas.microsoft.com/office/drawing/2014/main" id="{AA2FF605-99DF-23B6-4813-9D2F02546FCE}"/>
                </a:ext>
              </a:extLst>
            </p:cNvPr>
            <p:cNvSpPr/>
            <p:nvPr/>
          </p:nvSpPr>
          <p:spPr>
            <a:xfrm>
              <a:off x="4503699" y="40961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0" name="Oval 2119">
              <a:extLst>
                <a:ext uri="{FF2B5EF4-FFF2-40B4-BE49-F238E27FC236}">
                  <a16:creationId xmlns:a16="http://schemas.microsoft.com/office/drawing/2014/main" id="{7D929709-D6C7-B018-2890-5770417824E8}"/>
                </a:ext>
              </a:extLst>
            </p:cNvPr>
            <p:cNvSpPr/>
            <p:nvPr/>
          </p:nvSpPr>
          <p:spPr>
            <a:xfrm>
              <a:off x="4468942" y="4107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1" name="Oval 2120">
              <a:extLst>
                <a:ext uri="{FF2B5EF4-FFF2-40B4-BE49-F238E27FC236}">
                  <a16:creationId xmlns:a16="http://schemas.microsoft.com/office/drawing/2014/main" id="{7B7EB975-92FE-5878-46D3-686415BD66FF}"/>
                </a:ext>
              </a:extLst>
            </p:cNvPr>
            <p:cNvSpPr/>
            <p:nvPr/>
          </p:nvSpPr>
          <p:spPr>
            <a:xfrm>
              <a:off x="4611026" y="42654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2" name="Oval 2121">
              <a:extLst>
                <a:ext uri="{FF2B5EF4-FFF2-40B4-BE49-F238E27FC236}">
                  <a16:creationId xmlns:a16="http://schemas.microsoft.com/office/drawing/2014/main" id="{7EE3A3E8-1D35-A13F-1DD1-DD829CFAC998}"/>
                </a:ext>
              </a:extLst>
            </p:cNvPr>
            <p:cNvSpPr/>
            <p:nvPr/>
          </p:nvSpPr>
          <p:spPr>
            <a:xfrm>
              <a:off x="6005094" y="48623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3" name="Oval 2122">
              <a:extLst>
                <a:ext uri="{FF2B5EF4-FFF2-40B4-BE49-F238E27FC236}">
                  <a16:creationId xmlns:a16="http://schemas.microsoft.com/office/drawing/2014/main" id="{98E75FA7-8099-D3BA-5C41-F53BD5A3D654}"/>
                </a:ext>
              </a:extLst>
            </p:cNvPr>
            <p:cNvSpPr/>
            <p:nvPr/>
          </p:nvSpPr>
          <p:spPr>
            <a:xfrm>
              <a:off x="4381126" y="4265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4" name="Oval 2123">
              <a:extLst>
                <a:ext uri="{FF2B5EF4-FFF2-40B4-BE49-F238E27FC236}">
                  <a16:creationId xmlns:a16="http://schemas.microsoft.com/office/drawing/2014/main" id="{3464A522-B6ED-DBA0-C4FD-6A84CE98F375}"/>
                </a:ext>
              </a:extLst>
            </p:cNvPr>
            <p:cNvSpPr/>
            <p:nvPr/>
          </p:nvSpPr>
          <p:spPr>
            <a:xfrm>
              <a:off x="4467328" y="41087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5" name="Oval 2124">
              <a:extLst>
                <a:ext uri="{FF2B5EF4-FFF2-40B4-BE49-F238E27FC236}">
                  <a16:creationId xmlns:a16="http://schemas.microsoft.com/office/drawing/2014/main" id="{6207571A-80CE-AF37-E7FC-A12725969FCA}"/>
                </a:ext>
              </a:extLst>
            </p:cNvPr>
            <p:cNvSpPr/>
            <p:nvPr/>
          </p:nvSpPr>
          <p:spPr>
            <a:xfrm>
              <a:off x="4405280" y="42113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6" name="Oval 2125">
              <a:extLst>
                <a:ext uri="{FF2B5EF4-FFF2-40B4-BE49-F238E27FC236}">
                  <a16:creationId xmlns:a16="http://schemas.microsoft.com/office/drawing/2014/main" id="{9BBE36AC-8194-E349-F5B3-E360F0D04467}"/>
                </a:ext>
              </a:extLst>
            </p:cNvPr>
            <p:cNvSpPr/>
            <p:nvPr/>
          </p:nvSpPr>
          <p:spPr>
            <a:xfrm>
              <a:off x="4439958" y="41441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7" name="Oval 2126">
              <a:extLst>
                <a:ext uri="{FF2B5EF4-FFF2-40B4-BE49-F238E27FC236}">
                  <a16:creationId xmlns:a16="http://schemas.microsoft.com/office/drawing/2014/main" id="{A85A7F1E-1905-D9A7-E958-F1BD67E157E3}"/>
                </a:ext>
              </a:extLst>
            </p:cNvPr>
            <p:cNvSpPr/>
            <p:nvPr/>
          </p:nvSpPr>
          <p:spPr>
            <a:xfrm>
              <a:off x="4737500" y="45265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8" name="Oval 2127">
              <a:extLst>
                <a:ext uri="{FF2B5EF4-FFF2-40B4-BE49-F238E27FC236}">
                  <a16:creationId xmlns:a16="http://schemas.microsoft.com/office/drawing/2014/main" id="{C77A5374-0E9F-1EF1-4226-BF098E40665B}"/>
                </a:ext>
              </a:extLst>
            </p:cNvPr>
            <p:cNvSpPr/>
            <p:nvPr/>
          </p:nvSpPr>
          <p:spPr>
            <a:xfrm>
              <a:off x="6011073" y="48624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9" name="Oval 2128">
              <a:extLst>
                <a:ext uri="{FF2B5EF4-FFF2-40B4-BE49-F238E27FC236}">
                  <a16:creationId xmlns:a16="http://schemas.microsoft.com/office/drawing/2014/main" id="{CC8ACEF1-C271-FE73-2307-259865F83E1B}"/>
                </a:ext>
              </a:extLst>
            </p:cNvPr>
            <p:cNvSpPr/>
            <p:nvPr/>
          </p:nvSpPr>
          <p:spPr>
            <a:xfrm>
              <a:off x="4213327" y="45866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0" name="Oval 2129">
              <a:extLst>
                <a:ext uri="{FF2B5EF4-FFF2-40B4-BE49-F238E27FC236}">
                  <a16:creationId xmlns:a16="http://schemas.microsoft.com/office/drawing/2014/main" id="{0D1B43C7-9396-F0A9-DABB-4C75FA04DC7E}"/>
                </a:ext>
              </a:extLst>
            </p:cNvPr>
            <p:cNvSpPr/>
            <p:nvPr/>
          </p:nvSpPr>
          <p:spPr>
            <a:xfrm>
              <a:off x="4352162" y="43333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1" name="Oval 2130">
              <a:extLst>
                <a:ext uri="{FF2B5EF4-FFF2-40B4-BE49-F238E27FC236}">
                  <a16:creationId xmlns:a16="http://schemas.microsoft.com/office/drawing/2014/main" id="{A1E8B0EC-38F8-A711-2427-49FBAB0B8FC9}"/>
                </a:ext>
              </a:extLst>
            </p:cNvPr>
            <p:cNvSpPr/>
            <p:nvPr/>
          </p:nvSpPr>
          <p:spPr>
            <a:xfrm>
              <a:off x="4558056" y="4153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2" name="Oval 2131">
              <a:extLst>
                <a:ext uri="{FF2B5EF4-FFF2-40B4-BE49-F238E27FC236}">
                  <a16:creationId xmlns:a16="http://schemas.microsoft.com/office/drawing/2014/main" id="{FFB9921D-FC2A-A635-2FBC-89A1E1871971}"/>
                </a:ext>
              </a:extLst>
            </p:cNvPr>
            <p:cNvSpPr/>
            <p:nvPr/>
          </p:nvSpPr>
          <p:spPr>
            <a:xfrm>
              <a:off x="4439018" y="4145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3" name="Oval 2132">
              <a:extLst>
                <a:ext uri="{FF2B5EF4-FFF2-40B4-BE49-F238E27FC236}">
                  <a16:creationId xmlns:a16="http://schemas.microsoft.com/office/drawing/2014/main" id="{37B8CA82-E1AE-BC34-D7AD-C23C71A76199}"/>
                </a:ext>
              </a:extLst>
            </p:cNvPr>
            <p:cNvSpPr/>
            <p:nvPr/>
          </p:nvSpPr>
          <p:spPr>
            <a:xfrm>
              <a:off x="4564521" y="41653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4" name="Oval 2133">
              <a:extLst>
                <a:ext uri="{FF2B5EF4-FFF2-40B4-BE49-F238E27FC236}">
                  <a16:creationId xmlns:a16="http://schemas.microsoft.com/office/drawing/2014/main" id="{9BDDE787-ABB8-6A3D-B960-1082F66024FA}"/>
                </a:ext>
              </a:extLst>
            </p:cNvPr>
            <p:cNvSpPr/>
            <p:nvPr/>
          </p:nvSpPr>
          <p:spPr>
            <a:xfrm>
              <a:off x="4371638" y="42880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5" name="Oval 2134">
              <a:extLst>
                <a:ext uri="{FF2B5EF4-FFF2-40B4-BE49-F238E27FC236}">
                  <a16:creationId xmlns:a16="http://schemas.microsoft.com/office/drawing/2014/main" id="{6BBAC786-D34B-AF70-02F6-F642A4300F26}"/>
                </a:ext>
              </a:extLst>
            </p:cNvPr>
            <p:cNvSpPr/>
            <p:nvPr/>
          </p:nvSpPr>
          <p:spPr>
            <a:xfrm>
              <a:off x="4589215" y="42159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6" name="Oval 2135">
              <a:extLst>
                <a:ext uri="{FF2B5EF4-FFF2-40B4-BE49-F238E27FC236}">
                  <a16:creationId xmlns:a16="http://schemas.microsoft.com/office/drawing/2014/main" id="{5AFA1CBD-CB76-5B38-2C15-1724215B6A38}"/>
                </a:ext>
              </a:extLst>
            </p:cNvPr>
            <p:cNvSpPr/>
            <p:nvPr/>
          </p:nvSpPr>
          <p:spPr>
            <a:xfrm>
              <a:off x="4248671" y="45363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7" name="Oval 2136">
              <a:extLst>
                <a:ext uri="{FF2B5EF4-FFF2-40B4-BE49-F238E27FC236}">
                  <a16:creationId xmlns:a16="http://schemas.microsoft.com/office/drawing/2014/main" id="{C5500F5A-A7E0-3C78-5CD1-F7BDE4C355F5}"/>
                </a:ext>
              </a:extLst>
            </p:cNvPr>
            <p:cNvSpPr/>
            <p:nvPr/>
          </p:nvSpPr>
          <p:spPr>
            <a:xfrm>
              <a:off x="4566910" y="4169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8" name="Oval 2137">
              <a:extLst>
                <a:ext uri="{FF2B5EF4-FFF2-40B4-BE49-F238E27FC236}">
                  <a16:creationId xmlns:a16="http://schemas.microsoft.com/office/drawing/2014/main" id="{77C40799-B94D-BC53-3E7F-2329E0F3FEBF}"/>
                </a:ext>
              </a:extLst>
            </p:cNvPr>
            <p:cNvSpPr/>
            <p:nvPr/>
          </p:nvSpPr>
          <p:spPr>
            <a:xfrm>
              <a:off x="4516492" y="41019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9" name="Oval 2138">
              <a:extLst>
                <a:ext uri="{FF2B5EF4-FFF2-40B4-BE49-F238E27FC236}">
                  <a16:creationId xmlns:a16="http://schemas.microsoft.com/office/drawing/2014/main" id="{1AEB7B92-B492-2086-2B55-0A0C7E6C0A45}"/>
                </a:ext>
              </a:extLst>
            </p:cNvPr>
            <p:cNvSpPr/>
            <p:nvPr/>
          </p:nvSpPr>
          <p:spPr>
            <a:xfrm>
              <a:off x="5964905" y="4861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0" name="Oval 2139">
              <a:extLst>
                <a:ext uri="{FF2B5EF4-FFF2-40B4-BE49-F238E27FC236}">
                  <a16:creationId xmlns:a16="http://schemas.microsoft.com/office/drawing/2014/main" id="{6BD56BAE-B0AD-CE62-DD16-5C4EAE10BC8B}"/>
                </a:ext>
              </a:extLst>
            </p:cNvPr>
            <p:cNvSpPr/>
            <p:nvPr/>
          </p:nvSpPr>
          <p:spPr>
            <a:xfrm>
              <a:off x="4636127" y="43238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1" name="Oval 2140">
              <a:extLst>
                <a:ext uri="{FF2B5EF4-FFF2-40B4-BE49-F238E27FC236}">
                  <a16:creationId xmlns:a16="http://schemas.microsoft.com/office/drawing/2014/main" id="{95332111-9AD5-E667-4FCE-C8A565700386}"/>
                </a:ext>
              </a:extLst>
            </p:cNvPr>
            <p:cNvSpPr/>
            <p:nvPr/>
          </p:nvSpPr>
          <p:spPr>
            <a:xfrm>
              <a:off x="4628958" y="43071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2" name="Oval 2141">
              <a:extLst>
                <a:ext uri="{FF2B5EF4-FFF2-40B4-BE49-F238E27FC236}">
                  <a16:creationId xmlns:a16="http://schemas.microsoft.com/office/drawing/2014/main" id="{16D94B2A-65A3-EBD5-3395-76F711DD125F}"/>
                </a:ext>
              </a:extLst>
            </p:cNvPr>
            <p:cNvSpPr/>
            <p:nvPr/>
          </p:nvSpPr>
          <p:spPr>
            <a:xfrm>
              <a:off x="4449088" y="41301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3" name="Oval 2142">
              <a:extLst>
                <a:ext uri="{FF2B5EF4-FFF2-40B4-BE49-F238E27FC236}">
                  <a16:creationId xmlns:a16="http://schemas.microsoft.com/office/drawing/2014/main" id="{C7AC428D-7B2E-5180-1B4F-76B5BD3B8FFE}"/>
                </a:ext>
              </a:extLst>
            </p:cNvPr>
            <p:cNvSpPr/>
            <p:nvPr/>
          </p:nvSpPr>
          <p:spPr>
            <a:xfrm>
              <a:off x="5998756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4" name="Oval 2143">
              <a:extLst>
                <a:ext uri="{FF2B5EF4-FFF2-40B4-BE49-F238E27FC236}">
                  <a16:creationId xmlns:a16="http://schemas.microsoft.com/office/drawing/2014/main" id="{1A8892C1-0CBF-6249-6CAF-C28E0492D0A0}"/>
                </a:ext>
              </a:extLst>
            </p:cNvPr>
            <p:cNvSpPr/>
            <p:nvPr/>
          </p:nvSpPr>
          <p:spPr>
            <a:xfrm>
              <a:off x="4315931" y="44133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5" name="Oval 2144">
              <a:extLst>
                <a:ext uri="{FF2B5EF4-FFF2-40B4-BE49-F238E27FC236}">
                  <a16:creationId xmlns:a16="http://schemas.microsoft.com/office/drawing/2014/main" id="{C6EFB2F6-FC31-03E1-8117-876058B47938}"/>
                </a:ext>
              </a:extLst>
            </p:cNvPr>
            <p:cNvSpPr/>
            <p:nvPr/>
          </p:nvSpPr>
          <p:spPr>
            <a:xfrm>
              <a:off x="4602043" y="42447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6" name="Oval 2145">
              <a:extLst>
                <a:ext uri="{FF2B5EF4-FFF2-40B4-BE49-F238E27FC236}">
                  <a16:creationId xmlns:a16="http://schemas.microsoft.com/office/drawing/2014/main" id="{1652FED9-44A1-CB23-7204-5450ECF0CA61}"/>
                </a:ext>
              </a:extLst>
            </p:cNvPr>
            <p:cNvSpPr/>
            <p:nvPr/>
          </p:nvSpPr>
          <p:spPr>
            <a:xfrm>
              <a:off x="6065506" y="48635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7" name="Oval 2146">
              <a:extLst>
                <a:ext uri="{FF2B5EF4-FFF2-40B4-BE49-F238E27FC236}">
                  <a16:creationId xmlns:a16="http://schemas.microsoft.com/office/drawing/2014/main" id="{A948AE9E-19F2-82EB-B695-6EE65B2C9525}"/>
                </a:ext>
              </a:extLst>
            </p:cNvPr>
            <p:cNvSpPr/>
            <p:nvPr/>
          </p:nvSpPr>
          <p:spPr>
            <a:xfrm>
              <a:off x="4614303" y="4273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8" name="Oval 2147">
              <a:extLst>
                <a:ext uri="{FF2B5EF4-FFF2-40B4-BE49-F238E27FC236}">
                  <a16:creationId xmlns:a16="http://schemas.microsoft.com/office/drawing/2014/main" id="{3D03D660-5AFB-5676-DB3A-A059FAFA3FB6}"/>
                </a:ext>
              </a:extLst>
            </p:cNvPr>
            <p:cNvSpPr/>
            <p:nvPr/>
          </p:nvSpPr>
          <p:spPr>
            <a:xfrm>
              <a:off x="4197250" y="46066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9" name="Oval 2148">
              <a:extLst>
                <a:ext uri="{FF2B5EF4-FFF2-40B4-BE49-F238E27FC236}">
                  <a16:creationId xmlns:a16="http://schemas.microsoft.com/office/drawing/2014/main" id="{83A2B75F-8921-3BF4-ACCC-BD125854BAC4}"/>
                </a:ext>
              </a:extLst>
            </p:cNvPr>
            <p:cNvSpPr/>
            <p:nvPr/>
          </p:nvSpPr>
          <p:spPr>
            <a:xfrm>
              <a:off x="4395195" y="4233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0" name="Oval 2149">
              <a:extLst>
                <a:ext uri="{FF2B5EF4-FFF2-40B4-BE49-F238E27FC236}">
                  <a16:creationId xmlns:a16="http://schemas.microsoft.com/office/drawing/2014/main" id="{B33CF310-D85E-C0DA-A100-B3F1D5E6A070}"/>
                </a:ext>
              </a:extLst>
            </p:cNvPr>
            <p:cNvSpPr/>
            <p:nvPr/>
          </p:nvSpPr>
          <p:spPr>
            <a:xfrm>
              <a:off x="5983862" y="48619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1" name="Oval 2150">
              <a:extLst>
                <a:ext uri="{FF2B5EF4-FFF2-40B4-BE49-F238E27FC236}">
                  <a16:creationId xmlns:a16="http://schemas.microsoft.com/office/drawing/2014/main" id="{039BC285-45E4-600C-71DF-0EBE69F02E12}"/>
                </a:ext>
              </a:extLst>
            </p:cNvPr>
            <p:cNvSpPr/>
            <p:nvPr/>
          </p:nvSpPr>
          <p:spPr>
            <a:xfrm>
              <a:off x="6024051" y="4862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2" name="Oval 2151">
              <a:extLst>
                <a:ext uri="{FF2B5EF4-FFF2-40B4-BE49-F238E27FC236}">
                  <a16:creationId xmlns:a16="http://schemas.microsoft.com/office/drawing/2014/main" id="{4719BFC7-569B-FF9B-D260-8B525A978910}"/>
                </a:ext>
              </a:extLst>
            </p:cNvPr>
            <p:cNvSpPr/>
            <p:nvPr/>
          </p:nvSpPr>
          <p:spPr>
            <a:xfrm>
              <a:off x="4378434" y="42722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3" name="Oval 2152">
              <a:extLst>
                <a:ext uri="{FF2B5EF4-FFF2-40B4-BE49-F238E27FC236}">
                  <a16:creationId xmlns:a16="http://schemas.microsoft.com/office/drawing/2014/main" id="{6337F942-99DE-C8A0-2E47-400187ECA139}"/>
                </a:ext>
              </a:extLst>
            </p:cNvPr>
            <p:cNvSpPr/>
            <p:nvPr/>
          </p:nvSpPr>
          <p:spPr>
            <a:xfrm>
              <a:off x="4459487" y="41168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4" name="Oval 2153">
              <a:extLst>
                <a:ext uri="{FF2B5EF4-FFF2-40B4-BE49-F238E27FC236}">
                  <a16:creationId xmlns:a16="http://schemas.microsoft.com/office/drawing/2014/main" id="{F57B324A-58EA-2DAF-3905-4571E1A8A8C8}"/>
                </a:ext>
              </a:extLst>
            </p:cNvPr>
            <p:cNvSpPr/>
            <p:nvPr/>
          </p:nvSpPr>
          <p:spPr>
            <a:xfrm>
              <a:off x="4541096" y="41271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5" name="Oval 2154">
              <a:extLst>
                <a:ext uri="{FF2B5EF4-FFF2-40B4-BE49-F238E27FC236}">
                  <a16:creationId xmlns:a16="http://schemas.microsoft.com/office/drawing/2014/main" id="{F6979929-01D9-3CE9-35E6-25D8D9FC5C4D}"/>
                </a:ext>
              </a:extLst>
            </p:cNvPr>
            <p:cNvSpPr/>
            <p:nvPr/>
          </p:nvSpPr>
          <p:spPr>
            <a:xfrm>
              <a:off x="6102527" y="48642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6" name="Oval 2155">
              <a:extLst>
                <a:ext uri="{FF2B5EF4-FFF2-40B4-BE49-F238E27FC236}">
                  <a16:creationId xmlns:a16="http://schemas.microsoft.com/office/drawing/2014/main" id="{2E5D65EA-279F-AA3A-5255-43B8CFEDDF93}"/>
                </a:ext>
              </a:extLst>
            </p:cNvPr>
            <p:cNvSpPr/>
            <p:nvPr/>
          </p:nvSpPr>
          <p:spPr>
            <a:xfrm>
              <a:off x="6016982" y="48625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7" name="Oval 2156">
              <a:extLst>
                <a:ext uri="{FF2B5EF4-FFF2-40B4-BE49-F238E27FC236}">
                  <a16:creationId xmlns:a16="http://schemas.microsoft.com/office/drawing/2014/main" id="{B20C119E-DC78-D6F8-21A5-38C2CB884507}"/>
                </a:ext>
              </a:extLst>
            </p:cNvPr>
            <p:cNvSpPr/>
            <p:nvPr/>
          </p:nvSpPr>
          <p:spPr>
            <a:xfrm>
              <a:off x="4682874" y="44266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8" name="Oval 2157">
              <a:extLst>
                <a:ext uri="{FF2B5EF4-FFF2-40B4-BE49-F238E27FC236}">
                  <a16:creationId xmlns:a16="http://schemas.microsoft.com/office/drawing/2014/main" id="{BD257726-7285-D729-86FF-0997557DFD9A}"/>
                </a:ext>
              </a:extLst>
            </p:cNvPr>
            <p:cNvSpPr/>
            <p:nvPr/>
          </p:nvSpPr>
          <p:spPr>
            <a:xfrm>
              <a:off x="4454000" y="41235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9" name="Oval 2158">
              <a:extLst>
                <a:ext uri="{FF2B5EF4-FFF2-40B4-BE49-F238E27FC236}">
                  <a16:creationId xmlns:a16="http://schemas.microsoft.com/office/drawing/2014/main" id="{0E0349D6-E424-6967-BDB3-90F7B5F61DCD}"/>
                </a:ext>
              </a:extLst>
            </p:cNvPr>
            <p:cNvSpPr/>
            <p:nvPr/>
          </p:nvSpPr>
          <p:spPr>
            <a:xfrm>
              <a:off x="4409966" y="42012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0" name="Oval 2159">
              <a:extLst>
                <a:ext uri="{FF2B5EF4-FFF2-40B4-BE49-F238E27FC236}">
                  <a16:creationId xmlns:a16="http://schemas.microsoft.com/office/drawing/2014/main" id="{24F3B911-6161-7B6E-6B98-DDDDFAF4938A}"/>
                </a:ext>
              </a:extLst>
            </p:cNvPr>
            <p:cNvSpPr/>
            <p:nvPr/>
          </p:nvSpPr>
          <p:spPr>
            <a:xfrm>
              <a:off x="4716411" y="4490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1" name="Oval 2160">
              <a:extLst>
                <a:ext uri="{FF2B5EF4-FFF2-40B4-BE49-F238E27FC236}">
                  <a16:creationId xmlns:a16="http://schemas.microsoft.com/office/drawing/2014/main" id="{AD4A3101-EC30-C996-D741-4838FF781A24}"/>
                </a:ext>
              </a:extLst>
            </p:cNvPr>
            <p:cNvSpPr/>
            <p:nvPr/>
          </p:nvSpPr>
          <p:spPr>
            <a:xfrm>
              <a:off x="4387639" y="4250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2" name="Oval 2161">
              <a:extLst>
                <a:ext uri="{FF2B5EF4-FFF2-40B4-BE49-F238E27FC236}">
                  <a16:creationId xmlns:a16="http://schemas.microsoft.com/office/drawing/2014/main" id="{DF0E7842-5612-43D9-9315-F8DA6DA3014B}"/>
                </a:ext>
              </a:extLst>
            </p:cNvPr>
            <p:cNvSpPr/>
            <p:nvPr/>
          </p:nvSpPr>
          <p:spPr>
            <a:xfrm>
              <a:off x="4316137" y="44129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3" name="Oval 2162">
              <a:extLst>
                <a:ext uri="{FF2B5EF4-FFF2-40B4-BE49-F238E27FC236}">
                  <a16:creationId xmlns:a16="http://schemas.microsoft.com/office/drawing/2014/main" id="{ED0565B1-9874-52EA-6B63-92EAAA3E8F25}"/>
                </a:ext>
              </a:extLst>
            </p:cNvPr>
            <p:cNvSpPr/>
            <p:nvPr/>
          </p:nvSpPr>
          <p:spPr>
            <a:xfrm>
              <a:off x="6020221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4" name="Oval 2163">
              <a:extLst>
                <a:ext uri="{FF2B5EF4-FFF2-40B4-BE49-F238E27FC236}">
                  <a16:creationId xmlns:a16="http://schemas.microsoft.com/office/drawing/2014/main" id="{AC8CC3CA-0855-0DFC-F075-13CCC59156C8}"/>
                </a:ext>
              </a:extLst>
            </p:cNvPr>
            <p:cNvSpPr/>
            <p:nvPr/>
          </p:nvSpPr>
          <p:spPr>
            <a:xfrm>
              <a:off x="6008832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5" name="Oval 2164">
              <a:extLst>
                <a:ext uri="{FF2B5EF4-FFF2-40B4-BE49-F238E27FC236}">
                  <a16:creationId xmlns:a16="http://schemas.microsoft.com/office/drawing/2014/main" id="{2DD8E283-2CBF-33AA-2909-7D294ABA405D}"/>
                </a:ext>
              </a:extLst>
            </p:cNvPr>
            <p:cNvSpPr/>
            <p:nvPr/>
          </p:nvSpPr>
          <p:spPr>
            <a:xfrm>
              <a:off x="6040838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6" name="Oval 2165">
              <a:extLst>
                <a:ext uri="{FF2B5EF4-FFF2-40B4-BE49-F238E27FC236}">
                  <a16:creationId xmlns:a16="http://schemas.microsoft.com/office/drawing/2014/main" id="{AE06C15F-6A22-5BA5-4332-222867C327B5}"/>
                </a:ext>
              </a:extLst>
            </p:cNvPr>
            <p:cNvSpPr/>
            <p:nvPr/>
          </p:nvSpPr>
          <p:spPr>
            <a:xfrm>
              <a:off x="4460450" y="41157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7" name="Oval 2166">
              <a:extLst>
                <a:ext uri="{FF2B5EF4-FFF2-40B4-BE49-F238E27FC236}">
                  <a16:creationId xmlns:a16="http://schemas.microsoft.com/office/drawing/2014/main" id="{64381928-D170-71C2-EF7C-37BD2EE5D173}"/>
                </a:ext>
              </a:extLst>
            </p:cNvPr>
            <p:cNvSpPr/>
            <p:nvPr/>
          </p:nvSpPr>
          <p:spPr>
            <a:xfrm>
              <a:off x="4582627" y="42016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8" name="Oval 2167">
              <a:extLst>
                <a:ext uri="{FF2B5EF4-FFF2-40B4-BE49-F238E27FC236}">
                  <a16:creationId xmlns:a16="http://schemas.microsoft.com/office/drawing/2014/main" id="{3D80A4A0-1A2E-FD25-4A98-534E87077E26}"/>
                </a:ext>
              </a:extLst>
            </p:cNvPr>
            <p:cNvSpPr/>
            <p:nvPr/>
          </p:nvSpPr>
          <p:spPr>
            <a:xfrm>
              <a:off x="4431893" y="41579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9" name="Oval 2168">
              <a:extLst>
                <a:ext uri="{FF2B5EF4-FFF2-40B4-BE49-F238E27FC236}">
                  <a16:creationId xmlns:a16="http://schemas.microsoft.com/office/drawing/2014/main" id="{E67BFBA4-6EBD-2256-69E4-6D2E042AEA9C}"/>
                </a:ext>
              </a:extLst>
            </p:cNvPr>
            <p:cNvSpPr/>
            <p:nvPr/>
          </p:nvSpPr>
          <p:spPr>
            <a:xfrm>
              <a:off x="4440273" y="41436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0" name="Oval 2169">
              <a:extLst>
                <a:ext uri="{FF2B5EF4-FFF2-40B4-BE49-F238E27FC236}">
                  <a16:creationId xmlns:a16="http://schemas.microsoft.com/office/drawing/2014/main" id="{CAEB2B9E-7BBB-AC08-AB87-6442A10266F2}"/>
                </a:ext>
              </a:extLst>
            </p:cNvPr>
            <p:cNvSpPr/>
            <p:nvPr/>
          </p:nvSpPr>
          <p:spPr>
            <a:xfrm>
              <a:off x="4517596" y="4102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1" name="Oval 2170">
              <a:extLst>
                <a:ext uri="{FF2B5EF4-FFF2-40B4-BE49-F238E27FC236}">
                  <a16:creationId xmlns:a16="http://schemas.microsoft.com/office/drawing/2014/main" id="{4036EF27-D033-0301-D3AA-B4BBC882377E}"/>
                </a:ext>
              </a:extLst>
            </p:cNvPr>
            <p:cNvSpPr/>
            <p:nvPr/>
          </p:nvSpPr>
          <p:spPr>
            <a:xfrm>
              <a:off x="4524271" y="41080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2" name="Oval 2171">
              <a:extLst>
                <a:ext uri="{FF2B5EF4-FFF2-40B4-BE49-F238E27FC236}">
                  <a16:creationId xmlns:a16="http://schemas.microsoft.com/office/drawing/2014/main" id="{5B886599-378E-22A5-29F3-4949EAAA9280}"/>
                </a:ext>
              </a:extLst>
            </p:cNvPr>
            <p:cNvSpPr/>
            <p:nvPr/>
          </p:nvSpPr>
          <p:spPr>
            <a:xfrm>
              <a:off x="4268169" y="45045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3" name="Oval 2172">
              <a:extLst>
                <a:ext uri="{FF2B5EF4-FFF2-40B4-BE49-F238E27FC236}">
                  <a16:creationId xmlns:a16="http://schemas.microsoft.com/office/drawing/2014/main" id="{293B930D-A5FE-1015-972C-DC558A261513}"/>
                </a:ext>
              </a:extLst>
            </p:cNvPr>
            <p:cNvSpPr/>
            <p:nvPr/>
          </p:nvSpPr>
          <p:spPr>
            <a:xfrm>
              <a:off x="5975213" y="4861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4" name="Oval 2173">
              <a:extLst>
                <a:ext uri="{FF2B5EF4-FFF2-40B4-BE49-F238E27FC236}">
                  <a16:creationId xmlns:a16="http://schemas.microsoft.com/office/drawing/2014/main" id="{3A83AFAF-13C0-18B7-66CF-0B560437256A}"/>
                </a:ext>
              </a:extLst>
            </p:cNvPr>
            <p:cNvSpPr/>
            <p:nvPr/>
          </p:nvSpPr>
          <p:spPr>
            <a:xfrm>
              <a:off x="6045539" y="48631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5" name="Oval 2174">
              <a:extLst>
                <a:ext uri="{FF2B5EF4-FFF2-40B4-BE49-F238E27FC236}">
                  <a16:creationId xmlns:a16="http://schemas.microsoft.com/office/drawing/2014/main" id="{9B9127D6-BB20-E56C-48B0-7590788029CD}"/>
                </a:ext>
              </a:extLst>
            </p:cNvPr>
            <p:cNvSpPr/>
            <p:nvPr/>
          </p:nvSpPr>
          <p:spPr>
            <a:xfrm>
              <a:off x="4514150" y="4100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6" name="Oval 2175">
              <a:extLst>
                <a:ext uri="{FF2B5EF4-FFF2-40B4-BE49-F238E27FC236}">
                  <a16:creationId xmlns:a16="http://schemas.microsoft.com/office/drawing/2014/main" id="{4AA633D6-CB8B-B216-B09D-F5DB19D2A108}"/>
                </a:ext>
              </a:extLst>
            </p:cNvPr>
            <p:cNvSpPr/>
            <p:nvPr/>
          </p:nvSpPr>
          <p:spPr>
            <a:xfrm>
              <a:off x="4343247" y="43536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7" name="Oval 2176">
              <a:extLst>
                <a:ext uri="{FF2B5EF4-FFF2-40B4-BE49-F238E27FC236}">
                  <a16:creationId xmlns:a16="http://schemas.microsoft.com/office/drawing/2014/main" id="{369CCDF4-0340-E0E2-E4A3-0718CE821C83}"/>
                </a:ext>
              </a:extLst>
            </p:cNvPr>
            <p:cNvSpPr/>
            <p:nvPr/>
          </p:nvSpPr>
          <p:spPr>
            <a:xfrm>
              <a:off x="4235437" y="45563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8" name="Oval 2177">
              <a:extLst>
                <a:ext uri="{FF2B5EF4-FFF2-40B4-BE49-F238E27FC236}">
                  <a16:creationId xmlns:a16="http://schemas.microsoft.com/office/drawing/2014/main" id="{950DB8BF-0424-E8D3-EAF9-2AA40AE7172F}"/>
                </a:ext>
              </a:extLst>
            </p:cNvPr>
            <p:cNvSpPr/>
            <p:nvPr/>
          </p:nvSpPr>
          <p:spPr>
            <a:xfrm>
              <a:off x="5997224" y="48621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9" name="Oval 2178">
              <a:extLst>
                <a:ext uri="{FF2B5EF4-FFF2-40B4-BE49-F238E27FC236}">
                  <a16:creationId xmlns:a16="http://schemas.microsoft.com/office/drawing/2014/main" id="{CC0407A1-CC21-82B1-22E3-673C4D24702A}"/>
                </a:ext>
              </a:extLst>
            </p:cNvPr>
            <p:cNvSpPr/>
            <p:nvPr/>
          </p:nvSpPr>
          <p:spPr>
            <a:xfrm>
              <a:off x="4596994" y="4233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0" name="Oval 2179">
              <a:extLst>
                <a:ext uri="{FF2B5EF4-FFF2-40B4-BE49-F238E27FC236}">
                  <a16:creationId xmlns:a16="http://schemas.microsoft.com/office/drawing/2014/main" id="{549B8929-D9CF-69C6-56DC-E12675557758}"/>
                </a:ext>
              </a:extLst>
            </p:cNvPr>
            <p:cNvSpPr/>
            <p:nvPr/>
          </p:nvSpPr>
          <p:spPr>
            <a:xfrm>
              <a:off x="4498847" y="4095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1" name="Oval 2180">
              <a:extLst>
                <a:ext uri="{FF2B5EF4-FFF2-40B4-BE49-F238E27FC236}">
                  <a16:creationId xmlns:a16="http://schemas.microsoft.com/office/drawing/2014/main" id="{9A8127BF-3323-11B4-B8DB-389F1621C634}"/>
                </a:ext>
              </a:extLst>
            </p:cNvPr>
            <p:cNvSpPr/>
            <p:nvPr/>
          </p:nvSpPr>
          <p:spPr>
            <a:xfrm>
              <a:off x="4807802" y="46211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2" name="Oval 2181">
              <a:extLst>
                <a:ext uri="{FF2B5EF4-FFF2-40B4-BE49-F238E27FC236}">
                  <a16:creationId xmlns:a16="http://schemas.microsoft.com/office/drawing/2014/main" id="{BC568B13-D559-6CD4-1748-C8DD1F568828}"/>
                </a:ext>
              </a:extLst>
            </p:cNvPr>
            <p:cNvSpPr/>
            <p:nvPr/>
          </p:nvSpPr>
          <p:spPr>
            <a:xfrm>
              <a:off x="4639746" y="433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3" name="Oval 2182">
              <a:extLst>
                <a:ext uri="{FF2B5EF4-FFF2-40B4-BE49-F238E27FC236}">
                  <a16:creationId xmlns:a16="http://schemas.microsoft.com/office/drawing/2014/main" id="{80CFCFE9-A93E-8120-A489-6BB589C0CEB4}"/>
                </a:ext>
              </a:extLst>
            </p:cNvPr>
            <p:cNvSpPr/>
            <p:nvPr/>
          </p:nvSpPr>
          <p:spPr>
            <a:xfrm>
              <a:off x="5898259" y="48598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4" name="Oval 2183">
              <a:extLst>
                <a:ext uri="{FF2B5EF4-FFF2-40B4-BE49-F238E27FC236}">
                  <a16:creationId xmlns:a16="http://schemas.microsoft.com/office/drawing/2014/main" id="{F4B1D759-F372-CD38-2F14-F5A8EE184FCA}"/>
                </a:ext>
              </a:extLst>
            </p:cNvPr>
            <p:cNvSpPr/>
            <p:nvPr/>
          </p:nvSpPr>
          <p:spPr>
            <a:xfrm>
              <a:off x="4279643" y="44843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5" name="Oval 2184">
              <a:extLst>
                <a:ext uri="{FF2B5EF4-FFF2-40B4-BE49-F238E27FC236}">
                  <a16:creationId xmlns:a16="http://schemas.microsoft.com/office/drawing/2014/main" id="{C95F14C4-542E-FCF5-9316-C5963DAD314F}"/>
                </a:ext>
              </a:extLst>
            </p:cNvPr>
            <p:cNvSpPr/>
            <p:nvPr/>
          </p:nvSpPr>
          <p:spPr>
            <a:xfrm>
              <a:off x="4440140" y="4143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6" name="Oval 2185">
              <a:extLst>
                <a:ext uri="{FF2B5EF4-FFF2-40B4-BE49-F238E27FC236}">
                  <a16:creationId xmlns:a16="http://schemas.microsoft.com/office/drawing/2014/main" id="{27B04687-E5A7-0D1E-BB13-0A683BA1A016}"/>
                </a:ext>
              </a:extLst>
            </p:cNvPr>
            <p:cNvSpPr/>
            <p:nvPr/>
          </p:nvSpPr>
          <p:spPr>
            <a:xfrm>
              <a:off x="4413335" y="41941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7" name="Oval 2186">
              <a:extLst>
                <a:ext uri="{FF2B5EF4-FFF2-40B4-BE49-F238E27FC236}">
                  <a16:creationId xmlns:a16="http://schemas.microsoft.com/office/drawing/2014/main" id="{397BBA36-B8DE-2211-C23E-301A77B3A78A}"/>
                </a:ext>
              </a:extLst>
            </p:cNvPr>
            <p:cNvSpPr/>
            <p:nvPr/>
          </p:nvSpPr>
          <p:spPr>
            <a:xfrm>
              <a:off x="4632155" y="43146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8" name="Oval 2187">
              <a:extLst>
                <a:ext uri="{FF2B5EF4-FFF2-40B4-BE49-F238E27FC236}">
                  <a16:creationId xmlns:a16="http://schemas.microsoft.com/office/drawing/2014/main" id="{EB69C865-1C81-4388-109F-25B5864A960E}"/>
                </a:ext>
              </a:extLst>
            </p:cNvPr>
            <p:cNvSpPr/>
            <p:nvPr/>
          </p:nvSpPr>
          <p:spPr>
            <a:xfrm>
              <a:off x="5999232" y="4862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9" name="Oval 2188">
              <a:extLst>
                <a:ext uri="{FF2B5EF4-FFF2-40B4-BE49-F238E27FC236}">
                  <a16:creationId xmlns:a16="http://schemas.microsoft.com/office/drawing/2014/main" id="{EA58AF17-3D88-42AB-807A-F57BE8899F1E}"/>
                </a:ext>
              </a:extLst>
            </p:cNvPr>
            <p:cNvSpPr/>
            <p:nvPr/>
          </p:nvSpPr>
          <p:spPr>
            <a:xfrm>
              <a:off x="5966472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0" name="Oval 2189">
              <a:extLst>
                <a:ext uri="{FF2B5EF4-FFF2-40B4-BE49-F238E27FC236}">
                  <a16:creationId xmlns:a16="http://schemas.microsoft.com/office/drawing/2014/main" id="{7E3ED178-E354-D86C-B6FA-4C3F1526A80E}"/>
                </a:ext>
              </a:extLst>
            </p:cNvPr>
            <p:cNvSpPr/>
            <p:nvPr/>
          </p:nvSpPr>
          <p:spPr>
            <a:xfrm>
              <a:off x="4439978" y="41440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1" name="Oval 2190">
              <a:extLst>
                <a:ext uri="{FF2B5EF4-FFF2-40B4-BE49-F238E27FC236}">
                  <a16:creationId xmlns:a16="http://schemas.microsoft.com/office/drawing/2014/main" id="{A7042213-82F6-4191-2474-E9D91E605EBA}"/>
                </a:ext>
              </a:extLst>
            </p:cNvPr>
            <p:cNvSpPr/>
            <p:nvPr/>
          </p:nvSpPr>
          <p:spPr>
            <a:xfrm>
              <a:off x="4665566" y="4390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2" name="Oval 2191">
              <a:extLst>
                <a:ext uri="{FF2B5EF4-FFF2-40B4-BE49-F238E27FC236}">
                  <a16:creationId xmlns:a16="http://schemas.microsoft.com/office/drawing/2014/main" id="{8E4D7F39-16C5-4B60-C33D-0D7E8177921A}"/>
                </a:ext>
              </a:extLst>
            </p:cNvPr>
            <p:cNvSpPr/>
            <p:nvPr/>
          </p:nvSpPr>
          <p:spPr>
            <a:xfrm>
              <a:off x="4496566" y="40952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3" name="Oval 2192">
              <a:extLst>
                <a:ext uri="{FF2B5EF4-FFF2-40B4-BE49-F238E27FC236}">
                  <a16:creationId xmlns:a16="http://schemas.microsoft.com/office/drawing/2014/main" id="{402A798A-AE06-B4C5-54BA-1FCFA769D778}"/>
                </a:ext>
              </a:extLst>
            </p:cNvPr>
            <p:cNvSpPr/>
            <p:nvPr/>
          </p:nvSpPr>
          <p:spPr>
            <a:xfrm>
              <a:off x="4539541" y="4125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4" name="Oval 2193">
              <a:extLst>
                <a:ext uri="{FF2B5EF4-FFF2-40B4-BE49-F238E27FC236}">
                  <a16:creationId xmlns:a16="http://schemas.microsoft.com/office/drawing/2014/main" id="{88478FF8-441D-8AE9-575C-0C21C27B6C59}"/>
                </a:ext>
              </a:extLst>
            </p:cNvPr>
            <p:cNvSpPr/>
            <p:nvPr/>
          </p:nvSpPr>
          <p:spPr>
            <a:xfrm>
              <a:off x="6006313" y="48623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5" name="Oval 2194">
              <a:extLst>
                <a:ext uri="{FF2B5EF4-FFF2-40B4-BE49-F238E27FC236}">
                  <a16:creationId xmlns:a16="http://schemas.microsoft.com/office/drawing/2014/main" id="{5D0F31D4-BEB9-42D4-8A4B-B1746F560488}"/>
                </a:ext>
              </a:extLst>
            </p:cNvPr>
            <p:cNvSpPr/>
            <p:nvPr/>
          </p:nvSpPr>
          <p:spPr>
            <a:xfrm>
              <a:off x="4505710" y="4096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6" name="Oval 2195">
              <a:extLst>
                <a:ext uri="{FF2B5EF4-FFF2-40B4-BE49-F238E27FC236}">
                  <a16:creationId xmlns:a16="http://schemas.microsoft.com/office/drawing/2014/main" id="{5EF6D020-8B35-9E56-5EE3-D34F49776677}"/>
                </a:ext>
              </a:extLst>
            </p:cNvPr>
            <p:cNvSpPr/>
            <p:nvPr/>
          </p:nvSpPr>
          <p:spPr>
            <a:xfrm>
              <a:off x="4283965" y="44764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7" name="Oval 2196">
              <a:extLst>
                <a:ext uri="{FF2B5EF4-FFF2-40B4-BE49-F238E27FC236}">
                  <a16:creationId xmlns:a16="http://schemas.microsoft.com/office/drawing/2014/main" id="{BDA35391-9DA9-B087-1A60-6FA7178035F5}"/>
                </a:ext>
              </a:extLst>
            </p:cNvPr>
            <p:cNvSpPr/>
            <p:nvPr/>
          </p:nvSpPr>
          <p:spPr>
            <a:xfrm>
              <a:off x="4491427" y="40956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8" name="Oval 2197">
              <a:extLst>
                <a:ext uri="{FF2B5EF4-FFF2-40B4-BE49-F238E27FC236}">
                  <a16:creationId xmlns:a16="http://schemas.microsoft.com/office/drawing/2014/main" id="{D0423B19-5568-56CA-8CED-45427ACABC76}"/>
                </a:ext>
              </a:extLst>
            </p:cNvPr>
            <p:cNvSpPr/>
            <p:nvPr/>
          </p:nvSpPr>
          <p:spPr>
            <a:xfrm>
              <a:off x="4565955" y="41680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9" name="Oval 2198">
              <a:extLst>
                <a:ext uri="{FF2B5EF4-FFF2-40B4-BE49-F238E27FC236}">
                  <a16:creationId xmlns:a16="http://schemas.microsoft.com/office/drawing/2014/main" id="{0A416B13-499E-9EBF-7C8B-CD7BF2FB7F3B}"/>
                </a:ext>
              </a:extLst>
            </p:cNvPr>
            <p:cNvSpPr/>
            <p:nvPr/>
          </p:nvSpPr>
          <p:spPr>
            <a:xfrm>
              <a:off x="4640018" y="43328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0" name="Oval 2199">
              <a:extLst>
                <a:ext uri="{FF2B5EF4-FFF2-40B4-BE49-F238E27FC236}">
                  <a16:creationId xmlns:a16="http://schemas.microsoft.com/office/drawing/2014/main" id="{31C06FA9-8BB9-5355-EE77-2EC8D38B9A08}"/>
                </a:ext>
              </a:extLst>
            </p:cNvPr>
            <p:cNvSpPr/>
            <p:nvPr/>
          </p:nvSpPr>
          <p:spPr>
            <a:xfrm>
              <a:off x="4388357" y="42492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1" name="Oval 2200">
              <a:extLst>
                <a:ext uri="{FF2B5EF4-FFF2-40B4-BE49-F238E27FC236}">
                  <a16:creationId xmlns:a16="http://schemas.microsoft.com/office/drawing/2014/main" id="{A82C7B33-1F88-99FE-6936-E02DB1BFA00D}"/>
                </a:ext>
              </a:extLst>
            </p:cNvPr>
            <p:cNvSpPr/>
            <p:nvPr/>
          </p:nvSpPr>
          <p:spPr>
            <a:xfrm>
              <a:off x="4513867" y="4100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2" name="Oval 2201">
              <a:extLst>
                <a:ext uri="{FF2B5EF4-FFF2-40B4-BE49-F238E27FC236}">
                  <a16:creationId xmlns:a16="http://schemas.microsoft.com/office/drawing/2014/main" id="{43CCA7CE-4F75-2EDF-38EA-41D0B56CDAB7}"/>
                </a:ext>
              </a:extLst>
            </p:cNvPr>
            <p:cNvSpPr/>
            <p:nvPr/>
          </p:nvSpPr>
          <p:spPr>
            <a:xfrm>
              <a:off x="4140977" y="46641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3" name="Oval 2202">
              <a:extLst>
                <a:ext uri="{FF2B5EF4-FFF2-40B4-BE49-F238E27FC236}">
                  <a16:creationId xmlns:a16="http://schemas.microsoft.com/office/drawing/2014/main" id="{15C89ACC-2128-B79B-563E-FFDEEBAE9287}"/>
                </a:ext>
              </a:extLst>
            </p:cNvPr>
            <p:cNvSpPr/>
            <p:nvPr/>
          </p:nvSpPr>
          <p:spPr>
            <a:xfrm>
              <a:off x="4240400" y="4548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4" name="Oval 2203">
              <a:extLst>
                <a:ext uri="{FF2B5EF4-FFF2-40B4-BE49-F238E27FC236}">
                  <a16:creationId xmlns:a16="http://schemas.microsoft.com/office/drawing/2014/main" id="{FAE71620-CB01-6F52-97BB-C8EFD1F556F9}"/>
                </a:ext>
              </a:extLst>
            </p:cNvPr>
            <p:cNvSpPr/>
            <p:nvPr/>
          </p:nvSpPr>
          <p:spPr>
            <a:xfrm>
              <a:off x="5976421" y="48617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5" name="Oval 2204">
              <a:extLst>
                <a:ext uri="{FF2B5EF4-FFF2-40B4-BE49-F238E27FC236}">
                  <a16:creationId xmlns:a16="http://schemas.microsoft.com/office/drawing/2014/main" id="{3FEBFBAF-265D-130B-8AA9-AC47ED6653A2}"/>
                </a:ext>
              </a:extLst>
            </p:cNvPr>
            <p:cNvSpPr/>
            <p:nvPr/>
          </p:nvSpPr>
          <p:spPr>
            <a:xfrm>
              <a:off x="4583547" y="42036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6" name="Oval 2205">
              <a:extLst>
                <a:ext uri="{FF2B5EF4-FFF2-40B4-BE49-F238E27FC236}">
                  <a16:creationId xmlns:a16="http://schemas.microsoft.com/office/drawing/2014/main" id="{80F0AC56-459B-155F-F119-D50133E84ED8}"/>
                </a:ext>
              </a:extLst>
            </p:cNvPr>
            <p:cNvSpPr/>
            <p:nvPr/>
          </p:nvSpPr>
          <p:spPr>
            <a:xfrm>
              <a:off x="4531546" y="41153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7" name="Oval 2206">
              <a:extLst>
                <a:ext uri="{FF2B5EF4-FFF2-40B4-BE49-F238E27FC236}">
                  <a16:creationId xmlns:a16="http://schemas.microsoft.com/office/drawing/2014/main" id="{C50CEF50-7DDD-DB3B-713E-BC1E918E1E54}"/>
                </a:ext>
              </a:extLst>
            </p:cNvPr>
            <p:cNvSpPr/>
            <p:nvPr/>
          </p:nvSpPr>
          <p:spPr>
            <a:xfrm>
              <a:off x="5960807" y="48613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8" name="Oval 2207">
              <a:extLst>
                <a:ext uri="{FF2B5EF4-FFF2-40B4-BE49-F238E27FC236}">
                  <a16:creationId xmlns:a16="http://schemas.microsoft.com/office/drawing/2014/main" id="{5D58B670-27AE-B31D-B617-AF36B362DC8C}"/>
                </a:ext>
              </a:extLst>
            </p:cNvPr>
            <p:cNvSpPr/>
            <p:nvPr/>
          </p:nvSpPr>
          <p:spPr>
            <a:xfrm>
              <a:off x="6027453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9" name="Oval 2208">
              <a:extLst>
                <a:ext uri="{FF2B5EF4-FFF2-40B4-BE49-F238E27FC236}">
                  <a16:creationId xmlns:a16="http://schemas.microsoft.com/office/drawing/2014/main" id="{66E46127-D0E2-0303-D230-75FD1F39A209}"/>
                </a:ext>
              </a:extLst>
            </p:cNvPr>
            <p:cNvSpPr/>
            <p:nvPr/>
          </p:nvSpPr>
          <p:spPr>
            <a:xfrm>
              <a:off x="4482583" y="4098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0" name="Oval 2209">
              <a:extLst>
                <a:ext uri="{FF2B5EF4-FFF2-40B4-BE49-F238E27FC236}">
                  <a16:creationId xmlns:a16="http://schemas.microsoft.com/office/drawing/2014/main" id="{A0869242-32D3-5ECD-8B40-07E9F73A006C}"/>
                </a:ext>
              </a:extLst>
            </p:cNvPr>
            <p:cNvSpPr/>
            <p:nvPr/>
          </p:nvSpPr>
          <p:spPr>
            <a:xfrm>
              <a:off x="5990618" y="48620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1" name="Oval 2210">
              <a:extLst>
                <a:ext uri="{FF2B5EF4-FFF2-40B4-BE49-F238E27FC236}">
                  <a16:creationId xmlns:a16="http://schemas.microsoft.com/office/drawing/2014/main" id="{B7C76802-F164-75ED-9FF1-0BEBB1848701}"/>
                </a:ext>
              </a:extLst>
            </p:cNvPr>
            <p:cNvSpPr/>
            <p:nvPr/>
          </p:nvSpPr>
          <p:spPr>
            <a:xfrm>
              <a:off x="6014254" y="4862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2" name="Oval 2211">
              <a:extLst>
                <a:ext uri="{FF2B5EF4-FFF2-40B4-BE49-F238E27FC236}">
                  <a16:creationId xmlns:a16="http://schemas.microsoft.com/office/drawing/2014/main" id="{DABB6CAD-D387-8969-F21A-73FC10931B84}"/>
                </a:ext>
              </a:extLst>
            </p:cNvPr>
            <p:cNvSpPr/>
            <p:nvPr/>
          </p:nvSpPr>
          <p:spPr>
            <a:xfrm>
              <a:off x="4441539" y="41415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3" name="Oval 2212">
              <a:extLst>
                <a:ext uri="{FF2B5EF4-FFF2-40B4-BE49-F238E27FC236}">
                  <a16:creationId xmlns:a16="http://schemas.microsoft.com/office/drawing/2014/main" id="{B2277A08-5906-6050-05F4-C8B4173A3757}"/>
                </a:ext>
              </a:extLst>
            </p:cNvPr>
            <p:cNvSpPr/>
            <p:nvPr/>
          </p:nvSpPr>
          <p:spPr>
            <a:xfrm>
              <a:off x="4607237" y="42566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4" name="Oval 2213">
              <a:extLst>
                <a:ext uri="{FF2B5EF4-FFF2-40B4-BE49-F238E27FC236}">
                  <a16:creationId xmlns:a16="http://schemas.microsoft.com/office/drawing/2014/main" id="{E68DE8FD-588D-7065-A7D2-53154B0AE9A2}"/>
                </a:ext>
              </a:extLst>
            </p:cNvPr>
            <p:cNvSpPr/>
            <p:nvPr/>
          </p:nvSpPr>
          <p:spPr>
            <a:xfrm>
              <a:off x="4397450" y="42286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5" name="Oval 2214">
              <a:extLst>
                <a:ext uri="{FF2B5EF4-FFF2-40B4-BE49-F238E27FC236}">
                  <a16:creationId xmlns:a16="http://schemas.microsoft.com/office/drawing/2014/main" id="{FDD9D5E4-03F2-8900-81FD-079BE55155CA}"/>
                </a:ext>
              </a:extLst>
            </p:cNvPr>
            <p:cNvSpPr/>
            <p:nvPr/>
          </p:nvSpPr>
          <p:spPr>
            <a:xfrm>
              <a:off x="4746694" y="45409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6" name="Oval 2215">
              <a:extLst>
                <a:ext uri="{FF2B5EF4-FFF2-40B4-BE49-F238E27FC236}">
                  <a16:creationId xmlns:a16="http://schemas.microsoft.com/office/drawing/2014/main" id="{A2FF3A00-1829-808F-C136-1BC59E9C6C9D}"/>
                </a:ext>
              </a:extLst>
            </p:cNvPr>
            <p:cNvSpPr/>
            <p:nvPr/>
          </p:nvSpPr>
          <p:spPr>
            <a:xfrm>
              <a:off x="4396264" y="4231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7" name="Oval 2216">
              <a:extLst>
                <a:ext uri="{FF2B5EF4-FFF2-40B4-BE49-F238E27FC236}">
                  <a16:creationId xmlns:a16="http://schemas.microsoft.com/office/drawing/2014/main" id="{90DB5D6E-2F64-91C9-0B82-5C092F932DDC}"/>
                </a:ext>
              </a:extLst>
            </p:cNvPr>
            <p:cNvSpPr/>
            <p:nvPr/>
          </p:nvSpPr>
          <p:spPr>
            <a:xfrm>
              <a:off x="4590203" y="42180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8" name="Oval 2217">
              <a:extLst>
                <a:ext uri="{FF2B5EF4-FFF2-40B4-BE49-F238E27FC236}">
                  <a16:creationId xmlns:a16="http://schemas.microsoft.com/office/drawing/2014/main" id="{56DB3E36-C320-84BD-9F5B-697F2E77D618}"/>
                </a:ext>
              </a:extLst>
            </p:cNvPr>
            <p:cNvSpPr/>
            <p:nvPr/>
          </p:nvSpPr>
          <p:spPr>
            <a:xfrm>
              <a:off x="4471826" y="41049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9" name="Oval 2218">
              <a:extLst>
                <a:ext uri="{FF2B5EF4-FFF2-40B4-BE49-F238E27FC236}">
                  <a16:creationId xmlns:a16="http://schemas.microsoft.com/office/drawing/2014/main" id="{84EF8008-0197-AB6E-17E9-26F7E082C090}"/>
                </a:ext>
              </a:extLst>
            </p:cNvPr>
            <p:cNvSpPr/>
            <p:nvPr/>
          </p:nvSpPr>
          <p:spPr>
            <a:xfrm>
              <a:off x="4464218" y="41117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0" name="Oval 2219">
              <a:extLst>
                <a:ext uri="{FF2B5EF4-FFF2-40B4-BE49-F238E27FC236}">
                  <a16:creationId xmlns:a16="http://schemas.microsoft.com/office/drawing/2014/main" id="{C5A25166-035D-1FC6-7ACA-C90CD6C9C457}"/>
                </a:ext>
              </a:extLst>
            </p:cNvPr>
            <p:cNvSpPr/>
            <p:nvPr/>
          </p:nvSpPr>
          <p:spPr>
            <a:xfrm>
              <a:off x="4417033" y="41865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1" name="Oval 2220">
              <a:extLst>
                <a:ext uri="{FF2B5EF4-FFF2-40B4-BE49-F238E27FC236}">
                  <a16:creationId xmlns:a16="http://schemas.microsoft.com/office/drawing/2014/main" id="{FB56E8EA-8FD4-C9C1-06C7-04324215D122}"/>
                </a:ext>
              </a:extLst>
            </p:cNvPr>
            <p:cNvSpPr/>
            <p:nvPr/>
          </p:nvSpPr>
          <p:spPr>
            <a:xfrm>
              <a:off x="4414470" y="41917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2" name="Oval 2221">
              <a:extLst>
                <a:ext uri="{FF2B5EF4-FFF2-40B4-BE49-F238E27FC236}">
                  <a16:creationId xmlns:a16="http://schemas.microsoft.com/office/drawing/2014/main" id="{E880F92A-0A65-7BCF-1603-05F502F83F19}"/>
                </a:ext>
              </a:extLst>
            </p:cNvPr>
            <p:cNvSpPr/>
            <p:nvPr/>
          </p:nvSpPr>
          <p:spPr>
            <a:xfrm>
              <a:off x="4351784" y="43341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3" name="Oval 2222">
              <a:extLst>
                <a:ext uri="{FF2B5EF4-FFF2-40B4-BE49-F238E27FC236}">
                  <a16:creationId xmlns:a16="http://schemas.microsoft.com/office/drawing/2014/main" id="{605BBB04-B976-293E-0DE4-4FE708604B81}"/>
                </a:ext>
              </a:extLst>
            </p:cNvPr>
            <p:cNvSpPr/>
            <p:nvPr/>
          </p:nvSpPr>
          <p:spPr>
            <a:xfrm>
              <a:off x="4266875" y="45067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4" name="Oval 2223">
              <a:extLst>
                <a:ext uri="{FF2B5EF4-FFF2-40B4-BE49-F238E27FC236}">
                  <a16:creationId xmlns:a16="http://schemas.microsoft.com/office/drawing/2014/main" id="{693FDB27-1927-BB85-7628-EADD6388AECA}"/>
                </a:ext>
              </a:extLst>
            </p:cNvPr>
            <p:cNvSpPr/>
            <p:nvPr/>
          </p:nvSpPr>
          <p:spPr>
            <a:xfrm>
              <a:off x="4387252" y="4251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5" name="Oval 2224">
              <a:extLst>
                <a:ext uri="{FF2B5EF4-FFF2-40B4-BE49-F238E27FC236}">
                  <a16:creationId xmlns:a16="http://schemas.microsoft.com/office/drawing/2014/main" id="{708084E6-D7C0-DF68-7CBF-2D3B53C44F78}"/>
                </a:ext>
              </a:extLst>
            </p:cNvPr>
            <p:cNvSpPr/>
            <p:nvPr/>
          </p:nvSpPr>
          <p:spPr>
            <a:xfrm>
              <a:off x="4486681" y="4096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6" name="Oval 2225">
              <a:extLst>
                <a:ext uri="{FF2B5EF4-FFF2-40B4-BE49-F238E27FC236}">
                  <a16:creationId xmlns:a16="http://schemas.microsoft.com/office/drawing/2014/main" id="{6C2072A3-858A-301F-6C8D-15E87EA1C369}"/>
                </a:ext>
              </a:extLst>
            </p:cNvPr>
            <p:cNvSpPr/>
            <p:nvPr/>
          </p:nvSpPr>
          <p:spPr>
            <a:xfrm>
              <a:off x="6131119" y="48646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7" name="Oval 2226">
              <a:extLst>
                <a:ext uri="{FF2B5EF4-FFF2-40B4-BE49-F238E27FC236}">
                  <a16:creationId xmlns:a16="http://schemas.microsoft.com/office/drawing/2014/main" id="{33E01750-6ACB-C617-D98F-02E5F3F369D6}"/>
                </a:ext>
              </a:extLst>
            </p:cNvPr>
            <p:cNvSpPr/>
            <p:nvPr/>
          </p:nvSpPr>
          <p:spPr>
            <a:xfrm>
              <a:off x="6008426" y="48624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8" name="Oval 2227">
              <a:extLst>
                <a:ext uri="{FF2B5EF4-FFF2-40B4-BE49-F238E27FC236}">
                  <a16:creationId xmlns:a16="http://schemas.microsoft.com/office/drawing/2014/main" id="{C9C8CCCC-58C8-1FF2-B899-1D6E35226A34}"/>
                </a:ext>
              </a:extLst>
            </p:cNvPr>
            <p:cNvSpPr/>
            <p:nvPr/>
          </p:nvSpPr>
          <p:spPr>
            <a:xfrm>
              <a:off x="4534862" y="4119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9" name="Oval 2228">
              <a:extLst>
                <a:ext uri="{FF2B5EF4-FFF2-40B4-BE49-F238E27FC236}">
                  <a16:creationId xmlns:a16="http://schemas.microsoft.com/office/drawing/2014/main" id="{6738301B-7962-ED45-5F2F-285F0D74D17C}"/>
                </a:ext>
              </a:extLst>
            </p:cNvPr>
            <p:cNvSpPr/>
            <p:nvPr/>
          </p:nvSpPr>
          <p:spPr>
            <a:xfrm>
              <a:off x="4603203" y="4247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0" name="Oval 2229">
              <a:extLst>
                <a:ext uri="{FF2B5EF4-FFF2-40B4-BE49-F238E27FC236}">
                  <a16:creationId xmlns:a16="http://schemas.microsoft.com/office/drawing/2014/main" id="{4DF91AD2-BBC3-BEF2-C027-F1727A5927BA}"/>
                </a:ext>
              </a:extLst>
            </p:cNvPr>
            <p:cNvSpPr/>
            <p:nvPr/>
          </p:nvSpPr>
          <p:spPr>
            <a:xfrm>
              <a:off x="4488793" y="40961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1" name="Oval 2230">
              <a:extLst>
                <a:ext uri="{FF2B5EF4-FFF2-40B4-BE49-F238E27FC236}">
                  <a16:creationId xmlns:a16="http://schemas.microsoft.com/office/drawing/2014/main" id="{D56A272F-5E09-E8D2-8EE5-2BDF9AAFDF89}"/>
                </a:ext>
              </a:extLst>
            </p:cNvPr>
            <p:cNvSpPr/>
            <p:nvPr/>
          </p:nvSpPr>
          <p:spPr>
            <a:xfrm>
              <a:off x="4519054" y="4103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2" name="Oval 2231">
              <a:extLst>
                <a:ext uri="{FF2B5EF4-FFF2-40B4-BE49-F238E27FC236}">
                  <a16:creationId xmlns:a16="http://schemas.microsoft.com/office/drawing/2014/main" id="{AFF6CD19-2A2A-4755-6F0B-518D57ADD6DE}"/>
                </a:ext>
              </a:extLst>
            </p:cNvPr>
            <p:cNvSpPr/>
            <p:nvPr/>
          </p:nvSpPr>
          <p:spPr>
            <a:xfrm>
              <a:off x="5994043" y="4862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3" name="Oval 2232">
              <a:extLst>
                <a:ext uri="{FF2B5EF4-FFF2-40B4-BE49-F238E27FC236}">
                  <a16:creationId xmlns:a16="http://schemas.microsoft.com/office/drawing/2014/main" id="{47EC17D5-9956-3BB8-6617-56F8BAD40369}"/>
                </a:ext>
              </a:extLst>
            </p:cNvPr>
            <p:cNvSpPr/>
            <p:nvPr/>
          </p:nvSpPr>
          <p:spPr>
            <a:xfrm>
              <a:off x="4295366" y="44548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4" name="Oval 2233">
              <a:extLst>
                <a:ext uri="{FF2B5EF4-FFF2-40B4-BE49-F238E27FC236}">
                  <a16:creationId xmlns:a16="http://schemas.microsoft.com/office/drawing/2014/main" id="{DB1491C2-675F-36F3-F2B4-4D027AC4E243}"/>
                </a:ext>
              </a:extLst>
            </p:cNvPr>
            <p:cNvSpPr/>
            <p:nvPr/>
          </p:nvSpPr>
          <p:spPr>
            <a:xfrm>
              <a:off x="4360472" y="43140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5" name="Oval 2234">
              <a:extLst>
                <a:ext uri="{FF2B5EF4-FFF2-40B4-BE49-F238E27FC236}">
                  <a16:creationId xmlns:a16="http://schemas.microsoft.com/office/drawing/2014/main" id="{D24EC5D6-D89C-3D81-C911-D0CFC7F3B6FA}"/>
                </a:ext>
              </a:extLst>
            </p:cNvPr>
            <p:cNvSpPr/>
            <p:nvPr/>
          </p:nvSpPr>
          <p:spPr>
            <a:xfrm>
              <a:off x="6095051" y="4864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6" name="Oval 2235">
              <a:extLst>
                <a:ext uri="{FF2B5EF4-FFF2-40B4-BE49-F238E27FC236}">
                  <a16:creationId xmlns:a16="http://schemas.microsoft.com/office/drawing/2014/main" id="{5FE6FDE0-8B63-2A65-FD1D-5E4601F8E15F}"/>
                </a:ext>
              </a:extLst>
            </p:cNvPr>
            <p:cNvSpPr/>
            <p:nvPr/>
          </p:nvSpPr>
          <p:spPr>
            <a:xfrm>
              <a:off x="5969572" y="48615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7" name="Oval 2236">
              <a:extLst>
                <a:ext uri="{FF2B5EF4-FFF2-40B4-BE49-F238E27FC236}">
                  <a16:creationId xmlns:a16="http://schemas.microsoft.com/office/drawing/2014/main" id="{F08E9700-EC12-943E-2F1B-58A4B4DFB780}"/>
                </a:ext>
              </a:extLst>
            </p:cNvPr>
            <p:cNvSpPr/>
            <p:nvPr/>
          </p:nvSpPr>
          <p:spPr>
            <a:xfrm>
              <a:off x="4712543" y="44839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8" name="Oval 2237">
              <a:extLst>
                <a:ext uri="{FF2B5EF4-FFF2-40B4-BE49-F238E27FC236}">
                  <a16:creationId xmlns:a16="http://schemas.microsoft.com/office/drawing/2014/main" id="{2D18FF4C-0C89-E0C1-ACBB-5CB2E1CA257F}"/>
                </a:ext>
              </a:extLst>
            </p:cNvPr>
            <p:cNvSpPr/>
            <p:nvPr/>
          </p:nvSpPr>
          <p:spPr>
            <a:xfrm>
              <a:off x="6009390" y="48624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9" name="Oval 2238">
              <a:extLst>
                <a:ext uri="{FF2B5EF4-FFF2-40B4-BE49-F238E27FC236}">
                  <a16:creationId xmlns:a16="http://schemas.microsoft.com/office/drawing/2014/main" id="{B0004A51-D4FE-9575-A86F-DC146A64A505}"/>
                </a:ext>
              </a:extLst>
            </p:cNvPr>
            <p:cNvSpPr/>
            <p:nvPr/>
          </p:nvSpPr>
          <p:spPr>
            <a:xfrm>
              <a:off x="4440049" y="41439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0" name="Oval 2239">
              <a:extLst>
                <a:ext uri="{FF2B5EF4-FFF2-40B4-BE49-F238E27FC236}">
                  <a16:creationId xmlns:a16="http://schemas.microsoft.com/office/drawing/2014/main" id="{B372B309-B434-8331-563E-2170309B9F90}"/>
                </a:ext>
              </a:extLst>
            </p:cNvPr>
            <p:cNvSpPr/>
            <p:nvPr/>
          </p:nvSpPr>
          <p:spPr>
            <a:xfrm>
              <a:off x="4602611" y="42460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1" name="Oval 2240">
              <a:extLst>
                <a:ext uri="{FF2B5EF4-FFF2-40B4-BE49-F238E27FC236}">
                  <a16:creationId xmlns:a16="http://schemas.microsoft.com/office/drawing/2014/main" id="{60FA4732-17E6-E252-A8BA-978C41A47275}"/>
                </a:ext>
              </a:extLst>
            </p:cNvPr>
            <p:cNvSpPr/>
            <p:nvPr/>
          </p:nvSpPr>
          <p:spPr>
            <a:xfrm>
              <a:off x="4519913" y="41044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2" name="Oval 2241">
              <a:extLst>
                <a:ext uri="{FF2B5EF4-FFF2-40B4-BE49-F238E27FC236}">
                  <a16:creationId xmlns:a16="http://schemas.microsoft.com/office/drawing/2014/main" id="{7AC30437-50F1-FB04-2E54-79A551F72BBB}"/>
                </a:ext>
              </a:extLst>
            </p:cNvPr>
            <p:cNvSpPr/>
            <p:nvPr/>
          </p:nvSpPr>
          <p:spPr>
            <a:xfrm>
              <a:off x="4319744" y="4405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3" name="Oval 2242">
              <a:extLst>
                <a:ext uri="{FF2B5EF4-FFF2-40B4-BE49-F238E27FC236}">
                  <a16:creationId xmlns:a16="http://schemas.microsoft.com/office/drawing/2014/main" id="{0AD8F62E-8901-51C6-2190-A38BEC99C969}"/>
                </a:ext>
              </a:extLst>
            </p:cNvPr>
            <p:cNvSpPr/>
            <p:nvPr/>
          </p:nvSpPr>
          <p:spPr>
            <a:xfrm>
              <a:off x="4517056" y="41023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4" name="Oval 2243">
              <a:extLst>
                <a:ext uri="{FF2B5EF4-FFF2-40B4-BE49-F238E27FC236}">
                  <a16:creationId xmlns:a16="http://schemas.microsoft.com/office/drawing/2014/main" id="{C4DBBD61-0671-1B58-86D9-01548632260B}"/>
                </a:ext>
              </a:extLst>
            </p:cNvPr>
            <p:cNvSpPr/>
            <p:nvPr/>
          </p:nvSpPr>
          <p:spPr>
            <a:xfrm>
              <a:off x="5914256" y="48602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5" name="Oval 2244">
              <a:extLst>
                <a:ext uri="{FF2B5EF4-FFF2-40B4-BE49-F238E27FC236}">
                  <a16:creationId xmlns:a16="http://schemas.microsoft.com/office/drawing/2014/main" id="{33D96CD7-54DF-0D92-3651-60ABF3FBE6A1}"/>
                </a:ext>
              </a:extLst>
            </p:cNvPr>
            <p:cNvSpPr/>
            <p:nvPr/>
          </p:nvSpPr>
          <p:spPr>
            <a:xfrm>
              <a:off x="4476479" y="41015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6" name="Oval 2245">
              <a:extLst>
                <a:ext uri="{FF2B5EF4-FFF2-40B4-BE49-F238E27FC236}">
                  <a16:creationId xmlns:a16="http://schemas.microsoft.com/office/drawing/2014/main" id="{A6496711-D684-6C33-34D4-755EE46E470B}"/>
                </a:ext>
              </a:extLst>
            </p:cNvPr>
            <p:cNvSpPr/>
            <p:nvPr/>
          </p:nvSpPr>
          <p:spPr>
            <a:xfrm>
              <a:off x="4565555" y="41672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7" name="Oval 2246">
              <a:extLst>
                <a:ext uri="{FF2B5EF4-FFF2-40B4-BE49-F238E27FC236}">
                  <a16:creationId xmlns:a16="http://schemas.microsoft.com/office/drawing/2014/main" id="{4D443E79-70B4-6D2E-9A0F-7BE9CCA8BAA7}"/>
                </a:ext>
              </a:extLst>
            </p:cNvPr>
            <p:cNvSpPr/>
            <p:nvPr/>
          </p:nvSpPr>
          <p:spPr>
            <a:xfrm>
              <a:off x="4815267" y="46292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8" name="Oval 2247">
              <a:extLst>
                <a:ext uri="{FF2B5EF4-FFF2-40B4-BE49-F238E27FC236}">
                  <a16:creationId xmlns:a16="http://schemas.microsoft.com/office/drawing/2014/main" id="{5761A968-A9F5-342E-9494-0F9EC25D83D0}"/>
                </a:ext>
              </a:extLst>
            </p:cNvPr>
            <p:cNvSpPr/>
            <p:nvPr/>
          </p:nvSpPr>
          <p:spPr>
            <a:xfrm>
              <a:off x="4521773" y="41058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9" name="Oval 2248">
              <a:extLst>
                <a:ext uri="{FF2B5EF4-FFF2-40B4-BE49-F238E27FC236}">
                  <a16:creationId xmlns:a16="http://schemas.microsoft.com/office/drawing/2014/main" id="{356C48E1-EEB5-697E-4C21-C41999444750}"/>
                </a:ext>
              </a:extLst>
            </p:cNvPr>
            <p:cNvSpPr/>
            <p:nvPr/>
          </p:nvSpPr>
          <p:spPr>
            <a:xfrm>
              <a:off x="4504056" y="40962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0" name="Oval 2249">
              <a:extLst>
                <a:ext uri="{FF2B5EF4-FFF2-40B4-BE49-F238E27FC236}">
                  <a16:creationId xmlns:a16="http://schemas.microsoft.com/office/drawing/2014/main" id="{3B072AE2-5B61-A922-4B72-0619FE83A2EB}"/>
                </a:ext>
              </a:extLst>
            </p:cNvPr>
            <p:cNvSpPr/>
            <p:nvPr/>
          </p:nvSpPr>
          <p:spPr>
            <a:xfrm>
              <a:off x="4341382" y="43578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1" name="Oval 2250">
              <a:extLst>
                <a:ext uri="{FF2B5EF4-FFF2-40B4-BE49-F238E27FC236}">
                  <a16:creationId xmlns:a16="http://schemas.microsoft.com/office/drawing/2014/main" id="{7C66AFA7-EC88-72D2-99C2-EEF67E61E3DD}"/>
                </a:ext>
              </a:extLst>
            </p:cNvPr>
            <p:cNvSpPr/>
            <p:nvPr/>
          </p:nvSpPr>
          <p:spPr>
            <a:xfrm>
              <a:off x="5975968" y="4861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2" name="Oval 2251">
              <a:extLst>
                <a:ext uri="{FF2B5EF4-FFF2-40B4-BE49-F238E27FC236}">
                  <a16:creationId xmlns:a16="http://schemas.microsoft.com/office/drawing/2014/main" id="{CDBC014D-96A7-EDED-9583-D32B61579D4B}"/>
                </a:ext>
              </a:extLst>
            </p:cNvPr>
            <p:cNvSpPr/>
            <p:nvPr/>
          </p:nvSpPr>
          <p:spPr>
            <a:xfrm>
              <a:off x="5962630" y="4861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3" name="Oval 2252">
              <a:extLst>
                <a:ext uri="{FF2B5EF4-FFF2-40B4-BE49-F238E27FC236}">
                  <a16:creationId xmlns:a16="http://schemas.microsoft.com/office/drawing/2014/main" id="{1E8CC0FE-9461-138F-867F-43CDD5408A2F}"/>
                </a:ext>
              </a:extLst>
            </p:cNvPr>
            <p:cNvSpPr/>
            <p:nvPr/>
          </p:nvSpPr>
          <p:spPr>
            <a:xfrm>
              <a:off x="4505774" y="40967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4" name="Oval 2253">
              <a:extLst>
                <a:ext uri="{FF2B5EF4-FFF2-40B4-BE49-F238E27FC236}">
                  <a16:creationId xmlns:a16="http://schemas.microsoft.com/office/drawing/2014/main" id="{07825594-1ADA-18CE-E028-641C43C4BD68}"/>
                </a:ext>
              </a:extLst>
            </p:cNvPr>
            <p:cNvSpPr/>
            <p:nvPr/>
          </p:nvSpPr>
          <p:spPr>
            <a:xfrm>
              <a:off x="4629666" y="43088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5" name="Oval 2254">
              <a:extLst>
                <a:ext uri="{FF2B5EF4-FFF2-40B4-BE49-F238E27FC236}">
                  <a16:creationId xmlns:a16="http://schemas.microsoft.com/office/drawing/2014/main" id="{17A08783-9489-04DF-0D2A-913D7CDEBE1B}"/>
                </a:ext>
              </a:extLst>
            </p:cNvPr>
            <p:cNvSpPr/>
            <p:nvPr/>
          </p:nvSpPr>
          <p:spPr>
            <a:xfrm>
              <a:off x="4424471" y="4171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6" name="Oval 2255">
              <a:extLst>
                <a:ext uri="{FF2B5EF4-FFF2-40B4-BE49-F238E27FC236}">
                  <a16:creationId xmlns:a16="http://schemas.microsoft.com/office/drawing/2014/main" id="{4F37E370-A50F-C32D-44CA-0BC1DEA79CB2}"/>
                </a:ext>
              </a:extLst>
            </p:cNvPr>
            <p:cNvSpPr/>
            <p:nvPr/>
          </p:nvSpPr>
          <p:spPr>
            <a:xfrm>
              <a:off x="5970628" y="4861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7" name="Oval 2256">
              <a:extLst>
                <a:ext uri="{FF2B5EF4-FFF2-40B4-BE49-F238E27FC236}">
                  <a16:creationId xmlns:a16="http://schemas.microsoft.com/office/drawing/2014/main" id="{F9433F42-1D71-B225-C2CE-0B758280DA52}"/>
                </a:ext>
              </a:extLst>
            </p:cNvPr>
            <p:cNvSpPr/>
            <p:nvPr/>
          </p:nvSpPr>
          <p:spPr>
            <a:xfrm>
              <a:off x="4469105" y="41071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8" name="Oval 2257">
              <a:extLst>
                <a:ext uri="{FF2B5EF4-FFF2-40B4-BE49-F238E27FC236}">
                  <a16:creationId xmlns:a16="http://schemas.microsoft.com/office/drawing/2014/main" id="{8409F92D-6485-021F-2A08-16F959B871C7}"/>
                </a:ext>
              </a:extLst>
            </p:cNvPr>
            <p:cNvSpPr/>
            <p:nvPr/>
          </p:nvSpPr>
          <p:spPr>
            <a:xfrm>
              <a:off x="4372862" y="42852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9" name="Oval 2258">
              <a:extLst>
                <a:ext uri="{FF2B5EF4-FFF2-40B4-BE49-F238E27FC236}">
                  <a16:creationId xmlns:a16="http://schemas.microsoft.com/office/drawing/2014/main" id="{4E380708-FE3B-098C-EF32-C9C9A3B4487B}"/>
                </a:ext>
              </a:extLst>
            </p:cNvPr>
            <p:cNvSpPr/>
            <p:nvPr/>
          </p:nvSpPr>
          <p:spPr>
            <a:xfrm>
              <a:off x="4392238" y="42404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0" name="Oval 2259">
              <a:extLst>
                <a:ext uri="{FF2B5EF4-FFF2-40B4-BE49-F238E27FC236}">
                  <a16:creationId xmlns:a16="http://schemas.microsoft.com/office/drawing/2014/main" id="{0DCFB6B9-448E-E72E-8FC7-75459E1B89A1}"/>
                </a:ext>
              </a:extLst>
            </p:cNvPr>
            <p:cNvSpPr/>
            <p:nvPr/>
          </p:nvSpPr>
          <p:spPr>
            <a:xfrm>
              <a:off x="4686093" y="44332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1" name="Oval 2260">
              <a:extLst>
                <a:ext uri="{FF2B5EF4-FFF2-40B4-BE49-F238E27FC236}">
                  <a16:creationId xmlns:a16="http://schemas.microsoft.com/office/drawing/2014/main" id="{A2350E8F-7A27-C08D-68E0-8470B8D9CA16}"/>
                </a:ext>
              </a:extLst>
            </p:cNvPr>
            <p:cNvSpPr/>
            <p:nvPr/>
          </p:nvSpPr>
          <p:spPr>
            <a:xfrm>
              <a:off x="4682064" y="44250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2" name="Oval 2261">
              <a:extLst>
                <a:ext uri="{FF2B5EF4-FFF2-40B4-BE49-F238E27FC236}">
                  <a16:creationId xmlns:a16="http://schemas.microsoft.com/office/drawing/2014/main" id="{DBEFAB86-4308-D695-90CF-951F9224CA50}"/>
                </a:ext>
              </a:extLst>
            </p:cNvPr>
            <p:cNvSpPr/>
            <p:nvPr/>
          </p:nvSpPr>
          <p:spPr>
            <a:xfrm>
              <a:off x="4628264" y="43055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3" name="Oval 2262">
              <a:extLst>
                <a:ext uri="{FF2B5EF4-FFF2-40B4-BE49-F238E27FC236}">
                  <a16:creationId xmlns:a16="http://schemas.microsoft.com/office/drawing/2014/main" id="{0FC99150-49EE-2560-3D6B-0B16A944E7A1}"/>
                </a:ext>
              </a:extLst>
            </p:cNvPr>
            <p:cNvSpPr/>
            <p:nvPr/>
          </p:nvSpPr>
          <p:spPr>
            <a:xfrm>
              <a:off x="4663822" y="43863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4" name="Oval 2263">
              <a:extLst>
                <a:ext uri="{FF2B5EF4-FFF2-40B4-BE49-F238E27FC236}">
                  <a16:creationId xmlns:a16="http://schemas.microsoft.com/office/drawing/2014/main" id="{00578F53-CE1B-F30F-8870-3A4594A49F65}"/>
                </a:ext>
              </a:extLst>
            </p:cNvPr>
            <p:cNvSpPr/>
            <p:nvPr/>
          </p:nvSpPr>
          <p:spPr>
            <a:xfrm>
              <a:off x="4260895" y="45167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5" name="Oval 2264">
              <a:extLst>
                <a:ext uri="{FF2B5EF4-FFF2-40B4-BE49-F238E27FC236}">
                  <a16:creationId xmlns:a16="http://schemas.microsoft.com/office/drawing/2014/main" id="{0A57411C-34D7-D9CD-77F2-EDF0ABA7BAB1}"/>
                </a:ext>
              </a:extLst>
            </p:cNvPr>
            <p:cNvSpPr/>
            <p:nvPr/>
          </p:nvSpPr>
          <p:spPr>
            <a:xfrm>
              <a:off x="4239303" y="45506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6" name="Oval 2265">
              <a:extLst>
                <a:ext uri="{FF2B5EF4-FFF2-40B4-BE49-F238E27FC236}">
                  <a16:creationId xmlns:a16="http://schemas.microsoft.com/office/drawing/2014/main" id="{E972801A-64C3-7225-90A4-6E40669AFE6C}"/>
                </a:ext>
              </a:extLst>
            </p:cNvPr>
            <p:cNvSpPr/>
            <p:nvPr/>
          </p:nvSpPr>
          <p:spPr>
            <a:xfrm>
              <a:off x="6036949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7" name="Oval 2266">
              <a:extLst>
                <a:ext uri="{FF2B5EF4-FFF2-40B4-BE49-F238E27FC236}">
                  <a16:creationId xmlns:a16="http://schemas.microsoft.com/office/drawing/2014/main" id="{2311EA47-0463-87E8-3EE6-3EC99ABB0BAA}"/>
                </a:ext>
              </a:extLst>
            </p:cNvPr>
            <p:cNvSpPr/>
            <p:nvPr/>
          </p:nvSpPr>
          <p:spPr>
            <a:xfrm>
              <a:off x="4376881" y="42758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8" name="Oval 2267">
              <a:extLst>
                <a:ext uri="{FF2B5EF4-FFF2-40B4-BE49-F238E27FC236}">
                  <a16:creationId xmlns:a16="http://schemas.microsoft.com/office/drawing/2014/main" id="{6A76DB4B-51F3-F0BA-8B34-7EE7D6EC282C}"/>
                </a:ext>
              </a:extLst>
            </p:cNvPr>
            <p:cNvSpPr/>
            <p:nvPr/>
          </p:nvSpPr>
          <p:spPr>
            <a:xfrm>
              <a:off x="5953610" y="48612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9" name="Oval 2268">
              <a:extLst>
                <a:ext uri="{FF2B5EF4-FFF2-40B4-BE49-F238E27FC236}">
                  <a16:creationId xmlns:a16="http://schemas.microsoft.com/office/drawing/2014/main" id="{229CF6CF-4EBA-60C2-FA66-FF41F04F01CE}"/>
                </a:ext>
              </a:extLst>
            </p:cNvPr>
            <p:cNvSpPr/>
            <p:nvPr/>
          </p:nvSpPr>
          <p:spPr>
            <a:xfrm>
              <a:off x="4914580" y="47112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0" name="Oval 2269">
              <a:extLst>
                <a:ext uri="{FF2B5EF4-FFF2-40B4-BE49-F238E27FC236}">
                  <a16:creationId xmlns:a16="http://schemas.microsoft.com/office/drawing/2014/main" id="{BBEBBEE9-AF60-2CA4-C007-8B69DCDDB58B}"/>
                </a:ext>
              </a:extLst>
            </p:cNvPr>
            <p:cNvSpPr/>
            <p:nvPr/>
          </p:nvSpPr>
          <p:spPr>
            <a:xfrm>
              <a:off x="5934594" y="48607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1" name="Oval 2270">
              <a:extLst>
                <a:ext uri="{FF2B5EF4-FFF2-40B4-BE49-F238E27FC236}">
                  <a16:creationId xmlns:a16="http://schemas.microsoft.com/office/drawing/2014/main" id="{6D325622-1921-A8C8-B414-EBC0779A826B}"/>
                </a:ext>
              </a:extLst>
            </p:cNvPr>
            <p:cNvSpPr/>
            <p:nvPr/>
          </p:nvSpPr>
          <p:spPr>
            <a:xfrm>
              <a:off x="5984547" y="4861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2" name="Oval 2271">
              <a:extLst>
                <a:ext uri="{FF2B5EF4-FFF2-40B4-BE49-F238E27FC236}">
                  <a16:creationId xmlns:a16="http://schemas.microsoft.com/office/drawing/2014/main" id="{EFCBBC95-2D2A-C576-8DBC-1F6BFC6326AF}"/>
                </a:ext>
              </a:extLst>
            </p:cNvPr>
            <p:cNvSpPr/>
            <p:nvPr/>
          </p:nvSpPr>
          <p:spPr>
            <a:xfrm>
              <a:off x="4382146" y="42636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3" name="Oval 2272">
              <a:extLst>
                <a:ext uri="{FF2B5EF4-FFF2-40B4-BE49-F238E27FC236}">
                  <a16:creationId xmlns:a16="http://schemas.microsoft.com/office/drawing/2014/main" id="{5D28B329-415B-FF1E-94CB-9907E0813CE2}"/>
                </a:ext>
              </a:extLst>
            </p:cNvPr>
            <p:cNvSpPr/>
            <p:nvPr/>
          </p:nvSpPr>
          <p:spPr>
            <a:xfrm>
              <a:off x="5936034" y="4860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4" name="Oval 2273">
              <a:extLst>
                <a:ext uri="{FF2B5EF4-FFF2-40B4-BE49-F238E27FC236}">
                  <a16:creationId xmlns:a16="http://schemas.microsoft.com/office/drawing/2014/main" id="{3E479DF0-0D3A-DFE6-F654-78414FF8B2B8}"/>
                </a:ext>
              </a:extLst>
            </p:cNvPr>
            <p:cNvSpPr/>
            <p:nvPr/>
          </p:nvSpPr>
          <p:spPr>
            <a:xfrm>
              <a:off x="4537212" y="4122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5" name="Oval 2274">
              <a:extLst>
                <a:ext uri="{FF2B5EF4-FFF2-40B4-BE49-F238E27FC236}">
                  <a16:creationId xmlns:a16="http://schemas.microsoft.com/office/drawing/2014/main" id="{8ABB9C49-1CFC-28C8-FEF4-72267E40E864}"/>
                </a:ext>
              </a:extLst>
            </p:cNvPr>
            <p:cNvSpPr/>
            <p:nvPr/>
          </p:nvSpPr>
          <p:spPr>
            <a:xfrm>
              <a:off x="4341534" y="43575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6" name="Oval 2275">
              <a:extLst>
                <a:ext uri="{FF2B5EF4-FFF2-40B4-BE49-F238E27FC236}">
                  <a16:creationId xmlns:a16="http://schemas.microsoft.com/office/drawing/2014/main" id="{29B2DD94-CABE-66BF-A9A9-72A599C0512F}"/>
                </a:ext>
              </a:extLst>
            </p:cNvPr>
            <p:cNvSpPr/>
            <p:nvPr/>
          </p:nvSpPr>
          <p:spPr>
            <a:xfrm>
              <a:off x="4301743" y="44423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7" name="Oval 2276">
              <a:extLst>
                <a:ext uri="{FF2B5EF4-FFF2-40B4-BE49-F238E27FC236}">
                  <a16:creationId xmlns:a16="http://schemas.microsoft.com/office/drawing/2014/main" id="{6244020E-B36C-9119-7154-EDDEC53F5E2D}"/>
                </a:ext>
              </a:extLst>
            </p:cNvPr>
            <p:cNvSpPr/>
            <p:nvPr/>
          </p:nvSpPr>
          <p:spPr>
            <a:xfrm>
              <a:off x="4726610" y="45085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8" name="Oval 2277">
              <a:extLst>
                <a:ext uri="{FF2B5EF4-FFF2-40B4-BE49-F238E27FC236}">
                  <a16:creationId xmlns:a16="http://schemas.microsoft.com/office/drawing/2014/main" id="{8D5015A3-CDC9-E7FD-B58F-388AE03956AA}"/>
                </a:ext>
              </a:extLst>
            </p:cNvPr>
            <p:cNvSpPr/>
            <p:nvPr/>
          </p:nvSpPr>
          <p:spPr>
            <a:xfrm>
              <a:off x="6067306" y="48635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9" name="Oval 2278">
              <a:extLst>
                <a:ext uri="{FF2B5EF4-FFF2-40B4-BE49-F238E27FC236}">
                  <a16:creationId xmlns:a16="http://schemas.microsoft.com/office/drawing/2014/main" id="{E7D36DBB-0D46-3E25-421A-56BD2DD0DE1E}"/>
                </a:ext>
              </a:extLst>
            </p:cNvPr>
            <p:cNvSpPr/>
            <p:nvPr/>
          </p:nvSpPr>
          <p:spPr>
            <a:xfrm>
              <a:off x="4350131" y="4337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0" name="Oval 2279">
              <a:extLst>
                <a:ext uri="{FF2B5EF4-FFF2-40B4-BE49-F238E27FC236}">
                  <a16:creationId xmlns:a16="http://schemas.microsoft.com/office/drawing/2014/main" id="{88E3261F-5F74-124C-39D3-973940B56CE8}"/>
                </a:ext>
              </a:extLst>
            </p:cNvPr>
            <p:cNvSpPr/>
            <p:nvPr/>
          </p:nvSpPr>
          <p:spPr>
            <a:xfrm>
              <a:off x="4462026" y="41140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1" name="Oval 2280">
              <a:extLst>
                <a:ext uri="{FF2B5EF4-FFF2-40B4-BE49-F238E27FC236}">
                  <a16:creationId xmlns:a16="http://schemas.microsoft.com/office/drawing/2014/main" id="{7797EBAB-A85A-12A1-F374-7E962A851ACA}"/>
                </a:ext>
              </a:extLst>
            </p:cNvPr>
            <p:cNvSpPr/>
            <p:nvPr/>
          </p:nvSpPr>
          <p:spPr>
            <a:xfrm>
              <a:off x="4221845" y="45753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2" name="Oval 2281">
              <a:extLst>
                <a:ext uri="{FF2B5EF4-FFF2-40B4-BE49-F238E27FC236}">
                  <a16:creationId xmlns:a16="http://schemas.microsoft.com/office/drawing/2014/main" id="{E1BDABD8-E8DE-F97A-F2DA-870CAF5FED42}"/>
                </a:ext>
              </a:extLst>
            </p:cNvPr>
            <p:cNvSpPr/>
            <p:nvPr/>
          </p:nvSpPr>
          <p:spPr>
            <a:xfrm>
              <a:off x="6027151" y="48627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3" name="Oval 2282">
              <a:extLst>
                <a:ext uri="{FF2B5EF4-FFF2-40B4-BE49-F238E27FC236}">
                  <a16:creationId xmlns:a16="http://schemas.microsoft.com/office/drawing/2014/main" id="{60B1396B-B7F1-EAC8-16D9-532A88F4D174}"/>
                </a:ext>
              </a:extLst>
            </p:cNvPr>
            <p:cNvSpPr/>
            <p:nvPr/>
          </p:nvSpPr>
          <p:spPr>
            <a:xfrm>
              <a:off x="4428392" y="41643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4" name="Oval 2283">
              <a:extLst>
                <a:ext uri="{FF2B5EF4-FFF2-40B4-BE49-F238E27FC236}">
                  <a16:creationId xmlns:a16="http://schemas.microsoft.com/office/drawing/2014/main" id="{A3B1B71E-CB66-697E-5583-54A47A3E421B}"/>
                </a:ext>
              </a:extLst>
            </p:cNvPr>
            <p:cNvSpPr/>
            <p:nvPr/>
          </p:nvSpPr>
          <p:spPr>
            <a:xfrm>
              <a:off x="4449626" y="41294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5" name="Oval 2284">
              <a:extLst>
                <a:ext uri="{FF2B5EF4-FFF2-40B4-BE49-F238E27FC236}">
                  <a16:creationId xmlns:a16="http://schemas.microsoft.com/office/drawing/2014/main" id="{C0FCFA87-897C-1637-3F67-7696294FB492}"/>
                </a:ext>
              </a:extLst>
            </p:cNvPr>
            <p:cNvSpPr/>
            <p:nvPr/>
          </p:nvSpPr>
          <p:spPr>
            <a:xfrm>
              <a:off x="4782925" y="45916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6" name="Oval 2285">
              <a:extLst>
                <a:ext uri="{FF2B5EF4-FFF2-40B4-BE49-F238E27FC236}">
                  <a16:creationId xmlns:a16="http://schemas.microsoft.com/office/drawing/2014/main" id="{5F171050-721F-759A-BDC2-4BB397199923}"/>
                </a:ext>
              </a:extLst>
            </p:cNvPr>
            <p:cNvSpPr/>
            <p:nvPr/>
          </p:nvSpPr>
          <p:spPr>
            <a:xfrm>
              <a:off x="4455705" y="41213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7" name="Oval 2286">
              <a:extLst>
                <a:ext uri="{FF2B5EF4-FFF2-40B4-BE49-F238E27FC236}">
                  <a16:creationId xmlns:a16="http://schemas.microsoft.com/office/drawing/2014/main" id="{57832E7D-0C37-A03E-A15C-39E68662955E}"/>
                </a:ext>
              </a:extLst>
            </p:cNvPr>
            <p:cNvSpPr/>
            <p:nvPr/>
          </p:nvSpPr>
          <p:spPr>
            <a:xfrm>
              <a:off x="4302272" y="4441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8" name="Oval 2287">
              <a:extLst>
                <a:ext uri="{FF2B5EF4-FFF2-40B4-BE49-F238E27FC236}">
                  <a16:creationId xmlns:a16="http://schemas.microsoft.com/office/drawing/2014/main" id="{ECCDB0C1-41F9-5B65-7B43-CD931155C7AA}"/>
                </a:ext>
              </a:extLst>
            </p:cNvPr>
            <p:cNvSpPr/>
            <p:nvPr/>
          </p:nvSpPr>
          <p:spPr>
            <a:xfrm>
              <a:off x="4488505" y="40962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9" name="Oval 2288">
              <a:extLst>
                <a:ext uri="{FF2B5EF4-FFF2-40B4-BE49-F238E27FC236}">
                  <a16:creationId xmlns:a16="http://schemas.microsoft.com/office/drawing/2014/main" id="{DBA7438A-6615-478B-3E00-AA3D84C8336C}"/>
                </a:ext>
              </a:extLst>
            </p:cNvPr>
            <p:cNvSpPr/>
            <p:nvPr/>
          </p:nvSpPr>
          <p:spPr>
            <a:xfrm>
              <a:off x="4442739" y="41396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0" name="Oval 2289">
              <a:extLst>
                <a:ext uri="{FF2B5EF4-FFF2-40B4-BE49-F238E27FC236}">
                  <a16:creationId xmlns:a16="http://schemas.microsoft.com/office/drawing/2014/main" id="{56ED6CCB-81D6-EE1E-EF6F-CAD97AEEE7AE}"/>
                </a:ext>
              </a:extLst>
            </p:cNvPr>
            <p:cNvSpPr/>
            <p:nvPr/>
          </p:nvSpPr>
          <p:spPr>
            <a:xfrm>
              <a:off x="4363836" y="43062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1" name="Oval 2290">
              <a:extLst>
                <a:ext uri="{FF2B5EF4-FFF2-40B4-BE49-F238E27FC236}">
                  <a16:creationId xmlns:a16="http://schemas.microsoft.com/office/drawing/2014/main" id="{F026EFED-8126-0117-7BBB-5AEA15A394A3}"/>
                </a:ext>
              </a:extLst>
            </p:cNvPr>
            <p:cNvSpPr/>
            <p:nvPr/>
          </p:nvSpPr>
          <p:spPr>
            <a:xfrm>
              <a:off x="4517088" y="41023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2" name="Oval 2291">
              <a:extLst>
                <a:ext uri="{FF2B5EF4-FFF2-40B4-BE49-F238E27FC236}">
                  <a16:creationId xmlns:a16="http://schemas.microsoft.com/office/drawing/2014/main" id="{727C6385-4E09-5594-947A-8B17AE7C2E40}"/>
                </a:ext>
              </a:extLst>
            </p:cNvPr>
            <p:cNvSpPr/>
            <p:nvPr/>
          </p:nvSpPr>
          <p:spPr>
            <a:xfrm>
              <a:off x="6040443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3" name="Oval 2292">
              <a:extLst>
                <a:ext uri="{FF2B5EF4-FFF2-40B4-BE49-F238E27FC236}">
                  <a16:creationId xmlns:a16="http://schemas.microsoft.com/office/drawing/2014/main" id="{3B7CF66F-5AB2-CC75-B7DE-1517E4EA50C7}"/>
                </a:ext>
              </a:extLst>
            </p:cNvPr>
            <p:cNvSpPr/>
            <p:nvPr/>
          </p:nvSpPr>
          <p:spPr>
            <a:xfrm>
              <a:off x="4553918" y="41465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4" name="Oval 2293">
              <a:extLst>
                <a:ext uri="{FF2B5EF4-FFF2-40B4-BE49-F238E27FC236}">
                  <a16:creationId xmlns:a16="http://schemas.microsoft.com/office/drawing/2014/main" id="{0362F30B-E3DD-A3E5-2A60-718F8FEEDE78}"/>
                </a:ext>
              </a:extLst>
            </p:cNvPr>
            <p:cNvSpPr/>
            <p:nvPr/>
          </p:nvSpPr>
          <p:spPr>
            <a:xfrm>
              <a:off x="4519593" y="41041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5" name="Oval 2294">
              <a:extLst>
                <a:ext uri="{FF2B5EF4-FFF2-40B4-BE49-F238E27FC236}">
                  <a16:creationId xmlns:a16="http://schemas.microsoft.com/office/drawing/2014/main" id="{8CB2692B-A49D-0B1E-A24F-45EF98ACE175}"/>
                </a:ext>
              </a:extLst>
            </p:cNvPr>
            <p:cNvSpPr/>
            <p:nvPr/>
          </p:nvSpPr>
          <p:spPr>
            <a:xfrm>
              <a:off x="6046909" y="48631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6" name="Oval 2295">
              <a:extLst>
                <a:ext uri="{FF2B5EF4-FFF2-40B4-BE49-F238E27FC236}">
                  <a16:creationId xmlns:a16="http://schemas.microsoft.com/office/drawing/2014/main" id="{DB903F5A-9196-AD9A-A150-7036C52B6BE0}"/>
                </a:ext>
              </a:extLst>
            </p:cNvPr>
            <p:cNvSpPr/>
            <p:nvPr/>
          </p:nvSpPr>
          <p:spPr>
            <a:xfrm>
              <a:off x="4534726" y="41189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7" name="Oval 2296">
              <a:extLst>
                <a:ext uri="{FF2B5EF4-FFF2-40B4-BE49-F238E27FC236}">
                  <a16:creationId xmlns:a16="http://schemas.microsoft.com/office/drawing/2014/main" id="{6A89CE0C-344C-9AD5-9366-D3E1A90FE6A4}"/>
                </a:ext>
              </a:extLst>
            </p:cNvPr>
            <p:cNvSpPr/>
            <p:nvPr/>
          </p:nvSpPr>
          <p:spPr>
            <a:xfrm>
              <a:off x="6002889" y="48622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8" name="Oval 2297">
              <a:extLst>
                <a:ext uri="{FF2B5EF4-FFF2-40B4-BE49-F238E27FC236}">
                  <a16:creationId xmlns:a16="http://schemas.microsoft.com/office/drawing/2014/main" id="{B62EF71B-F4B5-F123-906E-AB239BB3F1B5}"/>
                </a:ext>
              </a:extLst>
            </p:cNvPr>
            <p:cNvSpPr/>
            <p:nvPr/>
          </p:nvSpPr>
          <p:spPr>
            <a:xfrm>
              <a:off x="4344606" y="43505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9" name="Oval 2298">
              <a:extLst>
                <a:ext uri="{FF2B5EF4-FFF2-40B4-BE49-F238E27FC236}">
                  <a16:creationId xmlns:a16="http://schemas.microsoft.com/office/drawing/2014/main" id="{D3A03E92-1C5A-5E45-6E63-33405B5B277E}"/>
                </a:ext>
              </a:extLst>
            </p:cNvPr>
            <p:cNvSpPr/>
            <p:nvPr/>
          </p:nvSpPr>
          <p:spPr>
            <a:xfrm>
              <a:off x="4910145" y="47083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0" name="Oval 2299">
              <a:extLst>
                <a:ext uri="{FF2B5EF4-FFF2-40B4-BE49-F238E27FC236}">
                  <a16:creationId xmlns:a16="http://schemas.microsoft.com/office/drawing/2014/main" id="{9719930E-D50E-BD48-4C26-38EF5AA9D078}"/>
                </a:ext>
              </a:extLst>
            </p:cNvPr>
            <p:cNvSpPr/>
            <p:nvPr/>
          </p:nvSpPr>
          <p:spPr>
            <a:xfrm>
              <a:off x="4322195" y="44001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1" name="Oval 2300">
              <a:extLst>
                <a:ext uri="{FF2B5EF4-FFF2-40B4-BE49-F238E27FC236}">
                  <a16:creationId xmlns:a16="http://schemas.microsoft.com/office/drawing/2014/main" id="{B3E0B6D3-2899-53CD-68DC-FD8584FCCA7F}"/>
                </a:ext>
              </a:extLst>
            </p:cNvPr>
            <p:cNvSpPr/>
            <p:nvPr/>
          </p:nvSpPr>
          <p:spPr>
            <a:xfrm>
              <a:off x="5975109" y="4861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2" name="Oval 2301">
              <a:extLst>
                <a:ext uri="{FF2B5EF4-FFF2-40B4-BE49-F238E27FC236}">
                  <a16:creationId xmlns:a16="http://schemas.microsoft.com/office/drawing/2014/main" id="{BDDD60DD-48D9-2203-1148-A9DEBFED428E}"/>
                </a:ext>
              </a:extLst>
            </p:cNvPr>
            <p:cNvSpPr/>
            <p:nvPr/>
          </p:nvSpPr>
          <p:spPr>
            <a:xfrm>
              <a:off x="4323598" y="43970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3" name="Oval 2302">
              <a:extLst>
                <a:ext uri="{FF2B5EF4-FFF2-40B4-BE49-F238E27FC236}">
                  <a16:creationId xmlns:a16="http://schemas.microsoft.com/office/drawing/2014/main" id="{709E9B70-4DA1-B750-AF90-2F7C12966CAF}"/>
                </a:ext>
              </a:extLst>
            </p:cNvPr>
            <p:cNvSpPr/>
            <p:nvPr/>
          </p:nvSpPr>
          <p:spPr>
            <a:xfrm>
              <a:off x="4427215" y="41665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532161EB-A7D8-B791-49CF-47FFE609C402}"/>
                </a:ext>
              </a:extLst>
            </p:cNvPr>
            <p:cNvSpPr/>
            <p:nvPr/>
          </p:nvSpPr>
          <p:spPr>
            <a:xfrm>
              <a:off x="4321618" y="44013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BCAA288-894F-0595-6E69-2A9BB2E9044E}"/>
                </a:ext>
              </a:extLst>
            </p:cNvPr>
            <p:cNvSpPr/>
            <p:nvPr/>
          </p:nvSpPr>
          <p:spPr>
            <a:xfrm>
              <a:off x="4477394" y="41010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6" name="Oval 2305">
              <a:extLst>
                <a:ext uri="{FF2B5EF4-FFF2-40B4-BE49-F238E27FC236}">
                  <a16:creationId xmlns:a16="http://schemas.microsoft.com/office/drawing/2014/main" id="{AA2E6A8E-13D4-5F4F-75DF-CF8A6AD53F4C}"/>
                </a:ext>
              </a:extLst>
            </p:cNvPr>
            <p:cNvSpPr/>
            <p:nvPr/>
          </p:nvSpPr>
          <p:spPr>
            <a:xfrm>
              <a:off x="4208532" y="45927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7" name="Oval 2306">
              <a:extLst>
                <a:ext uri="{FF2B5EF4-FFF2-40B4-BE49-F238E27FC236}">
                  <a16:creationId xmlns:a16="http://schemas.microsoft.com/office/drawing/2014/main" id="{6134AFD4-79BD-934F-6AC5-BBA50B147DF6}"/>
                </a:ext>
              </a:extLst>
            </p:cNvPr>
            <p:cNvSpPr/>
            <p:nvPr/>
          </p:nvSpPr>
          <p:spPr>
            <a:xfrm>
              <a:off x="6023726" y="48627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8" name="Oval 2307">
              <a:extLst>
                <a:ext uri="{FF2B5EF4-FFF2-40B4-BE49-F238E27FC236}">
                  <a16:creationId xmlns:a16="http://schemas.microsoft.com/office/drawing/2014/main" id="{DC4F3B4D-A9F2-01A8-C310-8B4F757167DE}"/>
                </a:ext>
              </a:extLst>
            </p:cNvPr>
            <p:cNvSpPr/>
            <p:nvPr/>
          </p:nvSpPr>
          <p:spPr>
            <a:xfrm>
              <a:off x="4367225" y="4298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9" name="Oval 2308">
              <a:extLst>
                <a:ext uri="{FF2B5EF4-FFF2-40B4-BE49-F238E27FC236}">
                  <a16:creationId xmlns:a16="http://schemas.microsoft.com/office/drawing/2014/main" id="{5C45162C-31B8-C7CF-79AF-301B6D810D9D}"/>
                </a:ext>
              </a:extLst>
            </p:cNvPr>
            <p:cNvSpPr/>
            <p:nvPr/>
          </p:nvSpPr>
          <p:spPr>
            <a:xfrm>
              <a:off x="6016924" y="48625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E60AAE5B-1BA4-4B7E-FEA9-96E30A9EACC8}"/>
                </a:ext>
              </a:extLst>
            </p:cNvPr>
            <p:cNvSpPr/>
            <p:nvPr/>
          </p:nvSpPr>
          <p:spPr>
            <a:xfrm>
              <a:off x="4537427" y="41223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F3A1A49E-DEF7-2146-54C7-7092501158A9}"/>
                </a:ext>
              </a:extLst>
            </p:cNvPr>
            <p:cNvSpPr/>
            <p:nvPr/>
          </p:nvSpPr>
          <p:spPr>
            <a:xfrm>
              <a:off x="4334942" y="43723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A818635F-AFDA-98B4-03F8-0A8E982B5989}"/>
                </a:ext>
              </a:extLst>
            </p:cNvPr>
            <p:cNvSpPr/>
            <p:nvPr/>
          </p:nvSpPr>
          <p:spPr>
            <a:xfrm>
              <a:off x="4834653" y="4648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3" name="Oval 2312">
              <a:extLst>
                <a:ext uri="{FF2B5EF4-FFF2-40B4-BE49-F238E27FC236}">
                  <a16:creationId xmlns:a16="http://schemas.microsoft.com/office/drawing/2014/main" id="{72DF9D1B-69B1-5AC0-A725-C1916CCD5238}"/>
                </a:ext>
              </a:extLst>
            </p:cNvPr>
            <p:cNvSpPr/>
            <p:nvPr/>
          </p:nvSpPr>
          <p:spPr>
            <a:xfrm>
              <a:off x="4452241" y="4125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4" name="Oval 2313">
              <a:extLst>
                <a:ext uri="{FF2B5EF4-FFF2-40B4-BE49-F238E27FC236}">
                  <a16:creationId xmlns:a16="http://schemas.microsoft.com/office/drawing/2014/main" id="{D4D57467-D796-8714-AA9F-84CF8BEEF2B3}"/>
                </a:ext>
              </a:extLst>
            </p:cNvPr>
            <p:cNvSpPr/>
            <p:nvPr/>
          </p:nvSpPr>
          <p:spPr>
            <a:xfrm>
              <a:off x="4614316" y="4273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5" name="Oval 2314">
              <a:extLst>
                <a:ext uri="{FF2B5EF4-FFF2-40B4-BE49-F238E27FC236}">
                  <a16:creationId xmlns:a16="http://schemas.microsoft.com/office/drawing/2014/main" id="{74C8300B-6491-F30B-813E-8E70FC7E5116}"/>
                </a:ext>
              </a:extLst>
            </p:cNvPr>
            <p:cNvSpPr/>
            <p:nvPr/>
          </p:nvSpPr>
          <p:spPr>
            <a:xfrm>
              <a:off x="4725148" y="45061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6" name="Oval 2315">
              <a:extLst>
                <a:ext uri="{FF2B5EF4-FFF2-40B4-BE49-F238E27FC236}">
                  <a16:creationId xmlns:a16="http://schemas.microsoft.com/office/drawing/2014/main" id="{38738786-506D-F825-9B5F-11F63BBFEC93}"/>
                </a:ext>
              </a:extLst>
            </p:cNvPr>
            <p:cNvSpPr/>
            <p:nvPr/>
          </p:nvSpPr>
          <p:spPr>
            <a:xfrm>
              <a:off x="4353731" y="43297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7" name="Oval 2316">
              <a:extLst>
                <a:ext uri="{FF2B5EF4-FFF2-40B4-BE49-F238E27FC236}">
                  <a16:creationId xmlns:a16="http://schemas.microsoft.com/office/drawing/2014/main" id="{E56C5530-8D1E-B21D-9E0B-888E26871FC3}"/>
                </a:ext>
              </a:extLst>
            </p:cNvPr>
            <p:cNvSpPr/>
            <p:nvPr/>
          </p:nvSpPr>
          <p:spPr>
            <a:xfrm>
              <a:off x="5995262" y="48621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8" name="Oval 2317">
              <a:extLst>
                <a:ext uri="{FF2B5EF4-FFF2-40B4-BE49-F238E27FC236}">
                  <a16:creationId xmlns:a16="http://schemas.microsoft.com/office/drawing/2014/main" id="{B9BEDD90-007F-9ECC-E70B-99F738C61DBC}"/>
                </a:ext>
              </a:extLst>
            </p:cNvPr>
            <p:cNvSpPr/>
            <p:nvPr/>
          </p:nvSpPr>
          <p:spPr>
            <a:xfrm>
              <a:off x="4970139" y="47416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D29244E5-100D-8C2C-4F59-6EC6CC3C64D9}"/>
                </a:ext>
              </a:extLst>
            </p:cNvPr>
            <p:cNvSpPr/>
            <p:nvPr/>
          </p:nvSpPr>
          <p:spPr>
            <a:xfrm>
              <a:off x="4789019" y="45992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E4FCA052-B739-A15A-E830-E80D9E147053}"/>
                </a:ext>
              </a:extLst>
            </p:cNvPr>
            <p:cNvSpPr/>
            <p:nvPr/>
          </p:nvSpPr>
          <p:spPr>
            <a:xfrm>
              <a:off x="4726909" y="45090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F11CB5C7-5BB8-D4B8-EE2C-BE4EFA75BAFC}"/>
                </a:ext>
              </a:extLst>
            </p:cNvPr>
            <p:cNvSpPr/>
            <p:nvPr/>
          </p:nvSpPr>
          <p:spPr>
            <a:xfrm>
              <a:off x="4436989" y="4149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3817CC9F-0066-BA97-00B3-D37F827F4C3C}"/>
                </a:ext>
              </a:extLst>
            </p:cNvPr>
            <p:cNvSpPr/>
            <p:nvPr/>
          </p:nvSpPr>
          <p:spPr>
            <a:xfrm>
              <a:off x="4474407" y="4102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5A0D9A34-74AB-45DB-6B8E-2D6CF2D32C92}"/>
                </a:ext>
              </a:extLst>
            </p:cNvPr>
            <p:cNvSpPr/>
            <p:nvPr/>
          </p:nvSpPr>
          <p:spPr>
            <a:xfrm>
              <a:off x="4234439" y="45577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033F56CB-AEAF-677D-D99A-A856B8756D6F}"/>
                </a:ext>
              </a:extLst>
            </p:cNvPr>
            <p:cNvSpPr/>
            <p:nvPr/>
          </p:nvSpPr>
          <p:spPr>
            <a:xfrm>
              <a:off x="4434966" y="41525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0D0B72C1-7EED-D8B8-C8C1-5B66381DE4B1}"/>
                </a:ext>
              </a:extLst>
            </p:cNvPr>
            <p:cNvSpPr/>
            <p:nvPr/>
          </p:nvSpPr>
          <p:spPr>
            <a:xfrm>
              <a:off x="4401746" y="4219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994F70A-FA14-0461-4458-467D19A934B8}"/>
                </a:ext>
              </a:extLst>
            </p:cNvPr>
            <p:cNvSpPr/>
            <p:nvPr/>
          </p:nvSpPr>
          <p:spPr>
            <a:xfrm>
              <a:off x="6059423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7" name="Oval 2326">
              <a:extLst>
                <a:ext uri="{FF2B5EF4-FFF2-40B4-BE49-F238E27FC236}">
                  <a16:creationId xmlns:a16="http://schemas.microsoft.com/office/drawing/2014/main" id="{23E9B336-18B0-4CF6-494B-D29B101E827E}"/>
                </a:ext>
              </a:extLst>
            </p:cNvPr>
            <p:cNvSpPr/>
            <p:nvPr/>
          </p:nvSpPr>
          <p:spPr>
            <a:xfrm>
              <a:off x="4385561" y="4255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8" name="Oval 2327">
              <a:extLst>
                <a:ext uri="{FF2B5EF4-FFF2-40B4-BE49-F238E27FC236}">
                  <a16:creationId xmlns:a16="http://schemas.microsoft.com/office/drawing/2014/main" id="{91E80B6A-9783-F0E8-5284-0E13F1C1E731}"/>
                </a:ext>
              </a:extLst>
            </p:cNvPr>
            <p:cNvSpPr/>
            <p:nvPr/>
          </p:nvSpPr>
          <p:spPr>
            <a:xfrm>
              <a:off x="4416623" y="41873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9" name="Oval 2328">
              <a:extLst>
                <a:ext uri="{FF2B5EF4-FFF2-40B4-BE49-F238E27FC236}">
                  <a16:creationId xmlns:a16="http://schemas.microsoft.com/office/drawing/2014/main" id="{D29A1965-2757-0FAA-12F2-7483B1B7124A}"/>
                </a:ext>
              </a:extLst>
            </p:cNvPr>
            <p:cNvSpPr/>
            <p:nvPr/>
          </p:nvSpPr>
          <p:spPr>
            <a:xfrm>
              <a:off x="4431806" y="4158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0" name="Oval 2329">
              <a:extLst>
                <a:ext uri="{FF2B5EF4-FFF2-40B4-BE49-F238E27FC236}">
                  <a16:creationId xmlns:a16="http://schemas.microsoft.com/office/drawing/2014/main" id="{55DAEF0C-560B-E645-5EF6-FF9BE33B7AF3}"/>
                </a:ext>
              </a:extLst>
            </p:cNvPr>
            <p:cNvSpPr/>
            <p:nvPr/>
          </p:nvSpPr>
          <p:spPr>
            <a:xfrm>
              <a:off x="4528496" y="4112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1" name="Oval 2330">
              <a:extLst>
                <a:ext uri="{FF2B5EF4-FFF2-40B4-BE49-F238E27FC236}">
                  <a16:creationId xmlns:a16="http://schemas.microsoft.com/office/drawing/2014/main" id="{916DA2B0-33FE-8434-26B5-78E5EA5BCC9C}"/>
                </a:ext>
              </a:extLst>
            </p:cNvPr>
            <p:cNvSpPr/>
            <p:nvPr/>
          </p:nvSpPr>
          <p:spPr>
            <a:xfrm>
              <a:off x="4367173" y="4298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2" name="Oval 2331">
              <a:extLst>
                <a:ext uri="{FF2B5EF4-FFF2-40B4-BE49-F238E27FC236}">
                  <a16:creationId xmlns:a16="http://schemas.microsoft.com/office/drawing/2014/main" id="{B1CCE219-D7B7-033C-3F36-9CFDA1C94A9F}"/>
                </a:ext>
              </a:extLst>
            </p:cNvPr>
            <p:cNvSpPr/>
            <p:nvPr/>
          </p:nvSpPr>
          <p:spPr>
            <a:xfrm>
              <a:off x="5998802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AE2A3361-A305-8809-02AB-7F0F5A44E6C2}"/>
                </a:ext>
              </a:extLst>
            </p:cNvPr>
            <p:cNvSpPr/>
            <p:nvPr/>
          </p:nvSpPr>
          <p:spPr>
            <a:xfrm>
              <a:off x="6035660" y="48629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E108477E-C755-8917-8286-4B0DE2656767}"/>
                </a:ext>
              </a:extLst>
            </p:cNvPr>
            <p:cNvSpPr/>
            <p:nvPr/>
          </p:nvSpPr>
          <p:spPr>
            <a:xfrm>
              <a:off x="4410502" y="42001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5" name="Oval 2334">
              <a:extLst>
                <a:ext uri="{FF2B5EF4-FFF2-40B4-BE49-F238E27FC236}">
                  <a16:creationId xmlns:a16="http://schemas.microsoft.com/office/drawing/2014/main" id="{9EA492D0-259C-6253-B149-FC99FB1B3AB1}"/>
                </a:ext>
              </a:extLst>
            </p:cNvPr>
            <p:cNvSpPr/>
            <p:nvPr/>
          </p:nvSpPr>
          <p:spPr>
            <a:xfrm>
              <a:off x="6001252" y="4862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6" name="Oval 2335">
              <a:extLst>
                <a:ext uri="{FF2B5EF4-FFF2-40B4-BE49-F238E27FC236}">
                  <a16:creationId xmlns:a16="http://schemas.microsoft.com/office/drawing/2014/main" id="{DD830B19-A895-351A-2613-A1116F988920}"/>
                </a:ext>
              </a:extLst>
            </p:cNvPr>
            <p:cNvSpPr/>
            <p:nvPr/>
          </p:nvSpPr>
          <p:spPr>
            <a:xfrm>
              <a:off x="4561381" y="41595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7" name="Oval 2336">
              <a:extLst>
                <a:ext uri="{FF2B5EF4-FFF2-40B4-BE49-F238E27FC236}">
                  <a16:creationId xmlns:a16="http://schemas.microsoft.com/office/drawing/2014/main" id="{D0423296-1EF9-6F71-9575-E7CC7407E059}"/>
                </a:ext>
              </a:extLst>
            </p:cNvPr>
            <p:cNvSpPr/>
            <p:nvPr/>
          </p:nvSpPr>
          <p:spPr>
            <a:xfrm>
              <a:off x="4530271" y="41139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8" name="Oval 2337">
              <a:extLst>
                <a:ext uri="{FF2B5EF4-FFF2-40B4-BE49-F238E27FC236}">
                  <a16:creationId xmlns:a16="http://schemas.microsoft.com/office/drawing/2014/main" id="{8F44EB39-78F2-19D0-8F30-65A254480BC9}"/>
                </a:ext>
              </a:extLst>
            </p:cNvPr>
            <p:cNvSpPr/>
            <p:nvPr/>
          </p:nvSpPr>
          <p:spPr>
            <a:xfrm>
              <a:off x="4366157" y="43008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9" name="Oval 2338">
              <a:extLst>
                <a:ext uri="{FF2B5EF4-FFF2-40B4-BE49-F238E27FC236}">
                  <a16:creationId xmlns:a16="http://schemas.microsoft.com/office/drawing/2014/main" id="{84AE3CAF-7368-AD65-859E-E3096BD8454A}"/>
                </a:ext>
              </a:extLst>
            </p:cNvPr>
            <p:cNvSpPr/>
            <p:nvPr/>
          </p:nvSpPr>
          <p:spPr>
            <a:xfrm>
              <a:off x="4827804" y="4642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0" name="Oval 2339">
              <a:extLst>
                <a:ext uri="{FF2B5EF4-FFF2-40B4-BE49-F238E27FC236}">
                  <a16:creationId xmlns:a16="http://schemas.microsoft.com/office/drawing/2014/main" id="{4007E02A-E2E0-D56A-5B10-E4638B6BC06F}"/>
                </a:ext>
              </a:extLst>
            </p:cNvPr>
            <p:cNvSpPr/>
            <p:nvPr/>
          </p:nvSpPr>
          <p:spPr>
            <a:xfrm>
              <a:off x="4271900" y="4498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85582B80-BC26-4E00-7A50-F8BD552B8DFD}"/>
                </a:ext>
              </a:extLst>
            </p:cNvPr>
            <p:cNvSpPr/>
            <p:nvPr/>
          </p:nvSpPr>
          <p:spPr>
            <a:xfrm>
              <a:off x="4478332" y="41004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2" name="Oval 2341">
              <a:extLst>
                <a:ext uri="{FF2B5EF4-FFF2-40B4-BE49-F238E27FC236}">
                  <a16:creationId xmlns:a16="http://schemas.microsoft.com/office/drawing/2014/main" id="{90C1CA61-D76F-CB45-4A16-88218355A512}"/>
                </a:ext>
              </a:extLst>
            </p:cNvPr>
            <p:cNvSpPr/>
            <p:nvPr/>
          </p:nvSpPr>
          <p:spPr>
            <a:xfrm>
              <a:off x="4405742" y="42103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3" name="Oval 2342">
              <a:extLst>
                <a:ext uri="{FF2B5EF4-FFF2-40B4-BE49-F238E27FC236}">
                  <a16:creationId xmlns:a16="http://schemas.microsoft.com/office/drawing/2014/main" id="{9D573E23-237F-89FF-4DAF-1C3F4CCB405C}"/>
                </a:ext>
              </a:extLst>
            </p:cNvPr>
            <p:cNvSpPr/>
            <p:nvPr/>
          </p:nvSpPr>
          <p:spPr>
            <a:xfrm>
              <a:off x="4750362" y="45465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4" name="Oval 2343">
              <a:extLst>
                <a:ext uri="{FF2B5EF4-FFF2-40B4-BE49-F238E27FC236}">
                  <a16:creationId xmlns:a16="http://schemas.microsoft.com/office/drawing/2014/main" id="{F21E4F8D-C0F9-2FC6-DC86-ACFE06281098}"/>
                </a:ext>
              </a:extLst>
            </p:cNvPr>
            <p:cNvSpPr/>
            <p:nvPr/>
          </p:nvSpPr>
          <p:spPr>
            <a:xfrm>
              <a:off x="6092973" y="48640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1BA279B4-5190-B12B-1CDE-37BFA409C462}"/>
                </a:ext>
              </a:extLst>
            </p:cNvPr>
            <p:cNvSpPr/>
            <p:nvPr/>
          </p:nvSpPr>
          <p:spPr>
            <a:xfrm>
              <a:off x="4520537" y="41048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6" name="Oval 2345">
              <a:extLst>
                <a:ext uri="{FF2B5EF4-FFF2-40B4-BE49-F238E27FC236}">
                  <a16:creationId xmlns:a16="http://schemas.microsoft.com/office/drawing/2014/main" id="{5E03E225-7750-0490-5B8B-F5B4DAD8E19C}"/>
                </a:ext>
              </a:extLst>
            </p:cNvPr>
            <p:cNvSpPr/>
            <p:nvPr/>
          </p:nvSpPr>
          <p:spPr>
            <a:xfrm>
              <a:off x="4145411" y="46602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7" name="Oval 2346">
              <a:extLst>
                <a:ext uri="{FF2B5EF4-FFF2-40B4-BE49-F238E27FC236}">
                  <a16:creationId xmlns:a16="http://schemas.microsoft.com/office/drawing/2014/main" id="{F8AD358A-9FC4-0AF1-0DEC-F9971401DA70}"/>
                </a:ext>
              </a:extLst>
            </p:cNvPr>
            <p:cNvSpPr/>
            <p:nvPr/>
          </p:nvSpPr>
          <p:spPr>
            <a:xfrm>
              <a:off x="4656083" y="4369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8" name="Oval 2347">
              <a:extLst>
                <a:ext uri="{FF2B5EF4-FFF2-40B4-BE49-F238E27FC236}">
                  <a16:creationId xmlns:a16="http://schemas.microsoft.com/office/drawing/2014/main" id="{40AE8B71-F5A4-7022-24E5-3B8C333E1131}"/>
                </a:ext>
              </a:extLst>
            </p:cNvPr>
            <p:cNvSpPr/>
            <p:nvPr/>
          </p:nvSpPr>
          <p:spPr>
            <a:xfrm>
              <a:off x="4549386" y="41392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9" name="Oval 2348">
              <a:extLst>
                <a:ext uri="{FF2B5EF4-FFF2-40B4-BE49-F238E27FC236}">
                  <a16:creationId xmlns:a16="http://schemas.microsoft.com/office/drawing/2014/main" id="{3EAA53DC-8879-19D5-1867-07F1451416C2}"/>
                </a:ext>
              </a:extLst>
            </p:cNvPr>
            <p:cNvSpPr/>
            <p:nvPr/>
          </p:nvSpPr>
          <p:spPr>
            <a:xfrm>
              <a:off x="4356274" y="43238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0" name="Oval 2349">
              <a:extLst>
                <a:ext uri="{FF2B5EF4-FFF2-40B4-BE49-F238E27FC236}">
                  <a16:creationId xmlns:a16="http://schemas.microsoft.com/office/drawing/2014/main" id="{57F539DC-BB2D-7021-382F-A4DBF9EEDF3F}"/>
                </a:ext>
              </a:extLst>
            </p:cNvPr>
            <p:cNvSpPr/>
            <p:nvPr/>
          </p:nvSpPr>
          <p:spPr>
            <a:xfrm>
              <a:off x="4552422" y="41441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1" name="Oval 2350">
              <a:extLst>
                <a:ext uri="{FF2B5EF4-FFF2-40B4-BE49-F238E27FC236}">
                  <a16:creationId xmlns:a16="http://schemas.microsoft.com/office/drawing/2014/main" id="{DDE592B7-F28C-7CAE-6ECE-318A9C6F8AD7}"/>
                </a:ext>
              </a:extLst>
            </p:cNvPr>
            <p:cNvSpPr/>
            <p:nvPr/>
          </p:nvSpPr>
          <p:spPr>
            <a:xfrm>
              <a:off x="4621505" y="42898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2" name="Oval 2351">
              <a:extLst>
                <a:ext uri="{FF2B5EF4-FFF2-40B4-BE49-F238E27FC236}">
                  <a16:creationId xmlns:a16="http://schemas.microsoft.com/office/drawing/2014/main" id="{8060FF89-8019-56D8-1D3B-7138F4F8F498}"/>
                </a:ext>
              </a:extLst>
            </p:cNvPr>
            <p:cNvSpPr/>
            <p:nvPr/>
          </p:nvSpPr>
          <p:spPr>
            <a:xfrm>
              <a:off x="4694243" y="44494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3" name="Oval 2352">
              <a:extLst>
                <a:ext uri="{FF2B5EF4-FFF2-40B4-BE49-F238E27FC236}">
                  <a16:creationId xmlns:a16="http://schemas.microsoft.com/office/drawing/2014/main" id="{DE9505D4-4C71-B19C-0269-EB2A78EC6D4E}"/>
                </a:ext>
              </a:extLst>
            </p:cNvPr>
            <p:cNvSpPr/>
            <p:nvPr/>
          </p:nvSpPr>
          <p:spPr>
            <a:xfrm>
              <a:off x="4807918" y="46212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4" name="Oval 2353">
              <a:extLst>
                <a:ext uri="{FF2B5EF4-FFF2-40B4-BE49-F238E27FC236}">
                  <a16:creationId xmlns:a16="http://schemas.microsoft.com/office/drawing/2014/main" id="{4CABF4A2-DFF1-4919-D4B9-F8C30569F095}"/>
                </a:ext>
              </a:extLst>
            </p:cNvPr>
            <p:cNvSpPr/>
            <p:nvPr/>
          </p:nvSpPr>
          <p:spPr>
            <a:xfrm>
              <a:off x="4621339" y="42894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5" name="Oval 2354">
              <a:extLst>
                <a:ext uri="{FF2B5EF4-FFF2-40B4-BE49-F238E27FC236}">
                  <a16:creationId xmlns:a16="http://schemas.microsoft.com/office/drawing/2014/main" id="{869C5668-5C58-FE84-4B03-9EBD3B13DF8F}"/>
                </a:ext>
              </a:extLst>
            </p:cNvPr>
            <p:cNvSpPr/>
            <p:nvPr/>
          </p:nvSpPr>
          <p:spPr>
            <a:xfrm>
              <a:off x="4352047" y="43335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6" name="Oval 2355">
              <a:extLst>
                <a:ext uri="{FF2B5EF4-FFF2-40B4-BE49-F238E27FC236}">
                  <a16:creationId xmlns:a16="http://schemas.microsoft.com/office/drawing/2014/main" id="{E9329E26-5A02-412C-D55A-A437763F73CB}"/>
                </a:ext>
              </a:extLst>
            </p:cNvPr>
            <p:cNvSpPr/>
            <p:nvPr/>
          </p:nvSpPr>
          <p:spPr>
            <a:xfrm>
              <a:off x="4170859" y="46357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7" name="Oval 2356">
              <a:extLst>
                <a:ext uri="{FF2B5EF4-FFF2-40B4-BE49-F238E27FC236}">
                  <a16:creationId xmlns:a16="http://schemas.microsoft.com/office/drawing/2014/main" id="{D197BBBC-4738-A261-ADAF-7BEEC68AC5F6}"/>
                </a:ext>
              </a:extLst>
            </p:cNvPr>
            <p:cNvSpPr/>
            <p:nvPr/>
          </p:nvSpPr>
          <p:spPr>
            <a:xfrm>
              <a:off x="4205856" y="45961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8" name="Oval 2357">
              <a:extLst>
                <a:ext uri="{FF2B5EF4-FFF2-40B4-BE49-F238E27FC236}">
                  <a16:creationId xmlns:a16="http://schemas.microsoft.com/office/drawing/2014/main" id="{B923430C-D77C-7E0B-54EA-794B11E5F79E}"/>
                </a:ext>
              </a:extLst>
            </p:cNvPr>
            <p:cNvSpPr/>
            <p:nvPr/>
          </p:nvSpPr>
          <p:spPr>
            <a:xfrm>
              <a:off x="4160020" y="4646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9" name="Oval 2358">
              <a:extLst>
                <a:ext uri="{FF2B5EF4-FFF2-40B4-BE49-F238E27FC236}">
                  <a16:creationId xmlns:a16="http://schemas.microsoft.com/office/drawing/2014/main" id="{2A1E29C6-A3F9-11BF-BBB4-27B76203AC27}"/>
                </a:ext>
              </a:extLst>
            </p:cNvPr>
            <p:cNvSpPr/>
            <p:nvPr/>
          </p:nvSpPr>
          <p:spPr>
            <a:xfrm>
              <a:off x="4287981" y="44689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0" name="Oval 2359">
              <a:extLst>
                <a:ext uri="{FF2B5EF4-FFF2-40B4-BE49-F238E27FC236}">
                  <a16:creationId xmlns:a16="http://schemas.microsoft.com/office/drawing/2014/main" id="{BAAED369-D357-C9CA-3858-A72648382BD2}"/>
                </a:ext>
              </a:extLst>
            </p:cNvPr>
            <p:cNvSpPr/>
            <p:nvPr/>
          </p:nvSpPr>
          <p:spPr>
            <a:xfrm>
              <a:off x="4303007" y="44398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1" name="Oval 2360">
              <a:extLst>
                <a:ext uri="{FF2B5EF4-FFF2-40B4-BE49-F238E27FC236}">
                  <a16:creationId xmlns:a16="http://schemas.microsoft.com/office/drawing/2014/main" id="{09379227-713C-0A06-067B-8DDB3C871508}"/>
                </a:ext>
              </a:extLst>
            </p:cNvPr>
            <p:cNvSpPr/>
            <p:nvPr/>
          </p:nvSpPr>
          <p:spPr>
            <a:xfrm>
              <a:off x="4509904" y="4098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2" name="Oval 2361">
              <a:extLst>
                <a:ext uri="{FF2B5EF4-FFF2-40B4-BE49-F238E27FC236}">
                  <a16:creationId xmlns:a16="http://schemas.microsoft.com/office/drawing/2014/main" id="{A96E7501-944B-4777-F7CA-0C9E7ED9BC28}"/>
                </a:ext>
              </a:extLst>
            </p:cNvPr>
            <p:cNvSpPr/>
            <p:nvPr/>
          </p:nvSpPr>
          <p:spPr>
            <a:xfrm>
              <a:off x="4539479" y="41249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3" name="Oval 2362">
              <a:extLst>
                <a:ext uri="{FF2B5EF4-FFF2-40B4-BE49-F238E27FC236}">
                  <a16:creationId xmlns:a16="http://schemas.microsoft.com/office/drawing/2014/main" id="{08CF58A6-0B19-0BFD-D692-233E93A29625}"/>
                </a:ext>
              </a:extLst>
            </p:cNvPr>
            <p:cNvSpPr/>
            <p:nvPr/>
          </p:nvSpPr>
          <p:spPr>
            <a:xfrm>
              <a:off x="4720617" y="44982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4" name="Oval 2363">
              <a:extLst>
                <a:ext uri="{FF2B5EF4-FFF2-40B4-BE49-F238E27FC236}">
                  <a16:creationId xmlns:a16="http://schemas.microsoft.com/office/drawing/2014/main" id="{1BD8AF6B-ED2F-251F-B65D-1A1435E10E2A}"/>
                </a:ext>
              </a:extLst>
            </p:cNvPr>
            <p:cNvSpPr/>
            <p:nvPr/>
          </p:nvSpPr>
          <p:spPr>
            <a:xfrm>
              <a:off x="4549425" y="41393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5" name="Oval 2364">
              <a:extLst>
                <a:ext uri="{FF2B5EF4-FFF2-40B4-BE49-F238E27FC236}">
                  <a16:creationId xmlns:a16="http://schemas.microsoft.com/office/drawing/2014/main" id="{700050A9-4CE5-55CD-CA64-2AB13F43242D}"/>
                </a:ext>
              </a:extLst>
            </p:cNvPr>
            <p:cNvSpPr/>
            <p:nvPr/>
          </p:nvSpPr>
          <p:spPr>
            <a:xfrm>
              <a:off x="5974076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6" name="Oval 2365">
              <a:extLst>
                <a:ext uri="{FF2B5EF4-FFF2-40B4-BE49-F238E27FC236}">
                  <a16:creationId xmlns:a16="http://schemas.microsoft.com/office/drawing/2014/main" id="{F42EF735-BB46-342F-F22D-EA38621AE613}"/>
                </a:ext>
              </a:extLst>
            </p:cNvPr>
            <p:cNvSpPr/>
            <p:nvPr/>
          </p:nvSpPr>
          <p:spPr>
            <a:xfrm>
              <a:off x="4521817" y="41059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7" name="Oval 2366">
              <a:extLst>
                <a:ext uri="{FF2B5EF4-FFF2-40B4-BE49-F238E27FC236}">
                  <a16:creationId xmlns:a16="http://schemas.microsoft.com/office/drawing/2014/main" id="{D382C9DB-094E-DD2B-782D-D34314E8B4C2}"/>
                </a:ext>
              </a:extLst>
            </p:cNvPr>
            <p:cNvSpPr/>
            <p:nvPr/>
          </p:nvSpPr>
          <p:spPr>
            <a:xfrm>
              <a:off x="4368365" y="4295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8" name="Oval 2367">
              <a:extLst>
                <a:ext uri="{FF2B5EF4-FFF2-40B4-BE49-F238E27FC236}">
                  <a16:creationId xmlns:a16="http://schemas.microsoft.com/office/drawing/2014/main" id="{9F198D13-1297-43B4-6AF7-F9464A7E05C4}"/>
                </a:ext>
              </a:extLst>
            </p:cNvPr>
            <p:cNvSpPr/>
            <p:nvPr/>
          </p:nvSpPr>
          <p:spPr>
            <a:xfrm>
              <a:off x="4669376" y="4398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9" name="Oval 2368">
              <a:extLst>
                <a:ext uri="{FF2B5EF4-FFF2-40B4-BE49-F238E27FC236}">
                  <a16:creationId xmlns:a16="http://schemas.microsoft.com/office/drawing/2014/main" id="{4299ECC2-3361-681F-C762-132D7EB1D0A7}"/>
                </a:ext>
              </a:extLst>
            </p:cNvPr>
            <p:cNvSpPr/>
            <p:nvPr/>
          </p:nvSpPr>
          <p:spPr>
            <a:xfrm>
              <a:off x="4492101" y="4095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0" name="Oval 2369">
              <a:extLst>
                <a:ext uri="{FF2B5EF4-FFF2-40B4-BE49-F238E27FC236}">
                  <a16:creationId xmlns:a16="http://schemas.microsoft.com/office/drawing/2014/main" id="{3FBFEFC7-4011-B0A2-1E23-59FDAC82C723}"/>
                </a:ext>
              </a:extLst>
            </p:cNvPr>
            <p:cNvSpPr/>
            <p:nvPr/>
          </p:nvSpPr>
          <p:spPr>
            <a:xfrm>
              <a:off x="6018444" y="48626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1" name="Oval 2370">
              <a:extLst>
                <a:ext uri="{FF2B5EF4-FFF2-40B4-BE49-F238E27FC236}">
                  <a16:creationId xmlns:a16="http://schemas.microsoft.com/office/drawing/2014/main" id="{2176CA99-8D23-F1B1-0C84-0F476A6A3738}"/>
                </a:ext>
              </a:extLst>
            </p:cNvPr>
            <p:cNvSpPr/>
            <p:nvPr/>
          </p:nvSpPr>
          <p:spPr>
            <a:xfrm>
              <a:off x="4621086" y="42888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2" name="Oval 2371">
              <a:extLst>
                <a:ext uri="{FF2B5EF4-FFF2-40B4-BE49-F238E27FC236}">
                  <a16:creationId xmlns:a16="http://schemas.microsoft.com/office/drawing/2014/main" id="{AAE95089-7CD1-CAA6-BE1C-116D79AC1E8C}"/>
                </a:ext>
              </a:extLst>
            </p:cNvPr>
            <p:cNvSpPr/>
            <p:nvPr/>
          </p:nvSpPr>
          <p:spPr>
            <a:xfrm>
              <a:off x="4556524" y="41509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3" name="Oval 2372">
              <a:extLst>
                <a:ext uri="{FF2B5EF4-FFF2-40B4-BE49-F238E27FC236}">
                  <a16:creationId xmlns:a16="http://schemas.microsoft.com/office/drawing/2014/main" id="{B9468701-F6D6-C18D-B21E-F606C8D34DE7}"/>
                </a:ext>
              </a:extLst>
            </p:cNvPr>
            <p:cNvSpPr/>
            <p:nvPr/>
          </p:nvSpPr>
          <p:spPr>
            <a:xfrm>
              <a:off x="4519057" y="41037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4" name="Oval 2373">
              <a:extLst>
                <a:ext uri="{FF2B5EF4-FFF2-40B4-BE49-F238E27FC236}">
                  <a16:creationId xmlns:a16="http://schemas.microsoft.com/office/drawing/2014/main" id="{A7BB5A02-98A5-CD87-6873-C4D87CC4C51C}"/>
                </a:ext>
              </a:extLst>
            </p:cNvPr>
            <p:cNvSpPr/>
            <p:nvPr/>
          </p:nvSpPr>
          <p:spPr>
            <a:xfrm>
              <a:off x="4531393" y="4115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5" name="Oval 2374">
              <a:extLst>
                <a:ext uri="{FF2B5EF4-FFF2-40B4-BE49-F238E27FC236}">
                  <a16:creationId xmlns:a16="http://schemas.microsoft.com/office/drawing/2014/main" id="{A0BE7261-6C09-F5F9-97D1-4B769BC3654E}"/>
                </a:ext>
              </a:extLst>
            </p:cNvPr>
            <p:cNvSpPr/>
            <p:nvPr/>
          </p:nvSpPr>
          <p:spPr>
            <a:xfrm>
              <a:off x="4483023" y="4098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6" name="Oval 2375">
              <a:extLst>
                <a:ext uri="{FF2B5EF4-FFF2-40B4-BE49-F238E27FC236}">
                  <a16:creationId xmlns:a16="http://schemas.microsoft.com/office/drawing/2014/main" id="{42B2D110-A2C8-25CB-93DB-17E81F812839}"/>
                </a:ext>
              </a:extLst>
            </p:cNvPr>
            <p:cNvSpPr/>
            <p:nvPr/>
          </p:nvSpPr>
          <p:spPr>
            <a:xfrm>
              <a:off x="5973066" y="48616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7" name="Oval 2376">
              <a:extLst>
                <a:ext uri="{FF2B5EF4-FFF2-40B4-BE49-F238E27FC236}">
                  <a16:creationId xmlns:a16="http://schemas.microsoft.com/office/drawing/2014/main" id="{DE4BEFE7-94BA-6EB7-C837-DD748AB905F0}"/>
                </a:ext>
              </a:extLst>
            </p:cNvPr>
            <p:cNvSpPr/>
            <p:nvPr/>
          </p:nvSpPr>
          <p:spPr>
            <a:xfrm>
              <a:off x="4464544" y="41114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8" name="Oval 2377">
              <a:extLst>
                <a:ext uri="{FF2B5EF4-FFF2-40B4-BE49-F238E27FC236}">
                  <a16:creationId xmlns:a16="http://schemas.microsoft.com/office/drawing/2014/main" id="{FDDE96DC-F3D4-6CCA-5B08-CE454DC77BD6}"/>
                </a:ext>
              </a:extLst>
            </p:cNvPr>
            <p:cNvSpPr/>
            <p:nvPr/>
          </p:nvSpPr>
          <p:spPr>
            <a:xfrm>
              <a:off x="4600227" y="42405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9" name="Oval 2378">
              <a:extLst>
                <a:ext uri="{FF2B5EF4-FFF2-40B4-BE49-F238E27FC236}">
                  <a16:creationId xmlns:a16="http://schemas.microsoft.com/office/drawing/2014/main" id="{84B9159C-A3B7-A2E3-246C-7AEF571863A7}"/>
                </a:ext>
              </a:extLst>
            </p:cNvPr>
            <p:cNvSpPr/>
            <p:nvPr/>
          </p:nvSpPr>
          <p:spPr>
            <a:xfrm>
              <a:off x="4624749" y="42973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0" name="Oval 2379">
              <a:extLst>
                <a:ext uri="{FF2B5EF4-FFF2-40B4-BE49-F238E27FC236}">
                  <a16:creationId xmlns:a16="http://schemas.microsoft.com/office/drawing/2014/main" id="{F4BB0841-2565-8375-FF77-9C32658F2DEA}"/>
                </a:ext>
              </a:extLst>
            </p:cNvPr>
            <p:cNvSpPr/>
            <p:nvPr/>
          </p:nvSpPr>
          <p:spPr>
            <a:xfrm>
              <a:off x="4524731" y="41084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1" name="Oval 2380">
              <a:extLst>
                <a:ext uri="{FF2B5EF4-FFF2-40B4-BE49-F238E27FC236}">
                  <a16:creationId xmlns:a16="http://schemas.microsoft.com/office/drawing/2014/main" id="{16B62350-03A0-FA6D-0662-490308AED8ED}"/>
                </a:ext>
              </a:extLst>
            </p:cNvPr>
            <p:cNvSpPr/>
            <p:nvPr/>
          </p:nvSpPr>
          <p:spPr>
            <a:xfrm>
              <a:off x="4580077" y="41962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2" name="Oval 2381">
              <a:extLst>
                <a:ext uri="{FF2B5EF4-FFF2-40B4-BE49-F238E27FC236}">
                  <a16:creationId xmlns:a16="http://schemas.microsoft.com/office/drawing/2014/main" id="{F627527A-D8E8-E227-64EF-876F1206112A}"/>
                </a:ext>
              </a:extLst>
            </p:cNvPr>
            <p:cNvSpPr/>
            <p:nvPr/>
          </p:nvSpPr>
          <p:spPr>
            <a:xfrm>
              <a:off x="4347650" y="43436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3" name="Oval 2382">
              <a:extLst>
                <a:ext uri="{FF2B5EF4-FFF2-40B4-BE49-F238E27FC236}">
                  <a16:creationId xmlns:a16="http://schemas.microsoft.com/office/drawing/2014/main" id="{31C71BFF-E988-36C9-CD88-F6CE98731B3C}"/>
                </a:ext>
              </a:extLst>
            </p:cNvPr>
            <p:cNvSpPr/>
            <p:nvPr/>
          </p:nvSpPr>
          <p:spPr>
            <a:xfrm>
              <a:off x="4462206" y="41138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4" name="Oval 2383">
              <a:extLst>
                <a:ext uri="{FF2B5EF4-FFF2-40B4-BE49-F238E27FC236}">
                  <a16:creationId xmlns:a16="http://schemas.microsoft.com/office/drawing/2014/main" id="{5852CAF5-62FA-52E4-31C9-7C5F6AED9837}"/>
                </a:ext>
              </a:extLst>
            </p:cNvPr>
            <p:cNvSpPr/>
            <p:nvPr/>
          </p:nvSpPr>
          <p:spPr>
            <a:xfrm>
              <a:off x="4483983" y="40976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5" name="Oval 2384">
              <a:extLst>
                <a:ext uri="{FF2B5EF4-FFF2-40B4-BE49-F238E27FC236}">
                  <a16:creationId xmlns:a16="http://schemas.microsoft.com/office/drawing/2014/main" id="{DD59F44F-DFD6-2AA5-A236-FE5D0E5957C4}"/>
                </a:ext>
              </a:extLst>
            </p:cNvPr>
            <p:cNvSpPr/>
            <p:nvPr/>
          </p:nvSpPr>
          <p:spPr>
            <a:xfrm>
              <a:off x="6034383" y="48629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6" name="Oval 2385">
              <a:extLst>
                <a:ext uri="{FF2B5EF4-FFF2-40B4-BE49-F238E27FC236}">
                  <a16:creationId xmlns:a16="http://schemas.microsoft.com/office/drawing/2014/main" id="{FA612BCC-1605-E76E-62E9-9F88F57B6130}"/>
                </a:ext>
              </a:extLst>
            </p:cNvPr>
            <p:cNvSpPr/>
            <p:nvPr/>
          </p:nvSpPr>
          <p:spPr>
            <a:xfrm>
              <a:off x="4307316" y="443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7" name="Oval 2386">
              <a:extLst>
                <a:ext uri="{FF2B5EF4-FFF2-40B4-BE49-F238E27FC236}">
                  <a16:creationId xmlns:a16="http://schemas.microsoft.com/office/drawing/2014/main" id="{1E867719-2B0D-C815-510E-3FD7FB834724}"/>
                </a:ext>
              </a:extLst>
            </p:cNvPr>
            <p:cNvSpPr/>
            <p:nvPr/>
          </p:nvSpPr>
          <p:spPr>
            <a:xfrm>
              <a:off x="4475231" y="41024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8" name="Oval 2387">
              <a:extLst>
                <a:ext uri="{FF2B5EF4-FFF2-40B4-BE49-F238E27FC236}">
                  <a16:creationId xmlns:a16="http://schemas.microsoft.com/office/drawing/2014/main" id="{F25C6962-887D-E756-0999-3BED01B496B5}"/>
                </a:ext>
              </a:extLst>
            </p:cNvPr>
            <p:cNvSpPr/>
            <p:nvPr/>
          </p:nvSpPr>
          <p:spPr>
            <a:xfrm>
              <a:off x="4559672" y="41564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9" name="Oval 2388">
              <a:extLst>
                <a:ext uri="{FF2B5EF4-FFF2-40B4-BE49-F238E27FC236}">
                  <a16:creationId xmlns:a16="http://schemas.microsoft.com/office/drawing/2014/main" id="{EA16E7FA-820A-B2DD-4B10-280ECDEEA777}"/>
                </a:ext>
              </a:extLst>
            </p:cNvPr>
            <p:cNvSpPr/>
            <p:nvPr/>
          </p:nvSpPr>
          <p:spPr>
            <a:xfrm>
              <a:off x="6040524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0" name="Oval 2389">
              <a:extLst>
                <a:ext uri="{FF2B5EF4-FFF2-40B4-BE49-F238E27FC236}">
                  <a16:creationId xmlns:a16="http://schemas.microsoft.com/office/drawing/2014/main" id="{3B970CE7-BCCE-AD67-707F-569F55D4EC02}"/>
                </a:ext>
              </a:extLst>
            </p:cNvPr>
            <p:cNvSpPr/>
            <p:nvPr/>
          </p:nvSpPr>
          <p:spPr>
            <a:xfrm>
              <a:off x="4625467" y="42990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1" name="Oval 2390">
              <a:extLst>
                <a:ext uri="{FF2B5EF4-FFF2-40B4-BE49-F238E27FC236}">
                  <a16:creationId xmlns:a16="http://schemas.microsoft.com/office/drawing/2014/main" id="{C5B14E48-60BF-0400-35DB-28F896D81D41}"/>
                </a:ext>
              </a:extLst>
            </p:cNvPr>
            <p:cNvSpPr/>
            <p:nvPr/>
          </p:nvSpPr>
          <p:spPr>
            <a:xfrm>
              <a:off x="6040222" y="48630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2" name="Oval 2391">
              <a:extLst>
                <a:ext uri="{FF2B5EF4-FFF2-40B4-BE49-F238E27FC236}">
                  <a16:creationId xmlns:a16="http://schemas.microsoft.com/office/drawing/2014/main" id="{8B10B057-DC7A-8D5B-DE30-EF8D5FFBBC8D}"/>
                </a:ext>
              </a:extLst>
            </p:cNvPr>
            <p:cNvSpPr/>
            <p:nvPr/>
          </p:nvSpPr>
          <p:spPr>
            <a:xfrm>
              <a:off x="4730244" y="45146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3" name="Oval 2392">
              <a:extLst>
                <a:ext uri="{FF2B5EF4-FFF2-40B4-BE49-F238E27FC236}">
                  <a16:creationId xmlns:a16="http://schemas.microsoft.com/office/drawing/2014/main" id="{2D2A70C4-8C4E-45AE-EFD1-E3E927B00585}"/>
                </a:ext>
              </a:extLst>
            </p:cNvPr>
            <p:cNvSpPr/>
            <p:nvPr/>
          </p:nvSpPr>
          <p:spPr>
            <a:xfrm>
              <a:off x="4272010" y="4497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4" name="Oval 2393">
              <a:extLst>
                <a:ext uri="{FF2B5EF4-FFF2-40B4-BE49-F238E27FC236}">
                  <a16:creationId xmlns:a16="http://schemas.microsoft.com/office/drawing/2014/main" id="{DAE85DEE-00D0-3853-E456-AE07703F64EA}"/>
                </a:ext>
              </a:extLst>
            </p:cNvPr>
            <p:cNvSpPr/>
            <p:nvPr/>
          </p:nvSpPr>
          <p:spPr>
            <a:xfrm>
              <a:off x="5966727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5" name="Oval 2394">
              <a:extLst>
                <a:ext uri="{FF2B5EF4-FFF2-40B4-BE49-F238E27FC236}">
                  <a16:creationId xmlns:a16="http://schemas.microsoft.com/office/drawing/2014/main" id="{6CD507A6-671B-A822-9A31-21321968CC61}"/>
                </a:ext>
              </a:extLst>
            </p:cNvPr>
            <p:cNvSpPr/>
            <p:nvPr/>
          </p:nvSpPr>
          <p:spPr>
            <a:xfrm>
              <a:off x="6006104" y="4862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6" name="Oval 2395">
              <a:extLst>
                <a:ext uri="{FF2B5EF4-FFF2-40B4-BE49-F238E27FC236}">
                  <a16:creationId xmlns:a16="http://schemas.microsoft.com/office/drawing/2014/main" id="{A1E06992-587B-1C26-DBD5-2BC1E83FC10A}"/>
                </a:ext>
              </a:extLst>
            </p:cNvPr>
            <p:cNvSpPr/>
            <p:nvPr/>
          </p:nvSpPr>
          <p:spPr>
            <a:xfrm>
              <a:off x="4742875" y="45350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7" name="Oval 2396">
              <a:extLst>
                <a:ext uri="{FF2B5EF4-FFF2-40B4-BE49-F238E27FC236}">
                  <a16:creationId xmlns:a16="http://schemas.microsoft.com/office/drawing/2014/main" id="{FDCAB54A-9337-9F25-E98C-87BCD181A0BB}"/>
                </a:ext>
              </a:extLst>
            </p:cNvPr>
            <p:cNvSpPr/>
            <p:nvPr/>
          </p:nvSpPr>
          <p:spPr>
            <a:xfrm>
              <a:off x="5965346" y="4861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8" name="Oval 2397">
              <a:extLst>
                <a:ext uri="{FF2B5EF4-FFF2-40B4-BE49-F238E27FC236}">
                  <a16:creationId xmlns:a16="http://schemas.microsoft.com/office/drawing/2014/main" id="{C62E08B3-D26C-DD89-D318-74D4AF623F9C}"/>
                </a:ext>
              </a:extLst>
            </p:cNvPr>
            <p:cNvSpPr/>
            <p:nvPr/>
          </p:nvSpPr>
          <p:spPr>
            <a:xfrm>
              <a:off x="5978116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9" name="Oval 2398">
              <a:extLst>
                <a:ext uri="{FF2B5EF4-FFF2-40B4-BE49-F238E27FC236}">
                  <a16:creationId xmlns:a16="http://schemas.microsoft.com/office/drawing/2014/main" id="{7A942981-6B7B-23E5-6B19-A83110C4A3D3}"/>
                </a:ext>
              </a:extLst>
            </p:cNvPr>
            <p:cNvSpPr/>
            <p:nvPr/>
          </p:nvSpPr>
          <p:spPr>
            <a:xfrm>
              <a:off x="4476595" y="41015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0" name="Oval 2399">
              <a:extLst>
                <a:ext uri="{FF2B5EF4-FFF2-40B4-BE49-F238E27FC236}">
                  <a16:creationId xmlns:a16="http://schemas.microsoft.com/office/drawing/2014/main" id="{55D80127-0621-B3AA-FE49-AE66552B1841}"/>
                </a:ext>
              </a:extLst>
            </p:cNvPr>
            <p:cNvSpPr/>
            <p:nvPr/>
          </p:nvSpPr>
          <p:spPr>
            <a:xfrm>
              <a:off x="4228822" y="4565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1" name="Oval 2400">
              <a:extLst>
                <a:ext uri="{FF2B5EF4-FFF2-40B4-BE49-F238E27FC236}">
                  <a16:creationId xmlns:a16="http://schemas.microsoft.com/office/drawing/2014/main" id="{3A9D6240-E4C8-D15F-50E4-3D01ED6BC2A2}"/>
                </a:ext>
              </a:extLst>
            </p:cNvPr>
            <p:cNvSpPr/>
            <p:nvPr/>
          </p:nvSpPr>
          <p:spPr>
            <a:xfrm>
              <a:off x="4365311" y="43028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2" name="Oval 2401">
              <a:extLst>
                <a:ext uri="{FF2B5EF4-FFF2-40B4-BE49-F238E27FC236}">
                  <a16:creationId xmlns:a16="http://schemas.microsoft.com/office/drawing/2014/main" id="{3749FBD7-F5F9-8B73-222F-12D73065D3A1}"/>
                </a:ext>
              </a:extLst>
            </p:cNvPr>
            <p:cNvSpPr/>
            <p:nvPr/>
          </p:nvSpPr>
          <p:spPr>
            <a:xfrm>
              <a:off x="4558984" y="41552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3" name="Oval 2402">
              <a:extLst>
                <a:ext uri="{FF2B5EF4-FFF2-40B4-BE49-F238E27FC236}">
                  <a16:creationId xmlns:a16="http://schemas.microsoft.com/office/drawing/2014/main" id="{998C8E09-1314-151E-6443-C84226294786}"/>
                </a:ext>
              </a:extLst>
            </p:cNvPr>
            <p:cNvSpPr/>
            <p:nvPr/>
          </p:nvSpPr>
          <p:spPr>
            <a:xfrm>
              <a:off x="4450137" y="41287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6E8F35B8-03FC-A152-13DC-BC8A9F06FE01}"/>
                </a:ext>
              </a:extLst>
            </p:cNvPr>
            <p:cNvSpPr/>
            <p:nvPr/>
          </p:nvSpPr>
          <p:spPr>
            <a:xfrm>
              <a:off x="4464394" y="4111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5" name="Oval 2404">
              <a:extLst>
                <a:ext uri="{FF2B5EF4-FFF2-40B4-BE49-F238E27FC236}">
                  <a16:creationId xmlns:a16="http://schemas.microsoft.com/office/drawing/2014/main" id="{B32C2A7C-C489-BDD7-DAEE-83929129C3C0}"/>
                </a:ext>
              </a:extLst>
            </p:cNvPr>
            <p:cNvSpPr/>
            <p:nvPr/>
          </p:nvSpPr>
          <p:spPr>
            <a:xfrm>
              <a:off x="4315404" y="44144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15A2B94D-3B6C-11AD-50DA-B932F386AD41}"/>
                </a:ext>
              </a:extLst>
            </p:cNvPr>
            <p:cNvSpPr/>
            <p:nvPr/>
          </p:nvSpPr>
          <p:spPr>
            <a:xfrm>
              <a:off x="4483910" y="40977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BD393CAE-E087-BE14-27EA-27AC275C4E2B}"/>
                </a:ext>
              </a:extLst>
            </p:cNvPr>
            <p:cNvSpPr/>
            <p:nvPr/>
          </p:nvSpPr>
          <p:spPr>
            <a:xfrm>
              <a:off x="4362289" y="43098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8" name="Oval 2407">
              <a:extLst>
                <a:ext uri="{FF2B5EF4-FFF2-40B4-BE49-F238E27FC236}">
                  <a16:creationId xmlns:a16="http://schemas.microsoft.com/office/drawing/2014/main" id="{025FC66B-B4D5-4C64-1014-74605D0B8CD8}"/>
                </a:ext>
              </a:extLst>
            </p:cNvPr>
            <p:cNvSpPr/>
            <p:nvPr/>
          </p:nvSpPr>
          <p:spPr>
            <a:xfrm>
              <a:off x="4491630" y="40955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9" name="Oval 2408">
              <a:extLst>
                <a:ext uri="{FF2B5EF4-FFF2-40B4-BE49-F238E27FC236}">
                  <a16:creationId xmlns:a16="http://schemas.microsoft.com/office/drawing/2014/main" id="{88FE8530-B8B1-171D-E86E-3109AF24F5F6}"/>
                </a:ext>
              </a:extLst>
            </p:cNvPr>
            <p:cNvSpPr/>
            <p:nvPr/>
          </p:nvSpPr>
          <p:spPr>
            <a:xfrm>
              <a:off x="4287623" y="44696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0" name="Oval 2409">
              <a:extLst>
                <a:ext uri="{FF2B5EF4-FFF2-40B4-BE49-F238E27FC236}">
                  <a16:creationId xmlns:a16="http://schemas.microsoft.com/office/drawing/2014/main" id="{12F171D5-9FA0-0A46-EAB1-777EE0B9BF1F}"/>
                </a:ext>
              </a:extLst>
            </p:cNvPr>
            <p:cNvSpPr/>
            <p:nvPr/>
          </p:nvSpPr>
          <p:spPr>
            <a:xfrm>
              <a:off x="4321627" y="4401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1" name="Oval 2410">
              <a:extLst>
                <a:ext uri="{FF2B5EF4-FFF2-40B4-BE49-F238E27FC236}">
                  <a16:creationId xmlns:a16="http://schemas.microsoft.com/office/drawing/2014/main" id="{9AA2D7F4-E6B0-7B16-D0EB-BAFC79987113}"/>
                </a:ext>
              </a:extLst>
            </p:cNvPr>
            <p:cNvSpPr/>
            <p:nvPr/>
          </p:nvSpPr>
          <p:spPr>
            <a:xfrm>
              <a:off x="5944868" y="4861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2" name="Oval 2411">
              <a:extLst>
                <a:ext uri="{FF2B5EF4-FFF2-40B4-BE49-F238E27FC236}">
                  <a16:creationId xmlns:a16="http://schemas.microsoft.com/office/drawing/2014/main" id="{88838C4F-D4C6-6E16-7AE3-3F9A6959A60E}"/>
                </a:ext>
              </a:extLst>
            </p:cNvPr>
            <p:cNvSpPr/>
            <p:nvPr/>
          </p:nvSpPr>
          <p:spPr>
            <a:xfrm>
              <a:off x="4483343" y="40979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3" name="Oval 2412">
              <a:extLst>
                <a:ext uri="{FF2B5EF4-FFF2-40B4-BE49-F238E27FC236}">
                  <a16:creationId xmlns:a16="http://schemas.microsoft.com/office/drawing/2014/main" id="{662F8251-F300-8A30-09DE-DC5671F96B23}"/>
                </a:ext>
              </a:extLst>
            </p:cNvPr>
            <p:cNvSpPr/>
            <p:nvPr/>
          </p:nvSpPr>
          <p:spPr>
            <a:xfrm>
              <a:off x="4372343" y="42864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4" name="Oval 2413">
              <a:extLst>
                <a:ext uri="{FF2B5EF4-FFF2-40B4-BE49-F238E27FC236}">
                  <a16:creationId xmlns:a16="http://schemas.microsoft.com/office/drawing/2014/main" id="{47031CCB-34CB-6926-B7E6-BA1F257E4ACF}"/>
                </a:ext>
              </a:extLst>
            </p:cNvPr>
            <p:cNvSpPr/>
            <p:nvPr/>
          </p:nvSpPr>
          <p:spPr>
            <a:xfrm>
              <a:off x="6037367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5" name="Oval 2414">
              <a:extLst>
                <a:ext uri="{FF2B5EF4-FFF2-40B4-BE49-F238E27FC236}">
                  <a16:creationId xmlns:a16="http://schemas.microsoft.com/office/drawing/2014/main" id="{6A6D74B0-F957-DAAD-4967-A22880921C0E}"/>
                </a:ext>
              </a:extLst>
            </p:cNvPr>
            <p:cNvSpPr/>
            <p:nvPr/>
          </p:nvSpPr>
          <p:spPr>
            <a:xfrm>
              <a:off x="4376719" y="42762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6" name="Oval 2415">
              <a:extLst>
                <a:ext uri="{FF2B5EF4-FFF2-40B4-BE49-F238E27FC236}">
                  <a16:creationId xmlns:a16="http://schemas.microsoft.com/office/drawing/2014/main" id="{644C73C6-C7C2-0822-BBB2-48F34D69AD2F}"/>
                </a:ext>
              </a:extLst>
            </p:cNvPr>
            <p:cNvSpPr/>
            <p:nvPr/>
          </p:nvSpPr>
          <p:spPr>
            <a:xfrm>
              <a:off x="4349973" y="43383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7" name="Oval 2416">
              <a:extLst>
                <a:ext uri="{FF2B5EF4-FFF2-40B4-BE49-F238E27FC236}">
                  <a16:creationId xmlns:a16="http://schemas.microsoft.com/office/drawing/2014/main" id="{43BF5E8F-7071-BC6C-2399-58FC3E24F00C}"/>
                </a:ext>
              </a:extLst>
            </p:cNvPr>
            <p:cNvSpPr/>
            <p:nvPr/>
          </p:nvSpPr>
          <p:spPr>
            <a:xfrm>
              <a:off x="4463963" y="41119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8" name="Oval 2417">
              <a:extLst>
                <a:ext uri="{FF2B5EF4-FFF2-40B4-BE49-F238E27FC236}">
                  <a16:creationId xmlns:a16="http://schemas.microsoft.com/office/drawing/2014/main" id="{36E6FC36-1C8F-572C-8AAB-8E454AA0CD44}"/>
                </a:ext>
              </a:extLst>
            </p:cNvPr>
            <p:cNvSpPr/>
            <p:nvPr/>
          </p:nvSpPr>
          <p:spPr>
            <a:xfrm>
              <a:off x="4447650" y="41322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9" name="Oval 2418">
              <a:extLst>
                <a:ext uri="{FF2B5EF4-FFF2-40B4-BE49-F238E27FC236}">
                  <a16:creationId xmlns:a16="http://schemas.microsoft.com/office/drawing/2014/main" id="{14AD2DB9-AAE9-2EA1-C600-A84FFA3FFE9B}"/>
                </a:ext>
              </a:extLst>
            </p:cNvPr>
            <p:cNvSpPr/>
            <p:nvPr/>
          </p:nvSpPr>
          <p:spPr>
            <a:xfrm>
              <a:off x="4549133" y="41388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0" name="Oval 2419">
              <a:extLst>
                <a:ext uri="{FF2B5EF4-FFF2-40B4-BE49-F238E27FC236}">
                  <a16:creationId xmlns:a16="http://schemas.microsoft.com/office/drawing/2014/main" id="{280499A4-3EC7-A4D4-66D6-619C5D974613}"/>
                </a:ext>
              </a:extLst>
            </p:cNvPr>
            <p:cNvSpPr/>
            <p:nvPr/>
          </p:nvSpPr>
          <p:spPr>
            <a:xfrm>
              <a:off x="4492670" y="409544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1" name="Oval 2420">
              <a:extLst>
                <a:ext uri="{FF2B5EF4-FFF2-40B4-BE49-F238E27FC236}">
                  <a16:creationId xmlns:a16="http://schemas.microsoft.com/office/drawing/2014/main" id="{C94B8519-4B0A-5D05-C5DD-1320AB2457F4}"/>
                </a:ext>
              </a:extLst>
            </p:cNvPr>
            <p:cNvSpPr/>
            <p:nvPr/>
          </p:nvSpPr>
          <p:spPr>
            <a:xfrm>
              <a:off x="4818482" y="4632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2" name="Oval 2421">
              <a:extLst>
                <a:ext uri="{FF2B5EF4-FFF2-40B4-BE49-F238E27FC236}">
                  <a16:creationId xmlns:a16="http://schemas.microsoft.com/office/drawing/2014/main" id="{2749F117-1D62-952C-D430-6E8E91D7F2D0}"/>
                </a:ext>
              </a:extLst>
            </p:cNvPr>
            <p:cNvSpPr/>
            <p:nvPr/>
          </p:nvSpPr>
          <p:spPr>
            <a:xfrm>
              <a:off x="4546458" y="41347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3" name="Oval 2422">
              <a:extLst>
                <a:ext uri="{FF2B5EF4-FFF2-40B4-BE49-F238E27FC236}">
                  <a16:creationId xmlns:a16="http://schemas.microsoft.com/office/drawing/2014/main" id="{25E0072A-A32F-011F-BD06-A75F47FC8835}"/>
                </a:ext>
              </a:extLst>
            </p:cNvPr>
            <p:cNvSpPr/>
            <p:nvPr/>
          </p:nvSpPr>
          <p:spPr>
            <a:xfrm>
              <a:off x="4624446" y="42966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4" name="Oval 2423">
              <a:extLst>
                <a:ext uri="{FF2B5EF4-FFF2-40B4-BE49-F238E27FC236}">
                  <a16:creationId xmlns:a16="http://schemas.microsoft.com/office/drawing/2014/main" id="{5960FCA3-1489-3A69-347F-F96AE117F8FA}"/>
                </a:ext>
              </a:extLst>
            </p:cNvPr>
            <p:cNvSpPr/>
            <p:nvPr/>
          </p:nvSpPr>
          <p:spPr>
            <a:xfrm>
              <a:off x="4567727" y="41714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5" name="Oval 2424">
              <a:extLst>
                <a:ext uri="{FF2B5EF4-FFF2-40B4-BE49-F238E27FC236}">
                  <a16:creationId xmlns:a16="http://schemas.microsoft.com/office/drawing/2014/main" id="{1FDEAE09-7679-0BD6-F5FC-D0F622683BE0}"/>
                </a:ext>
              </a:extLst>
            </p:cNvPr>
            <p:cNvSpPr/>
            <p:nvPr/>
          </p:nvSpPr>
          <p:spPr>
            <a:xfrm>
              <a:off x="4606407" y="42547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6" name="Oval 2425">
              <a:extLst>
                <a:ext uri="{FF2B5EF4-FFF2-40B4-BE49-F238E27FC236}">
                  <a16:creationId xmlns:a16="http://schemas.microsoft.com/office/drawing/2014/main" id="{C1E5B89B-EA62-261F-237F-0B04B7506142}"/>
                </a:ext>
              </a:extLst>
            </p:cNvPr>
            <p:cNvSpPr/>
            <p:nvPr/>
          </p:nvSpPr>
          <p:spPr>
            <a:xfrm>
              <a:off x="6007021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7" name="Oval 2426">
              <a:extLst>
                <a:ext uri="{FF2B5EF4-FFF2-40B4-BE49-F238E27FC236}">
                  <a16:creationId xmlns:a16="http://schemas.microsoft.com/office/drawing/2014/main" id="{9A417620-9933-7C12-DD29-F32905C773E4}"/>
                </a:ext>
              </a:extLst>
            </p:cNvPr>
            <p:cNvSpPr/>
            <p:nvPr/>
          </p:nvSpPr>
          <p:spPr>
            <a:xfrm>
              <a:off x="4627249" y="4303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8" name="Oval 2427">
              <a:extLst>
                <a:ext uri="{FF2B5EF4-FFF2-40B4-BE49-F238E27FC236}">
                  <a16:creationId xmlns:a16="http://schemas.microsoft.com/office/drawing/2014/main" id="{3F366695-75C0-EC49-CF49-EC2AF3DD34C5}"/>
                </a:ext>
              </a:extLst>
            </p:cNvPr>
            <p:cNvSpPr/>
            <p:nvPr/>
          </p:nvSpPr>
          <p:spPr>
            <a:xfrm>
              <a:off x="4427441" y="4166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9" name="Oval 2428">
              <a:extLst>
                <a:ext uri="{FF2B5EF4-FFF2-40B4-BE49-F238E27FC236}">
                  <a16:creationId xmlns:a16="http://schemas.microsoft.com/office/drawing/2014/main" id="{B09420B4-565E-D95C-3D99-65905856CA8D}"/>
                </a:ext>
              </a:extLst>
            </p:cNvPr>
            <p:cNvSpPr/>
            <p:nvPr/>
          </p:nvSpPr>
          <p:spPr>
            <a:xfrm>
              <a:off x="4234474" y="45576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0" name="Oval 2429">
              <a:extLst>
                <a:ext uri="{FF2B5EF4-FFF2-40B4-BE49-F238E27FC236}">
                  <a16:creationId xmlns:a16="http://schemas.microsoft.com/office/drawing/2014/main" id="{2A107085-B226-9E94-C1C2-7D6F0AD122DB}"/>
                </a:ext>
              </a:extLst>
            </p:cNvPr>
            <p:cNvSpPr/>
            <p:nvPr/>
          </p:nvSpPr>
          <p:spPr>
            <a:xfrm>
              <a:off x="4345821" y="43478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1" name="Oval 2430">
              <a:extLst>
                <a:ext uri="{FF2B5EF4-FFF2-40B4-BE49-F238E27FC236}">
                  <a16:creationId xmlns:a16="http://schemas.microsoft.com/office/drawing/2014/main" id="{781F4886-FA52-66AB-05C2-FFCC33092A51}"/>
                </a:ext>
              </a:extLst>
            </p:cNvPr>
            <p:cNvSpPr/>
            <p:nvPr/>
          </p:nvSpPr>
          <p:spPr>
            <a:xfrm>
              <a:off x="4737059" y="45258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2" name="Oval 2431">
              <a:extLst>
                <a:ext uri="{FF2B5EF4-FFF2-40B4-BE49-F238E27FC236}">
                  <a16:creationId xmlns:a16="http://schemas.microsoft.com/office/drawing/2014/main" id="{ADB47BA9-99BF-E0A9-D622-20B2DEF85FE2}"/>
                </a:ext>
              </a:extLst>
            </p:cNvPr>
            <p:cNvSpPr/>
            <p:nvPr/>
          </p:nvSpPr>
          <p:spPr>
            <a:xfrm>
              <a:off x="4662046" y="4382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3" name="Oval 2432">
              <a:extLst>
                <a:ext uri="{FF2B5EF4-FFF2-40B4-BE49-F238E27FC236}">
                  <a16:creationId xmlns:a16="http://schemas.microsoft.com/office/drawing/2014/main" id="{583225E9-86F5-A975-50F6-19830A7A73A2}"/>
                </a:ext>
              </a:extLst>
            </p:cNvPr>
            <p:cNvSpPr/>
            <p:nvPr/>
          </p:nvSpPr>
          <p:spPr>
            <a:xfrm>
              <a:off x="4748098" y="4543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4" name="Oval 2433">
              <a:extLst>
                <a:ext uri="{FF2B5EF4-FFF2-40B4-BE49-F238E27FC236}">
                  <a16:creationId xmlns:a16="http://schemas.microsoft.com/office/drawing/2014/main" id="{27C7DA62-3197-A598-F87D-76F20407AE3F}"/>
                </a:ext>
              </a:extLst>
            </p:cNvPr>
            <p:cNvSpPr/>
            <p:nvPr/>
          </p:nvSpPr>
          <p:spPr>
            <a:xfrm>
              <a:off x="5945658" y="48610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5" name="Oval 2434">
              <a:extLst>
                <a:ext uri="{FF2B5EF4-FFF2-40B4-BE49-F238E27FC236}">
                  <a16:creationId xmlns:a16="http://schemas.microsoft.com/office/drawing/2014/main" id="{7BC61413-C275-5F18-CC1C-3CD8E0D2E3E7}"/>
                </a:ext>
              </a:extLst>
            </p:cNvPr>
            <p:cNvSpPr/>
            <p:nvPr/>
          </p:nvSpPr>
          <p:spPr>
            <a:xfrm>
              <a:off x="6024841" y="4862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2863DB16-8B4C-5773-C159-19606DB162CC}"/>
                </a:ext>
              </a:extLst>
            </p:cNvPr>
            <p:cNvSpPr/>
            <p:nvPr/>
          </p:nvSpPr>
          <p:spPr>
            <a:xfrm>
              <a:off x="4501035" y="40956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7A86CC84-E148-796A-7301-1EEE722466C8}"/>
                </a:ext>
              </a:extLst>
            </p:cNvPr>
            <p:cNvSpPr/>
            <p:nvPr/>
          </p:nvSpPr>
          <p:spPr>
            <a:xfrm>
              <a:off x="4382251" y="42633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8" name="Oval 2437">
              <a:extLst>
                <a:ext uri="{FF2B5EF4-FFF2-40B4-BE49-F238E27FC236}">
                  <a16:creationId xmlns:a16="http://schemas.microsoft.com/office/drawing/2014/main" id="{DE6D508A-3633-9E28-EC05-9F00D147426D}"/>
                </a:ext>
              </a:extLst>
            </p:cNvPr>
            <p:cNvSpPr/>
            <p:nvPr/>
          </p:nvSpPr>
          <p:spPr>
            <a:xfrm>
              <a:off x="4598459" y="42365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9" name="Oval 2438">
              <a:extLst>
                <a:ext uri="{FF2B5EF4-FFF2-40B4-BE49-F238E27FC236}">
                  <a16:creationId xmlns:a16="http://schemas.microsoft.com/office/drawing/2014/main" id="{7DAA6D31-E34B-D86F-D765-6F313D0A6261}"/>
                </a:ext>
              </a:extLst>
            </p:cNvPr>
            <p:cNvSpPr/>
            <p:nvPr/>
          </p:nvSpPr>
          <p:spPr>
            <a:xfrm>
              <a:off x="4319152" y="44065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0" name="Oval 2439">
              <a:extLst>
                <a:ext uri="{FF2B5EF4-FFF2-40B4-BE49-F238E27FC236}">
                  <a16:creationId xmlns:a16="http://schemas.microsoft.com/office/drawing/2014/main" id="{96E009CC-CA49-1D35-AD22-5DA8F4594752}"/>
                </a:ext>
              </a:extLst>
            </p:cNvPr>
            <p:cNvSpPr/>
            <p:nvPr/>
          </p:nvSpPr>
          <p:spPr>
            <a:xfrm>
              <a:off x="4560942" y="41587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1" name="Oval 2440">
              <a:extLst>
                <a:ext uri="{FF2B5EF4-FFF2-40B4-BE49-F238E27FC236}">
                  <a16:creationId xmlns:a16="http://schemas.microsoft.com/office/drawing/2014/main" id="{4AA14415-1021-30C7-05E4-BC6DA6AFE8D3}"/>
                </a:ext>
              </a:extLst>
            </p:cNvPr>
            <p:cNvSpPr/>
            <p:nvPr/>
          </p:nvSpPr>
          <p:spPr>
            <a:xfrm>
              <a:off x="4454375" y="41230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2" name="Oval 2441">
              <a:extLst>
                <a:ext uri="{FF2B5EF4-FFF2-40B4-BE49-F238E27FC236}">
                  <a16:creationId xmlns:a16="http://schemas.microsoft.com/office/drawing/2014/main" id="{378E6407-1E95-6501-C479-476B382D2E3E}"/>
                </a:ext>
              </a:extLst>
            </p:cNvPr>
            <p:cNvSpPr/>
            <p:nvPr/>
          </p:nvSpPr>
          <p:spPr>
            <a:xfrm>
              <a:off x="4396828" y="4230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3" name="Oval 2442">
              <a:extLst>
                <a:ext uri="{FF2B5EF4-FFF2-40B4-BE49-F238E27FC236}">
                  <a16:creationId xmlns:a16="http://schemas.microsoft.com/office/drawing/2014/main" id="{4B653CEE-7691-4AFA-D504-AEB42ACF516D}"/>
                </a:ext>
              </a:extLst>
            </p:cNvPr>
            <p:cNvSpPr/>
            <p:nvPr/>
          </p:nvSpPr>
          <p:spPr>
            <a:xfrm>
              <a:off x="4370903" y="4289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4" name="Oval 2443">
              <a:extLst>
                <a:ext uri="{FF2B5EF4-FFF2-40B4-BE49-F238E27FC236}">
                  <a16:creationId xmlns:a16="http://schemas.microsoft.com/office/drawing/2014/main" id="{FFBC296E-7C51-4D9C-44FE-ADA28868B7D6}"/>
                </a:ext>
              </a:extLst>
            </p:cNvPr>
            <p:cNvSpPr/>
            <p:nvPr/>
          </p:nvSpPr>
          <p:spPr>
            <a:xfrm>
              <a:off x="4274524" y="4493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5" name="Oval 2444">
              <a:extLst>
                <a:ext uri="{FF2B5EF4-FFF2-40B4-BE49-F238E27FC236}">
                  <a16:creationId xmlns:a16="http://schemas.microsoft.com/office/drawing/2014/main" id="{F2A58256-5218-CDDD-17E5-8AF4B5D409A1}"/>
                </a:ext>
              </a:extLst>
            </p:cNvPr>
            <p:cNvSpPr/>
            <p:nvPr/>
          </p:nvSpPr>
          <p:spPr>
            <a:xfrm>
              <a:off x="4726101" y="45077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6" name="Oval 2445">
              <a:extLst>
                <a:ext uri="{FF2B5EF4-FFF2-40B4-BE49-F238E27FC236}">
                  <a16:creationId xmlns:a16="http://schemas.microsoft.com/office/drawing/2014/main" id="{87A7875C-C684-34CB-3FCB-B18625182221}"/>
                </a:ext>
              </a:extLst>
            </p:cNvPr>
            <p:cNvSpPr/>
            <p:nvPr/>
          </p:nvSpPr>
          <p:spPr>
            <a:xfrm>
              <a:off x="4486759" y="4096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7" name="Oval 2446">
              <a:extLst>
                <a:ext uri="{FF2B5EF4-FFF2-40B4-BE49-F238E27FC236}">
                  <a16:creationId xmlns:a16="http://schemas.microsoft.com/office/drawing/2014/main" id="{ED134661-BE98-F9AD-158F-39EC37E5E2BB}"/>
                </a:ext>
              </a:extLst>
            </p:cNvPr>
            <p:cNvSpPr/>
            <p:nvPr/>
          </p:nvSpPr>
          <p:spPr>
            <a:xfrm>
              <a:off x="4122589" y="46795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8" name="Oval 2447">
              <a:extLst>
                <a:ext uri="{FF2B5EF4-FFF2-40B4-BE49-F238E27FC236}">
                  <a16:creationId xmlns:a16="http://schemas.microsoft.com/office/drawing/2014/main" id="{E6D16F88-98E1-3886-3189-5C129FA1337C}"/>
                </a:ext>
              </a:extLst>
            </p:cNvPr>
            <p:cNvSpPr/>
            <p:nvPr/>
          </p:nvSpPr>
          <p:spPr>
            <a:xfrm>
              <a:off x="5889506" y="48596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9" name="Oval 2448">
              <a:extLst>
                <a:ext uri="{FF2B5EF4-FFF2-40B4-BE49-F238E27FC236}">
                  <a16:creationId xmlns:a16="http://schemas.microsoft.com/office/drawing/2014/main" id="{2A43D295-70B4-F0E6-3706-C1CE5B51BA8D}"/>
                </a:ext>
              </a:extLst>
            </p:cNvPr>
            <p:cNvSpPr/>
            <p:nvPr/>
          </p:nvSpPr>
          <p:spPr>
            <a:xfrm>
              <a:off x="4376185" y="42774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0" name="Oval 2449">
              <a:extLst>
                <a:ext uri="{FF2B5EF4-FFF2-40B4-BE49-F238E27FC236}">
                  <a16:creationId xmlns:a16="http://schemas.microsoft.com/office/drawing/2014/main" id="{C3EBD3A9-24EC-6045-C5C9-8CDA03EFB941}"/>
                </a:ext>
              </a:extLst>
            </p:cNvPr>
            <p:cNvSpPr/>
            <p:nvPr/>
          </p:nvSpPr>
          <p:spPr>
            <a:xfrm>
              <a:off x="4743234" y="45356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1" name="Oval 2450">
              <a:extLst>
                <a:ext uri="{FF2B5EF4-FFF2-40B4-BE49-F238E27FC236}">
                  <a16:creationId xmlns:a16="http://schemas.microsoft.com/office/drawing/2014/main" id="{D344793D-5927-1BC0-BC87-D258FAC189BD}"/>
                </a:ext>
              </a:extLst>
            </p:cNvPr>
            <p:cNvSpPr/>
            <p:nvPr/>
          </p:nvSpPr>
          <p:spPr>
            <a:xfrm>
              <a:off x="4251279" y="4532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2" name="Oval 2451">
              <a:extLst>
                <a:ext uri="{FF2B5EF4-FFF2-40B4-BE49-F238E27FC236}">
                  <a16:creationId xmlns:a16="http://schemas.microsoft.com/office/drawing/2014/main" id="{1350BD7D-907F-4637-9965-3D0934D4B863}"/>
                </a:ext>
              </a:extLst>
            </p:cNvPr>
            <p:cNvSpPr/>
            <p:nvPr/>
          </p:nvSpPr>
          <p:spPr>
            <a:xfrm>
              <a:off x="4552880" y="4144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3" name="Oval 2452">
              <a:extLst>
                <a:ext uri="{FF2B5EF4-FFF2-40B4-BE49-F238E27FC236}">
                  <a16:creationId xmlns:a16="http://schemas.microsoft.com/office/drawing/2014/main" id="{F6FAAB90-FE8F-858C-3C24-0689B78149CD}"/>
                </a:ext>
              </a:extLst>
            </p:cNvPr>
            <p:cNvSpPr/>
            <p:nvPr/>
          </p:nvSpPr>
          <p:spPr>
            <a:xfrm>
              <a:off x="4391048" y="4243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4" name="Oval 2453">
              <a:extLst>
                <a:ext uri="{FF2B5EF4-FFF2-40B4-BE49-F238E27FC236}">
                  <a16:creationId xmlns:a16="http://schemas.microsoft.com/office/drawing/2014/main" id="{D73B1323-BFAC-B46A-4D0D-67D62B2C55C3}"/>
                </a:ext>
              </a:extLst>
            </p:cNvPr>
            <p:cNvSpPr/>
            <p:nvPr/>
          </p:nvSpPr>
          <p:spPr>
            <a:xfrm>
              <a:off x="4640360" y="43336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5" name="Oval 2454">
              <a:extLst>
                <a:ext uri="{FF2B5EF4-FFF2-40B4-BE49-F238E27FC236}">
                  <a16:creationId xmlns:a16="http://schemas.microsoft.com/office/drawing/2014/main" id="{F0CD5E88-E5E2-8007-7385-B6AE5A183847}"/>
                </a:ext>
              </a:extLst>
            </p:cNvPr>
            <p:cNvSpPr/>
            <p:nvPr/>
          </p:nvSpPr>
          <p:spPr>
            <a:xfrm>
              <a:off x="4302988" y="4439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6" name="Oval 2455">
              <a:extLst>
                <a:ext uri="{FF2B5EF4-FFF2-40B4-BE49-F238E27FC236}">
                  <a16:creationId xmlns:a16="http://schemas.microsoft.com/office/drawing/2014/main" id="{58CD953C-3833-7DC3-C3A9-ADBB8FDB18BE}"/>
                </a:ext>
              </a:extLst>
            </p:cNvPr>
            <p:cNvSpPr/>
            <p:nvPr/>
          </p:nvSpPr>
          <p:spPr>
            <a:xfrm>
              <a:off x="4256590" y="45238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7" name="Oval 2456">
              <a:extLst>
                <a:ext uri="{FF2B5EF4-FFF2-40B4-BE49-F238E27FC236}">
                  <a16:creationId xmlns:a16="http://schemas.microsoft.com/office/drawing/2014/main" id="{D4EB80FB-2E40-9DDA-6C2F-9B6792AFDDCB}"/>
                </a:ext>
              </a:extLst>
            </p:cNvPr>
            <p:cNvSpPr/>
            <p:nvPr/>
          </p:nvSpPr>
          <p:spPr>
            <a:xfrm>
              <a:off x="4706958" y="4473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8" name="Oval 2457">
              <a:extLst>
                <a:ext uri="{FF2B5EF4-FFF2-40B4-BE49-F238E27FC236}">
                  <a16:creationId xmlns:a16="http://schemas.microsoft.com/office/drawing/2014/main" id="{D031C5D3-6419-3367-8A3E-D136DCE9B984}"/>
                </a:ext>
              </a:extLst>
            </p:cNvPr>
            <p:cNvSpPr/>
            <p:nvPr/>
          </p:nvSpPr>
          <p:spPr>
            <a:xfrm>
              <a:off x="6015043" y="48625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9" name="Oval 2458">
              <a:extLst>
                <a:ext uri="{FF2B5EF4-FFF2-40B4-BE49-F238E27FC236}">
                  <a16:creationId xmlns:a16="http://schemas.microsoft.com/office/drawing/2014/main" id="{8BD4D791-0A4E-27CB-2C0C-9F21E57AA148}"/>
                </a:ext>
              </a:extLst>
            </p:cNvPr>
            <p:cNvSpPr/>
            <p:nvPr/>
          </p:nvSpPr>
          <p:spPr>
            <a:xfrm>
              <a:off x="4190841" y="46140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0" name="Oval 2459">
              <a:extLst>
                <a:ext uri="{FF2B5EF4-FFF2-40B4-BE49-F238E27FC236}">
                  <a16:creationId xmlns:a16="http://schemas.microsoft.com/office/drawing/2014/main" id="{9EBE8D8C-7911-733F-C561-9BD68A37B052}"/>
                </a:ext>
              </a:extLst>
            </p:cNvPr>
            <p:cNvSpPr/>
            <p:nvPr/>
          </p:nvSpPr>
          <p:spPr>
            <a:xfrm>
              <a:off x="4522862" y="41067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" name="Oval 2460">
              <a:extLst>
                <a:ext uri="{FF2B5EF4-FFF2-40B4-BE49-F238E27FC236}">
                  <a16:creationId xmlns:a16="http://schemas.microsoft.com/office/drawing/2014/main" id="{C098801D-EE86-6B78-E548-FC9EB8913EBC}"/>
                </a:ext>
              </a:extLst>
            </p:cNvPr>
            <p:cNvSpPr/>
            <p:nvPr/>
          </p:nvSpPr>
          <p:spPr>
            <a:xfrm>
              <a:off x="4586696" y="42104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2" name="Oval 2461">
              <a:extLst>
                <a:ext uri="{FF2B5EF4-FFF2-40B4-BE49-F238E27FC236}">
                  <a16:creationId xmlns:a16="http://schemas.microsoft.com/office/drawing/2014/main" id="{9B71E789-A054-2645-7AB0-7CFDECC09C3F}"/>
                </a:ext>
              </a:extLst>
            </p:cNvPr>
            <p:cNvSpPr/>
            <p:nvPr/>
          </p:nvSpPr>
          <p:spPr>
            <a:xfrm>
              <a:off x="5996376" y="4862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" name="Oval 2462">
              <a:extLst>
                <a:ext uri="{FF2B5EF4-FFF2-40B4-BE49-F238E27FC236}">
                  <a16:creationId xmlns:a16="http://schemas.microsoft.com/office/drawing/2014/main" id="{C947769E-B467-5AD3-D991-FD137A48CACF}"/>
                </a:ext>
              </a:extLst>
            </p:cNvPr>
            <p:cNvSpPr/>
            <p:nvPr/>
          </p:nvSpPr>
          <p:spPr>
            <a:xfrm>
              <a:off x="4374782" y="42807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" name="Oval 2463">
              <a:extLst>
                <a:ext uri="{FF2B5EF4-FFF2-40B4-BE49-F238E27FC236}">
                  <a16:creationId xmlns:a16="http://schemas.microsoft.com/office/drawing/2014/main" id="{1E10D7DE-CC8D-5967-2F99-DF4F57583D86}"/>
                </a:ext>
              </a:extLst>
            </p:cNvPr>
            <p:cNvSpPr/>
            <p:nvPr/>
          </p:nvSpPr>
          <p:spPr>
            <a:xfrm>
              <a:off x="5970326" y="4861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" name="Oval 2464">
              <a:extLst>
                <a:ext uri="{FF2B5EF4-FFF2-40B4-BE49-F238E27FC236}">
                  <a16:creationId xmlns:a16="http://schemas.microsoft.com/office/drawing/2014/main" id="{C8DA60C7-C3C4-5BB3-1FE4-95D97B27D1B2}"/>
                </a:ext>
              </a:extLst>
            </p:cNvPr>
            <p:cNvSpPr/>
            <p:nvPr/>
          </p:nvSpPr>
          <p:spPr>
            <a:xfrm>
              <a:off x="6073191" y="48636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" name="Oval 2465">
              <a:extLst>
                <a:ext uri="{FF2B5EF4-FFF2-40B4-BE49-F238E27FC236}">
                  <a16:creationId xmlns:a16="http://schemas.microsoft.com/office/drawing/2014/main" id="{B5120B67-E2E1-4E57-B225-547FE7F96CF1}"/>
                </a:ext>
              </a:extLst>
            </p:cNvPr>
            <p:cNvSpPr/>
            <p:nvPr/>
          </p:nvSpPr>
          <p:spPr>
            <a:xfrm>
              <a:off x="4322481" y="43994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" name="Oval 2466">
              <a:extLst>
                <a:ext uri="{FF2B5EF4-FFF2-40B4-BE49-F238E27FC236}">
                  <a16:creationId xmlns:a16="http://schemas.microsoft.com/office/drawing/2014/main" id="{0C40F1D5-11FD-57BB-3E97-04340FCC5935}"/>
                </a:ext>
              </a:extLst>
            </p:cNvPr>
            <p:cNvSpPr/>
            <p:nvPr/>
          </p:nvSpPr>
          <p:spPr>
            <a:xfrm>
              <a:off x="4311475" y="44226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" name="Oval 2467">
              <a:extLst>
                <a:ext uri="{FF2B5EF4-FFF2-40B4-BE49-F238E27FC236}">
                  <a16:creationId xmlns:a16="http://schemas.microsoft.com/office/drawing/2014/main" id="{41E29CB2-149E-7A2B-32DF-CB7578EA73A8}"/>
                </a:ext>
              </a:extLst>
            </p:cNvPr>
            <p:cNvSpPr/>
            <p:nvPr/>
          </p:nvSpPr>
          <p:spPr>
            <a:xfrm>
              <a:off x="4506462" y="4096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" name="Oval 2468">
              <a:extLst>
                <a:ext uri="{FF2B5EF4-FFF2-40B4-BE49-F238E27FC236}">
                  <a16:creationId xmlns:a16="http://schemas.microsoft.com/office/drawing/2014/main" id="{5A4D5DC5-53CF-115D-330E-582543BB2511}"/>
                </a:ext>
              </a:extLst>
            </p:cNvPr>
            <p:cNvSpPr/>
            <p:nvPr/>
          </p:nvSpPr>
          <p:spPr>
            <a:xfrm>
              <a:off x="4394730" y="42347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0" name="Oval 2469">
              <a:extLst>
                <a:ext uri="{FF2B5EF4-FFF2-40B4-BE49-F238E27FC236}">
                  <a16:creationId xmlns:a16="http://schemas.microsoft.com/office/drawing/2014/main" id="{B7D41F02-0CB1-EE92-1DC6-41C2E4DB8141}"/>
                </a:ext>
              </a:extLst>
            </p:cNvPr>
            <p:cNvSpPr/>
            <p:nvPr/>
          </p:nvSpPr>
          <p:spPr>
            <a:xfrm>
              <a:off x="5990560" y="48620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1" name="Oval 2470">
              <a:extLst>
                <a:ext uri="{FF2B5EF4-FFF2-40B4-BE49-F238E27FC236}">
                  <a16:creationId xmlns:a16="http://schemas.microsoft.com/office/drawing/2014/main" id="{6C718306-8B0A-8939-4F09-A6489B480DF3}"/>
                </a:ext>
              </a:extLst>
            </p:cNvPr>
            <p:cNvSpPr/>
            <p:nvPr/>
          </p:nvSpPr>
          <p:spPr>
            <a:xfrm>
              <a:off x="4310289" y="44250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2" name="Oval 2471">
              <a:extLst>
                <a:ext uri="{FF2B5EF4-FFF2-40B4-BE49-F238E27FC236}">
                  <a16:creationId xmlns:a16="http://schemas.microsoft.com/office/drawing/2014/main" id="{7D9BA7B3-31CD-D85A-6992-083ED2ABB9D2}"/>
                </a:ext>
              </a:extLst>
            </p:cNvPr>
            <p:cNvSpPr/>
            <p:nvPr/>
          </p:nvSpPr>
          <p:spPr>
            <a:xfrm>
              <a:off x="4486997" y="40966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3" name="Oval 2472">
              <a:extLst>
                <a:ext uri="{FF2B5EF4-FFF2-40B4-BE49-F238E27FC236}">
                  <a16:creationId xmlns:a16="http://schemas.microsoft.com/office/drawing/2014/main" id="{6BE4A1BF-6AC2-0186-5454-577A807C64FC}"/>
                </a:ext>
              </a:extLst>
            </p:cNvPr>
            <p:cNvSpPr/>
            <p:nvPr/>
          </p:nvSpPr>
          <p:spPr>
            <a:xfrm>
              <a:off x="4465416" y="41105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4" name="Oval 2473">
              <a:extLst>
                <a:ext uri="{FF2B5EF4-FFF2-40B4-BE49-F238E27FC236}">
                  <a16:creationId xmlns:a16="http://schemas.microsoft.com/office/drawing/2014/main" id="{360D673C-CED8-948C-A719-E4FC339F3376}"/>
                </a:ext>
              </a:extLst>
            </p:cNvPr>
            <p:cNvSpPr/>
            <p:nvPr/>
          </p:nvSpPr>
          <p:spPr>
            <a:xfrm>
              <a:off x="4403641" y="42148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5" name="Oval 2474">
              <a:extLst>
                <a:ext uri="{FF2B5EF4-FFF2-40B4-BE49-F238E27FC236}">
                  <a16:creationId xmlns:a16="http://schemas.microsoft.com/office/drawing/2014/main" id="{5D9964F0-F38C-BE4F-281E-75459AD440E2}"/>
                </a:ext>
              </a:extLst>
            </p:cNvPr>
            <p:cNvSpPr/>
            <p:nvPr/>
          </p:nvSpPr>
          <p:spPr>
            <a:xfrm>
              <a:off x="4613590" y="42713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6" name="Oval 2475">
              <a:extLst>
                <a:ext uri="{FF2B5EF4-FFF2-40B4-BE49-F238E27FC236}">
                  <a16:creationId xmlns:a16="http://schemas.microsoft.com/office/drawing/2014/main" id="{75A1619C-8433-ADFF-D35B-A724CD6ED7AC}"/>
                </a:ext>
              </a:extLst>
            </p:cNvPr>
            <p:cNvSpPr/>
            <p:nvPr/>
          </p:nvSpPr>
          <p:spPr>
            <a:xfrm>
              <a:off x="4317373" y="4410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7" name="Oval 2476">
              <a:extLst>
                <a:ext uri="{FF2B5EF4-FFF2-40B4-BE49-F238E27FC236}">
                  <a16:creationId xmlns:a16="http://schemas.microsoft.com/office/drawing/2014/main" id="{C4CBDC6F-AD5C-57FF-F84E-B96D5B40151E}"/>
                </a:ext>
              </a:extLst>
            </p:cNvPr>
            <p:cNvSpPr/>
            <p:nvPr/>
          </p:nvSpPr>
          <p:spPr>
            <a:xfrm>
              <a:off x="4657726" y="43729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8" name="Oval 2477">
              <a:extLst>
                <a:ext uri="{FF2B5EF4-FFF2-40B4-BE49-F238E27FC236}">
                  <a16:creationId xmlns:a16="http://schemas.microsoft.com/office/drawing/2014/main" id="{73607D78-E7AB-2D49-3FC9-62D96057D3A4}"/>
                </a:ext>
              </a:extLst>
            </p:cNvPr>
            <p:cNvSpPr/>
            <p:nvPr/>
          </p:nvSpPr>
          <p:spPr>
            <a:xfrm>
              <a:off x="6076430" y="48637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9" name="Oval 2478">
              <a:extLst>
                <a:ext uri="{FF2B5EF4-FFF2-40B4-BE49-F238E27FC236}">
                  <a16:creationId xmlns:a16="http://schemas.microsoft.com/office/drawing/2014/main" id="{34553353-C151-E527-B079-353EACD1892C}"/>
                </a:ext>
              </a:extLst>
            </p:cNvPr>
            <p:cNvSpPr/>
            <p:nvPr/>
          </p:nvSpPr>
          <p:spPr>
            <a:xfrm>
              <a:off x="4255686" y="45252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0" name="Oval 2479">
              <a:extLst>
                <a:ext uri="{FF2B5EF4-FFF2-40B4-BE49-F238E27FC236}">
                  <a16:creationId xmlns:a16="http://schemas.microsoft.com/office/drawing/2014/main" id="{00E2B721-34C9-C4CA-8D3A-4035E0D4270D}"/>
                </a:ext>
              </a:extLst>
            </p:cNvPr>
            <p:cNvSpPr/>
            <p:nvPr/>
          </p:nvSpPr>
          <p:spPr>
            <a:xfrm>
              <a:off x="4233297" y="45594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1" name="Oval 2480">
              <a:extLst>
                <a:ext uri="{FF2B5EF4-FFF2-40B4-BE49-F238E27FC236}">
                  <a16:creationId xmlns:a16="http://schemas.microsoft.com/office/drawing/2014/main" id="{87C34D0A-5B94-51C8-4C9E-5AC0407225D9}"/>
                </a:ext>
              </a:extLst>
            </p:cNvPr>
            <p:cNvSpPr/>
            <p:nvPr/>
          </p:nvSpPr>
          <p:spPr>
            <a:xfrm>
              <a:off x="4101651" y="4695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2" name="Oval 2481">
              <a:extLst>
                <a:ext uri="{FF2B5EF4-FFF2-40B4-BE49-F238E27FC236}">
                  <a16:creationId xmlns:a16="http://schemas.microsoft.com/office/drawing/2014/main" id="{656A43CF-E72B-AFD4-3829-20AC965E494D}"/>
                </a:ext>
              </a:extLst>
            </p:cNvPr>
            <p:cNvSpPr/>
            <p:nvPr/>
          </p:nvSpPr>
          <p:spPr>
            <a:xfrm>
              <a:off x="6008565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3" name="Oval 2482">
              <a:extLst>
                <a:ext uri="{FF2B5EF4-FFF2-40B4-BE49-F238E27FC236}">
                  <a16:creationId xmlns:a16="http://schemas.microsoft.com/office/drawing/2014/main" id="{C67CE6B0-205A-009F-45EA-937432715838}"/>
                </a:ext>
              </a:extLst>
            </p:cNvPr>
            <p:cNvSpPr/>
            <p:nvPr/>
          </p:nvSpPr>
          <p:spPr>
            <a:xfrm>
              <a:off x="5950789" y="486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4" name="Oval 2483">
              <a:extLst>
                <a:ext uri="{FF2B5EF4-FFF2-40B4-BE49-F238E27FC236}">
                  <a16:creationId xmlns:a16="http://schemas.microsoft.com/office/drawing/2014/main" id="{F5ADA3DC-FD0C-51E4-64F3-69332B57444A}"/>
                </a:ext>
              </a:extLst>
            </p:cNvPr>
            <p:cNvSpPr/>
            <p:nvPr/>
          </p:nvSpPr>
          <p:spPr>
            <a:xfrm>
              <a:off x="6022658" y="4862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5" name="Oval 2484">
              <a:extLst>
                <a:ext uri="{FF2B5EF4-FFF2-40B4-BE49-F238E27FC236}">
                  <a16:creationId xmlns:a16="http://schemas.microsoft.com/office/drawing/2014/main" id="{CC6076D8-1A55-56AD-C34F-3C4CD6B186F6}"/>
                </a:ext>
              </a:extLst>
            </p:cNvPr>
            <p:cNvSpPr/>
            <p:nvPr/>
          </p:nvSpPr>
          <p:spPr>
            <a:xfrm>
              <a:off x="4255688" y="4525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6" name="Oval 2485">
              <a:extLst>
                <a:ext uri="{FF2B5EF4-FFF2-40B4-BE49-F238E27FC236}">
                  <a16:creationId xmlns:a16="http://schemas.microsoft.com/office/drawing/2014/main" id="{B69EA3CE-98DC-E986-727B-9C75F99E6739}"/>
                </a:ext>
              </a:extLst>
            </p:cNvPr>
            <p:cNvSpPr/>
            <p:nvPr/>
          </p:nvSpPr>
          <p:spPr>
            <a:xfrm>
              <a:off x="4534009" y="41181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7" name="Oval 2486">
              <a:extLst>
                <a:ext uri="{FF2B5EF4-FFF2-40B4-BE49-F238E27FC236}">
                  <a16:creationId xmlns:a16="http://schemas.microsoft.com/office/drawing/2014/main" id="{E519CDBE-8C9D-4D88-328D-C543342BEB5F}"/>
                </a:ext>
              </a:extLst>
            </p:cNvPr>
            <p:cNvSpPr/>
            <p:nvPr/>
          </p:nvSpPr>
          <p:spPr>
            <a:xfrm>
              <a:off x="4571212" y="41782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8" name="Oval 2487">
              <a:extLst>
                <a:ext uri="{FF2B5EF4-FFF2-40B4-BE49-F238E27FC236}">
                  <a16:creationId xmlns:a16="http://schemas.microsoft.com/office/drawing/2014/main" id="{F1DA7527-3A4D-1BA5-01AB-1F07CB953AA6}"/>
                </a:ext>
              </a:extLst>
            </p:cNvPr>
            <p:cNvSpPr/>
            <p:nvPr/>
          </p:nvSpPr>
          <p:spPr>
            <a:xfrm>
              <a:off x="6025015" y="4862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9" name="Oval 2488">
              <a:extLst>
                <a:ext uri="{FF2B5EF4-FFF2-40B4-BE49-F238E27FC236}">
                  <a16:creationId xmlns:a16="http://schemas.microsoft.com/office/drawing/2014/main" id="{C6CE7034-A749-B783-0CA9-B2525077A5A1}"/>
                </a:ext>
              </a:extLst>
            </p:cNvPr>
            <p:cNvSpPr/>
            <p:nvPr/>
          </p:nvSpPr>
          <p:spPr>
            <a:xfrm>
              <a:off x="5958834" y="4861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0" name="Oval 2489">
              <a:extLst>
                <a:ext uri="{FF2B5EF4-FFF2-40B4-BE49-F238E27FC236}">
                  <a16:creationId xmlns:a16="http://schemas.microsoft.com/office/drawing/2014/main" id="{AFF26455-31E6-1556-0584-DACCEE9E621B}"/>
                </a:ext>
              </a:extLst>
            </p:cNvPr>
            <p:cNvSpPr/>
            <p:nvPr/>
          </p:nvSpPr>
          <p:spPr>
            <a:xfrm>
              <a:off x="4580144" y="41964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1" name="Oval 2490">
              <a:extLst>
                <a:ext uri="{FF2B5EF4-FFF2-40B4-BE49-F238E27FC236}">
                  <a16:creationId xmlns:a16="http://schemas.microsoft.com/office/drawing/2014/main" id="{8D10A5AF-A74F-002A-D29A-010D293FF42A}"/>
                </a:ext>
              </a:extLst>
            </p:cNvPr>
            <p:cNvSpPr/>
            <p:nvPr/>
          </p:nvSpPr>
          <p:spPr>
            <a:xfrm>
              <a:off x="4404302" y="4213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2" name="Oval 2491">
              <a:extLst>
                <a:ext uri="{FF2B5EF4-FFF2-40B4-BE49-F238E27FC236}">
                  <a16:creationId xmlns:a16="http://schemas.microsoft.com/office/drawing/2014/main" id="{C7EDCFA6-F3AC-BE06-043B-625BB033B5DC}"/>
                </a:ext>
              </a:extLst>
            </p:cNvPr>
            <p:cNvSpPr/>
            <p:nvPr/>
          </p:nvSpPr>
          <p:spPr>
            <a:xfrm>
              <a:off x="5973739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3" name="Oval 2492">
              <a:extLst>
                <a:ext uri="{FF2B5EF4-FFF2-40B4-BE49-F238E27FC236}">
                  <a16:creationId xmlns:a16="http://schemas.microsoft.com/office/drawing/2014/main" id="{A2CA5AB7-26CD-EC21-078D-263BB504231D}"/>
                </a:ext>
              </a:extLst>
            </p:cNvPr>
            <p:cNvSpPr/>
            <p:nvPr/>
          </p:nvSpPr>
          <p:spPr>
            <a:xfrm>
              <a:off x="6081538" y="48638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4" name="Oval 2493">
              <a:extLst>
                <a:ext uri="{FF2B5EF4-FFF2-40B4-BE49-F238E27FC236}">
                  <a16:creationId xmlns:a16="http://schemas.microsoft.com/office/drawing/2014/main" id="{9E2B83F5-6C8D-059E-6193-4FDDF0A59D97}"/>
                </a:ext>
              </a:extLst>
            </p:cNvPr>
            <p:cNvSpPr/>
            <p:nvPr/>
          </p:nvSpPr>
          <p:spPr>
            <a:xfrm>
              <a:off x="6022937" y="4862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5" name="Oval 2494">
              <a:extLst>
                <a:ext uri="{FF2B5EF4-FFF2-40B4-BE49-F238E27FC236}">
                  <a16:creationId xmlns:a16="http://schemas.microsoft.com/office/drawing/2014/main" id="{8F6FA575-A634-58BB-F227-786CFF14C6CD}"/>
                </a:ext>
              </a:extLst>
            </p:cNvPr>
            <p:cNvSpPr/>
            <p:nvPr/>
          </p:nvSpPr>
          <p:spPr>
            <a:xfrm>
              <a:off x="4525835" y="41094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6" name="Oval 2495">
              <a:extLst>
                <a:ext uri="{FF2B5EF4-FFF2-40B4-BE49-F238E27FC236}">
                  <a16:creationId xmlns:a16="http://schemas.microsoft.com/office/drawing/2014/main" id="{DB36F958-0CEF-A8A5-BAF7-C5A2B8A9BBAB}"/>
                </a:ext>
              </a:extLst>
            </p:cNvPr>
            <p:cNvSpPr/>
            <p:nvPr/>
          </p:nvSpPr>
          <p:spPr>
            <a:xfrm>
              <a:off x="4611757" y="42671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7" name="Oval 2496">
              <a:extLst>
                <a:ext uri="{FF2B5EF4-FFF2-40B4-BE49-F238E27FC236}">
                  <a16:creationId xmlns:a16="http://schemas.microsoft.com/office/drawing/2014/main" id="{1C487160-8B91-47F4-3542-4A2B60BE0324}"/>
                </a:ext>
              </a:extLst>
            </p:cNvPr>
            <p:cNvSpPr/>
            <p:nvPr/>
          </p:nvSpPr>
          <p:spPr>
            <a:xfrm>
              <a:off x="4545468" y="41333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8" name="Oval 2497">
              <a:extLst>
                <a:ext uri="{FF2B5EF4-FFF2-40B4-BE49-F238E27FC236}">
                  <a16:creationId xmlns:a16="http://schemas.microsoft.com/office/drawing/2014/main" id="{D6A74DC6-6775-6BB4-D293-2426F4D57DCC}"/>
                </a:ext>
              </a:extLst>
            </p:cNvPr>
            <p:cNvSpPr/>
            <p:nvPr/>
          </p:nvSpPr>
          <p:spPr>
            <a:xfrm>
              <a:off x="4629969" y="4309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9" name="Oval 2498">
              <a:extLst>
                <a:ext uri="{FF2B5EF4-FFF2-40B4-BE49-F238E27FC236}">
                  <a16:creationId xmlns:a16="http://schemas.microsoft.com/office/drawing/2014/main" id="{3D2947FE-9433-1496-49F4-34364A384921}"/>
                </a:ext>
              </a:extLst>
            </p:cNvPr>
            <p:cNvSpPr/>
            <p:nvPr/>
          </p:nvSpPr>
          <p:spPr>
            <a:xfrm>
              <a:off x="6059365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0" name="Oval 2499">
              <a:extLst>
                <a:ext uri="{FF2B5EF4-FFF2-40B4-BE49-F238E27FC236}">
                  <a16:creationId xmlns:a16="http://schemas.microsoft.com/office/drawing/2014/main" id="{AE13D7CD-0781-3F9A-F22F-2F27D8333400}"/>
                </a:ext>
              </a:extLst>
            </p:cNvPr>
            <p:cNvSpPr/>
            <p:nvPr/>
          </p:nvSpPr>
          <p:spPr>
            <a:xfrm>
              <a:off x="4433601" y="4154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1" name="Oval 2500">
              <a:extLst>
                <a:ext uri="{FF2B5EF4-FFF2-40B4-BE49-F238E27FC236}">
                  <a16:creationId xmlns:a16="http://schemas.microsoft.com/office/drawing/2014/main" id="{78FB3F9A-29ED-A3B2-0D10-A6E8415599C2}"/>
                </a:ext>
              </a:extLst>
            </p:cNvPr>
            <p:cNvSpPr/>
            <p:nvPr/>
          </p:nvSpPr>
          <p:spPr>
            <a:xfrm>
              <a:off x="4418701" y="41831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2" name="Oval 2501">
              <a:extLst>
                <a:ext uri="{FF2B5EF4-FFF2-40B4-BE49-F238E27FC236}">
                  <a16:creationId xmlns:a16="http://schemas.microsoft.com/office/drawing/2014/main" id="{B2B90F33-FBE2-F4BE-3143-0524FDEA35B3}"/>
                </a:ext>
              </a:extLst>
            </p:cNvPr>
            <p:cNvSpPr/>
            <p:nvPr/>
          </p:nvSpPr>
          <p:spPr>
            <a:xfrm>
              <a:off x="4607940" y="42582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3" name="Oval 2502">
              <a:extLst>
                <a:ext uri="{FF2B5EF4-FFF2-40B4-BE49-F238E27FC236}">
                  <a16:creationId xmlns:a16="http://schemas.microsoft.com/office/drawing/2014/main" id="{7FE9FEAD-D4AE-61A8-FFF7-550B11F1A91A}"/>
                </a:ext>
              </a:extLst>
            </p:cNvPr>
            <p:cNvSpPr/>
            <p:nvPr/>
          </p:nvSpPr>
          <p:spPr>
            <a:xfrm>
              <a:off x="5996005" y="4862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4" name="Oval 2503">
              <a:extLst>
                <a:ext uri="{FF2B5EF4-FFF2-40B4-BE49-F238E27FC236}">
                  <a16:creationId xmlns:a16="http://schemas.microsoft.com/office/drawing/2014/main" id="{30913E1F-5B45-0B0D-FBBA-2EE7B41F9CF6}"/>
                </a:ext>
              </a:extLst>
            </p:cNvPr>
            <p:cNvSpPr/>
            <p:nvPr/>
          </p:nvSpPr>
          <p:spPr>
            <a:xfrm>
              <a:off x="5977733" y="4861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5" name="Oval 2504">
              <a:extLst>
                <a:ext uri="{FF2B5EF4-FFF2-40B4-BE49-F238E27FC236}">
                  <a16:creationId xmlns:a16="http://schemas.microsoft.com/office/drawing/2014/main" id="{48DCBBFD-3CF8-39D8-DA2C-A048877B3B32}"/>
                </a:ext>
              </a:extLst>
            </p:cNvPr>
            <p:cNvSpPr/>
            <p:nvPr/>
          </p:nvSpPr>
          <p:spPr>
            <a:xfrm>
              <a:off x="4341144" y="43584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6" name="Oval 2505">
              <a:extLst>
                <a:ext uri="{FF2B5EF4-FFF2-40B4-BE49-F238E27FC236}">
                  <a16:creationId xmlns:a16="http://schemas.microsoft.com/office/drawing/2014/main" id="{2FF806F6-69B4-20AF-F393-47496F380940}"/>
                </a:ext>
              </a:extLst>
            </p:cNvPr>
            <p:cNvSpPr/>
            <p:nvPr/>
          </p:nvSpPr>
          <p:spPr>
            <a:xfrm>
              <a:off x="6009018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7" name="Oval 2506">
              <a:extLst>
                <a:ext uri="{FF2B5EF4-FFF2-40B4-BE49-F238E27FC236}">
                  <a16:creationId xmlns:a16="http://schemas.microsoft.com/office/drawing/2014/main" id="{1791B597-1082-C57A-9AF9-F0071A75E5A9}"/>
                </a:ext>
              </a:extLst>
            </p:cNvPr>
            <p:cNvSpPr/>
            <p:nvPr/>
          </p:nvSpPr>
          <p:spPr>
            <a:xfrm>
              <a:off x="4275240" y="44921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8" name="Oval 2507">
              <a:extLst>
                <a:ext uri="{FF2B5EF4-FFF2-40B4-BE49-F238E27FC236}">
                  <a16:creationId xmlns:a16="http://schemas.microsoft.com/office/drawing/2014/main" id="{2B4236EE-7A77-096E-7E8D-AF9847976127}"/>
                </a:ext>
              </a:extLst>
            </p:cNvPr>
            <p:cNvSpPr/>
            <p:nvPr/>
          </p:nvSpPr>
          <p:spPr>
            <a:xfrm>
              <a:off x="4403467" y="42152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9" name="Oval 2508">
              <a:extLst>
                <a:ext uri="{FF2B5EF4-FFF2-40B4-BE49-F238E27FC236}">
                  <a16:creationId xmlns:a16="http://schemas.microsoft.com/office/drawing/2014/main" id="{91A86F48-2A86-E7CE-6B47-58000698A448}"/>
                </a:ext>
              </a:extLst>
            </p:cNvPr>
            <p:cNvSpPr/>
            <p:nvPr/>
          </p:nvSpPr>
          <p:spPr>
            <a:xfrm>
              <a:off x="4583389" y="42033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0" name="Oval 2509">
              <a:extLst>
                <a:ext uri="{FF2B5EF4-FFF2-40B4-BE49-F238E27FC236}">
                  <a16:creationId xmlns:a16="http://schemas.microsoft.com/office/drawing/2014/main" id="{495EEC3E-02A0-A06B-EE88-0211E736D789}"/>
                </a:ext>
              </a:extLst>
            </p:cNvPr>
            <p:cNvSpPr/>
            <p:nvPr/>
          </p:nvSpPr>
          <p:spPr>
            <a:xfrm>
              <a:off x="4546637" y="41350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DF46F823-60D3-3B25-99B0-3D820644B419}"/>
                </a:ext>
              </a:extLst>
            </p:cNvPr>
            <p:cNvSpPr/>
            <p:nvPr/>
          </p:nvSpPr>
          <p:spPr>
            <a:xfrm>
              <a:off x="5948629" y="48611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2" name="Oval 2511">
              <a:extLst>
                <a:ext uri="{FF2B5EF4-FFF2-40B4-BE49-F238E27FC236}">
                  <a16:creationId xmlns:a16="http://schemas.microsoft.com/office/drawing/2014/main" id="{D94DC3EB-87A3-7ACF-E2F5-A71ABF57B81D}"/>
                </a:ext>
              </a:extLst>
            </p:cNvPr>
            <p:cNvSpPr/>
            <p:nvPr/>
          </p:nvSpPr>
          <p:spPr>
            <a:xfrm>
              <a:off x="4588570" y="42145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3" name="Oval 2512">
              <a:extLst>
                <a:ext uri="{FF2B5EF4-FFF2-40B4-BE49-F238E27FC236}">
                  <a16:creationId xmlns:a16="http://schemas.microsoft.com/office/drawing/2014/main" id="{DE77A67D-CA03-90AE-37B1-C0EA8A7A7354}"/>
                </a:ext>
              </a:extLst>
            </p:cNvPr>
            <p:cNvSpPr/>
            <p:nvPr/>
          </p:nvSpPr>
          <p:spPr>
            <a:xfrm>
              <a:off x="4475282" y="41023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4" name="Oval 2513">
              <a:extLst>
                <a:ext uri="{FF2B5EF4-FFF2-40B4-BE49-F238E27FC236}">
                  <a16:creationId xmlns:a16="http://schemas.microsoft.com/office/drawing/2014/main" id="{8D10CBBA-CDA7-9688-F6A8-F46B01AF9D9C}"/>
                </a:ext>
              </a:extLst>
            </p:cNvPr>
            <p:cNvSpPr/>
            <p:nvPr/>
          </p:nvSpPr>
          <p:spPr>
            <a:xfrm>
              <a:off x="6009738" y="48624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5" name="Oval 2514">
              <a:extLst>
                <a:ext uri="{FF2B5EF4-FFF2-40B4-BE49-F238E27FC236}">
                  <a16:creationId xmlns:a16="http://schemas.microsoft.com/office/drawing/2014/main" id="{858045E9-CBC1-6F3F-2056-FC25C31076EF}"/>
                </a:ext>
              </a:extLst>
            </p:cNvPr>
            <p:cNvSpPr/>
            <p:nvPr/>
          </p:nvSpPr>
          <p:spPr>
            <a:xfrm>
              <a:off x="4539501" y="41249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6" name="Oval 2515">
              <a:extLst>
                <a:ext uri="{FF2B5EF4-FFF2-40B4-BE49-F238E27FC236}">
                  <a16:creationId xmlns:a16="http://schemas.microsoft.com/office/drawing/2014/main" id="{F8D8EA11-926F-0F19-69CA-BDB1AC3B07BB}"/>
                </a:ext>
              </a:extLst>
            </p:cNvPr>
            <p:cNvSpPr/>
            <p:nvPr/>
          </p:nvSpPr>
          <p:spPr>
            <a:xfrm>
              <a:off x="5943034" y="4860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7" name="Oval 2516">
              <a:extLst>
                <a:ext uri="{FF2B5EF4-FFF2-40B4-BE49-F238E27FC236}">
                  <a16:creationId xmlns:a16="http://schemas.microsoft.com/office/drawing/2014/main" id="{A21D1A8A-4C37-FB03-9A18-5F8AEF99BD93}"/>
                </a:ext>
              </a:extLst>
            </p:cNvPr>
            <p:cNvSpPr/>
            <p:nvPr/>
          </p:nvSpPr>
          <p:spPr>
            <a:xfrm>
              <a:off x="4426715" y="41674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8" name="Oval 2517">
              <a:extLst>
                <a:ext uri="{FF2B5EF4-FFF2-40B4-BE49-F238E27FC236}">
                  <a16:creationId xmlns:a16="http://schemas.microsoft.com/office/drawing/2014/main" id="{3E6734D4-2CB5-7481-A58D-4C390DAE6702}"/>
                </a:ext>
              </a:extLst>
            </p:cNvPr>
            <p:cNvSpPr/>
            <p:nvPr/>
          </p:nvSpPr>
          <p:spPr>
            <a:xfrm>
              <a:off x="4544537" y="41319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9" name="Oval 2518">
              <a:extLst>
                <a:ext uri="{FF2B5EF4-FFF2-40B4-BE49-F238E27FC236}">
                  <a16:creationId xmlns:a16="http://schemas.microsoft.com/office/drawing/2014/main" id="{58086D22-3417-89EE-5D2B-701FFC8460C0}"/>
                </a:ext>
              </a:extLst>
            </p:cNvPr>
            <p:cNvSpPr/>
            <p:nvPr/>
          </p:nvSpPr>
          <p:spPr>
            <a:xfrm>
              <a:off x="4491636" y="40955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0" name="Oval 2519">
              <a:extLst>
                <a:ext uri="{FF2B5EF4-FFF2-40B4-BE49-F238E27FC236}">
                  <a16:creationId xmlns:a16="http://schemas.microsoft.com/office/drawing/2014/main" id="{554CC1EA-C0BE-53B5-2379-8FD491EB0907}"/>
                </a:ext>
              </a:extLst>
            </p:cNvPr>
            <p:cNvSpPr/>
            <p:nvPr/>
          </p:nvSpPr>
          <p:spPr>
            <a:xfrm>
              <a:off x="4775692" y="45822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1" name="Oval 2520">
              <a:extLst>
                <a:ext uri="{FF2B5EF4-FFF2-40B4-BE49-F238E27FC236}">
                  <a16:creationId xmlns:a16="http://schemas.microsoft.com/office/drawing/2014/main" id="{A39C0ECD-3518-D2F6-8DE6-F7A67E577CC1}"/>
                </a:ext>
              </a:extLst>
            </p:cNvPr>
            <p:cNvSpPr/>
            <p:nvPr/>
          </p:nvSpPr>
          <p:spPr>
            <a:xfrm>
              <a:off x="5957081" y="4861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2" name="Oval 2521">
              <a:extLst>
                <a:ext uri="{FF2B5EF4-FFF2-40B4-BE49-F238E27FC236}">
                  <a16:creationId xmlns:a16="http://schemas.microsoft.com/office/drawing/2014/main" id="{A996461E-17C5-E035-1840-72D401272327}"/>
                </a:ext>
              </a:extLst>
            </p:cNvPr>
            <p:cNvSpPr/>
            <p:nvPr/>
          </p:nvSpPr>
          <p:spPr>
            <a:xfrm>
              <a:off x="4691396" y="4443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3" name="Oval 2522">
              <a:extLst>
                <a:ext uri="{FF2B5EF4-FFF2-40B4-BE49-F238E27FC236}">
                  <a16:creationId xmlns:a16="http://schemas.microsoft.com/office/drawing/2014/main" id="{A0EBE622-6EFA-DEEE-0D09-9816E5D5F869}"/>
                </a:ext>
              </a:extLst>
            </p:cNvPr>
            <p:cNvSpPr/>
            <p:nvPr/>
          </p:nvSpPr>
          <p:spPr>
            <a:xfrm>
              <a:off x="4579974" y="41960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4" name="Oval 2523">
              <a:extLst>
                <a:ext uri="{FF2B5EF4-FFF2-40B4-BE49-F238E27FC236}">
                  <a16:creationId xmlns:a16="http://schemas.microsoft.com/office/drawing/2014/main" id="{19BC9F15-A54E-28B9-774B-382A76E237C4}"/>
                </a:ext>
              </a:extLst>
            </p:cNvPr>
            <p:cNvSpPr/>
            <p:nvPr/>
          </p:nvSpPr>
          <p:spPr>
            <a:xfrm>
              <a:off x="4466010" y="41099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5" name="Oval 2524">
              <a:extLst>
                <a:ext uri="{FF2B5EF4-FFF2-40B4-BE49-F238E27FC236}">
                  <a16:creationId xmlns:a16="http://schemas.microsoft.com/office/drawing/2014/main" id="{211E988F-659B-FAC1-96AE-4239B83AB033}"/>
                </a:ext>
              </a:extLst>
            </p:cNvPr>
            <p:cNvSpPr/>
            <p:nvPr/>
          </p:nvSpPr>
          <p:spPr>
            <a:xfrm>
              <a:off x="4154333" y="46520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6" name="Oval 2525">
              <a:extLst>
                <a:ext uri="{FF2B5EF4-FFF2-40B4-BE49-F238E27FC236}">
                  <a16:creationId xmlns:a16="http://schemas.microsoft.com/office/drawing/2014/main" id="{1F40A967-C2B4-4B50-2D76-B5291042B78C}"/>
                </a:ext>
              </a:extLst>
            </p:cNvPr>
            <p:cNvSpPr/>
            <p:nvPr/>
          </p:nvSpPr>
          <p:spPr>
            <a:xfrm>
              <a:off x="4608189" y="4258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7" name="Oval 2526">
              <a:extLst>
                <a:ext uri="{FF2B5EF4-FFF2-40B4-BE49-F238E27FC236}">
                  <a16:creationId xmlns:a16="http://schemas.microsoft.com/office/drawing/2014/main" id="{B6F867E5-8729-0C1A-C2B3-9ED9CA37A0AC}"/>
                </a:ext>
              </a:extLst>
            </p:cNvPr>
            <p:cNvSpPr/>
            <p:nvPr/>
          </p:nvSpPr>
          <p:spPr>
            <a:xfrm>
              <a:off x="4364755" y="43041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8" name="Oval 2527">
              <a:extLst>
                <a:ext uri="{FF2B5EF4-FFF2-40B4-BE49-F238E27FC236}">
                  <a16:creationId xmlns:a16="http://schemas.microsoft.com/office/drawing/2014/main" id="{EBF4BD32-36A7-893E-F7BA-941771A4C9FC}"/>
                </a:ext>
              </a:extLst>
            </p:cNvPr>
            <p:cNvSpPr/>
            <p:nvPr/>
          </p:nvSpPr>
          <p:spPr>
            <a:xfrm>
              <a:off x="4622561" y="42922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9" name="Oval 2528">
              <a:extLst>
                <a:ext uri="{FF2B5EF4-FFF2-40B4-BE49-F238E27FC236}">
                  <a16:creationId xmlns:a16="http://schemas.microsoft.com/office/drawing/2014/main" id="{E876B8D0-75C9-69D3-EE54-82CE666DBD5A}"/>
                </a:ext>
              </a:extLst>
            </p:cNvPr>
            <p:cNvSpPr/>
            <p:nvPr/>
          </p:nvSpPr>
          <p:spPr>
            <a:xfrm>
              <a:off x="4666556" y="4392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0" name="Oval 2529">
              <a:extLst>
                <a:ext uri="{FF2B5EF4-FFF2-40B4-BE49-F238E27FC236}">
                  <a16:creationId xmlns:a16="http://schemas.microsoft.com/office/drawing/2014/main" id="{57591FCD-397A-768D-6992-F7129857A61E}"/>
                </a:ext>
              </a:extLst>
            </p:cNvPr>
            <p:cNvSpPr/>
            <p:nvPr/>
          </p:nvSpPr>
          <p:spPr>
            <a:xfrm>
              <a:off x="4608183" y="42588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1" name="Oval 2530">
              <a:extLst>
                <a:ext uri="{FF2B5EF4-FFF2-40B4-BE49-F238E27FC236}">
                  <a16:creationId xmlns:a16="http://schemas.microsoft.com/office/drawing/2014/main" id="{046AE4BC-353B-826D-507D-633BAB0CA31B}"/>
                </a:ext>
              </a:extLst>
            </p:cNvPr>
            <p:cNvSpPr/>
            <p:nvPr/>
          </p:nvSpPr>
          <p:spPr>
            <a:xfrm>
              <a:off x="5935964" y="4860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2" name="Oval 2531">
              <a:extLst>
                <a:ext uri="{FF2B5EF4-FFF2-40B4-BE49-F238E27FC236}">
                  <a16:creationId xmlns:a16="http://schemas.microsoft.com/office/drawing/2014/main" id="{57A87F5F-6C44-DDD0-CE5F-69CAACE74B9D}"/>
                </a:ext>
              </a:extLst>
            </p:cNvPr>
            <p:cNvSpPr/>
            <p:nvPr/>
          </p:nvSpPr>
          <p:spPr>
            <a:xfrm>
              <a:off x="4256008" y="4524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3" name="Oval 2532">
              <a:extLst>
                <a:ext uri="{FF2B5EF4-FFF2-40B4-BE49-F238E27FC236}">
                  <a16:creationId xmlns:a16="http://schemas.microsoft.com/office/drawing/2014/main" id="{6FBA99F8-97ED-45B3-DB58-087FC886AB3A}"/>
                </a:ext>
              </a:extLst>
            </p:cNvPr>
            <p:cNvSpPr/>
            <p:nvPr/>
          </p:nvSpPr>
          <p:spPr>
            <a:xfrm>
              <a:off x="4527913" y="41114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4" name="Oval 2533">
              <a:extLst>
                <a:ext uri="{FF2B5EF4-FFF2-40B4-BE49-F238E27FC236}">
                  <a16:creationId xmlns:a16="http://schemas.microsoft.com/office/drawing/2014/main" id="{AB4578B3-2417-C17D-6D3C-A0D9DC33AD05}"/>
                </a:ext>
              </a:extLst>
            </p:cNvPr>
            <p:cNvSpPr/>
            <p:nvPr/>
          </p:nvSpPr>
          <p:spPr>
            <a:xfrm>
              <a:off x="4350566" y="43369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5" name="Oval 2534">
              <a:extLst>
                <a:ext uri="{FF2B5EF4-FFF2-40B4-BE49-F238E27FC236}">
                  <a16:creationId xmlns:a16="http://schemas.microsoft.com/office/drawing/2014/main" id="{9F178534-1531-BA8D-2B63-F521F84A25B8}"/>
                </a:ext>
              </a:extLst>
            </p:cNvPr>
            <p:cNvSpPr/>
            <p:nvPr/>
          </p:nvSpPr>
          <p:spPr>
            <a:xfrm>
              <a:off x="4700380" y="44613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6" name="Oval 2535">
              <a:extLst>
                <a:ext uri="{FF2B5EF4-FFF2-40B4-BE49-F238E27FC236}">
                  <a16:creationId xmlns:a16="http://schemas.microsoft.com/office/drawing/2014/main" id="{0E13A242-7B06-30CE-2F5E-9CC409B42CB4}"/>
                </a:ext>
              </a:extLst>
            </p:cNvPr>
            <p:cNvSpPr/>
            <p:nvPr/>
          </p:nvSpPr>
          <p:spPr>
            <a:xfrm>
              <a:off x="4616292" y="42776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7" name="Oval 2536">
              <a:extLst>
                <a:ext uri="{FF2B5EF4-FFF2-40B4-BE49-F238E27FC236}">
                  <a16:creationId xmlns:a16="http://schemas.microsoft.com/office/drawing/2014/main" id="{233D0856-1FAB-71DA-22FF-8A9D318ACD9E}"/>
                </a:ext>
              </a:extLst>
            </p:cNvPr>
            <p:cNvSpPr/>
            <p:nvPr/>
          </p:nvSpPr>
          <p:spPr>
            <a:xfrm>
              <a:off x="4607353" y="42569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8" name="Oval 2537">
              <a:extLst>
                <a:ext uri="{FF2B5EF4-FFF2-40B4-BE49-F238E27FC236}">
                  <a16:creationId xmlns:a16="http://schemas.microsoft.com/office/drawing/2014/main" id="{845F8418-9BDA-6284-B4F0-BB467306C8A5}"/>
                </a:ext>
              </a:extLst>
            </p:cNvPr>
            <p:cNvSpPr/>
            <p:nvPr/>
          </p:nvSpPr>
          <p:spPr>
            <a:xfrm>
              <a:off x="4388429" y="42491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9" name="Oval 2538">
              <a:extLst>
                <a:ext uri="{FF2B5EF4-FFF2-40B4-BE49-F238E27FC236}">
                  <a16:creationId xmlns:a16="http://schemas.microsoft.com/office/drawing/2014/main" id="{8F5DE17F-DFE6-1BAD-E160-8A0AD59F9660}"/>
                </a:ext>
              </a:extLst>
            </p:cNvPr>
            <p:cNvSpPr/>
            <p:nvPr/>
          </p:nvSpPr>
          <p:spPr>
            <a:xfrm>
              <a:off x="4453979" y="41235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0" name="Oval 2539">
              <a:extLst>
                <a:ext uri="{FF2B5EF4-FFF2-40B4-BE49-F238E27FC236}">
                  <a16:creationId xmlns:a16="http://schemas.microsoft.com/office/drawing/2014/main" id="{FE02283B-C05C-CB42-3CD8-1235A2AFD3BE}"/>
                </a:ext>
              </a:extLst>
            </p:cNvPr>
            <p:cNvSpPr/>
            <p:nvPr/>
          </p:nvSpPr>
          <p:spPr>
            <a:xfrm>
              <a:off x="6085450" y="4863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1" name="Oval 2540">
              <a:extLst>
                <a:ext uri="{FF2B5EF4-FFF2-40B4-BE49-F238E27FC236}">
                  <a16:creationId xmlns:a16="http://schemas.microsoft.com/office/drawing/2014/main" id="{D0E7FCB7-3627-224A-A553-B9AC0936A524}"/>
                </a:ext>
              </a:extLst>
            </p:cNvPr>
            <p:cNvSpPr/>
            <p:nvPr/>
          </p:nvSpPr>
          <p:spPr>
            <a:xfrm>
              <a:off x="4315313" y="44146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2" name="Oval 2541">
              <a:extLst>
                <a:ext uri="{FF2B5EF4-FFF2-40B4-BE49-F238E27FC236}">
                  <a16:creationId xmlns:a16="http://schemas.microsoft.com/office/drawing/2014/main" id="{0043CFB7-F2F5-C368-4927-4BE82A530574}"/>
                </a:ext>
              </a:extLst>
            </p:cNvPr>
            <p:cNvSpPr/>
            <p:nvPr/>
          </p:nvSpPr>
          <p:spPr>
            <a:xfrm>
              <a:off x="6031864" y="48628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3" name="Oval 2542">
              <a:extLst>
                <a:ext uri="{FF2B5EF4-FFF2-40B4-BE49-F238E27FC236}">
                  <a16:creationId xmlns:a16="http://schemas.microsoft.com/office/drawing/2014/main" id="{3D372BCD-C396-4905-7449-64C1A0DC1E1D}"/>
                </a:ext>
              </a:extLst>
            </p:cNvPr>
            <p:cNvSpPr/>
            <p:nvPr/>
          </p:nvSpPr>
          <p:spPr>
            <a:xfrm>
              <a:off x="4316257" y="44126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4" name="Oval 2543">
              <a:extLst>
                <a:ext uri="{FF2B5EF4-FFF2-40B4-BE49-F238E27FC236}">
                  <a16:creationId xmlns:a16="http://schemas.microsoft.com/office/drawing/2014/main" id="{E42AD05E-EF90-D53A-DF79-915EB49ABE60}"/>
                </a:ext>
              </a:extLst>
            </p:cNvPr>
            <p:cNvSpPr/>
            <p:nvPr/>
          </p:nvSpPr>
          <p:spPr>
            <a:xfrm>
              <a:off x="4421673" y="41772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5" name="Oval 2544">
              <a:extLst>
                <a:ext uri="{FF2B5EF4-FFF2-40B4-BE49-F238E27FC236}">
                  <a16:creationId xmlns:a16="http://schemas.microsoft.com/office/drawing/2014/main" id="{0C373A06-4053-DB8A-DB4B-8E117C1E3FAF}"/>
                </a:ext>
              </a:extLst>
            </p:cNvPr>
            <p:cNvSpPr/>
            <p:nvPr/>
          </p:nvSpPr>
          <p:spPr>
            <a:xfrm>
              <a:off x="4135731" y="46687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6" name="Oval 2545">
              <a:extLst>
                <a:ext uri="{FF2B5EF4-FFF2-40B4-BE49-F238E27FC236}">
                  <a16:creationId xmlns:a16="http://schemas.microsoft.com/office/drawing/2014/main" id="{FDF11C8E-83FD-145D-29E3-36B37F8D9B12}"/>
                </a:ext>
              </a:extLst>
            </p:cNvPr>
            <p:cNvSpPr/>
            <p:nvPr/>
          </p:nvSpPr>
          <p:spPr>
            <a:xfrm>
              <a:off x="4363910" y="43060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7" name="Oval 2546">
              <a:extLst>
                <a:ext uri="{FF2B5EF4-FFF2-40B4-BE49-F238E27FC236}">
                  <a16:creationId xmlns:a16="http://schemas.microsoft.com/office/drawing/2014/main" id="{41B43400-FAE2-E23D-E65C-B3E054D0C887}"/>
                </a:ext>
              </a:extLst>
            </p:cNvPr>
            <p:cNvSpPr/>
            <p:nvPr/>
          </p:nvSpPr>
          <p:spPr>
            <a:xfrm>
              <a:off x="4551945" y="41433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8" name="Oval 2547">
              <a:extLst>
                <a:ext uri="{FF2B5EF4-FFF2-40B4-BE49-F238E27FC236}">
                  <a16:creationId xmlns:a16="http://schemas.microsoft.com/office/drawing/2014/main" id="{AB0C88EF-AE1A-7B7A-CE8D-DD336C1C196A}"/>
                </a:ext>
              </a:extLst>
            </p:cNvPr>
            <p:cNvSpPr/>
            <p:nvPr/>
          </p:nvSpPr>
          <p:spPr>
            <a:xfrm>
              <a:off x="5942999" y="4860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9" name="Oval 2548">
              <a:extLst>
                <a:ext uri="{FF2B5EF4-FFF2-40B4-BE49-F238E27FC236}">
                  <a16:creationId xmlns:a16="http://schemas.microsoft.com/office/drawing/2014/main" id="{FCA67F46-7308-823C-FC75-CF9A208BBCFA}"/>
                </a:ext>
              </a:extLst>
            </p:cNvPr>
            <p:cNvSpPr/>
            <p:nvPr/>
          </p:nvSpPr>
          <p:spPr>
            <a:xfrm>
              <a:off x="4340605" y="43596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0" name="Oval 2549">
              <a:extLst>
                <a:ext uri="{FF2B5EF4-FFF2-40B4-BE49-F238E27FC236}">
                  <a16:creationId xmlns:a16="http://schemas.microsoft.com/office/drawing/2014/main" id="{A18CC36E-760D-20E3-EAA3-9284B83C09AF}"/>
                </a:ext>
              </a:extLst>
            </p:cNvPr>
            <p:cNvSpPr/>
            <p:nvPr/>
          </p:nvSpPr>
          <p:spPr>
            <a:xfrm>
              <a:off x="4104632" y="46931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1" name="Oval 2550">
              <a:extLst>
                <a:ext uri="{FF2B5EF4-FFF2-40B4-BE49-F238E27FC236}">
                  <a16:creationId xmlns:a16="http://schemas.microsoft.com/office/drawing/2014/main" id="{F802809D-6D38-D3AE-3D3F-556DC5818899}"/>
                </a:ext>
              </a:extLst>
            </p:cNvPr>
            <p:cNvSpPr/>
            <p:nvPr/>
          </p:nvSpPr>
          <p:spPr>
            <a:xfrm>
              <a:off x="4579704" y="41955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2" name="Oval 2551">
              <a:extLst>
                <a:ext uri="{FF2B5EF4-FFF2-40B4-BE49-F238E27FC236}">
                  <a16:creationId xmlns:a16="http://schemas.microsoft.com/office/drawing/2014/main" id="{41C62B82-1645-7D70-9BDB-795A3C6796AE}"/>
                </a:ext>
              </a:extLst>
            </p:cNvPr>
            <p:cNvSpPr/>
            <p:nvPr/>
          </p:nvSpPr>
          <p:spPr>
            <a:xfrm>
              <a:off x="4280679" y="448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3" name="Oval 2552">
              <a:extLst>
                <a:ext uri="{FF2B5EF4-FFF2-40B4-BE49-F238E27FC236}">
                  <a16:creationId xmlns:a16="http://schemas.microsoft.com/office/drawing/2014/main" id="{45210A42-B15C-681C-E726-C83B1042D6E3}"/>
                </a:ext>
              </a:extLst>
            </p:cNvPr>
            <p:cNvSpPr/>
            <p:nvPr/>
          </p:nvSpPr>
          <p:spPr>
            <a:xfrm>
              <a:off x="4424120" y="41724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4" name="Oval 2553">
              <a:extLst>
                <a:ext uri="{FF2B5EF4-FFF2-40B4-BE49-F238E27FC236}">
                  <a16:creationId xmlns:a16="http://schemas.microsoft.com/office/drawing/2014/main" id="{81F22B0B-632D-A74B-A245-253B47080F1E}"/>
                </a:ext>
              </a:extLst>
            </p:cNvPr>
            <p:cNvSpPr/>
            <p:nvPr/>
          </p:nvSpPr>
          <p:spPr>
            <a:xfrm>
              <a:off x="4335073" y="43720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5" name="Oval 2554">
              <a:extLst>
                <a:ext uri="{FF2B5EF4-FFF2-40B4-BE49-F238E27FC236}">
                  <a16:creationId xmlns:a16="http://schemas.microsoft.com/office/drawing/2014/main" id="{209B480F-A55F-3E55-D296-973A16EEBE8E}"/>
                </a:ext>
              </a:extLst>
            </p:cNvPr>
            <p:cNvSpPr/>
            <p:nvPr/>
          </p:nvSpPr>
          <p:spPr>
            <a:xfrm>
              <a:off x="4622844" y="42929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6" name="Oval 2555">
              <a:extLst>
                <a:ext uri="{FF2B5EF4-FFF2-40B4-BE49-F238E27FC236}">
                  <a16:creationId xmlns:a16="http://schemas.microsoft.com/office/drawing/2014/main" id="{ADC2ACA7-F79C-E859-9675-4C9705352B06}"/>
                </a:ext>
              </a:extLst>
            </p:cNvPr>
            <p:cNvSpPr/>
            <p:nvPr/>
          </p:nvSpPr>
          <p:spPr>
            <a:xfrm>
              <a:off x="4839239" y="46531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7" name="Oval 2556">
              <a:extLst>
                <a:ext uri="{FF2B5EF4-FFF2-40B4-BE49-F238E27FC236}">
                  <a16:creationId xmlns:a16="http://schemas.microsoft.com/office/drawing/2014/main" id="{5C76937C-933C-7DC3-9FAF-C63C5E4B1B60}"/>
                </a:ext>
              </a:extLst>
            </p:cNvPr>
            <p:cNvSpPr/>
            <p:nvPr/>
          </p:nvSpPr>
          <p:spPr>
            <a:xfrm>
              <a:off x="6055697" y="4863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8" name="Oval 2557">
              <a:extLst>
                <a:ext uri="{FF2B5EF4-FFF2-40B4-BE49-F238E27FC236}">
                  <a16:creationId xmlns:a16="http://schemas.microsoft.com/office/drawing/2014/main" id="{234BFC6B-20E0-DAFD-9832-1BCBAC7FE098}"/>
                </a:ext>
              </a:extLst>
            </p:cNvPr>
            <p:cNvSpPr/>
            <p:nvPr/>
          </p:nvSpPr>
          <p:spPr>
            <a:xfrm>
              <a:off x="4460324" y="41158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9" name="Oval 2558">
              <a:extLst>
                <a:ext uri="{FF2B5EF4-FFF2-40B4-BE49-F238E27FC236}">
                  <a16:creationId xmlns:a16="http://schemas.microsoft.com/office/drawing/2014/main" id="{5B337084-873C-0172-0904-C3910230AF9A}"/>
                </a:ext>
              </a:extLst>
            </p:cNvPr>
            <p:cNvSpPr/>
            <p:nvPr/>
          </p:nvSpPr>
          <p:spPr>
            <a:xfrm>
              <a:off x="4083255" y="4707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0" name="Oval 2559">
              <a:extLst>
                <a:ext uri="{FF2B5EF4-FFF2-40B4-BE49-F238E27FC236}">
                  <a16:creationId xmlns:a16="http://schemas.microsoft.com/office/drawing/2014/main" id="{5FBDD32C-CD24-48BB-8908-38643C54B558}"/>
                </a:ext>
              </a:extLst>
            </p:cNvPr>
            <p:cNvSpPr/>
            <p:nvPr/>
          </p:nvSpPr>
          <p:spPr>
            <a:xfrm>
              <a:off x="4676483" y="44134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" name="Oval 2560">
              <a:extLst>
                <a:ext uri="{FF2B5EF4-FFF2-40B4-BE49-F238E27FC236}">
                  <a16:creationId xmlns:a16="http://schemas.microsoft.com/office/drawing/2014/main" id="{37269C44-E81D-ACAB-A1C9-2891CE92E6A9}"/>
                </a:ext>
              </a:extLst>
            </p:cNvPr>
            <p:cNvSpPr/>
            <p:nvPr/>
          </p:nvSpPr>
          <p:spPr>
            <a:xfrm>
              <a:off x="4607085" y="42562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2" name="Oval 2561">
              <a:extLst>
                <a:ext uri="{FF2B5EF4-FFF2-40B4-BE49-F238E27FC236}">
                  <a16:creationId xmlns:a16="http://schemas.microsoft.com/office/drawing/2014/main" id="{BB3FD6E8-9FC8-51BB-4901-A3D652D150C0}"/>
                </a:ext>
              </a:extLst>
            </p:cNvPr>
            <p:cNvSpPr/>
            <p:nvPr/>
          </p:nvSpPr>
          <p:spPr>
            <a:xfrm>
              <a:off x="6088538" y="48639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3" name="Oval 2562">
              <a:extLst>
                <a:ext uri="{FF2B5EF4-FFF2-40B4-BE49-F238E27FC236}">
                  <a16:creationId xmlns:a16="http://schemas.microsoft.com/office/drawing/2014/main" id="{CD9343C5-EF4F-51F7-33B6-266E01C459C7}"/>
                </a:ext>
              </a:extLst>
            </p:cNvPr>
            <p:cNvSpPr/>
            <p:nvPr/>
          </p:nvSpPr>
          <p:spPr>
            <a:xfrm>
              <a:off x="4387317" y="42516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4" name="Oval 2563">
              <a:extLst>
                <a:ext uri="{FF2B5EF4-FFF2-40B4-BE49-F238E27FC236}">
                  <a16:creationId xmlns:a16="http://schemas.microsoft.com/office/drawing/2014/main" id="{0DABB203-296C-8D2B-F155-17E287A8B80A}"/>
                </a:ext>
              </a:extLst>
            </p:cNvPr>
            <p:cNvSpPr/>
            <p:nvPr/>
          </p:nvSpPr>
          <p:spPr>
            <a:xfrm>
              <a:off x="5969920" y="48615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5" name="Oval 2564">
              <a:extLst>
                <a:ext uri="{FF2B5EF4-FFF2-40B4-BE49-F238E27FC236}">
                  <a16:creationId xmlns:a16="http://schemas.microsoft.com/office/drawing/2014/main" id="{F86DA74A-0D27-9F3A-488F-468D91702BE6}"/>
                </a:ext>
              </a:extLst>
            </p:cNvPr>
            <p:cNvSpPr/>
            <p:nvPr/>
          </p:nvSpPr>
          <p:spPr>
            <a:xfrm>
              <a:off x="4510618" y="40986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6" name="Oval 2565">
              <a:extLst>
                <a:ext uri="{FF2B5EF4-FFF2-40B4-BE49-F238E27FC236}">
                  <a16:creationId xmlns:a16="http://schemas.microsoft.com/office/drawing/2014/main" id="{EBD77222-A405-FAA1-2E2C-83ED3F40BE83}"/>
                </a:ext>
              </a:extLst>
            </p:cNvPr>
            <p:cNvSpPr/>
            <p:nvPr/>
          </p:nvSpPr>
          <p:spPr>
            <a:xfrm>
              <a:off x="3948599" y="47712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7" name="Oval 2566">
              <a:extLst>
                <a:ext uri="{FF2B5EF4-FFF2-40B4-BE49-F238E27FC236}">
                  <a16:creationId xmlns:a16="http://schemas.microsoft.com/office/drawing/2014/main" id="{8E520ADB-EDD1-8BC4-CBE5-CF50255F341F}"/>
                </a:ext>
              </a:extLst>
            </p:cNvPr>
            <p:cNvSpPr/>
            <p:nvPr/>
          </p:nvSpPr>
          <p:spPr>
            <a:xfrm>
              <a:off x="4590283" y="4218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8" name="Oval 2567">
              <a:extLst>
                <a:ext uri="{FF2B5EF4-FFF2-40B4-BE49-F238E27FC236}">
                  <a16:creationId xmlns:a16="http://schemas.microsoft.com/office/drawing/2014/main" id="{D4421005-E419-CAF2-4F35-24CE7E689FAC}"/>
                </a:ext>
              </a:extLst>
            </p:cNvPr>
            <p:cNvSpPr/>
            <p:nvPr/>
          </p:nvSpPr>
          <p:spPr>
            <a:xfrm>
              <a:off x="5933143" y="48607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9" name="Oval 2568">
              <a:extLst>
                <a:ext uri="{FF2B5EF4-FFF2-40B4-BE49-F238E27FC236}">
                  <a16:creationId xmlns:a16="http://schemas.microsoft.com/office/drawing/2014/main" id="{6DA7406C-4D79-E22F-5810-E78EF49471C9}"/>
                </a:ext>
              </a:extLst>
            </p:cNvPr>
            <p:cNvSpPr/>
            <p:nvPr/>
          </p:nvSpPr>
          <p:spPr>
            <a:xfrm>
              <a:off x="4399013" y="42251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0" name="Oval 2569">
              <a:extLst>
                <a:ext uri="{FF2B5EF4-FFF2-40B4-BE49-F238E27FC236}">
                  <a16:creationId xmlns:a16="http://schemas.microsoft.com/office/drawing/2014/main" id="{8CFDAAED-CBE7-A548-51C1-9BE294224B8D}"/>
                </a:ext>
              </a:extLst>
            </p:cNvPr>
            <p:cNvSpPr/>
            <p:nvPr/>
          </p:nvSpPr>
          <p:spPr>
            <a:xfrm>
              <a:off x="4555195" y="41487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1" name="Oval 2570">
              <a:extLst>
                <a:ext uri="{FF2B5EF4-FFF2-40B4-BE49-F238E27FC236}">
                  <a16:creationId xmlns:a16="http://schemas.microsoft.com/office/drawing/2014/main" id="{49A13B5B-86F5-8764-AEB1-5EB4FA7F54BB}"/>
                </a:ext>
              </a:extLst>
            </p:cNvPr>
            <p:cNvSpPr/>
            <p:nvPr/>
          </p:nvSpPr>
          <p:spPr>
            <a:xfrm>
              <a:off x="4432329" y="41571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2" name="Oval 2571">
              <a:extLst>
                <a:ext uri="{FF2B5EF4-FFF2-40B4-BE49-F238E27FC236}">
                  <a16:creationId xmlns:a16="http://schemas.microsoft.com/office/drawing/2014/main" id="{FCF5F1B6-2E8C-D07C-D953-5699A784E350}"/>
                </a:ext>
              </a:extLst>
            </p:cNvPr>
            <p:cNvSpPr/>
            <p:nvPr/>
          </p:nvSpPr>
          <p:spPr>
            <a:xfrm>
              <a:off x="4672503" y="44050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3" name="Oval 2572">
              <a:extLst>
                <a:ext uri="{FF2B5EF4-FFF2-40B4-BE49-F238E27FC236}">
                  <a16:creationId xmlns:a16="http://schemas.microsoft.com/office/drawing/2014/main" id="{00B51959-8C23-3D75-C94E-98E374005398}"/>
                </a:ext>
              </a:extLst>
            </p:cNvPr>
            <p:cNvSpPr/>
            <p:nvPr/>
          </p:nvSpPr>
          <p:spPr>
            <a:xfrm>
              <a:off x="6085648" y="4863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4" name="Oval 2573">
              <a:extLst>
                <a:ext uri="{FF2B5EF4-FFF2-40B4-BE49-F238E27FC236}">
                  <a16:creationId xmlns:a16="http://schemas.microsoft.com/office/drawing/2014/main" id="{6E549919-88A4-A4FC-D0A5-0E95F0356554}"/>
                </a:ext>
              </a:extLst>
            </p:cNvPr>
            <p:cNvSpPr/>
            <p:nvPr/>
          </p:nvSpPr>
          <p:spPr>
            <a:xfrm>
              <a:off x="4546947" y="41355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5" name="Oval 2574">
              <a:extLst>
                <a:ext uri="{FF2B5EF4-FFF2-40B4-BE49-F238E27FC236}">
                  <a16:creationId xmlns:a16="http://schemas.microsoft.com/office/drawing/2014/main" id="{36EC0BF7-D836-C1E4-58E0-FC4A629B426E}"/>
                </a:ext>
              </a:extLst>
            </p:cNvPr>
            <p:cNvSpPr/>
            <p:nvPr/>
          </p:nvSpPr>
          <p:spPr>
            <a:xfrm>
              <a:off x="4377794" y="4273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6" name="Oval 2575">
              <a:extLst>
                <a:ext uri="{FF2B5EF4-FFF2-40B4-BE49-F238E27FC236}">
                  <a16:creationId xmlns:a16="http://schemas.microsoft.com/office/drawing/2014/main" id="{48BC47EA-B731-CE2A-757C-EDC8C50A2B0C}"/>
                </a:ext>
              </a:extLst>
            </p:cNvPr>
            <p:cNvSpPr/>
            <p:nvPr/>
          </p:nvSpPr>
          <p:spPr>
            <a:xfrm>
              <a:off x="4344164" y="43515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7" name="Oval 2576">
              <a:extLst>
                <a:ext uri="{FF2B5EF4-FFF2-40B4-BE49-F238E27FC236}">
                  <a16:creationId xmlns:a16="http://schemas.microsoft.com/office/drawing/2014/main" id="{3AC983A3-BCC1-1947-A611-CAF7B506A900}"/>
                </a:ext>
              </a:extLst>
            </p:cNvPr>
            <p:cNvSpPr/>
            <p:nvPr/>
          </p:nvSpPr>
          <p:spPr>
            <a:xfrm>
              <a:off x="4515581" y="41013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8" name="Oval 2577">
              <a:extLst>
                <a:ext uri="{FF2B5EF4-FFF2-40B4-BE49-F238E27FC236}">
                  <a16:creationId xmlns:a16="http://schemas.microsoft.com/office/drawing/2014/main" id="{1AB1AF7D-E1E8-D00F-50D3-4ECC16F5DCC0}"/>
                </a:ext>
              </a:extLst>
            </p:cNvPr>
            <p:cNvSpPr/>
            <p:nvPr/>
          </p:nvSpPr>
          <p:spPr>
            <a:xfrm>
              <a:off x="5970071" y="4861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9" name="Oval 2578">
              <a:extLst>
                <a:ext uri="{FF2B5EF4-FFF2-40B4-BE49-F238E27FC236}">
                  <a16:creationId xmlns:a16="http://schemas.microsoft.com/office/drawing/2014/main" id="{0571844C-EACF-62A5-932A-514933137CD6}"/>
                </a:ext>
              </a:extLst>
            </p:cNvPr>
            <p:cNvSpPr/>
            <p:nvPr/>
          </p:nvSpPr>
          <p:spPr>
            <a:xfrm>
              <a:off x="4282091" y="44798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0" name="Oval 2579">
              <a:extLst>
                <a:ext uri="{FF2B5EF4-FFF2-40B4-BE49-F238E27FC236}">
                  <a16:creationId xmlns:a16="http://schemas.microsoft.com/office/drawing/2014/main" id="{04A22652-2033-76D9-FEC7-7146BDE20B74}"/>
                </a:ext>
              </a:extLst>
            </p:cNvPr>
            <p:cNvSpPr/>
            <p:nvPr/>
          </p:nvSpPr>
          <p:spPr>
            <a:xfrm>
              <a:off x="4575854" y="41875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1" name="Oval 2580">
              <a:extLst>
                <a:ext uri="{FF2B5EF4-FFF2-40B4-BE49-F238E27FC236}">
                  <a16:creationId xmlns:a16="http://schemas.microsoft.com/office/drawing/2014/main" id="{4656B40F-F876-ECCC-161E-C434E72F7A48}"/>
                </a:ext>
              </a:extLst>
            </p:cNvPr>
            <p:cNvSpPr/>
            <p:nvPr/>
          </p:nvSpPr>
          <p:spPr>
            <a:xfrm>
              <a:off x="4846541" y="4659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2" name="Oval 2581">
              <a:extLst>
                <a:ext uri="{FF2B5EF4-FFF2-40B4-BE49-F238E27FC236}">
                  <a16:creationId xmlns:a16="http://schemas.microsoft.com/office/drawing/2014/main" id="{9E6D2911-7F4B-9212-2AB6-BF273C72B097}"/>
                </a:ext>
              </a:extLst>
            </p:cNvPr>
            <p:cNvSpPr/>
            <p:nvPr/>
          </p:nvSpPr>
          <p:spPr>
            <a:xfrm>
              <a:off x="4565780" y="41676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3" name="Oval 2582">
              <a:extLst>
                <a:ext uri="{FF2B5EF4-FFF2-40B4-BE49-F238E27FC236}">
                  <a16:creationId xmlns:a16="http://schemas.microsoft.com/office/drawing/2014/main" id="{B1E9C453-E6B0-D288-BE3C-9D0D8C57E1B8}"/>
                </a:ext>
              </a:extLst>
            </p:cNvPr>
            <p:cNvSpPr/>
            <p:nvPr/>
          </p:nvSpPr>
          <p:spPr>
            <a:xfrm>
              <a:off x="6025166" y="48627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4" name="Oval 2583">
              <a:extLst>
                <a:ext uri="{FF2B5EF4-FFF2-40B4-BE49-F238E27FC236}">
                  <a16:creationId xmlns:a16="http://schemas.microsoft.com/office/drawing/2014/main" id="{81F631D1-2A3F-3759-148A-92DABDBFEC98}"/>
                </a:ext>
              </a:extLst>
            </p:cNvPr>
            <p:cNvSpPr/>
            <p:nvPr/>
          </p:nvSpPr>
          <p:spPr>
            <a:xfrm>
              <a:off x="4711546" y="44821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5" name="Oval 2584">
              <a:extLst>
                <a:ext uri="{FF2B5EF4-FFF2-40B4-BE49-F238E27FC236}">
                  <a16:creationId xmlns:a16="http://schemas.microsoft.com/office/drawing/2014/main" id="{5BAC7DA6-B7FA-EC84-9610-43A721125C1F}"/>
                </a:ext>
              </a:extLst>
            </p:cNvPr>
            <p:cNvSpPr/>
            <p:nvPr/>
          </p:nvSpPr>
          <p:spPr>
            <a:xfrm>
              <a:off x="4554213" y="4147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6" name="Oval 2585">
              <a:extLst>
                <a:ext uri="{FF2B5EF4-FFF2-40B4-BE49-F238E27FC236}">
                  <a16:creationId xmlns:a16="http://schemas.microsoft.com/office/drawing/2014/main" id="{36276938-47AA-3B9D-292D-95E66738B0FA}"/>
                </a:ext>
              </a:extLst>
            </p:cNvPr>
            <p:cNvSpPr/>
            <p:nvPr/>
          </p:nvSpPr>
          <p:spPr>
            <a:xfrm>
              <a:off x="5899490" y="48599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7" name="Oval 2586">
              <a:extLst>
                <a:ext uri="{FF2B5EF4-FFF2-40B4-BE49-F238E27FC236}">
                  <a16:creationId xmlns:a16="http://schemas.microsoft.com/office/drawing/2014/main" id="{1E0D723C-EF1B-8E2C-2053-EFA8BF9A5FA7}"/>
                </a:ext>
              </a:extLst>
            </p:cNvPr>
            <p:cNvSpPr/>
            <p:nvPr/>
          </p:nvSpPr>
          <p:spPr>
            <a:xfrm>
              <a:off x="4316050" y="44131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8" name="Oval 2587">
              <a:extLst>
                <a:ext uri="{FF2B5EF4-FFF2-40B4-BE49-F238E27FC236}">
                  <a16:creationId xmlns:a16="http://schemas.microsoft.com/office/drawing/2014/main" id="{495EA714-6DD1-4E7E-9E9B-20FF96F0B87D}"/>
                </a:ext>
              </a:extLst>
            </p:cNvPr>
            <p:cNvSpPr/>
            <p:nvPr/>
          </p:nvSpPr>
          <p:spPr>
            <a:xfrm>
              <a:off x="4575151" y="41861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9" name="Oval 2588">
              <a:extLst>
                <a:ext uri="{FF2B5EF4-FFF2-40B4-BE49-F238E27FC236}">
                  <a16:creationId xmlns:a16="http://schemas.microsoft.com/office/drawing/2014/main" id="{681B87CB-7BAA-1F83-C10E-FE82686EFABD}"/>
                </a:ext>
              </a:extLst>
            </p:cNvPr>
            <p:cNvSpPr/>
            <p:nvPr/>
          </p:nvSpPr>
          <p:spPr>
            <a:xfrm>
              <a:off x="4498843" y="4095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0" name="Oval 2589">
              <a:extLst>
                <a:ext uri="{FF2B5EF4-FFF2-40B4-BE49-F238E27FC236}">
                  <a16:creationId xmlns:a16="http://schemas.microsoft.com/office/drawing/2014/main" id="{E70CFD5C-E3F9-AE9C-F685-A6FD5A5C7321}"/>
                </a:ext>
              </a:extLst>
            </p:cNvPr>
            <p:cNvSpPr/>
            <p:nvPr/>
          </p:nvSpPr>
          <p:spPr>
            <a:xfrm>
              <a:off x="4625515" y="42991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1" name="Oval 2590">
              <a:extLst>
                <a:ext uri="{FF2B5EF4-FFF2-40B4-BE49-F238E27FC236}">
                  <a16:creationId xmlns:a16="http://schemas.microsoft.com/office/drawing/2014/main" id="{D2BE85AE-34E3-A1D2-7EFF-646272D8D072}"/>
                </a:ext>
              </a:extLst>
            </p:cNvPr>
            <p:cNvSpPr/>
            <p:nvPr/>
          </p:nvSpPr>
          <p:spPr>
            <a:xfrm>
              <a:off x="4533278" y="41172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2" name="Oval 2591">
              <a:extLst>
                <a:ext uri="{FF2B5EF4-FFF2-40B4-BE49-F238E27FC236}">
                  <a16:creationId xmlns:a16="http://schemas.microsoft.com/office/drawing/2014/main" id="{ABC6B5B3-0149-87D9-9887-F31A97F67262}"/>
                </a:ext>
              </a:extLst>
            </p:cNvPr>
            <p:cNvSpPr/>
            <p:nvPr/>
          </p:nvSpPr>
          <p:spPr>
            <a:xfrm>
              <a:off x="5998477" y="486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3" name="Oval 2592">
              <a:extLst>
                <a:ext uri="{FF2B5EF4-FFF2-40B4-BE49-F238E27FC236}">
                  <a16:creationId xmlns:a16="http://schemas.microsoft.com/office/drawing/2014/main" id="{675FE13E-83C8-0BE9-1DAE-F7C2C70817DC}"/>
                </a:ext>
              </a:extLst>
            </p:cNvPr>
            <p:cNvSpPr/>
            <p:nvPr/>
          </p:nvSpPr>
          <p:spPr>
            <a:xfrm>
              <a:off x="4608485" y="42595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4" name="Oval 2593">
              <a:extLst>
                <a:ext uri="{FF2B5EF4-FFF2-40B4-BE49-F238E27FC236}">
                  <a16:creationId xmlns:a16="http://schemas.microsoft.com/office/drawing/2014/main" id="{AE18EBF1-54D9-5758-C1A1-C84850071E63}"/>
                </a:ext>
              </a:extLst>
            </p:cNvPr>
            <p:cNvSpPr/>
            <p:nvPr/>
          </p:nvSpPr>
          <p:spPr>
            <a:xfrm>
              <a:off x="4540634" y="41265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5" name="Oval 2594">
              <a:extLst>
                <a:ext uri="{FF2B5EF4-FFF2-40B4-BE49-F238E27FC236}">
                  <a16:creationId xmlns:a16="http://schemas.microsoft.com/office/drawing/2014/main" id="{B904BD81-23E1-AB8B-E4FE-E6D1FC80E86C}"/>
                </a:ext>
              </a:extLst>
            </p:cNvPr>
            <p:cNvSpPr/>
            <p:nvPr/>
          </p:nvSpPr>
          <p:spPr>
            <a:xfrm>
              <a:off x="4317900" y="44092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6" name="Oval 2595">
              <a:extLst>
                <a:ext uri="{FF2B5EF4-FFF2-40B4-BE49-F238E27FC236}">
                  <a16:creationId xmlns:a16="http://schemas.microsoft.com/office/drawing/2014/main" id="{28A49CAA-E4EA-9998-FAE1-489B4F603B66}"/>
                </a:ext>
              </a:extLst>
            </p:cNvPr>
            <p:cNvSpPr/>
            <p:nvPr/>
          </p:nvSpPr>
          <p:spPr>
            <a:xfrm>
              <a:off x="5974064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7" name="Oval 2596">
              <a:extLst>
                <a:ext uri="{FF2B5EF4-FFF2-40B4-BE49-F238E27FC236}">
                  <a16:creationId xmlns:a16="http://schemas.microsoft.com/office/drawing/2014/main" id="{F7715EAD-8953-D17B-C704-CACE013CB72C}"/>
                </a:ext>
              </a:extLst>
            </p:cNvPr>
            <p:cNvSpPr/>
            <p:nvPr/>
          </p:nvSpPr>
          <p:spPr>
            <a:xfrm>
              <a:off x="4431276" y="4159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8" name="Oval 2597">
              <a:extLst>
                <a:ext uri="{FF2B5EF4-FFF2-40B4-BE49-F238E27FC236}">
                  <a16:creationId xmlns:a16="http://schemas.microsoft.com/office/drawing/2014/main" id="{80E06951-C069-0C05-CE8B-61CEE722A2D1}"/>
                </a:ext>
              </a:extLst>
            </p:cNvPr>
            <p:cNvSpPr/>
            <p:nvPr/>
          </p:nvSpPr>
          <p:spPr>
            <a:xfrm>
              <a:off x="6021265" y="48626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9" name="Oval 2598">
              <a:extLst>
                <a:ext uri="{FF2B5EF4-FFF2-40B4-BE49-F238E27FC236}">
                  <a16:creationId xmlns:a16="http://schemas.microsoft.com/office/drawing/2014/main" id="{C3396143-4F8F-D73F-434B-98193E92D403}"/>
                </a:ext>
              </a:extLst>
            </p:cNvPr>
            <p:cNvSpPr/>
            <p:nvPr/>
          </p:nvSpPr>
          <p:spPr>
            <a:xfrm>
              <a:off x="6027441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0" name="Oval 2599">
              <a:extLst>
                <a:ext uri="{FF2B5EF4-FFF2-40B4-BE49-F238E27FC236}">
                  <a16:creationId xmlns:a16="http://schemas.microsoft.com/office/drawing/2014/main" id="{02F58516-6073-F995-F83D-A0545631ED03}"/>
                </a:ext>
              </a:extLst>
            </p:cNvPr>
            <p:cNvSpPr/>
            <p:nvPr/>
          </p:nvSpPr>
          <p:spPr>
            <a:xfrm>
              <a:off x="4372215" y="42867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1" name="Oval 2600">
              <a:extLst>
                <a:ext uri="{FF2B5EF4-FFF2-40B4-BE49-F238E27FC236}">
                  <a16:creationId xmlns:a16="http://schemas.microsoft.com/office/drawing/2014/main" id="{02C0D72D-ED32-9811-20D7-FD4A2C2BF4D9}"/>
                </a:ext>
              </a:extLst>
            </p:cNvPr>
            <p:cNvSpPr/>
            <p:nvPr/>
          </p:nvSpPr>
          <p:spPr>
            <a:xfrm>
              <a:off x="4753996" y="45519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2" name="Oval 2601">
              <a:extLst>
                <a:ext uri="{FF2B5EF4-FFF2-40B4-BE49-F238E27FC236}">
                  <a16:creationId xmlns:a16="http://schemas.microsoft.com/office/drawing/2014/main" id="{DB5F2C20-57C0-D344-AD68-A9DEE2F42D53}"/>
                </a:ext>
              </a:extLst>
            </p:cNvPr>
            <p:cNvSpPr/>
            <p:nvPr/>
          </p:nvSpPr>
          <p:spPr>
            <a:xfrm>
              <a:off x="4590576" y="4218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3" name="Oval 2602">
              <a:extLst>
                <a:ext uri="{FF2B5EF4-FFF2-40B4-BE49-F238E27FC236}">
                  <a16:creationId xmlns:a16="http://schemas.microsoft.com/office/drawing/2014/main" id="{D41769B4-07F0-3499-E564-2313ECBD302E}"/>
                </a:ext>
              </a:extLst>
            </p:cNvPr>
            <p:cNvSpPr/>
            <p:nvPr/>
          </p:nvSpPr>
          <p:spPr>
            <a:xfrm>
              <a:off x="4909983" y="4708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4" name="Oval 2603">
              <a:extLst>
                <a:ext uri="{FF2B5EF4-FFF2-40B4-BE49-F238E27FC236}">
                  <a16:creationId xmlns:a16="http://schemas.microsoft.com/office/drawing/2014/main" id="{6BFC40E9-EE57-929C-3E8F-B36CCCE39DD8}"/>
                </a:ext>
              </a:extLst>
            </p:cNvPr>
            <p:cNvSpPr/>
            <p:nvPr/>
          </p:nvSpPr>
          <p:spPr>
            <a:xfrm>
              <a:off x="6016250" y="48625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5" name="Oval 2604">
              <a:extLst>
                <a:ext uri="{FF2B5EF4-FFF2-40B4-BE49-F238E27FC236}">
                  <a16:creationId xmlns:a16="http://schemas.microsoft.com/office/drawing/2014/main" id="{4B641B7A-55D0-2CBF-F297-16A84025C3B5}"/>
                </a:ext>
              </a:extLst>
            </p:cNvPr>
            <p:cNvSpPr/>
            <p:nvPr/>
          </p:nvSpPr>
          <p:spPr>
            <a:xfrm>
              <a:off x="4464884" y="41110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6" name="Oval 2605">
              <a:extLst>
                <a:ext uri="{FF2B5EF4-FFF2-40B4-BE49-F238E27FC236}">
                  <a16:creationId xmlns:a16="http://schemas.microsoft.com/office/drawing/2014/main" id="{19725A73-1892-FC1A-FDCA-F355BAE30EEF}"/>
                </a:ext>
              </a:extLst>
            </p:cNvPr>
            <p:cNvSpPr/>
            <p:nvPr/>
          </p:nvSpPr>
          <p:spPr>
            <a:xfrm>
              <a:off x="4659117" y="43760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7" name="Oval 2606">
              <a:extLst>
                <a:ext uri="{FF2B5EF4-FFF2-40B4-BE49-F238E27FC236}">
                  <a16:creationId xmlns:a16="http://schemas.microsoft.com/office/drawing/2014/main" id="{EA7DBFCB-D0A6-CE5F-5DCF-FD995E853BB3}"/>
                </a:ext>
              </a:extLst>
            </p:cNvPr>
            <p:cNvSpPr/>
            <p:nvPr/>
          </p:nvSpPr>
          <p:spPr>
            <a:xfrm>
              <a:off x="4079793" y="47099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8" name="Oval 2607">
              <a:extLst>
                <a:ext uri="{FF2B5EF4-FFF2-40B4-BE49-F238E27FC236}">
                  <a16:creationId xmlns:a16="http://schemas.microsoft.com/office/drawing/2014/main" id="{ADECED24-F7F5-A67F-FF04-892B795D57A8}"/>
                </a:ext>
              </a:extLst>
            </p:cNvPr>
            <p:cNvSpPr/>
            <p:nvPr/>
          </p:nvSpPr>
          <p:spPr>
            <a:xfrm>
              <a:off x="4467262" y="41087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9" name="Oval 2608">
              <a:extLst>
                <a:ext uri="{FF2B5EF4-FFF2-40B4-BE49-F238E27FC236}">
                  <a16:creationId xmlns:a16="http://schemas.microsoft.com/office/drawing/2014/main" id="{82829836-AABE-6C2E-C4C5-53B40ADDE11A}"/>
                </a:ext>
              </a:extLst>
            </p:cNvPr>
            <p:cNvSpPr/>
            <p:nvPr/>
          </p:nvSpPr>
          <p:spPr>
            <a:xfrm>
              <a:off x="4680442" y="4421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0" name="Oval 2609">
              <a:extLst>
                <a:ext uri="{FF2B5EF4-FFF2-40B4-BE49-F238E27FC236}">
                  <a16:creationId xmlns:a16="http://schemas.microsoft.com/office/drawing/2014/main" id="{4917DA68-A3E8-3271-2072-C130193126D7}"/>
                </a:ext>
              </a:extLst>
            </p:cNvPr>
            <p:cNvSpPr/>
            <p:nvPr/>
          </p:nvSpPr>
          <p:spPr>
            <a:xfrm>
              <a:off x="4398088" y="42271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1" name="Oval 2610">
              <a:extLst>
                <a:ext uri="{FF2B5EF4-FFF2-40B4-BE49-F238E27FC236}">
                  <a16:creationId xmlns:a16="http://schemas.microsoft.com/office/drawing/2014/main" id="{590CC429-A0B6-69C8-AAE1-CC5622FB2165}"/>
                </a:ext>
              </a:extLst>
            </p:cNvPr>
            <p:cNvSpPr/>
            <p:nvPr/>
          </p:nvSpPr>
          <p:spPr>
            <a:xfrm>
              <a:off x="6058634" y="48633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2" name="Oval 2611">
              <a:extLst>
                <a:ext uri="{FF2B5EF4-FFF2-40B4-BE49-F238E27FC236}">
                  <a16:creationId xmlns:a16="http://schemas.microsoft.com/office/drawing/2014/main" id="{83C5373A-019D-9081-01CF-D05B403FAEA0}"/>
                </a:ext>
              </a:extLst>
            </p:cNvPr>
            <p:cNvSpPr/>
            <p:nvPr/>
          </p:nvSpPr>
          <p:spPr>
            <a:xfrm>
              <a:off x="4423657" y="4173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3" name="Oval 2612">
              <a:extLst>
                <a:ext uri="{FF2B5EF4-FFF2-40B4-BE49-F238E27FC236}">
                  <a16:creationId xmlns:a16="http://schemas.microsoft.com/office/drawing/2014/main" id="{8D8D2755-3F7C-60A1-024C-0016AF5286AF}"/>
                </a:ext>
              </a:extLst>
            </p:cNvPr>
            <p:cNvSpPr/>
            <p:nvPr/>
          </p:nvSpPr>
          <p:spPr>
            <a:xfrm>
              <a:off x="4593607" y="42256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4" name="Oval 2613">
              <a:extLst>
                <a:ext uri="{FF2B5EF4-FFF2-40B4-BE49-F238E27FC236}">
                  <a16:creationId xmlns:a16="http://schemas.microsoft.com/office/drawing/2014/main" id="{6C291841-0E4F-976B-63BE-5C8757F9871D}"/>
                </a:ext>
              </a:extLst>
            </p:cNvPr>
            <p:cNvSpPr/>
            <p:nvPr/>
          </p:nvSpPr>
          <p:spPr>
            <a:xfrm>
              <a:off x="6075095" y="48637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5" name="Oval 2614">
              <a:extLst>
                <a:ext uri="{FF2B5EF4-FFF2-40B4-BE49-F238E27FC236}">
                  <a16:creationId xmlns:a16="http://schemas.microsoft.com/office/drawing/2014/main" id="{135A70AF-A2C1-F6DE-4025-7CC6B3D7567F}"/>
                </a:ext>
              </a:extLst>
            </p:cNvPr>
            <p:cNvSpPr/>
            <p:nvPr/>
          </p:nvSpPr>
          <p:spPr>
            <a:xfrm>
              <a:off x="5968910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6" name="Oval 2615">
              <a:extLst>
                <a:ext uri="{FF2B5EF4-FFF2-40B4-BE49-F238E27FC236}">
                  <a16:creationId xmlns:a16="http://schemas.microsoft.com/office/drawing/2014/main" id="{C951ABEF-5955-5279-85F9-5EAADA6EEF57}"/>
                </a:ext>
              </a:extLst>
            </p:cNvPr>
            <p:cNvSpPr/>
            <p:nvPr/>
          </p:nvSpPr>
          <p:spPr>
            <a:xfrm>
              <a:off x="4477252" y="4101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7" name="Oval 2616">
              <a:extLst>
                <a:ext uri="{FF2B5EF4-FFF2-40B4-BE49-F238E27FC236}">
                  <a16:creationId xmlns:a16="http://schemas.microsoft.com/office/drawing/2014/main" id="{B3F1FFE8-219A-19B6-7768-BF2DFDA72BE4}"/>
                </a:ext>
              </a:extLst>
            </p:cNvPr>
            <p:cNvSpPr/>
            <p:nvPr/>
          </p:nvSpPr>
          <p:spPr>
            <a:xfrm>
              <a:off x="5980716" y="48618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8" name="Oval 2617">
              <a:extLst>
                <a:ext uri="{FF2B5EF4-FFF2-40B4-BE49-F238E27FC236}">
                  <a16:creationId xmlns:a16="http://schemas.microsoft.com/office/drawing/2014/main" id="{6BA2310D-7FD4-9FAB-77D9-5A5434D7EB32}"/>
                </a:ext>
              </a:extLst>
            </p:cNvPr>
            <p:cNvSpPr/>
            <p:nvPr/>
          </p:nvSpPr>
          <p:spPr>
            <a:xfrm>
              <a:off x="4416901" y="41867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9" name="Oval 2618">
              <a:extLst>
                <a:ext uri="{FF2B5EF4-FFF2-40B4-BE49-F238E27FC236}">
                  <a16:creationId xmlns:a16="http://schemas.microsoft.com/office/drawing/2014/main" id="{2BDF4EC6-EE4C-9F7E-BEA5-A84ACEE7B8D5}"/>
                </a:ext>
              </a:extLst>
            </p:cNvPr>
            <p:cNvSpPr/>
            <p:nvPr/>
          </p:nvSpPr>
          <p:spPr>
            <a:xfrm>
              <a:off x="4712706" y="4484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0" name="Oval 2619">
              <a:extLst>
                <a:ext uri="{FF2B5EF4-FFF2-40B4-BE49-F238E27FC236}">
                  <a16:creationId xmlns:a16="http://schemas.microsoft.com/office/drawing/2014/main" id="{834C0F70-82E9-CB7C-2F0A-A7496E01F4A4}"/>
                </a:ext>
              </a:extLst>
            </p:cNvPr>
            <p:cNvSpPr/>
            <p:nvPr/>
          </p:nvSpPr>
          <p:spPr>
            <a:xfrm>
              <a:off x="4720820" y="44986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1" name="Oval 2620">
              <a:extLst>
                <a:ext uri="{FF2B5EF4-FFF2-40B4-BE49-F238E27FC236}">
                  <a16:creationId xmlns:a16="http://schemas.microsoft.com/office/drawing/2014/main" id="{9F8B2F7C-4C7D-C751-9F96-F05E6E4FAF25}"/>
                </a:ext>
              </a:extLst>
            </p:cNvPr>
            <p:cNvSpPr/>
            <p:nvPr/>
          </p:nvSpPr>
          <p:spPr>
            <a:xfrm>
              <a:off x="6003504" y="48623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2" name="Oval 2621">
              <a:extLst>
                <a:ext uri="{FF2B5EF4-FFF2-40B4-BE49-F238E27FC236}">
                  <a16:creationId xmlns:a16="http://schemas.microsoft.com/office/drawing/2014/main" id="{56EFD32F-E2FC-DF7F-FC1A-142ED33CB59D}"/>
                </a:ext>
              </a:extLst>
            </p:cNvPr>
            <p:cNvSpPr/>
            <p:nvPr/>
          </p:nvSpPr>
          <p:spPr>
            <a:xfrm>
              <a:off x="597573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3" name="Oval 2622">
              <a:extLst>
                <a:ext uri="{FF2B5EF4-FFF2-40B4-BE49-F238E27FC236}">
                  <a16:creationId xmlns:a16="http://schemas.microsoft.com/office/drawing/2014/main" id="{9426FA63-ED8A-BE16-5FDE-B0518950655F}"/>
                </a:ext>
              </a:extLst>
            </p:cNvPr>
            <p:cNvSpPr/>
            <p:nvPr/>
          </p:nvSpPr>
          <p:spPr>
            <a:xfrm>
              <a:off x="4623409" y="42942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4" name="Oval 2623">
              <a:extLst>
                <a:ext uri="{FF2B5EF4-FFF2-40B4-BE49-F238E27FC236}">
                  <a16:creationId xmlns:a16="http://schemas.microsoft.com/office/drawing/2014/main" id="{47ED5CA1-FA0F-B483-FF3E-B6E42AAC8CDE}"/>
                </a:ext>
              </a:extLst>
            </p:cNvPr>
            <p:cNvSpPr/>
            <p:nvPr/>
          </p:nvSpPr>
          <p:spPr>
            <a:xfrm>
              <a:off x="4610235" y="42635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5" name="Oval 2624">
              <a:extLst>
                <a:ext uri="{FF2B5EF4-FFF2-40B4-BE49-F238E27FC236}">
                  <a16:creationId xmlns:a16="http://schemas.microsoft.com/office/drawing/2014/main" id="{E52C66EB-E99E-0F37-109D-A7BF696DB420}"/>
                </a:ext>
              </a:extLst>
            </p:cNvPr>
            <p:cNvSpPr/>
            <p:nvPr/>
          </p:nvSpPr>
          <p:spPr>
            <a:xfrm>
              <a:off x="4576085" y="41880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6" name="Oval 2625">
              <a:extLst>
                <a:ext uri="{FF2B5EF4-FFF2-40B4-BE49-F238E27FC236}">
                  <a16:creationId xmlns:a16="http://schemas.microsoft.com/office/drawing/2014/main" id="{B2B8F458-8046-8CAF-5256-01DF69F2CA25}"/>
                </a:ext>
              </a:extLst>
            </p:cNvPr>
            <p:cNvSpPr/>
            <p:nvPr/>
          </p:nvSpPr>
          <p:spPr>
            <a:xfrm>
              <a:off x="4725662" y="45069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7" name="Oval 2626">
              <a:extLst>
                <a:ext uri="{FF2B5EF4-FFF2-40B4-BE49-F238E27FC236}">
                  <a16:creationId xmlns:a16="http://schemas.microsoft.com/office/drawing/2014/main" id="{77EFEED3-3BB3-3D48-B1E8-FB2522161DF7}"/>
                </a:ext>
              </a:extLst>
            </p:cNvPr>
            <p:cNvSpPr/>
            <p:nvPr/>
          </p:nvSpPr>
          <p:spPr>
            <a:xfrm>
              <a:off x="4390711" y="4243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8" name="Oval 2627">
              <a:extLst>
                <a:ext uri="{FF2B5EF4-FFF2-40B4-BE49-F238E27FC236}">
                  <a16:creationId xmlns:a16="http://schemas.microsoft.com/office/drawing/2014/main" id="{CCCC0B57-BEC1-752A-5091-CC014E453EF7}"/>
                </a:ext>
              </a:extLst>
            </p:cNvPr>
            <p:cNvSpPr/>
            <p:nvPr/>
          </p:nvSpPr>
          <p:spPr>
            <a:xfrm>
              <a:off x="4352651" y="43321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9" name="Oval 2628">
              <a:extLst>
                <a:ext uri="{FF2B5EF4-FFF2-40B4-BE49-F238E27FC236}">
                  <a16:creationId xmlns:a16="http://schemas.microsoft.com/office/drawing/2014/main" id="{FB71CC13-F35A-373C-BAA1-E8B011EFECAE}"/>
                </a:ext>
              </a:extLst>
            </p:cNvPr>
            <p:cNvSpPr/>
            <p:nvPr/>
          </p:nvSpPr>
          <p:spPr>
            <a:xfrm>
              <a:off x="4649406" y="43542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0" name="Oval 2629">
              <a:extLst>
                <a:ext uri="{FF2B5EF4-FFF2-40B4-BE49-F238E27FC236}">
                  <a16:creationId xmlns:a16="http://schemas.microsoft.com/office/drawing/2014/main" id="{5E6F5123-8E95-6900-B2EF-997E3F577F2A}"/>
                </a:ext>
              </a:extLst>
            </p:cNvPr>
            <p:cNvSpPr/>
            <p:nvPr/>
          </p:nvSpPr>
          <p:spPr>
            <a:xfrm>
              <a:off x="6020383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1" name="Oval 2630">
              <a:extLst>
                <a:ext uri="{FF2B5EF4-FFF2-40B4-BE49-F238E27FC236}">
                  <a16:creationId xmlns:a16="http://schemas.microsoft.com/office/drawing/2014/main" id="{C95F8EE8-6A07-6A03-E093-700325B9CA9B}"/>
                </a:ext>
              </a:extLst>
            </p:cNvPr>
            <p:cNvSpPr/>
            <p:nvPr/>
          </p:nvSpPr>
          <p:spPr>
            <a:xfrm>
              <a:off x="5918528" y="48603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2" name="Oval 2631">
              <a:extLst>
                <a:ext uri="{FF2B5EF4-FFF2-40B4-BE49-F238E27FC236}">
                  <a16:creationId xmlns:a16="http://schemas.microsoft.com/office/drawing/2014/main" id="{87C2B420-2852-A5AD-1FCB-772D1C6B737A}"/>
                </a:ext>
              </a:extLst>
            </p:cNvPr>
            <p:cNvSpPr/>
            <p:nvPr/>
          </p:nvSpPr>
          <p:spPr>
            <a:xfrm>
              <a:off x="4735108" y="45226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3" name="Oval 2632">
              <a:extLst>
                <a:ext uri="{FF2B5EF4-FFF2-40B4-BE49-F238E27FC236}">
                  <a16:creationId xmlns:a16="http://schemas.microsoft.com/office/drawing/2014/main" id="{0A8504AD-77CC-A39D-2B96-F446F697604B}"/>
                </a:ext>
              </a:extLst>
            </p:cNvPr>
            <p:cNvSpPr/>
            <p:nvPr/>
          </p:nvSpPr>
          <p:spPr>
            <a:xfrm>
              <a:off x="4367384" y="4297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4" name="Oval 2633">
              <a:extLst>
                <a:ext uri="{FF2B5EF4-FFF2-40B4-BE49-F238E27FC236}">
                  <a16:creationId xmlns:a16="http://schemas.microsoft.com/office/drawing/2014/main" id="{A1CBA505-F07A-C7C9-64D7-2454A2633D52}"/>
                </a:ext>
              </a:extLst>
            </p:cNvPr>
            <p:cNvSpPr/>
            <p:nvPr/>
          </p:nvSpPr>
          <p:spPr>
            <a:xfrm>
              <a:off x="4499113" y="40953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5" name="Oval 2634">
              <a:extLst>
                <a:ext uri="{FF2B5EF4-FFF2-40B4-BE49-F238E27FC236}">
                  <a16:creationId xmlns:a16="http://schemas.microsoft.com/office/drawing/2014/main" id="{0F3161A8-C896-4F03-9C44-C1FB748B9B31}"/>
                </a:ext>
              </a:extLst>
            </p:cNvPr>
            <p:cNvSpPr/>
            <p:nvPr/>
          </p:nvSpPr>
          <p:spPr>
            <a:xfrm>
              <a:off x="6019919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6" name="Oval 2635">
              <a:extLst>
                <a:ext uri="{FF2B5EF4-FFF2-40B4-BE49-F238E27FC236}">
                  <a16:creationId xmlns:a16="http://schemas.microsoft.com/office/drawing/2014/main" id="{50722272-E0F2-2889-F206-4FDD4F9B6863}"/>
                </a:ext>
              </a:extLst>
            </p:cNvPr>
            <p:cNvSpPr/>
            <p:nvPr/>
          </p:nvSpPr>
          <p:spPr>
            <a:xfrm>
              <a:off x="4326066" y="43917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7" name="Oval 2636">
              <a:extLst>
                <a:ext uri="{FF2B5EF4-FFF2-40B4-BE49-F238E27FC236}">
                  <a16:creationId xmlns:a16="http://schemas.microsoft.com/office/drawing/2014/main" id="{3A664AE6-792E-5A22-6C14-EC1E022797F3}"/>
                </a:ext>
              </a:extLst>
            </p:cNvPr>
            <p:cNvSpPr/>
            <p:nvPr/>
          </p:nvSpPr>
          <p:spPr>
            <a:xfrm>
              <a:off x="4505480" y="40966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8" name="Oval 2637">
              <a:extLst>
                <a:ext uri="{FF2B5EF4-FFF2-40B4-BE49-F238E27FC236}">
                  <a16:creationId xmlns:a16="http://schemas.microsoft.com/office/drawing/2014/main" id="{C97864F2-7383-9D71-48D3-F7FBDFE80EC6}"/>
                </a:ext>
              </a:extLst>
            </p:cNvPr>
            <p:cNvSpPr/>
            <p:nvPr/>
          </p:nvSpPr>
          <p:spPr>
            <a:xfrm>
              <a:off x="5937032" y="48608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9" name="Oval 2638">
              <a:extLst>
                <a:ext uri="{FF2B5EF4-FFF2-40B4-BE49-F238E27FC236}">
                  <a16:creationId xmlns:a16="http://schemas.microsoft.com/office/drawing/2014/main" id="{F6D4B297-20D9-676A-FB4F-BF6A3FA0EC5A}"/>
                </a:ext>
              </a:extLst>
            </p:cNvPr>
            <p:cNvSpPr/>
            <p:nvPr/>
          </p:nvSpPr>
          <p:spPr>
            <a:xfrm>
              <a:off x="6021846" y="48626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0" name="Oval 2639">
              <a:extLst>
                <a:ext uri="{FF2B5EF4-FFF2-40B4-BE49-F238E27FC236}">
                  <a16:creationId xmlns:a16="http://schemas.microsoft.com/office/drawing/2014/main" id="{A42664D3-A9FA-186F-67A4-08AAAE42BD50}"/>
                </a:ext>
              </a:extLst>
            </p:cNvPr>
            <p:cNvSpPr/>
            <p:nvPr/>
          </p:nvSpPr>
          <p:spPr>
            <a:xfrm>
              <a:off x="4658446" y="43745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1" name="Oval 2640">
              <a:extLst>
                <a:ext uri="{FF2B5EF4-FFF2-40B4-BE49-F238E27FC236}">
                  <a16:creationId xmlns:a16="http://schemas.microsoft.com/office/drawing/2014/main" id="{5265DB45-658A-3B3C-6203-C21D122B9875}"/>
                </a:ext>
              </a:extLst>
            </p:cNvPr>
            <p:cNvSpPr/>
            <p:nvPr/>
          </p:nvSpPr>
          <p:spPr>
            <a:xfrm>
              <a:off x="4441393" y="4141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2" name="Oval 2641">
              <a:extLst>
                <a:ext uri="{FF2B5EF4-FFF2-40B4-BE49-F238E27FC236}">
                  <a16:creationId xmlns:a16="http://schemas.microsoft.com/office/drawing/2014/main" id="{CC5049A6-B785-A996-2D86-35B8CA83A840}"/>
                </a:ext>
              </a:extLst>
            </p:cNvPr>
            <p:cNvSpPr/>
            <p:nvPr/>
          </p:nvSpPr>
          <p:spPr>
            <a:xfrm>
              <a:off x="4437545" y="4148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3" name="Oval 2642">
              <a:extLst>
                <a:ext uri="{FF2B5EF4-FFF2-40B4-BE49-F238E27FC236}">
                  <a16:creationId xmlns:a16="http://schemas.microsoft.com/office/drawing/2014/main" id="{0F359B9D-06BA-99DF-3F96-BC1D996F0FFF}"/>
                </a:ext>
              </a:extLst>
            </p:cNvPr>
            <p:cNvSpPr/>
            <p:nvPr/>
          </p:nvSpPr>
          <p:spPr>
            <a:xfrm>
              <a:off x="4667161" y="43935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4" name="Oval 2643">
              <a:extLst>
                <a:ext uri="{FF2B5EF4-FFF2-40B4-BE49-F238E27FC236}">
                  <a16:creationId xmlns:a16="http://schemas.microsoft.com/office/drawing/2014/main" id="{D027F24D-4E96-D6BB-DA57-48D83847FECF}"/>
                </a:ext>
              </a:extLst>
            </p:cNvPr>
            <p:cNvSpPr/>
            <p:nvPr/>
          </p:nvSpPr>
          <p:spPr>
            <a:xfrm>
              <a:off x="4362731" y="43088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5" name="Oval 2644">
              <a:extLst>
                <a:ext uri="{FF2B5EF4-FFF2-40B4-BE49-F238E27FC236}">
                  <a16:creationId xmlns:a16="http://schemas.microsoft.com/office/drawing/2014/main" id="{F7531D88-AD83-B3B5-8956-8B230964F70E}"/>
                </a:ext>
              </a:extLst>
            </p:cNvPr>
            <p:cNvSpPr/>
            <p:nvPr/>
          </p:nvSpPr>
          <p:spPr>
            <a:xfrm>
              <a:off x="5909287" y="48601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6" name="Oval 2645">
              <a:extLst>
                <a:ext uri="{FF2B5EF4-FFF2-40B4-BE49-F238E27FC236}">
                  <a16:creationId xmlns:a16="http://schemas.microsoft.com/office/drawing/2014/main" id="{77A6F96B-208A-6E9C-442B-FCAAE37DB403}"/>
                </a:ext>
              </a:extLst>
            </p:cNvPr>
            <p:cNvSpPr/>
            <p:nvPr/>
          </p:nvSpPr>
          <p:spPr>
            <a:xfrm>
              <a:off x="4442174" y="41405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7" name="Oval 2646">
              <a:extLst>
                <a:ext uri="{FF2B5EF4-FFF2-40B4-BE49-F238E27FC236}">
                  <a16:creationId xmlns:a16="http://schemas.microsoft.com/office/drawing/2014/main" id="{8F6ACD99-EA27-D478-23A2-DAC96C50AADB}"/>
                </a:ext>
              </a:extLst>
            </p:cNvPr>
            <p:cNvSpPr/>
            <p:nvPr/>
          </p:nvSpPr>
          <p:spPr>
            <a:xfrm>
              <a:off x="4262475" y="45141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8" name="Oval 2647">
              <a:extLst>
                <a:ext uri="{FF2B5EF4-FFF2-40B4-BE49-F238E27FC236}">
                  <a16:creationId xmlns:a16="http://schemas.microsoft.com/office/drawing/2014/main" id="{4C48F800-E6B5-B8DE-44A2-52E711731491}"/>
                </a:ext>
              </a:extLst>
            </p:cNvPr>
            <p:cNvSpPr/>
            <p:nvPr/>
          </p:nvSpPr>
          <p:spPr>
            <a:xfrm>
              <a:off x="5980147" y="48618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9" name="Oval 2648">
              <a:extLst>
                <a:ext uri="{FF2B5EF4-FFF2-40B4-BE49-F238E27FC236}">
                  <a16:creationId xmlns:a16="http://schemas.microsoft.com/office/drawing/2014/main" id="{80D98FEC-617B-30EE-F000-AC288B7EFC5D}"/>
                </a:ext>
              </a:extLst>
            </p:cNvPr>
            <p:cNvSpPr/>
            <p:nvPr/>
          </p:nvSpPr>
          <p:spPr>
            <a:xfrm>
              <a:off x="4384371" y="42584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0" name="Oval 2649">
              <a:extLst>
                <a:ext uri="{FF2B5EF4-FFF2-40B4-BE49-F238E27FC236}">
                  <a16:creationId xmlns:a16="http://schemas.microsoft.com/office/drawing/2014/main" id="{DA9632E5-90DF-8D9C-8C90-8D0A0C352C8D}"/>
                </a:ext>
              </a:extLst>
            </p:cNvPr>
            <p:cNvSpPr/>
            <p:nvPr/>
          </p:nvSpPr>
          <p:spPr>
            <a:xfrm>
              <a:off x="4399023" y="42251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833D515-52D8-182F-0749-0D1EB0921080}"/>
                </a:ext>
              </a:extLst>
            </p:cNvPr>
            <p:cNvSpPr/>
            <p:nvPr/>
          </p:nvSpPr>
          <p:spPr>
            <a:xfrm>
              <a:off x="6093309" y="4864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2" name="Oval 2651">
              <a:extLst>
                <a:ext uri="{FF2B5EF4-FFF2-40B4-BE49-F238E27FC236}">
                  <a16:creationId xmlns:a16="http://schemas.microsoft.com/office/drawing/2014/main" id="{B6DDF738-3B03-E538-8168-D309044F0446}"/>
                </a:ext>
              </a:extLst>
            </p:cNvPr>
            <p:cNvSpPr/>
            <p:nvPr/>
          </p:nvSpPr>
          <p:spPr>
            <a:xfrm>
              <a:off x="4188113" y="46171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3" name="Oval 2652">
              <a:extLst>
                <a:ext uri="{FF2B5EF4-FFF2-40B4-BE49-F238E27FC236}">
                  <a16:creationId xmlns:a16="http://schemas.microsoft.com/office/drawing/2014/main" id="{697C6F27-7256-DEDF-6FCB-B6C5FE2BC36B}"/>
                </a:ext>
              </a:extLst>
            </p:cNvPr>
            <p:cNvSpPr/>
            <p:nvPr/>
          </p:nvSpPr>
          <p:spPr>
            <a:xfrm>
              <a:off x="6003202" y="48623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4" name="Oval 2653">
              <a:extLst>
                <a:ext uri="{FF2B5EF4-FFF2-40B4-BE49-F238E27FC236}">
                  <a16:creationId xmlns:a16="http://schemas.microsoft.com/office/drawing/2014/main" id="{8CBD3999-9BA1-6653-3BF1-F874197A468B}"/>
                </a:ext>
              </a:extLst>
            </p:cNvPr>
            <p:cNvSpPr/>
            <p:nvPr/>
          </p:nvSpPr>
          <p:spPr>
            <a:xfrm>
              <a:off x="4659531" y="43769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5" name="Oval 2654">
              <a:extLst>
                <a:ext uri="{FF2B5EF4-FFF2-40B4-BE49-F238E27FC236}">
                  <a16:creationId xmlns:a16="http://schemas.microsoft.com/office/drawing/2014/main" id="{6BD3CE23-6A80-30E0-91BE-8A95BFE47E78}"/>
                </a:ext>
              </a:extLst>
            </p:cNvPr>
            <p:cNvSpPr/>
            <p:nvPr/>
          </p:nvSpPr>
          <p:spPr>
            <a:xfrm>
              <a:off x="4376344" y="42770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43EE2ECE-26AF-C96B-2E36-AC7F6ECF481B}"/>
                </a:ext>
              </a:extLst>
            </p:cNvPr>
            <p:cNvSpPr/>
            <p:nvPr/>
          </p:nvSpPr>
          <p:spPr>
            <a:xfrm>
              <a:off x="4569723" y="4175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88AEFC14-51CC-1E43-C698-2B1ABBF7FD54}"/>
                </a:ext>
              </a:extLst>
            </p:cNvPr>
            <p:cNvSpPr/>
            <p:nvPr/>
          </p:nvSpPr>
          <p:spPr>
            <a:xfrm>
              <a:off x="4604929" y="42513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565CD453-4AA6-7668-CFB8-61E46D562530}"/>
                </a:ext>
              </a:extLst>
            </p:cNvPr>
            <p:cNvSpPr/>
            <p:nvPr/>
          </p:nvSpPr>
          <p:spPr>
            <a:xfrm>
              <a:off x="6040861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9" name="Oval 2658">
              <a:extLst>
                <a:ext uri="{FF2B5EF4-FFF2-40B4-BE49-F238E27FC236}">
                  <a16:creationId xmlns:a16="http://schemas.microsoft.com/office/drawing/2014/main" id="{52A0661E-438F-6CE6-CAFF-8BD3DA7B00B5}"/>
                </a:ext>
              </a:extLst>
            </p:cNvPr>
            <p:cNvSpPr/>
            <p:nvPr/>
          </p:nvSpPr>
          <p:spPr>
            <a:xfrm>
              <a:off x="4254374" y="4527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0" name="Oval 2659">
              <a:extLst>
                <a:ext uri="{FF2B5EF4-FFF2-40B4-BE49-F238E27FC236}">
                  <a16:creationId xmlns:a16="http://schemas.microsoft.com/office/drawing/2014/main" id="{5D54CD76-C8E9-F25F-F983-E8C77842FF30}"/>
                </a:ext>
              </a:extLst>
            </p:cNvPr>
            <p:cNvSpPr/>
            <p:nvPr/>
          </p:nvSpPr>
          <p:spPr>
            <a:xfrm>
              <a:off x="4512250" y="40994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1" name="Oval 2660">
              <a:extLst>
                <a:ext uri="{FF2B5EF4-FFF2-40B4-BE49-F238E27FC236}">
                  <a16:creationId xmlns:a16="http://schemas.microsoft.com/office/drawing/2014/main" id="{A37E4567-FF8A-4A3C-81B6-AA65570358F7}"/>
                </a:ext>
              </a:extLst>
            </p:cNvPr>
            <p:cNvSpPr/>
            <p:nvPr/>
          </p:nvSpPr>
          <p:spPr>
            <a:xfrm>
              <a:off x="6065135" y="48635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2" name="Oval 2661">
              <a:extLst>
                <a:ext uri="{FF2B5EF4-FFF2-40B4-BE49-F238E27FC236}">
                  <a16:creationId xmlns:a16="http://schemas.microsoft.com/office/drawing/2014/main" id="{7B13D115-42E0-9A45-1075-6C2AEB11E1E2}"/>
                </a:ext>
              </a:extLst>
            </p:cNvPr>
            <p:cNvSpPr/>
            <p:nvPr/>
          </p:nvSpPr>
          <p:spPr>
            <a:xfrm>
              <a:off x="6020046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3" name="Oval 2662">
              <a:extLst>
                <a:ext uri="{FF2B5EF4-FFF2-40B4-BE49-F238E27FC236}">
                  <a16:creationId xmlns:a16="http://schemas.microsoft.com/office/drawing/2014/main" id="{66C7F7AD-0103-355C-C4DF-D949C4C63CC0}"/>
                </a:ext>
              </a:extLst>
            </p:cNvPr>
            <p:cNvSpPr/>
            <p:nvPr/>
          </p:nvSpPr>
          <p:spPr>
            <a:xfrm>
              <a:off x="4421873" y="41768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4" name="Oval 2663">
              <a:extLst>
                <a:ext uri="{FF2B5EF4-FFF2-40B4-BE49-F238E27FC236}">
                  <a16:creationId xmlns:a16="http://schemas.microsoft.com/office/drawing/2014/main" id="{06A6DA37-5F7E-74C1-8EC0-6408327B2CEB}"/>
                </a:ext>
              </a:extLst>
            </p:cNvPr>
            <p:cNvSpPr/>
            <p:nvPr/>
          </p:nvSpPr>
          <p:spPr>
            <a:xfrm>
              <a:off x="4453141" y="41246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" name="Oval 2664">
              <a:extLst>
                <a:ext uri="{FF2B5EF4-FFF2-40B4-BE49-F238E27FC236}">
                  <a16:creationId xmlns:a16="http://schemas.microsoft.com/office/drawing/2014/main" id="{4B3ECBDF-D5B6-87FC-B055-2547F98FCFD2}"/>
                </a:ext>
              </a:extLst>
            </p:cNvPr>
            <p:cNvSpPr/>
            <p:nvPr/>
          </p:nvSpPr>
          <p:spPr>
            <a:xfrm>
              <a:off x="6025781" y="4862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8FE9FCEF-42F2-002E-AF56-75EF94AC9C9E}"/>
                </a:ext>
              </a:extLst>
            </p:cNvPr>
            <p:cNvSpPr/>
            <p:nvPr/>
          </p:nvSpPr>
          <p:spPr>
            <a:xfrm>
              <a:off x="4298359" y="4449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F9274D37-5E0D-34EF-BCFD-3B9E0DB362D7}"/>
                </a:ext>
              </a:extLst>
            </p:cNvPr>
            <p:cNvSpPr/>
            <p:nvPr/>
          </p:nvSpPr>
          <p:spPr>
            <a:xfrm>
              <a:off x="6020731" y="48626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8" name="Oval 2667">
              <a:extLst>
                <a:ext uri="{FF2B5EF4-FFF2-40B4-BE49-F238E27FC236}">
                  <a16:creationId xmlns:a16="http://schemas.microsoft.com/office/drawing/2014/main" id="{4293A696-C7A6-3A6E-6171-64ED24661361}"/>
                </a:ext>
              </a:extLst>
            </p:cNvPr>
            <p:cNvSpPr/>
            <p:nvPr/>
          </p:nvSpPr>
          <p:spPr>
            <a:xfrm>
              <a:off x="4814036" y="46279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9" name="Oval 2668">
              <a:extLst>
                <a:ext uri="{FF2B5EF4-FFF2-40B4-BE49-F238E27FC236}">
                  <a16:creationId xmlns:a16="http://schemas.microsoft.com/office/drawing/2014/main" id="{B4834C9E-FA5C-440B-8448-7F737DD738D7}"/>
                </a:ext>
              </a:extLst>
            </p:cNvPr>
            <p:cNvSpPr/>
            <p:nvPr/>
          </p:nvSpPr>
          <p:spPr>
            <a:xfrm>
              <a:off x="4568821" y="41735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0" name="Oval 2669">
              <a:extLst>
                <a:ext uri="{FF2B5EF4-FFF2-40B4-BE49-F238E27FC236}">
                  <a16:creationId xmlns:a16="http://schemas.microsoft.com/office/drawing/2014/main" id="{7F03444B-4093-871F-FF50-9C591D292B34}"/>
                </a:ext>
              </a:extLst>
            </p:cNvPr>
            <p:cNvSpPr/>
            <p:nvPr/>
          </p:nvSpPr>
          <p:spPr>
            <a:xfrm>
              <a:off x="4427881" y="41652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1" name="Oval 2670">
              <a:extLst>
                <a:ext uri="{FF2B5EF4-FFF2-40B4-BE49-F238E27FC236}">
                  <a16:creationId xmlns:a16="http://schemas.microsoft.com/office/drawing/2014/main" id="{439B5390-572B-1D9A-2FA1-CB18107D22D3}"/>
                </a:ext>
              </a:extLst>
            </p:cNvPr>
            <p:cNvSpPr/>
            <p:nvPr/>
          </p:nvSpPr>
          <p:spPr>
            <a:xfrm>
              <a:off x="4324019" y="43961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2" name="Oval 2671">
              <a:extLst>
                <a:ext uri="{FF2B5EF4-FFF2-40B4-BE49-F238E27FC236}">
                  <a16:creationId xmlns:a16="http://schemas.microsoft.com/office/drawing/2014/main" id="{76B82248-BD50-CA76-287C-9DF252E4CF7A}"/>
                </a:ext>
              </a:extLst>
            </p:cNvPr>
            <p:cNvSpPr/>
            <p:nvPr/>
          </p:nvSpPr>
          <p:spPr>
            <a:xfrm>
              <a:off x="4331601" y="4379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3" name="Oval 2672">
              <a:extLst>
                <a:ext uri="{FF2B5EF4-FFF2-40B4-BE49-F238E27FC236}">
                  <a16:creationId xmlns:a16="http://schemas.microsoft.com/office/drawing/2014/main" id="{41295907-057E-8FA3-512D-167C742126B7}"/>
                </a:ext>
              </a:extLst>
            </p:cNvPr>
            <p:cNvSpPr/>
            <p:nvPr/>
          </p:nvSpPr>
          <p:spPr>
            <a:xfrm>
              <a:off x="5984953" y="4861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4" name="Oval 2673">
              <a:extLst>
                <a:ext uri="{FF2B5EF4-FFF2-40B4-BE49-F238E27FC236}">
                  <a16:creationId xmlns:a16="http://schemas.microsoft.com/office/drawing/2014/main" id="{6EF03ADF-884D-EC55-A107-0E0F10C67FC0}"/>
                </a:ext>
              </a:extLst>
            </p:cNvPr>
            <p:cNvSpPr/>
            <p:nvPr/>
          </p:nvSpPr>
          <p:spPr>
            <a:xfrm>
              <a:off x="4280340" y="44830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5" name="Oval 2674">
              <a:extLst>
                <a:ext uri="{FF2B5EF4-FFF2-40B4-BE49-F238E27FC236}">
                  <a16:creationId xmlns:a16="http://schemas.microsoft.com/office/drawing/2014/main" id="{6B24682C-DCB1-B84B-AE2A-1DFB194B62B1}"/>
                </a:ext>
              </a:extLst>
            </p:cNvPr>
            <p:cNvSpPr/>
            <p:nvPr/>
          </p:nvSpPr>
          <p:spPr>
            <a:xfrm>
              <a:off x="4628044" y="43050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6" name="Oval 2675">
              <a:extLst>
                <a:ext uri="{FF2B5EF4-FFF2-40B4-BE49-F238E27FC236}">
                  <a16:creationId xmlns:a16="http://schemas.microsoft.com/office/drawing/2014/main" id="{A466FFA6-5DB7-B3FE-0C2E-9A8ACD6AEAE5}"/>
                </a:ext>
              </a:extLst>
            </p:cNvPr>
            <p:cNvSpPr/>
            <p:nvPr/>
          </p:nvSpPr>
          <p:spPr>
            <a:xfrm>
              <a:off x="6013917" y="48625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7" name="Oval 2676">
              <a:extLst>
                <a:ext uri="{FF2B5EF4-FFF2-40B4-BE49-F238E27FC236}">
                  <a16:creationId xmlns:a16="http://schemas.microsoft.com/office/drawing/2014/main" id="{34D038A8-C987-19D8-B61D-92AF6B455249}"/>
                </a:ext>
              </a:extLst>
            </p:cNvPr>
            <p:cNvSpPr/>
            <p:nvPr/>
          </p:nvSpPr>
          <p:spPr>
            <a:xfrm>
              <a:off x="4631457" y="4313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8" name="Oval 2677">
              <a:extLst>
                <a:ext uri="{FF2B5EF4-FFF2-40B4-BE49-F238E27FC236}">
                  <a16:creationId xmlns:a16="http://schemas.microsoft.com/office/drawing/2014/main" id="{BB5F3EDA-8EFA-D91A-14E0-BE9CE9DA6739}"/>
                </a:ext>
              </a:extLst>
            </p:cNvPr>
            <p:cNvSpPr/>
            <p:nvPr/>
          </p:nvSpPr>
          <p:spPr>
            <a:xfrm>
              <a:off x="4573338" y="41824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9" name="Oval 2678">
              <a:extLst>
                <a:ext uri="{FF2B5EF4-FFF2-40B4-BE49-F238E27FC236}">
                  <a16:creationId xmlns:a16="http://schemas.microsoft.com/office/drawing/2014/main" id="{89950F10-E4C0-8C47-EFBF-8FF4A8082D19}"/>
                </a:ext>
              </a:extLst>
            </p:cNvPr>
            <p:cNvSpPr/>
            <p:nvPr/>
          </p:nvSpPr>
          <p:spPr>
            <a:xfrm>
              <a:off x="4761936" y="45634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0" name="Oval 2679">
              <a:extLst>
                <a:ext uri="{FF2B5EF4-FFF2-40B4-BE49-F238E27FC236}">
                  <a16:creationId xmlns:a16="http://schemas.microsoft.com/office/drawing/2014/main" id="{3193530E-ED0D-E068-37BC-F3E7CEAD2443}"/>
                </a:ext>
              </a:extLst>
            </p:cNvPr>
            <p:cNvSpPr/>
            <p:nvPr/>
          </p:nvSpPr>
          <p:spPr>
            <a:xfrm>
              <a:off x="4758604" y="4558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1" name="Oval 2680">
              <a:extLst>
                <a:ext uri="{FF2B5EF4-FFF2-40B4-BE49-F238E27FC236}">
                  <a16:creationId xmlns:a16="http://schemas.microsoft.com/office/drawing/2014/main" id="{BDDA4CE5-382E-7C02-12F3-05648A2F3D5E}"/>
                </a:ext>
              </a:extLst>
            </p:cNvPr>
            <p:cNvSpPr/>
            <p:nvPr/>
          </p:nvSpPr>
          <p:spPr>
            <a:xfrm>
              <a:off x="4514623" y="41007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2" name="Oval 2681">
              <a:extLst>
                <a:ext uri="{FF2B5EF4-FFF2-40B4-BE49-F238E27FC236}">
                  <a16:creationId xmlns:a16="http://schemas.microsoft.com/office/drawing/2014/main" id="{420C86EC-5705-6E18-7238-18CC887AB401}"/>
                </a:ext>
              </a:extLst>
            </p:cNvPr>
            <p:cNvSpPr/>
            <p:nvPr/>
          </p:nvSpPr>
          <p:spPr>
            <a:xfrm>
              <a:off x="4468655" y="41075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3" name="Oval 2682">
              <a:extLst>
                <a:ext uri="{FF2B5EF4-FFF2-40B4-BE49-F238E27FC236}">
                  <a16:creationId xmlns:a16="http://schemas.microsoft.com/office/drawing/2014/main" id="{4985E5BA-FD85-766D-6E63-C8743BBA0463}"/>
                </a:ext>
              </a:extLst>
            </p:cNvPr>
            <p:cNvSpPr/>
            <p:nvPr/>
          </p:nvSpPr>
          <p:spPr>
            <a:xfrm>
              <a:off x="4389374" y="42469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4" name="Oval 2683">
              <a:extLst>
                <a:ext uri="{FF2B5EF4-FFF2-40B4-BE49-F238E27FC236}">
                  <a16:creationId xmlns:a16="http://schemas.microsoft.com/office/drawing/2014/main" id="{6E2C8062-A02B-2A06-A42F-7D3B7B5936E8}"/>
                </a:ext>
              </a:extLst>
            </p:cNvPr>
            <p:cNvSpPr/>
            <p:nvPr/>
          </p:nvSpPr>
          <p:spPr>
            <a:xfrm>
              <a:off x="4757281" y="45567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5" name="Oval 2684">
              <a:extLst>
                <a:ext uri="{FF2B5EF4-FFF2-40B4-BE49-F238E27FC236}">
                  <a16:creationId xmlns:a16="http://schemas.microsoft.com/office/drawing/2014/main" id="{6EBBB8A9-1E92-257F-7984-8C52863EA583}"/>
                </a:ext>
              </a:extLst>
            </p:cNvPr>
            <p:cNvSpPr/>
            <p:nvPr/>
          </p:nvSpPr>
          <p:spPr>
            <a:xfrm>
              <a:off x="6020406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6" name="Oval 2685">
              <a:extLst>
                <a:ext uri="{FF2B5EF4-FFF2-40B4-BE49-F238E27FC236}">
                  <a16:creationId xmlns:a16="http://schemas.microsoft.com/office/drawing/2014/main" id="{B60F66D4-CD0D-BA9E-4BB6-56F0126F4C84}"/>
                </a:ext>
              </a:extLst>
            </p:cNvPr>
            <p:cNvSpPr/>
            <p:nvPr/>
          </p:nvSpPr>
          <p:spPr>
            <a:xfrm>
              <a:off x="4710580" y="44803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7" name="Oval 2686">
              <a:extLst>
                <a:ext uri="{FF2B5EF4-FFF2-40B4-BE49-F238E27FC236}">
                  <a16:creationId xmlns:a16="http://schemas.microsoft.com/office/drawing/2014/main" id="{A2C7E33A-6442-0626-50F6-1556A92F9E24}"/>
                </a:ext>
              </a:extLst>
            </p:cNvPr>
            <p:cNvSpPr/>
            <p:nvPr/>
          </p:nvSpPr>
          <p:spPr>
            <a:xfrm>
              <a:off x="4652403" y="43610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8" name="Oval 2687">
              <a:extLst>
                <a:ext uri="{FF2B5EF4-FFF2-40B4-BE49-F238E27FC236}">
                  <a16:creationId xmlns:a16="http://schemas.microsoft.com/office/drawing/2014/main" id="{88ABD48E-3878-6BD3-089A-84253D632454}"/>
                </a:ext>
              </a:extLst>
            </p:cNvPr>
            <p:cNvSpPr/>
            <p:nvPr/>
          </p:nvSpPr>
          <p:spPr>
            <a:xfrm>
              <a:off x="4432463" y="41569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9" name="Oval 2688">
              <a:extLst>
                <a:ext uri="{FF2B5EF4-FFF2-40B4-BE49-F238E27FC236}">
                  <a16:creationId xmlns:a16="http://schemas.microsoft.com/office/drawing/2014/main" id="{D9DE8023-FE92-4301-9711-88C222271A79}"/>
                </a:ext>
              </a:extLst>
            </p:cNvPr>
            <p:cNvSpPr/>
            <p:nvPr/>
          </p:nvSpPr>
          <p:spPr>
            <a:xfrm>
              <a:off x="6015635" y="4862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0" name="Oval 2689">
              <a:extLst>
                <a:ext uri="{FF2B5EF4-FFF2-40B4-BE49-F238E27FC236}">
                  <a16:creationId xmlns:a16="http://schemas.microsoft.com/office/drawing/2014/main" id="{359E594D-7D6E-2A35-8306-8DDE53F838A3}"/>
                </a:ext>
              </a:extLst>
            </p:cNvPr>
            <p:cNvSpPr/>
            <p:nvPr/>
          </p:nvSpPr>
          <p:spPr>
            <a:xfrm>
              <a:off x="6067700" y="48635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1" name="Oval 2690">
              <a:extLst>
                <a:ext uri="{FF2B5EF4-FFF2-40B4-BE49-F238E27FC236}">
                  <a16:creationId xmlns:a16="http://schemas.microsoft.com/office/drawing/2014/main" id="{30855D73-0681-6EAF-0ABD-B4A49AEDB98F}"/>
                </a:ext>
              </a:extLst>
            </p:cNvPr>
            <p:cNvSpPr/>
            <p:nvPr/>
          </p:nvSpPr>
          <p:spPr>
            <a:xfrm>
              <a:off x="5963698" y="4861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2" name="Oval 2691">
              <a:extLst>
                <a:ext uri="{FF2B5EF4-FFF2-40B4-BE49-F238E27FC236}">
                  <a16:creationId xmlns:a16="http://schemas.microsoft.com/office/drawing/2014/main" id="{8C0ABE41-0B3B-69B3-13B6-36CF28503AC0}"/>
                </a:ext>
              </a:extLst>
            </p:cNvPr>
            <p:cNvSpPr/>
            <p:nvPr/>
          </p:nvSpPr>
          <p:spPr>
            <a:xfrm>
              <a:off x="4342792" y="43546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3" name="Oval 2692">
              <a:extLst>
                <a:ext uri="{FF2B5EF4-FFF2-40B4-BE49-F238E27FC236}">
                  <a16:creationId xmlns:a16="http://schemas.microsoft.com/office/drawing/2014/main" id="{0789902E-A93B-883D-5121-598BDD269F4B}"/>
                </a:ext>
              </a:extLst>
            </p:cNvPr>
            <p:cNvSpPr/>
            <p:nvPr/>
          </p:nvSpPr>
          <p:spPr>
            <a:xfrm>
              <a:off x="4178069" y="4628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4" name="Oval 2693">
              <a:extLst>
                <a:ext uri="{FF2B5EF4-FFF2-40B4-BE49-F238E27FC236}">
                  <a16:creationId xmlns:a16="http://schemas.microsoft.com/office/drawing/2014/main" id="{F07B4CA1-98A5-0E16-F640-FE1423555543}"/>
                </a:ext>
              </a:extLst>
            </p:cNvPr>
            <p:cNvSpPr/>
            <p:nvPr/>
          </p:nvSpPr>
          <p:spPr>
            <a:xfrm>
              <a:off x="5950580" y="4861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5" name="Oval 2694">
              <a:extLst>
                <a:ext uri="{FF2B5EF4-FFF2-40B4-BE49-F238E27FC236}">
                  <a16:creationId xmlns:a16="http://schemas.microsoft.com/office/drawing/2014/main" id="{BAEDC060-6004-1F1C-CB24-49119AFA2A87}"/>
                </a:ext>
              </a:extLst>
            </p:cNvPr>
            <p:cNvSpPr/>
            <p:nvPr/>
          </p:nvSpPr>
          <p:spPr>
            <a:xfrm>
              <a:off x="4489955" y="40958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6" name="Oval 2695">
              <a:extLst>
                <a:ext uri="{FF2B5EF4-FFF2-40B4-BE49-F238E27FC236}">
                  <a16:creationId xmlns:a16="http://schemas.microsoft.com/office/drawing/2014/main" id="{4C6DE7CF-5ECE-4E60-274E-AA69FE2FF4AE}"/>
                </a:ext>
              </a:extLst>
            </p:cNvPr>
            <p:cNvSpPr/>
            <p:nvPr/>
          </p:nvSpPr>
          <p:spPr>
            <a:xfrm>
              <a:off x="4513242" y="41000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7" name="Oval 2696">
              <a:extLst>
                <a:ext uri="{FF2B5EF4-FFF2-40B4-BE49-F238E27FC236}">
                  <a16:creationId xmlns:a16="http://schemas.microsoft.com/office/drawing/2014/main" id="{C8B6C105-EA81-06C5-FE7F-C23B6F0F0B59}"/>
                </a:ext>
              </a:extLst>
            </p:cNvPr>
            <p:cNvSpPr/>
            <p:nvPr/>
          </p:nvSpPr>
          <p:spPr>
            <a:xfrm>
              <a:off x="4364721" y="4304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8" name="Oval 2697">
              <a:extLst>
                <a:ext uri="{FF2B5EF4-FFF2-40B4-BE49-F238E27FC236}">
                  <a16:creationId xmlns:a16="http://schemas.microsoft.com/office/drawing/2014/main" id="{F65E5805-F3E7-4E68-EF23-5E895B42FEAD}"/>
                </a:ext>
              </a:extLst>
            </p:cNvPr>
            <p:cNvSpPr/>
            <p:nvPr/>
          </p:nvSpPr>
          <p:spPr>
            <a:xfrm>
              <a:off x="4342951" y="43543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9" name="Oval 2698">
              <a:extLst>
                <a:ext uri="{FF2B5EF4-FFF2-40B4-BE49-F238E27FC236}">
                  <a16:creationId xmlns:a16="http://schemas.microsoft.com/office/drawing/2014/main" id="{AE2762DA-7497-5CFD-2590-77E0CF53874E}"/>
                </a:ext>
              </a:extLst>
            </p:cNvPr>
            <p:cNvSpPr/>
            <p:nvPr/>
          </p:nvSpPr>
          <p:spPr>
            <a:xfrm>
              <a:off x="4498006" y="40952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0" name="Oval 2699">
              <a:extLst>
                <a:ext uri="{FF2B5EF4-FFF2-40B4-BE49-F238E27FC236}">
                  <a16:creationId xmlns:a16="http://schemas.microsoft.com/office/drawing/2014/main" id="{D5CD2971-7B71-2D5B-AF7B-448723010AA0}"/>
                </a:ext>
              </a:extLst>
            </p:cNvPr>
            <p:cNvSpPr/>
            <p:nvPr/>
          </p:nvSpPr>
          <p:spPr>
            <a:xfrm>
              <a:off x="4557927" y="41534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1" name="Oval 2700">
              <a:extLst>
                <a:ext uri="{FF2B5EF4-FFF2-40B4-BE49-F238E27FC236}">
                  <a16:creationId xmlns:a16="http://schemas.microsoft.com/office/drawing/2014/main" id="{944EE32B-8EF6-C350-36BA-35D87D80B9C8}"/>
                </a:ext>
              </a:extLst>
            </p:cNvPr>
            <p:cNvSpPr/>
            <p:nvPr/>
          </p:nvSpPr>
          <p:spPr>
            <a:xfrm>
              <a:off x="4641527" y="43363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2" name="Oval 2701">
              <a:extLst>
                <a:ext uri="{FF2B5EF4-FFF2-40B4-BE49-F238E27FC236}">
                  <a16:creationId xmlns:a16="http://schemas.microsoft.com/office/drawing/2014/main" id="{46987A58-5F2D-0469-EEDF-A8CF8B64CA0C}"/>
                </a:ext>
              </a:extLst>
            </p:cNvPr>
            <p:cNvSpPr/>
            <p:nvPr/>
          </p:nvSpPr>
          <p:spPr>
            <a:xfrm>
              <a:off x="6100344" y="48641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3" name="Oval 2702">
              <a:extLst>
                <a:ext uri="{FF2B5EF4-FFF2-40B4-BE49-F238E27FC236}">
                  <a16:creationId xmlns:a16="http://schemas.microsoft.com/office/drawing/2014/main" id="{33829F55-19F8-9B92-E810-0C93B9F0CD3A}"/>
                </a:ext>
              </a:extLst>
            </p:cNvPr>
            <p:cNvSpPr/>
            <p:nvPr/>
          </p:nvSpPr>
          <p:spPr>
            <a:xfrm>
              <a:off x="4022781" y="47414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4" name="Oval 2703">
              <a:extLst>
                <a:ext uri="{FF2B5EF4-FFF2-40B4-BE49-F238E27FC236}">
                  <a16:creationId xmlns:a16="http://schemas.microsoft.com/office/drawing/2014/main" id="{9355BE61-C949-07AD-C26E-AF79EBA7FC7C}"/>
                </a:ext>
              </a:extLst>
            </p:cNvPr>
            <p:cNvSpPr/>
            <p:nvPr/>
          </p:nvSpPr>
          <p:spPr>
            <a:xfrm>
              <a:off x="4549107" y="41388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5" name="Oval 2704">
              <a:extLst>
                <a:ext uri="{FF2B5EF4-FFF2-40B4-BE49-F238E27FC236}">
                  <a16:creationId xmlns:a16="http://schemas.microsoft.com/office/drawing/2014/main" id="{4A9CBB31-465E-F93A-E255-CD1B83C4B035}"/>
                </a:ext>
              </a:extLst>
            </p:cNvPr>
            <p:cNvSpPr/>
            <p:nvPr/>
          </p:nvSpPr>
          <p:spPr>
            <a:xfrm>
              <a:off x="4505320" y="40966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6" name="Oval 2705">
              <a:extLst>
                <a:ext uri="{FF2B5EF4-FFF2-40B4-BE49-F238E27FC236}">
                  <a16:creationId xmlns:a16="http://schemas.microsoft.com/office/drawing/2014/main" id="{6888C20D-324A-A3ED-58B1-37756D59B3B8}"/>
                </a:ext>
              </a:extLst>
            </p:cNvPr>
            <p:cNvSpPr/>
            <p:nvPr/>
          </p:nvSpPr>
          <p:spPr>
            <a:xfrm>
              <a:off x="6006963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7" name="Oval 2706">
              <a:extLst>
                <a:ext uri="{FF2B5EF4-FFF2-40B4-BE49-F238E27FC236}">
                  <a16:creationId xmlns:a16="http://schemas.microsoft.com/office/drawing/2014/main" id="{27BA991B-8107-0FE4-1D5C-6A07AA82C207}"/>
                </a:ext>
              </a:extLst>
            </p:cNvPr>
            <p:cNvSpPr/>
            <p:nvPr/>
          </p:nvSpPr>
          <p:spPr>
            <a:xfrm>
              <a:off x="4550040" y="41402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8" name="Oval 2707">
              <a:extLst>
                <a:ext uri="{FF2B5EF4-FFF2-40B4-BE49-F238E27FC236}">
                  <a16:creationId xmlns:a16="http://schemas.microsoft.com/office/drawing/2014/main" id="{011D16CD-F2E9-01CA-AD44-803D302490BE}"/>
                </a:ext>
              </a:extLst>
            </p:cNvPr>
            <p:cNvSpPr/>
            <p:nvPr/>
          </p:nvSpPr>
          <p:spPr>
            <a:xfrm>
              <a:off x="4405233" y="42114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9" name="Oval 2708">
              <a:extLst>
                <a:ext uri="{FF2B5EF4-FFF2-40B4-BE49-F238E27FC236}">
                  <a16:creationId xmlns:a16="http://schemas.microsoft.com/office/drawing/2014/main" id="{29FCE2B5-90F8-B817-D95C-134B42C49ED9}"/>
                </a:ext>
              </a:extLst>
            </p:cNvPr>
            <p:cNvSpPr/>
            <p:nvPr/>
          </p:nvSpPr>
          <p:spPr>
            <a:xfrm>
              <a:off x="4534913" y="41192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0" name="Oval 2709">
              <a:extLst>
                <a:ext uri="{FF2B5EF4-FFF2-40B4-BE49-F238E27FC236}">
                  <a16:creationId xmlns:a16="http://schemas.microsoft.com/office/drawing/2014/main" id="{303DBAFC-F4B2-6440-B0FC-BF0872C733F1}"/>
                </a:ext>
              </a:extLst>
            </p:cNvPr>
            <p:cNvSpPr/>
            <p:nvPr/>
          </p:nvSpPr>
          <p:spPr>
            <a:xfrm>
              <a:off x="4349266" y="43399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1" name="Oval 2710">
              <a:extLst>
                <a:ext uri="{FF2B5EF4-FFF2-40B4-BE49-F238E27FC236}">
                  <a16:creationId xmlns:a16="http://schemas.microsoft.com/office/drawing/2014/main" id="{347B0F5B-734C-A978-105A-B1081974C7A4}"/>
                </a:ext>
              </a:extLst>
            </p:cNvPr>
            <p:cNvSpPr/>
            <p:nvPr/>
          </p:nvSpPr>
          <p:spPr>
            <a:xfrm>
              <a:off x="4587102" y="42113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2" name="Oval 2711">
              <a:extLst>
                <a:ext uri="{FF2B5EF4-FFF2-40B4-BE49-F238E27FC236}">
                  <a16:creationId xmlns:a16="http://schemas.microsoft.com/office/drawing/2014/main" id="{F4635351-E67C-BBE2-2441-83F166363504}"/>
                </a:ext>
              </a:extLst>
            </p:cNvPr>
            <p:cNvSpPr/>
            <p:nvPr/>
          </p:nvSpPr>
          <p:spPr>
            <a:xfrm>
              <a:off x="4489112" y="4096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3" name="Oval 2712">
              <a:extLst>
                <a:ext uri="{FF2B5EF4-FFF2-40B4-BE49-F238E27FC236}">
                  <a16:creationId xmlns:a16="http://schemas.microsoft.com/office/drawing/2014/main" id="{FADEDFB5-C91E-F901-69E4-452EC3E65AA8}"/>
                </a:ext>
              </a:extLst>
            </p:cNvPr>
            <p:cNvSpPr/>
            <p:nvPr/>
          </p:nvSpPr>
          <p:spPr>
            <a:xfrm>
              <a:off x="4280036" y="44835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4" name="Oval 2713">
              <a:extLst>
                <a:ext uri="{FF2B5EF4-FFF2-40B4-BE49-F238E27FC236}">
                  <a16:creationId xmlns:a16="http://schemas.microsoft.com/office/drawing/2014/main" id="{102B86E4-3F31-2564-2519-D4E1DB4F44CE}"/>
                </a:ext>
              </a:extLst>
            </p:cNvPr>
            <p:cNvSpPr/>
            <p:nvPr/>
          </p:nvSpPr>
          <p:spPr>
            <a:xfrm>
              <a:off x="4661825" y="4381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5" name="Oval 2714">
              <a:extLst>
                <a:ext uri="{FF2B5EF4-FFF2-40B4-BE49-F238E27FC236}">
                  <a16:creationId xmlns:a16="http://schemas.microsoft.com/office/drawing/2014/main" id="{5444DE01-8049-6078-732B-DAC46886543A}"/>
                </a:ext>
              </a:extLst>
            </p:cNvPr>
            <p:cNvSpPr/>
            <p:nvPr/>
          </p:nvSpPr>
          <p:spPr>
            <a:xfrm>
              <a:off x="4577353" y="41906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6" name="Oval 2715">
              <a:extLst>
                <a:ext uri="{FF2B5EF4-FFF2-40B4-BE49-F238E27FC236}">
                  <a16:creationId xmlns:a16="http://schemas.microsoft.com/office/drawing/2014/main" id="{50426E9A-E73A-C010-7456-F325AD725750}"/>
                </a:ext>
              </a:extLst>
            </p:cNvPr>
            <p:cNvSpPr/>
            <p:nvPr/>
          </p:nvSpPr>
          <p:spPr>
            <a:xfrm>
              <a:off x="4421529" y="41774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7" name="Oval 2716">
              <a:extLst>
                <a:ext uri="{FF2B5EF4-FFF2-40B4-BE49-F238E27FC236}">
                  <a16:creationId xmlns:a16="http://schemas.microsoft.com/office/drawing/2014/main" id="{79DCD564-AF5C-81B3-29C0-7B6C4AFB6AB7}"/>
                </a:ext>
              </a:extLst>
            </p:cNvPr>
            <p:cNvSpPr/>
            <p:nvPr/>
          </p:nvSpPr>
          <p:spPr>
            <a:xfrm>
              <a:off x="4544750" y="4132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8" name="Oval 2717">
              <a:extLst>
                <a:ext uri="{FF2B5EF4-FFF2-40B4-BE49-F238E27FC236}">
                  <a16:creationId xmlns:a16="http://schemas.microsoft.com/office/drawing/2014/main" id="{B7102A7B-563A-12B1-7518-0915A37E475C}"/>
                </a:ext>
              </a:extLst>
            </p:cNvPr>
            <p:cNvSpPr/>
            <p:nvPr/>
          </p:nvSpPr>
          <p:spPr>
            <a:xfrm>
              <a:off x="4584284" y="42052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9" name="Oval 2718">
              <a:extLst>
                <a:ext uri="{FF2B5EF4-FFF2-40B4-BE49-F238E27FC236}">
                  <a16:creationId xmlns:a16="http://schemas.microsoft.com/office/drawing/2014/main" id="{E4020100-482F-79DF-2678-E0032DAC2622}"/>
                </a:ext>
              </a:extLst>
            </p:cNvPr>
            <p:cNvSpPr/>
            <p:nvPr/>
          </p:nvSpPr>
          <p:spPr>
            <a:xfrm>
              <a:off x="4262922" y="45133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252ABED-9287-E584-CC97-196E6295A4F0}"/>
                </a:ext>
              </a:extLst>
            </p:cNvPr>
            <p:cNvSpPr/>
            <p:nvPr/>
          </p:nvSpPr>
          <p:spPr>
            <a:xfrm>
              <a:off x="4388797" y="42482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2BA46092-59FE-E7B2-A0D8-F9CD48B8B333}"/>
                </a:ext>
              </a:extLst>
            </p:cNvPr>
            <p:cNvSpPr/>
            <p:nvPr/>
          </p:nvSpPr>
          <p:spPr>
            <a:xfrm>
              <a:off x="4530029" y="4113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12F7AF7D-4CA0-F76A-0EA7-323391839044}"/>
                </a:ext>
              </a:extLst>
            </p:cNvPr>
            <p:cNvSpPr/>
            <p:nvPr/>
          </p:nvSpPr>
          <p:spPr>
            <a:xfrm>
              <a:off x="6005698" y="48623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5B258696-9722-32E4-09A1-F6BD09954DDA}"/>
                </a:ext>
              </a:extLst>
            </p:cNvPr>
            <p:cNvSpPr/>
            <p:nvPr/>
          </p:nvSpPr>
          <p:spPr>
            <a:xfrm>
              <a:off x="4446106" y="41345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4" name="Oval 2723">
              <a:extLst>
                <a:ext uri="{FF2B5EF4-FFF2-40B4-BE49-F238E27FC236}">
                  <a16:creationId xmlns:a16="http://schemas.microsoft.com/office/drawing/2014/main" id="{FC17EA6C-98C8-2BA2-E1D2-5A2E04F7B67F}"/>
                </a:ext>
              </a:extLst>
            </p:cNvPr>
            <p:cNvSpPr/>
            <p:nvPr/>
          </p:nvSpPr>
          <p:spPr>
            <a:xfrm>
              <a:off x="4176858" y="46295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5" name="Oval 2724">
              <a:extLst>
                <a:ext uri="{FF2B5EF4-FFF2-40B4-BE49-F238E27FC236}">
                  <a16:creationId xmlns:a16="http://schemas.microsoft.com/office/drawing/2014/main" id="{63FC0F62-6B3D-0FAE-E4C3-CD5A5A498464}"/>
                </a:ext>
              </a:extLst>
            </p:cNvPr>
            <p:cNvSpPr/>
            <p:nvPr/>
          </p:nvSpPr>
          <p:spPr>
            <a:xfrm>
              <a:off x="4411464" y="4198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6" name="Oval 2725">
              <a:extLst>
                <a:ext uri="{FF2B5EF4-FFF2-40B4-BE49-F238E27FC236}">
                  <a16:creationId xmlns:a16="http://schemas.microsoft.com/office/drawing/2014/main" id="{1C82E2E5-76D7-DE45-7748-AC5A3B7317D0}"/>
                </a:ext>
              </a:extLst>
            </p:cNvPr>
            <p:cNvSpPr/>
            <p:nvPr/>
          </p:nvSpPr>
          <p:spPr>
            <a:xfrm>
              <a:off x="4362099" y="4310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7" name="Oval 2726">
              <a:extLst>
                <a:ext uri="{FF2B5EF4-FFF2-40B4-BE49-F238E27FC236}">
                  <a16:creationId xmlns:a16="http://schemas.microsoft.com/office/drawing/2014/main" id="{D020DA2F-0899-D8FF-8F9D-22EB2E16105C}"/>
                </a:ext>
              </a:extLst>
            </p:cNvPr>
            <p:cNvSpPr/>
            <p:nvPr/>
          </p:nvSpPr>
          <p:spPr>
            <a:xfrm>
              <a:off x="4498690" y="40953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8" name="Oval 2727">
              <a:extLst>
                <a:ext uri="{FF2B5EF4-FFF2-40B4-BE49-F238E27FC236}">
                  <a16:creationId xmlns:a16="http://schemas.microsoft.com/office/drawing/2014/main" id="{1D7DBAC3-4436-3857-3A00-A468F9CFF8FF}"/>
                </a:ext>
              </a:extLst>
            </p:cNvPr>
            <p:cNvSpPr/>
            <p:nvPr/>
          </p:nvSpPr>
          <p:spPr>
            <a:xfrm>
              <a:off x="6039050" y="4863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9" name="Oval 2728">
              <a:extLst>
                <a:ext uri="{FF2B5EF4-FFF2-40B4-BE49-F238E27FC236}">
                  <a16:creationId xmlns:a16="http://schemas.microsoft.com/office/drawing/2014/main" id="{C0A38D88-18FC-475F-4045-7F63EAE2A127}"/>
                </a:ext>
              </a:extLst>
            </p:cNvPr>
            <p:cNvSpPr/>
            <p:nvPr/>
          </p:nvSpPr>
          <p:spPr>
            <a:xfrm>
              <a:off x="4675141" y="4410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0" name="Oval 2729">
              <a:extLst>
                <a:ext uri="{FF2B5EF4-FFF2-40B4-BE49-F238E27FC236}">
                  <a16:creationId xmlns:a16="http://schemas.microsoft.com/office/drawing/2014/main" id="{C16193A1-7F95-6823-64FE-40824CAD9750}"/>
                </a:ext>
              </a:extLst>
            </p:cNvPr>
            <p:cNvSpPr/>
            <p:nvPr/>
          </p:nvSpPr>
          <p:spPr>
            <a:xfrm>
              <a:off x="4594735" y="42281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1" name="Oval 2730">
              <a:extLst>
                <a:ext uri="{FF2B5EF4-FFF2-40B4-BE49-F238E27FC236}">
                  <a16:creationId xmlns:a16="http://schemas.microsoft.com/office/drawing/2014/main" id="{F3264014-3F98-C333-A09C-560F4A142799}"/>
                </a:ext>
              </a:extLst>
            </p:cNvPr>
            <p:cNvSpPr/>
            <p:nvPr/>
          </p:nvSpPr>
          <p:spPr>
            <a:xfrm>
              <a:off x="4425596" y="41696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2" name="Oval 2731">
              <a:extLst>
                <a:ext uri="{FF2B5EF4-FFF2-40B4-BE49-F238E27FC236}">
                  <a16:creationId xmlns:a16="http://schemas.microsoft.com/office/drawing/2014/main" id="{F5077E52-1021-BBE2-C84C-3342C28660EA}"/>
                </a:ext>
              </a:extLst>
            </p:cNvPr>
            <p:cNvSpPr/>
            <p:nvPr/>
          </p:nvSpPr>
          <p:spPr>
            <a:xfrm>
              <a:off x="4612652" y="42691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3" name="Oval 2732">
              <a:extLst>
                <a:ext uri="{FF2B5EF4-FFF2-40B4-BE49-F238E27FC236}">
                  <a16:creationId xmlns:a16="http://schemas.microsoft.com/office/drawing/2014/main" id="{4D4F8EF6-C97E-AC2E-8A6A-6F7816FEBFA5}"/>
                </a:ext>
              </a:extLst>
            </p:cNvPr>
            <p:cNvSpPr/>
            <p:nvPr/>
          </p:nvSpPr>
          <p:spPr>
            <a:xfrm>
              <a:off x="4699637" y="4459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4" name="Oval 2733">
              <a:extLst>
                <a:ext uri="{FF2B5EF4-FFF2-40B4-BE49-F238E27FC236}">
                  <a16:creationId xmlns:a16="http://schemas.microsoft.com/office/drawing/2014/main" id="{3719B550-D147-197B-BEE5-0DD9396A7A0A}"/>
                </a:ext>
              </a:extLst>
            </p:cNvPr>
            <p:cNvSpPr/>
            <p:nvPr/>
          </p:nvSpPr>
          <p:spPr>
            <a:xfrm>
              <a:off x="4544109" y="4131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5" name="Oval 2734">
              <a:extLst>
                <a:ext uri="{FF2B5EF4-FFF2-40B4-BE49-F238E27FC236}">
                  <a16:creationId xmlns:a16="http://schemas.microsoft.com/office/drawing/2014/main" id="{449495C4-A465-72B7-611A-4D807005F4A1}"/>
                </a:ext>
              </a:extLst>
            </p:cNvPr>
            <p:cNvSpPr/>
            <p:nvPr/>
          </p:nvSpPr>
          <p:spPr>
            <a:xfrm>
              <a:off x="4710564" y="44803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6" name="Oval 2735">
              <a:extLst>
                <a:ext uri="{FF2B5EF4-FFF2-40B4-BE49-F238E27FC236}">
                  <a16:creationId xmlns:a16="http://schemas.microsoft.com/office/drawing/2014/main" id="{3D0752D1-39CA-5976-AFC5-0C35DA10B872}"/>
                </a:ext>
              </a:extLst>
            </p:cNvPr>
            <p:cNvSpPr/>
            <p:nvPr/>
          </p:nvSpPr>
          <p:spPr>
            <a:xfrm>
              <a:off x="4413134" y="4194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6AA80317-5D41-0DA2-4556-FC02B9876D6D}"/>
                </a:ext>
              </a:extLst>
            </p:cNvPr>
            <p:cNvSpPr/>
            <p:nvPr/>
          </p:nvSpPr>
          <p:spPr>
            <a:xfrm>
              <a:off x="4826446" y="46407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8" name="Oval 2737">
              <a:extLst>
                <a:ext uri="{FF2B5EF4-FFF2-40B4-BE49-F238E27FC236}">
                  <a16:creationId xmlns:a16="http://schemas.microsoft.com/office/drawing/2014/main" id="{9F20F3AF-44A8-C8D1-98FA-A03D6B260036}"/>
                </a:ext>
              </a:extLst>
            </p:cNvPr>
            <p:cNvSpPr/>
            <p:nvPr/>
          </p:nvSpPr>
          <p:spPr>
            <a:xfrm>
              <a:off x="4535078" y="41194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9" name="Oval 2738">
              <a:extLst>
                <a:ext uri="{FF2B5EF4-FFF2-40B4-BE49-F238E27FC236}">
                  <a16:creationId xmlns:a16="http://schemas.microsoft.com/office/drawing/2014/main" id="{1C79B929-EFEC-8688-20E7-323655EE55D2}"/>
                </a:ext>
              </a:extLst>
            </p:cNvPr>
            <p:cNvSpPr/>
            <p:nvPr/>
          </p:nvSpPr>
          <p:spPr>
            <a:xfrm>
              <a:off x="4435266" y="41520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0" name="Oval 2739">
              <a:extLst>
                <a:ext uri="{FF2B5EF4-FFF2-40B4-BE49-F238E27FC236}">
                  <a16:creationId xmlns:a16="http://schemas.microsoft.com/office/drawing/2014/main" id="{8F240181-8F75-1C7F-1F6C-D75FCD3E8398}"/>
                </a:ext>
              </a:extLst>
            </p:cNvPr>
            <p:cNvSpPr/>
            <p:nvPr/>
          </p:nvSpPr>
          <p:spPr>
            <a:xfrm>
              <a:off x="4541810" y="4128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1" name="Oval 2740">
              <a:extLst>
                <a:ext uri="{FF2B5EF4-FFF2-40B4-BE49-F238E27FC236}">
                  <a16:creationId xmlns:a16="http://schemas.microsoft.com/office/drawing/2014/main" id="{EEDB289F-FD54-9B36-352A-666A4E1DC12E}"/>
                </a:ext>
              </a:extLst>
            </p:cNvPr>
            <p:cNvSpPr/>
            <p:nvPr/>
          </p:nvSpPr>
          <p:spPr>
            <a:xfrm>
              <a:off x="4540571" y="41264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2" name="Oval 2741">
              <a:extLst>
                <a:ext uri="{FF2B5EF4-FFF2-40B4-BE49-F238E27FC236}">
                  <a16:creationId xmlns:a16="http://schemas.microsoft.com/office/drawing/2014/main" id="{A126C81F-A0C6-88C9-B961-AC53BA4EC57C}"/>
                </a:ext>
              </a:extLst>
            </p:cNvPr>
            <p:cNvSpPr/>
            <p:nvPr/>
          </p:nvSpPr>
          <p:spPr>
            <a:xfrm>
              <a:off x="4484185" y="40976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3" name="Oval 2742">
              <a:extLst>
                <a:ext uri="{FF2B5EF4-FFF2-40B4-BE49-F238E27FC236}">
                  <a16:creationId xmlns:a16="http://schemas.microsoft.com/office/drawing/2014/main" id="{E737855D-4371-3300-DEA8-D88C26C0FEAC}"/>
                </a:ext>
              </a:extLst>
            </p:cNvPr>
            <p:cNvSpPr/>
            <p:nvPr/>
          </p:nvSpPr>
          <p:spPr>
            <a:xfrm>
              <a:off x="4483833" y="40977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4" name="Oval 2743">
              <a:extLst>
                <a:ext uri="{FF2B5EF4-FFF2-40B4-BE49-F238E27FC236}">
                  <a16:creationId xmlns:a16="http://schemas.microsoft.com/office/drawing/2014/main" id="{E30CCE47-9878-8FE3-B75A-A880541EBE9F}"/>
                </a:ext>
              </a:extLst>
            </p:cNvPr>
            <p:cNvSpPr/>
            <p:nvPr/>
          </p:nvSpPr>
          <p:spPr>
            <a:xfrm>
              <a:off x="4330432" y="43822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5" name="Oval 2744">
              <a:extLst>
                <a:ext uri="{FF2B5EF4-FFF2-40B4-BE49-F238E27FC236}">
                  <a16:creationId xmlns:a16="http://schemas.microsoft.com/office/drawing/2014/main" id="{A4C94C3D-4A34-AE0B-5450-EEAD3C47FD7D}"/>
                </a:ext>
              </a:extLst>
            </p:cNvPr>
            <p:cNvSpPr/>
            <p:nvPr/>
          </p:nvSpPr>
          <p:spPr>
            <a:xfrm>
              <a:off x="4635368" y="43221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6" name="Oval 2745">
              <a:extLst>
                <a:ext uri="{FF2B5EF4-FFF2-40B4-BE49-F238E27FC236}">
                  <a16:creationId xmlns:a16="http://schemas.microsoft.com/office/drawing/2014/main" id="{8326ACCE-700F-3254-DB58-F909EC4A7818}"/>
                </a:ext>
              </a:extLst>
            </p:cNvPr>
            <p:cNvSpPr/>
            <p:nvPr/>
          </p:nvSpPr>
          <p:spPr>
            <a:xfrm>
              <a:off x="5973797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7" name="Oval 2746">
              <a:extLst>
                <a:ext uri="{FF2B5EF4-FFF2-40B4-BE49-F238E27FC236}">
                  <a16:creationId xmlns:a16="http://schemas.microsoft.com/office/drawing/2014/main" id="{04657271-456F-371F-9CD7-539214EF8D04}"/>
                </a:ext>
              </a:extLst>
            </p:cNvPr>
            <p:cNvSpPr/>
            <p:nvPr/>
          </p:nvSpPr>
          <p:spPr>
            <a:xfrm>
              <a:off x="4389274" y="42471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8" name="Oval 2747">
              <a:extLst>
                <a:ext uri="{FF2B5EF4-FFF2-40B4-BE49-F238E27FC236}">
                  <a16:creationId xmlns:a16="http://schemas.microsoft.com/office/drawing/2014/main" id="{7C438D8F-21E9-A575-C875-F7D9E5BA3CE9}"/>
                </a:ext>
              </a:extLst>
            </p:cNvPr>
            <p:cNvSpPr/>
            <p:nvPr/>
          </p:nvSpPr>
          <p:spPr>
            <a:xfrm>
              <a:off x="4459180" y="41171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9" name="Oval 2748">
              <a:extLst>
                <a:ext uri="{FF2B5EF4-FFF2-40B4-BE49-F238E27FC236}">
                  <a16:creationId xmlns:a16="http://schemas.microsoft.com/office/drawing/2014/main" id="{1D9DB0FD-DB47-CE36-BA22-D015B0126F34}"/>
                </a:ext>
              </a:extLst>
            </p:cNvPr>
            <p:cNvSpPr/>
            <p:nvPr/>
          </p:nvSpPr>
          <p:spPr>
            <a:xfrm>
              <a:off x="4206256" y="45956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0" name="Oval 2749">
              <a:extLst>
                <a:ext uri="{FF2B5EF4-FFF2-40B4-BE49-F238E27FC236}">
                  <a16:creationId xmlns:a16="http://schemas.microsoft.com/office/drawing/2014/main" id="{5E941351-EF35-7FEA-60B6-20D74D0B3A78}"/>
                </a:ext>
              </a:extLst>
            </p:cNvPr>
            <p:cNvSpPr/>
            <p:nvPr/>
          </p:nvSpPr>
          <p:spPr>
            <a:xfrm>
              <a:off x="4410377" y="4200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1" name="Oval 2750">
              <a:extLst>
                <a:ext uri="{FF2B5EF4-FFF2-40B4-BE49-F238E27FC236}">
                  <a16:creationId xmlns:a16="http://schemas.microsoft.com/office/drawing/2014/main" id="{8B84D6D8-89F3-0640-CF25-BEA09911BF9A}"/>
                </a:ext>
              </a:extLst>
            </p:cNvPr>
            <p:cNvSpPr/>
            <p:nvPr/>
          </p:nvSpPr>
          <p:spPr>
            <a:xfrm>
              <a:off x="6042567" y="48630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2" name="Oval 2751">
              <a:extLst>
                <a:ext uri="{FF2B5EF4-FFF2-40B4-BE49-F238E27FC236}">
                  <a16:creationId xmlns:a16="http://schemas.microsoft.com/office/drawing/2014/main" id="{40DC2D07-5871-F740-BD35-6DC6A43EB8C2}"/>
                </a:ext>
              </a:extLst>
            </p:cNvPr>
            <p:cNvSpPr/>
            <p:nvPr/>
          </p:nvSpPr>
          <p:spPr>
            <a:xfrm>
              <a:off x="5987484" y="4861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3" name="Oval 2752">
              <a:extLst>
                <a:ext uri="{FF2B5EF4-FFF2-40B4-BE49-F238E27FC236}">
                  <a16:creationId xmlns:a16="http://schemas.microsoft.com/office/drawing/2014/main" id="{EBF2DD31-D7AA-6BCA-90E6-D28C1FC5F800}"/>
                </a:ext>
              </a:extLst>
            </p:cNvPr>
            <p:cNvSpPr/>
            <p:nvPr/>
          </p:nvSpPr>
          <p:spPr>
            <a:xfrm>
              <a:off x="4491312" y="40956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4" name="Oval 2753">
              <a:extLst>
                <a:ext uri="{FF2B5EF4-FFF2-40B4-BE49-F238E27FC236}">
                  <a16:creationId xmlns:a16="http://schemas.microsoft.com/office/drawing/2014/main" id="{8B0C895B-D46A-2BD8-D327-6A32C7CD08F7}"/>
                </a:ext>
              </a:extLst>
            </p:cNvPr>
            <p:cNvSpPr/>
            <p:nvPr/>
          </p:nvSpPr>
          <p:spPr>
            <a:xfrm>
              <a:off x="4750455" y="4546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5" name="Oval 2754">
              <a:extLst>
                <a:ext uri="{FF2B5EF4-FFF2-40B4-BE49-F238E27FC236}">
                  <a16:creationId xmlns:a16="http://schemas.microsoft.com/office/drawing/2014/main" id="{536E730E-3CF9-0283-8C08-9FA9E6D1E2B6}"/>
                </a:ext>
              </a:extLst>
            </p:cNvPr>
            <p:cNvSpPr/>
            <p:nvPr/>
          </p:nvSpPr>
          <p:spPr>
            <a:xfrm>
              <a:off x="4709012" y="4477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6" name="Oval 2755">
              <a:extLst>
                <a:ext uri="{FF2B5EF4-FFF2-40B4-BE49-F238E27FC236}">
                  <a16:creationId xmlns:a16="http://schemas.microsoft.com/office/drawing/2014/main" id="{ADB04C5B-058D-1D2F-88C0-7CD2FF4C7196}"/>
                </a:ext>
              </a:extLst>
            </p:cNvPr>
            <p:cNvSpPr/>
            <p:nvPr/>
          </p:nvSpPr>
          <p:spPr>
            <a:xfrm>
              <a:off x="6062326" y="48634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7" name="Oval 2756">
              <a:extLst>
                <a:ext uri="{FF2B5EF4-FFF2-40B4-BE49-F238E27FC236}">
                  <a16:creationId xmlns:a16="http://schemas.microsoft.com/office/drawing/2014/main" id="{BC4D4580-3B3B-CB65-66F3-3C90ACB763D0}"/>
                </a:ext>
              </a:extLst>
            </p:cNvPr>
            <p:cNvSpPr/>
            <p:nvPr/>
          </p:nvSpPr>
          <p:spPr>
            <a:xfrm>
              <a:off x="4516158" y="41017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8" name="Oval 2757">
              <a:extLst>
                <a:ext uri="{FF2B5EF4-FFF2-40B4-BE49-F238E27FC236}">
                  <a16:creationId xmlns:a16="http://schemas.microsoft.com/office/drawing/2014/main" id="{9B629E22-CB78-E9A4-B31D-5263C552A5A5}"/>
                </a:ext>
              </a:extLst>
            </p:cNvPr>
            <p:cNvSpPr/>
            <p:nvPr/>
          </p:nvSpPr>
          <p:spPr>
            <a:xfrm>
              <a:off x="4284892" y="44747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9" name="Oval 2758">
              <a:extLst>
                <a:ext uri="{FF2B5EF4-FFF2-40B4-BE49-F238E27FC236}">
                  <a16:creationId xmlns:a16="http://schemas.microsoft.com/office/drawing/2014/main" id="{31E802DE-676B-A4BB-A408-A6C20DEC737E}"/>
                </a:ext>
              </a:extLst>
            </p:cNvPr>
            <p:cNvSpPr/>
            <p:nvPr/>
          </p:nvSpPr>
          <p:spPr>
            <a:xfrm>
              <a:off x="4525183" y="41088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0" name="Oval 2759">
              <a:extLst>
                <a:ext uri="{FF2B5EF4-FFF2-40B4-BE49-F238E27FC236}">
                  <a16:creationId xmlns:a16="http://schemas.microsoft.com/office/drawing/2014/main" id="{C3EC5933-E6CA-775D-5EB6-353462FF625E}"/>
                </a:ext>
              </a:extLst>
            </p:cNvPr>
            <p:cNvSpPr/>
            <p:nvPr/>
          </p:nvSpPr>
          <p:spPr>
            <a:xfrm>
              <a:off x="4763271" y="4565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1" name="Oval 2760">
              <a:extLst>
                <a:ext uri="{FF2B5EF4-FFF2-40B4-BE49-F238E27FC236}">
                  <a16:creationId xmlns:a16="http://schemas.microsoft.com/office/drawing/2014/main" id="{EF2E6F19-589A-FF96-F53E-FAC75666CD44}"/>
                </a:ext>
              </a:extLst>
            </p:cNvPr>
            <p:cNvSpPr/>
            <p:nvPr/>
          </p:nvSpPr>
          <p:spPr>
            <a:xfrm>
              <a:off x="4352285" y="43330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2" name="Oval 2761">
              <a:extLst>
                <a:ext uri="{FF2B5EF4-FFF2-40B4-BE49-F238E27FC236}">
                  <a16:creationId xmlns:a16="http://schemas.microsoft.com/office/drawing/2014/main" id="{DF4D8AFB-8FA9-95BF-F4B2-DFFB197E675B}"/>
                </a:ext>
              </a:extLst>
            </p:cNvPr>
            <p:cNvSpPr/>
            <p:nvPr/>
          </p:nvSpPr>
          <p:spPr>
            <a:xfrm>
              <a:off x="4513165" y="40999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3" name="Oval 2762">
              <a:extLst>
                <a:ext uri="{FF2B5EF4-FFF2-40B4-BE49-F238E27FC236}">
                  <a16:creationId xmlns:a16="http://schemas.microsoft.com/office/drawing/2014/main" id="{1FE49D5A-03CE-1C51-6053-E6E82934A9B2}"/>
                </a:ext>
              </a:extLst>
            </p:cNvPr>
            <p:cNvSpPr/>
            <p:nvPr/>
          </p:nvSpPr>
          <p:spPr>
            <a:xfrm>
              <a:off x="5972242" y="48616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4" name="Oval 2763">
              <a:extLst>
                <a:ext uri="{FF2B5EF4-FFF2-40B4-BE49-F238E27FC236}">
                  <a16:creationId xmlns:a16="http://schemas.microsoft.com/office/drawing/2014/main" id="{718C16CE-20F8-3A8A-D59A-6A65C6244D8C}"/>
                </a:ext>
              </a:extLst>
            </p:cNvPr>
            <p:cNvSpPr/>
            <p:nvPr/>
          </p:nvSpPr>
          <p:spPr>
            <a:xfrm>
              <a:off x="4771061" y="45760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5" name="Oval 2764">
              <a:extLst>
                <a:ext uri="{FF2B5EF4-FFF2-40B4-BE49-F238E27FC236}">
                  <a16:creationId xmlns:a16="http://schemas.microsoft.com/office/drawing/2014/main" id="{82401BCD-D9C6-0009-D045-D086F0490D52}"/>
                </a:ext>
              </a:extLst>
            </p:cNvPr>
            <p:cNvSpPr/>
            <p:nvPr/>
          </p:nvSpPr>
          <p:spPr>
            <a:xfrm>
              <a:off x="4535209" y="4119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6" name="Oval 2765">
              <a:extLst>
                <a:ext uri="{FF2B5EF4-FFF2-40B4-BE49-F238E27FC236}">
                  <a16:creationId xmlns:a16="http://schemas.microsoft.com/office/drawing/2014/main" id="{2D721BEA-448A-2CEB-CB39-48A927DBBCFE}"/>
                </a:ext>
              </a:extLst>
            </p:cNvPr>
            <p:cNvSpPr/>
            <p:nvPr/>
          </p:nvSpPr>
          <p:spPr>
            <a:xfrm>
              <a:off x="5975480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7" name="Oval 2766">
              <a:extLst>
                <a:ext uri="{FF2B5EF4-FFF2-40B4-BE49-F238E27FC236}">
                  <a16:creationId xmlns:a16="http://schemas.microsoft.com/office/drawing/2014/main" id="{76E35B2E-2603-2A0F-9C4D-7877B7F88BB5}"/>
                </a:ext>
              </a:extLst>
            </p:cNvPr>
            <p:cNvSpPr/>
            <p:nvPr/>
          </p:nvSpPr>
          <p:spPr>
            <a:xfrm>
              <a:off x="4540151" y="41258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8" name="Oval 2767">
              <a:extLst>
                <a:ext uri="{FF2B5EF4-FFF2-40B4-BE49-F238E27FC236}">
                  <a16:creationId xmlns:a16="http://schemas.microsoft.com/office/drawing/2014/main" id="{DF5C7DA8-B4BD-60C6-9E5C-FCB4ABE59696}"/>
                </a:ext>
              </a:extLst>
            </p:cNvPr>
            <p:cNvSpPr/>
            <p:nvPr/>
          </p:nvSpPr>
          <p:spPr>
            <a:xfrm>
              <a:off x="4884118" y="46904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9" name="Oval 2768">
              <a:extLst>
                <a:ext uri="{FF2B5EF4-FFF2-40B4-BE49-F238E27FC236}">
                  <a16:creationId xmlns:a16="http://schemas.microsoft.com/office/drawing/2014/main" id="{6D9437BE-B97B-9350-261D-43B0AEDAD11E}"/>
                </a:ext>
              </a:extLst>
            </p:cNvPr>
            <p:cNvSpPr/>
            <p:nvPr/>
          </p:nvSpPr>
          <p:spPr>
            <a:xfrm>
              <a:off x="4251659" y="45316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0" name="Oval 2769">
              <a:extLst>
                <a:ext uri="{FF2B5EF4-FFF2-40B4-BE49-F238E27FC236}">
                  <a16:creationId xmlns:a16="http://schemas.microsoft.com/office/drawing/2014/main" id="{5A81CE88-DE98-7AE0-C0C8-A46C05A09DED}"/>
                </a:ext>
              </a:extLst>
            </p:cNvPr>
            <p:cNvSpPr/>
            <p:nvPr/>
          </p:nvSpPr>
          <p:spPr>
            <a:xfrm>
              <a:off x="4537375" y="41222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1" name="Oval 2770">
              <a:extLst>
                <a:ext uri="{FF2B5EF4-FFF2-40B4-BE49-F238E27FC236}">
                  <a16:creationId xmlns:a16="http://schemas.microsoft.com/office/drawing/2014/main" id="{78A5FD81-89DE-B30B-7001-7E218A0650CC}"/>
                </a:ext>
              </a:extLst>
            </p:cNvPr>
            <p:cNvSpPr/>
            <p:nvPr/>
          </p:nvSpPr>
          <p:spPr>
            <a:xfrm>
              <a:off x="4308922" y="44278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2" name="Oval 2771">
              <a:extLst>
                <a:ext uri="{FF2B5EF4-FFF2-40B4-BE49-F238E27FC236}">
                  <a16:creationId xmlns:a16="http://schemas.microsoft.com/office/drawing/2014/main" id="{74B84D95-33C8-7E20-1456-E3B51A315FDC}"/>
                </a:ext>
              </a:extLst>
            </p:cNvPr>
            <p:cNvSpPr/>
            <p:nvPr/>
          </p:nvSpPr>
          <p:spPr>
            <a:xfrm>
              <a:off x="4722783" y="45020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3" name="Oval 2772">
              <a:extLst>
                <a:ext uri="{FF2B5EF4-FFF2-40B4-BE49-F238E27FC236}">
                  <a16:creationId xmlns:a16="http://schemas.microsoft.com/office/drawing/2014/main" id="{BE4213CD-8206-8D18-BF15-BC0E8E0E6001}"/>
                </a:ext>
              </a:extLst>
            </p:cNvPr>
            <p:cNvSpPr/>
            <p:nvPr/>
          </p:nvSpPr>
          <p:spPr>
            <a:xfrm>
              <a:off x="4223939" y="45725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4" name="Oval 2773">
              <a:extLst>
                <a:ext uri="{FF2B5EF4-FFF2-40B4-BE49-F238E27FC236}">
                  <a16:creationId xmlns:a16="http://schemas.microsoft.com/office/drawing/2014/main" id="{D1820A5A-C42C-6854-F9DF-B8C332D181FB}"/>
                </a:ext>
              </a:extLst>
            </p:cNvPr>
            <p:cNvSpPr/>
            <p:nvPr/>
          </p:nvSpPr>
          <p:spPr>
            <a:xfrm>
              <a:off x="4395052" y="42340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5" name="Oval 2774">
              <a:extLst>
                <a:ext uri="{FF2B5EF4-FFF2-40B4-BE49-F238E27FC236}">
                  <a16:creationId xmlns:a16="http://schemas.microsoft.com/office/drawing/2014/main" id="{DC0ADA48-4230-D065-956B-621ED5186E9A}"/>
                </a:ext>
              </a:extLst>
            </p:cNvPr>
            <p:cNvSpPr/>
            <p:nvPr/>
          </p:nvSpPr>
          <p:spPr>
            <a:xfrm>
              <a:off x="4307921" y="44299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2745034B-4717-7E29-75F7-AEB0C8E983B9}"/>
                </a:ext>
              </a:extLst>
            </p:cNvPr>
            <p:cNvSpPr/>
            <p:nvPr/>
          </p:nvSpPr>
          <p:spPr>
            <a:xfrm>
              <a:off x="5909009" y="48601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3FC2D44F-1318-BB64-D076-0E362CD7BC43}"/>
                </a:ext>
              </a:extLst>
            </p:cNvPr>
            <p:cNvSpPr/>
            <p:nvPr/>
          </p:nvSpPr>
          <p:spPr>
            <a:xfrm>
              <a:off x="4437217" y="4148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8" name="Oval 2777">
              <a:extLst>
                <a:ext uri="{FF2B5EF4-FFF2-40B4-BE49-F238E27FC236}">
                  <a16:creationId xmlns:a16="http://schemas.microsoft.com/office/drawing/2014/main" id="{AD77EB9E-0BD2-4FC4-0EFE-7095793E2FB8}"/>
                </a:ext>
              </a:extLst>
            </p:cNvPr>
            <p:cNvSpPr/>
            <p:nvPr/>
          </p:nvSpPr>
          <p:spPr>
            <a:xfrm>
              <a:off x="4458097" y="41184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516D7B44-95E8-1BB9-CA97-5DB47E57CE76}"/>
                </a:ext>
              </a:extLst>
            </p:cNvPr>
            <p:cNvSpPr/>
            <p:nvPr/>
          </p:nvSpPr>
          <p:spPr>
            <a:xfrm>
              <a:off x="4357510" y="43209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0" name="Oval 2779">
              <a:extLst>
                <a:ext uri="{FF2B5EF4-FFF2-40B4-BE49-F238E27FC236}">
                  <a16:creationId xmlns:a16="http://schemas.microsoft.com/office/drawing/2014/main" id="{40528641-7D2E-1466-8D3F-AA625B8B89C6}"/>
                </a:ext>
              </a:extLst>
            </p:cNvPr>
            <p:cNvSpPr/>
            <p:nvPr/>
          </p:nvSpPr>
          <p:spPr>
            <a:xfrm>
              <a:off x="6028010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1" name="Oval 2780">
              <a:extLst>
                <a:ext uri="{FF2B5EF4-FFF2-40B4-BE49-F238E27FC236}">
                  <a16:creationId xmlns:a16="http://schemas.microsoft.com/office/drawing/2014/main" id="{6053B69D-FFE4-2AD3-F551-B72D016B6212}"/>
                </a:ext>
              </a:extLst>
            </p:cNvPr>
            <p:cNvSpPr/>
            <p:nvPr/>
          </p:nvSpPr>
          <p:spPr>
            <a:xfrm>
              <a:off x="5958114" y="48613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2" name="Oval 2781">
              <a:extLst>
                <a:ext uri="{FF2B5EF4-FFF2-40B4-BE49-F238E27FC236}">
                  <a16:creationId xmlns:a16="http://schemas.microsoft.com/office/drawing/2014/main" id="{02B8A685-E0E1-3C1D-B16D-043258B39168}"/>
                </a:ext>
              </a:extLst>
            </p:cNvPr>
            <p:cNvSpPr/>
            <p:nvPr/>
          </p:nvSpPr>
          <p:spPr>
            <a:xfrm>
              <a:off x="4463841" y="4112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3" name="Oval 2782">
              <a:extLst>
                <a:ext uri="{FF2B5EF4-FFF2-40B4-BE49-F238E27FC236}">
                  <a16:creationId xmlns:a16="http://schemas.microsoft.com/office/drawing/2014/main" id="{06CADB93-4715-7FD3-8D25-0D8905E10CDF}"/>
                </a:ext>
              </a:extLst>
            </p:cNvPr>
            <p:cNvSpPr/>
            <p:nvPr/>
          </p:nvSpPr>
          <p:spPr>
            <a:xfrm>
              <a:off x="6059830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4" name="Oval 2783">
              <a:extLst>
                <a:ext uri="{FF2B5EF4-FFF2-40B4-BE49-F238E27FC236}">
                  <a16:creationId xmlns:a16="http://schemas.microsoft.com/office/drawing/2014/main" id="{7DC4302C-F013-1555-8CED-1634FA5D30FB}"/>
                </a:ext>
              </a:extLst>
            </p:cNvPr>
            <p:cNvSpPr/>
            <p:nvPr/>
          </p:nvSpPr>
          <p:spPr>
            <a:xfrm>
              <a:off x="4338349" y="43646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5" name="Oval 2784">
              <a:extLst>
                <a:ext uri="{FF2B5EF4-FFF2-40B4-BE49-F238E27FC236}">
                  <a16:creationId xmlns:a16="http://schemas.microsoft.com/office/drawing/2014/main" id="{9C59978B-153A-571C-5EF4-D44E9D86C07B}"/>
                </a:ext>
              </a:extLst>
            </p:cNvPr>
            <p:cNvSpPr/>
            <p:nvPr/>
          </p:nvSpPr>
          <p:spPr>
            <a:xfrm>
              <a:off x="4424172" y="4172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6" name="Oval 2785">
              <a:extLst>
                <a:ext uri="{FF2B5EF4-FFF2-40B4-BE49-F238E27FC236}">
                  <a16:creationId xmlns:a16="http://schemas.microsoft.com/office/drawing/2014/main" id="{16500E02-B959-9A54-71C6-5BE671E0CD2F}"/>
                </a:ext>
              </a:extLst>
            </p:cNvPr>
            <p:cNvSpPr/>
            <p:nvPr/>
          </p:nvSpPr>
          <p:spPr>
            <a:xfrm>
              <a:off x="597580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7" name="Oval 2786">
              <a:extLst>
                <a:ext uri="{FF2B5EF4-FFF2-40B4-BE49-F238E27FC236}">
                  <a16:creationId xmlns:a16="http://schemas.microsoft.com/office/drawing/2014/main" id="{0B65438A-9CA0-FEF4-862D-FEB739EE9CAB}"/>
                </a:ext>
              </a:extLst>
            </p:cNvPr>
            <p:cNvSpPr/>
            <p:nvPr/>
          </p:nvSpPr>
          <p:spPr>
            <a:xfrm>
              <a:off x="4193425" y="46110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8" name="Oval 2787">
              <a:extLst>
                <a:ext uri="{FF2B5EF4-FFF2-40B4-BE49-F238E27FC236}">
                  <a16:creationId xmlns:a16="http://schemas.microsoft.com/office/drawing/2014/main" id="{25B6BA74-FD27-8F89-78F4-F7818B91FF33}"/>
                </a:ext>
              </a:extLst>
            </p:cNvPr>
            <p:cNvSpPr/>
            <p:nvPr/>
          </p:nvSpPr>
          <p:spPr>
            <a:xfrm>
              <a:off x="6022995" y="4862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9" name="Oval 2788">
              <a:extLst>
                <a:ext uri="{FF2B5EF4-FFF2-40B4-BE49-F238E27FC236}">
                  <a16:creationId xmlns:a16="http://schemas.microsoft.com/office/drawing/2014/main" id="{0553DD6D-EFEE-B1AE-B7B2-8FB4CCA8B7F0}"/>
                </a:ext>
              </a:extLst>
            </p:cNvPr>
            <p:cNvSpPr/>
            <p:nvPr/>
          </p:nvSpPr>
          <p:spPr>
            <a:xfrm>
              <a:off x="4523552" y="41073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0" name="Oval 2789">
              <a:extLst>
                <a:ext uri="{FF2B5EF4-FFF2-40B4-BE49-F238E27FC236}">
                  <a16:creationId xmlns:a16="http://schemas.microsoft.com/office/drawing/2014/main" id="{92F38364-128D-3566-DC3B-0DA9227EB38A}"/>
                </a:ext>
              </a:extLst>
            </p:cNvPr>
            <p:cNvSpPr/>
            <p:nvPr/>
          </p:nvSpPr>
          <p:spPr>
            <a:xfrm>
              <a:off x="4683931" y="44288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8A1D4586-ED9C-DAA9-800E-32BFBBD4DC94}"/>
                </a:ext>
              </a:extLst>
            </p:cNvPr>
            <p:cNvSpPr/>
            <p:nvPr/>
          </p:nvSpPr>
          <p:spPr>
            <a:xfrm>
              <a:off x="4317243" y="4410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2" name="Oval 2791">
              <a:extLst>
                <a:ext uri="{FF2B5EF4-FFF2-40B4-BE49-F238E27FC236}">
                  <a16:creationId xmlns:a16="http://schemas.microsoft.com/office/drawing/2014/main" id="{E0DE2DBF-D1FC-07AB-9B5F-42BF53D7B4C9}"/>
                </a:ext>
              </a:extLst>
            </p:cNvPr>
            <p:cNvSpPr/>
            <p:nvPr/>
          </p:nvSpPr>
          <p:spPr>
            <a:xfrm>
              <a:off x="597566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3" name="Oval 2792">
              <a:extLst>
                <a:ext uri="{FF2B5EF4-FFF2-40B4-BE49-F238E27FC236}">
                  <a16:creationId xmlns:a16="http://schemas.microsoft.com/office/drawing/2014/main" id="{9D1E4695-D80C-0B27-7B67-62B138D6BB94}"/>
                </a:ext>
              </a:extLst>
            </p:cNvPr>
            <p:cNvSpPr/>
            <p:nvPr/>
          </p:nvSpPr>
          <p:spPr>
            <a:xfrm>
              <a:off x="6086750" y="48639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4" name="Oval 2793">
              <a:extLst>
                <a:ext uri="{FF2B5EF4-FFF2-40B4-BE49-F238E27FC236}">
                  <a16:creationId xmlns:a16="http://schemas.microsoft.com/office/drawing/2014/main" id="{874C2B94-AB9F-CB44-161F-02B0AB9AC514}"/>
                </a:ext>
              </a:extLst>
            </p:cNvPr>
            <p:cNvSpPr/>
            <p:nvPr/>
          </p:nvSpPr>
          <p:spPr>
            <a:xfrm>
              <a:off x="4800779" y="4613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5" name="Oval 2794">
              <a:extLst>
                <a:ext uri="{FF2B5EF4-FFF2-40B4-BE49-F238E27FC236}">
                  <a16:creationId xmlns:a16="http://schemas.microsoft.com/office/drawing/2014/main" id="{33526E36-E98D-5A35-7219-44D110D928E9}"/>
                </a:ext>
              </a:extLst>
            </p:cNvPr>
            <p:cNvSpPr/>
            <p:nvPr/>
          </p:nvSpPr>
          <p:spPr>
            <a:xfrm>
              <a:off x="4316832" y="44114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6" name="Oval 2795">
              <a:extLst>
                <a:ext uri="{FF2B5EF4-FFF2-40B4-BE49-F238E27FC236}">
                  <a16:creationId xmlns:a16="http://schemas.microsoft.com/office/drawing/2014/main" id="{4D38D43E-1A5D-CE21-CD86-F0145D9DF330}"/>
                </a:ext>
              </a:extLst>
            </p:cNvPr>
            <p:cNvSpPr/>
            <p:nvPr/>
          </p:nvSpPr>
          <p:spPr>
            <a:xfrm>
              <a:off x="4525789" y="41094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7" name="Oval 2796">
              <a:extLst>
                <a:ext uri="{FF2B5EF4-FFF2-40B4-BE49-F238E27FC236}">
                  <a16:creationId xmlns:a16="http://schemas.microsoft.com/office/drawing/2014/main" id="{DD9DD8AE-03A5-A4B9-FF8F-E840373428BA}"/>
                </a:ext>
              </a:extLst>
            </p:cNvPr>
            <p:cNvSpPr/>
            <p:nvPr/>
          </p:nvSpPr>
          <p:spPr>
            <a:xfrm>
              <a:off x="4627233" y="4303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8" name="Oval 2797">
              <a:extLst>
                <a:ext uri="{FF2B5EF4-FFF2-40B4-BE49-F238E27FC236}">
                  <a16:creationId xmlns:a16="http://schemas.microsoft.com/office/drawing/2014/main" id="{B89BC0BE-6720-2FAC-7476-E98F2A8C1C7C}"/>
                </a:ext>
              </a:extLst>
            </p:cNvPr>
            <p:cNvSpPr/>
            <p:nvPr/>
          </p:nvSpPr>
          <p:spPr>
            <a:xfrm>
              <a:off x="6008542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9" name="Oval 2798">
              <a:extLst>
                <a:ext uri="{FF2B5EF4-FFF2-40B4-BE49-F238E27FC236}">
                  <a16:creationId xmlns:a16="http://schemas.microsoft.com/office/drawing/2014/main" id="{72B477B2-A1BF-84F4-DF6F-B76974A47AAC}"/>
                </a:ext>
              </a:extLst>
            </p:cNvPr>
            <p:cNvSpPr/>
            <p:nvPr/>
          </p:nvSpPr>
          <p:spPr>
            <a:xfrm>
              <a:off x="4596220" y="4231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0" name="Oval 2799">
              <a:extLst>
                <a:ext uri="{FF2B5EF4-FFF2-40B4-BE49-F238E27FC236}">
                  <a16:creationId xmlns:a16="http://schemas.microsoft.com/office/drawing/2014/main" id="{33FBF369-64AD-FAE2-7E11-26B897456A90}"/>
                </a:ext>
              </a:extLst>
            </p:cNvPr>
            <p:cNvSpPr/>
            <p:nvPr/>
          </p:nvSpPr>
          <p:spPr>
            <a:xfrm>
              <a:off x="4639439" y="43315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1" name="Oval 2800">
              <a:extLst>
                <a:ext uri="{FF2B5EF4-FFF2-40B4-BE49-F238E27FC236}">
                  <a16:creationId xmlns:a16="http://schemas.microsoft.com/office/drawing/2014/main" id="{5B4032CF-78FF-3516-6A63-859D12A6960B}"/>
                </a:ext>
              </a:extLst>
            </p:cNvPr>
            <p:cNvSpPr/>
            <p:nvPr/>
          </p:nvSpPr>
          <p:spPr>
            <a:xfrm>
              <a:off x="4372507" y="4286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2" name="Oval 2801">
              <a:extLst>
                <a:ext uri="{FF2B5EF4-FFF2-40B4-BE49-F238E27FC236}">
                  <a16:creationId xmlns:a16="http://schemas.microsoft.com/office/drawing/2014/main" id="{ABA3D0D7-4F79-B68A-95F1-738902385181}"/>
                </a:ext>
              </a:extLst>
            </p:cNvPr>
            <p:cNvSpPr/>
            <p:nvPr/>
          </p:nvSpPr>
          <p:spPr>
            <a:xfrm>
              <a:off x="6001890" y="48622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3" name="Oval 2802">
              <a:extLst>
                <a:ext uri="{FF2B5EF4-FFF2-40B4-BE49-F238E27FC236}">
                  <a16:creationId xmlns:a16="http://schemas.microsoft.com/office/drawing/2014/main" id="{D9FD6C4A-EC25-1D6F-DD12-87722D7C79A9}"/>
                </a:ext>
              </a:extLst>
            </p:cNvPr>
            <p:cNvSpPr/>
            <p:nvPr/>
          </p:nvSpPr>
          <p:spPr>
            <a:xfrm>
              <a:off x="4054351" y="47251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4" name="Oval 2803">
              <a:extLst>
                <a:ext uri="{FF2B5EF4-FFF2-40B4-BE49-F238E27FC236}">
                  <a16:creationId xmlns:a16="http://schemas.microsoft.com/office/drawing/2014/main" id="{23BBBF03-A742-C30D-56F8-73CB02CB81C4}"/>
                </a:ext>
              </a:extLst>
            </p:cNvPr>
            <p:cNvSpPr/>
            <p:nvPr/>
          </p:nvSpPr>
          <p:spPr>
            <a:xfrm>
              <a:off x="4326758" y="4390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5" name="Oval 2804">
              <a:extLst>
                <a:ext uri="{FF2B5EF4-FFF2-40B4-BE49-F238E27FC236}">
                  <a16:creationId xmlns:a16="http://schemas.microsoft.com/office/drawing/2014/main" id="{91ED9134-9C2A-D42C-55E9-676BE681EA91}"/>
                </a:ext>
              </a:extLst>
            </p:cNvPr>
            <p:cNvSpPr/>
            <p:nvPr/>
          </p:nvSpPr>
          <p:spPr>
            <a:xfrm>
              <a:off x="4243127" y="45448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6" name="Oval 2805">
              <a:extLst>
                <a:ext uri="{FF2B5EF4-FFF2-40B4-BE49-F238E27FC236}">
                  <a16:creationId xmlns:a16="http://schemas.microsoft.com/office/drawing/2014/main" id="{693AE72F-86F5-55F4-9A66-6C98152AB134}"/>
                </a:ext>
              </a:extLst>
            </p:cNvPr>
            <p:cNvSpPr/>
            <p:nvPr/>
          </p:nvSpPr>
          <p:spPr>
            <a:xfrm>
              <a:off x="4480036" y="4099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7" name="Oval 2806">
              <a:extLst>
                <a:ext uri="{FF2B5EF4-FFF2-40B4-BE49-F238E27FC236}">
                  <a16:creationId xmlns:a16="http://schemas.microsoft.com/office/drawing/2014/main" id="{03E080F5-206D-484E-286F-B9EA99BA76B8}"/>
                </a:ext>
              </a:extLst>
            </p:cNvPr>
            <p:cNvSpPr/>
            <p:nvPr/>
          </p:nvSpPr>
          <p:spPr>
            <a:xfrm>
              <a:off x="4324828" y="43944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8" name="Oval 2807">
              <a:extLst>
                <a:ext uri="{FF2B5EF4-FFF2-40B4-BE49-F238E27FC236}">
                  <a16:creationId xmlns:a16="http://schemas.microsoft.com/office/drawing/2014/main" id="{365AE171-407C-4826-7629-6AA0EB2AB9DE}"/>
                </a:ext>
              </a:extLst>
            </p:cNvPr>
            <p:cNvSpPr/>
            <p:nvPr/>
          </p:nvSpPr>
          <p:spPr>
            <a:xfrm>
              <a:off x="5976630" y="48617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9" name="Oval 2808">
              <a:extLst>
                <a:ext uri="{FF2B5EF4-FFF2-40B4-BE49-F238E27FC236}">
                  <a16:creationId xmlns:a16="http://schemas.microsoft.com/office/drawing/2014/main" id="{D1A0E09C-93F2-7554-175A-D9A3D89CA11F}"/>
                </a:ext>
              </a:extLst>
            </p:cNvPr>
            <p:cNvSpPr/>
            <p:nvPr/>
          </p:nvSpPr>
          <p:spPr>
            <a:xfrm>
              <a:off x="4612443" y="4268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0" name="Oval 2809">
              <a:extLst>
                <a:ext uri="{FF2B5EF4-FFF2-40B4-BE49-F238E27FC236}">
                  <a16:creationId xmlns:a16="http://schemas.microsoft.com/office/drawing/2014/main" id="{E104EA86-5554-21AB-309E-6408424A47F1}"/>
                </a:ext>
              </a:extLst>
            </p:cNvPr>
            <p:cNvSpPr/>
            <p:nvPr/>
          </p:nvSpPr>
          <p:spPr>
            <a:xfrm>
              <a:off x="4783900" y="4592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1" name="Oval 2810">
              <a:extLst>
                <a:ext uri="{FF2B5EF4-FFF2-40B4-BE49-F238E27FC236}">
                  <a16:creationId xmlns:a16="http://schemas.microsoft.com/office/drawing/2014/main" id="{5A04DD39-29F3-78A3-2389-FA8E45D31917}"/>
                </a:ext>
              </a:extLst>
            </p:cNvPr>
            <p:cNvSpPr/>
            <p:nvPr/>
          </p:nvSpPr>
          <p:spPr>
            <a:xfrm>
              <a:off x="4411769" y="4197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2" name="Oval 2811">
              <a:extLst>
                <a:ext uri="{FF2B5EF4-FFF2-40B4-BE49-F238E27FC236}">
                  <a16:creationId xmlns:a16="http://schemas.microsoft.com/office/drawing/2014/main" id="{A38425FF-883E-682E-25B9-9BB72881FC76}"/>
                </a:ext>
              </a:extLst>
            </p:cNvPr>
            <p:cNvSpPr/>
            <p:nvPr/>
          </p:nvSpPr>
          <p:spPr>
            <a:xfrm>
              <a:off x="4408358" y="42046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3" name="Oval 2812">
              <a:extLst>
                <a:ext uri="{FF2B5EF4-FFF2-40B4-BE49-F238E27FC236}">
                  <a16:creationId xmlns:a16="http://schemas.microsoft.com/office/drawing/2014/main" id="{BA2551A0-9285-9F25-0D1F-05B60A874048}"/>
                </a:ext>
              </a:extLst>
            </p:cNvPr>
            <p:cNvSpPr/>
            <p:nvPr/>
          </p:nvSpPr>
          <p:spPr>
            <a:xfrm>
              <a:off x="4409498" y="42022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4" name="Oval 2813">
              <a:extLst>
                <a:ext uri="{FF2B5EF4-FFF2-40B4-BE49-F238E27FC236}">
                  <a16:creationId xmlns:a16="http://schemas.microsoft.com/office/drawing/2014/main" id="{3ECAD5E5-B003-9085-34A5-CEE6BD1ED1E7}"/>
                </a:ext>
              </a:extLst>
            </p:cNvPr>
            <p:cNvSpPr/>
            <p:nvPr/>
          </p:nvSpPr>
          <p:spPr>
            <a:xfrm>
              <a:off x="4512755" y="40997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5" name="Oval 2814">
              <a:extLst>
                <a:ext uri="{FF2B5EF4-FFF2-40B4-BE49-F238E27FC236}">
                  <a16:creationId xmlns:a16="http://schemas.microsoft.com/office/drawing/2014/main" id="{CC95041B-DEEF-27B7-85E6-059BBBCF5285}"/>
                </a:ext>
              </a:extLst>
            </p:cNvPr>
            <p:cNvSpPr/>
            <p:nvPr/>
          </p:nvSpPr>
          <p:spPr>
            <a:xfrm>
              <a:off x="5917971" y="48603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312F38C8-406C-1D47-2D32-B92F78741D83}"/>
                </a:ext>
              </a:extLst>
            </p:cNvPr>
            <p:cNvSpPr/>
            <p:nvPr/>
          </p:nvSpPr>
          <p:spPr>
            <a:xfrm>
              <a:off x="5938820" y="48608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0C8ED953-7DD7-AB44-2EEE-4675F25FC5B6}"/>
                </a:ext>
              </a:extLst>
            </p:cNvPr>
            <p:cNvSpPr/>
            <p:nvPr/>
          </p:nvSpPr>
          <p:spPr>
            <a:xfrm>
              <a:off x="4321029" y="44025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5E5BBA0F-0EB4-84A7-A3E9-1AFD752DF059}"/>
                </a:ext>
              </a:extLst>
            </p:cNvPr>
            <p:cNvSpPr/>
            <p:nvPr/>
          </p:nvSpPr>
          <p:spPr>
            <a:xfrm>
              <a:off x="4491395" y="40956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9" name="Oval 2818">
              <a:extLst>
                <a:ext uri="{FF2B5EF4-FFF2-40B4-BE49-F238E27FC236}">
                  <a16:creationId xmlns:a16="http://schemas.microsoft.com/office/drawing/2014/main" id="{FF7A8D55-2CC3-1D38-E0D6-E25611E73B20}"/>
                </a:ext>
              </a:extLst>
            </p:cNvPr>
            <p:cNvSpPr/>
            <p:nvPr/>
          </p:nvSpPr>
          <p:spPr>
            <a:xfrm>
              <a:off x="4498253" y="40953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0" name="Oval 2819">
              <a:extLst>
                <a:ext uri="{FF2B5EF4-FFF2-40B4-BE49-F238E27FC236}">
                  <a16:creationId xmlns:a16="http://schemas.microsoft.com/office/drawing/2014/main" id="{B217761C-0E0D-95CE-3B34-277391C91305}"/>
                </a:ext>
              </a:extLst>
            </p:cNvPr>
            <p:cNvSpPr/>
            <p:nvPr/>
          </p:nvSpPr>
          <p:spPr>
            <a:xfrm>
              <a:off x="4577317" y="41905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1" name="Oval 2820">
              <a:extLst>
                <a:ext uri="{FF2B5EF4-FFF2-40B4-BE49-F238E27FC236}">
                  <a16:creationId xmlns:a16="http://schemas.microsoft.com/office/drawing/2014/main" id="{240F2648-0987-971D-5EE9-89CD49D173A4}"/>
                </a:ext>
              </a:extLst>
            </p:cNvPr>
            <p:cNvSpPr/>
            <p:nvPr/>
          </p:nvSpPr>
          <p:spPr>
            <a:xfrm>
              <a:off x="4537361" y="41222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2" name="Oval 2821">
              <a:extLst>
                <a:ext uri="{FF2B5EF4-FFF2-40B4-BE49-F238E27FC236}">
                  <a16:creationId xmlns:a16="http://schemas.microsoft.com/office/drawing/2014/main" id="{28B005E6-2CB9-C72B-6C63-3AFA6BCFD8FD}"/>
                </a:ext>
              </a:extLst>
            </p:cNvPr>
            <p:cNvSpPr/>
            <p:nvPr/>
          </p:nvSpPr>
          <p:spPr>
            <a:xfrm>
              <a:off x="4185510" y="46200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3" name="Oval 2822">
              <a:extLst>
                <a:ext uri="{FF2B5EF4-FFF2-40B4-BE49-F238E27FC236}">
                  <a16:creationId xmlns:a16="http://schemas.microsoft.com/office/drawing/2014/main" id="{60C2E8C8-D2DC-6B18-871C-09F1C4657C28}"/>
                </a:ext>
              </a:extLst>
            </p:cNvPr>
            <p:cNvSpPr/>
            <p:nvPr/>
          </p:nvSpPr>
          <p:spPr>
            <a:xfrm>
              <a:off x="4479948" y="4099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4" name="Oval 2823">
              <a:extLst>
                <a:ext uri="{FF2B5EF4-FFF2-40B4-BE49-F238E27FC236}">
                  <a16:creationId xmlns:a16="http://schemas.microsoft.com/office/drawing/2014/main" id="{24975354-7F04-4C57-AD39-E8EB06F3B15F}"/>
                </a:ext>
              </a:extLst>
            </p:cNvPr>
            <p:cNvSpPr/>
            <p:nvPr/>
          </p:nvSpPr>
          <p:spPr>
            <a:xfrm>
              <a:off x="4630292" y="43103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5" name="Oval 2824">
              <a:extLst>
                <a:ext uri="{FF2B5EF4-FFF2-40B4-BE49-F238E27FC236}">
                  <a16:creationId xmlns:a16="http://schemas.microsoft.com/office/drawing/2014/main" id="{B797F32E-1C52-3F77-F0A7-2F5A8E64183F}"/>
                </a:ext>
              </a:extLst>
            </p:cNvPr>
            <p:cNvSpPr/>
            <p:nvPr/>
          </p:nvSpPr>
          <p:spPr>
            <a:xfrm>
              <a:off x="4642451" y="43384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6" name="Oval 2825">
              <a:extLst>
                <a:ext uri="{FF2B5EF4-FFF2-40B4-BE49-F238E27FC236}">
                  <a16:creationId xmlns:a16="http://schemas.microsoft.com/office/drawing/2014/main" id="{7FE9F523-9010-C51F-ED05-C65141143465}"/>
                </a:ext>
              </a:extLst>
            </p:cNvPr>
            <p:cNvSpPr/>
            <p:nvPr/>
          </p:nvSpPr>
          <p:spPr>
            <a:xfrm>
              <a:off x="4362921" y="43083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7" name="Oval 2826">
              <a:extLst>
                <a:ext uri="{FF2B5EF4-FFF2-40B4-BE49-F238E27FC236}">
                  <a16:creationId xmlns:a16="http://schemas.microsoft.com/office/drawing/2014/main" id="{460EAA31-4A7F-1324-6190-65F3D2A438E8}"/>
                </a:ext>
              </a:extLst>
            </p:cNvPr>
            <p:cNvSpPr/>
            <p:nvPr/>
          </p:nvSpPr>
          <p:spPr>
            <a:xfrm>
              <a:off x="4720662" y="44983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8" name="Oval 2827">
              <a:extLst>
                <a:ext uri="{FF2B5EF4-FFF2-40B4-BE49-F238E27FC236}">
                  <a16:creationId xmlns:a16="http://schemas.microsoft.com/office/drawing/2014/main" id="{445250E8-5747-0890-A605-DCDAB4221D36}"/>
                </a:ext>
              </a:extLst>
            </p:cNvPr>
            <p:cNvSpPr/>
            <p:nvPr/>
          </p:nvSpPr>
          <p:spPr>
            <a:xfrm>
              <a:off x="4191708" y="46130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9" name="Oval 2828">
              <a:extLst>
                <a:ext uri="{FF2B5EF4-FFF2-40B4-BE49-F238E27FC236}">
                  <a16:creationId xmlns:a16="http://schemas.microsoft.com/office/drawing/2014/main" id="{75026169-9DCE-ED9E-2E37-A2FA9437BA18}"/>
                </a:ext>
              </a:extLst>
            </p:cNvPr>
            <p:cNvSpPr/>
            <p:nvPr/>
          </p:nvSpPr>
          <p:spPr>
            <a:xfrm>
              <a:off x="4412777" y="41953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0" name="Oval 2829">
              <a:extLst>
                <a:ext uri="{FF2B5EF4-FFF2-40B4-BE49-F238E27FC236}">
                  <a16:creationId xmlns:a16="http://schemas.microsoft.com/office/drawing/2014/main" id="{7A470320-D412-7CFA-3A18-2210F2EA4638}"/>
                </a:ext>
              </a:extLst>
            </p:cNvPr>
            <p:cNvSpPr/>
            <p:nvPr/>
          </p:nvSpPr>
          <p:spPr>
            <a:xfrm>
              <a:off x="4174039" y="46324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1" name="Oval 2830">
              <a:extLst>
                <a:ext uri="{FF2B5EF4-FFF2-40B4-BE49-F238E27FC236}">
                  <a16:creationId xmlns:a16="http://schemas.microsoft.com/office/drawing/2014/main" id="{45464638-7797-4E7B-6A8A-E2F58B10932C}"/>
                </a:ext>
              </a:extLst>
            </p:cNvPr>
            <p:cNvSpPr/>
            <p:nvPr/>
          </p:nvSpPr>
          <p:spPr>
            <a:xfrm>
              <a:off x="4357034" y="43220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2" name="Oval 2831">
              <a:extLst>
                <a:ext uri="{FF2B5EF4-FFF2-40B4-BE49-F238E27FC236}">
                  <a16:creationId xmlns:a16="http://schemas.microsoft.com/office/drawing/2014/main" id="{A07F283A-51A1-4D58-ABE5-013BC0F0D49C}"/>
                </a:ext>
              </a:extLst>
            </p:cNvPr>
            <p:cNvSpPr/>
            <p:nvPr/>
          </p:nvSpPr>
          <p:spPr>
            <a:xfrm>
              <a:off x="4169784" y="46368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3" name="Oval 2832">
              <a:extLst>
                <a:ext uri="{FF2B5EF4-FFF2-40B4-BE49-F238E27FC236}">
                  <a16:creationId xmlns:a16="http://schemas.microsoft.com/office/drawing/2014/main" id="{74B15DC6-9460-6B03-9C31-DCFC811245AB}"/>
                </a:ext>
              </a:extLst>
            </p:cNvPr>
            <p:cNvSpPr/>
            <p:nvPr/>
          </p:nvSpPr>
          <p:spPr>
            <a:xfrm>
              <a:off x="4251632" y="4531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4" name="Oval 2833">
              <a:extLst>
                <a:ext uri="{FF2B5EF4-FFF2-40B4-BE49-F238E27FC236}">
                  <a16:creationId xmlns:a16="http://schemas.microsoft.com/office/drawing/2014/main" id="{E866458A-1CDE-F9D9-9305-7FF372D212A8}"/>
                </a:ext>
              </a:extLst>
            </p:cNvPr>
            <p:cNvSpPr/>
            <p:nvPr/>
          </p:nvSpPr>
          <p:spPr>
            <a:xfrm>
              <a:off x="4221900" y="4575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5" name="Oval 2834">
              <a:extLst>
                <a:ext uri="{FF2B5EF4-FFF2-40B4-BE49-F238E27FC236}">
                  <a16:creationId xmlns:a16="http://schemas.microsoft.com/office/drawing/2014/main" id="{01749D72-8516-A187-0002-B771CCB00981}"/>
                </a:ext>
              </a:extLst>
            </p:cNvPr>
            <p:cNvSpPr/>
            <p:nvPr/>
          </p:nvSpPr>
          <p:spPr>
            <a:xfrm>
              <a:off x="4650122" y="43558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6" name="Oval 2835">
              <a:extLst>
                <a:ext uri="{FF2B5EF4-FFF2-40B4-BE49-F238E27FC236}">
                  <a16:creationId xmlns:a16="http://schemas.microsoft.com/office/drawing/2014/main" id="{3C761911-D62B-3269-0D3A-725ABEE3C239}"/>
                </a:ext>
              </a:extLst>
            </p:cNvPr>
            <p:cNvSpPr/>
            <p:nvPr/>
          </p:nvSpPr>
          <p:spPr>
            <a:xfrm>
              <a:off x="4505737" y="40967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7" name="Oval 2836">
              <a:extLst>
                <a:ext uri="{FF2B5EF4-FFF2-40B4-BE49-F238E27FC236}">
                  <a16:creationId xmlns:a16="http://schemas.microsoft.com/office/drawing/2014/main" id="{64D44652-6CB2-F5B2-BF83-C946EAA9E08C}"/>
                </a:ext>
              </a:extLst>
            </p:cNvPr>
            <p:cNvSpPr/>
            <p:nvPr/>
          </p:nvSpPr>
          <p:spPr>
            <a:xfrm>
              <a:off x="4534691" y="41189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8" name="Oval 2837">
              <a:extLst>
                <a:ext uri="{FF2B5EF4-FFF2-40B4-BE49-F238E27FC236}">
                  <a16:creationId xmlns:a16="http://schemas.microsoft.com/office/drawing/2014/main" id="{E0FC8621-6DD5-21D1-A03C-2B03AA4E712D}"/>
                </a:ext>
              </a:extLst>
            </p:cNvPr>
            <p:cNvSpPr/>
            <p:nvPr/>
          </p:nvSpPr>
          <p:spPr>
            <a:xfrm>
              <a:off x="5968782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9" name="Oval 2838">
              <a:extLst>
                <a:ext uri="{FF2B5EF4-FFF2-40B4-BE49-F238E27FC236}">
                  <a16:creationId xmlns:a16="http://schemas.microsoft.com/office/drawing/2014/main" id="{4B885F8E-9E14-4A1D-330B-7D63481CEC36}"/>
                </a:ext>
              </a:extLst>
            </p:cNvPr>
            <p:cNvSpPr/>
            <p:nvPr/>
          </p:nvSpPr>
          <p:spPr>
            <a:xfrm>
              <a:off x="4590324" y="4218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0" name="Oval 2839">
              <a:extLst>
                <a:ext uri="{FF2B5EF4-FFF2-40B4-BE49-F238E27FC236}">
                  <a16:creationId xmlns:a16="http://schemas.microsoft.com/office/drawing/2014/main" id="{914919EF-CAC5-0917-2E20-0BCC2E49BFFE}"/>
                </a:ext>
              </a:extLst>
            </p:cNvPr>
            <p:cNvSpPr/>
            <p:nvPr/>
          </p:nvSpPr>
          <p:spPr>
            <a:xfrm>
              <a:off x="4355987" y="43244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1" name="Oval 2840">
              <a:extLst>
                <a:ext uri="{FF2B5EF4-FFF2-40B4-BE49-F238E27FC236}">
                  <a16:creationId xmlns:a16="http://schemas.microsoft.com/office/drawing/2014/main" id="{6B818252-1140-2F87-FC44-6C98297025BD}"/>
                </a:ext>
              </a:extLst>
            </p:cNvPr>
            <p:cNvSpPr/>
            <p:nvPr/>
          </p:nvSpPr>
          <p:spPr>
            <a:xfrm>
              <a:off x="4335384" y="4371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2" name="Oval 2841">
              <a:extLst>
                <a:ext uri="{FF2B5EF4-FFF2-40B4-BE49-F238E27FC236}">
                  <a16:creationId xmlns:a16="http://schemas.microsoft.com/office/drawing/2014/main" id="{484F97E2-DCF7-31EB-7EB4-4ADFA6E2E1B0}"/>
                </a:ext>
              </a:extLst>
            </p:cNvPr>
            <p:cNvSpPr/>
            <p:nvPr/>
          </p:nvSpPr>
          <p:spPr>
            <a:xfrm>
              <a:off x="4468099" y="4108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3" name="Oval 2842">
              <a:extLst>
                <a:ext uri="{FF2B5EF4-FFF2-40B4-BE49-F238E27FC236}">
                  <a16:creationId xmlns:a16="http://schemas.microsoft.com/office/drawing/2014/main" id="{4C018FEE-56FE-5794-CEFD-5FC8E989D06E}"/>
                </a:ext>
              </a:extLst>
            </p:cNvPr>
            <p:cNvSpPr/>
            <p:nvPr/>
          </p:nvSpPr>
          <p:spPr>
            <a:xfrm>
              <a:off x="4372531" y="42859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4" name="Oval 2843">
              <a:extLst>
                <a:ext uri="{FF2B5EF4-FFF2-40B4-BE49-F238E27FC236}">
                  <a16:creationId xmlns:a16="http://schemas.microsoft.com/office/drawing/2014/main" id="{D3B2E093-C655-5A60-8332-51CE1EC2687B}"/>
                </a:ext>
              </a:extLst>
            </p:cNvPr>
            <p:cNvSpPr/>
            <p:nvPr/>
          </p:nvSpPr>
          <p:spPr>
            <a:xfrm>
              <a:off x="4506860" y="4097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5" name="Oval 2844">
              <a:extLst>
                <a:ext uri="{FF2B5EF4-FFF2-40B4-BE49-F238E27FC236}">
                  <a16:creationId xmlns:a16="http://schemas.microsoft.com/office/drawing/2014/main" id="{0C251EB9-A75C-CF46-9386-7B602C24A20C}"/>
                </a:ext>
              </a:extLst>
            </p:cNvPr>
            <p:cNvSpPr/>
            <p:nvPr/>
          </p:nvSpPr>
          <p:spPr>
            <a:xfrm>
              <a:off x="4679379" y="44194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6" name="Oval 2845">
              <a:extLst>
                <a:ext uri="{FF2B5EF4-FFF2-40B4-BE49-F238E27FC236}">
                  <a16:creationId xmlns:a16="http://schemas.microsoft.com/office/drawing/2014/main" id="{6D8B7A28-4EA1-72E6-CE6F-77ED36563636}"/>
                </a:ext>
              </a:extLst>
            </p:cNvPr>
            <p:cNvSpPr/>
            <p:nvPr/>
          </p:nvSpPr>
          <p:spPr>
            <a:xfrm>
              <a:off x="4201204" y="46018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7" name="Oval 2846">
              <a:extLst>
                <a:ext uri="{FF2B5EF4-FFF2-40B4-BE49-F238E27FC236}">
                  <a16:creationId xmlns:a16="http://schemas.microsoft.com/office/drawing/2014/main" id="{5CB67AA0-D5C2-D231-CE16-9DB175E52AF3}"/>
                </a:ext>
              </a:extLst>
            </p:cNvPr>
            <p:cNvSpPr/>
            <p:nvPr/>
          </p:nvSpPr>
          <p:spPr>
            <a:xfrm>
              <a:off x="4279291" y="4484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8" name="Oval 2847">
              <a:extLst>
                <a:ext uri="{FF2B5EF4-FFF2-40B4-BE49-F238E27FC236}">
                  <a16:creationId xmlns:a16="http://schemas.microsoft.com/office/drawing/2014/main" id="{F29D831E-31C5-2482-E32D-D4486BF696FD}"/>
                </a:ext>
              </a:extLst>
            </p:cNvPr>
            <p:cNvSpPr/>
            <p:nvPr/>
          </p:nvSpPr>
          <p:spPr>
            <a:xfrm>
              <a:off x="4335723" y="43705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9" name="Oval 2848">
              <a:extLst>
                <a:ext uri="{FF2B5EF4-FFF2-40B4-BE49-F238E27FC236}">
                  <a16:creationId xmlns:a16="http://schemas.microsoft.com/office/drawing/2014/main" id="{790BDB4D-B19D-99F7-9C39-700CDC5A729E}"/>
                </a:ext>
              </a:extLst>
            </p:cNvPr>
            <p:cNvSpPr/>
            <p:nvPr/>
          </p:nvSpPr>
          <p:spPr>
            <a:xfrm>
              <a:off x="5999336" y="4862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0" name="Oval 2849">
              <a:extLst>
                <a:ext uri="{FF2B5EF4-FFF2-40B4-BE49-F238E27FC236}">
                  <a16:creationId xmlns:a16="http://schemas.microsoft.com/office/drawing/2014/main" id="{6959EB69-9BAE-BDCE-8F30-8A5C6E23B097}"/>
                </a:ext>
              </a:extLst>
            </p:cNvPr>
            <p:cNvSpPr/>
            <p:nvPr/>
          </p:nvSpPr>
          <p:spPr>
            <a:xfrm>
              <a:off x="5997491" y="4862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160E6F47-5999-5F7B-65EF-7E381E5B5F8A}"/>
                </a:ext>
              </a:extLst>
            </p:cNvPr>
            <p:cNvSpPr/>
            <p:nvPr/>
          </p:nvSpPr>
          <p:spPr>
            <a:xfrm>
              <a:off x="4003994" y="47499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2" name="Oval 2851">
              <a:extLst>
                <a:ext uri="{FF2B5EF4-FFF2-40B4-BE49-F238E27FC236}">
                  <a16:creationId xmlns:a16="http://schemas.microsoft.com/office/drawing/2014/main" id="{2DE1ED0D-B1BE-878C-F1F8-757B5F5A69C0}"/>
                </a:ext>
              </a:extLst>
            </p:cNvPr>
            <p:cNvSpPr/>
            <p:nvPr/>
          </p:nvSpPr>
          <p:spPr>
            <a:xfrm>
              <a:off x="6007811" y="48624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3" name="Oval 2852">
              <a:extLst>
                <a:ext uri="{FF2B5EF4-FFF2-40B4-BE49-F238E27FC236}">
                  <a16:creationId xmlns:a16="http://schemas.microsoft.com/office/drawing/2014/main" id="{D8155D5E-187F-062E-2713-98B79F919649}"/>
                </a:ext>
              </a:extLst>
            </p:cNvPr>
            <p:cNvSpPr/>
            <p:nvPr/>
          </p:nvSpPr>
          <p:spPr>
            <a:xfrm>
              <a:off x="4447058" y="41331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4" name="Oval 2853">
              <a:extLst>
                <a:ext uri="{FF2B5EF4-FFF2-40B4-BE49-F238E27FC236}">
                  <a16:creationId xmlns:a16="http://schemas.microsoft.com/office/drawing/2014/main" id="{7ECEE1F5-2252-912C-9EE2-F91E27A98E0A}"/>
                </a:ext>
              </a:extLst>
            </p:cNvPr>
            <p:cNvSpPr/>
            <p:nvPr/>
          </p:nvSpPr>
          <p:spPr>
            <a:xfrm>
              <a:off x="4441827" y="41411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5" name="Oval 2854">
              <a:extLst>
                <a:ext uri="{FF2B5EF4-FFF2-40B4-BE49-F238E27FC236}">
                  <a16:creationId xmlns:a16="http://schemas.microsoft.com/office/drawing/2014/main" id="{B95AC0F4-9496-763B-93C9-54F1474AA761}"/>
                </a:ext>
              </a:extLst>
            </p:cNvPr>
            <p:cNvSpPr/>
            <p:nvPr/>
          </p:nvSpPr>
          <p:spPr>
            <a:xfrm>
              <a:off x="6037320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E0572549-3904-7359-156A-940EA22FB8A7}"/>
                </a:ext>
              </a:extLst>
            </p:cNvPr>
            <p:cNvSpPr/>
            <p:nvPr/>
          </p:nvSpPr>
          <p:spPr>
            <a:xfrm>
              <a:off x="4700737" y="44620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7" name="Oval 2856">
              <a:extLst>
                <a:ext uri="{FF2B5EF4-FFF2-40B4-BE49-F238E27FC236}">
                  <a16:creationId xmlns:a16="http://schemas.microsoft.com/office/drawing/2014/main" id="{9F716361-E5FD-2433-4BC5-097AAD2A98C9}"/>
                </a:ext>
              </a:extLst>
            </p:cNvPr>
            <p:cNvSpPr/>
            <p:nvPr/>
          </p:nvSpPr>
          <p:spPr>
            <a:xfrm>
              <a:off x="4388549" y="42488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8" name="Oval 2857">
              <a:extLst>
                <a:ext uri="{FF2B5EF4-FFF2-40B4-BE49-F238E27FC236}">
                  <a16:creationId xmlns:a16="http://schemas.microsoft.com/office/drawing/2014/main" id="{94E7F27D-67B1-B549-2E48-BAFB66FC05E8}"/>
                </a:ext>
              </a:extLst>
            </p:cNvPr>
            <p:cNvSpPr/>
            <p:nvPr/>
          </p:nvSpPr>
          <p:spPr>
            <a:xfrm>
              <a:off x="4567315" y="41706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9" name="Oval 2858">
              <a:extLst>
                <a:ext uri="{FF2B5EF4-FFF2-40B4-BE49-F238E27FC236}">
                  <a16:creationId xmlns:a16="http://schemas.microsoft.com/office/drawing/2014/main" id="{517758AD-6B9D-CBA8-4549-D48C10048DB3}"/>
                </a:ext>
              </a:extLst>
            </p:cNvPr>
            <p:cNvSpPr/>
            <p:nvPr/>
          </p:nvSpPr>
          <p:spPr>
            <a:xfrm>
              <a:off x="4519061" y="41037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0" name="Oval 2859">
              <a:extLst>
                <a:ext uri="{FF2B5EF4-FFF2-40B4-BE49-F238E27FC236}">
                  <a16:creationId xmlns:a16="http://schemas.microsoft.com/office/drawing/2014/main" id="{7783B0D2-743F-AC61-BF5A-6D3D40808BBA}"/>
                </a:ext>
              </a:extLst>
            </p:cNvPr>
            <p:cNvSpPr/>
            <p:nvPr/>
          </p:nvSpPr>
          <p:spPr>
            <a:xfrm>
              <a:off x="4517713" y="41028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1" name="Oval 2860">
              <a:extLst>
                <a:ext uri="{FF2B5EF4-FFF2-40B4-BE49-F238E27FC236}">
                  <a16:creationId xmlns:a16="http://schemas.microsoft.com/office/drawing/2014/main" id="{C837C09C-73C3-24F3-8E02-EDCAE20E756E}"/>
                </a:ext>
              </a:extLst>
            </p:cNvPr>
            <p:cNvSpPr/>
            <p:nvPr/>
          </p:nvSpPr>
          <p:spPr>
            <a:xfrm>
              <a:off x="4558965" y="41552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2" name="Oval 2861">
              <a:extLst>
                <a:ext uri="{FF2B5EF4-FFF2-40B4-BE49-F238E27FC236}">
                  <a16:creationId xmlns:a16="http://schemas.microsoft.com/office/drawing/2014/main" id="{EEC48223-7A26-9817-50CD-BF4B305EE919}"/>
                </a:ext>
              </a:extLst>
            </p:cNvPr>
            <p:cNvSpPr/>
            <p:nvPr/>
          </p:nvSpPr>
          <p:spPr>
            <a:xfrm>
              <a:off x="4420219" y="41800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3" name="Oval 2862">
              <a:extLst>
                <a:ext uri="{FF2B5EF4-FFF2-40B4-BE49-F238E27FC236}">
                  <a16:creationId xmlns:a16="http://schemas.microsoft.com/office/drawing/2014/main" id="{2DE0C2F6-D29A-6510-FA0B-6D1E452BD612}"/>
                </a:ext>
              </a:extLst>
            </p:cNvPr>
            <p:cNvSpPr/>
            <p:nvPr/>
          </p:nvSpPr>
          <p:spPr>
            <a:xfrm>
              <a:off x="4515978" y="41016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4" name="Oval 2863">
              <a:extLst>
                <a:ext uri="{FF2B5EF4-FFF2-40B4-BE49-F238E27FC236}">
                  <a16:creationId xmlns:a16="http://schemas.microsoft.com/office/drawing/2014/main" id="{81163B99-C038-D096-96E0-CBEBFEBEEA52}"/>
                </a:ext>
              </a:extLst>
            </p:cNvPr>
            <p:cNvSpPr/>
            <p:nvPr/>
          </p:nvSpPr>
          <p:spPr>
            <a:xfrm>
              <a:off x="6068722" y="48635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5" name="Oval 2864">
              <a:extLst>
                <a:ext uri="{FF2B5EF4-FFF2-40B4-BE49-F238E27FC236}">
                  <a16:creationId xmlns:a16="http://schemas.microsoft.com/office/drawing/2014/main" id="{823CBFCE-89ED-4849-2826-EE6DB11F3201}"/>
                </a:ext>
              </a:extLst>
            </p:cNvPr>
            <p:cNvSpPr/>
            <p:nvPr/>
          </p:nvSpPr>
          <p:spPr>
            <a:xfrm>
              <a:off x="4547701" y="4136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6" name="Oval 2865">
              <a:extLst>
                <a:ext uri="{FF2B5EF4-FFF2-40B4-BE49-F238E27FC236}">
                  <a16:creationId xmlns:a16="http://schemas.microsoft.com/office/drawing/2014/main" id="{25CF9BD7-BA3B-1C60-E501-91E88D6EAAA0}"/>
                </a:ext>
              </a:extLst>
            </p:cNvPr>
            <p:cNvSpPr/>
            <p:nvPr/>
          </p:nvSpPr>
          <p:spPr>
            <a:xfrm>
              <a:off x="4254452" y="45272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4" name="Group 2923">
            <a:extLst>
              <a:ext uri="{FF2B5EF4-FFF2-40B4-BE49-F238E27FC236}">
                <a16:creationId xmlns:a16="http://schemas.microsoft.com/office/drawing/2014/main" id="{CEB04DF8-846D-DFF3-1ACB-434CE225CB44}"/>
              </a:ext>
            </a:extLst>
          </p:cNvPr>
          <p:cNvGrpSpPr/>
          <p:nvPr/>
        </p:nvGrpSpPr>
        <p:grpSpPr>
          <a:xfrm>
            <a:off x="4998650" y="3299412"/>
            <a:ext cx="1234347" cy="361079"/>
            <a:chOff x="4998650" y="3299412"/>
            <a:chExt cx="1234347" cy="361079"/>
          </a:xfrm>
        </p:grpSpPr>
        <p:sp>
          <p:nvSpPr>
            <p:cNvPr id="2867" name="Freeform 2866">
              <a:extLst>
                <a:ext uri="{FF2B5EF4-FFF2-40B4-BE49-F238E27FC236}">
                  <a16:creationId xmlns:a16="http://schemas.microsoft.com/office/drawing/2014/main" id="{04F63FEC-2646-96C3-345E-65BD9BDE2FA2}"/>
                </a:ext>
              </a:extLst>
            </p:cNvPr>
            <p:cNvSpPr/>
            <p:nvPr/>
          </p:nvSpPr>
          <p:spPr>
            <a:xfrm>
              <a:off x="4998650" y="3299412"/>
              <a:ext cx="1234347" cy="361079"/>
            </a:xfrm>
            <a:custGeom>
              <a:avLst/>
              <a:gdLst>
                <a:gd name="csX0" fmla="*/ 0 w 1234347"/>
                <a:gd name="csY0" fmla="*/ 361079 h 361079"/>
                <a:gd name="csX1" fmla="*/ 1234347 w 1234347"/>
                <a:gd name="csY1" fmla="*/ 361079 h 361079"/>
                <a:gd name="csX2" fmla="*/ 1234347 w 1234347"/>
                <a:gd name="csY2" fmla="*/ 0 h 361079"/>
                <a:gd name="csX3" fmla="*/ 0 w 1234347"/>
                <a:gd name="csY3" fmla="*/ 0 h 36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34347" h="361079">
                  <a:moveTo>
                    <a:pt x="0" y="361079"/>
                  </a:moveTo>
                  <a:lnTo>
                    <a:pt x="1234347" y="361079"/>
                  </a:lnTo>
                  <a:lnTo>
                    <a:pt x="12343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8" name="Freeform 2867">
              <a:extLst>
                <a:ext uri="{FF2B5EF4-FFF2-40B4-BE49-F238E27FC236}">
                  <a16:creationId xmlns:a16="http://schemas.microsoft.com/office/drawing/2014/main" id="{D78194B2-44E4-D74D-E0B0-04A05D6C092E}"/>
                </a:ext>
              </a:extLst>
            </p:cNvPr>
            <p:cNvSpPr/>
            <p:nvPr/>
          </p:nvSpPr>
          <p:spPr>
            <a:xfrm>
              <a:off x="4998650" y="3299412"/>
              <a:ext cx="1234347" cy="361079"/>
            </a:xfrm>
            <a:custGeom>
              <a:avLst/>
              <a:gdLst>
                <a:gd name="csX0" fmla="*/ 0 w 1234347"/>
                <a:gd name="csY0" fmla="*/ 361079 h 361079"/>
                <a:gd name="csX1" fmla="*/ 1234347 w 1234347"/>
                <a:gd name="csY1" fmla="*/ 361079 h 361079"/>
                <a:gd name="csX2" fmla="*/ 1234347 w 1234347"/>
                <a:gd name="csY2" fmla="*/ 0 h 361079"/>
                <a:gd name="csX3" fmla="*/ 0 w 1234347"/>
                <a:gd name="csY3" fmla="*/ 0 h 361079"/>
                <a:gd name="csX4" fmla="*/ 0 w 1234347"/>
                <a:gd name="csY4" fmla="*/ 361079 h 36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4347" h="361079">
                  <a:moveTo>
                    <a:pt x="0" y="361079"/>
                  </a:moveTo>
                  <a:lnTo>
                    <a:pt x="1234347" y="361079"/>
                  </a:lnTo>
                  <a:lnTo>
                    <a:pt x="1234347" y="0"/>
                  </a:lnTo>
                  <a:lnTo>
                    <a:pt x="0" y="0"/>
                  </a:lnTo>
                  <a:lnTo>
                    <a:pt x="0" y="361079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1" name="Group 2920">
            <a:extLst>
              <a:ext uri="{FF2B5EF4-FFF2-40B4-BE49-F238E27FC236}">
                <a16:creationId xmlns:a16="http://schemas.microsoft.com/office/drawing/2014/main" id="{C2E26903-C81E-626E-A5D3-4FEF839D882C}"/>
              </a:ext>
            </a:extLst>
          </p:cNvPr>
          <p:cNvGrpSpPr/>
          <p:nvPr/>
        </p:nvGrpSpPr>
        <p:grpSpPr>
          <a:xfrm>
            <a:off x="5026535" y="3353574"/>
            <a:ext cx="538274" cy="83367"/>
            <a:chOff x="5026535" y="3353574"/>
            <a:chExt cx="538274" cy="83367"/>
          </a:xfrm>
        </p:grpSpPr>
        <p:sp>
          <p:nvSpPr>
            <p:cNvPr id="2874" name="Freeform 2873">
              <a:extLst>
                <a:ext uri="{FF2B5EF4-FFF2-40B4-BE49-F238E27FC236}">
                  <a16:creationId xmlns:a16="http://schemas.microsoft.com/office/drawing/2014/main" id="{96CB23EC-2C88-9CA1-9BE5-0172C60FF064}"/>
                </a:ext>
              </a:extLst>
            </p:cNvPr>
            <p:cNvSpPr/>
            <p:nvPr/>
          </p:nvSpPr>
          <p:spPr>
            <a:xfrm>
              <a:off x="5407209" y="3373537"/>
              <a:ext cx="40386" cy="63404"/>
            </a:xfrm>
            <a:custGeom>
              <a:avLst/>
              <a:gdLst>
                <a:gd name="csX0" fmla="*/ 7453 w 40386"/>
                <a:gd name="csY0" fmla="*/ 39462 h 63404"/>
                <a:gd name="csX1" fmla="*/ 7453 w 40386"/>
                <a:gd name="csY1" fmla="*/ 63405 h 63404"/>
                <a:gd name="csX2" fmla="*/ 0 w 40386"/>
                <a:gd name="csY2" fmla="*/ 63405 h 63404"/>
                <a:gd name="csX3" fmla="*/ 0 w 40386"/>
                <a:gd name="csY3" fmla="*/ 1089 h 63404"/>
                <a:gd name="csX4" fmla="*/ 7453 w 40386"/>
                <a:gd name="csY4" fmla="*/ 1089 h 63404"/>
                <a:gd name="csX5" fmla="*/ 7453 w 40386"/>
                <a:gd name="csY5" fmla="*/ 7942 h 63404"/>
                <a:gd name="csX6" fmla="*/ 13338 w 40386"/>
                <a:gd name="csY6" fmla="*/ 1976 h 63404"/>
                <a:gd name="csX7" fmla="*/ 21882 w 40386"/>
                <a:gd name="csY7" fmla="*/ 0 h 63404"/>
                <a:gd name="csX8" fmla="*/ 35233 w 40386"/>
                <a:gd name="csY8" fmla="*/ 6530 h 63404"/>
                <a:gd name="csX9" fmla="*/ 40387 w 40386"/>
                <a:gd name="csY9" fmla="*/ 23702 h 63404"/>
                <a:gd name="csX10" fmla="*/ 35233 w 40386"/>
                <a:gd name="csY10" fmla="*/ 40873 h 63404"/>
                <a:gd name="csX11" fmla="*/ 21882 w 40386"/>
                <a:gd name="csY11" fmla="*/ 47402 h 63404"/>
                <a:gd name="csX12" fmla="*/ 13338 w 40386"/>
                <a:gd name="csY12" fmla="*/ 45468 h 63404"/>
                <a:gd name="csX13" fmla="*/ 7453 w 40386"/>
                <a:gd name="csY13" fmla="*/ 39462 h 63404"/>
                <a:gd name="csX14" fmla="*/ 32690 w 40386"/>
                <a:gd name="csY14" fmla="*/ 23702 h 63404"/>
                <a:gd name="csX15" fmla="*/ 29300 w 40386"/>
                <a:gd name="csY15" fmla="*/ 10883 h 63404"/>
                <a:gd name="csX16" fmla="*/ 20072 w 40386"/>
                <a:gd name="csY16" fmla="*/ 6208 h 63404"/>
                <a:gd name="csX17" fmla="*/ 10808 w 40386"/>
                <a:gd name="csY17" fmla="*/ 10883 h 63404"/>
                <a:gd name="csX18" fmla="*/ 7453 w 40386"/>
                <a:gd name="csY18" fmla="*/ 23702 h 63404"/>
                <a:gd name="csX19" fmla="*/ 10808 w 40386"/>
                <a:gd name="csY19" fmla="*/ 36559 h 63404"/>
                <a:gd name="csX20" fmla="*/ 20072 w 40386"/>
                <a:gd name="csY20" fmla="*/ 41195 h 63404"/>
                <a:gd name="csX21" fmla="*/ 29300 w 40386"/>
                <a:gd name="csY21" fmla="*/ 36559 h 63404"/>
                <a:gd name="csX22" fmla="*/ 32690 w 40386"/>
                <a:gd name="csY22" fmla="*/ 23702 h 63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86" h="63404">
                  <a:moveTo>
                    <a:pt x="7453" y="39462"/>
                  </a:moveTo>
                  <a:lnTo>
                    <a:pt x="7453" y="63405"/>
                  </a:lnTo>
                  <a:lnTo>
                    <a:pt x="0" y="63405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7942"/>
                  </a:lnTo>
                  <a:cubicBezTo>
                    <a:pt x="9016" y="5254"/>
                    <a:pt x="10978" y="3265"/>
                    <a:pt x="13338" y="1976"/>
                  </a:cubicBezTo>
                  <a:cubicBezTo>
                    <a:pt x="15730" y="659"/>
                    <a:pt x="18578" y="0"/>
                    <a:pt x="21882" y="0"/>
                  </a:cubicBezTo>
                  <a:cubicBezTo>
                    <a:pt x="27370" y="0"/>
                    <a:pt x="31820" y="2177"/>
                    <a:pt x="35233" y="6530"/>
                  </a:cubicBezTo>
                  <a:cubicBezTo>
                    <a:pt x="38669" y="10883"/>
                    <a:pt x="40387" y="16607"/>
                    <a:pt x="40387" y="23702"/>
                  </a:cubicBezTo>
                  <a:cubicBezTo>
                    <a:pt x="40387" y="30796"/>
                    <a:pt x="38669" y="36520"/>
                    <a:pt x="35233" y="40873"/>
                  </a:cubicBezTo>
                  <a:cubicBezTo>
                    <a:pt x="31820" y="45226"/>
                    <a:pt x="27370" y="47402"/>
                    <a:pt x="21882" y="47402"/>
                  </a:cubicBezTo>
                  <a:cubicBezTo>
                    <a:pt x="18578" y="47402"/>
                    <a:pt x="15730" y="46757"/>
                    <a:pt x="13338" y="45468"/>
                  </a:cubicBezTo>
                  <a:cubicBezTo>
                    <a:pt x="10978" y="44151"/>
                    <a:pt x="9016" y="42149"/>
                    <a:pt x="7453" y="39462"/>
                  </a:cubicBezTo>
                  <a:moveTo>
                    <a:pt x="32690" y="23702"/>
                  </a:moveTo>
                  <a:cubicBezTo>
                    <a:pt x="32690" y="18246"/>
                    <a:pt x="31560" y="13973"/>
                    <a:pt x="29300" y="10883"/>
                  </a:cubicBezTo>
                  <a:cubicBezTo>
                    <a:pt x="27072" y="7767"/>
                    <a:pt x="23995" y="6208"/>
                    <a:pt x="20072" y="6208"/>
                  </a:cubicBezTo>
                  <a:cubicBezTo>
                    <a:pt x="16148" y="6208"/>
                    <a:pt x="13060" y="7767"/>
                    <a:pt x="10808" y="10883"/>
                  </a:cubicBezTo>
                  <a:cubicBezTo>
                    <a:pt x="8571" y="13973"/>
                    <a:pt x="7453" y="18246"/>
                    <a:pt x="7453" y="23702"/>
                  </a:cubicBezTo>
                  <a:cubicBezTo>
                    <a:pt x="7453" y="29157"/>
                    <a:pt x="8571" y="33443"/>
                    <a:pt x="10808" y="36559"/>
                  </a:cubicBezTo>
                  <a:cubicBezTo>
                    <a:pt x="13060" y="39650"/>
                    <a:pt x="16148" y="41195"/>
                    <a:pt x="20072" y="41195"/>
                  </a:cubicBezTo>
                  <a:cubicBezTo>
                    <a:pt x="23995" y="41195"/>
                    <a:pt x="27072" y="39650"/>
                    <a:pt x="29300" y="36559"/>
                  </a:cubicBezTo>
                  <a:cubicBezTo>
                    <a:pt x="31560" y="33443"/>
                    <a:pt x="32690" y="29157"/>
                    <a:pt x="32690" y="2370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" name="Freeform 2868">
              <a:extLst>
                <a:ext uri="{FF2B5EF4-FFF2-40B4-BE49-F238E27FC236}">
                  <a16:creationId xmlns:a16="http://schemas.microsoft.com/office/drawing/2014/main" id="{DB4F8CE5-E83F-6524-76AB-E6B043AE26AD}"/>
                </a:ext>
              </a:extLst>
            </p:cNvPr>
            <p:cNvSpPr/>
            <p:nvPr/>
          </p:nvSpPr>
          <p:spPr>
            <a:xfrm>
              <a:off x="5026535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9 w 167328"/>
                <a:gd name="csY1" fmla="*/ 72216 h 72215"/>
                <a:gd name="csX2" fmla="*/ 167329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9" y="72216"/>
                  </a:lnTo>
                  <a:lnTo>
                    <a:pt x="167329" y="0"/>
                  </a:lnTo>
                  <a:lnTo>
                    <a:pt x="0" y="0"/>
                  </a:lnTo>
                  <a:lnTo>
                    <a:pt x="0" y="72216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" name="Freeform 2869">
              <a:extLst>
                <a:ext uri="{FF2B5EF4-FFF2-40B4-BE49-F238E27FC236}">
                  <a16:creationId xmlns:a16="http://schemas.microsoft.com/office/drawing/2014/main" id="{21A000B7-9BFC-D386-D55E-C613435404F9}"/>
                </a:ext>
              </a:extLst>
            </p:cNvPr>
            <p:cNvSpPr/>
            <p:nvPr/>
          </p:nvSpPr>
          <p:spPr>
            <a:xfrm>
              <a:off x="5026535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9 w 167328"/>
                <a:gd name="csY1" fmla="*/ 72216 h 72215"/>
                <a:gd name="csX2" fmla="*/ 167329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9" y="72216"/>
                  </a:lnTo>
                  <a:lnTo>
                    <a:pt x="167329" y="0"/>
                  </a:lnTo>
                  <a:lnTo>
                    <a:pt x="0" y="0"/>
                  </a:lnTo>
                  <a:lnTo>
                    <a:pt x="0" y="72216"/>
                  </a:lnTo>
                </a:path>
              </a:pathLst>
            </a:custGeom>
            <a:noFill/>
            <a:ln w="695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1" name="Freeform 2870">
              <a:extLst>
                <a:ext uri="{FF2B5EF4-FFF2-40B4-BE49-F238E27FC236}">
                  <a16:creationId xmlns:a16="http://schemas.microsoft.com/office/drawing/2014/main" id="{CD5EA1DE-D6F5-90C5-1E04-59CB40FAF08F}"/>
                </a:ext>
              </a:extLst>
            </p:cNvPr>
            <p:cNvSpPr/>
            <p:nvPr/>
          </p:nvSpPr>
          <p:spPr>
            <a:xfrm>
              <a:off x="5221747" y="3358503"/>
              <a:ext cx="42371" cy="62436"/>
            </a:xfrm>
            <a:custGeom>
              <a:avLst/>
              <a:gdLst>
                <a:gd name="csX0" fmla="*/ 38738 w 42371"/>
                <a:gd name="csY0" fmla="*/ 3064 h 62436"/>
                <a:gd name="csX1" fmla="*/ 38738 w 42371"/>
                <a:gd name="csY1" fmla="*/ 11004 h 62436"/>
                <a:gd name="csX2" fmla="*/ 29997 w 42371"/>
                <a:gd name="csY2" fmla="*/ 7699 h 62436"/>
                <a:gd name="csX3" fmla="*/ 22057 w 42371"/>
                <a:gd name="csY3" fmla="*/ 6610 h 62436"/>
                <a:gd name="csX4" fmla="*/ 11771 w 42371"/>
                <a:gd name="csY4" fmla="*/ 9191 h 62436"/>
                <a:gd name="csX5" fmla="*/ 8184 w 42371"/>
                <a:gd name="csY5" fmla="*/ 16526 h 62436"/>
                <a:gd name="csX6" fmla="*/ 10564 w 42371"/>
                <a:gd name="csY6" fmla="*/ 22572 h 62436"/>
                <a:gd name="csX7" fmla="*/ 19677 w 42371"/>
                <a:gd name="csY7" fmla="*/ 25838 h 62436"/>
                <a:gd name="csX8" fmla="*/ 24587 w 42371"/>
                <a:gd name="csY8" fmla="*/ 26845 h 62436"/>
                <a:gd name="csX9" fmla="*/ 38019 w 42371"/>
                <a:gd name="csY9" fmla="*/ 32972 h 62436"/>
                <a:gd name="csX10" fmla="*/ 42372 w 42371"/>
                <a:gd name="csY10" fmla="*/ 44661 h 62436"/>
                <a:gd name="csX11" fmla="*/ 36486 w 42371"/>
                <a:gd name="csY11" fmla="*/ 57923 h 62436"/>
                <a:gd name="csX12" fmla="*/ 19317 w 42371"/>
                <a:gd name="csY12" fmla="*/ 62436 h 62436"/>
                <a:gd name="csX13" fmla="*/ 10204 w 42371"/>
                <a:gd name="csY13" fmla="*/ 61469 h 62436"/>
                <a:gd name="csX14" fmla="*/ 244 w 42371"/>
                <a:gd name="csY14" fmla="*/ 58608 h 62436"/>
                <a:gd name="csX15" fmla="*/ 244 w 42371"/>
                <a:gd name="csY15" fmla="*/ 50224 h 62436"/>
                <a:gd name="csX16" fmla="*/ 9960 w 42371"/>
                <a:gd name="csY16" fmla="*/ 54416 h 62436"/>
                <a:gd name="csX17" fmla="*/ 19317 w 42371"/>
                <a:gd name="csY17" fmla="*/ 55826 h 62436"/>
                <a:gd name="csX18" fmla="*/ 30078 w 42371"/>
                <a:gd name="csY18" fmla="*/ 53086 h 62436"/>
                <a:gd name="csX19" fmla="*/ 33863 w 42371"/>
                <a:gd name="csY19" fmla="*/ 45266 h 62436"/>
                <a:gd name="csX20" fmla="*/ 31123 w 42371"/>
                <a:gd name="csY20" fmla="*/ 38333 h 62436"/>
                <a:gd name="csX21" fmla="*/ 22219 w 42371"/>
                <a:gd name="csY21" fmla="*/ 34585 h 62436"/>
                <a:gd name="csX22" fmla="*/ 17262 w 42371"/>
                <a:gd name="csY22" fmla="*/ 33617 h 62436"/>
                <a:gd name="csX23" fmla="*/ 4075 w 42371"/>
                <a:gd name="csY23" fmla="*/ 27933 h 62436"/>
                <a:gd name="csX24" fmla="*/ 0 w 42371"/>
                <a:gd name="csY24" fmla="*/ 17172 h 62436"/>
                <a:gd name="csX25" fmla="*/ 5607 w 42371"/>
                <a:gd name="csY25" fmla="*/ 4595 h 62436"/>
                <a:gd name="csX26" fmla="*/ 21128 w 42371"/>
                <a:gd name="csY26" fmla="*/ 0 h 62436"/>
                <a:gd name="csX27" fmla="*/ 29753 w 42371"/>
                <a:gd name="csY27" fmla="*/ 766 h 62436"/>
                <a:gd name="csX28" fmla="*/ 38738 w 42371"/>
                <a:gd name="csY28" fmla="*/ 3064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42371" h="62436">
                  <a:moveTo>
                    <a:pt x="38738" y="3064"/>
                  </a:moveTo>
                  <a:lnTo>
                    <a:pt x="38738" y="11004"/>
                  </a:lnTo>
                  <a:cubicBezTo>
                    <a:pt x="35651" y="9526"/>
                    <a:pt x="32737" y="8424"/>
                    <a:pt x="29997" y="7699"/>
                  </a:cubicBezTo>
                  <a:cubicBezTo>
                    <a:pt x="27257" y="6973"/>
                    <a:pt x="24611" y="6610"/>
                    <a:pt x="22057" y="6610"/>
                  </a:cubicBezTo>
                  <a:cubicBezTo>
                    <a:pt x="17622" y="6610"/>
                    <a:pt x="14194" y="7470"/>
                    <a:pt x="11771" y="9191"/>
                  </a:cubicBezTo>
                  <a:cubicBezTo>
                    <a:pt x="9380" y="10910"/>
                    <a:pt x="8184" y="13355"/>
                    <a:pt x="8184" y="16526"/>
                  </a:cubicBezTo>
                  <a:cubicBezTo>
                    <a:pt x="8184" y="19187"/>
                    <a:pt x="8978" y="21202"/>
                    <a:pt x="10564" y="22572"/>
                  </a:cubicBezTo>
                  <a:cubicBezTo>
                    <a:pt x="12174" y="23916"/>
                    <a:pt x="15211" y="25005"/>
                    <a:pt x="19677" y="25838"/>
                  </a:cubicBezTo>
                  <a:lnTo>
                    <a:pt x="24587" y="26845"/>
                  </a:lnTo>
                  <a:cubicBezTo>
                    <a:pt x="30663" y="28001"/>
                    <a:pt x="35140" y="30043"/>
                    <a:pt x="38019" y="32972"/>
                  </a:cubicBezTo>
                  <a:cubicBezTo>
                    <a:pt x="40921" y="35875"/>
                    <a:pt x="42372" y="39771"/>
                    <a:pt x="42372" y="44661"/>
                  </a:cubicBezTo>
                  <a:cubicBezTo>
                    <a:pt x="42372" y="50493"/>
                    <a:pt x="40410" y="54913"/>
                    <a:pt x="36486" y="57923"/>
                  </a:cubicBezTo>
                  <a:cubicBezTo>
                    <a:pt x="32586" y="60932"/>
                    <a:pt x="26863" y="62436"/>
                    <a:pt x="19317" y="62436"/>
                  </a:cubicBezTo>
                  <a:cubicBezTo>
                    <a:pt x="16469" y="62436"/>
                    <a:pt x="13431" y="62114"/>
                    <a:pt x="10204" y="61469"/>
                  </a:cubicBezTo>
                  <a:cubicBezTo>
                    <a:pt x="7008" y="60825"/>
                    <a:pt x="3688" y="59871"/>
                    <a:pt x="244" y="58608"/>
                  </a:cubicBezTo>
                  <a:lnTo>
                    <a:pt x="244" y="50224"/>
                  </a:lnTo>
                  <a:cubicBezTo>
                    <a:pt x="3549" y="52078"/>
                    <a:pt x="6787" y="53476"/>
                    <a:pt x="9960" y="54416"/>
                  </a:cubicBezTo>
                  <a:cubicBezTo>
                    <a:pt x="13133" y="55356"/>
                    <a:pt x="16252" y="55826"/>
                    <a:pt x="19317" y="55826"/>
                  </a:cubicBezTo>
                  <a:cubicBezTo>
                    <a:pt x="23960" y="55826"/>
                    <a:pt x="27548" y="54913"/>
                    <a:pt x="30078" y="53086"/>
                  </a:cubicBezTo>
                  <a:cubicBezTo>
                    <a:pt x="32601" y="51258"/>
                    <a:pt x="33863" y="48652"/>
                    <a:pt x="33863" y="45266"/>
                  </a:cubicBezTo>
                  <a:cubicBezTo>
                    <a:pt x="33863" y="42310"/>
                    <a:pt x="32950" y="39999"/>
                    <a:pt x="31123" y="38333"/>
                  </a:cubicBezTo>
                  <a:cubicBezTo>
                    <a:pt x="29320" y="36667"/>
                    <a:pt x="26352" y="35418"/>
                    <a:pt x="22219" y="34585"/>
                  </a:cubicBezTo>
                  <a:lnTo>
                    <a:pt x="17262" y="33617"/>
                  </a:lnTo>
                  <a:cubicBezTo>
                    <a:pt x="11187" y="32408"/>
                    <a:pt x="6791" y="30513"/>
                    <a:pt x="4075" y="27933"/>
                  </a:cubicBezTo>
                  <a:cubicBezTo>
                    <a:pt x="1358" y="25354"/>
                    <a:pt x="0" y="21766"/>
                    <a:pt x="0" y="17172"/>
                  </a:cubicBezTo>
                  <a:cubicBezTo>
                    <a:pt x="0" y="11851"/>
                    <a:pt x="1869" y="7659"/>
                    <a:pt x="5607" y="4595"/>
                  </a:cubicBezTo>
                  <a:cubicBezTo>
                    <a:pt x="9368" y="1532"/>
                    <a:pt x="14542" y="0"/>
                    <a:pt x="21128" y="0"/>
                  </a:cubicBezTo>
                  <a:cubicBezTo>
                    <a:pt x="23945" y="0"/>
                    <a:pt x="26820" y="255"/>
                    <a:pt x="29753" y="766"/>
                  </a:cubicBezTo>
                  <a:cubicBezTo>
                    <a:pt x="32679" y="1276"/>
                    <a:pt x="35674" y="2042"/>
                    <a:pt x="38738" y="3064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" name="Freeform 2871">
              <a:extLst>
                <a:ext uri="{FF2B5EF4-FFF2-40B4-BE49-F238E27FC236}">
                  <a16:creationId xmlns:a16="http://schemas.microsoft.com/office/drawing/2014/main" id="{9C567F4C-C583-AFD3-2E62-599EAC907DBC}"/>
                </a:ext>
              </a:extLst>
            </p:cNvPr>
            <p:cNvSpPr/>
            <p:nvPr/>
          </p:nvSpPr>
          <p:spPr>
            <a:xfrm>
              <a:off x="5273673" y="3373537"/>
              <a:ext cx="38123" cy="47402"/>
            </a:xfrm>
            <a:custGeom>
              <a:avLst/>
              <a:gdLst>
                <a:gd name="csX0" fmla="*/ 23334 w 38123"/>
                <a:gd name="csY0" fmla="*/ 23540 h 47402"/>
                <a:gd name="csX1" fmla="*/ 10877 w 38123"/>
                <a:gd name="csY1" fmla="*/ 25596 h 47402"/>
                <a:gd name="csX2" fmla="*/ 7418 w 38123"/>
                <a:gd name="csY2" fmla="*/ 32610 h 47402"/>
                <a:gd name="csX3" fmla="*/ 9995 w 38123"/>
                <a:gd name="csY3" fmla="*/ 38897 h 47402"/>
                <a:gd name="csX4" fmla="*/ 17088 w 38123"/>
                <a:gd name="csY4" fmla="*/ 41195 h 47402"/>
                <a:gd name="csX5" fmla="*/ 26967 w 38123"/>
                <a:gd name="csY5" fmla="*/ 36842 h 47402"/>
                <a:gd name="csX6" fmla="*/ 30705 w 38123"/>
                <a:gd name="csY6" fmla="*/ 25193 h 47402"/>
                <a:gd name="csX7" fmla="*/ 30705 w 38123"/>
                <a:gd name="csY7" fmla="*/ 23540 h 47402"/>
                <a:gd name="csX8" fmla="*/ 23334 w 38123"/>
                <a:gd name="csY8" fmla="*/ 23540 h 47402"/>
                <a:gd name="csX9" fmla="*/ 38123 w 38123"/>
                <a:gd name="csY9" fmla="*/ 20477 h 47402"/>
                <a:gd name="csX10" fmla="*/ 38123 w 38123"/>
                <a:gd name="csY10" fmla="*/ 46234 h 47402"/>
                <a:gd name="csX11" fmla="*/ 30705 w 38123"/>
                <a:gd name="csY11" fmla="*/ 46234 h 47402"/>
                <a:gd name="csX12" fmla="*/ 30705 w 38123"/>
                <a:gd name="csY12" fmla="*/ 39382 h 47402"/>
                <a:gd name="csX13" fmla="*/ 24378 w 38123"/>
                <a:gd name="csY13" fmla="*/ 45468 h 47402"/>
                <a:gd name="csX14" fmla="*/ 15114 w 38123"/>
                <a:gd name="csY14" fmla="*/ 47402 h 47402"/>
                <a:gd name="csX15" fmla="*/ 4063 w 38123"/>
                <a:gd name="csY15" fmla="*/ 43533 h 47402"/>
                <a:gd name="csX16" fmla="*/ 0 w 38123"/>
                <a:gd name="csY16" fmla="*/ 33093 h 47402"/>
                <a:gd name="csX17" fmla="*/ 5073 w 38123"/>
                <a:gd name="csY17" fmla="*/ 21605 h 47402"/>
                <a:gd name="csX18" fmla="*/ 20315 w 38123"/>
                <a:gd name="csY18" fmla="*/ 17736 h 47402"/>
                <a:gd name="csX19" fmla="*/ 30705 w 38123"/>
                <a:gd name="csY19" fmla="*/ 17736 h 47402"/>
                <a:gd name="csX20" fmla="*/ 30705 w 38123"/>
                <a:gd name="csY20" fmla="*/ 17010 h 47402"/>
                <a:gd name="csX21" fmla="*/ 27327 w 38123"/>
                <a:gd name="csY21" fmla="*/ 9111 h 47402"/>
                <a:gd name="csX22" fmla="*/ 17889 w 38123"/>
                <a:gd name="csY22" fmla="*/ 6288 h 47402"/>
                <a:gd name="csX23" fmla="*/ 10355 w 38123"/>
                <a:gd name="csY23" fmla="*/ 7216 h 47402"/>
                <a:gd name="csX24" fmla="*/ 3297 w 38123"/>
                <a:gd name="csY24" fmla="*/ 9996 h 47402"/>
                <a:gd name="csX25" fmla="*/ 3297 w 38123"/>
                <a:gd name="csY25" fmla="*/ 3145 h 47402"/>
                <a:gd name="csX26" fmla="*/ 11202 w 38123"/>
                <a:gd name="csY26" fmla="*/ 807 h 47402"/>
                <a:gd name="csX27" fmla="*/ 18655 w 38123"/>
                <a:gd name="csY27" fmla="*/ 0 h 47402"/>
                <a:gd name="csX28" fmla="*/ 33294 w 38123"/>
                <a:gd name="csY28" fmla="*/ 5079 h 47402"/>
                <a:gd name="csX29" fmla="*/ 38123 w 38123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3" h="47402">
                  <a:moveTo>
                    <a:pt x="23334" y="23540"/>
                  </a:moveTo>
                  <a:cubicBezTo>
                    <a:pt x="17343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36" y="40429"/>
                    <a:pt x="14101" y="41195"/>
                    <a:pt x="17088" y="41195"/>
                  </a:cubicBezTo>
                  <a:cubicBezTo>
                    <a:pt x="21198" y="41195"/>
                    <a:pt x="24490" y="39744"/>
                    <a:pt x="26967" y="36842"/>
                  </a:cubicBezTo>
                  <a:cubicBezTo>
                    <a:pt x="29459" y="33913"/>
                    <a:pt x="30705" y="30030"/>
                    <a:pt x="30705" y="25193"/>
                  </a:cubicBezTo>
                  <a:lnTo>
                    <a:pt x="30705" y="23540"/>
                  </a:lnTo>
                  <a:lnTo>
                    <a:pt x="23334" y="23540"/>
                  </a:lnTo>
                  <a:moveTo>
                    <a:pt x="38123" y="20477"/>
                  </a:moveTo>
                  <a:lnTo>
                    <a:pt x="38123" y="46234"/>
                  </a:lnTo>
                  <a:lnTo>
                    <a:pt x="30705" y="46234"/>
                  </a:lnTo>
                  <a:lnTo>
                    <a:pt x="30705" y="39382"/>
                  </a:lnTo>
                  <a:cubicBezTo>
                    <a:pt x="29018" y="42122"/>
                    <a:pt x="26909" y="44151"/>
                    <a:pt x="24378" y="45468"/>
                  </a:cubicBezTo>
                  <a:cubicBezTo>
                    <a:pt x="21855" y="46757"/>
                    <a:pt x="18767" y="47402"/>
                    <a:pt x="15114" y="47402"/>
                  </a:cubicBezTo>
                  <a:cubicBezTo>
                    <a:pt x="10494" y="47402"/>
                    <a:pt x="6810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05" y="17736"/>
                  </a:lnTo>
                  <a:lnTo>
                    <a:pt x="30705" y="17010"/>
                  </a:lnTo>
                  <a:cubicBezTo>
                    <a:pt x="30705" y="13597"/>
                    <a:pt x="29579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57" y="8760"/>
                    <a:pt x="3297" y="9996"/>
                  </a:cubicBezTo>
                  <a:lnTo>
                    <a:pt x="3297" y="3145"/>
                  </a:lnTo>
                  <a:cubicBezTo>
                    <a:pt x="6013" y="2097"/>
                    <a:pt x="8648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13" y="8465"/>
                    <a:pt x="38123" y="13597"/>
                    <a:pt x="38123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3" name="Freeform 2872">
              <a:extLst>
                <a:ext uri="{FF2B5EF4-FFF2-40B4-BE49-F238E27FC236}">
                  <a16:creationId xmlns:a16="http://schemas.microsoft.com/office/drawing/2014/main" id="{F12D6BE1-9849-C3E2-802F-77D707C6D559}"/>
                </a:ext>
              </a:extLst>
            </p:cNvPr>
            <p:cNvSpPr/>
            <p:nvPr/>
          </p:nvSpPr>
          <p:spPr>
            <a:xfrm>
              <a:off x="5326795" y="337353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21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1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3" y="11663"/>
                    <a:pt x="26921" y="9593"/>
                  </a:cubicBezTo>
                  <a:cubicBezTo>
                    <a:pt x="25396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8" y="833"/>
                    <a:pt x="30311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" name="Freeform 2874">
              <a:extLst>
                <a:ext uri="{FF2B5EF4-FFF2-40B4-BE49-F238E27FC236}">
                  <a16:creationId xmlns:a16="http://schemas.microsoft.com/office/drawing/2014/main" id="{D95653C8-3299-970B-AB2E-0C0C1278F02B}"/>
                </a:ext>
              </a:extLst>
            </p:cNvPr>
            <p:cNvSpPr/>
            <p:nvPr/>
          </p:nvSpPr>
          <p:spPr>
            <a:xfrm>
              <a:off x="5459889" y="3357052"/>
              <a:ext cx="7418" cy="62719"/>
            </a:xfrm>
            <a:custGeom>
              <a:avLst/>
              <a:gdLst>
                <a:gd name="csX0" fmla="*/ 0 w 7418"/>
                <a:gd name="csY0" fmla="*/ 0 h 62719"/>
                <a:gd name="csX1" fmla="*/ 7418 w 7418"/>
                <a:gd name="csY1" fmla="*/ 0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418" h="62719">
                  <a:moveTo>
                    <a:pt x="0" y="0"/>
                  </a:moveTo>
                  <a:lnTo>
                    <a:pt x="7418" y="0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6" name="Freeform 2875">
              <a:extLst>
                <a:ext uri="{FF2B5EF4-FFF2-40B4-BE49-F238E27FC236}">
                  <a16:creationId xmlns:a16="http://schemas.microsoft.com/office/drawing/2014/main" id="{0580E390-F469-9C9D-6116-B9B38C3B38C2}"/>
                </a:ext>
              </a:extLst>
            </p:cNvPr>
            <p:cNvSpPr/>
            <p:nvPr/>
          </p:nvSpPr>
          <p:spPr>
            <a:xfrm>
              <a:off x="5479601" y="337353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0" y="30540"/>
                    <a:pt x="9593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67" y="40765"/>
                    <a:pt x="32121" y="40066"/>
                  </a:cubicBezTo>
                  <a:cubicBezTo>
                    <a:pt x="34815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8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8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7" name="Freeform 2876">
              <a:extLst>
                <a:ext uri="{FF2B5EF4-FFF2-40B4-BE49-F238E27FC236}">
                  <a16:creationId xmlns:a16="http://schemas.microsoft.com/office/drawing/2014/main" id="{C89AB883-5315-92C7-C20E-6408DA47393C}"/>
                </a:ext>
              </a:extLst>
            </p:cNvPr>
            <p:cNvSpPr/>
            <p:nvPr/>
          </p:nvSpPr>
          <p:spPr>
            <a:xfrm>
              <a:off x="5530308" y="337353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63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10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6009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38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400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3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400" y="41195"/>
                    <a:pt x="16009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2" name="Group 2921">
            <a:extLst>
              <a:ext uri="{FF2B5EF4-FFF2-40B4-BE49-F238E27FC236}">
                <a16:creationId xmlns:a16="http://schemas.microsoft.com/office/drawing/2014/main" id="{F3729A6D-ED13-348A-D4AE-8077B209C305}"/>
              </a:ext>
            </a:extLst>
          </p:cNvPr>
          <p:cNvGrpSpPr/>
          <p:nvPr/>
        </p:nvGrpSpPr>
        <p:grpSpPr>
          <a:xfrm>
            <a:off x="5074537" y="3444289"/>
            <a:ext cx="800283" cy="71324"/>
            <a:chOff x="5074537" y="3444289"/>
            <a:chExt cx="800283" cy="71324"/>
          </a:xfrm>
        </p:grpSpPr>
        <p:sp>
          <p:nvSpPr>
            <p:cNvPr id="2878" name="Oval 2877">
              <a:extLst>
                <a:ext uri="{FF2B5EF4-FFF2-40B4-BE49-F238E27FC236}">
                  <a16:creationId xmlns:a16="http://schemas.microsoft.com/office/drawing/2014/main" id="{D6A22AFE-A2A1-7A45-F2FA-6E0E9C8B145A}"/>
                </a:ext>
              </a:extLst>
            </p:cNvPr>
            <p:cNvSpPr/>
            <p:nvPr/>
          </p:nvSpPr>
          <p:spPr>
            <a:xfrm>
              <a:off x="5074537" y="3444289"/>
              <a:ext cx="71324" cy="71324"/>
            </a:xfrm>
            <a:prstGeom prst="ellipse">
              <a:avLst/>
            </a:prstGeom>
            <a:solidFill>
              <a:srgbClr val="FF0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9" name="Freeform 2878">
              <a:extLst>
                <a:ext uri="{FF2B5EF4-FFF2-40B4-BE49-F238E27FC236}">
                  <a16:creationId xmlns:a16="http://schemas.microsoft.com/office/drawing/2014/main" id="{64C04500-B6ED-D483-C191-3775AB5FA3BA}"/>
                </a:ext>
              </a:extLst>
            </p:cNvPr>
            <p:cNvSpPr/>
            <p:nvPr/>
          </p:nvSpPr>
          <p:spPr>
            <a:xfrm>
              <a:off x="5221747" y="3449861"/>
              <a:ext cx="38784" cy="60179"/>
            </a:xfrm>
            <a:custGeom>
              <a:avLst/>
              <a:gdLst>
                <a:gd name="csX0" fmla="*/ 0 w 38784"/>
                <a:gd name="csY0" fmla="*/ 0 h 60179"/>
                <a:gd name="csX1" fmla="*/ 38054 w 38784"/>
                <a:gd name="csY1" fmla="*/ 0 h 60179"/>
                <a:gd name="csX2" fmla="*/ 38054 w 38784"/>
                <a:gd name="csY2" fmla="*/ 6851 h 60179"/>
                <a:gd name="csX3" fmla="*/ 8149 w 38784"/>
                <a:gd name="csY3" fmla="*/ 6851 h 60179"/>
                <a:gd name="csX4" fmla="*/ 8149 w 38784"/>
                <a:gd name="csY4" fmla="*/ 24667 h 60179"/>
                <a:gd name="csX5" fmla="*/ 36811 w 38784"/>
                <a:gd name="csY5" fmla="*/ 24667 h 60179"/>
                <a:gd name="csX6" fmla="*/ 36811 w 38784"/>
                <a:gd name="csY6" fmla="*/ 31520 h 60179"/>
                <a:gd name="csX7" fmla="*/ 8149 w 38784"/>
                <a:gd name="csY7" fmla="*/ 31520 h 60179"/>
                <a:gd name="csX8" fmla="*/ 8149 w 38784"/>
                <a:gd name="csY8" fmla="*/ 53327 h 60179"/>
                <a:gd name="csX9" fmla="*/ 38785 w 38784"/>
                <a:gd name="csY9" fmla="*/ 53327 h 60179"/>
                <a:gd name="csX10" fmla="*/ 38785 w 38784"/>
                <a:gd name="csY10" fmla="*/ 60180 h 60179"/>
                <a:gd name="csX11" fmla="*/ 0 w 38784"/>
                <a:gd name="csY11" fmla="*/ 60180 h 60179"/>
                <a:gd name="csX12" fmla="*/ 0 w 38784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84" h="60179">
                  <a:moveTo>
                    <a:pt x="0" y="0"/>
                  </a:moveTo>
                  <a:lnTo>
                    <a:pt x="38054" y="0"/>
                  </a:lnTo>
                  <a:lnTo>
                    <a:pt x="38054" y="6851"/>
                  </a:lnTo>
                  <a:lnTo>
                    <a:pt x="8149" y="6851"/>
                  </a:lnTo>
                  <a:lnTo>
                    <a:pt x="8149" y="24667"/>
                  </a:lnTo>
                  <a:lnTo>
                    <a:pt x="36811" y="24667"/>
                  </a:lnTo>
                  <a:lnTo>
                    <a:pt x="36811" y="31520"/>
                  </a:lnTo>
                  <a:lnTo>
                    <a:pt x="8149" y="31520"/>
                  </a:lnTo>
                  <a:lnTo>
                    <a:pt x="8149" y="53327"/>
                  </a:lnTo>
                  <a:lnTo>
                    <a:pt x="38785" y="53327"/>
                  </a:lnTo>
                  <a:lnTo>
                    <a:pt x="3878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" name="Freeform 2879">
              <a:extLst>
                <a:ext uri="{FF2B5EF4-FFF2-40B4-BE49-F238E27FC236}">
                  <a16:creationId xmlns:a16="http://schemas.microsoft.com/office/drawing/2014/main" id="{856669A4-83D0-1E65-FF20-AC9529DDABA8}"/>
                </a:ext>
              </a:extLst>
            </p:cNvPr>
            <p:cNvSpPr/>
            <p:nvPr/>
          </p:nvSpPr>
          <p:spPr>
            <a:xfrm>
              <a:off x="5270283" y="346380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51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10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5997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38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388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9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397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1" name="Freeform 2880">
              <a:extLst>
                <a:ext uri="{FF2B5EF4-FFF2-40B4-BE49-F238E27FC236}">
                  <a16:creationId xmlns:a16="http://schemas.microsoft.com/office/drawing/2014/main" id="{48A4F725-71F4-961F-B804-7577A00A53A6}"/>
                </a:ext>
              </a:extLst>
            </p:cNvPr>
            <p:cNvSpPr/>
            <p:nvPr/>
          </p:nvSpPr>
          <p:spPr>
            <a:xfrm>
              <a:off x="5311030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40" y="57964"/>
                    <a:pt x="10889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2" name="Freeform 2881">
              <a:extLst>
                <a:ext uri="{FF2B5EF4-FFF2-40B4-BE49-F238E27FC236}">
                  <a16:creationId xmlns:a16="http://schemas.microsoft.com/office/drawing/2014/main" id="{1BE60F7F-1A24-EEAA-E327-CE3AAE3FC335}"/>
                </a:ext>
              </a:extLst>
            </p:cNvPr>
            <p:cNvSpPr/>
            <p:nvPr/>
          </p:nvSpPr>
          <p:spPr>
            <a:xfrm>
              <a:off x="5348968" y="344732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3" name="Freeform 2882">
              <a:extLst>
                <a:ext uri="{FF2B5EF4-FFF2-40B4-BE49-F238E27FC236}">
                  <a16:creationId xmlns:a16="http://schemas.microsoft.com/office/drawing/2014/main" id="{D6FB4227-6321-93E3-BE0B-23AE65E894BE}"/>
                </a:ext>
              </a:extLst>
            </p:cNvPr>
            <p:cNvSpPr/>
            <p:nvPr/>
          </p:nvSpPr>
          <p:spPr>
            <a:xfrm>
              <a:off x="5371616" y="346380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32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4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3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7" y="11663"/>
                    <a:pt x="26932" y="9593"/>
                  </a:cubicBezTo>
                  <a:cubicBezTo>
                    <a:pt x="25400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7" y="833"/>
                    <a:pt x="30310" y="2499"/>
                  </a:cubicBezTo>
                  <a:cubicBezTo>
                    <a:pt x="32624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4" name="Freeform 2883">
              <a:extLst>
                <a:ext uri="{FF2B5EF4-FFF2-40B4-BE49-F238E27FC236}">
                  <a16:creationId xmlns:a16="http://schemas.microsoft.com/office/drawing/2014/main" id="{7D1F6ACC-C80F-8411-FEC5-0DBE0D44785D}"/>
                </a:ext>
              </a:extLst>
            </p:cNvPr>
            <p:cNvSpPr/>
            <p:nvPr/>
          </p:nvSpPr>
          <p:spPr>
            <a:xfrm>
              <a:off x="5449488" y="3463807"/>
              <a:ext cx="38134" cy="47402"/>
            </a:xfrm>
            <a:custGeom>
              <a:avLst/>
              <a:gdLst>
                <a:gd name="csX0" fmla="*/ 23345 w 38134"/>
                <a:gd name="csY0" fmla="*/ 23540 h 47402"/>
                <a:gd name="csX1" fmla="*/ 10889 w 38134"/>
                <a:gd name="csY1" fmla="*/ 25596 h 47402"/>
                <a:gd name="csX2" fmla="*/ 7418 w 38134"/>
                <a:gd name="csY2" fmla="*/ 32610 h 47402"/>
                <a:gd name="csX3" fmla="*/ 10007 w 38134"/>
                <a:gd name="csY3" fmla="*/ 38897 h 47402"/>
                <a:gd name="csX4" fmla="*/ 17100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45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85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39 w 38134"/>
                <a:gd name="csY21" fmla="*/ 9111 h 47402"/>
                <a:gd name="csX22" fmla="*/ 17901 w 38134"/>
                <a:gd name="csY22" fmla="*/ 6288 h 47402"/>
                <a:gd name="csX23" fmla="*/ 10367 w 38134"/>
                <a:gd name="csY23" fmla="*/ 7216 h 47402"/>
                <a:gd name="csX24" fmla="*/ 3308 w 38134"/>
                <a:gd name="csY24" fmla="*/ 9996 h 47402"/>
                <a:gd name="csX25" fmla="*/ 3308 w 38134"/>
                <a:gd name="csY25" fmla="*/ 3145 h 47402"/>
                <a:gd name="csX26" fmla="*/ 11214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45" y="23540"/>
                  </a:moveTo>
                  <a:cubicBezTo>
                    <a:pt x="17355" y="23540"/>
                    <a:pt x="13203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81" y="37339"/>
                    <a:pt x="10007" y="38897"/>
                  </a:cubicBezTo>
                  <a:cubicBezTo>
                    <a:pt x="11748" y="40429"/>
                    <a:pt x="14112" y="41195"/>
                    <a:pt x="17100" y="41195"/>
                  </a:cubicBezTo>
                  <a:cubicBezTo>
                    <a:pt x="21209" y="41195"/>
                    <a:pt x="24498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45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67" y="46757"/>
                    <a:pt x="18775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5" y="21605"/>
                  </a:cubicBezTo>
                  <a:cubicBezTo>
                    <a:pt x="8498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91" y="10964"/>
                    <a:pt x="27339" y="9111"/>
                  </a:cubicBezTo>
                  <a:cubicBezTo>
                    <a:pt x="25102" y="7229"/>
                    <a:pt x="21956" y="6288"/>
                    <a:pt x="17901" y="6288"/>
                  </a:cubicBezTo>
                  <a:cubicBezTo>
                    <a:pt x="15323" y="6288"/>
                    <a:pt x="12812" y="6598"/>
                    <a:pt x="10367" y="7216"/>
                  </a:cubicBezTo>
                  <a:cubicBezTo>
                    <a:pt x="7921" y="7834"/>
                    <a:pt x="5568" y="8760"/>
                    <a:pt x="3308" y="9996"/>
                  </a:cubicBezTo>
                  <a:lnTo>
                    <a:pt x="3308" y="3145"/>
                  </a:lnTo>
                  <a:cubicBezTo>
                    <a:pt x="6025" y="2097"/>
                    <a:pt x="8660" y="1318"/>
                    <a:pt x="11214" y="807"/>
                  </a:cubicBezTo>
                  <a:cubicBezTo>
                    <a:pt x="13768" y="269"/>
                    <a:pt x="16252" y="0"/>
                    <a:pt x="18667" y="0"/>
                  </a:cubicBezTo>
                  <a:cubicBezTo>
                    <a:pt x="25199" y="0"/>
                    <a:pt x="30074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5" name="Freeform 2884">
              <a:extLst>
                <a:ext uri="{FF2B5EF4-FFF2-40B4-BE49-F238E27FC236}">
                  <a16:creationId xmlns:a16="http://schemas.microsoft.com/office/drawing/2014/main" id="{65D52D94-3B02-6407-2B18-3B5416C906B3}"/>
                </a:ext>
              </a:extLst>
            </p:cNvPr>
            <p:cNvSpPr/>
            <p:nvPr/>
          </p:nvSpPr>
          <p:spPr>
            <a:xfrm>
              <a:off x="5497339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3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6" name="Freeform 2885">
              <a:extLst>
                <a:ext uri="{FF2B5EF4-FFF2-40B4-BE49-F238E27FC236}">
                  <a16:creationId xmlns:a16="http://schemas.microsoft.com/office/drawing/2014/main" id="{3A7FC8FD-1C1B-FA6A-08C5-832A91243862}"/>
                </a:ext>
              </a:extLst>
            </p:cNvPr>
            <p:cNvSpPr/>
            <p:nvPr/>
          </p:nvSpPr>
          <p:spPr>
            <a:xfrm>
              <a:off x="5532038" y="3463807"/>
              <a:ext cx="41849" cy="47402"/>
            </a:xfrm>
            <a:custGeom>
              <a:avLst/>
              <a:gdLst>
                <a:gd name="csX0" fmla="*/ 41850 w 41849"/>
                <a:gd name="csY0" fmla="*/ 21807 h 47402"/>
                <a:gd name="csX1" fmla="*/ 41850 w 41849"/>
                <a:gd name="csY1" fmla="*/ 25435 h 47402"/>
                <a:gd name="csX2" fmla="*/ 7743 w 41849"/>
                <a:gd name="csY2" fmla="*/ 25435 h 47402"/>
                <a:gd name="csX3" fmla="*/ 12340 w 41849"/>
                <a:gd name="csY3" fmla="*/ 37124 h 47402"/>
                <a:gd name="csX4" fmla="*/ 23868 w 41849"/>
                <a:gd name="csY4" fmla="*/ 41115 h 47402"/>
                <a:gd name="csX5" fmla="*/ 32133 w 41849"/>
                <a:gd name="csY5" fmla="*/ 40066 h 47402"/>
                <a:gd name="csX6" fmla="*/ 40108 w 41849"/>
                <a:gd name="csY6" fmla="*/ 36923 h 47402"/>
                <a:gd name="csX7" fmla="*/ 40108 w 41849"/>
                <a:gd name="csY7" fmla="*/ 43936 h 47402"/>
                <a:gd name="csX8" fmla="*/ 31924 w 41849"/>
                <a:gd name="csY8" fmla="*/ 46516 h 47402"/>
                <a:gd name="csX9" fmla="*/ 23427 w 41849"/>
                <a:gd name="csY9" fmla="*/ 47402 h 47402"/>
                <a:gd name="csX10" fmla="*/ 6292 w 41849"/>
                <a:gd name="csY10" fmla="*/ 41115 h 47402"/>
                <a:gd name="csX11" fmla="*/ 0 w 41849"/>
                <a:gd name="csY11" fmla="*/ 24104 h 47402"/>
                <a:gd name="csX12" fmla="*/ 5967 w 41849"/>
                <a:gd name="csY12" fmla="*/ 6530 h 47402"/>
                <a:gd name="csX13" fmla="*/ 22138 w 41849"/>
                <a:gd name="csY13" fmla="*/ 0 h 47402"/>
                <a:gd name="csX14" fmla="*/ 36521 w 41849"/>
                <a:gd name="csY14" fmla="*/ 5886 h 47402"/>
                <a:gd name="csX15" fmla="*/ 41850 w 41849"/>
                <a:gd name="csY15" fmla="*/ 21807 h 47402"/>
                <a:gd name="csX16" fmla="*/ 34432 w 41849"/>
                <a:gd name="csY16" fmla="*/ 19630 h 47402"/>
                <a:gd name="csX17" fmla="*/ 31007 w 41849"/>
                <a:gd name="csY17" fmla="*/ 9916 h 47402"/>
                <a:gd name="csX18" fmla="*/ 22219 w 41849"/>
                <a:gd name="csY18" fmla="*/ 6288 h 47402"/>
                <a:gd name="csX19" fmla="*/ 12259 w 41849"/>
                <a:gd name="csY19" fmla="*/ 9795 h 47402"/>
                <a:gd name="csX20" fmla="*/ 7987 w 41849"/>
                <a:gd name="csY20" fmla="*/ 19671 h 47402"/>
                <a:gd name="csX21" fmla="*/ 34432 w 41849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2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54" y="45065"/>
                    <a:pt x="34726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6" y="12335"/>
                    <a:pt x="31007" y="9916"/>
                  </a:cubicBezTo>
                  <a:cubicBezTo>
                    <a:pt x="28801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90" y="12133"/>
                    <a:pt x="8366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7" name="Freeform 2886">
              <a:extLst>
                <a:ext uri="{FF2B5EF4-FFF2-40B4-BE49-F238E27FC236}">
                  <a16:creationId xmlns:a16="http://schemas.microsoft.com/office/drawing/2014/main" id="{AA24BD03-B4E0-A2BB-C754-56CB5758BAF9}"/>
                </a:ext>
              </a:extLst>
            </p:cNvPr>
            <p:cNvSpPr/>
            <p:nvPr/>
          </p:nvSpPr>
          <p:spPr>
            <a:xfrm>
              <a:off x="5582826" y="3447321"/>
              <a:ext cx="40352" cy="63887"/>
            </a:xfrm>
            <a:custGeom>
              <a:avLst/>
              <a:gdLst>
                <a:gd name="csX0" fmla="*/ 32934 w 40352"/>
                <a:gd name="csY0" fmla="*/ 24427 h 63887"/>
                <a:gd name="csX1" fmla="*/ 32934 w 40352"/>
                <a:gd name="csY1" fmla="*/ 0 h 63887"/>
                <a:gd name="csX2" fmla="*/ 40352 w 40352"/>
                <a:gd name="csY2" fmla="*/ 0 h 63887"/>
                <a:gd name="csX3" fmla="*/ 40352 w 40352"/>
                <a:gd name="csY3" fmla="*/ 62720 h 63887"/>
                <a:gd name="csX4" fmla="*/ 32934 w 40352"/>
                <a:gd name="csY4" fmla="*/ 62720 h 63887"/>
                <a:gd name="csX5" fmla="*/ 32934 w 40352"/>
                <a:gd name="csY5" fmla="*/ 55947 h 63887"/>
                <a:gd name="csX6" fmla="*/ 27014 w 40352"/>
                <a:gd name="csY6" fmla="*/ 61954 h 63887"/>
                <a:gd name="csX7" fmla="*/ 18470 w 40352"/>
                <a:gd name="csY7" fmla="*/ 63888 h 63887"/>
                <a:gd name="csX8" fmla="*/ 5120 w 40352"/>
                <a:gd name="csY8" fmla="*/ 57359 h 63887"/>
                <a:gd name="csX9" fmla="*/ 0 w 40352"/>
                <a:gd name="csY9" fmla="*/ 40187 h 63887"/>
                <a:gd name="csX10" fmla="*/ 5120 w 40352"/>
                <a:gd name="csY10" fmla="*/ 23016 h 63887"/>
                <a:gd name="csX11" fmla="*/ 18470 w 40352"/>
                <a:gd name="csY11" fmla="*/ 16486 h 63887"/>
                <a:gd name="csX12" fmla="*/ 27014 w 40352"/>
                <a:gd name="csY12" fmla="*/ 18461 h 63887"/>
                <a:gd name="csX13" fmla="*/ 32934 w 40352"/>
                <a:gd name="csY13" fmla="*/ 24427 h 63887"/>
                <a:gd name="csX14" fmla="*/ 7662 w 40352"/>
                <a:gd name="csY14" fmla="*/ 40187 h 63887"/>
                <a:gd name="csX15" fmla="*/ 11005 w 40352"/>
                <a:gd name="csY15" fmla="*/ 53045 h 63887"/>
                <a:gd name="csX16" fmla="*/ 20280 w 40352"/>
                <a:gd name="csY16" fmla="*/ 57680 h 63887"/>
                <a:gd name="csX17" fmla="*/ 29556 w 40352"/>
                <a:gd name="csY17" fmla="*/ 53045 h 63887"/>
                <a:gd name="csX18" fmla="*/ 32934 w 40352"/>
                <a:gd name="csY18" fmla="*/ 40187 h 63887"/>
                <a:gd name="csX19" fmla="*/ 29556 w 40352"/>
                <a:gd name="csY19" fmla="*/ 27369 h 63887"/>
                <a:gd name="csX20" fmla="*/ 20280 w 40352"/>
                <a:gd name="csY20" fmla="*/ 22694 h 63887"/>
                <a:gd name="csX21" fmla="*/ 11005 w 40352"/>
                <a:gd name="csY21" fmla="*/ 27369 h 63887"/>
                <a:gd name="csX22" fmla="*/ 7662 w 40352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52" h="63887">
                  <a:moveTo>
                    <a:pt x="32934" y="24427"/>
                  </a:moveTo>
                  <a:lnTo>
                    <a:pt x="32934" y="0"/>
                  </a:lnTo>
                  <a:lnTo>
                    <a:pt x="40352" y="0"/>
                  </a:lnTo>
                  <a:lnTo>
                    <a:pt x="40352" y="62720"/>
                  </a:lnTo>
                  <a:lnTo>
                    <a:pt x="32934" y="62720"/>
                  </a:lnTo>
                  <a:lnTo>
                    <a:pt x="32934" y="55947"/>
                  </a:lnTo>
                  <a:cubicBezTo>
                    <a:pt x="31378" y="58634"/>
                    <a:pt x="29405" y="60636"/>
                    <a:pt x="27014" y="61954"/>
                  </a:cubicBezTo>
                  <a:cubicBezTo>
                    <a:pt x="24645" y="63243"/>
                    <a:pt x="21797" y="63888"/>
                    <a:pt x="18470" y="63888"/>
                  </a:cubicBezTo>
                  <a:cubicBezTo>
                    <a:pt x="13013" y="63888"/>
                    <a:pt x="8563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63" y="18662"/>
                    <a:pt x="13013" y="16486"/>
                    <a:pt x="18470" y="16486"/>
                  </a:cubicBezTo>
                  <a:cubicBezTo>
                    <a:pt x="21797" y="16486"/>
                    <a:pt x="24645" y="17144"/>
                    <a:pt x="27014" y="18461"/>
                  </a:cubicBezTo>
                  <a:cubicBezTo>
                    <a:pt x="29405" y="19751"/>
                    <a:pt x="31378" y="21739"/>
                    <a:pt x="32934" y="24427"/>
                  </a:cubicBezTo>
                  <a:moveTo>
                    <a:pt x="7662" y="40187"/>
                  </a:moveTo>
                  <a:cubicBezTo>
                    <a:pt x="7662" y="45643"/>
                    <a:pt x="8776" y="49928"/>
                    <a:pt x="11005" y="53045"/>
                  </a:cubicBezTo>
                  <a:cubicBezTo>
                    <a:pt x="13265" y="56135"/>
                    <a:pt x="16357" y="57680"/>
                    <a:pt x="20280" y="57680"/>
                  </a:cubicBezTo>
                  <a:cubicBezTo>
                    <a:pt x="24204" y="57680"/>
                    <a:pt x="27296" y="56135"/>
                    <a:pt x="29556" y="53045"/>
                  </a:cubicBezTo>
                  <a:cubicBezTo>
                    <a:pt x="31808" y="49928"/>
                    <a:pt x="32934" y="45643"/>
                    <a:pt x="32934" y="40187"/>
                  </a:cubicBezTo>
                  <a:cubicBezTo>
                    <a:pt x="32934" y="34732"/>
                    <a:pt x="31808" y="30459"/>
                    <a:pt x="29556" y="27369"/>
                  </a:cubicBezTo>
                  <a:cubicBezTo>
                    <a:pt x="27296" y="24252"/>
                    <a:pt x="24204" y="22694"/>
                    <a:pt x="20280" y="22694"/>
                  </a:cubicBezTo>
                  <a:cubicBezTo>
                    <a:pt x="16357" y="22694"/>
                    <a:pt x="13265" y="24252"/>
                    <a:pt x="11005" y="27369"/>
                  </a:cubicBezTo>
                  <a:cubicBezTo>
                    <a:pt x="8776" y="30459"/>
                    <a:pt x="7662" y="34732"/>
                    <a:pt x="7662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8" name="Freeform 2887">
              <a:extLst>
                <a:ext uri="{FF2B5EF4-FFF2-40B4-BE49-F238E27FC236}">
                  <a16:creationId xmlns:a16="http://schemas.microsoft.com/office/drawing/2014/main" id="{1660C716-ECB9-E2CE-8A92-2B4C1905FCF5}"/>
                </a:ext>
              </a:extLst>
            </p:cNvPr>
            <p:cNvSpPr/>
            <p:nvPr/>
          </p:nvSpPr>
          <p:spPr>
            <a:xfrm>
              <a:off x="5665016" y="3449861"/>
              <a:ext cx="55060" cy="60179"/>
            </a:xfrm>
            <a:custGeom>
              <a:avLst/>
              <a:gdLst>
                <a:gd name="csX0" fmla="*/ 0 w 55060"/>
                <a:gd name="csY0" fmla="*/ 0 h 60179"/>
                <a:gd name="csX1" fmla="*/ 12131 w 55060"/>
                <a:gd name="csY1" fmla="*/ 0 h 60179"/>
                <a:gd name="csX2" fmla="*/ 27489 w 55060"/>
                <a:gd name="csY2" fmla="*/ 40952 h 60179"/>
                <a:gd name="csX3" fmla="*/ 42929 w 55060"/>
                <a:gd name="csY3" fmla="*/ 0 h 60179"/>
                <a:gd name="csX4" fmla="*/ 55060 w 55060"/>
                <a:gd name="csY4" fmla="*/ 0 h 60179"/>
                <a:gd name="csX5" fmla="*/ 55060 w 55060"/>
                <a:gd name="csY5" fmla="*/ 60180 h 60179"/>
                <a:gd name="csX6" fmla="*/ 47120 w 55060"/>
                <a:gd name="csY6" fmla="*/ 60180 h 60179"/>
                <a:gd name="csX7" fmla="*/ 47120 w 55060"/>
                <a:gd name="csY7" fmla="*/ 7336 h 60179"/>
                <a:gd name="csX8" fmla="*/ 31599 w 55060"/>
                <a:gd name="csY8" fmla="*/ 48610 h 60179"/>
                <a:gd name="csX9" fmla="*/ 23426 w 55060"/>
                <a:gd name="csY9" fmla="*/ 48610 h 60179"/>
                <a:gd name="csX10" fmla="*/ 7905 w 55060"/>
                <a:gd name="csY10" fmla="*/ 7336 h 60179"/>
                <a:gd name="csX11" fmla="*/ 7905 w 55060"/>
                <a:gd name="csY11" fmla="*/ 60180 h 60179"/>
                <a:gd name="csX12" fmla="*/ 0 w 55060"/>
                <a:gd name="csY12" fmla="*/ 60180 h 60179"/>
                <a:gd name="csX13" fmla="*/ 0 w 55060"/>
                <a:gd name="csY13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5060" h="60179">
                  <a:moveTo>
                    <a:pt x="0" y="0"/>
                  </a:moveTo>
                  <a:lnTo>
                    <a:pt x="12131" y="0"/>
                  </a:lnTo>
                  <a:lnTo>
                    <a:pt x="27489" y="40952"/>
                  </a:lnTo>
                  <a:lnTo>
                    <a:pt x="42929" y="0"/>
                  </a:lnTo>
                  <a:lnTo>
                    <a:pt x="55060" y="0"/>
                  </a:lnTo>
                  <a:lnTo>
                    <a:pt x="55060" y="60180"/>
                  </a:lnTo>
                  <a:lnTo>
                    <a:pt x="47120" y="60180"/>
                  </a:lnTo>
                  <a:lnTo>
                    <a:pt x="47120" y="7336"/>
                  </a:lnTo>
                  <a:lnTo>
                    <a:pt x="31599" y="48610"/>
                  </a:lnTo>
                  <a:lnTo>
                    <a:pt x="23426" y="48610"/>
                  </a:lnTo>
                  <a:lnTo>
                    <a:pt x="7905" y="7336"/>
                  </a:lnTo>
                  <a:lnTo>
                    <a:pt x="790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9" name="Freeform 2888">
              <a:extLst>
                <a:ext uri="{FF2B5EF4-FFF2-40B4-BE49-F238E27FC236}">
                  <a16:creationId xmlns:a16="http://schemas.microsoft.com/office/drawing/2014/main" id="{8A4564C6-9567-EA19-E1DB-E40DBF985ECA}"/>
                </a:ext>
              </a:extLst>
            </p:cNvPr>
            <p:cNvSpPr/>
            <p:nvPr/>
          </p:nvSpPr>
          <p:spPr>
            <a:xfrm>
              <a:off x="5732695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0" y="30540"/>
                    <a:pt x="9593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67" y="40765"/>
                    <a:pt x="32121" y="40066"/>
                  </a:cubicBezTo>
                  <a:cubicBezTo>
                    <a:pt x="34815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8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8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0" name="Freeform 2889">
              <a:extLst>
                <a:ext uri="{FF2B5EF4-FFF2-40B4-BE49-F238E27FC236}">
                  <a16:creationId xmlns:a16="http://schemas.microsoft.com/office/drawing/2014/main" id="{F02A7FF9-7F8C-1EFF-D822-B50087EDB9F4}"/>
                </a:ext>
              </a:extLst>
            </p:cNvPr>
            <p:cNvSpPr/>
            <p:nvPr/>
          </p:nvSpPr>
          <p:spPr>
            <a:xfrm>
              <a:off x="5783890" y="3463807"/>
              <a:ext cx="38134" cy="47402"/>
            </a:xfrm>
            <a:custGeom>
              <a:avLst/>
              <a:gdLst>
                <a:gd name="csX0" fmla="*/ 23334 w 38134"/>
                <a:gd name="csY0" fmla="*/ 23540 h 47402"/>
                <a:gd name="csX1" fmla="*/ 10877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4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78 w 38134"/>
                <a:gd name="csY13" fmla="*/ 45468 h 47402"/>
                <a:gd name="csX14" fmla="*/ 15115 w 38134"/>
                <a:gd name="csY14" fmla="*/ 47402 h 47402"/>
                <a:gd name="csX15" fmla="*/ 4063 w 38134"/>
                <a:gd name="csY15" fmla="*/ 43533 h 47402"/>
                <a:gd name="csX16" fmla="*/ 0 w 38134"/>
                <a:gd name="csY16" fmla="*/ 33093 h 47402"/>
                <a:gd name="csX17" fmla="*/ 5073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889 w 38134"/>
                <a:gd name="csY22" fmla="*/ 6288 h 47402"/>
                <a:gd name="csX23" fmla="*/ 10355 w 38134"/>
                <a:gd name="csY23" fmla="*/ 7216 h 47402"/>
                <a:gd name="csX24" fmla="*/ 3309 w 38134"/>
                <a:gd name="csY24" fmla="*/ 9996 h 47402"/>
                <a:gd name="csX25" fmla="*/ 3309 w 38134"/>
                <a:gd name="csY25" fmla="*/ 3145 h 47402"/>
                <a:gd name="csX26" fmla="*/ 11202 w 38134"/>
                <a:gd name="csY26" fmla="*/ 807 h 47402"/>
                <a:gd name="csX27" fmla="*/ 18655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4" y="23540"/>
                  </a:moveTo>
                  <a:cubicBezTo>
                    <a:pt x="17344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9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4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09" y="44151"/>
                    <a:pt x="24378" y="45468"/>
                  </a:cubicBezTo>
                  <a:cubicBezTo>
                    <a:pt x="21855" y="46757"/>
                    <a:pt x="18768" y="47402"/>
                    <a:pt x="15115" y="47402"/>
                  </a:cubicBezTo>
                  <a:cubicBezTo>
                    <a:pt x="10494" y="47402"/>
                    <a:pt x="6811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9" y="9996"/>
                  </a:cubicBezTo>
                  <a:lnTo>
                    <a:pt x="3309" y="3145"/>
                  </a:lnTo>
                  <a:cubicBezTo>
                    <a:pt x="6017" y="2097"/>
                    <a:pt x="8649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1" name="Freeform 2890">
              <a:extLst>
                <a:ext uri="{FF2B5EF4-FFF2-40B4-BE49-F238E27FC236}">
                  <a16:creationId xmlns:a16="http://schemas.microsoft.com/office/drawing/2014/main" id="{6F891089-FE94-B317-5105-1590D05C1F46}"/>
                </a:ext>
              </a:extLst>
            </p:cNvPr>
            <p:cNvSpPr/>
            <p:nvPr/>
          </p:nvSpPr>
          <p:spPr>
            <a:xfrm>
              <a:off x="5837011" y="346380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7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45 w 37809"/>
                <a:gd name="csY14" fmla="*/ 0 h 46234"/>
                <a:gd name="csX15" fmla="*/ 33816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7" y="6450"/>
                  </a:cubicBezTo>
                  <a:cubicBezTo>
                    <a:pt x="16396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5" y="672"/>
                    <a:pt x="18903" y="0"/>
                    <a:pt x="22045" y="0"/>
                  </a:cubicBezTo>
                  <a:cubicBezTo>
                    <a:pt x="27238" y="0"/>
                    <a:pt x="31162" y="1612"/>
                    <a:pt x="33816" y="4837"/>
                  </a:cubicBezTo>
                  <a:cubicBezTo>
                    <a:pt x="36479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3" name="Group 2922">
            <a:extLst>
              <a:ext uri="{FF2B5EF4-FFF2-40B4-BE49-F238E27FC236}">
                <a16:creationId xmlns:a16="http://schemas.microsoft.com/office/drawing/2014/main" id="{1CD08CF1-D524-09C2-1266-06EC34661B4A}"/>
              </a:ext>
            </a:extLst>
          </p:cNvPr>
          <p:cNvGrpSpPr/>
          <p:nvPr/>
        </p:nvGrpSpPr>
        <p:grpSpPr>
          <a:xfrm>
            <a:off x="5074537" y="3534559"/>
            <a:ext cx="1130564" cy="73410"/>
            <a:chOff x="5074537" y="3534559"/>
            <a:chExt cx="1130564" cy="73410"/>
          </a:xfrm>
        </p:grpSpPr>
        <p:sp>
          <p:nvSpPr>
            <p:cNvPr id="2892" name="Oval 2891">
              <a:extLst>
                <a:ext uri="{FF2B5EF4-FFF2-40B4-BE49-F238E27FC236}">
                  <a16:creationId xmlns:a16="http://schemas.microsoft.com/office/drawing/2014/main" id="{F313C61F-974C-9E2F-8DEC-0F195C33E0A7}"/>
                </a:ext>
              </a:extLst>
            </p:cNvPr>
            <p:cNvSpPr/>
            <p:nvPr/>
          </p:nvSpPr>
          <p:spPr>
            <a:xfrm>
              <a:off x="5074537" y="3534559"/>
              <a:ext cx="71324" cy="71324"/>
            </a:xfrm>
            <a:prstGeom prst="ellipse">
              <a:avLst/>
            </a:prstGeom>
            <a:solidFill>
              <a:srgbClr val="008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3" name="Freeform 2892">
              <a:extLst>
                <a:ext uri="{FF2B5EF4-FFF2-40B4-BE49-F238E27FC236}">
                  <a16:creationId xmlns:a16="http://schemas.microsoft.com/office/drawing/2014/main" id="{7352FB77-026F-3E5D-A2DF-1334770DEF3F}"/>
                </a:ext>
              </a:extLst>
            </p:cNvPr>
            <p:cNvSpPr/>
            <p:nvPr/>
          </p:nvSpPr>
          <p:spPr>
            <a:xfrm>
              <a:off x="5221747" y="3540131"/>
              <a:ext cx="38784" cy="60179"/>
            </a:xfrm>
            <a:custGeom>
              <a:avLst/>
              <a:gdLst>
                <a:gd name="csX0" fmla="*/ 0 w 38784"/>
                <a:gd name="csY0" fmla="*/ 0 h 60179"/>
                <a:gd name="csX1" fmla="*/ 38054 w 38784"/>
                <a:gd name="csY1" fmla="*/ 0 h 60179"/>
                <a:gd name="csX2" fmla="*/ 38054 w 38784"/>
                <a:gd name="csY2" fmla="*/ 6851 h 60179"/>
                <a:gd name="csX3" fmla="*/ 8149 w 38784"/>
                <a:gd name="csY3" fmla="*/ 6851 h 60179"/>
                <a:gd name="csX4" fmla="*/ 8149 w 38784"/>
                <a:gd name="csY4" fmla="*/ 24667 h 60179"/>
                <a:gd name="csX5" fmla="*/ 36811 w 38784"/>
                <a:gd name="csY5" fmla="*/ 24667 h 60179"/>
                <a:gd name="csX6" fmla="*/ 36811 w 38784"/>
                <a:gd name="csY6" fmla="*/ 31520 h 60179"/>
                <a:gd name="csX7" fmla="*/ 8149 w 38784"/>
                <a:gd name="csY7" fmla="*/ 31520 h 60179"/>
                <a:gd name="csX8" fmla="*/ 8149 w 38784"/>
                <a:gd name="csY8" fmla="*/ 53327 h 60179"/>
                <a:gd name="csX9" fmla="*/ 38785 w 38784"/>
                <a:gd name="csY9" fmla="*/ 53327 h 60179"/>
                <a:gd name="csX10" fmla="*/ 38785 w 38784"/>
                <a:gd name="csY10" fmla="*/ 60180 h 60179"/>
                <a:gd name="csX11" fmla="*/ 0 w 38784"/>
                <a:gd name="csY11" fmla="*/ 60180 h 60179"/>
                <a:gd name="csX12" fmla="*/ 0 w 38784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84" h="60179">
                  <a:moveTo>
                    <a:pt x="0" y="0"/>
                  </a:moveTo>
                  <a:lnTo>
                    <a:pt x="38054" y="0"/>
                  </a:lnTo>
                  <a:lnTo>
                    <a:pt x="38054" y="6851"/>
                  </a:lnTo>
                  <a:lnTo>
                    <a:pt x="8149" y="6851"/>
                  </a:lnTo>
                  <a:lnTo>
                    <a:pt x="8149" y="24667"/>
                  </a:lnTo>
                  <a:lnTo>
                    <a:pt x="36811" y="24667"/>
                  </a:lnTo>
                  <a:lnTo>
                    <a:pt x="36811" y="31520"/>
                  </a:lnTo>
                  <a:lnTo>
                    <a:pt x="8149" y="31520"/>
                  </a:lnTo>
                  <a:lnTo>
                    <a:pt x="8149" y="53327"/>
                  </a:lnTo>
                  <a:lnTo>
                    <a:pt x="38785" y="53327"/>
                  </a:lnTo>
                  <a:lnTo>
                    <a:pt x="3878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4" name="Freeform 2893">
              <a:extLst>
                <a:ext uri="{FF2B5EF4-FFF2-40B4-BE49-F238E27FC236}">
                  <a16:creationId xmlns:a16="http://schemas.microsoft.com/office/drawing/2014/main" id="{A2E57A42-56A8-44E0-DD86-A2AFF02311E9}"/>
                </a:ext>
              </a:extLst>
            </p:cNvPr>
            <p:cNvSpPr/>
            <p:nvPr/>
          </p:nvSpPr>
          <p:spPr>
            <a:xfrm>
              <a:off x="5270283" y="3554077"/>
              <a:ext cx="34501" cy="47401"/>
            </a:xfrm>
            <a:custGeom>
              <a:avLst/>
              <a:gdLst>
                <a:gd name="csX0" fmla="*/ 32087 w 34501"/>
                <a:gd name="csY0" fmla="*/ 2419 h 47401"/>
                <a:gd name="csX1" fmla="*/ 32087 w 34501"/>
                <a:gd name="csY1" fmla="*/ 9432 h 47401"/>
                <a:gd name="csX2" fmla="*/ 25551 w 34501"/>
                <a:gd name="csY2" fmla="*/ 7014 h 47401"/>
                <a:gd name="csX3" fmla="*/ 18539 w 34501"/>
                <a:gd name="csY3" fmla="*/ 6208 h 47401"/>
                <a:gd name="csX4" fmla="*/ 10239 w 34501"/>
                <a:gd name="csY4" fmla="*/ 7901 h 47401"/>
                <a:gd name="csX5" fmla="*/ 7499 w 34501"/>
                <a:gd name="csY5" fmla="*/ 12980 h 47401"/>
                <a:gd name="csX6" fmla="*/ 9473 w 34501"/>
                <a:gd name="csY6" fmla="*/ 17051 h 47401"/>
                <a:gd name="csX7" fmla="*/ 17413 w 34501"/>
                <a:gd name="csY7" fmla="*/ 19832 h 47401"/>
                <a:gd name="csX8" fmla="*/ 19955 w 34501"/>
                <a:gd name="csY8" fmla="*/ 20397 h 47401"/>
                <a:gd name="csX9" fmla="*/ 31158 w 34501"/>
                <a:gd name="csY9" fmla="*/ 25193 h 47401"/>
                <a:gd name="csX10" fmla="*/ 34501 w 34501"/>
                <a:gd name="csY10" fmla="*/ 33778 h 47401"/>
                <a:gd name="csX11" fmla="*/ 29510 w 34501"/>
                <a:gd name="csY11" fmla="*/ 43735 h 47401"/>
                <a:gd name="csX12" fmla="*/ 15846 w 34501"/>
                <a:gd name="csY12" fmla="*/ 47402 h 47401"/>
                <a:gd name="csX13" fmla="*/ 8265 w 34501"/>
                <a:gd name="csY13" fmla="*/ 46676 h 47401"/>
                <a:gd name="csX14" fmla="*/ 0 w 34501"/>
                <a:gd name="csY14" fmla="*/ 44581 h 47401"/>
                <a:gd name="csX15" fmla="*/ 0 w 34501"/>
                <a:gd name="csY15" fmla="*/ 36923 h 47401"/>
                <a:gd name="csX16" fmla="*/ 8103 w 34501"/>
                <a:gd name="csY16" fmla="*/ 40148 h 47401"/>
                <a:gd name="csX17" fmla="*/ 15997 w 34501"/>
                <a:gd name="csY17" fmla="*/ 41195 h 47401"/>
                <a:gd name="csX18" fmla="*/ 24065 w 34501"/>
                <a:gd name="csY18" fmla="*/ 39422 h 47401"/>
                <a:gd name="csX19" fmla="*/ 26886 w 34501"/>
                <a:gd name="csY19" fmla="*/ 34343 h 47401"/>
                <a:gd name="csX20" fmla="*/ 24831 w 34501"/>
                <a:gd name="csY20" fmla="*/ 29708 h 47401"/>
                <a:gd name="csX21" fmla="*/ 15927 w 34501"/>
                <a:gd name="csY21" fmla="*/ 26604 h 47401"/>
                <a:gd name="csX22" fmla="*/ 13338 w 34501"/>
                <a:gd name="csY22" fmla="*/ 25999 h 47401"/>
                <a:gd name="csX23" fmla="*/ 3390 w 34501"/>
                <a:gd name="csY23" fmla="*/ 21566 h 47401"/>
                <a:gd name="csX24" fmla="*/ 325 w 34501"/>
                <a:gd name="csY24" fmla="*/ 13302 h 47401"/>
                <a:gd name="csX25" fmla="*/ 4841 w 34501"/>
                <a:gd name="csY25" fmla="*/ 3466 h 47401"/>
                <a:gd name="csX26" fmla="*/ 17657 w 34501"/>
                <a:gd name="csY26" fmla="*/ 0 h 47401"/>
                <a:gd name="csX27" fmla="*/ 25388 w 34501"/>
                <a:gd name="csY27" fmla="*/ 605 h 47401"/>
                <a:gd name="csX28" fmla="*/ 32087 w 34501"/>
                <a:gd name="csY28" fmla="*/ 2419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1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9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397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5" name="Freeform 2894">
              <a:extLst>
                <a:ext uri="{FF2B5EF4-FFF2-40B4-BE49-F238E27FC236}">
                  <a16:creationId xmlns:a16="http://schemas.microsoft.com/office/drawing/2014/main" id="{EC1C37C4-7ECA-1C43-69A2-518D195C61F3}"/>
                </a:ext>
              </a:extLst>
            </p:cNvPr>
            <p:cNvSpPr/>
            <p:nvPr/>
          </p:nvSpPr>
          <p:spPr>
            <a:xfrm>
              <a:off x="5311030" y="3542347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40" y="57964"/>
                    <a:pt x="10889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6" name="Freeform 2895">
              <a:extLst>
                <a:ext uri="{FF2B5EF4-FFF2-40B4-BE49-F238E27FC236}">
                  <a16:creationId xmlns:a16="http://schemas.microsoft.com/office/drawing/2014/main" id="{6BEA4A06-A4F1-089E-5709-45FAD3492B4B}"/>
                </a:ext>
              </a:extLst>
            </p:cNvPr>
            <p:cNvSpPr/>
            <p:nvPr/>
          </p:nvSpPr>
          <p:spPr>
            <a:xfrm>
              <a:off x="5348968" y="353759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7" name="Freeform 2896">
              <a:extLst>
                <a:ext uri="{FF2B5EF4-FFF2-40B4-BE49-F238E27FC236}">
                  <a16:creationId xmlns:a16="http://schemas.microsoft.com/office/drawing/2014/main" id="{A3307350-D318-961A-F805-8027B6C7C96E}"/>
                </a:ext>
              </a:extLst>
            </p:cNvPr>
            <p:cNvSpPr/>
            <p:nvPr/>
          </p:nvSpPr>
          <p:spPr>
            <a:xfrm>
              <a:off x="5371616" y="355407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32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4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3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7" y="11663"/>
                    <a:pt x="26932" y="9593"/>
                  </a:cubicBezTo>
                  <a:cubicBezTo>
                    <a:pt x="25400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7" y="833"/>
                    <a:pt x="30310" y="2499"/>
                  </a:cubicBezTo>
                  <a:cubicBezTo>
                    <a:pt x="32624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8" name="Freeform 2897">
              <a:extLst>
                <a:ext uri="{FF2B5EF4-FFF2-40B4-BE49-F238E27FC236}">
                  <a16:creationId xmlns:a16="http://schemas.microsoft.com/office/drawing/2014/main" id="{E559C30C-A9C8-3439-9630-B26AA151A1B9}"/>
                </a:ext>
              </a:extLst>
            </p:cNvPr>
            <p:cNvSpPr/>
            <p:nvPr/>
          </p:nvSpPr>
          <p:spPr>
            <a:xfrm>
              <a:off x="5449488" y="3554077"/>
              <a:ext cx="38134" cy="47401"/>
            </a:xfrm>
            <a:custGeom>
              <a:avLst/>
              <a:gdLst>
                <a:gd name="csX0" fmla="*/ 23345 w 38134"/>
                <a:gd name="csY0" fmla="*/ 23540 h 47401"/>
                <a:gd name="csX1" fmla="*/ 10889 w 38134"/>
                <a:gd name="csY1" fmla="*/ 25596 h 47401"/>
                <a:gd name="csX2" fmla="*/ 7418 w 38134"/>
                <a:gd name="csY2" fmla="*/ 32610 h 47401"/>
                <a:gd name="csX3" fmla="*/ 10007 w 38134"/>
                <a:gd name="csY3" fmla="*/ 38897 h 47401"/>
                <a:gd name="csX4" fmla="*/ 17100 w 38134"/>
                <a:gd name="csY4" fmla="*/ 41195 h 47401"/>
                <a:gd name="csX5" fmla="*/ 26967 w 38134"/>
                <a:gd name="csY5" fmla="*/ 36842 h 47401"/>
                <a:gd name="csX6" fmla="*/ 30717 w 38134"/>
                <a:gd name="csY6" fmla="*/ 25193 h 47401"/>
                <a:gd name="csX7" fmla="*/ 30717 w 38134"/>
                <a:gd name="csY7" fmla="*/ 23540 h 47401"/>
                <a:gd name="csX8" fmla="*/ 23345 w 38134"/>
                <a:gd name="csY8" fmla="*/ 23540 h 47401"/>
                <a:gd name="csX9" fmla="*/ 38135 w 38134"/>
                <a:gd name="csY9" fmla="*/ 20477 h 47401"/>
                <a:gd name="csX10" fmla="*/ 38135 w 38134"/>
                <a:gd name="csY10" fmla="*/ 46234 h 47401"/>
                <a:gd name="csX11" fmla="*/ 30717 w 38134"/>
                <a:gd name="csY11" fmla="*/ 46234 h 47401"/>
                <a:gd name="csX12" fmla="*/ 30717 w 38134"/>
                <a:gd name="csY12" fmla="*/ 39382 h 47401"/>
                <a:gd name="csX13" fmla="*/ 24390 w 38134"/>
                <a:gd name="csY13" fmla="*/ 45468 h 47401"/>
                <a:gd name="csX14" fmla="*/ 15115 w 38134"/>
                <a:gd name="csY14" fmla="*/ 47402 h 47401"/>
                <a:gd name="csX15" fmla="*/ 4075 w 38134"/>
                <a:gd name="csY15" fmla="*/ 43533 h 47401"/>
                <a:gd name="csX16" fmla="*/ 0 w 38134"/>
                <a:gd name="csY16" fmla="*/ 33093 h 47401"/>
                <a:gd name="csX17" fmla="*/ 5085 w 38134"/>
                <a:gd name="csY17" fmla="*/ 21605 h 47401"/>
                <a:gd name="csX18" fmla="*/ 20315 w 38134"/>
                <a:gd name="csY18" fmla="*/ 17736 h 47401"/>
                <a:gd name="csX19" fmla="*/ 30717 w 38134"/>
                <a:gd name="csY19" fmla="*/ 17736 h 47401"/>
                <a:gd name="csX20" fmla="*/ 30717 w 38134"/>
                <a:gd name="csY20" fmla="*/ 17010 h 47401"/>
                <a:gd name="csX21" fmla="*/ 27339 w 38134"/>
                <a:gd name="csY21" fmla="*/ 9111 h 47401"/>
                <a:gd name="csX22" fmla="*/ 17901 w 38134"/>
                <a:gd name="csY22" fmla="*/ 6288 h 47401"/>
                <a:gd name="csX23" fmla="*/ 10367 w 38134"/>
                <a:gd name="csY23" fmla="*/ 7216 h 47401"/>
                <a:gd name="csX24" fmla="*/ 3308 w 38134"/>
                <a:gd name="csY24" fmla="*/ 9996 h 47401"/>
                <a:gd name="csX25" fmla="*/ 3308 w 38134"/>
                <a:gd name="csY25" fmla="*/ 3145 h 47401"/>
                <a:gd name="csX26" fmla="*/ 11214 w 38134"/>
                <a:gd name="csY26" fmla="*/ 807 h 47401"/>
                <a:gd name="csX27" fmla="*/ 18667 w 38134"/>
                <a:gd name="csY27" fmla="*/ 0 h 47401"/>
                <a:gd name="csX28" fmla="*/ 33294 w 38134"/>
                <a:gd name="csY28" fmla="*/ 5079 h 47401"/>
                <a:gd name="csX29" fmla="*/ 38135 w 38134"/>
                <a:gd name="csY29" fmla="*/ 20477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1">
                  <a:moveTo>
                    <a:pt x="23345" y="23540"/>
                  </a:moveTo>
                  <a:cubicBezTo>
                    <a:pt x="17355" y="23540"/>
                    <a:pt x="13203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81" y="37339"/>
                    <a:pt x="10007" y="38897"/>
                  </a:cubicBezTo>
                  <a:cubicBezTo>
                    <a:pt x="11748" y="40429"/>
                    <a:pt x="14112" y="41195"/>
                    <a:pt x="17100" y="41195"/>
                  </a:cubicBezTo>
                  <a:cubicBezTo>
                    <a:pt x="21209" y="41195"/>
                    <a:pt x="24498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45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67" y="46757"/>
                    <a:pt x="18775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5" y="21605"/>
                  </a:cubicBezTo>
                  <a:cubicBezTo>
                    <a:pt x="8498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91" y="10964"/>
                    <a:pt x="27339" y="9111"/>
                  </a:cubicBezTo>
                  <a:cubicBezTo>
                    <a:pt x="25102" y="7229"/>
                    <a:pt x="21956" y="6288"/>
                    <a:pt x="17901" y="6288"/>
                  </a:cubicBezTo>
                  <a:cubicBezTo>
                    <a:pt x="15323" y="6288"/>
                    <a:pt x="12812" y="6598"/>
                    <a:pt x="10367" y="7216"/>
                  </a:cubicBezTo>
                  <a:cubicBezTo>
                    <a:pt x="7921" y="7834"/>
                    <a:pt x="5568" y="8760"/>
                    <a:pt x="3308" y="9996"/>
                  </a:cubicBezTo>
                  <a:lnTo>
                    <a:pt x="3308" y="3145"/>
                  </a:lnTo>
                  <a:cubicBezTo>
                    <a:pt x="6025" y="2097"/>
                    <a:pt x="8660" y="1318"/>
                    <a:pt x="11214" y="807"/>
                  </a:cubicBezTo>
                  <a:cubicBezTo>
                    <a:pt x="13768" y="269"/>
                    <a:pt x="16252" y="0"/>
                    <a:pt x="18667" y="0"/>
                  </a:cubicBezTo>
                  <a:cubicBezTo>
                    <a:pt x="25199" y="0"/>
                    <a:pt x="30074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9" name="Freeform 2898">
              <a:extLst>
                <a:ext uri="{FF2B5EF4-FFF2-40B4-BE49-F238E27FC236}">
                  <a16:creationId xmlns:a16="http://schemas.microsoft.com/office/drawing/2014/main" id="{B8AFC07E-FD1E-5973-771D-899E4C2928BB}"/>
                </a:ext>
              </a:extLst>
            </p:cNvPr>
            <p:cNvSpPr/>
            <p:nvPr/>
          </p:nvSpPr>
          <p:spPr>
            <a:xfrm>
              <a:off x="5497339" y="3542347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3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0" name="Freeform 2899">
              <a:extLst>
                <a:ext uri="{FF2B5EF4-FFF2-40B4-BE49-F238E27FC236}">
                  <a16:creationId xmlns:a16="http://schemas.microsoft.com/office/drawing/2014/main" id="{F3F515FA-7F3F-F827-0A2B-93147161C585}"/>
                </a:ext>
              </a:extLst>
            </p:cNvPr>
            <p:cNvSpPr/>
            <p:nvPr/>
          </p:nvSpPr>
          <p:spPr>
            <a:xfrm>
              <a:off x="5532038" y="3554077"/>
              <a:ext cx="41849" cy="47401"/>
            </a:xfrm>
            <a:custGeom>
              <a:avLst/>
              <a:gdLst>
                <a:gd name="csX0" fmla="*/ 41850 w 41849"/>
                <a:gd name="csY0" fmla="*/ 21807 h 47401"/>
                <a:gd name="csX1" fmla="*/ 41850 w 41849"/>
                <a:gd name="csY1" fmla="*/ 25435 h 47401"/>
                <a:gd name="csX2" fmla="*/ 7743 w 41849"/>
                <a:gd name="csY2" fmla="*/ 25435 h 47401"/>
                <a:gd name="csX3" fmla="*/ 12340 w 41849"/>
                <a:gd name="csY3" fmla="*/ 37124 h 47401"/>
                <a:gd name="csX4" fmla="*/ 23868 w 41849"/>
                <a:gd name="csY4" fmla="*/ 41115 h 47401"/>
                <a:gd name="csX5" fmla="*/ 32133 w 41849"/>
                <a:gd name="csY5" fmla="*/ 40066 h 47401"/>
                <a:gd name="csX6" fmla="*/ 40108 w 41849"/>
                <a:gd name="csY6" fmla="*/ 36923 h 47401"/>
                <a:gd name="csX7" fmla="*/ 40108 w 41849"/>
                <a:gd name="csY7" fmla="*/ 43936 h 47401"/>
                <a:gd name="csX8" fmla="*/ 31924 w 41849"/>
                <a:gd name="csY8" fmla="*/ 46516 h 47401"/>
                <a:gd name="csX9" fmla="*/ 23427 w 41849"/>
                <a:gd name="csY9" fmla="*/ 47402 h 47401"/>
                <a:gd name="csX10" fmla="*/ 6292 w 41849"/>
                <a:gd name="csY10" fmla="*/ 41115 h 47401"/>
                <a:gd name="csX11" fmla="*/ 0 w 41849"/>
                <a:gd name="csY11" fmla="*/ 24104 h 47401"/>
                <a:gd name="csX12" fmla="*/ 5967 w 41849"/>
                <a:gd name="csY12" fmla="*/ 6530 h 47401"/>
                <a:gd name="csX13" fmla="*/ 22138 w 41849"/>
                <a:gd name="csY13" fmla="*/ 0 h 47401"/>
                <a:gd name="csX14" fmla="*/ 36521 w 41849"/>
                <a:gd name="csY14" fmla="*/ 5886 h 47401"/>
                <a:gd name="csX15" fmla="*/ 41850 w 41849"/>
                <a:gd name="csY15" fmla="*/ 21807 h 47401"/>
                <a:gd name="csX16" fmla="*/ 34432 w 41849"/>
                <a:gd name="csY16" fmla="*/ 19630 h 47401"/>
                <a:gd name="csX17" fmla="*/ 31007 w 41849"/>
                <a:gd name="csY17" fmla="*/ 9916 h 47401"/>
                <a:gd name="csX18" fmla="*/ 22219 w 41849"/>
                <a:gd name="csY18" fmla="*/ 6288 h 47401"/>
                <a:gd name="csX19" fmla="*/ 12259 w 41849"/>
                <a:gd name="csY19" fmla="*/ 9795 h 47401"/>
                <a:gd name="csX20" fmla="*/ 7987 w 41849"/>
                <a:gd name="csY20" fmla="*/ 19671 h 47401"/>
                <a:gd name="csX21" fmla="*/ 34432 w 41849"/>
                <a:gd name="csY21" fmla="*/ 1963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1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54" y="45065"/>
                    <a:pt x="34726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6" y="12335"/>
                    <a:pt x="31007" y="9916"/>
                  </a:cubicBezTo>
                  <a:cubicBezTo>
                    <a:pt x="28801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90" y="12133"/>
                    <a:pt x="8366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1" name="Freeform 2900">
              <a:extLst>
                <a:ext uri="{FF2B5EF4-FFF2-40B4-BE49-F238E27FC236}">
                  <a16:creationId xmlns:a16="http://schemas.microsoft.com/office/drawing/2014/main" id="{3A48FB28-845F-696B-7B5F-B3F9423D9C86}"/>
                </a:ext>
              </a:extLst>
            </p:cNvPr>
            <p:cNvSpPr/>
            <p:nvPr/>
          </p:nvSpPr>
          <p:spPr>
            <a:xfrm>
              <a:off x="5582826" y="3537591"/>
              <a:ext cx="40352" cy="63887"/>
            </a:xfrm>
            <a:custGeom>
              <a:avLst/>
              <a:gdLst>
                <a:gd name="csX0" fmla="*/ 32934 w 40352"/>
                <a:gd name="csY0" fmla="*/ 24427 h 63887"/>
                <a:gd name="csX1" fmla="*/ 32934 w 40352"/>
                <a:gd name="csY1" fmla="*/ 0 h 63887"/>
                <a:gd name="csX2" fmla="*/ 40352 w 40352"/>
                <a:gd name="csY2" fmla="*/ 0 h 63887"/>
                <a:gd name="csX3" fmla="*/ 40352 w 40352"/>
                <a:gd name="csY3" fmla="*/ 62720 h 63887"/>
                <a:gd name="csX4" fmla="*/ 32934 w 40352"/>
                <a:gd name="csY4" fmla="*/ 62720 h 63887"/>
                <a:gd name="csX5" fmla="*/ 32934 w 40352"/>
                <a:gd name="csY5" fmla="*/ 55947 h 63887"/>
                <a:gd name="csX6" fmla="*/ 27014 w 40352"/>
                <a:gd name="csY6" fmla="*/ 61954 h 63887"/>
                <a:gd name="csX7" fmla="*/ 18470 w 40352"/>
                <a:gd name="csY7" fmla="*/ 63888 h 63887"/>
                <a:gd name="csX8" fmla="*/ 5120 w 40352"/>
                <a:gd name="csY8" fmla="*/ 57359 h 63887"/>
                <a:gd name="csX9" fmla="*/ 0 w 40352"/>
                <a:gd name="csY9" fmla="*/ 40187 h 63887"/>
                <a:gd name="csX10" fmla="*/ 5120 w 40352"/>
                <a:gd name="csY10" fmla="*/ 23016 h 63887"/>
                <a:gd name="csX11" fmla="*/ 18470 w 40352"/>
                <a:gd name="csY11" fmla="*/ 16486 h 63887"/>
                <a:gd name="csX12" fmla="*/ 27014 w 40352"/>
                <a:gd name="csY12" fmla="*/ 18461 h 63887"/>
                <a:gd name="csX13" fmla="*/ 32934 w 40352"/>
                <a:gd name="csY13" fmla="*/ 24427 h 63887"/>
                <a:gd name="csX14" fmla="*/ 7662 w 40352"/>
                <a:gd name="csY14" fmla="*/ 40187 h 63887"/>
                <a:gd name="csX15" fmla="*/ 11005 w 40352"/>
                <a:gd name="csY15" fmla="*/ 53045 h 63887"/>
                <a:gd name="csX16" fmla="*/ 20280 w 40352"/>
                <a:gd name="csY16" fmla="*/ 57680 h 63887"/>
                <a:gd name="csX17" fmla="*/ 29556 w 40352"/>
                <a:gd name="csY17" fmla="*/ 53045 h 63887"/>
                <a:gd name="csX18" fmla="*/ 32934 w 40352"/>
                <a:gd name="csY18" fmla="*/ 40187 h 63887"/>
                <a:gd name="csX19" fmla="*/ 29556 w 40352"/>
                <a:gd name="csY19" fmla="*/ 27369 h 63887"/>
                <a:gd name="csX20" fmla="*/ 20280 w 40352"/>
                <a:gd name="csY20" fmla="*/ 22694 h 63887"/>
                <a:gd name="csX21" fmla="*/ 11005 w 40352"/>
                <a:gd name="csY21" fmla="*/ 27369 h 63887"/>
                <a:gd name="csX22" fmla="*/ 7662 w 40352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52" h="63887">
                  <a:moveTo>
                    <a:pt x="32934" y="24427"/>
                  </a:moveTo>
                  <a:lnTo>
                    <a:pt x="32934" y="0"/>
                  </a:lnTo>
                  <a:lnTo>
                    <a:pt x="40352" y="0"/>
                  </a:lnTo>
                  <a:lnTo>
                    <a:pt x="40352" y="62720"/>
                  </a:lnTo>
                  <a:lnTo>
                    <a:pt x="32934" y="62720"/>
                  </a:lnTo>
                  <a:lnTo>
                    <a:pt x="32934" y="55947"/>
                  </a:lnTo>
                  <a:cubicBezTo>
                    <a:pt x="31378" y="58634"/>
                    <a:pt x="29405" y="60636"/>
                    <a:pt x="27014" y="61954"/>
                  </a:cubicBezTo>
                  <a:cubicBezTo>
                    <a:pt x="24645" y="63243"/>
                    <a:pt x="21797" y="63888"/>
                    <a:pt x="18470" y="63888"/>
                  </a:cubicBezTo>
                  <a:cubicBezTo>
                    <a:pt x="13013" y="63888"/>
                    <a:pt x="8563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63" y="18662"/>
                    <a:pt x="13013" y="16486"/>
                    <a:pt x="18470" y="16486"/>
                  </a:cubicBezTo>
                  <a:cubicBezTo>
                    <a:pt x="21797" y="16486"/>
                    <a:pt x="24645" y="17144"/>
                    <a:pt x="27014" y="18461"/>
                  </a:cubicBezTo>
                  <a:cubicBezTo>
                    <a:pt x="29405" y="19751"/>
                    <a:pt x="31378" y="21739"/>
                    <a:pt x="32934" y="24427"/>
                  </a:cubicBezTo>
                  <a:moveTo>
                    <a:pt x="7662" y="40187"/>
                  </a:moveTo>
                  <a:cubicBezTo>
                    <a:pt x="7662" y="45643"/>
                    <a:pt x="8776" y="49928"/>
                    <a:pt x="11005" y="53045"/>
                  </a:cubicBezTo>
                  <a:cubicBezTo>
                    <a:pt x="13265" y="56135"/>
                    <a:pt x="16357" y="57680"/>
                    <a:pt x="20280" y="57680"/>
                  </a:cubicBezTo>
                  <a:cubicBezTo>
                    <a:pt x="24204" y="57680"/>
                    <a:pt x="27296" y="56135"/>
                    <a:pt x="29556" y="53045"/>
                  </a:cubicBezTo>
                  <a:cubicBezTo>
                    <a:pt x="31808" y="49928"/>
                    <a:pt x="32934" y="45643"/>
                    <a:pt x="32934" y="40187"/>
                  </a:cubicBezTo>
                  <a:cubicBezTo>
                    <a:pt x="32934" y="34732"/>
                    <a:pt x="31808" y="30459"/>
                    <a:pt x="29556" y="27369"/>
                  </a:cubicBezTo>
                  <a:cubicBezTo>
                    <a:pt x="27296" y="24252"/>
                    <a:pt x="24204" y="22694"/>
                    <a:pt x="20280" y="22694"/>
                  </a:cubicBezTo>
                  <a:cubicBezTo>
                    <a:pt x="16357" y="22694"/>
                    <a:pt x="13265" y="24252"/>
                    <a:pt x="11005" y="27369"/>
                  </a:cubicBezTo>
                  <a:cubicBezTo>
                    <a:pt x="8776" y="30459"/>
                    <a:pt x="7662" y="34732"/>
                    <a:pt x="7662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2" name="Freeform 2901">
              <a:extLst>
                <a:ext uri="{FF2B5EF4-FFF2-40B4-BE49-F238E27FC236}">
                  <a16:creationId xmlns:a16="http://schemas.microsoft.com/office/drawing/2014/main" id="{26FCA5E0-62B3-CE34-8DE6-36DA05A283F3}"/>
                </a:ext>
              </a:extLst>
            </p:cNvPr>
            <p:cNvSpPr/>
            <p:nvPr/>
          </p:nvSpPr>
          <p:spPr>
            <a:xfrm>
              <a:off x="5665016" y="3540131"/>
              <a:ext cx="38854" cy="60179"/>
            </a:xfrm>
            <a:custGeom>
              <a:avLst/>
              <a:gdLst>
                <a:gd name="csX0" fmla="*/ 8149 w 38854"/>
                <a:gd name="csY0" fmla="*/ 6690 h 60179"/>
                <a:gd name="csX1" fmla="*/ 8149 w 38854"/>
                <a:gd name="csY1" fmla="*/ 29303 h 60179"/>
                <a:gd name="csX2" fmla="*/ 18388 w 38854"/>
                <a:gd name="csY2" fmla="*/ 29303 h 60179"/>
                <a:gd name="csX3" fmla="*/ 27176 w 38854"/>
                <a:gd name="csY3" fmla="*/ 26361 h 60179"/>
                <a:gd name="csX4" fmla="*/ 30276 w 38854"/>
                <a:gd name="csY4" fmla="*/ 17977 h 60179"/>
                <a:gd name="csX5" fmla="*/ 27176 w 38854"/>
                <a:gd name="csY5" fmla="*/ 9633 h 60179"/>
                <a:gd name="csX6" fmla="*/ 18388 w 38854"/>
                <a:gd name="csY6" fmla="*/ 6690 h 60179"/>
                <a:gd name="csX7" fmla="*/ 8149 w 38854"/>
                <a:gd name="csY7" fmla="*/ 6690 h 60179"/>
                <a:gd name="csX8" fmla="*/ 0 w 38854"/>
                <a:gd name="csY8" fmla="*/ 0 h 60179"/>
                <a:gd name="csX9" fmla="*/ 18388 w 38854"/>
                <a:gd name="csY9" fmla="*/ 0 h 60179"/>
                <a:gd name="csX10" fmla="*/ 33665 w 38854"/>
                <a:gd name="csY10" fmla="*/ 4595 h 60179"/>
                <a:gd name="csX11" fmla="*/ 38854 w 38854"/>
                <a:gd name="csY11" fmla="*/ 17977 h 60179"/>
                <a:gd name="csX12" fmla="*/ 33665 w 38854"/>
                <a:gd name="csY12" fmla="*/ 31440 h 60179"/>
                <a:gd name="csX13" fmla="*/ 18388 w 38854"/>
                <a:gd name="csY13" fmla="*/ 35994 h 60179"/>
                <a:gd name="csX14" fmla="*/ 8149 w 38854"/>
                <a:gd name="csY14" fmla="*/ 35994 h 60179"/>
                <a:gd name="csX15" fmla="*/ 8149 w 38854"/>
                <a:gd name="csY15" fmla="*/ 60180 h 60179"/>
                <a:gd name="csX16" fmla="*/ 0 w 38854"/>
                <a:gd name="csY16" fmla="*/ 60180 h 60179"/>
                <a:gd name="csX17" fmla="*/ 0 w 38854"/>
                <a:gd name="csY1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38854" h="60179">
                  <a:moveTo>
                    <a:pt x="8149" y="6690"/>
                  </a:moveTo>
                  <a:lnTo>
                    <a:pt x="8149" y="29303"/>
                  </a:lnTo>
                  <a:lnTo>
                    <a:pt x="18388" y="29303"/>
                  </a:lnTo>
                  <a:cubicBezTo>
                    <a:pt x="22173" y="29303"/>
                    <a:pt x="25102" y="28322"/>
                    <a:pt x="27176" y="26361"/>
                  </a:cubicBezTo>
                  <a:cubicBezTo>
                    <a:pt x="29242" y="24399"/>
                    <a:pt x="30276" y="21605"/>
                    <a:pt x="30276" y="17977"/>
                  </a:cubicBezTo>
                  <a:cubicBezTo>
                    <a:pt x="30276" y="14376"/>
                    <a:pt x="29242" y="11595"/>
                    <a:pt x="27176" y="9633"/>
                  </a:cubicBezTo>
                  <a:cubicBezTo>
                    <a:pt x="25102" y="7671"/>
                    <a:pt x="22173" y="6690"/>
                    <a:pt x="18388" y="6690"/>
                  </a:cubicBezTo>
                  <a:lnTo>
                    <a:pt x="8149" y="6690"/>
                  </a:lnTo>
                  <a:moveTo>
                    <a:pt x="0" y="0"/>
                  </a:moveTo>
                  <a:lnTo>
                    <a:pt x="18388" y="0"/>
                  </a:lnTo>
                  <a:cubicBezTo>
                    <a:pt x="25129" y="0"/>
                    <a:pt x="30221" y="1532"/>
                    <a:pt x="33665" y="4595"/>
                  </a:cubicBezTo>
                  <a:cubicBezTo>
                    <a:pt x="37125" y="7631"/>
                    <a:pt x="38854" y="12092"/>
                    <a:pt x="38854" y="17977"/>
                  </a:cubicBezTo>
                  <a:cubicBezTo>
                    <a:pt x="38854" y="23916"/>
                    <a:pt x="37125" y="28403"/>
                    <a:pt x="33665" y="31440"/>
                  </a:cubicBezTo>
                  <a:cubicBezTo>
                    <a:pt x="30221" y="34476"/>
                    <a:pt x="25129" y="35994"/>
                    <a:pt x="18388" y="35994"/>
                  </a:cubicBezTo>
                  <a:lnTo>
                    <a:pt x="8149" y="35994"/>
                  </a:lnTo>
                  <a:lnTo>
                    <a:pt x="8149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3" name="Freeform 2902">
              <a:extLst>
                <a:ext uri="{FF2B5EF4-FFF2-40B4-BE49-F238E27FC236}">
                  <a16:creationId xmlns:a16="http://schemas.microsoft.com/office/drawing/2014/main" id="{9A03D061-B2D7-0859-11BF-1C23178C35B4}"/>
                </a:ext>
              </a:extLst>
            </p:cNvPr>
            <p:cNvSpPr/>
            <p:nvPr/>
          </p:nvSpPr>
          <p:spPr>
            <a:xfrm>
              <a:off x="5712740" y="3554077"/>
              <a:ext cx="26444" cy="46234"/>
            </a:xfrm>
            <a:custGeom>
              <a:avLst/>
              <a:gdLst>
                <a:gd name="csX0" fmla="*/ 26445 w 26444"/>
                <a:gd name="csY0" fmla="*/ 8022 h 46234"/>
                <a:gd name="csX1" fmla="*/ 23705 w 26444"/>
                <a:gd name="csY1" fmla="*/ 6973 h 46234"/>
                <a:gd name="csX2" fmla="*/ 20478 w 26444"/>
                <a:gd name="csY2" fmla="*/ 6611 h 46234"/>
                <a:gd name="csX3" fmla="*/ 10808 w 26444"/>
                <a:gd name="csY3" fmla="*/ 10722 h 46234"/>
                <a:gd name="csX4" fmla="*/ 7464 w 26444"/>
                <a:gd name="csY4" fmla="*/ 22452 h 46234"/>
                <a:gd name="csX5" fmla="*/ 7464 w 26444"/>
                <a:gd name="csY5" fmla="*/ 46234 h 46234"/>
                <a:gd name="csX6" fmla="*/ 0 w 26444"/>
                <a:gd name="csY6" fmla="*/ 46234 h 46234"/>
                <a:gd name="csX7" fmla="*/ 0 w 26444"/>
                <a:gd name="csY7" fmla="*/ 1089 h 46234"/>
                <a:gd name="csX8" fmla="*/ 7464 w 26444"/>
                <a:gd name="csY8" fmla="*/ 1089 h 46234"/>
                <a:gd name="csX9" fmla="*/ 7464 w 26444"/>
                <a:gd name="csY9" fmla="*/ 8103 h 46234"/>
                <a:gd name="csX10" fmla="*/ 13547 w 26444"/>
                <a:gd name="csY10" fmla="*/ 2015 h 46234"/>
                <a:gd name="csX11" fmla="*/ 22660 w 26444"/>
                <a:gd name="csY11" fmla="*/ 0 h 46234"/>
                <a:gd name="csX12" fmla="*/ 24355 w 26444"/>
                <a:gd name="csY12" fmla="*/ 122 h 46234"/>
                <a:gd name="csX13" fmla="*/ 26410 w 26444"/>
                <a:gd name="csY13" fmla="*/ 404 h 46234"/>
                <a:gd name="csX14" fmla="*/ 26445 w 26444"/>
                <a:gd name="csY14" fmla="*/ 8022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6444" h="46234">
                  <a:moveTo>
                    <a:pt x="26445" y="8022"/>
                  </a:moveTo>
                  <a:cubicBezTo>
                    <a:pt x="25609" y="7538"/>
                    <a:pt x="24696" y="7189"/>
                    <a:pt x="23705" y="6973"/>
                  </a:cubicBezTo>
                  <a:cubicBezTo>
                    <a:pt x="22738" y="6732"/>
                    <a:pt x="21662" y="6611"/>
                    <a:pt x="20478" y="6611"/>
                  </a:cubicBezTo>
                  <a:cubicBezTo>
                    <a:pt x="16291" y="6611"/>
                    <a:pt x="13068" y="7981"/>
                    <a:pt x="10808" y="10722"/>
                  </a:cubicBezTo>
                  <a:cubicBezTo>
                    <a:pt x="8579" y="13436"/>
                    <a:pt x="7464" y="17346"/>
                    <a:pt x="7464" y="22452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020" y="5362"/>
                    <a:pt x="11048" y="3332"/>
                    <a:pt x="13547" y="2015"/>
                  </a:cubicBezTo>
                  <a:cubicBezTo>
                    <a:pt x="16047" y="672"/>
                    <a:pt x="19085" y="0"/>
                    <a:pt x="22660" y="0"/>
                  </a:cubicBezTo>
                  <a:cubicBezTo>
                    <a:pt x="23171" y="0"/>
                    <a:pt x="23736" y="41"/>
                    <a:pt x="24355" y="122"/>
                  </a:cubicBezTo>
                  <a:cubicBezTo>
                    <a:pt x="24966" y="175"/>
                    <a:pt x="25651" y="269"/>
                    <a:pt x="26410" y="404"/>
                  </a:cubicBezTo>
                  <a:lnTo>
                    <a:pt x="26445" y="8022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4" name="Freeform 2903">
              <a:extLst>
                <a:ext uri="{FF2B5EF4-FFF2-40B4-BE49-F238E27FC236}">
                  <a16:creationId xmlns:a16="http://schemas.microsoft.com/office/drawing/2014/main" id="{569F5114-4592-0931-9DFD-097DBBEF8FF9}"/>
                </a:ext>
              </a:extLst>
            </p:cNvPr>
            <p:cNvSpPr/>
            <p:nvPr/>
          </p:nvSpPr>
          <p:spPr>
            <a:xfrm>
              <a:off x="5741924" y="3554077"/>
              <a:ext cx="41837" cy="47401"/>
            </a:xfrm>
            <a:custGeom>
              <a:avLst/>
              <a:gdLst>
                <a:gd name="csX0" fmla="*/ 41838 w 41837"/>
                <a:gd name="csY0" fmla="*/ 21807 h 47401"/>
                <a:gd name="csX1" fmla="*/ 41838 w 41837"/>
                <a:gd name="csY1" fmla="*/ 25435 h 47401"/>
                <a:gd name="csX2" fmla="*/ 7743 w 41837"/>
                <a:gd name="csY2" fmla="*/ 25435 h 47401"/>
                <a:gd name="csX3" fmla="*/ 12340 w 41837"/>
                <a:gd name="csY3" fmla="*/ 37124 h 47401"/>
                <a:gd name="csX4" fmla="*/ 23868 w 41837"/>
                <a:gd name="csY4" fmla="*/ 41115 h 47401"/>
                <a:gd name="csX5" fmla="*/ 32133 w 41837"/>
                <a:gd name="csY5" fmla="*/ 40066 h 47401"/>
                <a:gd name="csX6" fmla="*/ 40108 w 41837"/>
                <a:gd name="csY6" fmla="*/ 36923 h 47401"/>
                <a:gd name="csX7" fmla="*/ 40108 w 41837"/>
                <a:gd name="csY7" fmla="*/ 43936 h 47401"/>
                <a:gd name="csX8" fmla="*/ 31924 w 41837"/>
                <a:gd name="csY8" fmla="*/ 46516 h 47401"/>
                <a:gd name="csX9" fmla="*/ 23426 w 41837"/>
                <a:gd name="csY9" fmla="*/ 47402 h 47401"/>
                <a:gd name="csX10" fmla="*/ 6292 w 41837"/>
                <a:gd name="csY10" fmla="*/ 41115 h 47401"/>
                <a:gd name="csX11" fmla="*/ 0 w 41837"/>
                <a:gd name="csY11" fmla="*/ 24104 h 47401"/>
                <a:gd name="csX12" fmla="*/ 5967 w 41837"/>
                <a:gd name="csY12" fmla="*/ 6530 h 47401"/>
                <a:gd name="csX13" fmla="*/ 22126 w 41837"/>
                <a:gd name="csY13" fmla="*/ 0 h 47401"/>
                <a:gd name="csX14" fmla="*/ 36521 w 41837"/>
                <a:gd name="csY14" fmla="*/ 5886 h 47401"/>
                <a:gd name="csX15" fmla="*/ 41838 w 41837"/>
                <a:gd name="csY15" fmla="*/ 21807 h 47401"/>
                <a:gd name="csX16" fmla="*/ 34420 w 41837"/>
                <a:gd name="csY16" fmla="*/ 19630 h 47401"/>
                <a:gd name="csX17" fmla="*/ 30995 w 41837"/>
                <a:gd name="csY17" fmla="*/ 9916 h 47401"/>
                <a:gd name="csX18" fmla="*/ 22208 w 41837"/>
                <a:gd name="csY18" fmla="*/ 6288 h 47401"/>
                <a:gd name="csX19" fmla="*/ 12259 w 41837"/>
                <a:gd name="csY19" fmla="*/ 9795 h 47401"/>
                <a:gd name="csX20" fmla="*/ 7987 w 41837"/>
                <a:gd name="csY20" fmla="*/ 19671 h 47401"/>
                <a:gd name="csX21" fmla="*/ 34420 w 41837"/>
                <a:gd name="csY21" fmla="*/ 1963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1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03" y="39784"/>
                    <a:pt x="18945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8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6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4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74" y="15573"/>
                    <a:pt x="33232" y="12335"/>
                    <a:pt x="30995" y="9916"/>
                  </a:cubicBezTo>
                  <a:cubicBezTo>
                    <a:pt x="28797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5" name="Freeform 2904">
              <a:extLst>
                <a:ext uri="{FF2B5EF4-FFF2-40B4-BE49-F238E27FC236}">
                  <a16:creationId xmlns:a16="http://schemas.microsoft.com/office/drawing/2014/main" id="{5A373657-56BF-1B2C-AB97-85E6996D9723}"/>
                </a:ext>
              </a:extLst>
            </p:cNvPr>
            <p:cNvSpPr/>
            <p:nvPr/>
          </p:nvSpPr>
          <p:spPr>
            <a:xfrm>
              <a:off x="5792712" y="3554077"/>
              <a:ext cx="35720" cy="47401"/>
            </a:xfrm>
            <a:custGeom>
              <a:avLst/>
              <a:gdLst>
                <a:gd name="csX0" fmla="*/ 35720 w 35720"/>
                <a:gd name="csY0" fmla="*/ 2822 h 47401"/>
                <a:gd name="csX1" fmla="*/ 35720 w 35720"/>
                <a:gd name="csY1" fmla="*/ 9755 h 47401"/>
                <a:gd name="csX2" fmla="*/ 29382 w 35720"/>
                <a:gd name="csY2" fmla="*/ 7175 h 47401"/>
                <a:gd name="csX3" fmla="*/ 23020 w 35720"/>
                <a:gd name="csY3" fmla="*/ 6288 h 47401"/>
                <a:gd name="csX4" fmla="*/ 11818 w 35720"/>
                <a:gd name="csY4" fmla="*/ 10883 h 47401"/>
                <a:gd name="csX5" fmla="*/ 7824 w 35720"/>
                <a:gd name="csY5" fmla="*/ 23702 h 47401"/>
                <a:gd name="csX6" fmla="*/ 11818 w 35720"/>
                <a:gd name="csY6" fmla="*/ 36559 h 47401"/>
                <a:gd name="csX7" fmla="*/ 23020 w 35720"/>
                <a:gd name="csY7" fmla="*/ 41115 h 47401"/>
                <a:gd name="csX8" fmla="*/ 29382 w 35720"/>
                <a:gd name="csY8" fmla="*/ 40268 h 47401"/>
                <a:gd name="csX9" fmla="*/ 35720 w 35720"/>
                <a:gd name="csY9" fmla="*/ 37648 h 47401"/>
                <a:gd name="csX10" fmla="*/ 35720 w 35720"/>
                <a:gd name="csY10" fmla="*/ 44501 h 47401"/>
                <a:gd name="csX11" fmla="*/ 29266 w 35720"/>
                <a:gd name="csY11" fmla="*/ 46676 h 47401"/>
                <a:gd name="csX12" fmla="*/ 22208 w 35720"/>
                <a:gd name="csY12" fmla="*/ 47402 h 47401"/>
                <a:gd name="csX13" fmla="*/ 6013 w 35720"/>
                <a:gd name="csY13" fmla="*/ 40994 h 47401"/>
                <a:gd name="csX14" fmla="*/ 0 w 35720"/>
                <a:gd name="csY14" fmla="*/ 23702 h 47401"/>
                <a:gd name="csX15" fmla="*/ 6048 w 35720"/>
                <a:gd name="csY15" fmla="*/ 6329 h 47401"/>
                <a:gd name="csX16" fmla="*/ 22695 w 35720"/>
                <a:gd name="csY16" fmla="*/ 0 h 47401"/>
                <a:gd name="csX17" fmla="*/ 29382 w 35720"/>
                <a:gd name="csY17" fmla="*/ 726 h 47401"/>
                <a:gd name="csX18" fmla="*/ 35720 w 35720"/>
                <a:gd name="csY18" fmla="*/ 2822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35720" h="47401">
                  <a:moveTo>
                    <a:pt x="35720" y="2822"/>
                  </a:moveTo>
                  <a:lnTo>
                    <a:pt x="35720" y="9755"/>
                  </a:lnTo>
                  <a:cubicBezTo>
                    <a:pt x="33623" y="8599"/>
                    <a:pt x="31510" y="7740"/>
                    <a:pt x="29382" y="7175"/>
                  </a:cubicBezTo>
                  <a:cubicBezTo>
                    <a:pt x="27292" y="6584"/>
                    <a:pt x="25172" y="6288"/>
                    <a:pt x="23020" y="6288"/>
                  </a:cubicBezTo>
                  <a:cubicBezTo>
                    <a:pt x="18206" y="6288"/>
                    <a:pt x="14472" y="7820"/>
                    <a:pt x="11818" y="10883"/>
                  </a:cubicBezTo>
                  <a:cubicBezTo>
                    <a:pt x="9155" y="13920"/>
                    <a:pt x="7824" y="18193"/>
                    <a:pt x="7824" y="23702"/>
                  </a:cubicBezTo>
                  <a:cubicBezTo>
                    <a:pt x="7824" y="29210"/>
                    <a:pt x="9155" y="33496"/>
                    <a:pt x="11818" y="36559"/>
                  </a:cubicBezTo>
                  <a:cubicBezTo>
                    <a:pt x="14472" y="39596"/>
                    <a:pt x="18206" y="41115"/>
                    <a:pt x="23020" y="41115"/>
                  </a:cubicBezTo>
                  <a:cubicBezTo>
                    <a:pt x="25172" y="41115"/>
                    <a:pt x="27292" y="40833"/>
                    <a:pt x="29382" y="40268"/>
                  </a:cubicBezTo>
                  <a:cubicBezTo>
                    <a:pt x="31510" y="39677"/>
                    <a:pt x="33623" y="38804"/>
                    <a:pt x="35720" y="37648"/>
                  </a:cubicBezTo>
                  <a:lnTo>
                    <a:pt x="35720" y="44501"/>
                  </a:lnTo>
                  <a:cubicBezTo>
                    <a:pt x="33646" y="45468"/>
                    <a:pt x="31495" y="46193"/>
                    <a:pt x="29266" y="46676"/>
                  </a:cubicBezTo>
                  <a:cubicBezTo>
                    <a:pt x="27060" y="47160"/>
                    <a:pt x="24707" y="47402"/>
                    <a:pt x="22208" y="47402"/>
                  </a:cubicBezTo>
                  <a:cubicBezTo>
                    <a:pt x="15412" y="47402"/>
                    <a:pt x="10014" y="45266"/>
                    <a:pt x="6013" y="40994"/>
                  </a:cubicBezTo>
                  <a:cubicBezTo>
                    <a:pt x="2004" y="36721"/>
                    <a:pt x="0" y="30957"/>
                    <a:pt x="0" y="23702"/>
                  </a:cubicBezTo>
                  <a:cubicBezTo>
                    <a:pt x="0" y="16339"/>
                    <a:pt x="2016" y="10548"/>
                    <a:pt x="6048" y="6329"/>
                  </a:cubicBezTo>
                  <a:cubicBezTo>
                    <a:pt x="10103" y="2110"/>
                    <a:pt x="15652" y="0"/>
                    <a:pt x="22695" y="0"/>
                  </a:cubicBezTo>
                  <a:cubicBezTo>
                    <a:pt x="24978" y="0"/>
                    <a:pt x="27207" y="242"/>
                    <a:pt x="29382" y="726"/>
                  </a:cubicBezTo>
                  <a:cubicBezTo>
                    <a:pt x="31564" y="1183"/>
                    <a:pt x="33677" y="1882"/>
                    <a:pt x="35720" y="28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6" name="Freeform 2905">
              <a:extLst>
                <a:ext uri="{FF2B5EF4-FFF2-40B4-BE49-F238E27FC236}">
                  <a16:creationId xmlns:a16="http://schemas.microsoft.com/office/drawing/2014/main" id="{E2484D15-0636-E66E-C324-534A83699F56}"/>
                </a:ext>
              </a:extLst>
            </p:cNvPr>
            <p:cNvSpPr/>
            <p:nvPr/>
          </p:nvSpPr>
          <p:spPr>
            <a:xfrm>
              <a:off x="5841330" y="3537591"/>
              <a:ext cx="7417" cy="62719"/>
            </a:xfrm>
            <a:custGeom>
              <a:avLst/>
              <a:gdLst>
                <a:gd name="csX0" fmla="*/ 0 w 7417"/>
                <a:gd name="csY0" fmla="*/ 17574 h 62719"/>
                <a:gd name="csX1" fmla="*/ 7418 w 7417"/>
                <a:gd name="csY1" fmla="*/ 17574 h 62719"/>
                <a:gd name="csX2" fmla="*/ 7418 w 7417"/>
                <a:gd name="csY2" fmla="*/ 62720 h 62719"/>
                <a:gd name="csX3" fmla="*/ 0 w 7417"/>
                <a:gd name="csY3" fmla="*/ 62720 h 62719"/>
                <a:gd name="csX4" fmla="*/ 0 w 7417"/>
                <a:gd name="csY4" fmla="*/ 17574 h 62719"/>
                <a:gd name="csX5" fmla="*/ 0 w 7417"/>
                <a:gd name="csY5" fmla="*/ 0 h 62719"/>
                <a:gd name="csX6" fmla="*/ 7418 w 7417"/>
                <a:gd name="csY6" fmla="*/ 0 h 62719"/>
                <a:gd name="csX7" fmla="*/ 7418 w 7417"/>
                <a:gd name="csY7" fmla="*/ 9391 h 62719"/>
                <a:gd name="csX8" fmla="*/ 0 w 7417"/>
                <a:gd name="csY8" fmla="*/ 9391 h 62719"/>
                <a:gd name="csX9" fmla="*/ 0 w 7417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7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7" name="Freeform 2906">
              <a:extLst>
                <a:ext uri="{FF2B5EF4-FFF2-40B4-BE49-F238E27FC236}">
                  <a16:creationId xmlns:a16="http://schemas.microsoft.com/office/drawing/2014/main" id="{5F0ED261-7CCF-2DE8-F0F1-A9137A387340}"/>
                </a:ext>
              </a:extLst>
            </p:cNvPr>
            <p:cNvSpPr/>
            <p:nvPr/>
          </p:nvSpPr>
          <p:spPr>
            <a:xfrm>
              <a:off x="5860960" y="3554077"/>
              <a:ext cx="34501" cy="47401"/>
            </a:xfrm>
            <a:custGeom>
              <a:avLst/>
              <a:gdLst>
                <a:gd name="csX0" fmla="*/ 32087 w 34501"/>
                <a:gd name="csY0" fmla="*/ 2419 h 47401"/>
                <a:gd name="csX1" fmla="*/ 32087 w 34501"/>
                <a:gd name="csY1" fmla="*/ 9432 h 47401"/>
                <a:gd name="csX2" fmla="*/ 25551 w 34501"/>
                <a:gd name="csY2" fmla="*/ 7014 h 47401"/>
                <a:gd name="csX3" fmla="*/ 18539 w 34501"/>
                <a:gd name="csY3" fmla="*/ 6208 h 47401"/>
                <a:gd name="csX4" fmla="*/ 10239 w 34501"/>
                <a:gd name="csY4" fmla="*/ 7901 h 47401"/>
                <a:gd name="csX5" fmla="*/ 7488 w 34501"/>
                <a:gd name="csY5" fmla="*/ 12980 h 47401"/>
                <a:gd name="csX6" fmla="*/ 9473 w 34501"/>
                <a:gd name="csY6" fmla="*/ 17051 h 47401"/>
                <a:gd name="csX7" fmla="*/ 17413 w 34501"/>
                <a:gd name="csY7" fmla="*/ 19832 h 47401"/>
                <a:gd name="csX8" fmla="*/ 19944 w 34501"/>
                <a:gd name="csY8" fmla="*/ 20397 h 47401"/>
                <a:gd name="csX9" fmla="*/ 31158 w 34501"/>
                <a:gd name="csY9" fmla="*/ 25193 h 47401"/>
                <a:gd name="csX10" fmla="*/ 34501 w 34501"/>
                <a:gd name="csY10" fmla="*/ 33778 h 47401"/>
                <a:gd name="csX11" fmla="*/ 29498 w 34501"/>
                <a:gd name="csY11" fmla="*/ 43735 h 47401"/>
                <a:gd name="csX12" fmla="*/ 15834 w 34501"/>
                <a:gd name="csY12" fmla="*/ 47402 h 47401"/>
                <a:gd name="csX13" fmla="*/ 8254 w 34501"/>
                <a:gd name="csY13" fmla="*/ 46676 h 47401"/>
                <a:gd name="csX14" fmla="*/ 0 w 34501"/>
                <a:gd name="csY14" fmla="*/ 44581 h 47401"/>
                <a:gd name="csX15" fmla="*/ 0 w 34501"/>
                <a:gd name="csY15" fmla="*/ 36923 h 47401"/>
                <a:gd name="csX16" fmla="*/ 8103 w 34501"/>
                <a:gd name="csY16" fmla="*/ 40148 h 47401"/>
                <a:gd name="csX17" fmla="*/ 15997 w 34501"/>
                <a:gd name="csY17" fmla="*/ 41195 h 47401"/>
                <a:gd name="csX18" fmla="*/ 24065 w 34501"/>
                <a:gd name="csY18" fmla="*/ 39422 h 47401"/>
                <a:gd name="csX19" fmla="*/ 26886 w 34501"/>
                <a:gd name="csY19" fmla="*/ 34343 h 47401"/>
                <a:gd name="csX20" fmla="*/ 24831 w 34501"/>
                <a:gd name="csY20" fmla="*/ 29708 h 47401"/>
                <a:gd name="csX21" fmla="*/ 15916 w 34501"/>
                <a:gd name="csY21" fmla="*/ 26604 h 47401"/>
                <a:gd name="csX22" fmla="*/ 13338 w 34501"/>
                <a:gd name="csY22" fmla="*/ 25999 h 47401"/>
                <a:gd name="csX23" fmla="*/ 3378 w 34501"/>
                <a:gd name="csY23" fmla="*/ 21566 h 47401"/>
                <a:gd name="csX24" fmla="*/ 313 w 34501"/>
                <a:gd name="csY24" fmla="*/ 13302 h 47401"/>
                <a:gd name="csX25" fmla="*/ 4829 w 34501"/>
                <a:gd name="csY25" fmla="*/ 3466 h 47401"/>
                <a:gd name="csX26" fmla="*/ 17645 w 34501"/>
                <a:gd name="csY26" fmla="*/ 0 h 47401"/>
                <a:gd name="csX27" fmla="*/ 25388 w 34501"/>
                <a:gd name="csY27" fmla="*/ 605 h 47401"/>
                <a:gd name="csX28" fmla="*/ 32087 w 34501"/>
                <a:gd name="csY28" fmla="*/ 2419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1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1" y="6477"/>
                    <a:pt x="20954" y="6208"/>
                    <a:pt x="18539" y="6208"/>
                  </a:cubicBezTo>
                  <a:cubicBezTo>
                    <a:pt x="14855" y="6208"/>
                    <a:pt x="12089" y="6773"/>
                    <a:pt x="10239" y="7901"/>
                  </a:cubicBezTo>
                  <a:cubicBezTo>
                    <a:pt x="8405" y="9029"/>
                    <a:pt x="7488" y="10722"/>
                    <a:pt x="7488" y="12980"/>
                  </a:cubicBezTo>
                  <a:cubicBezTo>
                    <a:pt x="7488" y="14699"/>
                    <a:pt x="8149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44" y="20397"/>
                  </a:lnTo>
                  <a:cubicBezTo>
                    <a:pt x="25214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3" y="41289"/>
                    <a:pt x="29498" y="43735"/>
                  </a:cubicBezTo>
                  <a:cubicBezTo>
                    <a:pt x="26193" y="46180"/>
                    <a:pt x="21639" y="47402"/>
                    <a:pt x="15834" y="47402"/>
                  </a:cubicBezTo>
                  <a:cubicBezTo>
                    <a:pt x="13420" y="47402"/>
                    <a:pt x="10893" y="47160"/>
                    <a:pt x="8254" y="46676"/>
                  </a:cubicBezTo>
                  <a:cubicBezTo>
                    <a:pt x="5653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58" y="40846"/>
                    <a:pt x="13389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3" y="27598"/>
                    <a:pt x="15916" y="26604"/>
                  </a:cubicBezTo>
                  <a:lnTo>
                    <a:pt x="13338" y="25999"/>
                  </a:lnTo>
                  <a:cubicBezTo>
                    <a:pt x="8741" y="25032"/>
                    <a:pt x="5421" y="23554"/>
                    <a:pt x="3378" y="21566"/>
                  </a:cubicBezTo>
                  <a:cubicBezTo>
                    <a:pt x="1335" y="19550"/>
                    <a:pt x="313" y="16796"/>
                    <a:pt x="313" y="13302"/>
                  </a:cubicBezTo>
                  <a:cubicBezTo>
                    <a:pt x="313" y="9057"/>
                    <a:pt x="1819" y="5778"/>
                    <a:pt x="4829" y="3466"/>
                  </a:cubicBezTo>
                  <a:cubicBezTo>
                    <a:pt x="7840" y="1155"/>
                    <a:pt x="12112" y="0"/>
                    <a:pt x="17645" y="0"/>
                  </a:cubicBezTo>
                  <a:cubicBezTo>
                    <a:pt x="20393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8" name="Freeform 2907">
              <a:extLst>
                <a:ext uri="{FF2B5EF4-FFF2-40B4-BE49-F238E27FC236}">
                  <a16:creationId xmlns:a16="http://schemas.microsoft.com/office/drawing/2014/main" id="{6E1C4FAA-2116-C7C4-0CB0-81F140EF1787}"/>
                </a:ext>
              </a:extLst>
            </p:cNvPr>
            <p:cNvSpPr/>
            <p:nvPr/>
          </p:nvSpPr>
          <p:spPr>
            <a:xfrm>
              <a:off x="5907267" y="353759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9" name="Freeform 2908">
              <a:extLst>
                <a:ext uri="{FF2B5EF4-FFF2-40B4-BE49-F238E27FC236}">
                  <a16:creationId xmlns:a16="http://schemas.microsoft.com/office/drawing/2014/main" id="{D5F33524-7504-0EFE-7CE2-3FF516405EB5}"/>
                </a:ext>
              </a:extLst>
            </p:cNvPr>
            <p:cNvSpPr/>
            <p:nvPr/>
          </p:nvSpPr>
          <p:spPr>
            <a:xfrm>
              <a:off x="5926979" y="3554077"/>
              <a:ext cx="41443" cy="47401"/>
            </a:xfrm>
            <a:custGeom>
              <a:avLst/>
              <a:gdLst>
                <a:gd name="csX0" fmla="*/ 20722 w 41443"/>
                <a:gd name="csY0" fmla="*/ 6288 h 47401"/>
                <a:gd name="csX1" fmla="*/ 11284 w 41443"/>
                <a:gd name="csY1" fmla="*/ 10964 h 47401"/>
                <a:gd name="csX2" fmla="*/ 7824 w 41443"/>
                <a:gd name="csY2" fmla="*/ 23702 h 47401"/>
                <a:gd name="csX3" fmla="*/ 11249 w 41443"/>
                <a:gd name="csY3" fmla="*/ 36479 h 47401"/>
                <a:gd name="csX4" fmla="*/ 20722 w 41443"/>
                <a:gd name="csY4" fmla="*/ 41115 h 47401"/>
                <a:gd name="csX5" fmla="*/ 30113 w 41443"/>
                <a:gd name="csY5" fmla="*/ 36439 h 47401"/>
                <a:gd name="csX6" fmla="*/ 33573 w 41443"/>
                <a:gd name="csY6" fmla="*/ 23702 h 47401"/>
                <a:gd name="csX7" fmla="*/ 30113 w 41443"/>
                <a:gd name="csY7" fmla="*/ 11004 h 47401"/>
                <a:gd name="csX8" fmla="*/ 20722 w 41443"/>
                <a:gd name="csY8" fmla="*/ 6288 h 47401"/>
                <a:gd name="csX9" fmla="*/ 20722 w 41443"/>
                <a:gd name="csY9" fmla="*/ 0 h 47401"/>
                <a:gd name="csX10" fmla="*/ 35918 w 41443"/>
                <a:gd name="csY10" fmla="*/ 6288 h 47401"/>
                <a:gd name="csX11" fmla="*/ 41443 w 41443"/>
                <a:gd name="csY11" fmla="*/ 23702 h 47401"/>
                <a:gd name="csX12" fmla="*/ 35918 w 41443"/>
                <a:gd name="csY12" fmla="*/ 41115 h 47401"/>
                <a:gd name="csX13" fmla="*/ 20722 w 41443"/>
                <a:gd name="csY13" fmla="*/ 47402 h 47401"/>
                <a:gd name="csX14" fmla="*/ 5479 w 41443"/>
                <a:gd name="csY14" fmla="*/ 41115 h 47401"/>
                <a:gd name="csX15" fmla="*/ 0 w 41443"/>
                <a:gd name="csY15" fmla="*/ 23702 h 47401"/>
                <a:gd name="csX16" fmla="*/ 5479 w 41443"/>
                <a:gd name="csY16" fmla="*/ 6288 h 47401"/>
                <a:gd name="csX17" fmla="*/ 20722 w 41443"/>
                <a:gd name="csY17" fmla="*/ 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443" h="47401">
                  <a:moveTo>
                    <a:pt x="20722" y="6288"/>
                  </a:moveTo>
                  <a:cubicBezTo>
                    <a:pt x="16744" y="6288"/>
                    <a:pt x="13598" y="7847"/>
                    <a:pt x="11284" y="10964"/>
                  </a:cubicBezTo>
                  <a:cubicBezTo>
                    <a:pt x="8978" y="14055"/>
                    <a:pt x="7824" y="18300"/>
                    <a:pt x="7824" y="23702"/>
                  </a:cubicBezTo>
                  <a:cubicBezTo>
                    <a:pt x="7824" y="29103"/>
                    <a:pt x="8966" y="33362"/>
                    <a:pt x="11249" y="36479"/>
                  </a:cubicBezTo>
                  <a:cubicBezTo>
                    <a:pt x="13555" y="39570"/>
                    <a:pt x="16713" y="41115"/>
                    <a:pt x="20722" y="41115"/>
                  </a:cubicBezTo>
                  <a:cubicBezTo>
                    <a:pt x="24669" y="41115"/>
                    <a:pt x="27799" y="39556"/>
                    <a:pt x="30113" y="36439"/>
                  </a:cubicBezTo>
                  <a:cubicBezTo>
                    <a:pt x="32419" y="33321"/>
                    <a:pt x="33573" y="29076"/>
                    <a:pt x="33573" y="23702"/>
                  </a:cubicBezTo>
                  <a:cubicBezTo>
                    <a:pt x="33573" y="18354"/>
                    <a:pt x="32419" y="14121"/>
                    <a:pt x="30113" y="11004"/>
                  </a:cubicBezTo>
                  <a:cubicBezTo>
                    <a:pt x="27799" y="7860"/>
                    <a:pt x="24669" y="6288"/>
                    <a:pt x="20722" y="6288"/>
                  </a:cubicBezTo>
                  <a:moveTo>
                    <a:pt x="20722" y="0"/>
                  </a:moveTo>
                  <a:cubicBezTo>
                    <a:pt x="27168" y="0"/>
                    <a:pt x="32234" y="2096"/>
                    <a:pt x="35918" y="6288"/>
                  </a:cubicBezTo>
                  <a:cubicBezTo>
                    <a:pt x="39601" y="10481"/>
                    <a:pt x="41443" y="16285"/>
                    <a:pt x="41443" y="23702"/>
                  </a:cubicBezTo>
                  <a:cubicBezTo>
                    <a:pt x="41443" y="31091"/>
                    <a:pt x="39601" y="36895"/>
                    <a:pt x="35918" y="41115"/>
                  </a:cubicBezTo>
                  <a:cubicBezTo>
                    <a:pt x="32234" y="45306"/>
                    <a:pt x="27168" y="47402"/>
                    <a:pt x="20722" y="47402"/>
                  </a:cubicBezTo>
                  <a:cubicBezTo>
                    <a:pt x="14244" y="47402"/>
                    <a:pt x="9163" y="45306"/>
                    <a:pt x="5479" y="41115"/>
                  </a:cubicBezTo>
                  <a:cubicBezTo>
                    <a:pt x="1826" y="36895"/>
                    <a:pt x="0" y="31091"/>
                    <a:pt x="0" y="23702"/>
                  </a:cubicBezTo>
                  <a:cubicBezTo>
                    <a:pt x="0" y="16285"/>
                    <a:pt x="1826" y="10481"/>
                    <a:pt x="5479" y="6288"/>
                  </a:cubicBezTo>
                  <a:cubicBezTo>
                    <a:pt x="9163" y="2096"/>
                    <a:pt x="14244" y="0"/>
                    <a:pt x="20722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0" name="Freeform 2909">
              <a:extLst>
                <a:ext uri="{FF2B5EF4-FFF2-40B4-BE49-F238E27FC236}">
                  <a16:creationId xmlns:a16="http://schemas.microsoft.com/office/drawing/2014/main" id="{C8C6DC7E-1864-D87E-8ACD-BD83FC4EEA14}"/>
                </a:ext>
              </a:extLst>
            </p:cNvPr>
            <p:cNvSpPr/>
            <p:nvPr/>
          </p:nvSpPr>
          <p:spPr>
            <a:xfrm>
              <a:off x="5980426" y="355407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6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57 w 37809"/>
                <a:gd name="csY14" fmla="*/ 0 h 46234"/>
                <a:gd name="csX15" fmla="*/ 33816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6" y="6450"/>
                  </a:cubicBezTo>
                  <a:cubicBezTo>
                    <a:pt x="16395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4" y="672"/>
                    <a:pt x="18907" y="0"/>
                    <a:pt x="22057" y="0"/>
                  </a:cubicBezTo>
                  <a:cubicBezTo>
                    <a:pt x="27242" y="0"/>
                    <a:pt x="31162" y="1612"/>
                    <a:pt x="33816" y="4837"/>
                  </a:cubicBezTo>
                  <a:cubicBezTo>
                    <a:pt x="36478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1" name="Freeform 2910">
              <a:extLst>
                <a:ext uri="{FF2B5EF4-FFF2-40B4-BE49-F238E27FC236}">
                  <a16:creationId xmlns:a16="http://schemas.microsoft.com/office/drawing/2014/main" id="{80590ADC-0CD3-BA5A-3D76-746139525F1B}"/>
                </a:ext>
              </a:extLst>
            </p:cNvPr>
            <p:cNvSpPr/>
            <p:nvPr/>
          </p:nvSpPr>
          <p:spPr>
            <a:xfrm>
              <a:off x="6051495" y="3540131"/>
              <a:ext cx="27814" cy="67838"/>
            </a:xfrm>
            <a:custGeom>
              <a:avLst/>
              <a:gdLst>
                <a:gd name="csX0" fmla="*/ 20954 w 27814"/>
                <a:gd name="csY0" fmla="*/ 0 h 67838"/>
                <a:gd name="csX1" fmla="*/ 27815 w 27814"/>
                <a:gd name="csY1" fmla="*/ 0 h 67838"/>
                <a:gd name="csX2" fmla="*/ 6849 w 27814"/>
                <a:gd name="csY2" fmla="*/ 67838 h 67838"/>
                <a:gd name="csX3" fmla="*/ 0 w 27814"/>
                <a:gd name="csY3" fmla="*/ 67838 h 67838"/>
                <a:gd name="csX4" fmla="*/ 20954 w 27814"/>
                <a:gd name="csY4" fmla="*/ 0 h 67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814" h="67838">
                  <a:moveTo>
                    <a:pt x="20954" y="0"/>
                  </a:moveTo>
                  <a:lnTo>
                    <a:pt x="27815" y="0"/>
                  </a:lnTo>
                  <a:lnTo>
                    <a:pt x="6849" y="67838"/>
                  </a:lnTo>
                  <a:lnTo>
                    <a:pt x="0" y="67838"/>
                  </a:lnTo>
                  <a:lnTo>
                    <a:pt x="20954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2" name="Freeform 2911">
              <a:extLst>
                <a:ext uri="{FF2B5EF4-FFF2-40B4-BE49-F238E27FC236}">
                  <a16:creationId xmlns:a16="http://schemas.microsoft.com/office/drawing/2014/main" id="{FEE6AC8A-9B1E-87DA-2636-0591A524083E}"/>
                </a:ext>
              </a:extLst>
            </p:cNvPr>
            <p:cNvSpPr/>
            <p:nvPr/>
          </p:nvSpPr>
          <p:spPr>
            <a:xfrm>
              <a:off x="6114611" y="3540131"/>
              <a:ext cx="35836" cy="60179"/>
            </a:xfrm>
            <a:custGeom>
              <a:avLst/>
              <a:gdLst>
                <a:gd name="csX0" fmla="*/ 1172 w 35836"/>
                <a:gd name="csY0" fmla="*/ 53327 h 60179"/>
                <a:gd name="csX1" fmla="*/ 14476 w 35836"/>
                <a:gd name="csY1" fmla="*/ 53327 h 60179"/>
                <a:gd name="csX2" fmla="*/ 14476 w 35836"/>
                <a:gd name="csY2" fmla="*/ 7416 h 60179"/>
                <a:gd name="csX3" fmla="*/ 0 w 35836"/>
                <a:gd name="csY3" fmla="*/ 10318 h 60179"/>
                <a:gd name="csX4" fmla="*/ 0 w 35836"/>
                <a:gd name="csY4" fmla="*/ 2902 h 60179"/>
                <a:gd name="csX5" fmla="*/ 14395 w 35836"/>
                <a:gd name="csY5" fmla="*/ 0 h 60179"/>
                <a:gd name="csX6" fmla="*/ 22533 w 35836"/>
                <a:gd name="csY6" fmla="*/ 0 h 60179"/>
                <a:gd name="csX7" fmla="*/ 22533 w 35836"/>
                <a:gd name="csY7" fmla="*/ 53327 h 60179"/>
                <a:gd name="csX8" fmla="*/ 35836 w 35836"/>
                <a:gd name="csY8" fmla="*/ 53327 h 60179"/>
                <a:gd name="csX9" fmla="*/ 35836 w 35836"/>
                <a:gd name="csY9" fmla="*/ 60180 h 60179"/>
                <a:gd name="csX10" fmla="*/ 1172 w 35836"/>
                <a:gd name="csY10" fmla="*/ 60180 h 60179"/>
                <a:gd name="csX11" fmla="*/ 1172 w 35836"/>
                <a:gd name="csY11" fmla="*/ 53327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6" h="60179">
                  <a:moveTo>
                    <a:pt x="1172" y="53327"/>
                  </a:moveTo>
                  <a:lnTo>
                    <a:pt x="14476" y="53327"/>
                  </a:lnTo>
                  <a:lnTo>
                    <a:pt x="14476" y="7416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5" y="0"/>
                  </a:lnTo>
                  <a:lnTo>
                    <a:pt x="22533" y="0"/>
                  </a:lnTo>
                  <a:lnTo>
                    <a:pt x="22533" y="53327"/>
                  </a:lnTo>
                  <a:lnTo>
                    <a:pt x="35836" y="53327"/>
                  </a:lnTo>
                  <a:lnTo>
                    <a:pt x="35836" y="60180"/>
                  </a:lnTo>
                  <a:lnTo>
                    <a:pt x="1172" y="60180"/>
                  </a:lnTo>
                  <a:lnTo>
                    <a:pt x="1172" y="53327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3" name="Freeform 2912">
              <a:extLst>
                <a:ext uri="{FF2B5EF4-FFF2-40B4-BE49-F238E27FC236}">
                  <a16:creationId xmlns:a16="http://schemas.microsoft.com/office/drawing/2014/main" id="{BC6CD7EB-5FC2-51B0-C788-572A10151A78}"/>
                </a:ext>
              </a:extLst>
            </p:cNvPr>
            <p:cNvSpPr/>
            <p:nvPr/>
          </p:nvSpPr>
          <p:spPr>
            <a:xfrm>
              <a:off x="6163508" y="3539042"/>
              <a:ext cx="41593" cy="62436"/>
            </a:xfrm>
            <a:custGeom>
              <a:avLst/>
              <a:gdLst>
                <a:gd name="csX0" fmla="*/ 20803 w 41593"/>
                <a:gd name="csY0" fmla="*/ 6450 h 62436"/>
                <a:gd name="csX1" fmla="*/ 11330 w 41593"/>
                <a:gd name="csY1" fmla="*/ 12657 h 62436"/>
                <a:gd name="csX2" fmla="*/ 8184 w 41593"/>
                <a:gd name="csY2" fmla="*/ 31239 h 62436"/>
                <a:gd name="csX3" fmla="*/ 11330 w 41593"/>
                <a:gd name="csY3" fmla="*/ 49820 h 62436"/>
                <a:gd name="csX4" fmla="*/ 20803 w 41593"/>
                <a:gd name="csY4" fmla="*/ 55988 h 62436"/>
                <a:gd name="csX5" fmla="*/ 30275 w 41593"/>
                <a:gd name="csY5" fmla="*/ 49820 h 62436"/>
                <a:gd name="csX6" fmla="*/ 33456 w 41593"/>
                <a:gd name="csY6" fmla="*/ 31239 h 62436"/>
                <a:gd name="csX7" fmla="*/ 30275 w 41593"/>
                <a:gd name="csY7" fmla="*/ 12657 h 62436"/>
                <a:gd name="csX8" fmla="*/ 20803 w 41593"/>
                <a:gd name="csY8" fmla="*/ 6450 h 62436"/>
                <a:gd name="csX9" fmla="*/ 20803 w 41593"/>
                <a:gd name="csY9" fmla="*/ 0 h 62436"/>
                <a:gd name="csX10" fmla="*/ 36242 w 41593"/>
                <a:gd name="csY10" fmla="*/ 8022 h 62436"/>
                <a:gd name="csX11" fmla="*/ 41594 w 41593"/>
                <a:gd name="csY11" fmla="*/ 31239 h 62436"/>
                <a:gd name="csX12" fmla="*/ 36242 w 41593"/>
                <a:gd name="csY12" fmla="*/ 54457 h 62436"/>
                <a:gd name="csX13" fmla="*/ 20803 w 41593"/>
                <a:gd name="csY13" fmla="*/ 62436 h 62436"/>
                <a:gd name="csX14" fmla="*/ 5317 w 41593"/>
                <a:gd name="csY14" fmla="*/ 54457 h 62436"/>
                <a:gd name="csX15" fmla="*/ 0 w 41593"/>
                <a:gd name="csY15" fmla="*/ 31239 h 62436"/>
                <a:gd name="csX16" fmla="*/ 5317 w 41593"/>
                <a:gd name="csY16" fmla="*/ 8022 h 62436"/>
                <a:gd name="csX17" fmla="*/ 20803 w 41593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3" h="62436">
                  <a:moveTo>
                    <a:pt x="20803" y="6450"/>
                  </a:moveTo>
                  <a:cubicBezTo>
                    <a:pt x="16608" y="6450"/>
                    <a:pt x="13451" y="8519"/>
                    <a:pt x="11330" y="12657"/>
                  </a:cubicBezTo>
                  <a:cubicBezTo>
                    <a:pt x="9233" y="16768"/>
                    <a:pt x="8184" y="22962"/>
                    <a:pt x="8184" y="31239"/>
                  </a:cubicBezTo>
                  <a:cubicBezTo>
                    <a:pt x="8184" y="39488"/>
                    <a:pt x="9233" y="45682"/>
                    <a:pt x="11330" y="49820"/>
                  </a:cubicBezTo>
                  <a:cubicBezTo>
                    <a:pt x="13451" y="53932"/>
                    <a:pt x="16608" y="55988"/>
                    <a:pt x="20803" y="55988"/>
                  </a:cubicBezTo>
                  <a:cubicBezTo>
                    <a:pt x="25021" y="55988"/>
                    <a:pt x="28178" y="53932"/>
                    <a:pt x="30275" y="49820"/>
                  </a:cubicBezTo>
                  <a:cubicBezTo>
                    <a:pt x="32396" y="45682"/>
                    <a:pt x="33456" y="39488"/>
                    <a:pt x="33456" y="31239"/>
                  </a:cubicBezTo>
                  <a:cubicBezTo>
                    <a:pt x="33456" y="22962"/>
                    <a:pt x="32396" y="16768"/>
                    <a:pt x="30275" y="12657"/>
                  </a:cubicBezTo>
                  <a:cubicBezTo>
                    <a:pt x="28178" y="8519"/>
                    <a:pt x="25021" y="6450"/>
                    <a:pt x="20803" y="6450"/>
                  </a:cubicBezTo>
                  <a:moveTo>
                    <a:pt x="20803" y="0"/>
                  </a:moveTo>
                  <a:cubicBezTo>
                    <a:pt x="27544" y="0"/>
                    <a:pt x="32690" y="2674"/>
                    <a:pt x="36242" y="8022"/>
                  </a:cubicBezTo>
                  <a:cubicBezTo>
                    <a:pt x="39810" y="13342"/>
                    <a:pt x="41594" y="21081"/>
                    <a:pt x="41594" y="31239"/>
                  </a:cubicBezTo>
                  <a:cubicBezTo>
                    <a:pt x="41594" y="41370"/>
                    <a:pt x="39810" y="49109"/>
                    <a:pt x="36242" y="54457"/>
                  </a:cubicBezTo>
                  <a:cubicBezTo>
                    <a:pt x="32690" y="59777"/>
                    <a:pt x="27544" y="62436"/>
                    <a:pt x="20803" y="62436"/>
                  </a:cubicBezTo>
                  <a:cubicBezTo>
                    <a:pt x="14054" y="62436"/>
                    <a:pt x="8892" y="59777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1"/>
                    <a:pt x="1772" y="13342"/>
                    <a:pt x="5317" y="8022"/>
                  </a:cubicBezTo>
                  <a:cubicBezTo>
                    <a:pt x="8892" y="2674"/>
                    <a:pt x="14054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9" name="Group 2918">
            <a:extLst>
              <a:ext uri="{FF2B5EF4-FFF2-40B4-BE49-F238E27FC236}">
                <a16:creationId xmlns:a16="http://schemas.microsoft.com/office/drawing/2014/main" id="{6F462003-3C10-56A9-79F0-6E4F37BE0DCC}"/>
              </a:ext>
            </a:extLst>
          </p:cNvPr>
          <p:cNvGrpSpPr/>
          <p:nvPr/>
        </p:nvGrpSpPr>
        <p:grpSpPr>
          <a:xfrm>
            <a:off x="439268" y="3189545"/>
            <a:ext cx="2786101" cy="1857400"/>
            <a:chOff x="439268" y="3189545"/>
            <a:chExt cx="2786101" cy="1857400"/>
          </a:xfrm>
        </p:grpSpPr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313FE1E2-2A86-A939-5B42-C7CF98CA9983}"/>
                </a:ext>
              </a:extLst>
            </p:cNvPr>
            <p:cNvSpPr/>
            <p:nvPr/>
          </p:nvSpPr>
          <p:spPr>
            <a:xfrm>
              <a:off x="439268" y="3189545"/>
              <a:ext cx="2786101" cy="1857400"/>
            </a:xfrm>
            <a:custGeom>
              <a:avLst/>
              <a:gdLst>
                <a:gd name="csX0" fmla="*/ 0 w 2786101"/>
                <a:gd name="csY0" fmla="*/ 1857400 h 1857400"/>
                <a:gd name="csX1" fmla="*/ 2786101 w 2786101"/>
                <a:gd name="csY1" fmla="*/ 1857400 h 1857400"/>
                <a:gd name="csX2" fmla="*/ 2786101 w 2786101"/>
                <a:gd name="csY2" fmla="*/ 0 h 1857400"/>
                <a:gd name="csX3" fmla="*/ 0 w 2786101"/>
                <a:gd name="csY3" fmla="*/ 0 h 185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86101" h="1857400">
                  <a:moveTo>
                    <a:pt x="0" y="1857400"/>
                  </a:moveTo>
                  <a:lnTo>
                    <a:pt x="2786101" y="1857400"/>
                  </a:lnTo>
                  <a:lnTo>
                    <a:pt x="27861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453D746-B5F6-F56C-A52A-6D7A16202EE5}"/>
                </a:ext>
              </a:extLst>
            </p:cNvPr>
            <p:cNvSpPr/>
            <p:nvPr/>
          </p:nvSpPr>
          <p:spPr>
            <a:xfrm>
              <a:off x="660614" y="3244389"/>
              <a:ext cx="2509914" cy="1650678"/>
            </a:xfrm>
            <a:custGeom>
              <a:avLst/>
              <a:gdLst>
                <a:gd name="csX0" fmla="*/ 0 w 2509914"/>
                <a:gd name="csY0" fmla="*/ 1650678 h 1650678"/>
                <a:gd name="csX1" fmla="*/ 2509915 w 2509914"/>
                <a:gd name="csY1" fmla="*/ 1650678 h 1650678"/>
                <a:gd name="csX2" fmla="*/ 2509915 w 2509914"/>
                <a:gd name="csY2" fmla="*/ 0 h 1650678"/>
                <a:gd name="csX3" fmla="*/ 0 w 2509914"/>
                <a:gd name="csY3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09914" h="1650678">
                  <a:moveTo>
                    <a:pt x="0" y="1650678"/>
                  </a:moveTo>
                  <a:lnTo>
                    <a:pt x="2509915" y="1650678"/>
                  </a:lnTo>
                  <a:lnTo>
                    <a:pt x="25099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64D181E-C4F0-3C85-92F7-BC44C99E37AA}"/>
                </a:ext>
              </a:extLst>
            </p:cNvPr>
            <p:cNvSpPr/>
            <p:nvPr/>
          </p:nvSpPr>
          <p:spPr>
            <a:xfrm>
              <a:off x="952719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B8EA42D-A4A8-5AEA-32E3-131C9BB07FCC}"/>
                </a:ext>
              </a:extLst>
            </p:cNvPr>
            <p:cNvSpPr/>
            <p:nvPr/>
          </p:nvSpPr>
          <p:spPr>
            <a:xfrm>
              <a:off x="1337859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0EAB80E-6239-1415-DFC6-C95AAC1BA919}"/>
                </a:ext>
              </a:extLst>
            </p:cNvPr>
            <p:cNvSpPr/>
            <p:nvPr/>
          </p:nvSpPr>
          <p:spPr>
            <a:xfrm>
              <a:off x="1722998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FB8458DB-8204-65C9-4492-936C30CD78F5}"/>
                </a:ext>
              </a:extLst>
            </p:cNvPr>
            <p:cNvSpPr/>
            <p:nvPr/>
          </p:nvSpPr>
          <p:spPr>
            <a:xfrm>
              <a:off x="210814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893BB84-5A0A-E47B-460C-F770625DCBAD}"/>
                </a:ext>
              </a:extLst>
            </p:cNvPr>
            <p:cNvSpPr/>
            <p:nvPr/>
          </p:nvSpPr>
          <p:spPr>
            <a:xfrm>
              <a:off x="2493274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DFB20BE0-A4AE-692B-0B78-0FC001A2927F}"/>
                </a:ext>
              </a:extLst>
            </p:cNvPr>
            <p:cNvSpPr/>
            <p:nvPr/>
          </p:nvSpPr>
          <p:spPr>
            <a:xfrm>
              <a:off x="2878418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647B66C6-93D7-E9C5-03AA-378803CC1A2E}"/>
                </a:ext>
              </a:extLst>
            </p:cNvPr>
            <p:cNvSpPr/>
            <p:nvPr/>
          </p:nvSpPr>
          <p:spPr>
            <a:xfrm>
              <a:off x="660614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C30C91E5-31E0-B791-823C-06C71BA05810}"/>
                </a:ext>
              </a:extLst>
            </p:cNvPr>
            <p:cNvSpPr/>
            <p:nvPr/>
          </p:nvSpPr>
          <p:spPr>
            <a:xfrm>
              <a:off x="660614" y="437269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652FF62-8E42-D048-FC2F-D7E99EBEA3FE}"/>
                </a:ext>
              </a:extLst>
            </p:cNvPr>
            <p:cNvSpPr/>
            <p:nvPr/>
          </p:nvSpPr>
          <p:spPr>
            <a:xfrm>
              <a:off x="660614" y="3850333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C99A400-F5EE-8C3B-1072-1B57AA233B75}"/>
                </a:ext>
              </a:extLst>
            </p:cNvPr>
            <p:cNvSpPr/>
            <p:nvPr/>
          </p:nvSpPr>
          <p:spPr>
            <a:xfrm>
              <a:off x="660614" y="33279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1A01A2B3-1497-7E33-0A69-FE25F2B68933}"/>
                </a:ext>
              </a:extLst>
            </p:cNvPr>
            <p:cNvSpPr/>
            <p:nvPr/>
          </p:nvSpPr>
          <p:spPr>
            <a:xfrm>
              <a:off x="660614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36641E33-4BBE-AA58-3056-6D976F387ABE}"/>
                </a:ext>
              </a:extLst>
            </p:cNvPr>
            <p:cNvSpPr/>
            <p:nvPr/>
          </p:nvSpPr>
          <p:spPr>
            <a:xfrm>
              <a:off x="952719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D6FC8FF-ACAC-274E-C774-DE049700143C}"/>
                </a:ext>
              </a:extLst>
            </p:cNvPr>
            <p:cNvSpPr/>
            <p:nvPr/>
          </p:nvSpPr>
          <p:spPr>
            <a:xfrm>
              <a:off x="1337859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E04FD10-346E-1CDF-ADA5-049E3E298493}"/>
                </a:ext>
              </a:extLst>
            </p:cNvPr>
            <p:cNvSpPr/>
            <p:nvPr/>
          </p:nvSpPr>
          <p:spPr>
            <a:xfrm>
              <a:off x="1722998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24826288-5944-43D4-B524-073BDF909CA6}"/>
                </a:ext>
              </a:extLst>
            </p:cNvPr>
            <p:cNvSpPr/>
            <p:nvPr/>
          </p:nvSpPr>
          <p:spPr>
            <a:xfrm>
              <a:off x="210814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2564B1DC-35C9-FE2A-AACB-DD53C3941EE4}"/>
                </a:ext>
              </a:extLst>
            </p:cNvPr>
            <p:cNvSpPr/>
            <p:nvPr/>
          </p:nvSpPr>
          <p:spPr>
            <a:xfrm>
              <a:off x="2493274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B60D716-0D9A-D392-DB75-FB37F6543817}"/>
                </a:ext>
              </a:extLst>
            </p:cNvPr>
            <p:cNvSpPr/>
            <p:nvPr/>
          </p:nvSpPr>
          <p:spPr>
            <a:xfrm>
              <a:off x="2878418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69E6E69E-0718-E402-2F7A-913D950E068C}"/>
                </a:ext>
              </a:extLst>
            </p:cNvPr>
            <p:cNvSpPr/>
            <p:nvPr/>
          </p:nvSpPr>
          <p:spPr>
            <a:xfrm>
              <a:off x="860475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C61F227-D177-EF3A-E0C4-DD01514C2683}"/>
                </a:ext>
              </a:extLst>
            </p:cNvPr>
            <p:cNvSpPr/>
            <p:nvPr/>
          </p:nvSpPr>
          <p:spPr>
            <a:xfrm>
              <a:off x="927669" y="4932401"/>
              <a:ext cx="38695" cy="60179"/>
            </a:xfrm>
            <a:custGeom>
              <a:avLst/>
              <a:gdLst>
                <a:gd name="csX0" fmla="*/ 0 w 38695"/>
                <a:gd name="csY0" fmla="*/ 0 h 60179"/>
                <a:gd name="csX1" fmla="*/ 38695 w 38695"/>
                <a:gd name="csY1" fmla="*/ 0 h 60179"/>
                <a:gd name="csX2" fmla="*/ 38695 w 38695"/>
                <a:gd name="csY2" fmla="*/ 3460 h 60179"/>
                <a:gd name="csX3" fmla="*/ 16848 w 38695"/>
                <a:gd name="csY3" fmla="*/ 60180 h 60179"/>
                <a:gd name="csX4" fmla="*/ 8343 w 38695"/>
                <a:gd name="csY4" fmla="*/ 60180 h 60179"/>
                <a:gd name="csX5" fmla="*/ 28900 w 38695"/>
                <a:gd name="csY5" fmla="*/ 6849 h 60179"/>
                <a:gd name="csX6" fmla="*/ 0 w 38695"/>
                <a:gd name="csY6" fmla="*/ 6849 h 60179"/>
                <a:gd name="csX7" fmla="*/ 0 w 38695"/>
                <a:gd name="csY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695" h="60179">
                  <a:moveTo>
                    <a:pt x="0" y="0"/>
                  </a:moveTo>
                  <a:lnTo>
                    <a:pt x="38695" y="0"/>
                  </a:lnTo>
                  <a:lnTo>
                    <a:pt x="38695" y="3460"/>
                  </a:lnTo>
                  <a:lnTo>
                    <a:pt x="16848" y="60180"/>
                  </a:lnTo>
                  <a:lnTo>
                    <a:pt x="8343" y="60180"/>
                  </a:lnTo>
                  <a:lnTo>
                    <a:pt x="28900" y="6849"/>
                  </a:lnTo>
                  <a:lnTo>
                    <a:pt x="0" y="68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88E15635-222D-24C9-DA6F-BE373F11B459}"/>
                </a:ext>
              </a:extLst>
            </p:cNvPr>
            <p:cNvSpPr/>
            <p:nvPr/>
          </p:nvSpPr>
          <p:spPr>
            <a:xfrm>
              <a:off x="982245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8D7E831A-8E20-9BFC-EC76-65A94062E207}"/>
                </a:ext>
              </a:extLst>
            </p:cNvPr>
            <p:cNvSpPr/>
            <p:nvPr/>
          </p:nvSpPr>
          <p:spPr>
            <a:xfrm>
              <a:off x="1006027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4 w 38938"/>
                <a:gd name="csY1" fmla="*/ 0 h 61340"/>
                <a:gd name="csX2" fmla="*/ 34504 w 38938"/>
                <a:gd name="csY2" fmla="*/ 6849 h 61340"/>
                <a:gd name="csX3" fmla="*/ 9996 w 38938"/>
                <a:gd name="csY3" fmla="*/ 6849 h 61340"/>
                <a:gd name="csX4" fmla="*/ 9996 w 38938"/>
                <a:gd name="csY4" fmla="*/ 21604 h 61340"/>
                <a:gd name="csX5" fmla="*/ 13544 w 38938"/>
                <a:gd name="csY5" fmla="*/ 20722 h 61340"/>
                <a:gd name="csX6" fmla="*/ 17090 w 38938"/>
                <a:gd name="csY6" fmla="*/ 20397 h 61340"/>
                <a:gd name="csX7" fmla="*/ 33052 w 38938"/>
                <a:gd name="csY7" fmla="*/ 25911 h 61340"/>
                <a:gd name="csX8" fmla="*/ 38938 w 38938"/>
                <a:gd name="csY8" fmla="*/ 40875 h 61340"/>
                <a:gd name="csX9" fmla="*/ 32891 w 38938"/>
                <a:gd name="csY9" fmla="*/ 55989 h 61340"/>
                <a:gd name="csX10" fmla="*/ 15841 w 38938"/>
                <a:gd name="csY10" fmla="*/ 61341 h 61340"/>
                <a:gd name="csX11" fmla="*/ 8102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7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4" y="0"/>
                  </a:lnTo>
                  <a:lnTo>
                    <a:pt x="34504" y="6849"/>
                  </a:lnTo>
                  <a:lnTo>
                    <a:pt x="9996" y="6849"/>
                  </a:lnTo>
                  <a:lnTo>
                    <a:pt x="9996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0" y="20397"/>
                  </a:cubicBezTo>
                  <a:cubicBezTo>
                    <a:pt x="23809" y="20397"/>
                    <a:pt x="29129" y="22235"/>
                    <a:pt x="33052" y="25911"/>
                  </a:cubicBezTo>
                  <a:cubicBezTo>
                    <a:pt x="36976" y="29595"/>
                    <a:pt x="38938" y="34583"/>
                    <a:pt x="38938" y="40875"/>
                  </a:cubicBezTo>
                  <a:cubicBezTo>
                    <a:pt x="38938" y="47344"/>
                    <a:pt x="36922" y="52383"/>
                    <a:pt x="32891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5" y="61128"/>
                    <a:pt x="8102" y="60702"/>
                  </a:cubicBezTo>
                  <a:cubicBezTo>
                    <a:pt x="5495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7" y="52886"/>
                    <a:pt x="7497" y="53528"/>
                  </a:cubicBezTo>
                  <a:cubicBezTo>
                    <a:pt x="10077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0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0DC4F725-A6CF-4CC2-6B45-8A748946C117}"/>
                </a:ext>
              </a:extLst>
            </p:cNvPr>
            <p:cNvSpPr/>
            <p:nvPr/>
          </p:nvSpPr>
          <p:spPr>
            <a:xfrm>
              <a:off x="1244748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03B6AACA-7400-7AF5-1AF6-59DC8977BE5F}"/>
                </a:ext>
              </a:extLst>
            </p:cNvPr>
            <p:cNvSpPr/>
            <p:nvPr/>
          </p:nvSpPr>
          <p:spPr>
            <a:xfrm>
              <a:off x="1311538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5 w 38938"/>
                <a:gd name="csY1" fmla="*/ 0 h 61340"/>
                <a:gd name="csX2" fmla="*/ 34505 w 38938"/>
                <a:gd name="csY2" fmla="*/ 6849 h 61340"/>
                <a:gd name="csX3" fmla="*/ 9997 w 38938"/>
                <a:gd name="csY3" fmla="*/ 6849 h 61340"/>
                <a:gd name="csX4" fmla="*/ 9997 w 38938"/>
                <a:gd name="csY4" fmla="*/ 21604 h 61340"/>
                <a:gd name="csX5" fmla="*/ 13544 w 38938"/>
                <a:gd name="csY5" fmla="*/ 20722 h 61340"/>
                <a:gd name="csX6" fmla="*/ 17092 w 38938"/>
                <a:gd name="csY6" fmla="*/ 20397 h 61340"/>
                <a:gd name="csX7" fmla="*/ 33054 w 38938"/>
                <a:gd name="csY7" fmla="*/ 25911 h 61340"/>
                <a:gd name="csX8" fmla="*/ 38938 w 38938"/>
                <a:gd name="csY8" fmla="*/ 40875 h 61340"/>
                <a:gd name="csX9" fmla="*/ 32892 w 38938"/>
                <a:gd name="csY9" fmla="*/ 55989 h 61340"/>
                <a:gd name="csX10" fmla="*/ 15841 w 38938"/>
                <a:gd name="csY10" fmla="*/ 61341 h 61340"/>
                <a:gd name="csX11" fmla="*/ 8103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8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5" y="0"/>
                  </a:lnTo>
                  <a:lnTo>
                    <a:pt x="34505" y="6849"/>
                  </a:lnTo>
                  <a:lnTo>
                    <a:pt x="9997" y="6849"/>
                  </a:lnTo>
                  <a:lnTo>
                    <a:pt x="9997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2" y="20397"/>
                  </a:cubicBezTo>
                  <a:cubicBezTo>
                    <a:pt x="23809" y="20397"/>
                    <a:pt x="29130" y="22235"/>
                    <a:pt x="33054" y="25911"/>
                  </a:cubicBezTo>
                  <a:cubicBezTo>
                    <a:pt x="36977" y="29595"/>
                    <a:pt x="38938" y="34583"/>
                    <a:pt x="38938" y="40875"/>
                  </a:cubicBezTo>
                  <a:cubicBezTo>
                    <a:pt x="38938" y="47344"/>
                    <a:pt x="36923" y="52383"/>
                    <a:pt x="32892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6" y="61128"/>
                    <a:pt x="8103" y="60702"/>
                  </a:cubicBezTo>
                  <a:cubicBezTo>
                    <a:pt x="5496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8" y="52886"/>
                    <a:pt x="7498" y="53528"/>
                  </a:cubicBezTo>
                  <a:cubicBezTo>
                    <a:pt x="10078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1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B7D9D6EE-9675-86D7-8920-FC65C12FF27E}"/>
                </a:ext>
              </a:extLst>
            </p:cNvPr>
            <p:cNvSpPr/>
            <p:nvPr/>
          </p:nvSpPr>
          <p:spPr>
            <a:xfrm>
              <a:off x="1366518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39F7DC25-B10F-98E8-9393-C4AF1839E663}"/>
                </a:ext>
              </a:extLst>
            </p:cNvPr>
            <p:cNvSpPr/>
            <p:nvPr/>
          </p:nvSpPr>
          <p:spPr>
            <a:xfrm>
              <a:off x="1389373" y="4931310"/>
              <a:ext cx="41597" cy="62431"/>
            </a:xfrm>
            <a:custGeom>
              <a:avLst/>
              <a:gdLst>
                <a:gd name="csX0" fmla="*/ 20798 w 41597"/>
                <a:gd name="csY0" fmla="*/ 6454 h 62431"/>
                <a:gd name="csX1" fmla="*/ 11327 w 41597"/>
                <a:gd name="csY1" fmla="*/ 12654 h 62431"/>
                <a:gd name="csX2" fmla="*/ 8182 w 41597"/>
                <a:gd name="csY2" fmla="*/ 31239 h 62431"/>
                <a:gd name="csX3" fmla="*/ 11327 w 41597"/>
                <a:gd name="csY3" fmla="*/ 49825 h 62431"/>
                <a:gd name="csX4" fmla="*/ 20798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4 h 62431"/>
                <a:gd name="csX8" fmla="*/ 20798 w 41597"/>
                <a:gd name="csY8" fmla="*/ 6454 h 62431"/>
                <a:gd name="csX9" fmla="*/ 20798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8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8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8" y="6454"/>
                  </a:moveTo>
                  <a:cubicBezTo>
                    <a:pt x="16607" y="6454"/>
                    <a:pt x="13449" y="8521"/>
                    <a:pt x="11327" y="12654"/>
                  </a:cubicBezTo>
                  <a:cubicBezTo>
                    <a:pt x="9230" y="16771"/>
                    <a:pt x="8182" y="22966"/>
                    <a:pt x="8182" y="31239"/>
                  </a:cubicBezTo>
                  <a:cubicBezTo>
                    <a:pt x="8182" y="39489"/>
                    <a:pt x="9230" y="45684"/>
                    <a:pt x="11327" y="49825"/>
                  </a:cubicBezTo>
                  <a:cubicBezTo>
                    <a:pt x="13449" y="53934"/>
                    <a:pt x="16607" y="55989"/>
                    <a:pt x="20798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4"/>
                  </a:cubicBezTo>
                  <a:cubicBezTo>
                    <a:pt x="28175" y="8521"/>
                    <a:pt x="25018" y="6454"/>
                    <a:pt x="20798" y="6454"/>
                  </a:cubicBezTo>
                  <a:moveTo>
                    <a:pt x="20798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8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8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78E43335-64A2-44BF-E3F8-5C2115618A38}"/>
                </a:ext>
              </a:extLst>
            </p:cNvPr>
            <p:cNvSpPr/>
            <p:nvPr/>
          </p:nvSpPr>
          <p:spPr>
            <a:xfrm>
              <a:off x="1630755" y="4963269"/>
              <a:ext cx="51670" cy="6860"/>
            </a:xfrm>
            <a:custGeom>
              <a:avLst/>
              <a:gdLst>
                <a:gd name="csX0" fmla="*/ 0 w 51670"/>
                <a:gd name="csY0" fmla="*/ 0 h 6860"/>
                <a:gd name="csX1" fmla="*/ 51671 w 51670"/>
                <a:gd name="csY1" fmla="*/ 0 h 6860"/>
                <a:gd name="csX2" fmla="*/ 51671 w 51670"/>
                <a:gd name="csY2" fmla="*/ 6861 h 6860"/>
                <a:gd name="csX3" fmla="*/ 0 w 51670"/>
                <a:gd name="csY3" fmla="*/ 6861 h 6860"/>
                <a:gd name="csX4" fmla="*/ 0 w 51670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0" h="6860">
                  <a:moveTo>
                    <a:pt x="0" y="0"/>
                  </a:moveTo>
                  <a:lnTo>
                    <a:pt x="51671" y="0"/>
                  </a:lnTo>
                  <a:lnTo>
                    <a:pt x="51671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B9A4CB83-4C67-6D82-2241-D367A5244962}"/>
                </a:ext>
              </a:extLst>
            </p:cNvPr>
            <p:cNvSpPr/>
            <p:nvPr/>
          </p:nvSpPr>
          <p:spPr>
            <a:xfrm>
              <a:off x="1697227" y="4931310"/>
              <a:ext cx="38204" cy="61271"/>
            </a:xfrm>
            <a:custGeom>
              <a:avLst/>
              <a:gdLst>
                <a:gd name="csX0" fmla="*/ 9786 w 38204"/>
                <a:gd name="csY0" fmla="*/ 54422 h 61271"/>
                <a:gd name="csX1" fmla="*/ 38204 w 38204"/>
                <a:gd name="csY1" fmla="*/ 54422 h 61271"/>
                <a:gd name="csX2" fmla="*/ 38204 w 38204"/>
                <a:gd name="csY2" fmla="*/ 61271 h 61271"/>
                <a:gd name="csX3" fmla="*/ 0 w 38204"/>
                <a:gd name="csY3" fmla="*/ 61271 h 61271"/>
                <a:gd name="csX4" fmla="*/ 0 w 38204"/>
                <a:gd name="csY4" fmla="*/ 54422 h 61271"/>
                <a:gd name="csX5" fmla="*/ 12607 w 38204"/>
                <a:gd name="csY5" fmla="*/ 41559 h 61271"/>
                <a:gd name="csX6" fmla="*/ 22684 w 38204"/>
                <a:gd name="csY6" fmla="*/ 31123 h 61271"/>
                <a:gd name="csX7" fmla="*/ 28128 w 38204"/>
                <a:gd name="csY7" fmla="*/ 23705 h 61271"/>
                <a:gd name="csX8" fmla="*/ 29707 w 38204"/>
                <a:gd name="csY8" fmla="*/ 17692 h 61271"/>
                <a:gd name="csX9" fmla="*/ 26317 w 38204"/>
                <a:gd name="csY9" fmla="*/ 9879 h 61271"/>
                <a:gd name="csX10" fmla="*/ 17564 w 38204"/>
                <a:gd name="csY10" fmla="*/ 6849 h 61271"/>
                <a:gd name="csX11" fmla="*/ 9473 w 38204"/>
                <a:gd name="csY11" fmla="*/ 8184 h 61271"/>
                <a:gd name="csX12" fmla="*/ 395 w 38204"/>
                <a:gd name="csY12" fmla="*/ 12212 h 61271"/>
                <a:gd name="csX13" fmla="*/ 395 w 38204"/>
                <a:gd name="csY13" fmla="*/ 3993 h 61271"/>
                <a:gd name="csX14" fmla="*/ 9589 w 38204"/>
                <a:gd name="csY14" fmla="*/ 1010 h 61271"/>
                <a:gd name="csX15" fmla="*/ 17413 w 38204"/>
                <a:gd name="csY15" fmla="*/ 0 h 61271"/>
                <a:gd name="csX16" fmla="*/ 32319 w 38204"/>
                <a:gd name="csY16" fmla="*/ 4678 h 61271"/>
                <a:gd name="csX17" fmla="*/ 37879 w 38204"/>
                <a:gd name="csY17" fmla="*/ 17169 h 61271"/>
                <a:gd name="csX18" fmla="*/ 36475 w 38204"/>
                <a:gd name="csY18" fmla="*/ 24227 h 61271"/>
                <a:gd name="csX19" fmla="*/ 31436 w 38204"/>
                <a:gd name="csY19" fmla="*/ 32040 h 61271"/>
                <a:gd name="csX20" fmla="*/ 25028 w 38204"/>
                <a:gd name="csY20" fmla="*/ 38820 h 61271"/>
                <a:gd name="csX21" fmla="*/ 9786 w 38204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04" h="61271">
                  <a:moveTo>
                    <a:pt x="9786" y="54422"/>
                  </a:moveTo>
                  <a:lnTo>
                    <a:pt x="38204" y="54422"/>
                  </a:lnTo>
                  <a:lnTo>
                    <a:pt x="38204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0" y="46930"/>
                    <a:pt x="12607" y="41559"/>
                  </a:cubicBezTo>
                  <a:cubicBezTo>
                    <a:pt x="17955" y="36157"/>
                    <a:pt x="21314" y="32679"/>
                    <a:pt x="22684" y="31123"/>
                  </a:cubicBezTo>
                  <a:cubicBezTo>
                    <a:pt x="25292" y="28190"/>
                    <a:pt x="27106" y="25717"/>
                    <a:pt x="28128" y="23705"/>
                  </a:cubicBezTo>
                  <a:cubicBezTo>
                    <a:pt x="29180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1" y="6849"/>
                    <a:pt x="17564" y="6849"/>
                  </a:cubicBezTo>
                  <a:cubicBezTo>
                    <a:pt x="15018" y="6849"/>
                    <a:pt x="12321" y="7294"/>
                    <a:pt x="9473" y="8184"/>
                  </a:cubicBezTo>
                  <a:cubicBezTo>
                    <a:pt x="6648" y="9066"/>
                    <a:pt x="3622" y="10409"/>
                    <a:pt x="395" y="12212"/>
                  </a:cubicBezTo>
                  <a:lnTo>
                    <a:pt x="395" y="3993"/>
                  </a:lnTo>
                  <a:cubicBezTo>
                    <a:pt x="3676" y="2678"/>
                    <a:pt x="6741" y="1683"/>
                    <a:pt x="9589" y="1010"/>
                  </a:cubicBezTo>
                  <a:cubicBezTo>
                    <a:pt x="12437" y="337"/>
                    <a:pt x="15045" y="0"/>
                    <a:pt x="17413" y="0"/>
                  </a:cubicBezTo>
                  <a:cubicBezTo>
                    <a:pt x="23643" y="0"/>
                    <a:pt x="28612" y="1559"/>
                    <a:pt x="32319" y="4678"/>
                  </a:cubicBezTo>
                  <a:cubicBezTo>
                    <a:pt x="36026" y="7797"/>
                    <a:pt x="37879" y="11961"/>
                    <a:pt x="37879" y="17169"/>
                  </a:cubicBezTo>
                  <a:cubicBezTo>
                    <a:pt x="37879" y="19646"/>
                    <a:pt x="37411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63" y="32822"/>
                    <a:pt x="28627" y="35082"/>
                    <a:pt x="25028" y="38820"/>
                  </a:cubicBezTo>
                  <a:cubicBezTo>
                    <a:pt x="21430" y="42527"/>
                    <a:pt x="16349" y="47727"/>
                    <a:pt x="9786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9FF0EA73-0816-49EE-449F-9678927462CA}"/>
                </a:ext>
              </a:extLst>
            </p:cNvPr>
            <p:cNvSpPr/>
            <p:nvPr/>
          </p:nvSpPr>
          <p:spPr>
            <a:xfrm>
              <a:off x="1752519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1975B905-7D01-24B6-B6AB-6DA25982EA93}"/>
                </a:ext>
              </a:extLst>
            </p:cNvPr>
            <p:cNvSpPr/>
            <p:nvPr/>
          </p:nvSpPr>
          <p:spPr>
            <a:xfrm>
              <a:off x="1776306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7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7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63" y="59557"/>
                    <a:pt x="23183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2" y="27486"/>
                    <a:pt x="9148" y="27966"/>
                  </a:cubicBezTo>
                  <a:cubicBezTo>
                    <a:pt x="6996" y="28453"/>
                    <a:pt x="4794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CEBEDABD-5767-5199-C6D9-575CA603684C}"/>
                </a:ext>
              </a:extLst>
            </p:cNvPr>
            <p:cNvSpPr/>
            <p:nvPr/>
          </p:nvSpPr>
          <p:spPr>
            <a:xfrm>
              <a:off x="2047962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19 w 41594"/>
                <a:gd name="csY1" fmla="*/ 12654 h 62431"/>
                <a:gd name="csX2" fmla="*/ 8184 w 41594"/>
                <a:gd name="csY2" fmla="*/ 31239 h 62431"/>
                <a:gd name="csX3" fmla="*/ 11319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6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47" y="8521"/>
                    <a:pt x="11319" y="12654"/>
                  </a:cubicBezTo>
                  <a:cubicBezTo>
                    <a:pt x="9229" y="16771"/>
                    <a:pt x="8184" y="22966"/>
                    <a:pt x="8184" y="31239"/>
                  </a:cubicBezTo>
                  <a:cubicBezTo>
                    <a:pt x="8184" y="39489"/>
                    <a:pt x="9229" y="45684"/>
                    <a:pt x="11319" y="49825"/>
                  </a:cubicBezTo>
                  <a:cubicBezTo>
                    <a:pt x="13447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6" y="39489"/>
                    <a:pt x="33456" y="31239"/>
                  </a:cubicBezTo>
                  <a:cubicBezTo>
                    <a:pt x="33456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1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2C43DB1D-FFCE-4ED2-4F9E-39DEA94F0C49}"/>
                </a:ext>
              </a:extLst>
            </p:cNvPr>
            <p:cNvSpPr/>
            <p:nvPr/>
          </p:nvSpPr>
          <p:spPr>
            <a:xfrm>
              <a:off x="2103870" y="4982342"/>
              <a:ext cx="8497" cy="10238"/>
            </a:xfrm>
            <a:custGeom>
              <a:avLst/>
              <a:gdLst>
                <a:gd name="csX0" fmla="*/ 0 w 8497"/>
                <a:gd name="csY0" fmla="*/ 0 h 10238"/>
                <a:gd name="csX1" fmla="*/ 8498 w 8497"/>
                <a:gd name="csY1" fmla="*/ 0 h 10238"/>
                <a:gd name="csX2" fmla="*/ 8498 w 8497"/>
                <a:gd name="csY2" fmla="*/ 10239 h 10238"/>
                <a:gd name="csX3" fmla="*/ 0 w 8497"/>
                <a:gd name="csY3" fmla="*/ 10239 h 10238"/>
                <a:gd name="csX4" fmla="*/ 0 w 8497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97" h="10238">
                  <a:moveTo>
                    <a:pt x="0" y="0"/>
                  </a:moveTo>
                  <a:lnTo>
                    <a:pt x="8498" y="0"/>
                  </a:lnTo>
                  <a:lnTo>
                    <a:pt x="8498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87CC345A-9A40-BF20-D195-52A04A8F63DB}"/>
                </a:ext>
              </a:extLst>
            </p:cNvPr>
            <p:cNvSpPr/>
            <p:nvPr/>
          </p:nvSpPr>
          <p:spPr>
            <a:xfrm>
              <a:off x="2126716" y="4931310"/>
              <a:ext cx="41605" cy="62431"/>
            </a:xfrm>
            <a:custGeom>
              <a:avLst/>
              <a:gdLst>
                <a:gd name="csX0" fmla="*/ 20803 w 41605"/>
                <a:gd name="csY0" fmla="*/ 6454 h 62431"/>
                <a:gd name="csX1" fmla="*/ 11330 w 41605"/>
                <a:gd name="csY1" fmla="*/ 12654 h 62431"/>
                <a:gd name="csX2" fmla="*/ 8184 w 41605"/>
                <a:gd name="csY2" fmla="*/ 31239 h 62431"/>
                <a:gd name="csX3" fmla="*/ 11330 w 41605"/>
                <a:gd name="csY3" fmla="*/ 49825 h 62431"/>
                <a:gd name="csX4" fmla="*/ 20803 w 41605"/>
                <a:gd name="csY4" fmla="*/ 55989 h 62431"/>
                <a:gd name="csX5" fmla="*/ 30276 w 41605"/>
                <a:gd name="csY5" fmla="*/ 49825 h 62431"/>
                <a:gd name="csX6" fmla="*/ 33457 w 41605"/>
                <a:gd name="csY6" fmla="*/ 31239 h 62431"/>
                <a:gd name="csX7" fmla="*/ 30276 w 41605"/>
                <a:gd name="csY7" fmla="*/ 12654 h 62431"/>
                <a:gd name="csX8" fmla="*/ 20803 w 41605"/>
                <a:gd name="csY8" fmla="*/ 6454 h 62431"/>
                <a:gd name="csX9" fmla="*/ 20803 w 41605"/>
                <a:gd name="csY9" fmla="*/ 0 h 62431"/>
                <a:gd name="csX10" fmla="*/ 36242 w 41605"/>
                <a:gd name="csY10" fmla="*/ 8022 h 62431"/>
                <a:gd name="csX11" fmla="*/ 41606 w 41605"/>
                <a:gd name="csY11" fmla="*/ 31239 h 62431"/>
                <a:gd name="csX12" fmla="*/ 36242 w 41605"/>
                <a:gd name="csY12" fmla="*/ 54457 h 62431"/>
                <a:gd name="csX13" fmla="*/ 20803 w 41605"/>
                <a:gd name="csY13" fmla="*/ 62432 h 62431"/>
                <a:gd name="csX14" fmla="*/ 5328 w 41605"/>
                <a:gd name="csY14" fmla="*/ 54457 h 62431"/>
                <a:gd name="csX15" fmla="*/ 0 w 41605"/>
                <a:gd name="csY15" fmla="*/ 31239 h 62431"/>
                <a:gd name="csX16" fmla="*/ 5328 w 41605"/>
                <a:gd name="csY16" fmla="*/ 8022 h 62431"/>
                <a:gd name="csX17" fmla="*/ 20803 w 41605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605" h="62431">
                  <a:moveTo>
                    <a:pt x="20803" y="6454"/>
                  </a:moveTo>
                  <a:cubicBezTo>
                    <a:pt x="16608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8" y="55989"/>
                    <a:pt x="20803" y="55989"/>
                  </a:cubicBezTo>
                  <a:cubicBezTo>
                    <a:pt x="25021" y="55989"/>
                    <a:pt x="28178" y="53934"/>
                    <a:pt x="30276" y="49825"/>
                  </a:cubicBezTo>
                  <a:cubicBezTo>
                    <a:pt x="32396" y="45684"/>
                    <a:pt x="33457" y="39489"/>
                    <a:pt x="33457" y="31239"/>
                  </a:cubicBezTo>
                  <a:cubicBezTo>
                    <a:pt x="33457" y="22966"/>
                    <a:pt x="32396" y="16771"/>
                    <a:pt x="30276" y="12654"/>
                  </a:cubicBezTo>
                  <a:cubicBezTo>
                    <a:pt x="28178" y="8521"/>
                    <a:pt x="25021" y="6454"/>
                    <a:pt x="20803" y="6454"/>
                  </a:cubicBezTo>
                  <a:moveTo>
                    <a:pt x="20803" y="0"/>
                  </a:moveTo>
                  <a:cubicBezTo>
                    <a:pt x="27552" y="0"/>
                    <a:pt x="32698" y="2674"/>
                    <a:pt x="36242" y="8022"/>
                  </a:cubicBezTo>
                  <a:cubicBezTo>
                    <a:pt x="39818" y="13346"/>
                    <a:pt x="41606" y="21085"/>
                    <a:pt x="41606" y="31239"/>
                  </a:cubicBezTo>
                  <a:cubicBezTo>
                    <a:pt x="41606" y="41370"/>
                    <a:pt x="39818" y="49109"/>
                    <a:pt x="36242" y="54457"/>
                  </a:cubicBezTo>
                  <a:cubicBezTo>
                    <a:pt x="32698" y="59773"/>
                    <a:pt x="27552" y="62432"/>
                    <a:pt x="20803" y="62432"/>
                  </a:cubicBezTo>
                  <a:cubicBezTo>
                    <a:pt x="14062" y="62432"/>
                    <a:pt x="8904" y="59773"/>
                    <a:pt x="5328" y="54457"/>
                  </a:cubicBezTo>
                  <a:cubicBezTo>
                    <a:pt x="1776" y="49109"/>
                    <a:pt x="0" y="41370"/>
                    <a:pt x="0" y="31239"/>
                  </a:cubicBezTo>
                  <a:cubicBezTo>
                    <a:pt x="0" y="21085"/>
                    <a:pt x="1776" y="13346"/>
                    <a:pt x="5328" y="8022"/>
                  </a:cubicBezTo>
                  <a:cubicBezTo>
                    <a:pt x="8904" y="2674"/>
                    <a:pt x="14062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64D9D236-3D5E-4228-D422-254F0F8C1FB2}"/>
                </a:ext>
              </a:extLst>
            </p:cNvPr>
            <p:cNvSpPr/>
            <p:nvPr/>
          </p:nvSpPr>
          <p:spPr>
            <a:xfrm>
              <a:off x="2434267" y="4931310"/>
              <a:ext cx="38215" cy="61271"/>
            </a:xfrm>
            <a:custGeom>
              <a:avLst/>
              <a:gdLst>
                <a:gd name="csX0" fmla="*/ 9798 w 38215"/>
                <a:gd name="csY0" fmla="*/ 54422 h 61271"/>
                <a:gd name="csX1" fmla="*/ 38216 w 38215"/>
                <a:gd name="csY1" fmla="*/ 54422 h 61271"/>
                <a:gd name="csX2" fmla="*/ 38216 w 38215"/>
                <a:gd name="csY2" fmla="*/ 61271 h 61271"/>
                <a:gd name="csX3" fmla="*/ 0 w 38215"/>
                <a:gd name="csY3" fmla="*/ 61271 h 61271"/>
                <a:gd name="csX4" fmla="*/ 0 w 38215"/>
                <a:gd name="csY4" fmla="*/ 54422 h 61271"/>
                <a:gd name="csX5" fmla="*/ 12619 w 38215"/>
                <a:gd name="csY5" fmla="*/ 41559 h 61271"/>
                <a:gd name="csX6" fmla="*/ 22695 w 38215"/>
                <a:gd name="csY6" fmla="*/ 31123 h 61271"/>
                <a:gd name="csX7" fmla="*/ 28140 w 38215"/>
                <a:gd name="csY7" fmla="*/ 23705 h 61271"/>
                <a:gd name="csX8" fmla="*/ 29707 w 38215"/>
                <a:gd name="csY8" fmla="*/ 17692 h 61271"/>
                <a:gd name="csX9" fmla="*/ 26317 w 38215"/>
                <a:gd name="csY9" fmla="*/ 9879 h 61271"/>
                <a:gd name="csX10" fmla="*/ 17576 w 38215"/>
                <a:gd name="csY10" fmla="*/ 6849 h 61271"/>
                <a:gd name="csX11" fmla="*/ 9473 w 38215"/>
                <a:gd name="csY11" fmla="*/ 8184 h 61271"/>
                <a:gd name="csX12" fmla="*/ 406 w 38215"/>
                <a:gd name="csY12" fmla="*/ 12212 h 61271"/>
                <a:gd name="csX13" fmla="*/ 406 w 38215"/>
                <a:gd name="csY13" fmla="*/ 3993 h 61271"/>
                <a:gd name="csX14" fmla="*/ 9589 w 38215"/>
                <a:gd name="csY14" fmla="*/ 1010 h 61271"/>
                <a:gd name="csX15" fmla="*/ 17413 w 38215"/>
                <a:gd name="csY15" fmla="*/ 0 h 61271"/>
                <a:gd name="csX16" fmla="*/ 32330 w 38215"/>
                <a:gd name="csY16" fmla="*/ 4678 h 61271"/>
                <a:gd name="csX17" fmla="*/ 37891 w 38215"/>
                <a:gd name="csY17" fmla="*/ 17169 h 61271"/>
                <a:gd name="csX18" fmla="*/ 36475 w 38215"/>
                <a:gd name="csY18" fmla="*/ 24227 h 61271"/>
                <a:gd name="csX19" fmla="*/ 31436 w 38215"/>
                <a:gd name="csY19" fmla="*/ 32040 h 61271"/>
                <a:gd name="csX20" fmla="*/ 25028 w 38215"/>
                <a:gd name="csY20" fmla="*/ 38820 h 61271"/>
                <a:gd name="csX21" fmla="*/ 9798 w 38215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5" h="61271">
                  <a:moveTo>
                    <a:pt x="9798" y="54422"/>
                  </a:moveTo>
                  <a:lnTo>
                    <a:pt x="38216" y="54422"/>
                  </a:lnTo>
                  <a:lnTo>
                    <a:pt x="38216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4" y="46930"/>
                    <a:pt x="12619" y="41559"/>
                  </a:cubicBezTo>
                  <a:cubicBezTo>
                    <a:pt x="17967" y="36157"/>
                    <a:pt x="21325" y="32679"/>
                    <a:pt x="22695" y="31123"/>
                  </a:cubicBezTo>
                  <a:cubicBezTo>
                    <a:pt x="25303" y="28190"/>
                    <a:pt x="27118" y="25717"/>
                    <a:pt x="28140" y="23705"/>
                  </a:cubicBezTo>
                  <a:cubicBezTo>
                    <a:pt x="29184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4" y="6849"/>
                    <a:pt x="17576" y="6849"/>
                  </a:cubicBezTo>
                  <a:cubicBezTo>
                    <a:pt x="15022" y="6849"/>
                    <a:pt x="12321" y="7294"/>
                    <a:pt x="9473" y="8184"/>
                  </a:cubicBezTo>
                  <a:cubicBezTo>
                    <a:pt x="6648" y="9066"/>
                    <a:pt x="3626" y="10409"/>
                    <a:pt x="406" y="12212"/>
                  </a:cubicBezTo>
                  <a:lnTo>
                    <a:pt x="406" y="3993"/>
                  </a:lnTo>
                  <a:cubicBezTo>
                    <a:pt x="3680" y="2678"/>
                    <a:pt x="6741" y="1683"/>
                    <a:pt x="9589" y="1010"/>
                  </a:cubicBezTo>
                  <a:cubicBezTo>
                    <a:pt x="12445" y="337"/>
                    <a:pt x="15053" y="0"/>
                    <a:pt x="17413" y="0"/>
                  </a:cubicBezTo>
                  <a:cubicBezTo>
                    <a:pt x="23651" y="0"/>
                    <a:pt x="28623" y="1559"/>
                    <a:pt x="32330" y="4678"/>
                  </a:cubicBezTo>
                  <a:cubicBezTo>
                    <a:pt x="36037" y="7797"/>
                    <a:pt x="37891" y="11961"/>
                    <a:pt x="37891" y="17169"/>
                  </a:cubicBezTo>
                  <a:cubicBezTo>
                    <a:pt x="37891" y="19646"/>
                    <a:pt x="37419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71" y="32822"/>
                    <a:pt x="28635" y="35082"/>
                    <a:pt x="25028" y="38820"/>
                  </a:cubicBezTo>
                  <a:cubicBezTo>
                    <a:pt x="21430" y="42527"/>
                    <a:pt x="16353" y="47727"/>
                    <a:pt x="9798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F030DE04-D3C3-A690-1126-A3C134198B20}"/>
                </a:ext>
              </a:extLst>
            </p:cNvPr>
            <p:cNvSpPr/>
            <p:nvPr/>
          </p:nvSpPr>
          <p:spPr>
            <a:xfrm>
              <a:off x="2489571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6EAA2A5C-70E7-7988-AC51-9BE599A924BA}"/>
                </a:ext>
              </a:extLst>
            </p:cNvPr>
            <p:cNvSpPr/>
            <p:nvPr/>
          </p:nvSpPr>
          <p:spPr>
            <a:xfrm>
              <a:off x="2513357" y="4932401"/>
              <a:ext cx="38935" cy="61340"/>
            </a:xfrm>
            <a:custGeom>
              <a:avLst/>
              <a:gdLst>
                <a:gd name="csX0" fmla="*/ 2531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36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34 w 38935"/>
                <a:gd name="csY10" fmla="*/ 61341 h 61340"/>
                <a:gd name="csX11" fmla="*/ 8091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88 w 38935"/>
                <a:gd name="csY14" fmla="*/ 53528 h 61340"/>
                <a:gd name="csX15" fmla="*/ 15672 w 38935"/>
                <a:gd name="csY15" fmla="*/ 54492 h 61340"/>
                <a:gd name="csX16" fmla="*/ 26723 w 38935"/>
                <a:gd name="csY16" fmla="*/ 50823 h 61340"/>
                <a:gd name="csX17" fmla="*/ 30786 w 38935"/>
                <a:gd name="csY17" fmla="*/ 40875 h 61340"/>
                <a:gd name="csX18" fmla="*/ 26723 w 38935"/>
                <a:gd name="csY18" fmla="*/ 30914 h 61340"/>
                <a:gd name="csX19" fmla="*/ 15672 w 38935"/>
                <a:gd name="csY19" fmla="*/ 27246 h 61340"/>
                <a:gd name="csX20" fmla="*/ 9148 w 38935"/>
                <a:gd name="csY20" fmla="*/ 27966 h 61340"/>
                <a:gd name="csX21" fmla="*/ 2531 w 38935"/>
                <a:gd name="csY21" fmla="*/ 30229 h 61340"/>
                <a:gd name="csX22" fmla="*/ 2531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31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1" y="21201"/>
                    <a:pt x="12352" y="20907"/>
                    <a:pt x="13536" y="20722"/>
                  </a:cubicBezTo>
                  <a:cubicBezTo>
                    <a:pt x="14720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1" y="61341"/>
                    <a:pt x="15834" y="61341"/>
                  </a:cubicBezTo>
                  <a:cubicBezTo>
                    <a:pt x="13311" y="61341"/>
                    <a:pt x="10730" y="61128"/>
                    <a:pt x="8091" y="60702"/>
                  </a:cubicBezTo>
                  <a:cubicBezTo>
                    <a:pt x="5491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15" y="51903"/>
                    <a:pt x="4910" y="52886"/>
                    <a:pt x="7488" y="53528"/>
                  </a:cubicBezTo>
                  <a:cubicBezTo>
                    <a:pt x="10072" y="54170"/>
                    <a:pt x="12801" y="54492"/>
                    <a:pt x="15672" y="54492"/>
                  </a:cubicBezTo>
                  <a:cubicBezTo>
                    <a:pt x="20323" y="54492"/>
                    <a:pt x="24007" y="53269"/>
                    <a:pt x="26723" y="50823"/>
                  </a:cubicBezTo>
                  <a:cubicBezTo>
                    <a:pt x="29432" y="48378"/>
                    <a:pt x="30786" y="45061"/>
                    <a:pt x="30786" y="40875"/>
                  </a:cubicBezTo>
                  <a:cubicBezTo>
                    <a:pt x="30786" y="36680"/>
                    <a:pt x="29432" y="33360"/>
                    <a:pt x="26723" y="30914"/>
                  </a:cubicBezTo>
                  <a:cubicBezTo>
                    <a:pt x="24007" y="28469"/>
                    <a:pt x="20323" y="27246"/>
                    <a:pt x="15672" y="27246"/>
                  </a:cubicBezTo>
                  <a:cubicBezTo>
                    <a:pt x="13497" y="27246"/>
                    <a:pt x="11322" y="27486"/>
                    <a:pt x="9148" y="27966"/>
                  </a:cubicBezTo>
                  <a:cubicBezTo>
                    <a:pt x="6996" y="28453"/>
                    <a:pt x="4790" y="29208"/>
                    <a:pt x="2531" y="30229"/>
                  </a:cubicBezTo>
                  <a:lnTo>
                    <a:pt x="2531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124DB73-B5B8-4D34-7AEF-055983CCC232}"/>
                </a:ext>
              </a:extLst>
            </p:cNvPr>
            <p:cNvSpPr/>
            <p:nvPr/>
          </p:nvSpPr>
          <p:spPr>
            <a:xfrm>
              <a:off x="2818702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8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8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5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3" y="27486"/>
                    <a:pt x="9148" y="27966"/>
                  </a:cubicBezTo>
                  <a:cubicBezTo>
                    <a:pt x="6996" y="28453"/>
                    <a:pt x="4795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8C3AFD3A-5199-FF2C-7B97-8E7DDA6298D3}"/>
                </a:ext>
              </a:extLst>
            </p:cNvPr>
            <p:cNvSpPr/>
            <p:nvPr/>
          </p:nvSpPr>
          <p:spPr>
            <a:xfrm>
              <a:off x="2873681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D7D409D-0F4B-7680-83F8-E8EF7C61BA46}"/>
                </a:ext>
              </a:extLst>
            </p:cNvPr>
            <p:cNvSpPr/>
            <p:nvPr/>
          </p:nvSpPr>
          <p:spPr>
            <a:xfrm>
              <a:off x="2896539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30 w 41594"/>
                <a:gd name="csY1" fmla="*/ 12654 h 62431"/>
                <a:gd name="csX2" fmla="*/ 8184 w 41594"/>
                <a:gd name="csY2" fmla="*/ 31239 h 62431"/>
                <a:gd name="csX3" fmla="*/ 11330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7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7" y="39489"/>
                    <a:pt x="33457" y="31239"/>
                  </a:cubicBezTo>
                  <a:cubicBezTo>
                    <a:pt x="33457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0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D169ECA-12EC-B8E9-47EF-A40754E0ED07}"/>
                </a:ext>
              </a:extLst>
            </p:cNvPr>
            <p:cNvSpPr/>
            <p:nvPr/>
          </p:nvSpPr>
          <p:spPr>
            <a:xfrm>
              <a:off x="660614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2AE48026-6C78-5B6C-E2C4-4A63421F15AB}"/>
                </a:ext>
              </a:extLst>
            </p:cNvPr>
            <p:cNvSpPr/>
            <p:nvPr/>
          </p:nvSpPr>
          <p:spPr>
            <a:xfrm>
              <a:off x="660614" y="48950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A0605C7B-7082-CC16-4F58-986B92E25553}"/>
                </a:ext>
              </a:extLst>
            </p:cNvPr>
            <p:cNvSpPr/>
            <p:nvPr/>
          </p:nvSpPr>
          <p:spPr>
            <a:xfrm>
              <a:off x="660614" y="437269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25E5C348-239A-3A6B-8A30-CE2C9259F671}"/>
                </a:ext>
              </a:extLst>
            </p:cNvPr>
            <p:cNvSpPr/>
            <p:nvPr/>
          </p:nvSpPr>
          <p:spPr>
            <a:xfrm>
              <a:off x="660614" y="3850333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7A370348-267A-A7E2-4F59-8C8169998D41}"/>
                </a:ext>
              </a:extLst>
            </p:cNvPr>
            <p:cNvSpPr/>
            <p:nvPr/>
          </p:nvSpPr>
          <p:spPr>
            <a:xfrm>
              <a:off x="660614" y="33279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F55BDB60-1BC1-2E9C-85AA-A62202569257}"/>
                </a:ext>
              </a:extLst>
            </p:cNvPr>
            <p:cNvSpPr/>
            <p:nvPr/>
          </p:nvSpPr>
          <p:spPr>
            <a:xfrm>
              <a:off x="498463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6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1 w 41597"/>
                <a:gd name="csY14" fmla="*/ 54457 h 62431"/>
                <a:gd name="csX15" fmla="*/ 0 w 41597"/>
                <a:gd name="csY15" fmla="*/ 31239 h 62431"/>
                <a:gd name="csX16" fmla="*/ 5321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49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49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6" y="39489"/>
                    <a:pt x="33456" y="31239"/>
                  </a:cubicBezTo>
                  <a:cubicBezTo>
                    <a:pt x="33456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5" y="59773"/>
                    <a:pt x="5321" y="54457"/>
                  </a:cubicBezTo>
                  <a:cubicBezTo>
                    <a:pt x="1774" y="49109"/>
                    <a:pt x="0" y="41370"/>
                    <a:pt x="0" y="31239"/>
                  </a:cubicBezTo>
                  <a:cubicBezTo>
                    <a:pt x="0" y="21085"/>
                    <a:pt x="1774" y="13346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F3A064EB-8CE2-4200-BD71-047E0B629617}"/>
                </a:ext>
              </a:extLst>
            </p:cNvPr>
            <p:cNvSpPr/>
            <p:nvPr/>
          </p:nvSpPr>
          <p:spPr>
            <a:xfrm>
              <a:off x="554370" y="4914918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5 w 8505"/>
                <a:gd name="csY1" fmla="*/ 0 h 10238"/>
                <a:gd name="csX2" fmla="*/ 8505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F1162385-A68D-069B-97A8-4164A05C850C}"/>
                </a:ext>
              </a:extLst>
            </p:cNvPr>
            <p:cNvSpPr/>
            <p:nvPr/>
          </p:nvSpPr>
          <p:spPr>
            <a:xfrm>
              <a:off x="577225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50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50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198E2A8D-75E9-071B-370D-51FDF496C304}"/>
                </a:ext>
              </a:extLst>
            </p:cNvPr>
            <p:cNvSpPr/>
            <p:nvPr/>
          </p:nvSpPr>
          <p:spPr>
            <a:xfrm>
              <a:off x="500599" y="4341520"/>
              <a:ext cx="41597" cy="62438"/>
            </a:xfrm>
            <a:custGeom>
              <a:avLst/>
              <a:gdLst>
                <a:gd name="csX0" fmla="*/ 20799 w 41597"/>
                <a:gd name="csY0" fmla="*/ 6450 h 62438"/>
                <a:gd name="csX1" fmla="*/ 11327 w 41597"/>
                <a:gd name="csY1" fmla="*/ 12661 h 62438"/>
                <a:gd name="csX2" fmla="*/ 8183 w 41597"/>
                <a:gd name="csY2" fmla="*/ 31235 h 62438"/>
                <a:gd name="csX3" fmla="*/ 11327 w 41597"/>
                <a:gd name="csY3" fmla="*/ 49820 h 62438"/>
                <a:gd name="csX4" fmla="*/ 20799 w 41597"/>
                <a:gd name="csY4" fmla="*/ 55984 h 62438"/>
                <a:gd name="csX5" fmla="*/ 30271 w 41597"/>
                <a:gd name="csY5" fmla="*/ 49820 h 62438"/>
                <a:gd name="csX6" fmla="*/ 33456 w 41597"/>
                <a:gd name="csY6" fmla="*/ 31235 h 62438"/>
                <a:gd name="csX7" fmla="*/ 30271 w 41597"/>
                <a:gd name="csY7" fmla="*/ 12661 h 62438"/>
                <a:gd name="csX8" fmla="*/ 20799 w 41597"/>
                <a:gd name="csY8" fmla="*/ 6450 h 62438"/>
                <a:gd name="csX9" fmla="*/ 20799 w 41597"/>
                <a:gd name="csY9" fmla="*/ 0 h 62438"/>
                <a:gd name="csX10" fmla="*/ 36237 w 41597"/>
                <a:gd name="csY10" fmla="*/ 8022 h 62438"/>
                <a:gd name="csX11" fmla="*/ 41598 w 41597"/>
                <a:gd name="csY11" fmla="*/ 31235 h 62438"/>
                <a:gd name="csX12" fmla="*/ 36237 w 41597"/>
                <a:gd name="csY12" fmla="*/ 54452 h 62438"/>
                <a:gd name="csX13" fmla="*/ 20799 w 41597"/>
                <a:gd name="csY13" fmla="*/ 62439 h 62438"/>
                <a:gd name="csX14" fmla="*/ 5321 w 41597"/>
                <a:gd name="csY14" fmla="*/ 54452 h 62438"/>
                <a:gd name="csX15" fmla="*/ 0 w 41597"/>
                <a:gd name="csY15" fmla="*/ 31235 h 62438"/>
                <a:gd name="csX16" fmla="*/ 5321 w 41597"/>
                <a:gd name="csY16" fmla="*/ 8022 h 62438"/>
                <a:gd name="csX17" fmla="*/ 20799 w 41597"/>
                <a:gd name="csY17" fmla="*/ 0 h 62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8">
                  <a:moveTo>
                    <a:pt x="20799" y="6450"/>
                  </a:moveTo>
                  <a:cubicBezTo>
                    <a:pt x="16607" y="6450"/>
                    <a:pt x="13449" y="8520"/>
                    <a:pt x="11327" y="12661"/>
                  </a:cubicBezTo>
                  <a:cubicBezTo>
                    <a:pt x="9231" y="16770"/>
                    <a:pt x="8183" y="22961"/>
                    <a:pt x="8183" y="31235"/>
                  </a:cubicBezTo>
                  <a:cubicBezTo>
                    <a:pt x="8183" y="39484"/>
                    <a:pt x="9231" y="45680"/>
                    <a:pt x="11327" y="49820"/>
                  </a:cubicBezTo>
                  <a:cubicBezTo>
                    <a:pt x="13449" y="53930"/>
                    <a:pt x="16607" y="55984"/>
                    <a:pt x="20799" y="55984"/>
                  </a:cubicBezTo>
                  <a:cubicBezTo>
                    <a:pt x="25018" y="55984"/>
                    <a:pt x="28175" y="53930"/>
                    <a:pt x="30271" y="49820"/>
                  </a:cubicBezTo>
                  <a:cubicBezTo>
                    <a:pt x="32394" y="45680"/>
                    <a:pt x="33456" y="39484"/>
                    <a:pt x="33456" y="31235"/>
                  </a:cubicBezTo>
                  <a:cubicBezTo>
                    <a:pt x="33456" y="22961"/>
                    <a:pt x="32394" y="16770"/>
                    <a:pt x="30271" y="12661"/>
                  </a:cubicBezTo>
                  <a:cubicBezTo>
                    <a:pt x="28175" y="8520"/>
                    <a:pt x="25018" y="6450"/>
                    <a:pt x="20799" y="6450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3"/>
                    <a:pt x="41598" y="21081"/>
                    <a:pt x="41598" y="31235"/>
                  </a:cubicBezTo>
                  <a:cubicBezTo>
                    <a:pt x="41598" y="41365"/>
                    <a:pt x="39811" y="49104"/>
                    <a:pt x="36237" y="54452"/>
                  </a:cubicBezTo>
                  <a:cubicBezTo>
                    <a:pt x="32690" y="59777"/>
                    <a:pt x="27544" y="62439"/>
                    <a:pt x="20799" y="62439"/>
                  </a:cubicBezTo>
                  <a:cubicBezTo>
                    <a:pt x="14054" y="62439"/>
                    <a:pt x="8895" y="59777"/>
                    <a:pt x="5321" y="54452"/>
                  </a:cubicBezTo>
                  <a:cubicBezTo>
                    <a:pt x="1774" y="49104"/>
                    <a:pt x="0" y="41365"/>
                    <a:pt x="0" y="31235"/>
                  </a:cubicBezTo>
                  <a:cubicBezTo>
                    <a:pt x="0" y="21081"/>
                    <a:pt x="1774" y="13343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57389884-1EAF-EE94-2C91-B03C40A8B50B}"/>
                </a:ext>
              </a:extLst>
            </p:cNvPr>
            <p:cNvSpPr/>
            <p:nvPr/>
          </p:nvSpPr>
          <p:spPr>
            <a:xfrm>
              <a:off x="556507" y="4392548"/>
              <a:ext cx="8504" cy="10238"/>
            </a:xfrm>
            <a:custGeom>
              <a:avLst/>
              <a:gdLst>
                <a:gd name="csX0" fmla="*/ 0 w 8504"/>
                <a:gd name="csY0" fmla="*/ 0 h 10238"/>
                <a:gd name="csX1" fmla="*/ 8505 w 8504"/>
                <a:gd name="csY1" fmla="*/ 0 h 10238"/>
                <a:gd name="csX2" fmla="*/ 8505 w 8504"/>
                <a:gd name="csY2" fmla="*/ 10239 h 10238"/>
                <a:gd name="csX3" fmla="*/ 0 w 8504"/>
                <a:gd name="csY3" fmla="*/ 10239 h 10238"/>
                <a:gd name="csX4" fmla="*/ 0 w 8504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E2626A07-19F9-6E51-B5DA-B2212DC9529C}"/>
                </a:ext>
              </a:extLst>
            </p:cNvPr>
            <p:cNvSpPr/>
            <p:nvPr/>
          </p:nvSpPr>
          <p:spPr>
            <a:xfrm>
              <a:off x="582989" y="4342609"/>
              <a:ext cx="35833" cy="60177"/>
            </a:xfrm>
            <a:custGeom>
              <a:avLst/>
              <a:gdLst>
                <a:gd name="csX0" fmla="*/ 1169 w 35833"/>
                <a:gd name="csY0" fmla="*/ 53328 h 60177"/>
                <a:gd name="csX1" fmla="*/ 14470 w 35833"/>
                <a:gd name="csY1" fmla="*/ 53328 h 60177"/>
                <a:gd name="csX2" fmla="*/ 14470 w 35833"/>
                <a:gd name="csY2" fmla="*/ 7417 h 60177"/>
                <a:gd name="csX3" fmla="*/ 0 w 35833"/>
                <a:gd name="csY3" fmla="*/ 10318 h 60177"/>
                <a:gd name="csX4" fmla="*/ 0 w 35833"/>
                <a:gd name="csY4" fmla="*/ 2902 h 60177"/>
                <a:gd name="csX5" fmla="*/ 14390 w 35833"/>
                <a:gd name="csY5" fmla="*/ 0 h 60177"/>
                <a:gd name="csX6" fmla="*/ 22533 w 35833"/>
                <a:gd name="csY6" fmla="*/ 0 h 60177"/>
                <a:gd name="csX7" fmla="*/ 22533 w 35833"/>
                <a:gd name="csY7" fmla="*/ 53328 h 60177"/>
                <a:gd name="csX8" fmla="*/ 35834 w 35833"/>
                <a:gd name="csY8" fmla="*/ 53328 h 60177"/>
                <a:gd name="csX9" fmla="*/ 35834 w 35833"/>
                <a:gd name="csY9" fmla="*/ 60177 h 60177"/>
                <a:gd name="csX10" fmla="*/ 1169 w 35833"/>
                <a:gd name="csY10" fmla="*/ 60177 h 60177"/>
                <a:gd name="csX11" fmla="*/ 1169 w 35833"/>
                <a:gd name="csY11" fmla="*/ 53328 h 60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3" h="60177">
                  <a:moveTo>
                    <a:pt x="1169" y="53328"/>
                  </a:moveTo>
                  <a:lnTo>
                    <a:pt x="14470" y="53328"/>
                  </a:lnTo>
                  <a:lnTo>
                    <a:pt x="14470" y="7417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0" y="0"/>
                  </a:lnTo>
                  <a:lnTo>
                    <a:pt x="22533" y="0"/>
                  </a:lnTo>
                  <a:lnTo>
                    <a:pt x="22533" y="53328"/>
                  </a:lnTo>
                  <a:lnTo>
                    <a:pt x="35834" y="53328"/>
                  </a:lnTo>
                  <a:lnTo>
                    <a:pt x="35834" y="60177"/>
                  </a:lnTo>
                  <a:lnTo>
                    <a:pt x="1169" y="60177"/>
                  </a:lnTo>
                  <a:lnTo>
                    <a:pt x="1169" y="53328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EE7B3AD-2A26-D4A2-746C-8360EC0EE6BA}"/>
                </a:ext>
              </a:extLst>
            </p:cNvPr>
            <p:cNvSpPr/>
            <p:nvPr/>
          </p:nvSpPr>
          <p:spPr>
            <a:xfrm>
              <a:off x="501244" y="3819156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0 h 62436"/>
                <a:gd name="csX11" fmla="*/ 41598 w 41597"/>
                <a:gd name="csY11" fmla="*/ 31238 h 62436"/>
                <a:gd name="csX12" fmla="*/ 36237 w 41597"/>
                <a:gd name="csY12" fmla="*/ 54455 h 62436"/>
                <a:gd name="csX13" fmla="*/ 20799 w 41597"/>
                <a:gd name="csY13" fmla="*/ 62436 h 62436"/>
                <a:gd name="csX14" fmla="*/ 5321 w 41597"/>
                <a:gd name="csY14" fmla="*/ 54455 h 62436"/>
                <a:gd name="csX15" fmla="*/ 0 w 41597"/>
                <a:gd name="csY15" fmla="*/ 31238 h 62436"/>
                <a:gd name="csX16" fmla="*/ 5321 w 41597"/>
                <a:gd name="csY16" fmla="*/ 8020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3"/>
                    <a:pt x="36237" y="8020"/>
                  </a:cubicBezTo>
                  <a:cubicBezTo>
                    <a:pt x="39811" y="13341"/>
                    <a:pt x="41598" y="21080"/>
                    <a:pt x="41598" y="31238"/>
                  </a:cubicBezTo>
                  <a:cubicBezTo>
                    <a:pt x="41598" y="41369"/>
                    <a:pt x="39811" y="49108"/>
                    <a:pt x="36237" y="54455"/>
                  </a:cubicBezTo>
                  <a:cubicBezTo>
                    <a:pt x="32690" y="59776"/>
                    <a:pt x="27544" y="62436"/>
                    <a:pt x="20799" y="62436"/>
                  </a:cubicBezTo>
                  <a:cubicBezTo>
                    <a:pt x="14054" y="62436"/>
                    <a:pt x="8895" y="59776"/>
                    <a:pt x="5321" y="54455"/>
                  </a:cubicBezTo>
                  <a:cubicBezTo>
                    <a:pt x="1774" y="49108"/>
                    <a:pt x="0" y="41369"/>
                    <a:pt x="0" y="31238"/>
                  </a:cubicBezTo>
                  <a:cubicBezTo>
                    <a:pt x="0" y="21080"/>
                    <a:pt x="1774" y="13341"/>
                    <a:pt x="5321" y="8020"/>
                  </a:cubicBezTo>
                  <a:cubicBezTo>
                    <a:pt x="8895" y="2673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B9C164F-F548-A099-B3B1-F33765272B3E}"/>
                </a:ext>
              </a:extLst>
            </p:cNvPr>
            <p:cNvSpPr/>
            <p:nvPr/>
          </p:nvSpPr>
          <p:spPr>
            <a:xfrm>
              <a:off x="557151" y="3870185"/>
              <a:ext cx="8505" cy="10237"/>
            </a:xfrm>
            <a:custGeom>
              <a:avLst/>
              <a:gdLst>
                <a:gd name="csX0" fmla="*/ 0 w 8505"/>
                <a:gd name="csY0" fmla="*/ 0 h 10237"/>
                <a:gd name="csX1" fmla="*/ 8506 w 8505"/>
                <a:gd name="csY1" fmla="*/ 0 h 10237"/>
                <a:gd name="csX2" fmla="*/ 8506 w 8505"/>
                <a:gd name="csY2" fmla="*/ 10238 h 10237"/>
                <a:gd name="csX3" fmla="*/ 0 w 8505"/>
                <a:gd name="csY3" fmla="*/ 10238 h 10237"/>
                <a:gd name="csX4" fmla="*/ 0 w 8505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7">
                  <a:moveTo>
                    <a:pt x="0" y="0"/>
                  </a:moveTo>
                  <a:lnTo>
                    <a:pt x="8506" y="0"/>
                  </a:lnTo>
                  <a:lnTo>
                    <a:pt x="8506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44ADEDA6-3842-00DB-FA2C-CC3287280581}"/>
                </a:ext>
              </a:extLst>
            </p:cNvPr>
            <p:cNvSpPr/>
            <p:nvPr/>
          </p:nvSpPr>
          <p:spPr>
            <a:xfrm>
              <a:off x="580611" y="3819156"/>
              <a:ext cx="38211" cy="61267"/>
            </a:xfrm>
            <a:custGeom>
              <a:avLst/>
              <a:gdLst>
                <a:gd name="csX0" fmla="*/ 9794 w 38211"/>
                <a:gd name="csY0" fmla="*/ 54415 h 61267"/>
                <a:gd name="csX1" fmla="*/ 38211 w 38211"/>
                <a:gd name="csY1" fmla="*/ 54415 h 61267"/>
                <a:gd name="csX2" fmla="*/ 38211 w 38211"/>
                <a:gd name="csY2" fmla="*/ 61267 h 61267"/>
                <a:gd name="csX3" fmla="*/ 0 w 38211"/>
                <a:gd name="csY3" fmla="*/ 61267 h 61267"/>
                <a:gd name="csX4" fmla="*/ 0 w 38211"/>
                <a:gd name="csY4" fmla="*/ 54415 h 61267"/>
                <a:gd name="csX5" fmla="*/ 12616 w 38211"/>
                <a:gd name="csY5" fmla="*/ 41557 h 61267"/>
                <a:gd name="csX6" fmla="*/ 22693 w 38211"/>
                <a:gd name="csY6" fmla="*/ 31117 h 61267"/>
                <a:gd name="csX7" fmla="*/ 28135 w 38211"/>
                <a:gd name="csY7" fmla="*/ 23700 h 61267"/>
                <a:gd name="csX8" fmla="*/ 29707 w 38211"/>
                <a:gd name="csY8" fmla="*/ 17695 h 61267"/>
                <a:gd name="csX9" fmla="*/ 26321 w 38211"/>
                <a:gd name="csY9" fmla="*/ 9876 h 61267"/>
                <a:gd name="csX10" fmla="*/ 17573 w 38211"/>
                <a:gd name="csY10" fmla="*/ 6851 h 61267"/>
                <a:gd name="csX11" fmla="*/ 9472 w 38211"/>
                <a:gd name="csY11" fmla="*/ 8182 h 61267"/>
                <a:gd name="csX12" fmla="*/ 403 w 38211"/>
                <a:gd name="csY12" fmla="*/ 12212 h 61267"/>
                <a:gd name="csX13" fmla="*/ 403 w 38211"/>
                <a:gd name="csY13" fmla="*/ 3990 h 61267"/>
                <a:gd name="csX14" fmla="*/ 9592 w 38211"/>
                <a:gd name="csY14" fmla="*/ 1008 h 61267"/>
                <a:gd name="csX15" fmla="*/ 17413 w 38211"/>
                <a:gd name="csY15" fmla="*/ 0 h 61267"/>
                <a:gd name="csX16" fmla="*/ 32327 w 38211"/>
                <a:gd name="csY16" fmla="*/ 4675 h 61267"/>
                <a:gd name="csX17" fmla="*/ 37889 w 38211"/>
                <a:gd name="csY17" fmla="*/ 17171 h 61267"/>
                <a:gd name="csX18" fmla="*/ 36478 w 38211"/>
                <a:gd name="csY18" fmla="*/ 24225 h 61267"/>
                <a:gd name="csX19" fmla="*/ 31440 w 38211"/>
                <a:gd name="csY19" fmla="*/ 32045 h 61267"/>
                <a:gd name="csX20" fmla="*/ 25031 w 38211"/>
                <a:gd name="csY20" fmla="*/ 38816 h 61267"/>
                <a:gd name="csX21" fmla="*/ 9794 w 38211"/>
                <a:gd name="csY21" fmla="*/ 54415 h 6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1" h="61267">
                  <a:moveTo>
                    <a:pt x="9794" y="54415"/>
                  </a:moveTo>
                  <a:lnTo>
                    <a:pt x="38211" y="54415"/>
                  </a:lnTo>
                  <a:lnTo>
                    <a:pt x="38211" y="61267"/>
                  </a:lnTo>
                  <a:lnTo>
                    <a:pt x="0" y="61267"/>
                  </a:lnTo>
                  <a:lnTo>
                    <a:pt x="0" y="54415"/>
                  </a:lnTo>
                  <a:cubicBezTo>
                    <a:pt x="3090" y="51217"/>
                    <a:pt x="7296" y="46931"/>
                    <a:pt x="12616" y="41557"/>
                  </a:cubicBezTo>
                  <a:cubicBezTo>
                    <a:pt x="17963" y="36156"/>
                    <a:pt x="21322" y="32676"/>
                    <a:pt x="22693" y="31117"/>
                  </a:cubicBezTo>
                  <a:cubicBezTo>
                    <a:pt x="25299" y="28188"/>
                    <a:pt x="27113" y="25716"/>
                    <a:pt x="28135" y="23700"/>
                  </a:cubicBezTo>
                  <a:cubicBezTo>
                    <a:pt x="29183" y="21658"/>
                    <a:pt x="29707" y="19656"/>
                    <a:pt x="29707" y="17695"/>
                  </a:cubicBezTo>
                  <a:cubicBezTo>
                    <a:pt x="29707" y="14497"/>
                    <a:pt x="28578" y="11891"/>
                    <a:pt x="26321" y="9876"/>
                  </a:cubicBezTo>
                  <a:cubicBezTo>
                    <a:pt x="24090" y="7860"/>
                    <a:pt x="21174" y="6851"/>
                    <a:pt x="17573" y="6851"/>
                  </a:cubicBezTo>
                  <a:cubicBezTo>
                    <a:pt x="15021" y="6851"/>
                    <a:pt x="12320" y="7295"/>
                    <a:pt x="9472" y="8182"/>
                  </a:cubicBezTo>
                  <a:cubicBezTo>
                    <a:pt x="6651" y="9069"/>
                    <a:pt x="3628" y="10412"/>
                    <a:pt x="403" y="12212"/>
                  </a:cubicBezTo>
                  <a:lnTo>
                    <a:pt x="403" y="3990"/>
                  </a:lnTo>
                  <a:cubicBezTo>
                    <a:pt x="3681" y="2673"/>
                    <a:pt x="6744" y="1679"/>
                    <a:pt x="9592" y="1008"/>
                  </a:cubicBezTo>
                  <a:cubicBezTo>
                    <a:pt x="12441" y="336"/>
                    <a:pt x="15048" y="0"/>
                    <a:pt x="17413" y="0"/>
                  </a:cubicBezTo>
                  <a:cubicBezTo>
                    <a:pt x="23647" y="0"/>
                    <a:pt x="28618" y="1558"/>
                    <a:pt x="32327" y="4675"/>
                  </a:cubicBezTo>
                  <a:cubicBezTo>
                    <a:pt x="36035" y="7792"/>
                    <a:pt x="37889" y="11957"/>
                    <a:pt x="37889" y="17171"/>
                  </a:cubicBezTo>
                  <a:cubicBezTo>
                    <a:pt x="37889" y="19643"/>
                    <a:pt x="37419" y="21995"/>
                    <a:pt x="36478" y="24225"/>
                  </a:cubicBezTo>
                  <a:cubicBezTo>
                    <a:pt x="35565" y="26428"/>
                    <a:pt x="33886" y="29035"/>
                    <a:pt x="31440" y="32045"/>
                  </a:cubicBezTo>
                  <a:cubicBezTo>
                    <a:pt x="30768" y="32824"/>
                    <a:pt x="28632" y="35081"/>
                    <a:pt x="25031" y="38816"/>
                  </a:cubicBezTo>
                  <a:cubicBezTo>
                    <a:pt x="21430" y="42525"/>
                    <a:pt x="16351" y="47724"/>
                    <a:pt x="9794" y="5441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39495551-3362-1CD5-059D-52DA358E285B}"/>
                </a:ext>
              </a:extLst>
            </p:cNvPr>
            <p:cNvSpPr/>
            <p:nvPr/>
          </p:nvSpPr>
          <p:spPr>
            <a:xfrm>
              <a:off x="499592" y="3296789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1 h 62436"/>
                <a:gd name="csX11" fmla="*/ 41598 w 41597"/>
                <a:gd name="csY11" fmla="*/ 31238 h 62436"/>
                <a:gd name="csX12" fmla="*/ 36237 w 41597"/>
                <a:gd name="csY12" fmla="*/ 54456 h 62436"/>
                <a:gd name="csX13" fmla="*/ 20799 w 41597"/>
                <a:gd name="csY13" fmla="*/ 62437 h 62436"/>
                <a:gd name="csX14" fmla="*/ 5321 w 41597"/>
                <a:gd name="csY14" fmla="*/ 54456 h 62436"/>
                <a:gd name="csX15" fmla="*/ 0 w 41597"/>
                <a:gd name="csY15" fmla="*/ 31238 h 62436"/>
                <a:gd name="csX16" fmla="*/ 5321 w 41597"/>
                <a:gd name="csY16" fmla="*/ 8021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1"/>
                  </a:cubicBezTo>
                  <a:cubicBezTo>
                    <a:pt x="39811" y="13342"/>
                    <a:pt x="41598" y="21081"/>
                    <a:pt x="41598" y="31238"/>
                  </a:cubicBezTo>
                  <a:cubicBezTo>
                    <a:pt x="41598" y="41370"/>
                    <a:pt x="39811" y="49109"/>
                    <a:pt x="36237" y="54456"/>
                  </a:cubicBezTo>
                  <a:cubicBezTo>
                    <a:pt x="32690" y="59777"/>
                    <a:pt x="27544" y="62437"/>
                    <a:pt x="20799" y="62437"/>
                  </a:cubicBezTo>
                  <a:cubicBezTo>
                    <a:pt x="14054" y="62437"/>
                    <a:pt x="8895" y="59777"/>
                    <a:pt x="5321" y="54456"/>
                  </a:cubicBezTo>
                  <a:cubicBezTo>
                    <a:pt x="1774" y="49109"/>
                    <a:pt x="0" y="41370"/>
                    <a:pt x="0" y="31238"/>
                  </a:cubicBezTo>
                  <a:cubicBezTo>
                    <a:pt x="0" y="21081"/>
                    <a:pt x="1774" y="13342"/>
                    <a:pt x="5321" y="8021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10FD2A5C-16C1-6D21-88F1-22AD1A5EC3F3}"/>
                </a:ext>
              </a:extLst>
            </p:cNvPr>
            <p:cNvSpPr/>
            <p:nvPr/>
          </p:nvSpPr>
          <p:spPr>
            <a:xfrm>
              <a:off x="555499" y="3347819"/>
              <a:ext cx="8504" cy="10237"/>
            </a:xfrm>
            <a:custGeom>
              <a:avLst/>
              <a:gdLst>
                <a:gd name="csX0" fmla="*/ 0 w 8504"/>
                <a:gd name="csY0" fmla="*/ 0 h 10237"/>
                <a:gd name="csX1" fmla="*/ 8505 w 8504"/>
                <a:gd name="csY1" fmla="*/ 0 h 10237"/>
                <a:gd name="csX2" fmla="*/ 8505 w 8504"/>
                <a:gd name="csY2" fmla="*/ 10238 h 10237"/>
                <a:gd name="csX3" fmla="*/ 0 w 8504"/>
                <a:gd name="csY3" fmla="*/ 10238 h 10237"/>
                <a:gd name="csX4" fmla="*/ 0 w 8504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7">
                  <a:moveTo>
                    <a:pt x="0" y="0"/>
                  </a:moveTo>
                  <a:lnTo>
                    <a:pt x="8505" y="0"/>
                  </a:lnTo>
                  <a:lnTo>
                    <a:pt x="8505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1A5A88DD-7151-8C7E-36B5-8057F9DF2286}"/>
                </a:ext>
              </a:extLst>
            </p:cNvPr>
            <p:cNvSpPr/>
            <p:nvPr/>
          </p:nvSpPr>
          <p:spPr>
            <a:xfrm>
              <a:off x="579199" y="3296789"/>
              <a:ext cx="39622" cy="62436"/>
            </a:xfrm>
            <a:custGeom>
              <a:avLst/>
              <a:gdLst>
                <a:gd name="csX0" fmla="*/ 27209 w 39622"/>
                <a:gd name="csY0" fmla="*/ 28820 h 62436"/>
                <a:gd name="csX1" fmla="*/ 36318 w 39622"/>
                <a:gd name="csY1" fmla="*/ 34020 h 62436"/>
                <a:gd name="csX2" fmla="*/ 39623 w 39622"/>
                <a:gd name="csY2" fmla="*/ 43775 h 62436"/>
                <a:gd name="csX3" fmla="*/ 33496 w 39622"/>
                <a:gd name="csY3" fmla="*/ 57560 h 62436"/>
                <a:gd name="csX4" fmla="*/ 16083 w 39622"/>
                <a:gd name="csY4" fmla="*/ 62437 h 62436"/>
                <a:gd name="csX5" fmla="*/ 8263 w 39622"/>
                <a:gd name="csY5" fmla="*/ 61671 h 62436"/>
                <a:gd name="csX6" fmla="*/ 0 w 39622"/>
                <a:gd name="csY6" fmla="*/ 59455 h 62436"/>
                <a:gd name="csX7" fmla="*/ 0 w 39622"/>
                <a:gd name="csY7" fmla="*/ 51594 h 62436"/>
                <a:gd name="csX8" fmla="*/ 7417 w 39622"/>
                <a:gd name="csY8" fmla="*/ 54577 h 62436"/>
                <a:gd name="csX9" fmla="*/ 15841 w 39622"/>
                <a:gd name="csY9" fmla="*/ 55584 h 62436"/>
                <a:gd name="csX10" fmla="*/ 27491 w 39622"/>
                <a:gd name="csY10" fmla="*/ 52561 h 62436"/>
                <a:gd name="csX11" fmla="*/ 31521 w 39622"/>
                <a:gd name="csY11" fmla="*/ 43775 h 62436"/>
                <a:gd name="csX12" fmla="*/ 27773 w 39622"/>
                <a:gd name="csY12" fmla="*/ 35471 h 62436"/>
                <a:gd name="csX13" fmla="*/ 17413 w 39622"/>
                <a:gd name="csY13" fmla="*/ 32448 h 62436"/>
                <a:gd name="csX14" fmla="*/ 10400 w 39622"/>
                <a:gd name="csY14" fmla="*/ 32448 h 62436"/>
                <a:gd name="csX15" fmla="*/ 10400 w 39622"/>
                <a:gd name="csY15" fmla="*/ 25757 h 62436"/>
                <a:gd name="csX16" fmla="*/ 17736 w 39622"/>
                <a:gd name="csY16" fmla="*/ 25757 h 62436"/>
                <a:gd name="csX17" fmla="*/ 26927 w 39622"/>
                <a:gd name="csY17" fmla="*/ 23379 h 62436"/>
                <a:gd name="csX18" fmla="*/ 30111 w 39622"/>
                <a:gd name="csY18" fmla="*/ 16445 h 62436"/>
                <a:gd name="csX19" fmla="*/ 26806 w 39622"/>
                <a:gd name="csY19" fmla="*/ 9351 h 62436"/>
                <a:gd name="csX20" fmla="*/ 17413 w 39622"/>
                <a:gd name="csY20" fmla="*/ 6852 h 62436"/>
                <a:gd name="csX21" fmla="*/ 10239 w 39622"/>
                <a:gd name="csY21" fmla="*/ 7578 h 62436"/>
                <a:gd name="csX22" fmla="*/ 1814 w 39622"/>
                <a:gd name="csY22" fmla="*/ 9835 h 62436"/>
                <a:gd name="csX23" fmla="*/ 1814 w 39622"/>
                <a:gd name="csY23" fmla="*/ 2580 h 62436"/>
                <a:gd name="csX24" fmla="*/ 10480 w 39622"/>
                <a:gd name="csY24" fmla="*/ 645 h 62436"/>
                <a:gd name="csX25" fmla="*/ 18139 w 39622"/>
                <a:gd name="csY25" fmla="*/ 0 h 62436"/>
                <a:gd name="csX26" fmla="*/ 32811 w 39622"/>
                <a:gd name="csY26" fmla="*/ 4232 h 62436"/>
                <a:gd name="csX27" fmla="*/ 38213 w 39622"/>
                <a:gd name="csY27" fmla="*/ 15599 h 62436"/>
                <a:gd name="csX28" fmla="*/ 35351 w 39622"/>
                <a:gd name="csY28" fmla="*/ 24064 h 62436"/>
                <a:gd name="csX29" fmla="*/ 27209 w 39622"/>
                <a:gd name="csY29" fmla="*/ 2882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9622" h="62436">
                  <a:moveTo>
                    <a:pt x="27209" y="28820"/>
                  </a:moveTo>
                  <a:cubicBezTo>
                    <a:pt x="31104" y="29653"/>
                    <a:pt x="34141" y="31386"/>
                    <a:pt x="36318" y="34020"/>
                  </a:cubicBezTo>
                  <a:cubicBezTo>
                    <a:pt x="38521" y="36653"/>
                    <a:pt x="39623" y="39905"/>
                    <a:pt x="39623" y="43775"/>
                  </a:cubicBezTo>
                  <a:cubicBezTo>
                    <a:pt x="39623" y="49713"/>
                    <a:pt x="37581" y="54308"/>
                    <a:pt x="33496" y="57560"/>
                  </a:cubicBezTo>
                  <a:cubicBezTo>
                    <a:pt x="29412" y="60811"/>
                    <a:pt x="23608" y="62437"/>
                    <a:pt x="16083" y="62437"/>
                  </a:cubicBezTo>
                  <a:cubicBezTo>
                    <a:pt x="13557" y="62437"/>
                    <a:pt x="10951" y="62181"/>
                    <a:pt x="8263" y="61671"/>
                  </a:cubicBezTo>
                  <a:cubicBezTo>
                    <a:pt x="5603" y="61187"/>
                    <a:pt x="2849" y="60448"/>
                    <a:pt x="0" y="59455"/>
                  </a:cubicBezTo>
                  <a:lnTo>
                    <a:pt x="0" y="51594"/>
                  </a:lnTo>
                  <a:cubicBezTo>
                    <a:pt x="2258" y="52911"/>
                    <a:pt x="4730" y="53905"/>
                    <a:pt x="7417" y="54577"/>
                  </a:cubicBezTo>
                  <a:cubicBezTo>
                    <a:pt x="10104" y="55248"/>
                    <a:pt x="12912" y="55584"/>
                    <a:pt x="15841" y="55584"/>
                  </a:cubicBezTo>
                  <a:cubicBezTo>
                    <a:pt x="20947" y="55584"/>
                    <a:pt x="24830" y="54577"/>
                    <a:pt x="27491" y="52561"/>
                  </a:cubicBezTo>
                  <a:cubicBezTo>
                    <a:pt x="30178" y="50546"/>
                    <a:pt x="31521" y="47617"/>
                    <a:pt x="31521" y="43775"/>
                  </a:cubicBezTo>
                  <a:cubicBezTo>
                    <a:pt x="31521" y="40228"/>
                    <a:pt x="30272" y="37460"/>
                    <a:pt x="27773" y="35471"/>
                  </a:cubicBezTo>
                  <a:cubicBezTo>
                    <a:pt x="25300" y="33456"/>
                    <a:pt x="21847" y="32448"/>
                    <a:pt x="17413" y="32448"/>
                  </a:cubicBezTo>
                  <a:lnTo>
                    <a:pt x="10400" y="32448"/>
                  </a:lnTo>
                  <a:lnTo>
                    <a:pt x="10400" y="25757"/>
                  </a:lnTo>
                  <a:lnTo>
                    <a:pt x="17736" y="25757"/>
                  </a:lnTo>
                  <a:cubicBezTo>
                    <a:pt x="21740" y="25757"/>
                    <a:pt x="24804" y="24964"/>
                    <a:pt x="26927" y="23379"/>
                  </a:cubicBezTo>
                  <a:cubicBezTo>
                    <a:pt x="29049" y="21766"/>
                    <a:pt x="30111" y="19455"/>
                    <a:pt x="30111" y="16445"/>
                  </a:cubicBezTo>
                  <a:cubicBezTo>
                    <a:pt x="30111" y="13355"/>
                    <a:pt x="29009" y="10990"/>
                    <a:pt x="26806" y="9351"/>
                  </a:cubicBezTo>
                  <a:cubicBezTo>
                    <a:pt x="24629" y="7685"/>
                    <a:pt x="21498" y="6852"/>
                    <a:pt x="17413" y="6852"/>
                  </a:cubicBezTo>
                  <a:cubicBezTo>
                    <a:pt x="15183" y="6852"/>
                    <a:pt x="12791" y="7094"/>
                    <a:pt x="10239" y="7578"/>
                  </a:cubicBezTo>
                  <a:cubicBezTo>
                    <a:pt x="7686" y="8062"/>
                    <a:pt x="4878" y="8814"/>
                    <a:pt x="1814" y="9835"/>
                  </a:cubicBezTo>
                  <a:lnTo>
                    <a:pt x="1814" y="2580"/>
                  </a:lnTo>
                  <a:cubicBezTo>
                    <a:pt x="4905" y="1720"/>
                    <a:pt x="7793" y="1075"/>
                    <a:pt x="10480" y="645"/>
                  </a:cubicBezTo>
                  <a:cubicBezTo>
                    <a:pt x="13194" y="215"/>
                    <a:pt x="15747" y="0"/>
                    <a:pt x="18139" y="0"/>
                  </a:cubicBezTo>
                  <a:cubicBezTo>
                    <a:pt x="24319" y="0"/>
                    <a:pt x="29210" y="1411"/>
                    <a:pt x="32811" y="4232"/>
                  </a:cubicBezTo>
                  <a:cubicBezTo>
                    <a:pt x="36412" y="7027"/>
                    <a:pt x="38213" y="10816"/>
                    <a:pt x="38213" y="15599"/>
                  </a:cubicBezTo>
                  <a:cubicBezTo>
                    <a:pt x="38213" y="18932"/>
                    <a:pt x="37259" y="21753"/>
                    <a:pt x="35351" y="24064"/>
                  </a:cubicBezTo>
                  <a:cubicBezTo>
                    <a:pt x="33443" y="26348"/>
                    <a:pt x="30728" y="27933"/>
                    <a:pt x="27209" y="2882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5DD8BA6C-96A6-BEF1-3E5D-7A0E97B2BD01}"/>
                </a:ext>
              </a:extLst>
            </p:cNvPr>
            <p:cNvSpPr/>
            <p:nvPr/>
          </p:nvSpPr>
          <p:spPr>
            <a:xfrm>
              <a:off x="798664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  <a:gd name="csX5" fmla="*/ 0 w 77027"/>
                <a:gd name="csY5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6A09EB80-B8D5-AB50-8F64-DA35BCF32C9A}"/>
                </a:ext>
              </a:extLst>
            </p:cNvPr>
            <p:cNvSpPr/>
            <p:nvPr/>
          </p:nvSpPr>
          <p:spPr>
            <a:xfrm>
              <a:off x="798664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0E1CF048-8FEA-0DFF-B8DE-15B3CCBA53F9}"/>
                </a:ext>
              </a:extLst>
            </p:cNvPr>
            <p:cNvSpPr/>
            <p:nvPr/>
          </p:nvSpPr>
          <p:spPr>
            <a:xfrm>
              <a:off x="875692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  <a:gd name="csX5" fmla="*/ 0 w 77027"/>
                <a:gd name="csY5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D6EF552D-52F8-CC40-0AFE-8EB7BFBDE21D}"/>
                </a:ext>
              </a:extLst>
            </p:cNvPr>
            <p:cNvSpPr/>
            <p:nvPr/>
          </p:nvSpPr>
          <p:spPr>
            <a:xfrm>
              <a:off x="875692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DFC7EEA3-C597-30FB-907D-6D8BCE4C5421}"/>
                </a:ext>
              </a:extLst>
            </p:cNvPr>
            <p:cNvSpPr/>
            <p:nvPr/>
          </p:nvSpPr>
          <p:spPr>
            <a:xfrm>
              <a:off x="952719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  <a:gd name="csX5" fmla="*/ 0 w 77028"/>
                <a:gd name="csY5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5F2FA8C3-D311-4AD4-72BF-E3F33E5F5205}"/>
                </a:ext>
              </a:extLst>
            </p:cNvPr>
            <p:cNvSpPr/>
            <p:nvPr/>
          </p:nvSpPr>
          <p:spPr>
            <a:xfrm>
              <a:off x="952719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552333A8-6A8F-0CBA-CFBA-7E4240B44E98}"/>
                </a:ext>
              </a:extLst>
            </p:cNvPr>
            <p:cNvSpPr/>
            <p:nvPr/>
          </p:nvSpPr>
          <p:spPr>
            <a:xfrm>
              <a:off x="1029748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  <a:gd name="csX5" fmla="*/ 0 w 77027"/>
                <a:gd name="csY5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C028B2E2-B7DF-24C2-231F-C3955007E8C5}"/>
                </a:ext>
              </a:extLst>
            </p:cNvPr>
            <p:cNvSpPr/>
            <p:nvPr/>
          </p:nvSpPr>
          <p:spPr>
            <a:xfrm>
              <a:off x="1029748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D4F1C30D-79F0-7F1B-CD8E-5E24288BC5CA}"/>
                </a:ext>
              </a:extLst>
            </p:cNvPr>
            <p:cNvSpPr/>
            <p:nvPr/>
          </p:nvSpPr>
          <p:spPr>
            <a:xfrm>
              <a:off x="1106776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  <a:gd name="csX5" fmla="*/ 0 w 77027"/>
                <a:gd name="csY5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901D8AB0-E844-59E2-9000-E59FA7AD2C3E}"/>
                </a:ext>
              </a:extLst>
            </p:cNvPr>
            <p:cNvSpPr/>
            <p:nvPr/>
          </p:nvSpPr>
          <p:spPr>
            <a:xfrm>
              <a:off x="1106776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AE95600B-D7C8-CE7D-AA53-3E62940BF0C7}"/>
                </a:ext>
              </a:extLst>
            </p:cNvPr>
            <p:cNvSpPr/>
            <p:nvPr/>
          </p:nvSpPr>
          <p:spPr>
            <a:xfrm>
              <a:off x="1183803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  <a:gd name="csX5" fmla="*/ 0 w 77028"/>
                <a:gd name="csY5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8085E0CC-09EF-8D80-7200-21F0D19F7D59}"/>
                </a:ext>
              </a:extLst>
            </p:cNvPr>
            <p:cNvSpPr/>
            <p:nvPr/>
          </p:nvSpPr>
          <p:spPr>
            <a:xfrm>
              <a:off x="1183803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822609FA-CDCF-E1D7-2F84-CA827F2E73F9}"/>
                </a:ext>
              </a:extLst>
            </p:cNvPr>
            <p:cNvSpPr/>
            <p:nvPr/>
          </p:nvSpPr>
          <p:spPr>
            <a:xfrm>
              <a:off x="1260832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  <a:gd name="csX5" fmla="*/ 0 w 77027"/>
                <a:gd name="csY5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FC9085CD-E14A-0024-329E-F1720A5D1403}"/>
                </a:ext>
              </a:extLst>
            </p:cNvPr>
            <p:cNvSpPr/>
            <p:nvPr/>
          </p:nvSpPr>
          <p:spPr>
            <a:xfrm>
              <a:off x="1260832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D5A89DA7-FEE7-103D-40E1-41720EA40C45}"/>
                </a:ext>
              </a:extLst>
            </p:cNvPr>
            <p:cNvSpPr/>
            <p:nvPr/>
          </p:nvSpPr>
          <p:spPr>
            <a:xfrm>
              <a:off x="1337859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  <a:gd name="csX5" fmla="*/ 0 w 77027"/>
                <a:gd name="csY5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7A9F62CB-78BD-BC6D-DE48-ABE204EAF9CE}"/>
                </a:ext>
              </a:extLst>
            </p:cNvPr>
            <p:cNvSpPr/>
            <p:nvPr/>
          </p:nvSpPr>
          <p:spPr>
            <a:xfrm>
              <a:off x="1337859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63DD19CE-3FE4-C04B-6090-0F375CA3A8DE}"/>
                </a:ext>
              </a:extLst>
            </p:cNvPr>
            <p:cNvSpPr/>
            <p:nvPr/>
          </p:nvSpPr>
          <p:spPr>
            <a:xfrm>
              <a:off x="1414887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  <a:gd name="csX5" fmla="*/ 0 w 77028"/>
                <a:gd name="csY5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765B2B92-BB35-1F8E-3DE7-4FEE0441905B}"/>
                </a:ext>
              </a:extLst>
            </p:cNvPr>
            <p:cNvSpPr/>
            <p:nvPr/>
          </p:nvSpPr>
          <p:spPr>
            <a:xfrm>
              <a:off x="1414887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D015BFC3-BC67-CB53-6303-C7D43E182854}"/>
                </a:ext>
              </a:extLst>
            </p:cNvPr>
            <p:cNvSpPr/>
            <p:nvPr/>
          </p:nvSpPr>
          <p:spPr>
            <a:xfrm>
              <a:off x="1491916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  <a:gd name="csX5" fmla="*/ 0 w 77027"/>
                <a:gd name="csY5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7A32EE02-7B3A-D6C3-E73F-160E0BA230F3}"/>
                </a:ext>
              </a:extLst>
            </p:cNvPr>
            <p:cNvSpPr/>
            <p:nvPr/>
          </p:nvSpPr>
          <p:spPr>
            <a:xfrm>
              <a:off x="1491916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17AB0118-7482-212D-A25A-EEFA68A503E8}"/>
                </a:ext>
              </a:extLst>
            </p:cNvPr>
            <p:cNvSpPr/>
            <p:nvPr/>
          </p:nvSpPr>
          <p:spPr>
            <a:xfrm>
              <a:off x="1568943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  <a:gd name="csX5" fmla="*/ 0 w 77030"/>
                <a:gd name="csY5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CAFB8014-FA16-1830-04A0-C79938BCB8B6}"/>
                </a:ext>
              </a:extLst>
            </p:cNvPr>
            <p:cNvSpPr/>
            <p:nvPr/>
          </p:nvSpPr>
          <p:spPr>
            <a:xfrm>
              <a:off x="1568943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3445AF78-87B9-8275-DBC2-BBCDBE07FC0B}"/>
                </a:ext>
              </a:extLst>
            </p:cNvPr>
            <p:cNvSpPr/>
            <p:nvPr/>
          </p:nvSpPr>
          <p:spPr>
            <a:xfrm>
              <a:off x="1645974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  <a:gd name="csX5" fmla="*/ 0 w 77024"/>
                <a:gd name="csY5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CF63D3DF-4AE7-E246-6079-EA76347006A7}"/>
                </a:ext>
              </a:extLst>
            </p:cNvPr>
            <p:cNvSpPr/>
            <p:nvPr/>
          </p:nvSpPr>
          <p:spPr>
            <a:xfrm>
              <a:off x="1645974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A1B2032F-CA42-165E-25CF-8453BCE8263C}"/>
                </a:ext>
              </a:extLst>
            </p:cNvPr>
            <p:cNvSpPr/>
            <p:nvPr/>
          </p:nvSpPr>
          <p:spPr>
            <a:xfrm>
              <a:off x="1722998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  <a:gd name="csX5" fmla="*/ 0 w 77024"/>
                <a:gd name="csY5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9A1766EF-A391-5515-5BD2-747DD1A7F90A}"/>
                </a:ext>
              </a:extLst>
            </p:cNvPr>
            <p:cNvSpPr/>
            <p:nvPr/>
          </p:nvSpPr>
          <p:spPr>
            <a:xfrm>
              <a:off x="1722998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6" name="Freeform 895">
              <a:extLst>
                <a:ext uri="{FF2B5EF4-FFF2-40B4-BE49-F238E27FC236}">
                  <a16:creationId xmlns:a16="http://schemas.microsoft.com/office/drawing/2014/main" id="{745F0F35-4245-089C-E7FB-73520A6EE523}"/>
                </a:ext>
              </a:extLst>
            </p:cNvPr>
            <p:cNvSpPr/>
            <p:nvPr/>
          </p:nvSpPr>
          <p:spPr>
            <a:xfrm>
              <a:off x="1800023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  <a:gd name="csX5" fmla="*/ 0 w 77035"/>
                <a:gd name="csY5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7" name="Freeform 896">
              <a:extLst>
                <a:ext uri="{FF2B5EF4-FFF2-40B4-BE49-F238E27FC236}">
                  <a16:creationId xmlns:a16="http://schemas.microsoft.com/office/drawing/2014/main" id="{25ABC9BA-72A5-618E-6B5E-A3CF80355505}"/>
                </a:ext>
              </a:extLst>
            </p:cNvPr>
            <p:cNvSpPr/>
            <p:nvPr/>
          </p:nvSpPr>
          <p:spPr>
            <a:xfrm>
              <a:off x="1800023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971F6987-3761-DDD1-6D81-6CD75EB68C4A}"/>
                </a:ext>
              </a:extLst>
            </p:cNvPr>
            <p:cNvSpPr/>
            <p:nvPr/>
          </p:nvSpPr>
          <p:spPr>
            <a:xfrm>
              <a:off x="1877058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9" name="Freeform 898">
              <a:extLst>
                <a:ext uri="{FF2B5EF4-FFF2-40B4-BE49-F238E27FC236}">
                  <a16:creationId xmlns:a16="http://schemas.microsoft.com/office/drawing/2014/main" id="{211961C1-1DE7-45CC-182C-0B97F5EBA11B}"/>
                </a:ext>
              </a:extLst>
            </p:cNvPr>
            <p:cNvSpPr/>
            <p:nvPr/>
          </p:nvSpPr>
          <p:spPr>
            <a:xfrm>
              <a:off x="1877058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" name="Freeform 899">
              <a:extLst>
                <a:ext uri="{FF2B5EF4-FFF2-40B4-BE49-F238E27FC236}">
                  <a16:creationId xmlns:a16="http://schemas.microsoft.com/office/drawing/2014/main" id="{C2F845FC-16AB-9E34-7654-A74E6F7C5911}"/>
                </a:ext>
              </a:extLst>
            </p:cNvPr>
            <p:cNvSpPr/>
            <p:nvPr/>
          </p:nvSpPr>
          <p:spPr>
            <a:xfrm>
              <a:off x="195408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1" name="Freeform 900">
              <a:extLst>
                <a:ext uri="{FF2B5EF4-FFF2-40B4-BE49-F238E27FC236}">
                  <a16:creationId xmlns:a16="http://schemas.microsoft.com/office/drawing/2014/main" id="{F01BF1A2-A3DE-971C-3F8C-4A6EBE40FC1C}"/>
                </a:ext>
              </a:extLst>
            </p:cNvPr>
            <p:cNvSpPr/>
            <p:nvPr/>
          </p:nvSpPr>
          <p:spPr>
            <a:xfrm>
              <a:off x="195408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2" name="Freeform 901">
              <a:extLst>
                <a:ext uri="{FF2B5EF4-FFF2-40B4-BE49-F238E27FC236}">
                  <a16:creationId xmlns:a16="http://schemas.microsoft.com/office/drawing/2014/main" id="{2A2A9D40-6A7A-8D4A-B218-D955EDBE9590}"/>
                </a:ext>
              </a:extLst>
            </p:cNvPr>
            <p:cNvSpPr/>
            <p:nvPr/>
          </p:nvSpPr>
          <p:spPr>
            <a:xfrm>
              <a:off x="2031106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3" name="Freeform 902">
              <a:extLst>
                <a:ext uri="{FF2B5EF4-FFF2-40B4-BE49-F238E27FC236}">
                  <a16:creationId xmlns:a16="http://schemas.microsoft.com/office/drawing/2014/main" id="{6641170A-9B94-777B-010D-8B1F18AC3D73}"/>
                </a:ext>
              </a:extLst>
            </p:cNvPr>
            <p:cNvSpPr/>
            <p:nvPr/>
          </p:nvSpPr>
          <p:spPr>
            <a:xfrm>
              <a:off x="2031106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4" name="Freeform 903">
              <a:extLst>
                <a:ext uri="{FF2B5EF4-FFF2-40B4-BE49-F238E27FC236}">
                  <a16:creationId xmlns:a16="http://schemas.microsoft.com/office/drawing/2014/main" id="{655785D2-1F34-81E9-9956-BC3186430CFE}"/>
                </a:ext>
              </a:extLst>
            </p:cNvPr>
            <p:cNvSpPr/>
            <p:nvPr/>
          </p:nvSpPr>
          <p:spPr>
            <a:xfrm>
              <a:off x="210814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4A65964F-1EA0-F3DC-C459-C98559960B7F}"/>
                </a:ext>
              </a:extLst>
            </p:cNvPr>
            <p:cNvSpPr/>
            <p:nvPr/>
          </p:nvSpPr>
          <p:spPr>
            <a:xfrm>
              <a:off x="210814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6" name="Freeform 905">
              <a:extLst>
                <a:ext uri="{FF2B5EF4-FFF2-40B4-BE49-F238E27FC236}">
                  <a16:creationId xmlns:a16="http://schemas.microsoft.com/office/drawing/2014/main" id="{A26061B3-9AC8-926E-E897-29CF41E3CAEB}"/>
                </a:ext>
              </a:extLst>
            </p:cNvPr>
            <p:cNvSpPr/>
            <p:nvPr/>
          </p:nvSpPr>
          <p:spPr>
            <a:xfrm>
              <a:off x="218516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7" name="Freeform 906">
              <a:extLst>
                <a:ext uri="{FF2B5EF4-FFF2-40B4-BE49-F238E27FC236}">
                  <a16:creationId xmlns:a16="http://schemas.microsoft.com/office/drawing/2014/main" id="{9116343D-B620-A32E-5101-04EC506B12CF}"/>
                </a:ext>
              </a:extLst>
            </p:cNvPr>
            <p:cNvSpPr/>
            <p:nvPr/>
          </p:nvSpPr>
          <p:spPr>
            <a:xfrm>
              <a:off x="218516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8" name="Freeform 907">
              <a:extLst>
                <a:ext uri="{FF2B5EF4-FFF2-40B4-BE49-F238E27FC236}">
                  <a16:creationId xmlns:a16="http://schemas.microsoft.com/office/drawing/2014/main" id="{19AFF354-47F1-C6CF-B519-C98CAE604484}"/>
                </a:ext>
              </a:extLst>
            </p:cNvPr>
            <p:cNvSpPr/>
            <p:nvPr/>
          </p:nvSpPr>
          <p:spPr>
            <a:xfrm>
              <a:off x="2262190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9" name="Freeform 908">
              <a:extLst>
                <a:ext uri="{FF2B5EF4-FFF2-40B4-BE49-F238E27FC236}">
                  <a16:creationId xmlns:a16="http://schemas.microsoft.com/office/drawing/2014/main" id="{151419C6-4D41-9765-9AB5-AFD3F9EDC535}"/>
                </a:ext>
              </a:extLst>
            </p:cNvPr>
            <p:cNvSpPr/>
            <p:nvPr/>
          </p:nvSpPr>
          <p:spPr>
            <a:xfrm>
              <a:off x="2262190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0" name="Freeform 909">
              <a:extLst>
                <a:ext uri="{FF2B5EF4-FFF2-40B4-BE49-F238E27FC236}">
                  <a16:creationId xmlns:a16="http://schemas.microsoft.com/office/drawing/2014/main" id="{41F8AD7D-27F4-BA48-145A-C997F64CDCC4}"/>
                </a:ext>
              </a:extLst>
            </p:cNvPr>
            <p:cNvSpPr/>
            <p:nvPr/>
          </p:nvSpPr>
          <p:spPr>
            <a:xfrm>
              <a:off x="233922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1" name="Freeform 910">
              <a:extLst>
                <a:ext uri="{FF2B5EF4-FFF2-40B4-BE49-F238E27FC236}">
                  <a16:creationId xmlns:a16="http://schemas.microsoft.com/office/drawing/2014/main" id="{23362AE5-1439-F3C4-9B73-6BCEAFDE6063}"/>
                </a:ext>
              </a:extLst>
            </p:cNvPr>
            <p:cNvSpPr/>
            <p:nvPr/>
          </p:nvSpPr>
          <p:spPr>
            <a:xfrm>
              <a:off x="233922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D34927DB-F584-F31A-62BD-99E641D47235}"/>
                </a:ext>
              </a:extLst>
            </p:cNvPr>
            <p:cNvSpPr/>
            <p:nvPr/>
          </p:nvSpPr>
          <p:spPr>
            <a:xfrm>
              <a:off x="241625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3" name="Freeform 912">
              <a:extLst>
                <a:ext uri="{FF2B5EF4-FFF2-40B4-BE49-F238E27FC236}">
                  <a16:creationId xmlns:a16="http://schemas.microsoft.com/office/drawing/2014/main" id="{65EFB66D-38AB-90E0-8443-568054A2BDF9}"/>
                </a:ext>
              </a:extLst>
            </p:cNvPr>
            <p:cNvSpPr/>
            <p:nvPr/>
          </p:nvSpPr>
          <p:spPr>
            <a:xfrm>
              <a:off x="241625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4" name="Freeform 913">
              <a:extLst>
                <a:ext uri="{FF2B5EF4-FFF2-40B4-BE49-F238E27FC236}">
                  <a16:creationId xmlns:a16="http://schemas.microsoft.com/office/drawing/2014/main" id="{113DF5AC-984A-C6D1-39D1-9D90194D84EE}"/>
                </a:ext>
              </a:extLst>
            </p:cNvPr>
            <p:cNvSpPr/>
            <p:nvPr/>
          </p:nvSpPr>
          <p:spPr>
            <a:xfrm>
              <a:off x="2493274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5" name="Freeform 914">
              <a:extLst>
                <a:ext uri="{FF2B5EF4-FFF2-40B4-BE49-F238E27FC236}">
                  <a16:creationId xmlns:a16="http://schemas.microsoft.com/office/drawing/2014/main" id="{EAA81041-472D-B82F-BB2D-CF70BBFC6D0A}"/>
                </a:ext>
              </a:extLst>
            </p:cNvPr>
            <p:cNvSpPr/>
            <p:nvPr/>
          </p:nvSpPr>
          <p:spPr>
            <a:xfrm>
              <a:off x="2493274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6" name="Freeform 915">
              <a:extLst>
                <a:ext uri="{FF2B5EF4-FFF2-40B4-BE49-F238E27FC236}">
                  <a16:creationId xmlns:a16="http://schemas.microsoft.com/office/drawing/2014/main" id="{7320EBDF-9DA1-02AD-F5EE-6A146D0437B1}"/>
                </a:ext>
              </a:extLst>
            </p:cNvPr>
            <p:cNvSpPr/>
            <p:nvPr/>
          </p:nvSpPr>
          <p:spPr>
            <a:xfrm>
              <a:off x="257031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1" name="Freeform 1160">
              <a:extLst>
                <a:ext uri="{FF2B5EF4-FFF2-40B4-BE49-F238E27FC236}">
                  <a16:creationId xmlns:a16="http://schemas.microsoft.com/office/drawing/2014/main" id="{AAA91E46-8CE4-A039-6408-B29079CD9EB5}"/>
                </a:ext>
              </a:extLst>
            </p:cNvPr>
            <p:cNvSpPr/>
            <p:nvPr/>
          </p:nvSpPr>
          <p:spPr>
            <a:xfrm>
              <a:off x="257031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2" name="Freeform 1161">
              <a:extLst>
                <a:ext uri="{FF2B5EF4-FFF2-40B4-BE49-F238E27FC236}">
                  <a16:creationId xmlns:a16="http://schemas.microsoft.com/office/drawing/2014/main" id="{0002ED87-EF9E-0856-E985-3E206A5D464C}"/>
                </a:ext>
              </a:extLst>
            </p:cNvPr>
            <p:cNvSpPr/>
            <p:nvPr/>
          </p:nvSpPr>
          <p:spPr>
            <a:xfrm>
              <a:off x="2647334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3" name="Freeform 1162">
              <a:extLst>
                <a:ext uri="{FF2B5EF4-FFF2-40B4-BE49-F238E27FC236}">
                  <a16:creationId xmlns:a16="http://schemas.microsoft.com/office/drawing/2014/main" id="{1E2750E5-D689-E9A8-A6BF-0DBD0639FA7A}"/>
                </a:ext>
              </a:extLst>
            </p:cNvPr>
            <p:cNvSpPr/>
            <p:nvPr/>
          </p:nvSpPr>
          <p:spPr>
            <a:xfrm>
              <a:off x="2647334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8" name="Freeform 1657">
              <a:extLst>
                <a:ext uri="{FF2B5EF4-FFF2-40B4-BE49-F238E27FC236}">
                  <a16:creationId xmlns:a16="http://schemas.microsoft.com/office/drawing/2014/main" id="{C46F27F5-DDFF-294F-EEC7-E05138D885F5}"/>
                </a:ext>
              </a:extLst>
            </p:cNvPr>
            <p:cNvSpPr/>
            <p:nvPr/>
          </p:nvSpPr>
          <p:spPr>
            <a:xfrm>
              <a:off x="2724358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  <a:gd name="csX5" fmla="*/ 0 w 77035"/>
                <a:gd name="csY5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9" name="Freeform 1658">
              <a:extLst>
                <a:ext uri="{FF2B5EF4-FFF2-40B4-BE49-F238E27FC236}">
                  <a16:creationId xmlns:a16="http://schemas.microsoft.com/office/drawing/2014/main" id="{80570AAD-C06C-074B-5489-8702C02A1DEE}"/>
                </a:ext>
              </a:extLst>
            </p:cNvPr>
            <p:cNvSpPr/>
            <p:nvPr/>
          </p:nvSpPr>
          <p:spPr>
            <a:xfrm>
              <a:off x="2724358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0" name="Freeform 1659">
              <a:extLst>
                <a:ext uri="{FF2B5EF4-FFF2-40B4-BE49-F238E27FC236}">
                  <a16:creationId xmlns:a16="http://schemas.microsoft.com/office/drawing/2014/main" id="{CE7241A9-78A6-27D3-DD19-3F2E66FA505D}"/>
                </a:ext>
              </a:extLst>
            </p:cNvPr>
            <p:cNvSpPr/>
            <p:nvPr/>
          </p:nvSpPr>
          <p:spPr>
            <a:xfrm>
              <a:off x="2801394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  <a:gd name="csX5" fmla="*/ 0 w 77023"/>
                <a:gd name="csY5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1" name="Freeform 1660">
              <a:extLst>
                <a:ext uri="{FF2B5EF4-FFF2-40B4-BE49-F238E27FC236}">
                  <a16:creationId xmlns:a16="http://schemas.microsoft.com/office/drawing/2014/main" id="{F51CB349-57E5-A668-7C7C-D73AF4D0AF08}"/>
                </a:ext>
              </a:extLst>
            </p:cNvPr>
            <p:cNvSpPr/>
            <p:nvPr/>
          </p:nvSpPr>
          <p:spPr>
            <a:xfrm>
              <a:off x="2801394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2" name="Freeform 1661">
              <a:extLst>
                <a:ext uri="{FF2B5EF4-FFF2-40B4-BE49-F238E27FC236}">
                  <a16:creationId xmlns:a16="http://schemas.microsoft.com/office/drawing/2014/main" id="{AE393B03-246C-EE2E-0FAD-A9EC56C85D51}"/>
                </a:ext>
              </a:extLst>
            </p:cNvPr>
            <p:cNvSpPr/>
            <p:nvPr/>
          </p:nvSpPr>
          <p:spPr>
            <a:xfrm>
              <a:off x="2878418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  <a:gd name="csX5" fmla="*/ 0 w 77024"/>
                <a:gd name="csY5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3" name="Freeform 1662">
              <a:extLst>
                <a:ext uri="{FF2B5EF4-FFF2-40B4-BE49-F238E27FC236}">
                  <a16:creationId xmlns:a16="http://schemas.microsoft.com/office/drawing/2014/main" id="{8E7E45B0-2FA2-38FD-AD8D-B346946421E1}"/>
                </a:ext>
              </a:extLst>
            </p:cNvPr>
            <p:cNvSpPr/>
            <p:nvPr/>
          </p:nvSpPr>
          <p:spPr>
            <a:xfrm>
              <a:off x="2878418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4" name="Freeform 1663">
              <a:extLst>
                <a:ext uri="{FF2B5EF4-FFF2-40B4-BE49-F238E27FC236}">
                  <a16:creationId xmlns:a16="http://schemas.microsoft.com/office/drawing/2014/main" id="{90397040-AB9D-D537-71D4-8912A5FB86B4}"/>
                </a:ext>
              </a:extLst>
            </p:cNvPr>
            <p:cNvSpPr/>
            <p:nvPr/>
          </p:nvSpPr>
          <p:spPr>
            <a:xfrm>
              <a:off x="2955442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  <a:gd name="csX5" fmla="*/ 0 w 77035"/>
                <a:gd name="csY5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5" name="Freeform 1664">
              <a:extLst>
                <a:ext uri="{FF2B5EF4-FFF2-40B4-BE49-F238E27FC236}">
                  <a16:creationId xmlns:a16="http://schemas.microsoft.com/office/drawing/2014/main" id="{8C41A7CD-362A-4AD3-0F7F-2DA12788D48F}"/>
                </a:ext>
              </a:extLst>
            </p:cNvPr>
            <p:cNvSpPr/>
            <p:nvPr/>
          </p:nvSpPr>
          <p:spPr>
            <a:xfrm>
              <a:off x="2955442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6" name="Oval 1665">
              <a:extLst>
                <a:ext uri="{FF2B5EF4-FFF2-40B4-BE49-F238E27FC236}">
                  <a16:creationId xmlns:a16="http://schemas.microsoft.com/office/drawing/2014/main" id="{F82AD6FD-898D-7BA6-0203-5BC0497ABE71}"/>
                </a:ext>
              </a:extLst>
            </p:cNvPr>
            <p:cNvSpPr/>
            <p:nvPr/>
          </p:nvSpPr>
          <p:spPr>
            <a:xfrm>
              <a:off x="834856" y="4871850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7" name="Oval 1666">
              <a:extLst>
                <a:ext uri="{FF2B5EF4-FFF2-40B4-BE49-F238E27FC236}">
                  <a16:creationId xmlns:a16="http://schemas.microsoft.com/office/drawing/2014/main" id="{F8DE37A6-B101-C1EA-9F0A-4805CC9F0F61}"/>
                </a:ext>
              </a:extLst>
            </p:cNvPr>
            <p:cNvSpPr/>
            <p:nvPr/>
          </p:nvSpPr>
          <p:spPr>
            <a:xfrm>
              <a:off x="911884" y="486140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8" name="Oval 1667">
              <a:extLst>
                <a:ext uri="{FF2B5EF4-FFF2-40B4-BE49-F238E27FC236}">
                  <a16:creationId xmlns:a16="http://schemas.microsoft.com/office/drawing/2014/main" id="{FCE610BC-7B81-CFB8-BA57-F8BC94DC788D}"/>
                </a:ext>
              </a:extLst>
            </p:cNvPr>
            <p:cNvSpPr/>
            <p:nvPr/>
          </p:nvSpPr>
          <p:spPr>
            <a:xfrm>
              <a:off x="988912" y="479871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9" name="Oval 1668">
              <a:extLst>
                <a:ext uri="{FF2B5EF4-FFF2-40B4-BE49-F238E27FC236}">
                  <a16:creationId xmlns:a16="http://schemas.microsoft.com/office/drawing/2014/main" id="{F55A6678-A31B-623F-EB1A-9E720A0D2503}"/>
                </a:ext>
              </a:extLst>
            </p:cNvPr>
            <p:cNvSpPr/>
            <p:nvPr/>
          </p:nvSpPr>
          <p:spPr>
            <a:xfrm>
              <a:off x="1065939" y="454797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0" name="Oval 1669">
              <a:extLst>
                <a:ext uri="{FF2B5EF4-FFF2-40B4-BE49-F238E27FC236}">
                  <a16:creationId xmlns:a16="http://schemas.microsoft.com/office/drawing/2014/main" id="{6B06C88C-59E1-9AF7-1919-6F32D445B43C}"/>
                </a:ext>
              </a:extLst>
            </p:cNvPr>
            <p:cNvSpPr/>
            <p:nvPr/>
          </p:nvSpPr>
          <p:spPr>
            <a:xfrm>
              <a:off x="1142968" y="4265904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1" name="Oval 1670">
              <a:extLst>
                <a:ext uri="{FF2B5EF4-FFF2-40B4-BE49-F238E27FC236}">
                  <a16:creationId xmlns:a16="http://schemas.microsoft.com/office/drawing/2014/main" id="{3EAA9E61-5D7C-936F-0AB7-A629EEF0C09F}"/>
                </a:ext>
              </a:extLst>
            </p:cNvPr>
            <p:cNvSpPr/>
            <p:nvPr/>
          </p:nvSpPr>
          <p:spPr>
            <a:xfrm>
              <a:off x="1219996" y="357638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2" name="Oval 1671">
              <a:extLst>
                <a:ext uri="{FF2B5EF4-FFF2-40B4-BE49-F238E27FC236}">
                  <a16:creationId xmlns:a16="http://schemas.microsoft.com/office/drawing/2014/main" id="{A4795A54-7208-6AAC-EE12-AEAAF4C368C6}"/>
                </a:ext>
              </a:extLst>
            </p:cNvPr>
            <p:cNvSpPr/>
            <p:nvPr/>
          </p:nvSpPr>
          <p:spPr>
            <a:xfrm>
              <a:off x="1297023" y="3451013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3" name="Oval 1672">
              <a:extLst>
                <a:ext uri="{FF2B5EF4-FFF2-40B4-BE49-F238E27FC236}">
                  <a16:creationId xmlns:a16="http://schemas.microsoft.com/office/drawing/2014/main" id="{D987B073-28A9-F820-05C3-DC13730ED180}"/>
                </a:ext>
              </a:extLst>
            </p:cNvPr>
            <p:cNvSpPr/>
            <p:nvPr/>
          </p:nvSpPr>
          <p:spPr>
            <a:xfrm>
              <a:off x="1374052" y="32420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4" name="Oval 1673">
              <a:extLst>
                <a:ext uri="{FF2B5EF4-FFF2-40B4-BE49-F238E27FC236}">
                  <a16:creationId xmlns:a16="http://schemas.microsoft.com/office/drawing/2014/main" id="{50A86711-F1A4-FF73-DA71-99E70325990E}"/>
                </a:ext>
              </a:extLst>
            </p:cNvPr>
            <p:cNvSpPr/>
            <p:nvPr/>
          </p:nvSpPr>
          <p:spPr>
            <a:xfrm>
              <a:off x="1451080" y="367040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5" name="Oval 1674">
              <a:extLst>
                <a:ext uri="{FF2B5EF4-FFF2-40B4-BE49-F238E27FC236}">
                  <a16:creationId xmlns:a16="http://schemas.microsoft.com/office/drawing/2014/main" id="{22C2885D-A18A-071B-B7D9-CEFA55728561}"/>
                </a:ext>
              </a:extLst>
            </p:cNvPr>
            <p:cNvSpPr/>
            <p:nvPr/>
          </p:nvSpPr>
          <p:spPr>
            <a:xfrm>
              <a:off x="1528107" y="414053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6" name="Oval 1675">
              <a:extLst>
                <a:ext uri="{FF2B5EF4-FFF2-40B4-BE49-F238E27FC236}">
                  <a16:creationId xmlns:a16="http://schemas.microsoft.com/office/drawing/2014/main" id="{EE01FD24-C543-6511-BF38-81F4A618D2FF}"/>
                </a:ext>
              </a:extLst>
            </p:cNvPr>
            <p:cNvSpPr/>
            <p:nvPr/>
          </p:nvSpPr>
          <p:spPr>
            <a:xfrm>
              <a:off x="1605135" y="443306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7" name="Oval 1676">
              <a:extLst>
                <a:ext uri="{FF2B5EF4-FFF2-40B4-BE49-F238E27FC236}">
                  <a16:creationId xmlns:a16="http://schemas.microsoft.com/office/drawing/2014/main" id="{E9C49C05-0601-5817-C346-B321080814B6}"/>
                </a:ext>
              </a:extLst>
            </p:cNvPr>
            <p:cNvSpPr/>
            <p:nvPr/>
          </p:nvSpPr>
          <p:spPr>
            <a:xfrm>
              <a:off x="1682159" y="469424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8" name="Oval 1677">
              <a:extLst>
                <a:ext uri="{FF2B5EF4-FFF2-40B4-BE49-F238E27FC236}">
                  <a16:creationId xmlns:a16="http://schemas.microsoft.com/office/drawing/2014/main" id="{42D643E6-FCE1-F9D5-0D80-92C7CF34D171}"/>
                </a:ext>
              </a:extLst>
            </p:cNvPr>
            <p:cNvSpPr/>
            <p:nvPr/>
          </p:nvSpPr>
          <p:spPr>
            <a:xfrm>
              <a:off x="1759194" y="483005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9" name="Oval 1678">
              <a:extLst>
                <a:ext uri="{FF2B5EF4-FFF2-40B4-BE49-F238E27FC236}">
                  <a16:creationId xmlns:a16="http://schemas.microsoft.com/office/drawing/2014/main" id="{6F2C2C9F-89AB-5481-5E3C-F352C41DBF54}"/>
                </a:ext>
              </a:extLst>
            </p:cNvPr>
            <p:cNvSpPr/>
            <p:nvPr/>
          </p:nvSpPr>
          <p:spPr>
            <a:xfrm>
              <a:off x="1836219" y="488229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0" name="Oval 1679">
              <a:extLst>
                <a:ext uri="{FF2B5EF4-FFF2-40B4-BE49-F238E27FC236}">
                  <a16:creationId xmlns:a16="http://schemas.microsoft.com/office/drawing/2014/main" id="{30C0E76F-0689-0A07-5919-E68B3A841429}"/>
                </a:ext>
              </a:extLst>
            </p:cNvPr>
            <p:cNvSpPr/>
            <p:nvPr/>
          </p:nvSpPr>
          <p:spPr>
            <a:xfrm>
              <a:off x="191324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1" name="Oval 1680">
              <a:extLst>
                <a:ext uri="{FF2B5EF4-FFF2-40B4-BE49-F238E27FC236}">
                  <a16:creationId xmlns:a16="http://schemas.microsoft.com/office/drawing/2014/main" id="{CF03EE41-A7F3-9612-42E4-2068A5E06BE5}"/>
                </a:ext>
              </a:extLst>
            </p:cNvPr>
            <p:cNvSpPr/>
            <p:nvPr/>
          </p:nvSpPr>
          <p:spPr>
            <a:xfrm>
              <a:off x="1990278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2" name="Oval 1681">
              <a:extLst>
                <a:ext uri="{FF2B5EF4-FFF2-40B4-BE49-F238E27FC236}">
                  <a16:creationId xmlns:a16="http://schemas.microsoft.com/office/drawing/2014/main" id="{9C1BBCD5-3421-36EA-1331-980061401F69}"/>
                </a:ext>
              </a:extLst>
            </p:cNvPr>
            <p:cNvSpPr/>
            <p:nvPr/>
          </p:nvSpPr>
          <p:spPr>
            <a:xfrm>
              <a:off x="2067302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3" name="Oval 1682">
              <a:extLst>
                <a:ext uri="{FF2B5EF4-FFF2-40B4-BE49-F238E27FC236}">
                  <a16:creationId xmlns:a16="http://schemas.microsoft.com/office/drawing/2014/main" id="{9A3BAB48-888F-2AFE-C787-E81AE13CB49E}"/>
                </a:ext>
              </a:extLst>
            </p:cNvPr>
            <p:cNvSpPr/>
            <p:nvPr/>
          </p:nvSpPr>
          <p:spPr>
            <a:xfrm>
              <a:off x="214432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4" name="Oval 1683">
              <a:extLst>
                <a:ext uri="{FF2B5EF4-FFF2-40B4-BE49-F238E27FC236}">
                  <a16:creationId xmlns:a16="http://schemas.microsoft.com/office/drawing/2014/main" id="{3A7D7DCC-75B9-F008-CDCF-D1014FF50F05}"/>
                </a:ext>
              </a:extLst>
            </p:cNvPr>
            <p:cNvSpPr/>
            <p:nvPr/>
          </p:nvSpPr>
          <p:spPr>
            <a:xfrm>
              <a:off x="2221362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5" name="Oval 1684">
              <a:extLst>
                <a:ext uri="{FF2B5EF4-FFF2-40B4-BE49-F238E27FC236}">
                  <a16:creationId xmlns:a16="http://schemas.microsoft.com/office/drawing/2014/main" id="{E56B8565-8CE2-792E-AA37-34F87964AAE1}"/>
                </a:ext>
              </a:extLst>
            </p:cNvPr>
            <p:cNvSpPr/>
            <p:nvPr/>
          </p:nvSpPr>
          <p:spPr>
            <a:xfrm>
              <a:off x="229838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6" name="Oval 1685">
              <a:extLst>
                <a:ext uri="{FF2B5EF4-FFF2-40B4-BE49-F238E27FC236}">
                  <a16:creationId xmlns:a16="http://schemas.microsoft.com/office/drawing/2014/main" id="{6F4EA204-83F5-03D8-0CED-620B1BB7349E}"/>
                </a:ext>
              </a:extLst>
            </p:cNvPr>
            <p:cNvSpPr/>
            <p:nvPr/>
          </p:nvSpPr>
          <p:spPr>
            <a:xfrm>
              <a:off x="237541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7" name="Oval 1686">
              <a:extLst>
                <a:ext uri="{FF2B5EF4-FFF2-40B4-BE49-F238E27FC236}">
                  <a16:creationId xmlns:a16="http://schemas.microsoft.com/office/drawing/2014/main" id="{A7106FE9-B2DF-3078-4C87-560D584568B7}"/>
                </a:ext>
              </a:extLst>
            </p:cNvPr>
            <p:cNvSpPr/>
            <p:nvPr/>
          </p:nvSpPr>
          <p:spPr>
            <a:xfrm>
              <a:off x="245244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8" name="Oval 1687">
              <a:extLst>
                <a:ext uri="{FF2B5EF4-FFF2-40B4-BE49-F238E27FC236}">
                  <a16:creationId xmlns:a16="http://schemas.microsoft.com/office/drawing/2014/main" id="{B862057E-833F-887E-7721-BC3EC64C3380}"/>
                </a:ext>
              </a:extLst>
            </p:cNvPr>
            <p:cNvSpPr/>
            <p:nvPr/>
          </p:nvSpPr>
          <p:spPr>
            <a:xfrm>
              <a:off x="252947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9" name="Oval 1688">
              <a:extLst>
                <a:ext uri="{FF2B5EF4-FFF2-40B4-BE49-F238E27FC236}">
                  <a16:creationId xmlns:a16="http://schemas.microsoft.com/office/drawing/2014/main" id="{E273D2F2-0AE6-483D-B7C5-6508FF6AD6A9}"/>
                </a:ext>
              </a:extLst>
            </p:cNvPr>
            <p:cNvSpPr/>
            <p:nvPr/>
          </p:nvSpPr>
          <p:spPr>
            <a:xfrm>
              <a:off x="2606494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0" name="Oval 1689">
              <a:extLst>
                <a:ext uri="{FF2B5EF4-FFF2-40B4-BE49-F238E27FC236}">
                  <a16:creationId xmlns:a16="http://schemas.microsoft.com/office/drawing/2014/main" id="{085EAB3B-52D2-7E69-6B25-8BE557234C68}"/>
                </a:ext>
              </a:extLst>
            </p:cNvPr>
            <p:cNvSpPr/>
            <p:nvPr/>
          </p:nvSpPr>
          <p:spPr>
            <a:xfrm>
              <a:off x="268353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1" name="Oval 1690">
              <a:extLst>
                <a:ext uri="{FF2B5EF4-FFF2-40B4-BE49-F238E27FC236}">
                  <a16:creationId xmlns:a16="http://schemas.microsoft.com/office/drawing/2014/main" id="{3F7FD15F-7312-E860-D3E8-0FEF1561E024}"/>
                </a:ext>
              </a:extLst>
            </p:cNvPr>
            <p:cNvSpPr/>
            <p:nvPr/>
          </p:nvSpPr>
          <p:spPr>
            <a:xfrm>
              <a:off x="2760554" y="47882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2" name="Oval 1691">
              <a:extLst>
                <a:ext uri="{FF2B5EF4-FFF2-40B4-BE49-F238E27FC236}">
                  <a16:creationId xmlns:a16="http://schemas.microsoft.com/office/drawing/2014/main" id="{76698491-567E-3E3D-0342-5106F15FB7AA}"/>
                </a:ext>
              </a:extLst>
            </p:cNvPr>
            <p:cNvSpPr/>
            <p:nvPr/>
          </p:nvSpPr>
          <p:spPr>
            <a:xfrm>
              <a:off x="2837578" y="380622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3" name="Oval 1692">
              <a:extLst>
                <a:ext uri="{FF2B5EF4-FFF2-40B4-BE49-F238E27FC236}">
                  <a16:creationId xmlns:a16="http://schemas.microsoft.com/office/drawing/2014/main" id="{73F1F675-34B1-5082-372C-3F3D41DD2DF9}"/>
                </a:ext>
              </a:extLst>
            </p:cNvPr>
            <p:cNvSpPr/>
            <p:nvPr/>
          </p:nvSpPr>
          <p:spPr>
            <a:xfrm>
              <a:off x="2914614" y="398382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4" name="Oval 1693">
              <a:extLst>
                <a:ext uri="{FF2B5EF4-FFF2-40B4-BE49-F238E27FC236}">
                  <a16:creationId xmlns:a16="http://schemas.microsoft.com/office/drawing/2014/main" id="{D7D8EB21-EE7E-6A49-E4D7-4CE30F040DF5}"/>
                </a:ext>
              </a:extLst>
            </p:cNvPr>
            <p:cNvSpPr/>
            <p:nvPr/>
          </p:nvSpPr>
          <p:spPr>
            <a:xfrm>
              <a:off x="2991638" y="4777819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95" name="Oval 1694">
            <a:extLst>
              <a:ext uri="{FF2B5EF4-FFF2-40B4-BE49-F238E27FC236}">
                <a16:creationId xmlns:a16="http://schemas.microsoft.com/office/drawing/2014/main" id="{87DC0AC9-1A4B-A921-708D-2EB2A508FE22}"/>
              </a:ext>
            </a:extLst>
          </p:cNvPr>
          <p:cNvSpPr/>
          <p:nvPr/>
        </p:nvSpPr>
        <p:spPr>
          <a:xfrm>
            <a:off x="1642886" y="4862492"/>
            <a:ext cx="59228" cy="65151"/>
          </a:xfrm>
          <a:prstGeom prst="ellipse">
            <a:avLst/>
          </a:prstGeom>
          <a:solidFill>
            <a:srgbClr val="FF0000"/>
          </a:solidFill>
          <a:ln w="3708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2917" name="Group 2916">
            <a:extLst>
              <a:ext uri="{FF2B5EF4-FFF2-40B4-BE49-F238E27FC236}">
                <a16:creationId xmlns:a16="http://schemas.microsoft.com/office/drawing/2014/main" id="{459EAE74-80BB-D5E7-D91B-DB8F98357247}"/>
              </a:ext>
            </a:extLst>
          </p:cNvPr>
          <p:cNvGrpSpPr/>
          <p:nvPr/>
        </p:nvGrpSpPr>
        <p:grpSpPr>
          <a:xfrm>
            <a:off x="2182798" y="3299412"/>
            <a:ext cx="904066" cy="270809"/>
            <a:chOff x="2182798" y="3299412"/>
            <a:chExt cx="904066" cy="270809"/>
          </a:xfrm>
        </p:grpSpPr>
        <p:sp>
          <p:nvSpPr>
            <p:cNvPr id="1696" name="Freeform 1695">
              <a:extLst>
                <a:ext uri="{FF2B5EF4-FFF2-40B4-BE49-F238E27FC236}">
                  <a16:creationId xmlns:a16="http://schemas.microsoft.com/office/drawing/2014/main" id="{D0AB686A-8F70-C809-7EB5-A1E20E2B5FA5}"/>
                </a:ext>
              </a:extLst>
            </p:cNvPr>
            <p:cNvSpPr/>
            <p:nvPr/>
          </p:nvSpPr>
          <p:spPr>
            <a:xfrm>
              <a:off x="2182798" y="3299412"/>
              <a:ext cx="904066" cy="270809"/>
            </a:xfrm>
            <a:custGeom>
              <a:avLst/>
              <a:gdLst>
                <a:gd name="csX0" fmla="*/ 0 w 904066"/>
                <a:gd name="csY0" fmla="*/ 270809 h 270809"/>
                <a:gd name="csX1" fmla="*/ 904066 w 904066"/>
                <a:gd name="csY1" fmla="*/ 270809 h 270809"/>
                <a:gd name="csX2" fmla="*/ 904066 w 904066"/>
                <a:gd name="csY2" fmla="*/ 0 h 270809"/>
                <a:gd name="csX3" fmla="*/ 0 w 904066"/>
                <a:gd name="csY3" fmla="*/ 0 h 270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04066" h="270809">
                  <a:moveTo>
                    <a:pt x="0" y="270809"/>
                  </a:moveTo>
                  <a:lnTo>
                    <a:pt x="904066" y="270809"/>
                  </a:lnTo>
                  <a:lnTo>
                    <a:pt x="9040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7" name="Freeform 1696">
              <a:extLst>
                <a:ext uri="{FF2B5EF4-FFF2-40B4-BE49-F238E27FC236}">
                  <a16:creationId xmlns:a16="http://schemas.microsoft.com/office/drawing/2014/main" id="{7783443D-4367-84F4-CB78-88CC34DC2E72}"/>
                </a:ext>
              </a:extLst>
            </p:cNvPr>
            <p:cNvSpPr/>
            <p:nvPr/>
          </p:nvSpPr>
          <p:spPr>
            <a:xfrm>
              <a:off x="2182798" y="3299412"/>
              <a:ext cx="904066" cy="270809"/>
            </a:xfrm>
            <a:custGeom>
              <a:avLst/>
              <a:gdLst>
                <a:gd name="csX0" fmla="*/ 0 w 904066"/>
                <a:gd name="csY0" fmla="*/ 270809 h 270809"/>
                <a:gd name="csX1" fmla="*/ 904066 w 904066"/>
                <a:gd name="csY1" fmla="*/ 270809 h 270809"/>
                <a:gd name="csX2" fmla="*/ 904066 w 904066"/>
                <a:gd name="csY2" fmla="*/ 0 h 270809"/>
                <a:gd name="csX3" fmla="*/ 0 w 904066"/>
                <a:gd name="csY3" fmla="*/ 0 h 270809"/>
                <a:gd name="csX4" fmla="*/ 0 w 904066"/>
                <a:gd name="csY4" fmla="*/ 270809 h 270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066" h="270809">
                  <a:moveTo>
                    <a:pt x="0" y="270809"/>
                  </a:moveTo>
                  <a:lnTo>
                    <a:pt x="904066" y="270809"/>
                  </a:lnTo>
                  <a:lnTo>
                    <a:pt x="904066" y="0"/>
                  </a:lnTo>
                  <a:lnTo>
                    <a:pt x="0" y="0"/>
                  </a:lnTo>
                  <a:lnTo>
                    <a:pt x="0" y="270809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5" name="Group 2914">
            <a:extLst>
              <a:ext uri="{FF2B5EF4-FFF2-40B4-BE49-F238E27FC236}">
                <a16:creationId xmlns:a16="http://schemas.microsoft.com/office/drawing/2014/main" id="{50CD3CA8-C9AA-49BC-9D62-2A3E0B8BDDD7}"/>
              </a:ext>
            </a:extLst>
          </p:cNvPr>
          <p:cNvGrpSpPr/>
          <p:nvPr/>
        </p:nvGrpSpPr>
        <p:grpSpPr>
          <a:xfrm>
            <a:off x="2210682" y="3353574"/>
            <a:ext cx="538286" cy="83367"/>
            <a:chOff x="2210682" y="3353574"/>
            <a:chExt cx="538286" cy="83367"/>
          </a:xfrm>
        </p:grpSpPr>
        <p:sp>
          <p:nvSpPr>
            <p:cNvPr id="1703" name="Freeform 1702">
              <a:extLst>
                <a:ext uri="{FF2B5EF4-FFF2-40B4-BE49-F238E27FC236}">
                  <a16:creationId xmlns:a16="http://schemas.microsoft.com/office/drawing/2014/main" id="{BE75D526-0E49-E766-188A-3D04E2F566F0}"/>
                </a:ext>
              </a:extLst>
            </p:cNvPr>
            <p:cNvSpPr/>
            <p:nvPr/>
          </p:nvSpPr>
          <p:spPr>
            <a:xfrm>
              <a:off x="2591356" y="3373537"/>
              <a:ext cx="40386" cy="63404"/>
            </a:xfrm>
            <a:custGeom>
              <a:avLst/>
              <a:gdLst>
                <a:gd name="csX0" fmla="*/ 7464 w 40386"/>
                <a:gd name="csY0" fmla="*/ 39462 h 63404"/>
                <a:gd name="csX1" fmla="*/ 7464 w 40386"/>
                <a:gd name="csY1" fmla="*/ 63405 h 63404"/>
                <a:gd name="csX2" fmla="*/ 0 w 40386"/>
                <a:gd name="csY2" fmla="*/ 63405 h 63404"/>
                <a:gd name="csX3" fmla="*/ 0 w 40386"/>
                <a:gd name="csY3" fmla="*/ 1089 h 63404"/>
                <a:gd name="csX4" fmla="*/ 7464 w 40386"/>
                <a:gd name="csY4" fmla="*/ 1089 h 63404"/>
                <a:gd name="csX5" fmla="*/ 7464 w 40386"/>
                <a:gd name="csY5" fmla="*/ 7942 h 63404"/>
                <a:gd name="csX6" fmla="*/ 13350 w 40386"/>
                <a:gd name="csY6" fmla="*/ 1976 h 63404"/>
                <a:gd name="csX7" fmla="*/ 21894 w 40386"/>
                <a:gd name="csY7" fmla="*/ 0 h 63404"/>
                <a:gd name="csX8" fmla="*/ 35233 w 40386"/>
                <a:gd name="csY8" fmla="*/ 6530 h 63404"/>
                <a:gd name="csX9" fmla="*/ 40387 w 40386"/>
                <a:gd name="csY9" fmla="*/ 23702 h 63404"/>
                <a:gd name="csX10" fmla="*/ 35233 w 40386"/>
                <a:gd name="csY10" fmla="*/ 40873 h 63404"/>
                <a:gd name="csX11" fmla="*/ 21894 w 40386"/>
                <a:gd name="csY11" fmla="*/ 47402 h 63404"/>
                <a:gd name="csX12" fmla="*/ 13350 w 40386"/>
                <a:gd name="csY12" fmla="*/ 45468 h 63404"/>
                <a:gd name="csX13" fmla="*/ 7464 w 40386"/>
                <a:gd name="csY13" fmla="*/ 39462 h 63404"/>
                <a:gd name="csX14" fmla="*/ 32690 w 40386"/>
                <a:gd name="csY14" fmla="*/ 23702 h 63404"/>
                <a:gd name="csX15" fmla="*/ 29312 w 40386"/>
                <a:gd name="csY15" fmla="*/ 10883 h 63404"/>
                <a:gd name="csX16" fmla="*/ 20072 w 40386"/>
                <a:gd name="csY16" fmla="*/ 6208 h 63404"/>
                <a:gd name="csX17" fmla="*/ 10808 w 40386"/>
                <a:gd name="csY17" fmla="*/ 10883 h 63404"/>
                <a:gd name="csX18" fmla="*/ 7464 w 40386"/>
                <a:gd name="csY18" fmla="*/ 23702 h 63404"/>
                <a:gd name="csX19" fmla="*/ 10808 w 40386"/>
                <a:gd name="csY19" fmla="*/ 36559 h 63404"/>
                <a:gd name="csX20" fmla="*/ 20072 w 40386"/>
                <a:gd name="csY20" fmla="*/ 41195 h 63404"/>
                <a:gd name="csX21" fmla="*/ 29312 w 40386"/>
                <a:gd name="csY21" fmla="*/ 36559 h 63404"/>
                <a:gd name="csX22" fmla="*/ 32690 w 40386"/>
                <a:gd name="csY22" fmla="*/ 23702 h 63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86" h="63404">
                  <a:moveTo>
                    <a:pt x="7464" y="39462"/>
                  </a:moveTo>
                  <a:lnTo>
                    <a:pt x="7464" y="63405"/>
                  </a:lnTo>
                  <a:lnTo>
                    <a:pt x="0" y="63405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7942"/>
                  </a:lnTo>
                  <a:cubicBezTo>
                    <a:pt x="9020" y="5254"/>
                    <a:pt x="10982" y="3265"/>
                    <a:pt x="13350" y="1976"/>
                  </a:cubicBezTo>
                  <a:cubicBezTo>
                    <a:pt x="15742" y="659"/>
                    <a:pt x="18589" y="0"/>
                    <a:pt x="21894" y="0"/>
                  </a:cubicBezTo>
                  <a:cubicBezTo>
                    <a:pt x="27373" y="0"/>
                    <a:pt x="31820" y="2177"/>
                    <a:pt x="35233" y="6530"/>
                  </a:cubicBezTo>
                  <a:cubicBezTo>
                    <a:pt x="38669" y="10883"/>
                    <a:pt x="40387" y="16607"/>
                    <a:pt x="40387" y="23702"/>
                  </a:cubicBezTo>
                  <a:cubicBezTo>
                    <a:pt x="40387" y="30796"/>
                    <a:pt x="38669" y="36520"/>
                    <a:pt x="35233" y="40873"/>
                  </a:cubicBezTo>
                  <a:cubicBezTo>
                    <a:pt x="31820" y="45226"/>
                    <a:pt x="27374" y="47402"/>
                    <a:pt x="21894" y="47402"/>
                  </a:cubicBezTo>
                  <a:cubicBezTo>
                    <a:pt x="18589" y="47402"/>
                    <a:pt x="15742" y="46757"/>
                    <a:pt x="13350" y="45468"/>
                  </a:cubicBezTo>
                  <a:cubicBezTo>
                    <a:pt x="10982" y="44151"/>
                    <a:pt x="9020" y="42149"/>
                    <a:pt x="7464" y="39462"/>
                  </a:cubicBezTo>
                  <a:moveTo>
                    <a:pt x="32690" y="23702"/>
                  </a:moveTo>
                  <a:cubicBezTo>
                    <a:pt x="32690" y="18246"/>
                    <a:pt x="31564" y="13973"/>
                    <a:pt x="29312" y="10883"/>
                  </a:cubicBezTo>
                  <a:cubicBezTo>
                    <a:pt x="27076" y="7767"/>
                    <a:pt x="23995" y="6208"/>
                    <a:pt x="20072" y="6208"/>
                  </a:cubicBezTo>
                  <a:cubicBezTo>
                    <a:pt x="16156" y="6208"/>
                    <a:pt x="13068" y="7767"/>
                    <a:pt x="10808" y="10883"/>
                  </a:cubicBezTo>
                  <a:cubicBezTo>
                    <a:pt x="8579" y="13973"/>
                    <a:pt x="7464" y="18246"/>
                    <a:pt x="7464" y="23702"/>
                  </a:cubicBezTo>
                  <a:cubicBezTo>
                    <a:pt x="7464" y="29157"/>
                    <a:pt x="8579" y="33443"/>
                    <a:pt x="10808" y="36559"/>
                  </a:cubicBezTo>
                  <a:cubicBezTo>
                    <a:pt x="13068" y="39650"/>
                    <a:pt x="16156" y="41195"/>
                    <a:pt x="20072" y="41195"/>
                  </a:cubicBezTo>
                  <a:cubicBezTo>
                    <a:pt x="23995" y="41195"/>
                    <a:pt x="27076" y="39650"/>
                    <a:pt x="29312" y="36559"/>
                  </a:cubicBezTo>
                  <a:cubicBezTo>
                    <a:pt x="31564" y="33443"/>
                    <a:pt x="32690" y="29157"/>
                    <a:pt x="32690" y="2370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8" name="Freeform 1697">
              <a:extLst>
                <a:ext uri="{FF2B5EF4-FFF2-40B4-BE49-F238E27FC236}">
                  <a16:creationId xmlns:a16="http://schemas.microsoft.com/office/drawing/2014/main" id="{426F64B9-9CC0-E78A-CE5E-B0E7B959107E}"/>
                </a:ext>
              </a:extLst>
            </p:cNvPr>
            <p:cNvSpPr/>
            <p:nvPr/>
          </p:nvSpPr>
          <p:spPr>
            <a:xfrm>
              <a:off x="2210682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8 w 167328"/>
                <a:gd name="csY1" fmla="*/ 72216 h 72215"/>
                <a:gd name="csX2" fmla="*/ 167328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8" y="72216"/>
                  </a:lnTo>
                  <a:lnTo>
                    <a:pt x="167328" y="0"/>
                  </a:lnTo>
                  <a:lnTo>
                    <a:pt x="0" y="0"/>
                  </a:lnTo>
                  <a:lnTo>
                    <a:pt x="0" y="72216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9" name="Freeform 1698">
              <a:extLst>
                <a:ext uri="{FF2B5EF4-FFF2-40B4-BE49-F238E27FC236}">
                  <a16:creationId xmlns:a16="http://schemas.microsoft.com/office/drawing/2014/main" id="{28BB18C4-2426-5454-BEF6-05D8FE3D6977}"/>
                </a:ext>
              </a:extLst>
            </p:cNvPr>
            <p:cNvSpPr/>
            <p:nvPr/>
          </p:nvSpPr>
          <p:spPr>
            <a:xfrm>
              <a:off x="2210682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8 w 167328"/>
                <a:gd name="csY1" fmla="*/ 72216 h 72215"/>
                <a:gd name="csX2" fmla="*/ 167328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8" y="72216"/>
                  </a:lnTo>
                  <a:lnTo>
                    <a:pt x="167328" y="0"/>
                  </a:lnTo>
                  <a:lnTo>
                    <a:pt x="0" y="0"/>
                  </a:lnTo>
                  <a:lnTo>
                    <a:pt x="0" y="72216"/>
                  </a:lnTo>
                </a:path>
              </a:pathLst>
            </a:custGeom>
            <a:noFill/>
            <a:ln w="695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0" name="Freeform 1699">
              <a:extLst>
                <a:ext uri="{FF2B5EF4-FFF2-40B4-BE49-F238E27FC236}">
                  <a16:creationId xmlns:a16="http://schemas.microsoft.com/office/drawing/2014/main" id="{29781034-E9FF-69D3-3CD9-AE8F828D0461}"/>
                </a:ext>
              </a:extLst>
            </p:cNvPr>
            <p:cNvSpPr/>
            <p:nvPr/>
          </p:nvSpPr>
          <p:spPr>
            <a:xfrm>
              <a:off x="2405907" y="3358503"/>
              <a:ext cx="42360" cy="62436"/>
            </a:xfrm>
            <a:custGeom>
              <a:avLst/>
              <a:gdLst>
                <a:gd name="csX0" fmla="*/ 38727 w 42360"/>
                <a:gd name="csY0" fmla="*/ 3064 h 62436"/>
                <a:gd name="csX1" fmla="*/ 38727 w 42360"/>
                <a:gd name="csY1" fmla="*/ 11004 h 62436"/>
                <a:gd name="csX2" fmla="*/ 29986 w 42360"/>
                <a:gd name="csY2" fmla="*/ 7699 h 62436"/>
                <a:gd name="csX3" fmla="*/ 22045 w 42360"/>
                <a:gd name="csY3" fmla="*/ 6610 h 62436"/>
                <a:gd name="csX4" fmla="*/ 11771 w 42360"/>
                <a:gd name="csY4" fmla="*/ 9191 h 62436"/>
                <a:gd name="csX5" fmla="*/ 8184 w 42360"/>
                <a:gd name="csY5" fmla="*/ 16526 h 62436"/>
                <a:gd name="csX6" fmla="*/ 10552 w 42360"/>
                <a:gd name="csY6" fmla="*/ 22572 h 62436"/>
                <a:gd name="csX7" fmla="*/ 19665 w 42360"/>
                <a:gd name="csY7" fmla="*/ 25838 h 62436"/>
                <a:gd name="csX8" fmla="*/ 24587 w 42360"/>
                <a:gd name="csY8" fmla="*/ 26845 h 62436"/>
                <a:gd name="csX9" fmla="*/ 38007 w 42360"/>
                <a:gd name="csY9" fmla="*/ 32972 h 62436"/>
                <a:gd name="csX10" fmla="*/ 42360 w 42360"/>
                <a:gd name="csY10" fmla="*/ 44661 h 62436"/>
                <a:gd name="csX11" fmla="*/ 36475 w 42360"/>
                <a:gd name="csY11" fmla="*/ 57923 h 62436"/>
                <a:gd name="csX12" fmla="*/ 19305 w 42360"/>
                <a:gd name="csY12" fmla="*/ 62436 h 62436"/>
                <a:gd name="csX13" fmla="*/ 10193 w 42360"/>
                <a:gd name="csY13" fmla="*/ 61469 h 62436"/>
                <a:gd name="csX14" fmla="*/ 244 w 42360"/>
                <a:gd name="csY14" fmla="*/ 58608 h 62436"/>
                <a:gd name="csX15" fmla="*/ 244 w 42360"/>
                <a:gd name="csY15" fmla="*/ 50224 h 62436"/>
                <a:gd name="csX16" fmla="*/ 9949 w 42360"/>
                <a:gd name="csY16" fmla="*/ 54416 h 62436"/>
                <a:gd name="csX17" fmla="*/ 19305 w 42360"/>
                <a:gd name="csY17" fmla="*/ 55826 h 62436"/>
                <a:gd name="csX18" fmla="*/ 30067 w 42360"/>
                <a:gd name="csY18" fmla="*/ 53086 h 62436"/>
                <a:gd name="csX19" fmla="*/ 33851 w 42360"/>
                <a:gd name="csY19" fmla="*/ 45266 h 62436"/>
                <a:gd name="csX20" fmla="*/ 31112 w 42360"/>
                <a:gd name="csY20" fmla="*/ 38333 h 62436"/>
                <a:gd name="csX21" fmla="*/ 22208 w 42360"/>
                <a:gd name="csY21" fmla="*/ 34585 h 62436"/>
                <a:gd name="csX22" fmla="*/ 17251 w 42360"/>
                <a:gd name="csY22" fmla="*/ 33617 h 62436"/>
                <a:gd name="csX23" fmla="*/ 4063 w 42360"/>
                <a:gd name="csY23" fmla="*/ 27933 h 62436"/>
                <a:gd name="csX24" fmla="*/ 0 w 42360"/>
                <a:gd name="csY24" fmla="*/ 17172 h 62436"/>
                <a:gd name="csX25" fmla="*/ 5595 w 42360"/>
                <a:gd name="csY25" fmla="*/ 4595 h 62436"/>
                <a:gd name="csX26" fmla="*/ 21116 w 42360"/>
                <a:gd name="csY26" fmla="*/ 0 h 62436"/>
                <a:gd name="csX27" fmla="*/ 29742 w 42360"/>
                <a:gd name="csY27" fmla="*/ 766 h 62436"/>
                <a:gd name="csX28" fmla="*/ 38727 w 42360"/>
                <a:gd name="csY28" fmla="*/ 3064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42360" h="62436">
                  <a:moveTo>
                    <a:pt x="38727" y="3064"/>
                  </a:moveTo>
                  <a:lnTo>
                    <a:pt x="38727" y="11004"/>
                  </a:lnTo>
                  <a:cubicBezTo>
                    <a:pt x="35639" y="9526"/>
                    <a:pt x="32725" y="8424"/>
                    <a:pt x="29986" y="7699"/>
                  </a:cubicBezTo>
                  <a:cubicBezTo>
                    <a:pt x="27246" y="6973"/>
                    <a:pt x="24599" y="6610"/>
                    <a:pt x="22045" y="6610"/>
                  </a:cubicBezTo>
                  <a:cubicBezTo>
                    <a:pt x="17611" y="6610"/>
                    <a:pt x="14186" y="7470"/>
                    <a:pt x="11771" y="9191"/>
                  </a:cubicBezTo>
                  <a:cubicBezTo>
                    <a:pt x="9380" y="10910"/>
                    <a:pt x="8184" y="13355"/>
                    <a:pt x="8184" y="16526"/>
                  </a:cubicBezTo>
                  <a:cubicBezTo>
                    <a:pt x="8184" y="19187"/>
                    <a:pt x="8974" y="21202"/>
                    <a:pt x="10552" y="22572"/>
                  </a:cubicBezTo>
                  <a:cubicBezTo>
                    <a:pt x="12170" y="23916"/>
                    <a:pt x="15207" y="25005"/>
                    <a:pt x="19665" y="25838"/>
                  </a:cubicBezTo>
                  <a:lnTo>
                    <a:pt x="24587" y="26845"/>
                  </a:lnTo>
                  <a:cubicBezTo>
                    <a:pt x="30655" y="28001"/>
                    <a:pt x="35128" y="30043"/>
                    <a:pt x="38007" y="32972"/>
                  </a:cubicBezTo>
                  <a:cubicBezTo>
                    <a:pt x="40909" y="35875"/>
                    <a:pt x="42360" y="39771"/>
                    <a:pt x="42360" y="44661"/>
                  </a:cubicBezTo>
                  <a:cubicBezTo>
                    <a:pt x="42360" y="50493"/>
                    <a:pt x="40399" y="54913"/>
                    <a:pt x="36475" y="57923"/>
                  </a:cubicBezTo>
                  <a:cubicBezTo>
                    <a:pt x="32582" y="60932"/>
                    <a:pt x="26859" y="62436"/>
                    <a:pt x="19305" y="62436"/>
                  </a:cubicBezTo>
                  <a:cubicBezTo>
                    <a:pt x="16457" y="62436"/>
                    <a:pt x="13420" y="62114"/>
                    <a:pt x="10193" y="61469"/>
                  </a:cubicBezTo>
                  <a:cubicBezTo>
                    <a:pt x="6996" y="60825"/>
                    <a:pt x="3680" y="59871"/>
                    <a:pt x="244" y="58608"/>
                  </a:cubicBezTo>
                  <a:lnTo>
                    <a:pt x="244" y="50224"/>
                  </a:lnTo>
                  <a:cubicBezTo>
                    <a:pt x="3549" y="52078"/>
                    <a:pt x="6783" y="53476"/>
                    <a:pt x="9949" y="54416"/>
                  </a:cubicBezTo>
                  <a:cubicBezTo>
                    <a:pt x="13122" y="55356"/>
                    <a:pt x="16241" y="55826"/>
                    <a:pt x="19305" y="55826"/>
                  </a:cubicBezTo>
                  <a:cubicBezTo>
                    <a:pt x="23957" y="55826"/>
                    <a:pt x="27544" y="54913"/>
                    <a:pt x="30067" y="53086"/>
                  </a:cubicBezTo>
                  <a:cubicBezTo>
                    <a:pt x="32590" y="51258"/>
                    <a:pt x="33851" y="48652"/>
                    <a:pt x="33851" y="45266"/>
                  </a:cubicBezTo>
                  <a:cubicBezTo>
                    <a:pt x="33851" y="42310"/>
                    <a:pt x="32938" y="39999"/>
                    <a:pt x="31112" y="38333"/>
                  </a:cubicBezTo>
                  <a:cubicBezTo>
                    <a:pt x="29316" y="36667"/>
                    <a:pt x="26348" y="35418"/>
                    <a:pt x="22208" y="34585"/>
                  </a:cubicBezTo>
                  <a:lnTo>
                    <a:pt x="17251" y="33617"/>
                  </a:lnTo>
                  <a:cubicBezTo>
                    <a:pt x="11175" y="32408"/>
                    <a:pt x="6779" y="30513"/>
                    <a:pt x="4063" y="27933"/>
                  </a:cubicBezTo>
                  <a:cubicBezTo>
                    <a:pt x="1354" y="25354"/>
                    <a:pt x="0" y="21766"/>
                    <a:pt x="0" y="17172"/>
                  </a:cubicBezTo>
                  <a:cubicBezTo>
                    <a:pt x="0" y="11851"/>
                    <a:pt x="1865" y="7659"/>
                    <a:pt x="5595" y="4595"/>
                  </a:cubicBezTo>
                  <a:cubicBezTo>
                    <a:pt x="9357" y="1532"/>
                    <a:pt x="14530" y="0"/>
                    <a:pt x="21116" y="0"/>
                  </a:cubicBezTo>
                  <a:cubicBezTo>
                    <a:pt x="23941" y="0"/>
                    <a:pt x="26816" y="255"/>
                    <a:pt x="29742" y="766"/>
                  </a:cubicBezTo>
                  <a:cubicBezTo>
                    <a:pt x="32675" y="1276"/>
                    <a:pt x="35670" y="2042"/>
                    <a:pt x="38727" y="3064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1" name="Freeform 1700">
              <a:extLst>
                <a:ext uri="{FF2B5EF4-FFF2-40B4-BE49-F238E27FC236}">
                  <a16:creationId xmlns:a16="http://schemas.microsoft.com/office/drawing/2014/main" id="{0145D921-3AEE-98BF-9F41-2DB7F5BC55F8}"/>
                </a:ext>
              </a:extLst>
            </p:cNvPr>
            <p:cNvSpPr/>
            <p:nvPr/>
          </p:nvSpPr>
          <p:spPr>
            <a:xfrm>
              <a:off x="2457821" y="3373537"/>
              <a:ext cx="38134" cy="47402"/>
            </a:xfrm>
            <a:custGeom>
              <a:avLst/>
              <a:gdLst>
                <a:gd name="csX0" fmla="*/ 23334 w 38134"/>
                <a:gd name="csY0" fmla="*/ 23540 h 47402"/>
                <a:gd name="csX1" fmla="*/ 10877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4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73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901 w 38134"/>
                <a:gd name="csY22" fmla="*/ 6288 h 47402"/>
                <a:gd name="csX23" fmla="*/ 10355 w 38134"/>
                <a:gd name="csY23" fmla="*/ 7216 h 47402"/>
                <a:gd name="csX24" fmla="*/ 3309 w 38134"/>
                <a:gd name="csY24" fmla="*/ 9996 h 47402"/>
                <a:gd name="csX25" fmla="*/ 3309 w 38134"/>
                <a:gd name="csY25" fmla="*/ 3145 h 47402"/>
                <a:gd name="csX26" fmla="*/ 11202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4" y="23540"/>
                  </a:moveTo>
                  <a:cubicBezTo>
                    <a:pt x="17344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9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4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59" y="46757"/>
                    <a:pt x="18768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6" y="6288"/>
                    <a:pt x="17901" y="6288"/>
                  </a:cubicBezTo>
                  <a:cubicBezTo>
                    <a:pt x="15316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9" y="9996"/>
                  </a:cubicBezTo>
                  <a:lnTo>
                    <a:pt x="3309" y="3145"/>
                  </a:lnTo>
                  <a:cubicBezTo>
                    <a:pt x="6017" y="2097"/>
                    <a:pt x="8649" y="1318"/>
                    <a:pt x="11202" y="807"/>
                  </a:cubicBezTo>
                  <a:cubicBezTo>
                    <a:pt x="13756" y="269"/>
                    <a:pt x="16245" y="0"/>
                    <a:pt x="18667" y="0"/>
                  </a:cubicBezTo>
                  <a:cubicBezTo>
                    <a:pt x="25191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2" name="Freeform 1701">
              <a:extLst>
                <a:ext uri="{FF2B5EF4-FFF2-40B4-BE49-F238E27FC236}">
                  <a16:creationId xmlns:a16="http://schemas.microsoft.com/office/drawing/2014/main" id="{35FC7A4B-4C18-7070-C16C-D98F55F745D6}"/>
                </a:ext>
              </a:extLst>
            </p:cNvPr>
            <p:cNvSpPr/>
            <p:nvPr/>
          </p:nvSpPr>
          <p:spPr>
            <a:xfrm>
              <a:off x="2510943" y="337353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31 w 65902"/>
                <a:gd name="csY13" fmla="*/ 46234 h 46234"/>
                <a:gd name="csX14" fmla="*/ 29231 w 65902"/>
                <a:gd name="csY14" fmla="*/ 19228 h 46234"/>
                <a:gd name="csX15" fmla="*/ 26932 w 65902"/>
                <a:gd name="csY15" fmla="*/ 9593 h 46234"/>
                <a:gd name="csX16" fmla="*/ 19839 w 65902"/>
                <a:gd name="csY16" fmla="*/ 6450 h 46234"/>
                <a:gd name="csX17" fmla="*/ 10808 w 65902"/>
                <a:gd name="csY17" fmla="*/ 10319 h 46234"/>
                <a:gd name="csX18" fmla="*/ 7464 w 65902"/>
                <a:gd name="csY18" fmla="*/ 20719 h 46234"/>
                <a:gd name="csX19" fmla="*/ 7464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64 w 65902"/>
                <a:gd name="csY22" fmla="*/ 1089 h 46234"/>
                <a:gd name="csX23" fmla="*/ 7464 w 65902"/>
                <a:gd name="csY23" fmla="*/ 8103 h 46234"/>
                <a:gd name="csX24" fmla="*/ 13547 w 65902"/>
                <a:gd name="csY24" fmla="*/ 1976 h 46234"/>
                <a:gd name="csX25" fmla="*/ 21975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67" y="793"/>
                    <a:pt x="47704" y="0"/>
                    <a:pt x="51195" y="0"/>
                  </a:cubicBezTo>
                  <a:cubicBezTo>
                    <a:pt x="55900" y="0"/>
                    <a:pt x="59526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31" y="46234"/>
                  </a:lnTo>
                  <a:lnTo>
                    <a:pt x="29231" y="19228"/>
                  </a:lnTo>
                  <a:cubicBezTo>
                    <a:pt x="29231" y="14874"/>
                    <a:pt x="28465" y="11663"/>
                    <a:pt x="26932" y="9593"/>
                  </a:cubicBezTo>
                  <a:cubicBezTo>
                    <a:pt x="25400" y="7498"/>
                    <a:pt x="23036" y="6450"/>
                    <a:pt x="19839" y="6450"/>
                  </a:cubicBezTo>
                  <a:cubicBezTo>
                    <a:pt x="16047" y="6450"/>
                    <a:pt x="13037" y="7740"/>
                    <a:pt x="10808" y="10319"/>
                  </a:cubicBezTo>
                  <a:cubicBezTo>
                    <a:pt x="8579" y="12872"/>
                    <a:pt x="7464" y="16339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152" y="5335"/>
                    <a:pt x="11179" y="3292"/>
                    <a:pt x="13547" y="1976"/>
                  </a:cubicBezTo>
                  <a:cubicBezTo>
                    <a:pt x="15908" y="659"/>
                    <a:pt x="18717" y="0"/>
                    <a:pt x="21975" y="0"/>
                  </a:cubicBezTo>
                  <a:cubicBezTo>
                    <a:pt x="25249" y="0"/>
                    <a:pt x="28028" y="833"/>
                    <a:pt x="30310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4" name="Freeform 1703">
              <a:extLst>
                <a:ext uri="{FF2B5EF4-FFF2-40B4-BE49-F238E27FC236}">
                  <a16:creationId xmlns:a16="http://schemas.microsoft.com/office/drawing/2014/main" id="{8A1A2A21-F1D8-4923-66AF-95EA8DF30235}"/>
                </a:ext>
              </a:extLst>
            </p:cNvPr>
            <p:cNvSpPr/>
            <p:nvPr/>
          </p:nvSpPr>
          <p:spPr>
            <a:xfrm>
              <a:off x="2644037" y="3357052"/>
              <a:ext cx="7418" cy="62719"/>
            </a:xfrm>
            <a:custGeom>
              <a:avLst/>
              <a:gdLst>
                <a:gd name="csX0" fmla="*/ 0 w 7418"/>
                <a:gd name="csY0" fmla="*/ 0 h 62719"/>
                <a:gd name="csX1" fmla="*/ 7418 w 7418"/>
                <a:gd name="csY1" fmla="*/ 0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418" h="62719">
                  <a:moveTo>
                    <a:pt x="0" y="0"/>
                  </a:moveTo>
                  <a:lnTo>
                    <a:pt x="7418" y="0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5" name="Freeform 1704">
              <a:extLst>
                <a:ext uri="{FF2B5EF4-FFF2-40B4-BE49-F238E27FC236}">
                  <a16:creationId xmlns:a16="http://schemas.microsoft.com/office/drawing/2014/main" id="{45180356-E40A-A9B1-23DF-78F11ADF23CE}"/>
                </a:ext>
              </a:extLst>
            </p:cNvPr>
            <p:cNvSpPr/>
            <p:nvPr/>
          </p:nvSpPr>
          <p:spPr>
            <a:xfrm>
              <a:off x="2663749" y="3373537"/>
              <a:ext cx="41849" cy="47402"/>
            </a:xfrm>
            <a:custGeom>
              <a:avLst/>
              <a:gdLst>
                <a:gd name="csX0" fmla="*/ 41850 w 41849"/>
                <a:gd name="csY0" fmla="*/ 21807 h 47402"/>
                <a:gd name="csX1" fmla="*/ 41850 w 41849"/>
                <a:gd name="csY1" fmla="*/ 25435 h 47402"/>
                <a:gd name="csX2" fmla="*/ 7743 w 41849"/>
                <a:gd name="csY2" fmla="*/ 25435 h 47402"/>
                <a:gd name="csX3" fmla="*/ 12340 w 41849"/>
                <a:gd name="csY3" fmla="*/ 37124 h 47402"/>
                <a:gd name="csX4" fmla="*/ 23868 w 41849"/>
                <a:gd name="csY4" fmla="*/ 41115 h 47402"/>
                <a:gd name="csX5" fmla="*/ 32133 w 41849"/>
                <a:gd name="csY5" fmla="*/ 40066 h 47402"/>
                <a:gd name="csX6" fmla="*/ 40108 w 41849"/>
                <a:gd name="csY6" fmla="*/ 36923 h 47402"/>
                <a:gd name="csX7" fmla="*/ 40108 w 41849"/>
                <a:gd name="csY7" fmla="*/ 43936 h 47402"/>
                <a:gd name="csX8" fmla="*/ 31924 w 41849"/>
                <a:gd name="csY8" fmla="*/ 46516 h 47402"/>
                <a:gd name="csX9" fmla="*/ 23427 w 41849"/>
                <a:gd name="csY9" fmla="*/ 47402 h 47402"/>
                <a:gd name="csX10" fmla="*/ 6292 w 41849"/>
                <a:gd name="csY10" fmla="*/ 41115 h 47402"/>
                <a:gd name="csX11" fmla="*/ 0 w 41849"/>
                <a:gd name="csY11" fmla="*/ 24104 h 47402"/>
                <a:gd name="csX12" fmla="*/ 5967 w 41849"/>
                <a:gd name="csY12" fmla="*/ 6530 h 47402"/>
                <a:gd name="csX13" fmla="*/ 22138 w 41849"/>
                <a:gd name="csY13" fmla="*/ 0 h 47402"/>
                <a:gd name="csX14" fmla="*/ 36521 w 41849"/>
                <a:gd name="csY14" fmla="*/ 5886 h 47402"/>
                <a:gd name="csX15" fmla="*/ 41850 w 41849"/>
                <a:gd name="csY15" fmla="*/ 21807 h 47402"/>
                <a:gd name="csX16" fmla="*/ 34432 w 41849"/>
                <a:gd name="csY16" fmla="*/ 19630 h 47402"/>
                <a:gd name="csX17" fmla="*/ 30995 w 41849"/>
                <a:gd name="csY17" fmla="*/ 9916 h 47402"/>
                <a:gd name="csX18" fmla="*/ 22219 w 41849"/>
                <a:gd name="csY18" fmla="*/ 6288 h 47402"/>
                <a:gd name="csX19" fmla="*/ 12259 w 41849"/>
                <a:gd name="csY19" fmla="*/ 9795 h 47402"/>
                <a:gd name="csX20" fmla="*/ 7987 w 41849"/>
                <a:gd name="csY20" fmla="*/ 19671 h 47402"/>
                <a:gd name="csX21" fmla="*/ 34432 w 41849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2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6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2" y="12335"/>
                    <a:pt x="30995" y="9916"/>
                  </a:cubicBezTo>
                  <a:cubicBezTo>
                    <a:pt x="28798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6" name="Freeform 1705">
              <a:extLst>
                <a:ext uri="{FF2B5EF4-FFF2-40B4-BE49-F238E27FC236}">
                  <a16:creationId xmlns:a16="http://schemas.microsoft.com/office/drawing/2014/main" id="{E3222DF6-7BEE-C18A-8A9B-BD7088913B8D}"/>
                </a:ext>
              </a:extLst>
            </p:cNvPr>
            <p:cNvSpPr/>
            <p:nvPr/>
          </p:nvSpPr>
          <p:spPr>
            <a:xfrm>
              <a:off x="2714456" y="3373537"/>
              <a:ext cx="34512" cy="47402"/>
            </a:xfrm>
            <a:custGeom>
              <a:avLst/>
              <a:gdLst>
                <a:gd name="csX0" fmla="*/ 32087 w 34512"/>
                <a:gd name="csY0" fmla="*/ 2419 h 47402"/>
                <a:gd name="csX1" fmla="*/ 32087 w 34512"/>
                <a:gd name="csY1" fmla="*/ 9432 h 47402"/>
                <a:gd name="csX2" fmla="*/ 25563 w 34512"/>
                <a:gd name="csY2" fmla="*/ 7014 h 47402"/>
                <a:gd name="csX3" fmla="*/ 18551 w 34512"/>
                <a:gd name="csY3" fmla="*/ 6208 h 47402"/>
                <a:gd name="csX4" fmla="*/ 10239 w 34512"/>
                <a:gd name="csY4" fmla="*/ 7901 h 47402"/>
                <a:gd name="csX5" fmla="*/ 7499 w 34512"/>
                <a:gd name="csY5" fmla="*/ 12980 h 47402"/>
                <a:gd name="csX6" fmla="*/ 9473 w 34512"/>
                <a:gd name="csY6" fmla="*/ 17051 h 47402"/>
                <a:gd name="csX7" fmla="*/ 17413 w 34512"/>
                <a:gd name="csY7" fmla="*/ 19832 h 47402"/>
                <a:gd name="csX8" fmla="*/ 19955 w 34512"/>
                <a:gd name="csY8" fmla="*/ 20397 h 47402"/>
                <a:gd name="csX9" fmla="*/ 31158 w 34512"/>
                <a:gd name="csY9" fmla="*/ 25193 h 47402"/>
                <a:gd name="csX10" fmla="*/ 34513 w 34512"/>
                <a:gd name="csY10" fmla="*/ 33778 h 47402"/>
                <a:gd name="csX11" fmla="*/ 29510 w 34512"/>
                <a:gd name="csY11" fmla="*/ 43735 h 47402"/>
                <a:gd name="csX12" fmla="*/ 15846 w 34512"/>
                <a:gd name="csY12" fmla="*/ 47402 h 47402"/>
                <a:gd name="csX13" fmla="*/ 8265 w 34512"/>
                <a:gd name="csY13" fmla="*/ 46676 h 47402"/>
                <a:gd name="csX14" fmla="*/ 0 w 34512"/>
                <a:gd name="csY14" fmla="*/ 44581 h 47402"/>
                <a:gd name="csX15" fmla="*/ 0 w 34512"/>
                <a:gd name="csY15" fmla="*/ 36923 h 47402"/>
                <a:gd name="csX16" fmla="*/ 8103 w 34512"/>
                <a:gd name="csY16" fmla="*/ 40148 h 47402"/>
                <a:gd name="csX17" fmla="*/ 16009 w 34512"/>
                <a:gd name="csY17" fmla="*/ 41195 h 47402"/>
                <a:gd name="csX18" fmla="*/ 24065 w 34512"/>
                <a:gd name="csY18" fmla="*/ 39422 h 47402"/>
                <a:gd name="csX19" fmla="*/ 26886 w 34512"/>
                <a:gd name="csY19" fmla="*/ 34343 h 47402"/>
                <a:gd name="csX20" fmla="*/ 24831 w 34512"/>
                <a:gd name="csY20" fmla="*/ 29708 h 47402"/>
                <a:gd name="csX21" fmla="*/ 15927 w 34512"/>
                <a:gd name="csY21" fmla="*/ 26604 h 47402"/>
                <a:gd name="csX22" fmla="*/ 13350 w 34512"/>
                <a:gd name="csY22" fmla="*/ 25999 h 47402"/>
                <a:gd name="csX23" fmla="*/ 3390 w 34512"/>
                <a:gd name="csY23" fmla="*/ 21566 h 47402"/>
                <a:gd name="csX24" fmla="*/ 325 w 34512"/>
                <a:gd name="csY24" fmla="*/ 13302 h 47402"/>
                <a:gd name="csX25" fmla="*/ 4841 w 34512"/>
                <a:gd name="csY25" fmla="*/ 3466 h 47402"/>
                <a:gd name="csX26" fmla="*/ 17657 w 34512"/>
                <a:gd name="csY26" fmla="*/ 0 h 47402"/>
                <a:gd name="csX27" fmla="*/ 25400 w 34512"/>
                <a:gd name="csY27" fmla="*/ 605 h 47402"/>
                <a:gd name="csX28" fmla="*/ 32087 w 34512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12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5" y="6208"/>
                    <a:pt x="18551" y="6208"/>
                  </a:cubicBezTo>
                  <a:cubicBezTo>
                    <a:pt x="14867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96" y="18018"/>
                    <a:pt x="13443" y="18945"/>
                    <a:pt x="17413" y="19832"/>
                  </a:cubicBezTo>
                  <a:lnTo>
                    <a:pt x="19955" y="20397"/>
                  </a:lnTo>
                  <a:cubicBezTo>
                    <a:pt x="25226" y="21525"/>
                    <a:pt x="28960" y="23124"/>
                    <a:pt x="31158" y="25193"/>
                  </a:cubicBezTo>
                  <a:cubicBezTo>
                    <a:pt x="33394" y="27236"/>
                    <a:pt x="34513" y="30097"/>
                    <a:pt x="34513" y="33778"/>
                  </a:cubicBezTo>
                  <a:cubicBezTo>
                    <a:pt x="34513" y="37970"/>
                    <a:pt x="32845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7" y="38347"/>
                    <a:pt x="5448" y="39422"/>
                    <a:pt x="8103" y="40148"/>
                  </a:cubicBezTo>
                  <a:cubicBezTo>
                    <a:pt x="10765" y="40846"/>
                    <a:pt x="13400" y="41195"/>
                    <a:pt x="16009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92" y="28633"/>
                    <a:pt x="20524" y="27598"/>
                    <a:pt x="15927" y="26604"/>
                  </a:cubicBezTo>
                  <a:lnTo>
                    <a:pt x="13350" y="25999"/>
                  </a:lnTo>
                  <a:cubicBezTo>
                    <a:pt x="8753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6" name="Group 2915">
            <a:extLst>
              <a:ext uri="{FF2B5EF4-FFF2-40B4-BE49-F238E27FC236}">
                <a16:creationId xmlns:a16="http://schemas.microsoft.com/office/drawing/2014/main" id="{3F1BDA65-1CE2-DF71-D87E-180AF15E1096}"/>
              </a:ext>
            </a:extLst>
          </p:cNvPr>
          <p:cNvGrpSpPr/>
          <p:nvPr/>
        </p:nvGrpSpPr>
        <p:grpSpPr>
          <a:xfrm>
            <a:off x="2258684" y="3444289"/>
            <a:ext cx="800284" cy="71324"/>
            <a:chOff x="2258684" y="3444289"/>
            <a:chExt cx="800284" cy="71324"/>
          </a:xfrm>
        </p:grpSpPr>
        <p:sp>
          <p:nvSpPr>
            <p:cNvPr id="1707" name="Oval 1706">
              <a:extLst>
                <a:ext uri="{FF2B5EF4-FFF2-40B4-BE49-F238E27FC236}">
                  <a16:creationId xmlns:a16="http://schemas.microsoft.com/office/drawing/2014/main" id="{FA28B0E6-E6B1-28A1-0671-97EC5622AD9E}"/>
                </a:ext>
              </a:extLst>
            </p:cNvPr>
            <p:cNvSpPr/>
            <p:nvPr/>
          </p:nvSpPr>
          <p:spPr>
            <a:xfrm>
              <a:off x="2258684" y="3444289"/>
              <a:ext cx="71324" cy="71324"/>
            </a:xfrm>
            <a:prstGeom prst="ellipse">
              <a:avLst/>
            </a:prstGeom>
            <a:solidFill>
              <a:srgbClr val="FF0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8" name="Freeform 1707">
              <a:extLst>
                <a:ext uri="{FF2B5EF4-FFF2-40B4-BE49-F238E27FC236}">
                  <a16:creationId xmlns:a16="http://schemas.microsoft.com/office/drawing/2014/main" id="{CAB89A06-8299-A867-688C-BE98DE67C50A}"/>
                </a:ext>
              </a:extLst>
            </p:cNvPr>
            <p:cNvSpPr/>
            <p:nvPr/>
          </p:nvSpPr>
          <p:spPr>
            <a:xfrm>
              <a:off x="2405907" y="3449861"/>
              <a:ext cx="38773" cy="60179"/>
            </a:xfrm>
            <a:custGeom>
              <a:avLst/>
              <a:gdLst>
                <a:gd name="csX0" fmla="*/ 0 w 38773"/>
                <a:gd name="csY0" fmla="*/ 0 h 60179"/>
                <a:gd name="csX1" fmla="*/ 38042 w 38773"/>
                <a:gd name="csY1" fmla="*/ 0 h 60179"/>
                <a:gd name="csX2" fmla="*/ 38042 w 38773"/>
                <a:gd name="csY2" fmla="*/ 6851 h 60179"/>
                <a:gd name="csX3" fmla="*/ 8138 w 38773"/>
                <a:gd name="csY3" fmla="*/ 6851 h 60179"/>
                <a:gd name="csX4" fmla="*/ 8138 w 38773"/>
                <a:gd name="csY4" fmla="*/ 24667 h 60179"/>
                <a:gd name="csX5" fmla="*/ 36800 w 38773"/>
                <a:gd name="csY5" fmla="*/ 24667 h 60179"/>
                <a:gd name="csX6" fmla="*/ 36800 w 38773"/>
                <a:gd name="csY6" fmla="*/ 31520 h 60179"/>
                <a:gd name="csX7" fmla="*/ 8138 w 38773"/>
                <a:gd name="csY7" fmla="*/ 31520 h 60179"/>
                <a:gd name="csX8" fmla="*/ 8138 w 38773"/>
                <a:gd name="csY8" fmla="*/ 53327 h 60179"/>
                <a:gd name="csX9" fmla="*/ 38773 w 38773"/>
                <a:gd name="csY9" fmla="*/ 53327 h 60179"/>
                <a:gd name="csX10" fmla="*/ 38773 w 38773"/>
                <a:gd name="csY10" fmla="*/ 60180 h 60179"/>
                <a:gd name="csX11" fmla="*/ 0 w 38773"/>
                <a:gd name="csY11" fmla="*/ 60180 h 60179"/>
                <a:gd name="csX12" fmla="*/ 0 w 38773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73" h="60179">
                  <a:moveTo>
                    <a:pt x="0" y="0"/>
                  </a:moveTo>
                  <a:lnTo>
                    <a:pt x="38042" y="0"/>
                  </a:lnTo>
                  <a:lnTo>
                    <a:pt x="38042" y="6851"/>
                  </a:lnTo>
                  <a:lnTo>
                    <a:pt x="8138" y="6851"/>
                  </a:lnTo>
                  <a:lnTo>
                    <a:pt x="8138" y="24667"/>
                  </a:lnTo>
                  <a:lnTo>
                    <a:pt x="36800" y="24667"/>
                  </a:lnTo>
                  <a:lnTo>
                    <a:pt x="36800" y="31520"/>
                  </a:lnTo>
                  <a:lnTo>
                    <a:pt x="8138" y="31520"/>
                  </a:lnTo>
                  <a:lnTo>
                    <a:pt x="8138" y="53327"/>
                  </a:lnTo>
                  <a:lnTo>
                    <a:pt x="38773" y="53327"/>
                  </a:lnTo>
                  <a:lnTo>
                    <a:pt x="38773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9" name="Freeform 1708">
              <a:extLst>
                <a:ext uri="{FF2B5EF4-FFF2-40B4-BE49-F238E27FC236}">
                  <a16:creationId xmlns:a16="http://schemas.microsoft.com/office/drawing/2014/main" id="{46554284-A6D9-C252-8998-418233D60560}"/>
                </a:ext>
              </a:extLst>
            </p:cNvPr>
            <p:cNvSpPr/>
            <p:nvPr/>
          </p:nvSpPr>
          <p:spPr>
            <a:xfrm>
              <a:off x="2454431" y="346380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63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09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6008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50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400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26" y="21525"/>
                    <a:pt x="28960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09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400" y="41195"/>
                    <a:pt x="16008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50" y="25999"/>
                  </a:lnTo>
                  <a:cubicBezTo>
                    <a:pt x="8753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0" name="Freeform 1709">
              <a:extLst>
                <a:ext uri="{FF2B5EF4-FFF2-40B4-BE49-F238E27FC236}">
                  <a16:creationId xmlns:a16="http://schemas.microsoft.com/office/drawing/2014/main" id="{00361645-099C-DBF2-B37C-307EF4A4685C}"/>
                </a:ext>
              </a:extLst>
            </p:cNvPr>
            <p:cNvSpPr/>
            <p:nvPr/>
          </p:nvSpPr>
          <p:spPr>
            <a:xfrm>
              <a:off x="2495189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47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47 w 28174"/>
                <a:gd name="csY10" fmla="*/ 57964 h 57963"/>
                <a:gd name="csX11" fmla="*/ 8707 w 28174"/>
                <a:gd name="csY11" fmla="*/ 54779 h 57963"/>
                <a:gd name="csX12" fmla="*/ 5433 w 28174"/>
                <a:gd name="csY12" fmla="*/ 43089 h 57963"/>
                <a:gd name="csX13" fmla="*/ 5433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33 w 28174"/>
                <a:gd name="csY16" fmla="*/ 12818 h 57963"/>
                <a:gd name="csX17" fmla="*/ 5433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0" y="51755"/>
                    <a:pt x="20547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47" y="57964"/>
                  </a:lnTo>
                  <a:cubicBezTo>
                    <a:pt x="14828" y="57964"/>
                    <a:pt x="10881" y="56902"/>
                    <a:pt x="8707" y="54779"/>
                  </a:cubicBezTo>
                  <a:cubicBezTo>
                    <a:pt x="6524" y="52629"/>
                    <a:pt x="5433" y="48733"/>
                    <a:pt x="5433" y="43089"/>
                  </a:cubicBezTo>
                  <a:lnTo>
                    <a:pt x="5433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33" y="12818"/>
                  </a:lnTo>
                  <a:lnTo>
                    <a:pt x="5433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1" name="Freeform 1710">
              <a:extLst>
                <a:ext uri="{FF2B5EF4-FFF2-40B4-BE49-F238E27FC236}">
                  <a16:creationId xmlns:a16="http://schemas.microsoft.com/office/drawing/2014/main" id="{425ECC7E-3843-655A-21C1-6AE96F78A90A}"/>
                </a:ext>
              </a:extLst>
            </p:cNvPr>
            <p:cNvSpPr/>
            <p:nvPr/>
          </p:nvSpPr>
          <p:spPr>
            <a:xfrm>
              <a:off x="2533115" y="3447321"/>
              <a:ext cx="7417" cy="62719"/>
            </a:xfrm>
            <a:custGeom>
              <a:avLst/>
              <a:gdLst>
                <a:gd name="csX0" fmla="*/ 0 w 7417"/>
                <a:gd name="csY0" fmla="*/ 17574 h 62719"/>
                <a:gd name="csX1" fmla="*/ 7418 w 7417"/>
                <a:gd name="csY1" fmla="*/ 17574 h 62719"/>
                <a:gd name="csX2" fmla="*/ 7418 w 7417"/>
                <a:gd name="csY2" fmla="*/ 62720 h 62719"/>
                <a:gd name="csX3" fmla="*/ 0 w 7417"/>
                <a:gd name="csY3" fmla="*/ 62720 h 62719"/>
                <a:gd name="csX4" fmla="*/ 0 w 7417"/>
                <a:gd name="csY4" fmla="*/ 17574 h 62719"/>
                <a:gd name="csX5" fmla="*/ 0 w 7417"/>
                <a:gd name="csY5" fmla="*/ 0 h 62719"/>
                <a:gd name="csX6" fmla="*/ 7418 w 7417"/>
                <a:gd name="csY6" fmla="*/ 0 h 62719"/>
                <a:gd name="csX7" fmla="*/ 7418 w 7417"/>
                <a:gd name="csY7" fmla="*/ 9391 h 62719"/>
                <a:gd name="csX8" fmla="*/ 0 w 7417"/>
                <a:gd name="csY8" fmla="*/ 9391 h 62719"/>
                <a:gd name="csX9" fmla="*/ 0 w 7417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7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2" name="Freeform 1711">
              <a:extLst>
                <a:ext uri="{FF2B5EF4-FFF2-40B4-BE49-F238E27FC236}">
                  <a16:creationId xmlns:a16="http://schemas.microsoft.com/office/drawing/2014/main" id="{89027A73-F3CE-974E-10F8-E1FCDF96DCCC}"/>
                </a:ext>
              </a:extLst>
            </p:cNvPr>
            <p:cNvSpPr/>
            <p:nvPr/>
          </p:nvSpPr>
          <p:spPr>
            <a:xfrm>
              <a:off x="2555764" y="346380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84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31 w 65902"/>
                <a:gd name="csY13" fmla="*/ 46234 h 46234"/>
                <a:gd name="csX14" fmla="*/ 29231 w 65902"/>
                <a:gd name="csY14" fmla="*/ 19228 h 46234"/>
                <a:gd name="csX15" fmla="*/ 26932 w 65902"/>
                <a:gd name="csY15" fmla="*/ 9593 h 46234"/>
                <a:gd name="csX16" fmla="*/ 19839 w 65902"/>
                <a:gd name="csY16" fmla="*/ 6450 h 46234"/>
                <a:gd name="csX17" fmla="*/ 10808 w 65902"/>
                <a:gd name="csY17" fmla="*/ 10319 h 46234"/>
                <a:gd name="csX18" fmla="*/ 7464 w 65902"/>
                <a:gd name="csY18" fmla="*/ 20719 h 46234"/>
                <a:gd name="csX19" fmla="*/ 7464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64 w 65902"/>
                <a:gd name="csY22" fmla="*/ 1089 h 46234"/>
                <a:gd name="csX23" fmla="*/ 7464 w 65902"/>
                <a:gd name="csY23" fmla="*/ 8103 h 46234"/>
                <a:gd name="csX24" fmla="*/ 13547 w 65902"/>
                <a:gd name="csY24" fmla="*/ 1976 h 46234"/>
                <a:gd name="csX25" fmla="*/ 21975 w 65902"/>
                <a:gd name="csY25" fmla="*/ 0 h 46234"/>
                <a:gd name="csX26" fmla="*/ 30311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67" y="793"/>
                    <a:pt x="47704" y="0"/>
                    <a:pt x="51195" y="0"/>
                  </a:cubicBezTo>
                  <a:cubicBezTo>
                    <a:pt x="55900" y="0"/>
                    <a:pt x="59530" y="1653"/>
                    <a:pt x="62084" y="4958"/>
                  </a:cubicBezTo>
                  <a:cubicBezTo>
                    <a:pt x="64630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31" y="46234"/>
                  </a:lnTo>
                  <a:lnTo>
                    <a:pt x="29231" y="19228"/>
                  </a:lnTo>
                  <a:cubicBezTo>
                    <a:pt x="29231" y="14874"/>
                    <a:pt x="28465" y="11663"/>
                    <a:pt x="26932" y="9593"/>
                  </a:cubicBezTo>
                  <a:cubicBezTo>
                    <a:pt x="25400" y="7498"/>
                    <a:pt x="23036" y="6450"/>
                    <a:pt x="19839" y="6450"/>
                  </a:cubicBezTo>
                  <a:cubicBezTo>
                    <a:pt x="16047" y="6450"/>
                    <a:pt x="13037" y="7740"/>
                    <a:pt x="10808" y="10319"/>
                  </a:cubicBezTo>
                  <a:cubicBezTo>
                    <a:pt x="8579" y="12872"/>
                    <a:pt x="7464" y="16339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152" y="5335"/>
                    <a:pt x="11179" y="3292"/>
                    <a:pt x="13547" y="1976"/>
                  </a:cubicBezTo>
                  <a:cubicBezTo>
                    <a:pt x="15916" y="659"/>
                    <a:pt x="18725" y="0"/>
                    <a:pt x="21975" y="0"/>
                  </a:cubicBezTo>
                  <a:cubicBezTo>
                    <a:pt x="25249" y="0"/>
                    <a:pt x="28028" y="833"/>
                    <a:pt x="30311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3" name="Freeform 1712">
              <a:extLst>
                <a:ext uri="{FF2B5EF4-FFF2-40B4-BE49-F238E27FC236}">
                  <a16:creationId xmlns:a16="http://schemas.microsoft.com/office/drawing/2014/main" id="{1666A467-93B6-EB57-5804-ABB41CC0B1F1}"/>
                </a:ext>
              </a:extLst>
            </p:cNvPr>
            <p:cNvSpPr/>
            <p:nvPr/>
          </p:nvSpPr>
          <p:spPr>
            <a:xfrm>
              <a:off x="2633647" y="3463807"/>
              <a:ext cx="38123" cy="47402"/>
            </a:xfrm>
            <a:custGeom>
              <a:avLst/>
              <a:gdLst>
                <a:gd name="csX0" fmla="*/ 23334 w 38123"/>
                <a:gd name="csY0" fmla="*/ 23540 h 47402"/>
                <a:gd name="csX1" fmla="*/ 10877 w 38123"/>
                <a:gd name="csY1" fmla="*/ 25596 h 47402"/>
                <a:gd name="csX2" fmla="*/ 7418 w 38123"/>
                <a:gd name="csY2" fmla="*/ 32610 h 47402"/>
                <a:gd name="csX3" fmla="*/ 9995 w 38123"/>
                <a:gd name="csY3" fmla="*/ 38897 h 47402"/>
                <a:gd name="csX4" fmla="*/ 17088 w 38123"/>
                <a:gd name="csY4" fmla="*/ 41195 h 47402"/>
                <a:gd name="csX5" fmla="*/ 26967 w 38123"/>
                <a:gd name="csY5" fmla="*/ 36842 h 47402"/>
                <a:gd name="csX6" fmla="*/ 30705 w 38123"/>
                <a:gd name="csY6" fmla="*/ 25193 h 47402"/>
                <a:gd name="csX7" fmla="*/ 30705 w 38123"/>
                <a:gd name="csY7" fmla="*/ 23540 h 47402"/>
                <a:gd name="csX8" fmla="*/ 23334 w 38123"/>
                <a:gd name="csY8" fmla="*/ 23540 h 47402"/>
                <a:gd name="csX9" fmla="*/ 38123 w 38123"/>
                <a:gd name="csY9" fmla="*/ 20477 h 47402"/>
                <a:gd name="csX10" fmla="*/ 38123 w 38123"/>
                <a:gd name="csY10" fmla="*/ 46234 h 47402"/>
                <a:gd name="csX11" fmla="*/ 30705 w 38123"/>
                <a:gd name="csY11" fmla="*/ 46234 h 47402"/>
                <a:gd name="csX12" fmla="*/ 30705 w 38123"/>
                <a:gd name="csY12" fmla="*/ 39382 h 47402"/>
                <a:gd name="csX13" fmla="*/ 24378 w 38123"/>
                <a:gd name="csY13" fmla="*/ 45468 h 47402"/>
                <a:gd name="csX14" fmla="*/ 15115 w 38123"/>
                <a:gd name="csY14" fmla="*/ 47402 h 47402"/>
                <a:gd name="csX15" fmla="*/ 4063 w 38123"/>
                <a:gd name="csY15" fmla="*/ 43533 h 47402"/>
                <a:gd name="csX16" fmla="*/ 0 w 38123"/>
                <a:gd name="csY16" fmla="*/ 33093 h 47402"/>
                <a:gd name="csX17" fmla="*/ 5073 w 38123"/>
                <a:gd name="csY17" fmla="*/ 21605 h 47402"/>
                <a:gd name="csX18" fmla="*/ 20315 w 38123"/>
                <a:gd name="csY18" fmla="*/ 17736 h 47402"/>
                <a:gd name="csX19" fmla="*/ 30705 w 38123"/>
                <a:gd name="csY19" fmla="*/ 17736 h 47402"/>
                <a:gd name="csX20" fmla="*/ 30705 w 38123"/>
                <a:gd name="csY20" fmla="*/ 17010 h 47402"/>
                <a:gd name="csX21" fmla="*/ 27327 w 38123"/>
                <a:gd name="csY21" fmla="*/ 9111 h 47402"/>
                <a:gd name="csX22" fmla="*/ 17889 w 38123"/>
                <a:gd name="csY22" fmla="*/ 6288 h 47402"/>
                <a:gd name="csX23" fmla="*/ 10355 w 38123"/>
                <a:gd name="csY23" fmla="*/ 7216 h 47402"/>
                <a:gd name="csX24" fmla="*/ 3297 w 38123"/>
                <a:gd name="csY24" fmla="*/ 9996 h 47402"/>
                <a:gd name="csX25" fmla="*/ 3297 w 38123"/>
                <a:gd name="csY25" fmla="*/ 3145 h 47402"/>
                <a:gd name="csX26" fmla="*/ 11202 w 38123"/>
                <a:gd name="csY26" fmla="*/ 807 h 47402"/>
                <a:gd name="csX27" fmla="*/ 18655 w 38123"/>
                <a:gd name="csY27" fmla="*/ 0 h 47402"/>
                <a:gd name="csX28" fmla="*/ 33294 w 38123"/>
                <a:gd name="csY28" fmla="*/ 5079 h 47402"/>
                <a:gd name="csX29" fmla="*/ 38123 w 38123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3" h="47402">
                  <a:moveTo>
                    <a:pt x="23334" y="23540"/>
                  </a:moveTo>
                  <a:cubicBezTo>
                    <a:pt x="17343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36" y="40429"/>
                    <a:pt x="14101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59" y="33913"/>
                    <a:pt x="30705" y="30030"/>
                    <a:pt x="30705" y="25193"/>
                  </a:cubicBezTo>
                  <a:lnTo>
                    <a:pt x="30705" y="23540"/>
                  </a:lnTo>
                  <a:lnTo>
                    <a:pt x="23334" y="23540"/>
                  </a:lnTo>
                  <a:moveTo>
                    <a:pt x="38123" y="20477"/>
                  </a:moveTo>
                  <a:lnTo>
                    <a:pt x="38123" y="46234"/>
                  </a:lnTo>
                  <a:lnTo>
                    <a:pt x="30705" y="46234"/>
                  </a:lnTo>
                  <a:lnTo>
                    <a:pt x="30705" y="39382"/>
                  </a:lnTo>
                  <a:cubicBezTo>
                    <a:pt x="29018" y="42122"/>
                    <a:pt x="26909" y="44151"/>
                    <a:pt x="24378" y="45468"/>
                  </a:cubicBezTo>
                  <a:cubicBezTo>
                    <a:pt x="21855" y="46757"/>
                    <a:pt x="18767" y="47402"/>
                    <a:pt x="15115" y="47402"/>
                  </a:cubicBezTo>
                  <a:cubicBezTo>
                    <a:pt x="10487" y="47402"/>
                    <a:pt x="6803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05" y="17736"/>
                  </a:lnTo>
                  <a:lnTo>
                    <a:pt x="30705" y="17010"/>
                  </a:lnTo>
                  <a:cubicBezTo>
                    <a:pt x="30705" y="13597"/>
                    <a:pt x="29579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57" y="8760"/>
                    <a:pt x="3297" y="9996"/>
                  </a:cubicBezTo>
                  <a:lnTo>
                    <a:pt x="3297" y="3145"/>
                  </a:lnTo>
                  <a:cubicBezTo>
                    <a:pt x="6013" y="2097"/>
                    <a:pt x="8648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13" y="8465"/>
                    <a:pt x="38123" y="13597"/>
                    <a:pt x="38123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4" name="Freeform 1713">
              <a:extLst>
                <a:ext uri="{FF2B5EF4-FFF2-40B4-BE49-F238E27FC236}">
                  <a16:creationId xmlns:a16="http://schemas.microsoft.com/office/drawing/2014/main" id="{4792BA56-A218-F020-8B78-7FD01CCA2D66}"/>
                </a:ext>
              </a:extLst>
            </p:cNvPr>
            <p:cNvSpPr/>
            <p:nvPr/>
          </p:nvSpPr>
          <p:spPr>
            <a:xfrm>
              <a:off x="2681487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5" name="Freeform 1714">
              <a:extLst>
                <a:ext uri="{FF2B5EF4-FFF2-40B4-BE49-F238E27FC236}">
                  <a16:creationId xmlns:a16="http://schemas.microsoft.com/office/drawing/2014/main" id="{1D529D60-3206-E94A-7869-4E3113110F70}"/>
                </a:ext>
              </a:extLst>
            </p:cNvPr>
            <p:cNvSpPr/>
            <p:nvPr/>
          </p:nvSpPr>
          <p:spPr>
            <a:xfrm>
              <a:off x="2716197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31 w 41837"/>
                <a:gd name="csY2" fmla="*/ 25435 h 47402"/>
                <a:gd name="csX3" fmla="*/ 12328 w 41837"/>
                <a:gd name="csY3" fmla="*/ 37124 h 47402"/>
                <a:gd name="csX4" fmla="*/ 23856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80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47 w 41837"/>
                <a:gd name="csY19" fmla="*/ 9795 h 47402"/>
                <a:gd name="csX20" fmla="*/ 7975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31" y="25435"/>
                  </a:lnTo>
                  <a:cubicBezTo>
                    <a:pt x="8056" y="30540"/>
                    <a:pt x="9589" y="34437"/>
                    <a:pt x="12328" y="37124"/>
                  </a:cubicBezTo>
                  <a:cubicBezTo>
                    <a:pt x="15099" y="39784"/>
                    <a:pt x="18942" y="41115"/>
                    <a:pt x="23856" y="41115"/>
                  </a:cubicBezTo>
                  <a:cubicBezTo>
                    <a:pt x="26704" y="41115"/>
                    <a:pt x="29459" y="40765"/>
                    <a:pt x="32121" y="40066"/>
                  </a:cubicBezTo>
                  <a:cubicBezTo>
                    <a:pt x="34807" y="39368"/>
                    <a:pt x="37469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7" y="47402"/>
                    <a:pt x="10506" y="45306"/>
                    <a:pt x="6280" y="41115"/>
                  </a:cubicBezTo>
                  <a:cubicBezTo>
                    <a:pt x="2093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0" y="7498"/>
                    <a:pt x="25860" y="6288"/>
                    <a:pt x="22208" y="6288"/>
                  </a:cubicBezTo>
                  <a:cubicBezTo>
                    <a:pt x="18067" y="6288"/>
                    <a:pt x="14747" y="7457"/>
                    <a:pt x="12247" y="9795"/>
                  </a:cubicBezTo>
                  <a:cubicBezTo>
                    <a:pt x="9778" y="12133"/>
                    <a:pt x="8354" y="15425"/>
                    <a:pt x="7975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6" name="Freeform 1715">
              <a:extLst>
                <a:ext uri="{FF2B5EF4-FFF2-40B4-BE49-F238E27FC236}">
                  <a16:creationId xmlns:a16="http://schemas.microsoft.com/office/drawing/2014/main" id="{6AA5D382-0350-BB4B-8091-7F3981B0EB9B}"/>
                </a:ext>
              </a:extLst>
            </p:cNvPr>
            <p:cNvSpPr/>
            <p:nvPr/>
          </p:nvSpPr>
          <p:spPr>
            <a:xfrm>
              <a:off x="2766985" y="3447321"/>
              <a:ext cx="40340" cy="63887"/>
            </a:xfrm>
            <a:custGeom>
              <a:avLst/>
              <a:gdLst>
                <a:gd name="csX0" fmla="*/ 32922 w 40340"/>
                <a:gd name="csY0" fmla="*/ 24427 h 63887"/>
                <a:gd name="csX1" fmla="*/ 32922 w 40340"/>
                <a:gd name="csY1" fmla="*/ 0 h 63887"/>
                <a:gd name="csX2" fmla="*/ 40340 w 40340"/>
                <a:gd name="csY2" fmla="*/ 0 h 63887"/>
                <a:gd name="csX3" fmla="*/ 40340 w 40340"/>
                <a:gd name="csY3" fmla="*/ 62720 h 63887"/>
                <a:gd name="csX4" fmla="*/ 32922 w 40340"/>
                <a:gd name="csY4" fmla="*/ 62720 h 63887"/>
                <a:gd name="csX5" fmla="*/ 32922 w 40340"/>
                <a:gd name="csY5" fmla="*/ 55947 h 63887"/>
                <a:gd name="csX6" fmla="*/ 27002 w 40340"/>
                <a:gd name="csY6" fmla="*/ 61954 h 63887"/>
                <a:gd name="csX7" fmla="*/ 18458 w 40340"/>
                <a:gd name="csY7" fmla="*/ 63888 h 63887"/>
                <a:gd name="csX8" fmla="*/ 5120 w 40340"/>
                <a:gd name="csY8" fmla="*/ 57359 h 63887"/>
                <a:gd name="csX9" fmla="*/ 0 w 40340"/>
                <a:gd name="csY9" fmla="*/ 40187 h 63887"/>
                <a:gd name="csX10" fmla="*/ 5120 w 40340"/>
                <a:gd name="csY10" fmla="*/ 23016 h 63887"/>
                <a:gd name="csX11" fmla="*/ 18458 w 40340"/>
                <a:gd name="csY11" fmla="*/ 16486 h 63887"/>
                <a:gd name="csX12" fmla="*/ 27002 w 40340"/>
                <a:gd name="csY12" fmla="*/ 18461 h 63887"/>
                <a:gd name="csX13" fmla="*/ 32922 w 40340"/>
                <a:gd name="csY13" fmla="*/ 24427 h 63887"/>
                <a:gd name="csX14" fmla="*/ 7650 w 40340"/>
                <a:gd name="csY14" fmla="*/ 40187 h 63887"/>
                <a:gd name="csX15" fmla="*/ 11005 w 40340"/>
                <a:gd name="csY15" fmla="*/ 53045 h 63887"/>
                <a:gd name="csX16" fmla="*/ 20269 w 40340"/>
                <a:gd name="csY16" fmla="*/ 57680 h 63887"/>
                <a:gd name="csX17" fmla="*/ 29544 w 40340"/>
                <a:gd name="csY17" fmla="*/ 53045 h 63887"/>
                <a:gd name="csX18" fmla="*/ 32922 w 40340"/>
                <a:gd name="csY18" fmla="*/ 40187 h 63887"/>
                <a:gd name="csX19" fmla="*/ 29544 w 40340"/>
                <a:gd name="csY19" fmla="*/ 27369 h 63887"/>
                <a:gd name="csX20" fmla="*/ 20269 w 40340"/>
                <a:gd name="csY20" fmla="*/ 22694 h 63887"/>
                <a:gd name="csX21" fmla="*/ 11005 w 40340"/>
                <a:gd name="csY21" fmla="*/ 27369 h 63887"/>
                <a:gd name="csX22" fmla="*/ 7650 w 40340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40" h="63887">
                  <a:moveTo>
                    <a:pt x="32922" y="24427"/>
                  </a:moveTo>
                  <a:lnTo>
                    <a:pt x="32922" y="0"/>
                  </a:lnTo>
                  <a:lnTo>
                    <a:pt x="40340" y="0"/>
                  </a:lnTo>
                  <a:lnTo>
                    <a:pt x="40340" y="62720"/>
                  </a:lnTo>
                  <a:lnTo>
                    <a:pt x="32922" y="62720"/>
                  </a:lnTo>
                  <a:lnTo>
                    <a:pt x="32922" y="55947"/>
                  </a:lnTo>
                  <a:cubicBezTo>
                    <a:pt x="31367" y="58634"/>
                    <a:pt x="29393" y="60636"/>
                    <a:pt x="27002" y="61954"/>
                  </a:cubicBezTo>
                  <a:cubicBezTo>
                    <a:pt x="24642" y="63243"/>
                    <a:pt x="21793" y="63888"/>
                    <a:pt x="18458" y="63888"/>
                  </a:cubicBezTo>
                  <a:cubicBezTo>
                    <a:pt x="13002" y="63888"/>
                    <a:pt x="8556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56" y="18662"/>
                    <a:pt x="13002" y="16486"/>
                    <a:pt x="18458" y="16486"/>
                  </a:cubicBezTo>
                  <a:cubicBezTo>
                    <a:pt x="21793" y="16486"/>
                    <a:pt x="24642" y="17144"/>
                    <a:pt x="27002" y="18461"/>
                  </a:cubicBezTo>
                  <a:cubicBezTo>
                    <a:pt x="29393" y="19751"/>
                    <a:pt x="31367" y="21739"/>
                    <a:pt x="32922" y="24427"/>
                  </a:cubicBezTo>
                  <a:moveTo>
                    <a:pt x="7650" y="40187"/>
                  </a:moveTo>
                  <a:cubicBezTo>
                    <a:pt x="7650" y="45643"/>
                    <a:pt x="8768" y="49928"/>
                    <a:pt x="11005" y="53045"/>
                  </a:cubicBezTo>
                  <a:cubicBezTo>
                    <a:pt x="13257" y="56135"/>
                    <a:pt x="16345" y="57680"/>
                    <a:pt x="20269" y="57680"/>
                  </a:cubicBezTo>
                  <a:cubicBezTo>
                    <a:pt x="24193" y="57680"/>
                    <a:pt x="27284" y="56135"/>
                    <a:pt x="29544" y="53045"/>
                  </a:cubicBezTo>
                  <a:cubicBezTo>
                    <a:pt x="31796" y="49928"/>
                    <a:pt x="32922" y="45643"/>
                    <a:pt x="32922" y="40187"/>
                  </a:cubicBezTo>
                  <a:cubicBezTo>
                    <a:pt x="32922" y="34732"/>
                    <a:pt x="31796" y="30459"/>
                    <a:pt x="29544" y="27369"/>
                  </a:cubicBezTo>
                  <a:cubicBezTo>
                    <a:pt x="27284" y="24252"/>
                    <a:pt x="24193" y="22694"/>
                    <a:pt x="20269" y="22694"/>
                  </a:cubicBezTo>
                  <a:cubicBezTo>
                    <a:pt x="16345" y="22694"/>
                    <a:pt x="13257" y="24252"/>
                    <a:pt x="11005" y="27369"/>
                  </a:cubicBezTo>
                  <a:cubicBezTo>
                    <a:pt x="8768" y="30459"/>
                    <a:pt x="7650" y="34732"/>
                    <a:pt x="7650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7" name="Freeform 1716">
              <a:extLst>
                <a:ext uri="{FF2B5EF4-FFF2-40B4-BE49-F238E27FC236}">
                  <a16:creationId xmlns:a16="http://schemas.microsoft.com/office/drawing/2014/main" id="{F5763D2E-1128-ED21-33C3-E1268CF27A4D}"/>
                </a:ext>
              </a:extLst>
            </p:cNvPr>
            <p:cNvSpPr/>
            <p:nvPr/>
          </p:nvSpPr>
          <p:spPr>
            <a:xfrm>
              <a:off x="2849175" y="3449861"/>
              <a:ext cx="55060" cy="60179"/>
            </a:xfrm>
            <a:custGeom>
              <a:avLst/>
              <a:gdLst>
                <a:gd name="csX0" fmla="*/ 0 w 55060"/>
                <a:gd name="csY0" fmla="*/ 0 h 60179"/>
                <a:gd name="csX1" fmla="*/ 12131 w 55060"/>
                <a:gd name="csY1" fmla="*/ 0 h 60179"/>
                <a:gd name="csX2" fmla="*/ 27490 w 55060"/>
                <a:gd name="csY2" fmla="*/ 40952 h 60179"/>
                <a:gd name="csX3" fmla="*/ 42918 w 55060"/>
                <a:gd name="csY3" fmla="*/ 0 h 60179"/>
                <a:gd name="csX4" fmla="*/ 55061 w 55060"/>
                <a:gd name="csY4" fmla="*/ 0 h 60179"/>
                <a:gd name="csX5" fmla="*/ 55061 w 55060"/>
                <a:gd name="csY5" fmla="*/ 60180 h 60179"/>
                <a:gd name="csX6" fmla="*/ 47120 w 55060"/>
                <a:gd name="csY6" fmla="*/ 60180 h 60179"/>
                <a:gd name="csX7" fmla="*/ 47120 w 55060"/>
                <a:gd name="csY7" fmla="*/ 7336 h 60179"/>
                <a:gd name="csX8" fmla="*/ 31599 w 55060"/>
                <a:gd name="csY8" fmla="*/ 48610 h 60179"/>
                <a:gd name="csX9" fmla="*/ 23415 w 55060"/>
                <a:gd name="csY9" fmla="*/ 48610 h 60179"/>
                <a:gd name="csX10" fmla="*/ 7894 w 55060"/>
                <a:gd name="csY10" fmla="*/ 7336 h 60179"/>
                <a:gd name="csX11" fmla="*/ 7894 w 55060"/>
                <a:gd name="csY11" fmla="*/ 60180 h 60179"/>
                <a:gd name="csX12" fmla="*/ 0 w 55060"/>
                <a:gd name="csY12" fmla="*/ 60180 h 60179"/>
                <a:gd name="csX13" fmla="*/ 0 w 55060"/>
                <a:gd name="csY13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5060" h="60179">
                  <a:moveTo>
                    <a:pt x="0" y="0"/>
                  </a:moveTo>
                  <a:lnTo>
                    <a:pt x="12131" y="0"/>
                  </a:lnTo>
                  <a:lnTo>
                    <a:pt x="27490" y="40952"/>
                  </a:lnTo>
                  <a:lnTo>
                    <a:pt x="42918" y="0"/>
                  </a:lnTo>
                  <a:lnTo>
                    <a:pt x="55061" y="0"/>
                  </a:lnTo>
                  <a:lnTo>
                    <a:pt x="55061" y="60180"/>
                  </a:lnTo>
                  <a:lnTo>
                    <a:pt x="47120" y="60180"/>
                  </a:lnTo>
                  <a:lnTo>
                    <a:pt x="47120" y="7336"/>
                  </a:lnTo>
                  <a:lnTo>
                    <a:pt x="31599" y="48610"/>
                  </a:lnTo>
                  <a:lnTo>
                    <a:pt x="23415" y="48610"/>
                  </a:lnTo>
                  <a:lnTo>
                    <a:pt x="7894" y="7336"/>
                  </a:lnTo>
                  <a:lnTo>
                    <a:pt x="7894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8" name="Freeform 1717">
              <a:extLst>
                <a:ext uri="{FF2B5EF4-FFF2-40B4-BE49-F238E27FC236}">
                  <a16:creationId xmlns:a16="http://schemas.microsoft.com/office/drawing/2014/main" id="{D7412AA0-6364-B226-082E-7A5EC88F5644}"/>
                </a:ext>
              </a:extLst>
            </p:cNvPr>
            <p:cNvSpPr/>
            <p:nvPr/>
          </p:nvSpPr>
          <p:spPr>
            <a:xfrm>
              <a:off x="2916843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33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26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38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31 w 41837"/>
                <a:gd name="csY16" fmla="*/ 19630 h 47402"/>
                <a:gd name="csX17" fmla="*/ 30995 w 41837"/>
                <a:gd name="csY17" fmla="*/ 9916 h 47402"/>
                <a:gd name="csX18" fmla="*/ 22219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31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6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31" y="19630"/>
                  </a:moveTo>
                  <a:cubicBezTo>
                    <a:pt x="34377" y="15573"/>
                    <a:pt x="33232" y="12335"/>
                    <a:pt x="30995" y="9916"/>
                  </a:cubicBezTo>
                  <a:cubicBezTo>
                    <a:pt x="28797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31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9" name="Freeform 1718">
              <a:extLst>
                <a:ext uri="{FF2B5EF4-FFF2-40B4-BE49-F238E27FC236}">
                  <a16:creationId xmlns:a16="http://schemas.microsoft.com/office/drawing/2014/main" id="{EBFA7B15-1AD6-FE8E-18CF-6E1D9C149090}"/>
                </a:ext>
              </a:extLst>
            </p:cNvPr>
            <p:cNvSpPr/>
            <p:nvPr/>
          </p:nvSpPr>
          <p:spPr>
            <a:xfrm>
              <a:off x="2968037" y="3463807"/>
              <a:ext cx="38134" cy="47402"/>
            </a:xfrm>
            <a:custGeom>
              <a:avLst/>
              <a:gdLst>
                <a:gd name="csX0" fmla="*/ 23333 w 38134"/>
                <a:gd name="csY0" fmla="*/ 23540 h 47402"/>
                <a:gd name="csX1" fmla="*/ 10889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3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84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901 w 38134"/>
                <a:gd name="csY22" fmla="*/ 6288 h 47402"/>
                <a:gd name="csX23" fmla="*/ 10355 w 38134"/>
                <a:gd name="csY23" fmla="*/ 7216 h 47402"/>
                <a:gd name="csX24" fmla="*/ 3308 w 38134"/>
                <a:gd name="csY24" fmla="*/ 9996 h 47402"/>
                <a:gd name="csX25" fmla="*/ 3308 w 38134"/>
                <a:gd name="csY25" fmla="*/ 3145 h 47402"/>
                <a:gd name="csX26" fmla="*/ 11202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3" y="23540"/>
                  </a:moveTo>
                  <a:cubicBezTo>
                    <a:pt x="17343" y="23540"/>
                    <a:pt x="13195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8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3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59" y="46757"/>
                    <a:pt x="18767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4" y="21605"/>
                  </a:cubicBezTo>
                  <a:cubicBezTo>
                    <a:pt x="8497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6" y="6288"/>
                    <a:pt x="17901" y="6288"/>
                  </a:cubicBezTo>
                  <a:cubicBezTo>
                    <a:pt x="15316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8" y="9996"/>
                  </a:cubicBezTo>
                  <a:lnTo>
                    <a:pt x="3308" y="3145"/>
                  </a:lnTo>
                  <a:cubicBezTo>
                    <a:pt x="6017" y="2097"/>
                    <a:pt x="8648" y="1318"/>
                    <a:pt x="11202" y="807"/>
                  </a:cubicBezTo>
                  <a:cubicBezTo>
                    <a:pt x="13756" y="269"/>
                    <a:pt x="16244" y="0"/>
                    <a:pt x="18667" y="0"/>
                  </a:cubicBezTo>
                  <a:cubicBezTo>
                    <a:pt x="25191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0" name="Freeform 1719">
              <a:extLst>
                <a:ext uri="{FF2B5EF4-FFF2-40B4-BE49-F238E27FC236}">
                  <a16:creationId xmlns:a16="http://schemas.microsoft.com/office/drawing/2014/main" id="{19C3955E-39E9-2B52-7248-8A74603F313E}"/>
                </a:ext>
              </a:extLst>
            </p:cNvPr>
            <p:cNvSpPr/>
            <p:nvPr/>
          </p:nvSpPr>
          <p:spPr>
            <a:xfrm>
              <a:off x="3021159" y="346380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6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57 w 37809"/>
                <a:gd name="csY14" fmla="*/ 0 h 46234"/>
                <a:gd name="csX15" fmla="*/ 33828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6" y="6450"/>
                  </a:cubicBezTo>
                  <a:cubicBezTo>
                    <a:pt x="16395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4" y="672"/>
                    <a:pt x="18907" y="0"/>
                    <a:pt x="22057" y="0"/>
                  </a:cubicBezTo>
                  <a:cubicBezTo>
                    <a:pt x="27242" y="0"/>
                    <a:pt x="31166" y="1612"/>
                    <a:pt x="33828" y="4837"/>
                  </a:cubicBezTo>
                  <a:cubicBezTo>
                    <a:pt x="36482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F1F7685-1321-26AE-2B61-DE1E9F3C1689}"/>
                  </a:ext>
                </a:extLst>
              </p:cNvPr>
              <p:cNvSpPr txBox="1"/>
              <p:nvPr/>
            </p:nvSpPr>
            <p:spPr bwMode="gray">
              <a:xfrm>
                <a:off x="1222621" y="2934964"/>
                <a:ext cx="148272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Fixed noise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0.01</m:t>
                    </m:r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)</a:t>
                </a:r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F1F7685-1321-26AE-2B61-DE1E9F3C1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22621" y="2934964"/>
                <a:ext cx="1482724" cy="216024"/>
              </a:xfrm>
              <a:prstGeom prst="rect">
                <a:avLst/>
              </a:prstGeom>
              <a:blipFill>
                <a:blip r:embed="rId13"/>
                <a:stretch>
                  <a:fillRect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956C408E-2634-90EF-BA71-C2FED0D1A983}"/>
              </a:ext>
            </a:extLst>
          </p:cNvPr>
          <p:cNvSpPr txBox="1"/>
          <p:nvPr/>
        </p:nvSpPr>
        <p:spPr bwMode="gray">
          <a:xfrm>
            <a:off x="4292421" y="2932324"/>
            <a:ext cx="148272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Variable noise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8DBC5C43-7FC5-4D05-BE94-56BBD3FD255F}"/>
                  </a:ext>
                </a:extLst>
              </p:cNvPr>
              <p:cNvSpPr txBox="1"/>
              <p:nvPr/>
            </p:nvSpPr>
            <p:spPr bwMode="gray">
              <a:xfrm>
                <a:off x="6581354" y="4117773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8DBC5C43-7FC5-4D05-BE94-56BBD3FD2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81354" y="4117773"/>
                <a:ext cx="701421" cy="170804"/>
              </a:xfrm>
              <a:prstGeom prst="rect">
                <a:avLst/>
              </a:prstGeom>
              <a:blipFill>
                <a:blip r:embed="rId1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F8526EF-EFD4-3BC5-9249-54755A34E885}"/>
                  </a:ext>
                </a:extLst>
              </p:cNvPr>
              <p:cNvSpPr txBox="1"/>
              <p:nvPr/>
            </p:nvSpPr>
            <p:spPr bwMode="gray">
              <a:xfrm>
                <a:off x="6544931" y="433079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F8526EF-EFD4-3BC5-9249-54755A34E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44931" y="4330795"/>
                <a:ext cx="701421" cy="170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04B177A-0BFC-D1B2-DA8E-5D01D552E15A}"/>
                  </a:ext>
                </a:extLst>
              </p:cNvPr>
              <p:cNvSpPr txBox="1"/>
              <p:nvPr/>
            </p:nvSpPr>
            <p:spPr bwMode="gray">
              <a:xfrm>
                <a:off x="6656079" y="4543817"/>
                <a:ext cx="57630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04B177A-0BFC-D1B2-DA8E-5D01D552E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6079" y="4543817"/>
                <a:ext cx="576305" cy="170804"/>
              </a:xfrm>
              <a:prstGeom prst="rect">
                <a:avLst/>
              </a:prstGeom>
              <a:blipFill>
                <a:blip r:embed="rId1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C4622D-9AA6-CC89-92C6-B685714C26EC}"/>
                  </a:ext>
                </a:extLst>
              </p:cNvPr>
              <p:cNvSpPr txBox="1"/>
              <p:nvPr/>
            </p:nvSpPr>
            <p:spPr bwMode="gray">
              <a:xfrm>
                <a:off x="6581354" y="4756839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C4622D-9AA6-CC89-92C6-B685714C2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81354" y="4756839"/>
                <a:ext cx="701421" cy="170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F34D80FF-3A00-14A6-F59D-5E879B84CE5F}"/>
                  </a:ext>
                </a:extLst>
              </p:cNvPr>
              <p:cNvSpPr txBox="1"/>
              <p:nvPr/>
            </p:nvSpPr>
            <p:spPr bwMode="gray">
              <a:xfrm>
                <a:off x="6686206" y="3904751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=1000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F34D80FF-3A00-14A6-F59D-5E879B84C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6206" y="3904751"/>
                <a:ext cx="701421" cy="17080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03630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"/>
                            </p:stCondLst>
                            <p:childTnLst>
                              <p:par>
                                <p:cTn id="6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"/>
                            </p:stCondLst>
                            <p:childTnLst>
                              <p:par>
                                <p:cTn id="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2000"/>
                            </p:stCondLst>
                            <p:childTnLst>
                              <p:par>
                                <p:cTn id="7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500"/>
                            </p:stCondLst>
                            <p:childTnLst>
                              <p:par>
                                <p:cTn id="8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000"/>
                            </p:stCondLst>
                            <p:childTnLst>
                              <p:par>
                                <p:cTn id="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29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2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2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2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1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29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29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9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29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1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2" dur="3000"/>
                                        <p:tgtEl>
                                          <p:spTgt spid="29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29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2" grpId="0" animBg="1"/>
      <p:bldP spid="14" grpId="0" animBg="1"/>
      <p:bldP spid="18" grpId="0"/>
      <p:bldP spid="21" grpId="0" animBg="1"/>
      <p:bldP spid="66" grpId="0" animBg="1"/>
      <p:bldP spid="68" grpId="0" animBg="1"/>
      <p:bldP spid="70" grpId="0"/>
      <p:bldP spid="71" grpId="0"/>
      <p:bldP spid="72" grpId="0" animBg="1"/>
      <p:bldP spid="73" grpId="0"/>
      <p:bldP spid="74" grpId="0" animBg="1"/>
      <p:bldP spid="76" grpId="0" animBg="1"/>
      <p:bldP spid="78" grpId="0"/>
      <p:bldP spid="81" grpId="0" animBg="1"/>
      <p:bldP spid="85" grpId="0" animBg="1"/>
      <p:bldP spid="87" grpId="0" animBg="1"/>
      <p:bldP spid="89" grpId="0" animBg="1"/>
      <p:bldP spid="91" grpId="0" animBg="1"/>
      <p:bldP spid="92" grpId="0" animBg="1"/>
      <p:bldP spid="1866" grpId="0" animBg="1"/>
      <p:bldP spid="1695" grpId="0" animBg="1"/>
      <p:bldP spid="98" grpId="0"/>
      <p:bldP spid="99" grpId="0"/>
      <p:bldP spid="100" grpId="0"/>
      <p:bldP spid="101" grpId="0"/>
      <p:bldP spid="102" grpId="0"/>
      <p:bldP spid="103" grpId="0"/>
      <p:bldP spid="292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450BC-8776-31EC-C421-04A944ADC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DB0AD68-C57B-9B0A-49FA-7928A3FAD3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1697204"/>
              </a:xfrm>
            </p:spPr>
            <p:txBody>
              <a:bodyPr/>
              <a:lstStyle/>
              <a:p>
                <a:r>
                  <a:rPr lang="en-US" b="1" dirty="0"/>
                  <a:t>Message Schedule</a:t>
                </a:r>
                <a:r>
                  <a:rPr lang="en-US" dirty="0"/>
                  <a:t>: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Send exact prior messages to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 and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Outer loop iterating over the observations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200" dirty="0"/>
                  <a:t>:</a:t>
                </a:r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Send the message from the projection factor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Iterate the variational messages from the Gaussian factor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Send the message from the projection factor to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endParaRPr lang="en-US" sz="1200" dirty="0"/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DB0AD68-C57B-9B0A-49FA-7928A3FAD3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1697204"/>
              </a:xfrm>
              <a:blipFill>
                <a:blip r:embed="rId3"/>
                <a:stretch>
                  <a:fillRect t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9ACB031-4595-BCDC-353D-056414BF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0BB9D5F-210A-724C-0D6A-188B5E4D329E}"/>
                  </a:ext>
                </a:extLst>
              </p:cNvPr>
              <p:cNvSpPr/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D4A5376D-4499-1C65-669F-FE990772BFE7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818BE-73A3-4115-976D-6B9FB7C0907E}"/>
              </a:ext>
            </a:extLst>
          </p:cNvPr>
          <p:cNvCxnSpPr>
            <a:cxnSpLocks/>
            <a:stCxn id="18" idx="2"/>
            <a:endCxn id="12" idx="0"/>
          </p:cNvCxnSpPr>
          <p:nvPr/>
        </p:nvCxnSpPr>
        <p:spPr bwMode="gray">
          <a:xfrm>
            <a:off x="8130753" y="1797073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4FE0E-908C-2638-B294-8D20EA516200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349C7538-1DAF-7C13-46C5-8C3C496F9233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B2E4A9BE-779F-52F6-57C8-A9859BB0DC9A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14E4947-DFFF-11D9-D1FB-A18FA92B457F}"/>
                  </a:ext>
                </a:extLst>
              </p:cNvPr>
              <p:cNvSpPr/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D12FD3-401A-9424-7E5C-1FC924D51B71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 bwMode="gray">
          <a:xfrm>
            <a:off x="8130753" y="2455744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A45F791-D6C3-C8DB-9AB2-4DAE71F4C8CC}"/>
              </a:ext>
            </a:extLst>
          </p:cNvPr>
          <p:cNvSpPr/>
          <p:nvPr/>
        </p:nvSpPr>
        <p:spPr bwMode="gray">
          <a:xfrm>
            <a:off x="8067753" y="232974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C948DA-C4A0-DB0E-531E-7D1819ABBBBD}"/>
              </a:ext>
            </a:extLst>
          </p:cNvPr>
          <p:cNvCxnSpPr>
            <a:cxnSpLocks/>
            <a:stCxn id="11" idx="4"/>
            <a:endCxn id="34" idx="0"/>
          </p:cNvCxnSpPr>
          <p:nvPr/>
        </p:nvCxnSpPr>
        <p:spPr bwMode="gray">
          <a:xfrm flipH="1">
            <a:off x="8130751" y="2830080"/>
            <a:ext cx="2" cy="13419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81950-9D67-9159-FA45-4B98B1849EBA}"/>
                  </a:ext>
                </a:extLst>
              </p:cNvPr>
              <p:cNvSpPr txBox="1"/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99AC7CD3-1F17-004B-26E1-0490FD4D38AC}"/>
              </a:ext>
            </a:extLst>
          </p:cNvPr>
          <p:cNvSpPr/>
          <p:nvPr/>
        </p:nvSpPr>
        <p:spPr bwMode="gray">
          <a:xfrm>
            <a:off x="8067751" y="296427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FDF2316-A861-84D4-386A-0333FAFED0A7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 bwMode="gray">
          <a:xfrm flipH="1">
            <a:off x="8130750" y="3090270"/>
            <a:ext cx="1" cy="21253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5F2515-70F5-D5F2-A385-21C5C6BB386E}"/>
                  </a:ext>
                </a:extLst>
              </p:cNvPr>
              <p:cNvSpPr/>
              <p:nvPr/>
            </p:nvSpPr>
            <p:spPr bwMode="gray">
              <a:xfrm>
                <a:off x="8022750" y="33028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5F2515-70F5-D5F2-A385-21C5C6BB38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0" y="3302802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70BC52AF-842B-19B2-5113-202714C8A78C}"/>
              </a:ext>
            </a:extLst>
          </p:cNvPr>
          <p:cNvSpPr/>
          <p:nvPr/>
        </p:nvSpPr>
        <p:spPr bwMode="gray">
          <a:xfrm>
            <a:off x="8067750" y="36819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B6907F9-2EF8-B8B3-263F-B65420F6337A}"/>
              </a:ext>
            </a:extLst>
          </p:cNvPr>
          <p:cNvCxnSpPr>
            <a:cxnSpLocks/>
            <a:stCxn id="40" idx="4"/>
            <a:endCxn id="42" idx="0"/>
          </p:cNvCxnSpPr>
          <p:nvPr/>
        </p:nvCxnSpPr>
        <p:spPr bwMode="gray">
          <a:xfrm>
            <a:off x="8130750" y="3518802"/>
            <a:ext cx="0" cy="16318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C1533EB-E0E5-7501-B179-9C32C0F60B3A}"/>
                  </a:ext>
                </a:extLst>
              </p:cNvPr>
              <p:cNvSpPr txBox="1"/>
              <p:nvPr/>
            </p:nvSpPr>
            <p:spPr bwMode="gray">
              <a:xfrm>
                <a:off x="8042132" y="3637868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C1533EB-E0E5-7501-B179-9C32C0F60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42132" y="3637868"/>
                <a:ext cx="1063764" cy="215444"/>
              </a:xfrm>
              <a:prstGeom prst="rect">
                <a:avLst/>
              </a:prstGeom>
              <a:blipFill>
                <a:blip r:embed="rId14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990D377-A3DB-3075-1ABE-C0E9BCEB7EB2}"/>
                  </a:ext>
                </a:extLst>
              </p:cNvPr>
              <p:cNvSpPr txBox="1"/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990D377-A3DB-3075-1ABE-C0E9BCEB7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BC9FD6-7C60-2083-D850-378EC2767A00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178331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B7367687-7018-3E20-52D7-FDB831D7A653}"/>
              </a:ext>
            </a:extLst>
          </p:cNvPr>
          <p:cNvSpPr/>
          <p:nvPr/>
        </p:nvSpPr>
        <p:spPr bwMode="gray">
          <a:xfrm>
            <a:off x="8432562" y="17991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90DFC19-EF1A-D52E-603D-484FF36ED175}"/>
              </a:ext>
            </a:extLst>
          </p:cNvPr>
          <p:cNvCxnSpPr>
            <a:cxnSpLocks/>
          </p:cNvCxnSpPr>
          <p:nvPr/>
        </p:nvCxnSpPr>
        <p:spPr bwMode="gray">
          <a:xfrm flipV="1">
            <a:off x="8348342" y="346766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E3FC0F2-837B-DD43-F08A-A78810EE7623}"/>
              </a:ext>
            </a:extLst>
          </p:cNvPr>
          <p:cNvSpPr/>
          <p:nvPr/>
        </p:nvSpPr>
        <p:spPr bwMode="gray">
          <a:xfrm>
            <a:off x="8415306" y="351186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1303342-B4C3-B3C7-4487-36A3171F582B}"/>
              </a:ext>
            </a:extLst>
          </p:cNvPr>
          <p:cNvCxnSpPr>
            <a:cxnSpLocks/>
            <a:stCxn id="12" idx="4"/>
            <a:endCxn id="16" idx="0"/>
          </p:cNvCxnSpPr>
          <p:nvPr/>
        </p:nvCxnSpPr>
        <p:spPr bwMode="gray">
          <a:xfrm>
            <a:off x="8130753" y="2171409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2C36CA6-94A4-CC30-87C8-EEFFC6D8827A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246220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B264747-3187-085C-A1C5-D7BF08508250}"/>
              </a:ext>
            </a:extLst>
          </p:cNvPr>
          <p:cNvSpPr/>
          <p:nvPr/>
        </p:nvSpPr>
        <p:spPr bwMode="gray">
          <a:xfrm>
            <a:off x="8432562" y="247807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DD627D-1D05-27F2-385A-278358D330FF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311725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7E97D9DD-CBFB-5A45-5478-F57A73679364}"/>
              </a:ext>
            </a:extLst>
          </p:cNvPr>
          <p:cNvSpPr/>
          <p:nvPr/>
        </p:nvSpPr>
        <p:spPr bwMode="gray">
          <a:xfrm>
            <a:off x="8432562" y="313312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A6D18EC-9DFA-1AA1-B96F-41984F822DAD}"/>
              </a:ext>
            </a:extLst>
          </p:cNvPr>
          <p:cNvCxnSpPr>
            <a:cxnSpLocks/>
          </p:cNvCxnSpPr>
          <p:nvPr/>
        </p:nvCxnSpPr>
        <p:spPr bwMode="gray">
          <a:xfrm flipV="1">
            <a:off x="8348342" y="276684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F026B108-9269-942A-55E8-D0D6290C559C}"/>
              </a:ext>
            </a:extLst>
          </p:cNvPr>
          <p:cNvSpPr/>
          <p:nvPr/>
        </p:nvSpPr>
        <p:spPr bwMode="gray">
          <a:xfrm>
            <a:off x="8415306" y="281104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D691260-21C4-8335-A786-AA5C0F7F846E}"/>
              </a:ext>
            </a:extLst>
          </p:cNvPr>
          <p:cNvSpPr/>
          <p:nvPr/>
        </p:nvSpPr>
        <p:spPr bwMode="gray">
          <a:xfrm>
            <a:off x="8275298" y="2032474"/>
            <a:ext cx="481474" cy="131612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AF7D722-7590-F08E-5D5C-0EE50AC2D20F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102" y="209817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6AC7528F-A700-CDC8-8890-2339FC0C6FDA}"/>
              </a:ext>
            </a:extLst>
          </p:cNvPr>
          <p:cNvSpPr/>
          <p:nvPr/>
        </p:nvSpPr>
        <p:spPr bwMode="gray">
          <a:xfrm>
            <a:off x="8420066" y="214237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2B69568-D0BE-23FE-B92B-95E83C654E41}"/>
              </a:ext>
            </a:extLst>
          </p:cNvPr>
          <p:cNvSpPr/>
          <p:nvPr/>
        </p:nvSpPr>
        <p:spPr bwMode="gray">
          <a:xfrm>
            <a:off x="8310087" y="2725291"/>
            <a:ext cx="389924" cy="597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BD67B75-9A68-7936-3BA7-9EDB14801C31}"/>
                  </a:ext>
                </a:extLst>
              </p:cNvPr>
              <p:cNvSpPr txBox="1"/>
              <p:nvPr/>
            </p:nvSpPr>
            <p:spPr bwMode="gray">
              <a:xfrm>
                <a:off x="5193774" y="346570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𝜮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BD67B75-9A68-7936-3BA7-9EDB14801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93774" y="3465705"/>
                <a:ext cx="701421" cy="170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9D57C9D-512F-C51D-0B9F-D4DF5E10EBF6}"/>
                  </a:ext>
                </a:extLst>
              </p:cNvPr>
              <p:cNvSpPr txBox="1"/>
              <p:nvPr/>
            </p:nvSpPr>
            <p:spPr bwMode="gray">
              <a:xfrm>
                <a:off x="5217678" y="3217400"/>
                <a:ext cx="65282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9D57C9D-512F-C51D-0B9F-D4DF5E10E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7678" y="3217400"/>
                <a:ext cx="652825" cy="170804"/>
              </a:xfrm>
              <a:prstGeom prst="rect">
                <a:avLst/>
              </a:prstGeom>
              <a:blipFill>
                <a:blip r:embed="rId1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1ADB36C-64BE-843C-FF1B-4A8250B94B80}"/>
                  </a:ext>
                </a:extLst>
              </p:cNvPr>
              <p:cNvSpPr txBox="1"/>
              <p:nvPr/>
            </p:nvSpPr>
            <p:spPr bwMode="gray">
              <a:xfrm>
                <a:off x="5268122" y="4159523"/>
                <a:ext cx="576303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1ADB36C-64BE-843C-FF1B-4A8250B94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68122" y="4159523"/>
                <a:ext cx="576303" cy="170804"/>
              </a:xfrm>
              <a:prstGeom prst="rect">
                <a:avLst/>
              </a:prstGeom>
              <a:blipFill>
                <a:blip r:embed="rId18"/>
                <a:stretch>
                  <a:fillRect b="-2857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FDF5408-1DFB-B701-331F-EE14C69C49F7}"/>
                  </a:ext>
                </a:extLst>
              </p:cNvPr>
              <p:cNvSpPr txBox="1"/>
              <p:nvPr/>
            </p:nvSpPr>
            <p:spPr bwMode="gray">
              <a:xfrm>
                <a:off x="5211324" y="441380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FDF5408-1DFB-B701-331F-EE14C69C4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1324" y="4413805"/>
                <a:ext cx="701421" cy="17080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FC2B9403-B1DE-94E2-45AF-5CDB3EDDCF24}"/>
                  </a:ext>
                </a:extLst>
              </p:cNvPr>
              <p:cNvSpPr txBox="1"/>
              <p:nvPr/>
            </p:nvSpPr>
            <p:spPr bwMode="gray">
              <a:xfrm>
                <a:off x="5241204" y="4668086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FC2B9403-B1DE-94E2-45AF-5CDB3EDD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41204" y="4668086"/>
                <a:ext cx="701421" cy="17080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015375D-FFF8-77BF-580D-FE651932BA0C}"/>
                  </a:ext>
                </a:extLst>
              </p:cNvPr>
              <p:cNvSpPr txBox="1"/>
              <p:nvPr/>
            </p:nvSpPr>
            <p:spPr bwMode="gray">
              <a:xfrm>
                <a:off x="5213383" y="3797674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𝒩</m:t>
                                </m:r>
                                <m:d>
                                  <m:d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;</m:t>
                                    </m:r>
                                    <m:sSup>
                                      <m:sSupPr>
                                        <m:ctrlP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0,0.2</m:t>
                                        </m:r>
                                      </m:e>
                                      <m:sup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𝒩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;</m:t>
                                    </m:r>
                                    <m:sSup>
                                      <m:sSupPr>
                                        <m:ctrlP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,0.2</m:t>
                                        </m:r>
                                      </m:e>
                                      <m:sup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015375D-FFF8-77BF-580D-FE651932B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3383" y="3797674"/>
                <a:ext cx="701421" cy="170804"/>
              </a:xfrm>
              <a:prstGeom prst="rect">
                <a:avLst/>
              </a:prstGeom>
              <a:blipFill>
                <a:blip r:embed="rId21"/>
                <a:stretch>
                  <a:fillRect l="-8929" t="-78571" r="-71429" b="-9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4" name="Group 413">
            <a:extLst>
              <a:ext uri="{FF2B5EF4-FFF2-40B4-BE49-F238E27FC236}">
                <a16:creationId xmlns:a16="http://schemas.microsoft.com/office/drawing/2014/main" id="{F8DE3B59-73DB-ECFD-0BF9-81DA34F1C463}"/>
              </a:ext>
            </a:extLst>
          </p:cNvPr>
          <p:cNvGrpSpPr/>
          <p:nvPr/>
        </p:nvGrpSpPr>
        <p:grpSpPr>
          <a:xfrm>
            <a:off x="1215338" y="2880391"/>
            <a:ext cx="3361462" cy="2194433"/>
            <a:chOff x="1215338" y="2880391"/>
            <a:chExt cx="3361462" cy="2194433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E8B030E-1A8F-D1E6-B907-CF02BC6701FD}"/>
                </a:ext>
              </a:extLst>
            </p:cNvPr>
            <p:cNvSpPr/>
            <p:nvPr/>
          </p:nvSpPr>
          <p:spPr>
            <a:xfrm>
              <a:off x="1576443" y="2880391"/>
              <a:ext cx="3000357" cy="1920184"/>
            </a:xfrm>
            <a:custGeom>
              <a:avLst/>
              <a:gdLst>
                <a:gd name="csX0" fmla="*/ 0 w 3000357"/>
                <a:gd name="csY0" fmla="*/ 1920185 h 1920184"/>
                <a:gd name="csX1" fmla="*/ 3000358 w 3000357"/>
                <a:gd name="csY1" fmla="*/ 1920185 h 1920184"/>
                <a:gd name="csX2" fmla="*/ 3000358 w 3000357"/>
                <a:gd name="csY2" fmla="*/ 0 h 1920184"/>
                <a:gd name="csX3" fmla="*/ 0 w 3000357"/>
                <a:gd name="csY3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00357" h="1920184">
                  <a:moveTo>
                    <a:pt x="0" y="1920185"/>
                  </a:moveTo>
                  <a:lnTo>
                    <a:pt x="3000358" y="1920185"/>
                  </a:lnTo>
                  <a:lnTo>
                    <a:pt x="300035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8F2099-2BCA-B207-9A55-101C52B98CCD}"/>
                </a:ext>
              </a:extLst>
            </p:cNvPr>
            <p:cNvSpPr/>
            <p:nvPr/>
          </p:nvSpPr>
          <p:spPr>
            <a:xfrm>
              <a:off x="1838267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704192E-2F1B-6250-B2F7-A505873D0F90}"/>
                </a:ext>
              </a:extLst>
            </p:cNvPr>
            <p:cNvSpPr/>
            <p:nvPr/>
          </p:nvSpPr>
          <p:spPr>
            <a:xfrm>
              <a:off x="219208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6B9F241F-ACB3-7BFE-D248-7047292D708D}"/>
                </a:ext>
              </a:extLst>
            </p:cNvPr>
            <p:cNvSpPr/>
            <p:nvPr/>
          </p:nvSpPr>
          <p:spPr>
            <a:xfrm>
              <a:off x="2545896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BA93E0E3-D027-3B48-8557-BD37D7924383}"/>
                </a:ext>
              </a:extLst>
            </p:cNvPr>
            <p:cNvSpPr/>
            <p:nvPr/>
          </p:nvSpPr>
          <p:spPr>
            <a:xfrm>
              <a:off x="2899709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2855FF9B-DDA1-D9AB-F3A0-48C900324A1B}"/>
                </a:ext>
              </a:extLst>
            </p:cNvPr>
            <p:cNvSpPr/>
            <p:nvPr/>
          </p:nvSpPr>
          <p:spPr>
            <a:xfrm>
              <a:off x="325353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D7F29E9-0149-B732-A15F-E07868515785}"/>
                </a:ext>
              </a:extLst>
            </p:cNvPr>
            <p:cNvSpPr/>
            <p:nvPr/>
          </p:nvSpPr>
          <p:spPr>
            <a:xfrm>
              <a:off x="3607339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6851C94B-AB39-E87B-894C-DF33A53E6D34}"/>
                </a:ext>
              </a:extLst>
            </p:cNvPr>
            <p:cNvSpPr/>
            <p:nvPr/>
          </p:nvSpPr>
          <p:spPr>
            <a:xfrm>
              <a:off x="396116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74348-909E-ACC7-9297-CA15444B0169}"/>
                </a:ext>
              </a:extLst>
            </p:cNvPr>
            <p:cNvSpPr/>
            <p:nvPr/>
          </p:nvSpPr>
          <p:spPr>
            <a:xfrm>
              <a:off x="4314968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B364B30-9C27-8892-7E37-3C280B5BB811}"/>
                </a:ext>
              </a:extLst>
            </p:cNvPr>
            <p:cNvSpPr/>
            <p:nvPr/>
          </p:nvSpPr>
          <p:spPr>
            <a:xfrm>
              <a:off x="1576443" y="4690879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FB82E8D-B12A-EBF5-823C-F596E5F9B318}"/>
                </a:ext>
              </a:extLst>
            </p:cNvPr>
            <p:cNvSpPr/>
            <p:nvPr/>
          </p:nvSpPr>
          <p:spPr>
            <a:xfrm>
              <a:off x="1576443" y="4324438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E950EB9-33E0-E96A-9583-58D0B16FAF09}"/>
                </a:ext>
              </a:extLst>
            </p:cNvPr>
            <p:cNvSpPr/>
            <p:nvPr/>
          </p:nvSpPr>
          <p:spPr>
            <a:xfrm>
              <a:off x="1576443" y="395801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45C0D92-1FAA-73F9-81BE-72ADB69803D0}"/>
                </a:ext>
              </a:extLst>
            </p:cNvPr>
            <p:cNvSpPr/>
            <p:nvPr/>
          </p:nvSpPr>
          <p:spPr>
            <a:xfrm>
              <a:off x="1576443" y="359158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4D1C0F87-4DD0-DE1A-9849-8376B21ED104}"/>
                </a:ext>
              </a:extLst>
            </p:cNvPr>
            <p:cNvSpPr/>
            <p:nvPr/>
          </p:nvSpPr>
          <p:spPr>
            <a:xfrm>
              <a:off x="1576443" y="322515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F73ED369-82F1-3F8F-EEF3-CF49E4D7DDF3}"/>
                </a:ext>
              </a:extLst>
            </p:cNvPr>
            <p:cNvSpPr/>
            <p:nvPr/>
          </p:nvSpPr>
          <p:spPr>
            <a:xfrm>
              <a:off x="1576443" y="4800576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97AD78CF-0853-651B-D48B-CC3B3F64A486}"/>
                </a:ext>
              </a:extLst>
            </p:cNvPr>
            <p:cNvSpPr/>
            <p:nvPr/>
          </p:nvSpPr>
          <p:spPr>
            <a:xfrm>
              <a:off x="1838267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C33D71B-BA65-43FB-E950-2F3E64958B04}"/>
                </a:ext>
              </a:extLst>
            </p:cNvPr>
            <p:cNvSpPr/>
            <p:nvPr/>
          </p:nvSpPr>
          <p:spPr>
            <a:xfrm>
              <a:off x="219208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57B1F9D-7B64-E17A-FA5E-5D642D639CB8}"/>
                </a:ext>
              </a:extLst>
            </p:cNvPr>
            <p:cNvSpPr/>
            <p:nvPr/>
          </p:nvSpPr>
          <p:spPr>
            <a:xfrm>
              <a:off x="2545896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2E37956-97ED-A286-BDEF-1BF12F0C012E}"/>
                </a:ext>
              </a:extLst>
            </p:cNvPr>
            <p:cNvSpPr/>
            <p:nvPr/>
          </p:nvSpPr>
          <p:spPr>
            <a:xfrm>
              <a:off x="2899709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79DFFB5-3706-3B45-7A11-32A9F94EA2F2}"/>
                </a:ext>
              </a:extLst>
            </p:cNvPr>
            <p:cNvSpPr/>
            <p:nvPr/>
          </p:nvSpPr>
          <p:spPr>
            <a:xfrm>
              <a:off x="325353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428780B-9563-0060-6276-C0F236DA7207}"/>
                </a:ext>
              </a:extLst>
            </p:cNvPr>
            <p:cNvSpPr/>
            <p:nvPr/>
          </p:nvSpPr>
          <p:spPr>
            <a:xfrm>
              <a:off x="3607339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CE7203D8-C033-2A90-14A8-636D464B406C}"/>
                </a:ext>
              </a:extLst>
            </p:cNvPr>
            <p:cNvSpPr/>
            <p:nvPr/>
          </p:nvSpPr>
          <p:spPr>
            <a:xfrm>
              <a:off x="396116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ECF12C3-EBC5-1DC9-C85F-1F0ABD70F1E2}"/>
                </a:ext>
              </a:extLst>
            </p:cNvPr>
            <p:cNvSpPr/>
            <p:nvPr/>
          </p:nvSpPr>
          <p:spPr>
            <a:xfrm>
              <a:off x="4314968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39D8BEA-90E9-A9F4-1E23-79720E345BB4}"/>
                </a:ext>
              </a:extLst>
            </p:cNvPr>
            <p:cNvSpPr/>
            <p:nvPr/>
          </p:nvSpPr>
          <p:spPr>
            <a:xfrm>
              <a:off x="1705025" y="4895037"/>
              <a:ext cx="75067" cy="9959"/>
            </a:xfrm>
            <a:custGeom>
              <a:avLst/>
              <a:gdLst>
                <a:gd name="csX0" fmla="*/ 0 w 75067"/>
                <a:gd name="csY0" fmla="*/ 0 h 9959"/>
                <a:gd name="csX1" fmla="*/ 75068 w 75067"/>
                <a:gd name="csY1" fmla="*/ 0 h 9959"/>
                <a:gd name="csX2" fmla="*/ 75068 w 75067"/>
                <a:gd name="csY2" fmla="*/ 9959 h 9959"/>
                <a:gd name="csX3" fmla="*/ 0 w 75067"/>
                <a:gd name="csY3" fmla="*/ 9959 h 9959"/>
                <a:gd name="csX4" fmla="*/ 0 w 75067"/>
                <a:gd name="csY4" fmla="*/ 0 h 99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067" h="9959">
                  <a:moveTo>
                    <a:pt x="0" y="0"/>
                  </a:moveTo>
                  <a:lnTo>
                    <a:pt x="75068" y="0"/>
                  </a:lnTo>
                  <a:lnTo>
                    <a:pt x="75068" y="9959"/>
                  </a:lnTo>
                  <a:lnTo>
                    <a:pt x="0" y="99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43994290-DF08-69A2-7921-F5E89CE3066A}"/>
                </a:ext>
              </a:extLst>
            </p:cNvPr>
            <p:cNvSpPr/>
            <p:nvPr/>
          </p:nvSpPr>
          <p:spPr>
            <a:xfrm>
              <a:off x="1800703" y="4848609"/>
              <a:ext cx="60429" cy="90688"/>
            </a:xfrm>
            <a:custGeom>
              <a:avLst/>
              <a:gdLst>
                <a:gd name="csX0" fmla="*/ 30215 w 60429"/>
                <a:gd name="csY0" fmla="*/ 9367 h 90688"/>
                <a:gd name="csX1" fmla="*/ 16454 w 60429"/>
                <a:gd name="csY1" fmla="*/ 18386 h 90688"/>
                <a:gd name="csX2" fmla="*/ 11888 w 60429"/>
                <a:gd name="csY2" fmla="*/ 45373 h 90688"/>
                <a:gd name="csX3" fmla="*/ 16454 w 60429"/>
                <a:gd name="csY3" fmla="*/ 72375 h 90688"/>
                <a:gd name="csX4" fmla="*/ 30215 w 60429"/>
                <a:gd name="csY4" fmla="*/ 81322 h 90688"/>
                <a:gd name="csX5" fmla="*/ 43975 w 60429"/>
                <a:gd name="csY5" fmla="*/ 72375 h 90688"/>
                <a:gd name="csX6" fmla="*/ 48601 w 60429"/>
                <a:gd name="csY6" fmla="*/ 45373 h 90688"/>
                <a:gd name="csX7" fmla="*/ 43975 w 60429"/>
                <a:gd name="csY7" fmla="*/ 18386 h 90688"/>
                <a:gd name="csX8" fmla="*/ 30215 w 60429"/>
                <a:gd name="csY8" fmla="*/ 9367 h 90688"/>
                <a:gd name="csX9" fmla="*/ 30215 w 60429"/>
                <a:gd name="csY9" fmla="*/ 0 h 90688"/>
                <a:gd name="csX10" fmla="*/ 52641 w 60429"/>
                <a:gd name="csY10" fmla="*/ 11650 h 90688"/>
                <a:gd name="csX11" fmla="*/ 60429 w 60429"/>
                <a:gd name="csY11" fmla="*/ 45373 h 90688"/>
                <a:gd name="csX12" fmla="*/ 52641 w 60429"/>
                <a:gd name="csY12" fmla="*/ 79096 h 90688"/>
                <a:gd name="csX13" fmla="*/ 30215 w 60429"/>
                <a:gd name="csY13" fmla="*/ 90689 h 90688"/>
                <a:gd name="csX14" fmla="*/ 7729 w 60429"/>
                <a:gd name="csY14" fmla="*/ 79096 h 90688"/>
                <a:gd name="csX15" fmla="*/ 0 w 60429"/>
                <a:gd name="csY15" fmla="*/ 45373 h 90688"/>
                <a:gd name="csX16" fmla="*/ 7729 w 60429"/>
                <a:gd name="csY16" fmla="*/ 11650 h 90688"/>
                <a:gd name="csX17" fmla="*/ 30215 w 60429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9" h="90688">
                  <a:moveTo>
                    <a:pt x="30215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10" y="24351"/>
                    <a:pt x="11888" y="33347"/>
                    <a:pt x="11888" y="45373"/>
                  </a:cubicBezTo>
                  <a:cubicBezTo>
                    <a:pt x="11888" y="57361"/>
                    <a:pt x="13410" y="66362"/>
                    <a:pt x="16454" y="72375"/>
                  </a:cubicBezTo>
                  <a:cubicBezTo>
                    <a:pt x="19537" y="78340"/>
                    <a:pt x="24124" y="81322"/>
                    <a:pt x="30215" y="81322"/>
                  </a:cubicBezTo>
                  <a:cubicBezTo>
                    <a:pt x="36343" y="81322"/>
                    <a:pt x="40930" y="78340"/>
                    <a:pt x="43975" y="72375"/>
                  </a:cubicBezTo>
                  <a:cubicBezTo>
                    <a:pt x="47059" y="66361"/>
                    <a:pt x="48601" y="57361"/>
                    <a:pt x="48601" y="45373"/>
                  </a:cubicBezTo>
                  <a:cubicBezTo>
                    <a:pt x="48601" y="33347"/>
                    <a:pt x="47059" y="24351"/>
                    <a:pt x="43975" y="18386"/>
                  </a:cubicBezTo>
                  <a:cubicBezTo>
                    <a:pt x="40930" y="12373"/>
                    <a:pt x="36343" y="9367"/>
                    <a:pt x="30215" y="9367"/>
                  </a:cubicBezTo>
                  <a:moveTo>
                    <a:pt x="30215" y="0"/>
                  </a:moveTo>
                  <a:cubicBezTo>
                    <a:pt x="40013" y="0"/>
                    <a:pt x="47488" y="3883"/>
                    <a:pt x="52641" y="11650"/>
                  </a:cubicBezTo>
                  <a:cubicBezTo>
                    <a:pt x="57833" y="19379"/>
                    <a:pt x="60429" y="30620"/>
                    <a:pt x="60429" y="45373"/>
                  </a:cubicBezTo>
                  <a:cubicBezTo>
                    <a:pt x="60429" y="60088"/>
                    <a:pt x="57833" y="71329"/>
                    <a:pt x="52641" y="79096"/>
                  </a:cubicBezTo>
                  <a:cubicBezTo>
                    <a:pt x="47488" y="86825"/>
                    <a:pt x="40013" y="90689"/>
                    <a:pt x="30215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E690B22-6DDA-F397-134E-94B0EAE99C6E}"/>
                </a:ext>
              </a:extLst>
            </p:cNvPr>
            <p:cNvSpPr/>
            <p:nvPr/>
          </p:nvSpPr>
          <p:spPr>
            <a:xfrm>
              <a:off x="1881918" y="4922733"/>
              <a:ext cx="12355" cy="14873"/>
            </a:xfrm>
            <a:custGeom>
              <a:avLst/>
              <a:gdLst>
                <a:gd name="csX0" fmla="*/ 0 w 12355"/>
                <a:gd name="csY0" fmla="*/ 0 h 14873"/>
                <a:gd name="csX1" fmla="*/ 12356 w 12355"/>
                <a:gd name="csY1" fmla="*/ 0 h 14873"/>
                <a:gd name="csX2" fmla="*/ 12356 w 12355"/>
                <a:gd name="csY2" fmla="*/ 14874 h 14873"/>
                <a:gd name="csX3" fmla="*/ 0 w 12355"/>
                <a:gd name="csY3" fmla="*/ 14874 h 14873"/>
                <a:gd name="csX4" fmla="*/ 0 w 12355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5" h="14873">
                  <a:moveTo>
                    <a:pt x="0" y="0"/>
                  </a:moveTo>
                  <a:lnTo>
                    <a:pt x="12356" y="0"/>
                  </a:lnTo>
                  <a:lnTo>
                    <a:pt x="12356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C13EE0F7-B631-FB2D-6FD0-7C4F8ADB86A1}"/>
                </a:ext>
              </a:extLst>
            </p:cNvPr>
            <p:cNvSpPr/>
            <p:nvPr/>
          </p:nvSpPr>
          <p:spPr>
            <a:xfrm>
              <a:off x="1915998" y="4848609"/>
              <a:ext cx="55508" cy="88997"/>
            </a:xfrm>
            <a:custGeom>
              <a:avLst/>
              <a:gdLst>
                <a:gd name="csX0" fmla="*/ 14228 w 55508"/>
                <a:gd name="csY0" fmla="*/ 79038 h 88997"/>
                <a:gd name="csX1" fmla="*/ 55509 w 55508"/>
                <a:gd name="csY1" fmla="*/ 79038 h 88997"/>
                <a:gd name="csX2" fmla="*/ 55509 w 55508"/>
                <a:gd name="csY2" fmla="*/ 88997 h 88997"/>
                <a:gd name="csX3" fmla="*/ 0 w 55508"/>
                <a:gd name="csY3" fmla="*/ 88997 h 88997"/>
                <a:gd name="csX4" fmla="*/ 0 w 55508"/>
                <a:gd name="csY4" fmla="*/ 79038 h 88997"/>
                <a:gd name="csX5" fmla="*/ 18327 w 55508"/>
                <a:gd name="csY5" fmla="*/ 60363 h 88997"/>
                <a:gd name="csX6" fmla="*/ 32965 w 55508"/>
                <a:gd name="csY6" fmla="*/ 45200 h 88997"/>
                <a:gd name="csX7" fmla="*/ 40871 w 55508"/>
                <a:gd name="csY7" fmla="*/ 34431 h 88997"/>
                <a:gd name="csX8" fmla="*/ 43155 w 55508"/>
                <a:gd name="csY8" fmla="*/ 25700 h 88997"/>
                <a:gd name="csX9" fmla="*/ 38236 w 55508"/>
                <a:gd name="csY9" fmla="*/ 14339 h 88997"/>
                <a:gd name="csX10" fmla="*/ 25528 w 55508"/>
                <a:gd name="csY10" fmla="*/ 9945 h 88997"/>
                <a:gd name="csX11" fmla="*/ 13759 w 55508"/>
                <a:gd name="csY11" fmla="*/ 11882 h 88997"/>
                <a:gd name="csX12" fmla="*/ 585 w 55508"/>
                <a:gd name="csY12" fmla="*/ 17736 h 88997"/>
                <a:gd name="csX13" fmla="*/ 585 w 55508"/>
                <a:gd name="csY13" fmla="*/ 5796 h 88997"/>
                <a:gd name="csX14" fmla="*/ 13936 w 55508"/>
                <a:gd name="csY14" fmla="*/ 1460 h 88997"/>
                <a:gd name="csX15" fmla="*/ 25294 w 55508"/>
                <a:gd name="csY15" fmla="*/ 0 h 88997"/>
                <a:gd name="csX16" fmla="*/ 46960 w 55508"/>
                <a:gd name="csY16" fmla="*/ 6794 h 88997"/>
                <a:gd name="csX17" fmla="*/ 55041 w 55508"/>
                <a:gd name="csY17" fmla="*/ 24934 h 88997"/>
                <a:gd name="csX18" fmla="*/ 52991 w 55508"/>
                <a:gd name="csY18" fmla="*/ 35183 h 88997"/>
                <a:gd name="csX19" fmla="*/ 45672 w 55508"/>
                <a:gd name="csY19" fmla="*/ 46544 h 88997"/>
                <a:gd name="csX20" fmla="*/ 36362 w 55508"/>
                <a:gd name="csY20" fmla="*/ 56388 h 88997"/>
                <a:gd name="csX21" fmla="*/ 14228 w 55508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8997">
                  <a:moveTo>
                    <a:pt x="14228" y="79038"/>
                  </a:moveTo>
                  <a:lnTo>
                    <a:pt x="55509" y="79038"/>
                  </a:lnTo>
                  <a:lnTo>
                    <a:pt x="55509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89" y="74394"/>
                    <a:pt x="10598" y="68168"/>
                    <a:pt x="18327" y="60363"/>
                  </a:cubicBezTo>
                  <a:cubicBezTo>
                    <a:pt x="26095" y="52519"/>
                    <a:pt x="30975" y="47464"/>
                    <a:pt x="32965" y="45200"/>
                  </a:cubicBezTo>
                  <a:cubicBezTo>
                    <a:pt x="36753" y="40941"/>
                    <a:pt x="39388" y="37351"/>
                    <a:pt x="40871" y="34431"/>
                  </a:cubicBezTo>
                  <a:cubicBezTo>
                    <a:pt x="42393" y="31463"/>
                    <a:pt x="43155" y="28553"/>
                    <a:pt x="43155" y="25700"/>
                  </a:cubicBezTo>
                  <a:cubicBezTo>
                    <a:pt x="43155" y="21056"/>
                    <a:pt x="41515" y="17269"/>
                    <a:pt x="38236" y="14339"/>
                  </a:cubicBezTo>
                  <a:cubicBezTo>
                    <a:pt x="34996" y="11410"/>
                    <a:pt x="30760" y="9945"/>
                    <a:pt x="25528" y="9945"/>
                  </a:cubicBezTo>
                  <a:cubicBezTo>
                    <a:pt x="21820" y="9945"/>
                    <a:pt x="17897" y="10590"/>
                    <a:pt x="13759" y="11882"/>
                  </a:cubicBezTo>
                  <a:cubicBezTo>
                    <a:pt x="9661" y="13173"/>
                    <a:pt x="5270" y="15124"/>
                    <a:pt x="585" y="17736"/>
                  </a:cubicBezTo>
                  <a:lnTo>
                    <a:pt x="585" y="5796"/>
                  </a:lnTo>
                  <a:cubicBezTo>
                    <a:pt x="5348" y="3879"/>
                    <a:pt x="9798" y="2433"/>
                    <a:pt x="13936" y="1460"/>
                  </a:cubicBezTo>
                  <a:cubicBezTo>
                    <a:pt x="18074" y="487"/>
                    <a:pt x="21860" y="0"/>
                    <a:pt x="25294" y="0"/>
                  </a:cubicBezTo>
                  <a:cubicBezTo>
                    <a:pt x="34352" y="0"/>
                    <a:pt x="41574" y="2265"/>
                    <a:pt x="46960" y="6794"/>
                  </a:cubicBezTo>
                  <a:cubicBezTo>
                    <a:pt x="52347" y="11313"/>
                    <a:pt x="55041" y="17360"/>
                    <a:pt x="55041" y="24934"/>
                  </a:cubicBezTo>
                  <a:cubicBezTo>
                    <a:pt x="55041" y="28529"/>
                    <a:pt x="54357" y="31945"/>
                    <a:pt x="52991" y="35183"/>
                  </a:cubicBezTo>
                  <a:cubicBezTo>
                    <a:pt x="51664" y="38382"/>
                    <a:pt x="49224" y="42169"/>
                    <a:pt x="45672" y="46544"/>
                  </a:cubicBezTo>
                  <a:cubicBezTo>
                    <a:pt x="44696" y="47681"/>
                    <a:pt x="41593" y="50962"/>
                    <a:pt x="36362" y="56388"/>
                  </a:cubicBezTo>
                  <a:cubicBezTo>
                    <a:pt x="31131" y="61775"/>
                    <a:pt x="23752" y="69325"/>
                    <a:pt x="14228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A5B18A2-4E91-36C6-ADE4-BEDD9F2B8A39}"/>
                </a:ext>
              </a:extLst>
            </p:cNvPr>
            <p:cNvSpPr/>
            <p:nvPr/>
          </p:nvSpPr>
          <p:spPr>
            <a:xfrm>
              <a:off x="2104659" y="4848609"/>
              <a:ext cx="60427" cy="90688"/>
            </a:xfrm>
            <a:custGeom>
              <a:avLst/>
              <a:gdLst>
                <a:gd name="csX0" fmla="*/ 30215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5 w 60427"/>
                <a:gd name="csY4" fmla="*/ 81322 h 90688"/>
                <a:gd name="csX5" fmla="*/ 43974 w 60427"/>
                <a:gd name="csY5" fmla="*/ 72375 h 90688"/>
                <a:gd name="csX6" fmla="*/ 48601 w 60427"/>
                <a:gd name="csY6" fmla="*/ 45373 h 90688"/>
                <a:gd name="csX7" fmla="*/ 43974 w 60427"/>
                <a:gd name="csY7" fmla="*/ 18386 h 90688"/>
                <a:gd name="csX8" fmla="*/ 30215 w 60427"/>
                <a:gd name="csY8" fmla="*/ 9367 h 90688"/>
                <a:gd name="csX9" fmla="*/ 30215 w 60427"/>
                <a:gd name="csY9" fmla="*/ 0 h 90688"/>
                <a:gd name="csX10" fmla="*/ 52641 w 60427"/>
                <a:gd name="csY10" fmla="*/ 11650 h 90688"/>
                <a:gd name="csX11" fmla="*/ 60428 w 60427"/>
                <a:gd name="csY11" fmla="*/ 45373 h 90688"/>
                <a:gd name="csX12" fmla="*/ 52641 w 60427"/>
                <a:gd name="csY12" fmla="*/ 79096 h 90688"/>
                <a:gd name="csX13" fmla="*/ 30215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5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5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5" y="81322"/>
                  </a:cubicBezTo>
                  <a:cubicBezTo>
                    <a:pt x="36343" y="81322"/>
                    <a:pt x="40930" y="78340"/>
                    <a:pt x="43974" y="72375"/>
                  </a:cubicBezTo>
                  <a:cubicBezTo>
                    <a:pt x="47059" y="66361"/>
                    <a:pt x="48601" y="57361"/>
                    <a:pt x="48601" y="45373"/>
                  </a:cubicBezTo>
                  <a:cubicBezTo>
                    <a:pt x="48601" y="33347"/>
                    <a:pt x="47059" y="24351"/>
                    <a:pt x="43974" y="18386"/>
                  </a:cubicBezTo>
                  <a:cubicBezTo>
                    <a:pt x="40930" y="12373"/>
                    <a:pt x="36343" y="9367"/>
                    <a:pt x="30215" y="9367"/>
                  </a:cubicBezTo>
                  <a:moveTo>
                    <a:pt x="30215" y="0"/>
                  </a:moveTo>
                  <a:cubicBezTo>
                    <a:pt x="40012" y="0"/>
                    <a:pt x="47488" y="3883"/>
                    <a:pt x="52641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1" y="79096"/>
                  </a:cubicBezTo>
                  <a:cubicBezTo>
                    <a:pt x="47488" y="86825"/>
                    <a:pt x="40012" y="90689"/>
                    <a:pt x="30215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44A89A9-1936-C5FE-409C-A6EAB6F384F2}"/>
                </a:ext>
              </a:extLst>
            </p:cNvPr>
            <p:cNvSpPr/>
            <p:nvPr/>
          </p:nvSpPr>
          <p:spPr>
            <a:xfrm>
              <a:off x="2185875" y="4922733"/>
              <a:ext cx="12354" cy="14873"/>
            </a:xfrm>
            <a:custGeom>
              <a:avLst/>
              <a:gdLst>
                <a:gd name="csX0" fmla="*/ 0 w 12354"/>
                <a:gd name="csY0" fmla="*/ 0 h 14873"/>
                <a:gd name="csX1" fmla="*/ 12354 w 12354"/>
                <a:gd name="csY1" fmla="*/ 0 h 14873"/>
                <a:gd name="csX2" fmla="*/ 12354 w 12354"/>
                <a:gd name="csY2" fmla="*/ 14874 h 14873"/>
                <a:gd name="csX3" fmla="*/ 0 w 12354"/>
                <a:gd name="csY3" fmla="*/ 14874 h 14873"/>
                <a:gd name="csX4" fmla="*/ 0 w 12354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4" h="14873">
                  <a:moveTo>
                    <a:pt x="0" y="0"/>
                  </a:moveTo>
                  <a:lnTo>
                    <a:pt x="12354" y="0"/>
                  </a:lnTo>
                  <a:lnTo>
                    <a:pt x="12354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64184432-4B0B-2711-A971-E8926372A7F2}"/>
                </a:ext>
              </a:extLst>
            </p:cNvPr>
            <p:cNvSpPr/>
            <p:nvPr/>
          </p:nvSpPr>
          <p:spPr>
            <a:xfrm>
              <a:off x="2219076" y="4848609"/>
              <a:ext cx="60427" cy="90688"/>
            </a:xfrm>
            <a:custGeom>
              <a:avLst/>
              <a:gdLst>
                <a:gd name="csX0" fmla="*/ 30213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3 w 60427"/>
                <a:gd name="csY4" fmla="*/ 81322 h 90688"/>
                <a:gd name="csX5" fmla="*/ 43974 w 60427"/>
                <a:gd name="csY5" fmla="*/ 72375 h 90688"/>
                <a:gd name="csX6" fmla="*/ 48600 w 60427"/>
                <a:gd name="csY6" fmla="*/ 45373 h 90688"/>
                <a:gd name="csX7" fmla="*/ 43974 w 60427"/>
                <a:gd name="csY7" fmla="*/ 18386 h 90688"/>
                <a:gd name="csX8" fmla="*/ 30213 w 60427"/>
                <a:gd name="csY8" fmla="*/ 9367 h 90688"/>
                <a:gd name="csX9" fmla="*/ 30213 w 60427"/>
                <a:gd name="csY9" fmla="*/ 0 h 90688"/>
                <a:gd name="csX10" fmla="*/ 52640 w 60427"/>
                <a:gd name="csY10" fmla="*/ 11650 h 90688"/>
                <a:gd name="csX11" fmla="*/ 60428 w 60427"/>
                <a:gd name="csY11" fmla="*/ 45373 h 90688"/>
                <a:gd name="csX12" fmla="*/ 52640 w 60427"/>
                <a:gd name="csY12" fmla="*/ 79096 h 90688"/>
                <a:gd name="csX13" fmla="*/ 30213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3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3" y="81322"/>
                  </a:cubicBezTo>
                  <a:cubicBezTo>
                    <a:pt x="36342" y="81322"/>
                    <a:pt x="40929" y="78340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47"/>
                    <a:pt x="47058" y="2435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0" y="79096"/>
                  </a:cubicBezTo>
                  <a:cubicBezTo>
                    <a:pt x="47487" y="86825"/>
                    <a:pt x="40012" y="90689"/>
                    <a:pt x="30213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AEF085C6-15D6-42ED-E9D3-68800B34D825}"/>
                </a:ext>
              </a:extLst>
            </p:cNvPr>
            <p:cNvSpPr/>
            <p:nvPr/>
          </p:nvSpPr>
          <p:spPr>
            <a:xfrm>
              <a:off x="2460495" y="4848609"/>
              <a:ext cx="60427" cy="90688"/>
            </a:xfrm>
            <a:custGeom>
              <a:avLst/>
              <a:gdLst>
                <a:gd name="csX0" fmla="*/ 30213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3 w 60427"/>
                <a:gd name="csY4" fmla="*/ 81322 h 90688"/>
                <a:gd name="csX5" fmla="*/ 43974 w 60427"/>
                <a:gd name="csY5" fmla="*/ 72375 h 90688"/>
                <a:gd name="csX6" fmla="*/ 48600 w 60427"/>
                <a:gd name="csY6" fmla="*/ 45373 h 90688"/>
                <a:gd name="csX7" fmla="*/ 43974 w 60427"/>
                <a:gd name="csY7" fmla="*/ 18386 h 90688"/>
                <a:gd name="csX8" fmla="*/ 30213 w 60427"/>
                <a:gd name="csY8" fmla="*/ 9367 h 90688"/>
                <a:gd name="csX9" fmla="*/ 30213 w 60427"/>
                <a:gd name="csY9" fmla="*/ 0 h 90688"/>
                <a:gd name="csX10" fmla="*/ 52640 w 60427"/>
                <a:gd name="csY10" fmla="*/ 11650 h 90688"/>
                <a:gd name="csX11" fmla="*/ 60428 w 60427"/>
                <a:gd name="csY11" fmla="*/ 45373 h 90688"/>
                <a:gd name="csX12" fmla="*/ 52640 w 60427"/>
                <a:gd name="csY12" fmla="*/ 79096 h 90688"/>
                <a:gd name="csX13" fmla="*/ 30213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3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3" y="81322"/>
                  </a:cubicBezTo>
                  <a:cubicBezTo>
                    <a:pt x="36342" y="81322"/>
                    <a:pt x="40929" y="78340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47"/>
                    <a:pt x="47058" y="2435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0" y="79096"/>
                  </a:cubicBezTo>
                  <a:cubicBezTo>
                    <a:pt x="47487" y="86825"/>
                    <a:pt x="40012" y="90689"/>
                    <a:pt x="30213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5ABC1C11-5ECF-32CF-4325-8E5D4B9AC0D4}"/>
                </a:ext>
              </a:extLst>
            </p:cNvPr>
            <p:cNvSpPr/>
            <p:nvPr/>
          </p:nvSpPr>
          <p:spPr>
            <a:xfrm>
              <a:off x="2541710" y="4922733"/>
              <a:ext cx="12354" cy="14873"/>
            </a:xfrm>
            <a:custGeom>
              <a:avLst/>
              <a:gdLst>
                <a:gd name="csX0" fmla="*/ 0 w 12354"/>
                <a:gd name="csY0" fmla="*/ 0 h 14873"/>
                <a:gd name="csX1" fmla="*/ 12354 w 12354"/>
                <a:gd name="csY1" fmla="*/ 0 h 14873"/>
                <a:gd name="csX2" fmla="*/ 12354 w 12354"/>
                <a:gd name="csY2" fmla="*/ 14874 h 14873"/>
                <a:gd name="csX3" fmla="*/ 0 w 12354"/>
                <a:gd name="csY3" fmla="*/ 14874 h 14873"/>
                <a:gd name="csX4" fmla="*/ 0 w 12354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4" h="14873">
                  <a:moveTo>
                    <a:pt x="0" y="0"/>
                  </a:moveTo>
                  <a:lnTo>
                    <a:pt x="12354" y="0"/>
                  </a:lnTo>
                  <a:lnTo>
                    <a:pt x="12354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2EE74AE-A004-E5B2-7551-3BCCEC1C7CFC}"/>
                </a:ext>
              </a:extLst>
            </p:cNvPr>
            <p:cNvSpPr/>
            <p:nvPr/>
          </p:nvSpPr>
          <p:spPr>
            <a:xfrm>
              <a:off x="2575788" y="4848609"/>
              <a:ext cx="55511" cy="88997"/>
            </a:xfrm>
            <a:custGeom>
              <a:avLst/>
              <a:gdLst>
                <a:gd name="csX0" fmla="*/ 14229 w 55511"/>
                <a:gd name="csY0" fmla="*/ 79038 h 88997"/>
                <a:gd name="csX1" fmla="*/ 55512 w 55511"/>
                <a:gd name="csY1" fmla="*/ 79038 h 88997"/>
                <a:gd name="csX2" fmla="*/ 55512 w 55511"/>
                <a:gd name="csY2" fmla="*/ 88997 h 88997"/>
                <a:gd name="csX3" fmla="*/ 0 w 55511"/>
                <a:gd name="csY3" fmla="*/ 88997 h 88997"/>
                <a:gd name="csX4" fmla="*/ 0 w 55511"/>
                <a:gd name="csY4" fmla="*/ 79038 h 88997"/>
                <a:gd name="csX5" fmla="*/ 18327 w 55511"/>
                <a:gd name="csY5" fmla="*/ 60363 h 88997"/>
                <a:gd name="csX6" fmla="*/ 32967 w 55511"/>
                <a:gd name="csY6" fmla="*/ 45200 h 88997"/>
                <a:gd name="csX7" fmla="*/ 40871 w 55511"/>
                <a:gd name="csY7" fmla="*/ 34431 h 88997"/>
                <a:gd name="csX8" fmla="*/ 43154 w 55511"/>
                <a:gd name="csY8" fmla="*/ 25700 h 88997"/>
                <a:gd name="csX9" fmla="*/ 38236 w 55511"/>
                <a:gd name="csY9" fmla="*/ 14339 h 88997"/>
                <a:gd name="csX10" fmla="*/ 25530 w 55511"/>
                <a:gd name="csY10" fmla="*/ 9945 h 88997"/>
                <a:gd name="csX11" fmla="*/ 13761 w 55511"/>
                <a:gd name="csY11" fmla="*/ 11882 h 88997"/>
                <a:gd name="csX12" fmla="*/ 585 w 55511"/>
                <a:gd name="csY12" fmla="*/ 17736 h 88997"/>
                <a:gd name="csX13" fmla="*/ 585 w 55511"/>
                <a:gd name="csY13" fmla="*/ 5796 h 88997"/>
                <a:gd name="csX14" fmla="*/ 13936 w 55511"/>
                <a:gd name="csY14" fmla="*/ 1460 h 88997"/>
                <a:gd name="csX15" fmla="*/ 25296 w 55511"/>
                <a:gd name="csY15" fmla="*/ 0 h 88997"/>
                <a:gd name="csX16" fmla="*/ 46955 w 55511"/>
                <a:gd name="csY16" fmla="*/ 6794 h 88997"/>
                <a:gd name="csX17" fmla="*/ 55035 w 55511"/>
                <a:gd name="csY17" fmla="*/ 24934 h 88997"/>
                <a:gd name="csX18" fmla="*/ 52997 w 55511"/>
                <a:gd name="csY18" fmla="*/ 35183 h 88997"/>
                <a:gd name="csX19" fmla="*/ 45668 w 55511"/>
                <a:gd name="csY19" fmla="*/ 46544 h 88997"/>
                <a:gd name="csX20" fmla="*/ 36362 w 55511"/>
                <a:gd name="csY20" fmla="*/ 56388 h 88997"/>
                <a:gd name="csX21" fmla="*/ 14229 w 55511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11" h="88997">
                  <a:moveTo>
                    <a:pt x="14229" y="79038"/>
                  </a:moveTo>
                  <a:lnTo>
                    <a:pt x="55512" y="79038"/>
                  </a:lnTo>
                  <a:lnTo>
                    <a:pt x="55512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90" y="74394"/>
                    <a:pt x="10599" y="68168"/>
                    <a:pt x="18327" y="60363"/>
                  </a:cubicBezTo>
                  <a:cubicBezTo>
                    <a:pt x="26096" y="52519"/>
                    <a:pt x="30976" y="47464"/>
                    <a:pt x="32967" y="45200"/>
                  </a:cubicBezTo>
                  <a:cubicBezTo>
                    <a:pt x="36753" y="40941"/>
                    <a:pt x="39388" y="37351"/>
                    <a:pt x="40871" y="34431"/>
                  </a:cubicBezTo>
                  <a:cubicBezTo>
                    <a:pt x="42393" y="31463"/>
                    <a:pt x="43154" y="28553"/>
                    <a:pt x="43154" y="25700"/>
                  </a:cubicBezTo>
                  <a:cubicBezTo>
                    <a:pt x="43154" y="21056"/>
                    <a:pt x="41515" y="17269"/>
                    <a:pt x="38236" y="14339"/>
                  </a:cubicBezTo>
                  <a:cubicBezTo>
                    <a:pt x="34996" y="11410"/>
                    <a:pt x="30761" y="9945"/>
                    <a:pt x="25530" y="9945"/>
                  </a:cubicBezTo>
                  <a:cubicBezTo>
                    <a:pt x="21822" y="9945"/>
                    <a:pt x="17899" y="10590"/>
                    <a:pt x="13761" y="11882"/>
                  </a:cubicBezTo>
                  <a:cubicBezTo>
                    <a:pt x="9661" y="13173"/>
                    <a:pt x="5270" y="15124"/>
                    <a:pt x="585" y="17736"/>
                  </a:cubicBezTo>
                  <a:lnTo>
                    <a:pt x="585" y="5796"/>
                  </a:lnTo>
                  <a:cubicBezTo>
                    <a:pt x="5348" y="3879"/>
                    <a:pt x="9798" y="2433"/>
                    <a:pt x="13936" y="1460"/>
                  </a:cubicBezTo>
                  <a:cubicBezTo>
                    <a:pt x="18074" y="487"/>
                    <a:pt x="21860" y="0"/>
                    <a:pt x="25296" y="0"/>
                  </a:cubicBezTo>
                  <a:cubicBezTo>
                    <a:pt x="34352" y="0"/>
                    <a:pt x="41572" y="2265"/>
                    <a:pt x="46955" y="6794"/>
                  </a:cubicBezTo>
                  <a:cubicBezTo>
                    <a:pt x="52341" y="11313"/>
                    <a:pt x="55035" y="17360"/>
                    <a:pt x="55035" y="24934"/>
                  </a:cubicBezTo>
                  <a:cubicBezTo>
                    <a:pt x="55035" y="28529"/>
                    <a:pt x="54355" y="31945"/>
                    <a:pt x="52997" y="35183"/>
                  </a:cubicBezTo>
                  <a:cubicBezTo>
                    <a:pt x="51667" y="38382"/>
                    <a:pt x="49224" y="42169"/>
                    <a:pt x="45668" y="46544"/>
                  </a:cubicBezTo>
                  <a:cubicBezTo>
                    <a:pt x="44695" y="47681"/>
                    <a:pt x="41593" y="50962"/>
                    <a:pt x="36362" y="56388"/>
                  </a:cubicBezTo>
                  <a:cubicBezTo>
                    <a:pt x="31131" y="61775"/>
                    <a:pt x="23754" y="69325"/>
                    <a:pt x="14229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F074877-CEE6-EDB6-25EC-472AE1B28AAA}"/>
                </a:ext>
              </a:extLst>
            </p:cNvPr>
            <p:cNvSpPr/>
            <p:nvPr/>
          </p:nvSpPr>
          <p:spPr>
            <a:xfrm>
              <a:off x="2811680" y="4848609"/>
              <a:ext cx="60420" cy="90688"/>
            </a:xfrm>
            <a:custGeom>
              <a:avLst/>
              <a:gdLst>
                <a:gd name="csX0" fmla="*/ 30210 w 60420"/>
                <a:gd name="csY0" fmla="*/ 9367 h 90688"/>
                <a:gd name="csX1" fmla="*/ 16449 w 60420"/>
                <a:gd name="csY1" fmla="*/ 18386 h 90688"/>
                <a:gd name="csX2" fmla="*/ 11882 w 60420"/>
                <a:gd name="csY2" fmla="*/ 45373 h 90688"/>
                <a:gd name="csX3" fmla="*/ 16449 w 60420"/>
                <a:gd name="csY3" fmla="*/ 72375 h 90688"/>
                <a:gd name="csX4" fmla="*/ 30210 w 60420"/>
                <a:gd name="csY4" fmla="*/ 81322 h 90688"/>
                <a:gd name="csX5" fmla="*/ 43971 w 60420"/>
                <a:gd name="csY5" fmla="*/ 72375 h 90688"/>
                <a:gd name="csX6" fmla="*/ 48597 w 60420"/>
                <a:gd name="csY6" fmla="*/ 45373 h 90688"/>
                <a:gd name="csX7" fmla="*/ 43971 w 60420"/>
                <a:gd name="csY7" fmla="*/ 18386 h 90688"/>
                <a:gd name="csX8" fmla="*/ 30210 w 60420"/>
                <a:gd name="csY8" fmla="*/ 9367 h 90688"/>
                <a:gd name="csX9" fmla="*/ 30210 w 60420"/>
                <a:gd name="csY9" fmla="*/ 0 h 90688"/>
                <a:gd name="csX10" fmla="*/ 52630 w 60420"/>
                <a:gd name="csY10" fmla="*/ 11650 h 90688"/>
                <a:gd name="csX11" fmla="*/ 60421 w 60420"/>
                <a:gd name="csY11" fmla="*/ 45373 h 90688"/>
                <a:gd name="csX12" fmla="*/ 52630 w 60420"/>
                <a:gd name="csY12" fmla="*/ 79096 h 90688"/>
                <a:gd name="csX13" fmla="*/ 30210 w 60420"/>
                <a:gd name="csY13" fmla="*/ 90689 h 90688"/>
                <a:gd name="csX14" fmla="*/ 7719 w 60420"/>
                <a:gd name="csY14" fmla="*/ 79096 h 90688"/>
                <a:gd name="csX15" fmla="*/ 0 w 60420"/>
                <a:gd name="csY15" fmla="*/ 45373 h 90688"/>
                <a:gd name="csX16" fmla="*/ 7719 w 60420"/>
                <a:gd name="csY16" fmla="*/ 11650 h 90688"/>
                <a:gd name="csX17" fmla="*/ 30210 w 60420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0" h="90688">
                  <a:moveTo>
                    <a:pt x="30210" y="9367"/>
                  </a:moveTo>
                  <a:cubicBezTo>
                    <a:pt x="24120" y="9367"/>
                    <a:pt x="19533" y="12373"/>
                    <a:pt x="16449" y="18386"/>
                  </a:cubicBezTo>
                  <a:cubicBezTo>
                    <a:pt x="13404" y="24351"/>
                    <a:pt x="11882" y="33347"/>
                    <a:pt x="11882" y="45373"/>
                  </a:cubicBezTo>
                  <a:cubicBezTo>
                    <a:pt x="11882" y="57361"/>
                    <a:pt x="13404" y="66362"/>
                    <a:pt x="16449" y="72375"/>
                  </a:cubicBezTo>
                  <a:cubicBezTo>
                    <a:pt x="19533" y="78340"/>
                    <a:pt x="24120" y="81322"/>
                    <a:pt x="30210" y="81322"/>
                  </a:cubicBezTo>
                  <a:cubicBezTo>
                    <a:pt x="36339" y="81322"/>
                    <a:pt x="40926" y="78340"/>
                    <a:pt x="43971" y="72375"/>
                  </a:cubicBezTo>
                  <a:cubicBezTo>
                    <a:pt x="47055" y="66361"/>
                    <a:pt x="48597" y="57361"/>
                    <a:pt x="48597" y="45373"/>
                  </a:cubicBezTo>
                  <a:cubicBezTo>
                    <a:pt x="48597" y="33347"/>
                    <a:pt x="47055" y="24351"/>
                    <a:pt x="43971" y="18386"/>
                  </a:cubicBezTo>
                  <a:cubicBezTo>
                    <a:pt x="40926" y="12373"/>
                    <a:pt x="36339" y="9367"/>
                    <a:pt x="30210" y="9367"/>
                  </a:cubicBezTo>
                  <a:moveTo>
                    <a:pt x="30210" y="0"/>
                  </a:moveTo>
                  <a:cubicBezTo>
                    <a:pt x="40011" y="0"/>
                    <a:pt x="47484" y="3883"/>
                    <a:pt x="52630" y="11650"/>
                  </a:cubicBezTo>
                  <a:cubicBezTo>
                    <a:pt x="57824" y="19379"/>
                    <a:pt x="60421" y="30620"/>
                    <a:pt x="60421" y="45373"/>
                  </a:cubicBezTo>
                  <a:cubicBezTo>
                    <a:pt x="60421" y="60088"/>
                    <a:pt x="57824" y="71329"/>
                    <a:pt x="52630" y="79096"/>
                  </a:cubicBezTo>
                  <a:cubicBezTo>
                    <a:pt x="47484" y="86825"/>
                    <a:pt x="40011" y="90689"/>
                    <a:pt x="30210" y="90689"/>
                  </a:cubicBezTo>
                  <a:cubicBezTo>
                    <a:pt x="20410" y="90689"/>
                    <a:pt x="12913" y="86825"/>
                    <a:pt x="7719" y="79096"/>
                  </a:cubicBezTo>
                  <a:cubicBezTo>
                    <a:pt x="2573" y="71329"/>
                    <a:pt x="0" y="60088"/>
                    <a:pt x="0" y="45373"/>
                  </a:cubicBezTo>
                  <a:cubicBezTo>
                    <a:pt x="0" y="30620"/>
                    <a:pt x="2573" y="19379"/>
                    <a:pt x="7719" y="11650"/>
                  </a:cubicBezTo>
                  <a:cubicBezTo>
                    <a:pt x="12913" y="3883"/>
                    <a:pt x="20410" y="0"/>
                    <a:pt x="30210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A2A0ED84-95DC-095A-E318-5E0B91B31FDC}"/>
                </a:ext>
              </a:extLst>
            </p:cNvPr>
            <p:cNvSpPr/>
            <p:nvPr/>
          </p:nvSpPr>
          <p:spPr>
            <a:xfrm>
              <a:off x="2892887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433B5919-20AD-5082-7DAE-45302E6472A3}"/>
                </a:ext>
              </a:extLst>
            </p:cNvPr>
            <p:cNvSpPr/>
            <p:nvPr/>
          </p:nvSpPr>
          <p:spPr>
            <a:xfrm>
              <a:off x="2924037" y="4850184"/>
              <a:ext cx="63716" cy="87421"/>
            </a:xfrm>
            <a:custGeom>
              <a:avLst/>
              <a:gdLst>
                <a:gd name="csX0" fmla="*/ 39476 w 63716"/>
                <a:gd name="csY0" fmla="*/ 10306 h 87421"/>
                <a:gd name="csX1" fmla="*/ 9612 w 63716"/>
                <a:gd name="csY1" fmla="*/ 56980 h 87421"/>
                <a:gd name="csX2" fmla="*/ 39476 w 63716"/>
                <a:gd name="csY2" fmla="*/ 56980 h 87421"/>
                <a:gd name="csX3" fmla="*/ 39476 w 63716"/>
                <a:gd name="csY3" fmla="*/ 10306 h 87421"/>
                <a:gd name="csX4" fmla="*/ 36368 w 63716"/>
                <a:gd name="csY4" fmla="*/ 0 h 87421"/>
                <a:gd name="csX5" fmla="*/ 51242 w 63716"/>
                <a:gd name="csY5" fmla="*/ 0 h 87421"/>
                <a:gd name="csX6" fmla="*/ 51242 w 63716"/>
                <a:gd name="csY6" fmla="*/ 56980 h 87421"/>
                <a:gd name="csX7" fmla="*/ 63716 w 63716"/>
                <a:gd name="csY7" fmla="*/ 56980 h 87421"/>
                <a:gd name="csX8" fmla="*/ 63716 w 63716"/>
                <a:gd name="csY8" fmla="*/ 66810 h 87421"/>
                <a:gd name="csX9" fmla="*/ 51242 w 63716"/>
                <a:gd name="csY9" fmla="*/ 66810 h 87421"/>
                <a:gd name="csX10" fmla="*/ 51242 w 63716"/>
                <a:gd name="csY10" fmla="*/ 87422 h 87421"/>
                <a:gd name="csX11" fmla="*/ 39476 w 63716"/>
                <a:gd name="csY11" fmla="*/ 87422 h 87421"/>
                <a:gd name="csX12" fmla="*/ 39476 w 63716"/>
                <a:gd name="csY12" fmla="*/ 66810 h 87421"/>
                <a:gd name="csX13" fmla="*/ 0 w 63716"/>
                <a:gd name="csY13" fmla="*/ 66810 h 87421"/>
                <a:gd name="csX14" fmla="*/ 0 w 63716"/>
                <a:gd name="csY14" fmla="*/ 55390 h 87421"/>
                <a:gd name="csX15" fmla="*/ 36368 w 63716"/>
                <a:gd name="csY15" fmla="*/ 0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3716" h="87421">
                  <a:moveTo>
                    <a:pt x="39476" y="10306"/>
                  </a:moveTo>
                  <a:lnTo>
                    <a:pt x="9612" y="56980"/>
                  </a:lnTo>
                  <a:lnTo>
                    <a:pt x="39476" y="56980"/>
                  </a:lnTo>
                  <a:lnTo>
                    <a:pt x="39476" y="10306"/>
                  </a:lnTo>
                  <a:moveTo>
                    <a:pt x="36368" y="0"/>
                  </a:moveTo>
                  <a:lnTo>
                    <a:pt x="51242" y="0"/>
                  </a:lnTo>
                  <a:lnTo>
                    <a:pt x="51242" y="56980"/>
                  </a:lnTo>
                  <a:lnTo>
                    <a:pt x="63716" y="56980"/>
                  </a:lnTo>
                  <a:lnTo>
                    <a:pt x="63716" y="66810"/>
                  </a:lnTo>
                  <a:lnTo>
                    <a:pt x="51242" y="66810"/>
                  </a:lnTo>
                  <a:lnTo>
                    <a:pt x="51242" y="87422"/>
                  </a:lnTo>
                  <a:lnTo>
                    <a:pt x="39476" y="87422"/>
                  </a:lnTo>
                  <a:lnTo>
                    <a:pt x="39476" y="66810"/>
                  </a:lnTo>
                  <a:lnTo>
                    <a:pt x="0" y="66810"/>
                  </a:lnTo>
                  <a:lnTo>
                    <a:pt x="0" y="55390"/>
                  </a:lnTo>
                  <a:lnTo>
                    <a:pt x="36368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329312F3-03E8-6E4E-8261-1A7FFD8F90A6}"/>
                </a:ext>
              </a:extLst>
            </p:cNvPr>
            <p:cNvSpPr/>
            <p:nvPr/>
          </p:nvSpPr>
          <p:spPr>
            <a:xfrm>
              <a:off x="3165893" y="4848609"/>
              <a:ext cx="60434" cy="90688"/>
            </a:xfrm>
            <a:custGeom>
              <a:avLst/>
              <a:gdLst>
                <a:gd name="csX0" fmla="*/ 30225 w 60434"/>
                <a:gd name="csY0" fmla="*/ 9367 h 90688"/>
                <a:gd name="csX1" fmla="*/ 16464 w 60434"/>
                <a:gd name="csY1" fmla="*/ 18386 h 90688"/>
                <a:gd name="csX2" fmla="*/ 11896 w 60434"/>
                <a:gd name="csY2" fmla="*/ 45373 h 90688"/>
                <a:gd name="csX3" fmla="*/ 16464 w 60434"/>
                <a:gd name="csY3" fmla="*/ 72375 h 90688"/>
                <a:gd name="csX4" fmla="*/ 30225 w 60434"/>
                <a:gd name="csY4" fmla="*/ 81322 h 90688"/>
                <a:gd name="csX5" fmla="*/ 43986 w 60434"/>
                <a:gd name="csY5" fmla="*/ 72375 h 90688"/>
                <a:gd name="csX6" fmla="*/ 48611 w 60434"/>
                <a:gd name="csY6" fmla="*/ 45373 h 90688"/>
                <a:gd name="csX7" fmla="*/ 43986 w 60434"/>
                <a:gd name="csY7" fmla="*/ 18386 h 90688"/>
                <a:gd name="csX8" fmla="*/ 30225 w 60434"/>
                <a:gd name="csY8" fmla="*/ 9367 h 90688"/>
                <a:gd name="csX9" fmla="*/ 30225 w 60434"/>
                <a:gd name="csY9" fmla="*/ 0 h 90688"/>
                <a:gd name="csX10" fmla="*/ 52644 w 60434"/>
                <a:gd name="csY10" fmla="*/ 11650 h 90688"/>
                <a:gd name="csX11" fmla="*/ 60435 w 60434"/>
                <a:gd name="csY11" fmla="*/ 45373 h 90688"/>
                <a:gd name="csX12" fmla="*/ 52644 w 60434"/>
                <a:gd name="csY12" fmla="*/ 79096 h 90688"/>
                <a:gd name="csX13" fmla="*/ 30225 w 60434"/>
                <a:gd name="csY13" fmla="*/ 90689 h 90688"/>
                <a:gd name="csX14" fmla="*/ 7733 w 60434"/>
                <a:gd name="csY14" fmla="*/ 79096 h 90688"/>
                <a:gd name="csX15" fmla="*/ 0 w 60434"/>
                <a:gd name="csY15" fmla="*/ 45373 h 90688"/>
                <a:gd name="csX16" fmla="*/ 7733 w 60434"/>
                <a:gd name="csY16" fmla="*/ 11650 h 90688"/>
                <a:gd name="csX17" fmla="*/ 30225 w 60434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34" h="90688">
                  <a:moveTo>
                    <a:pt x="30225" y="9367"/>
                  </a:moveTo>
                  <a:cubicBezTo>
                    <a:pt x="24135" y="9367"/>
                    <a:pt x="19548" y="12373"/>
                    <a:pt x="16464" y="18386"/>
                  </a:cubicBezTo>
                  <a:cubicBezTo>
                    <a:pt x="13419" y="24351"/>
                    <a:pt x="11896" y="33347"/>
                    <a:pt x="11896" y="45373"/>
                  </a:cubicBezTo>
                  <a:cubicBezTo>
                    <a:pt x="11896" y="57361"/>
                    <a:pt x="13419" y="66362"/>
                    <a:pt x="16464" y="72375"/>
                  </a:cubicBezTo>
                  <a:cubicBezTo>
                    <a:pt x="19548" y="78340"/>
                    <a:pt x="24135" y="81322"/>
                    <a:pt x="30225" y="81322"/>
                  </a:cubicBezTo>
                  <a:cubicBezTo>
                    <a:pt x="36353" y="81322"/>
                    <a:pt x="40940" y="78340"/>
                    <a:pt x="43986" y="72375"/>
                  </a:cubicBezTo>
                  <a:cubicBezTo>
                    <a:pt x="47069" y="66361"/>
                    <a:pt x="48611" y="57361"/>
                    <a:pt x="48611" y="45373"/>
                  </a:cubicBezTo>
                  <a:cubicBezTo>
                    <a:pt x="48611" y="33347"/>
                    <a:pt x="47069" y="24351"/>
                    <a:pt x="43986" y="18386"/>
                  </a:cubicBezTo>
                  <a:cubicBezTo>
                    <a:pt x="40940" y="12373"/>
                    <a:pt x="36353" y="9367"/>
                    <a:pt x="30225" y="9367"/>
                  </a:cubicBezTo>
                  <a:moveTo>
                    <a:pt x="30225" y="0"/>
                  </a:moveTo>
                  <a:cubicBezTo>
                    <a:pt x="40025" y="0"/>
                    <a:pt x="47498" y="3883"/>
                    <a:pt x="52644" y="11650"/>
                  </a:cubicBezTo>
                  <a:cubicBezTo>
                    <a:pt x="57838" y="19379"/>
                    <a:pt x="60435" y="30620"/>
                    <a:pt x="60435" y="45373"/>
                  </a:cubicBezTo>
                  <a:cubicBezTo>
                    <a:pt x="60435" y="60088"/>
                    <a:pt x="57838" y="71329"/>
                    <a:pt x="52644" y="79096"/>
                  </a:cubicBezTo>
                  <a:cubicBezTo>
                    <a:pt x="47498" y="86825"/>
                    <a:pt x="40025" y="90689"/>
                    <a:pt x="30225" y="90689"/>
                  </a:cubicBezTo>
                  <a:cubicBezTo>
                    <a:pt x="20424" y="90689"/>
                    <a:pt x="12927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27" y="3883"/>
                    <a:pt x="20424" y="0"/>
                    <a:pt x="3022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498DD27C-A903-EBE4-19B9-4F723D177152}"/>
                </a:ext>
              </a:extLst>
            </p:cNvPr>
            <p:cNvSpPr/>
            <p:nvPr/>
          </p:nvSpPr>
          <p:spPr>
            <a:xfrm>
              <a:off x="3247113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D19B203-9EF4-66E4-5319-F0F9876E9BC3}"/>
                </a:ext>
              </a:extLst>
            </p:cNvPr>
            <p:cNvSpPr/>
            <p:nvPr/>
          </p:nvSpPr>
          <p:spPr>
            <a:xfrm>
              <a:off x="3280778" y="4848609"/>
              <a:ext cx="60377" cy="90688"/>
            </a:xfrm>
            <a:custGeom>
              <a:avLst/>
              <a:gdLst>
                <a:gd name="csX0" fmla="*/ 31208 w 60377"/>
                <a:gd name="csY0" fmla="*/ 40574 h 90688"/>
                <a:gd name="csX1" fmla="*/ 18560 w 60377"/>
                <a:gd name="csY1" fmla="*/ 46024 h 90688"/>
                <a:gd name="csX2" fmla="*/ 13934 w 60377"/>
                <a:gd name="csY2" fmla="*/ 60956 h 90688"/>
                <a:gd name="csX3" fmla="*/ 18560 w 60377"/>
                <a:gd name="csY3" fmla="*/ 75887 h 90688"/>
                <a:gd name="csX4" fmla="*/ 31208 w 60377"/>
                <a:gd name="csY4" fmla="*/ 81322 h 90688"/>
                <a:gd name="csX5" fmla="*/ 43798 w 60377"/>
                <a:gd name="csY5" fmla="*/ 75887 h 90688"/>
                <a:gd name="csX6" fmla="*/ 48495 w 60377"/>
                <a:gd name="csY6" fmla="*/ 60956 h 90688"/>
                <a:gd name="csX7" fmla="*/ 43798 w 60377"/>
                <a:gd name="csY7" fmla="*/ 46024 h 90688"/>
                <a:gd name="csX8" fmla="*/ 31208 w 60377"/>
                <a:gd name="csY8" fmla="*/ 40574 h 90688"/>
                <a:gd name="csX9" fmla="*/ 54697 w 60377"/>
                <a:gd name="csY9" fmla="*/ 3512 h 90688"/>
                <a:gd name="csX10" fmla="*/ 54697 w 60377"/>
                <a:gd name="csY10" fmla="*/ 14281 h 90688"/>
                <a:gd name="csX11" fmla="*/ 45677 w 60377"/>
                <a:gd name="csY11" fmla="*/ 11058 h 90688"/>
                <a:gd name="csX12" fmla="*/ 36715 w 60377"/>
                <a:gd name="csY12" fmla="*/ 9945 h 90688"/>
                <a:gd name="csX13" fmla="*/ 18806 w 60377"/>
                <a:gd name="csY13" fmla="*/ 17852 h 90688"/>
                <a:gd name="csX14" fmla="*/ 11781 w 60377"/>
                <a:gd name="csY14" fmla="*/ 41745 h 90688"/>
                <a:gd name="csX15" fmla="*/ 20439 w 60377"/>
                <a:gd name="csY15" fmla="*/ 33954 h 90688"/>
                <a:gd name="csX16" fmla="*/ 31916 w 60377"/>
                <a:gd name="csY16" fmla="*/ 31208 h 90688"/>
                <a:gd name="csX17" fmla="*/ 52702 w 60377"/>
                <a:gd name="csY17" fmla="*/ 39230 h 90688"/>
                <a:gd name="csX18" fmla="*/ 60377 w 60377"/>
                <a:gd name="csY18" fmla="*/ 60956 h 90688"/>
                <a:gd name="csX19" fmla="*/ 52413 w 60377"/>
                <a:gd name="csY19" fmla="*/ 82551 h 90688"/>
                <a:gd name="csX20" fmla="*/ 31208 w 60377"/>
                <a:gd name="csY20" fmla="*/ 90689 h 90688"/>
                <a:gd name="csX21" fmla="*/ 8022 w 60377"/>
                <a:gd name="csY21" fmla="*/ 79096 h 90688"/>
                <a:gd name="csX22" fmla="*/ 0 w 60377"/>
                <a:gd name="csY22" fmla="*/ 45373 h 90688"/>
                <a:gd name="csX23" fmla="*/ 9844 w 60377"/>
                <a:gd name="csY23" fmla="*/ 12344 h 90688"/>
                <a:gd name="csX24" fmla="*/ 36252 w 60377"/>
                <a:gd name="csY24" fmla="*/ 0 h 90688"/>
                <a:gd name="csX25" fmla="*/ 45214 w 60377"/>
                <a:gd name="csY25" fmla="*/ 867 h 90688"/>
                <a:gd name="csX26" fmla="*/ 54697 w 60377"/>
                <a:gd name="csY26" fmla="*/ 3512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377" h="90688">
                  <a:moveTo>
                    <a:pt x="31208" y="40574"/>
                  </a:moveTo>
                  <a:cubicBezTo>
                    <a:pt x="25908" y="40574"/>
                    <a:pt x="21692" y="42391"/>
                    <a:pt x="18560" y="46024"/>
                  </a:cubicBezTo>
                  <a:cubicBezTo>
                    <a:pt x="15476" y="49647"/>
                    <a:pt x="13934" y="54624"/>
                    <a:pt x="13934" y="60956"/>
                  </a:cubicBezTo>
                  <a:cubicBezTo>
                    <a:pt x="13934" y="67239"/>
                    <a:pt x="15476" y="72216"/>
                    <a:pt x="18560" y="75887"/>
                  </a:cubicBezTo>
                  <a:cubicBezTo>
                    <a:pt x="21692" y="79511"/>
                    <a:pt x="25908" y="81322"/>
                    <a:pt x="31208" y="81322"/>
                  </a:cubicBezTo>
                  <a:cubicBezTo>
                    <a:pt x="36517" y="81322"/>
                    <a:pt x="40714" y="79510"/>
                    <a:pt x="43798" y="75887"/>
                  </a:cubicBezTo>
                  <a:cubicBezTo>
                    <a:pt x="46930" y="72216"/>
                    <a:pt x="48495" y="67238"/>
                    <a:pt x="48495" y="60956"/>
                  </a:cubicBezTo>
                  <a:cubicBezTo>
                    <a:pt x="48495" y="54624"/>
                    <a:pt x="46930" y="49647"/>
                    <a:pt x="43798" y="46024"/>
                  </a:cubicBezTo>
                  <a:cubicBezTo>
                    <a:pt x="40714" y="42391"/>
                    <a:pt x="36517" y="40574"/>
                    <a:pt x="31208" y="40574"/>
                  </a:cubicBezTo>
                  <a:moveTo>
                    <a:pt x="54697" y="3512"/>
                  </a:moveTo>
                  <a:lnTo>
                    <a:pt x="54697" y="14281"/>
                  </a:lnTo>
                  <a:cubicBezTo>
                    <a:pt x="51728" y="12874"/>
                    <a:pt x="48722" y="11800"/>
                    <a:pt x="45677" y="11058"/>
                  </a:cubicBezTo>
                  <a:cubicBezTo>
                    <a:pt x="42670" y="10316"/>
                    <a:pt x="39683" y="9945"/>
                    <a:pt x="36715" y="9945"/>
                  </a:cubicBezTo>
                  <a:cubicBezTo>
                    <a:pt x="28909" y="9945"/>
                    <a:pt x="22940" y="12580"/>
                    <a:pt x="18806" y="17852"/>
                  </a:cubicBezTo>
                  <a:cubicBezTo>
                    <a:pt x="14700" y="23123"/>
                    <a:pt x="12359" y="31087"/>
                    <a:pt x="11781" y="41745"/>
                  </a:cubicBezTo>
                  <a:cubicBezTo>
                    <a:pt x="14084" y="38343"/>
                    <a:pt x="16970" y="35746"/>
                    <a:pt x="20439" y="33954"/>
                  </a:cubicBezTo>
                  <a:cubicBezTo>
                    <a:pt x="23918" y="32123"/>
                    <a:pt x="27743" y="31208"/>
                    <a:pt x="31916" y="31208"/>
                  </a:cubicBezTo>
                  <a:cubicBezTo>
                    <a:pt x="40704" y="31208"/>
                    <a:pt x="47633" y="33882"/>
                    <a:pt x="52702" y="39230"/>
                  </a:cubicBezTo>
                  <a:cubicBezTo>
                    <a:pt x="57819" y="44540"/>
                    <a:pt x="60377" y="51782"/>
                    <a:pt x="60377" y="60956"/>
                  </a:cubicBezTo>
                  <a:cubicBezTo>
                    <a:pt x="60377" y="69927"/>
                    <a:pt x="57722" y="77125"/>
                    <a:pt x="52413" y="82551"/>
                  </a:cubicBezTo>
                  <a:cubicBezTo>
                    <a:pt x="47103" y="87976"/>
                    <a:pt x="40035" y="90689"/>
                    <a:pt x="31208" y="90689"/>
                  </a:cubicBezTo>
                  <a:cubicBezTo>
                    <a:pt x="21099" y="90689"/>
                    <a:pt x="13371" y="86825"/>
                    <a:pt x="8022" y="79096"/>
                  </a:cubicBezTo>
                  <a:cubicBezTo>
                    <a:pt x="2674" y="71329"/>
                    <a:pt x="0" y="60088"/>
                    <a:pt x="0" y="45373"/>
                  </a:cubicBezTo>
                  <a:cubicBezTo>
                    <a:pt x="0" y="31555"/>
                    <a:pt x="3281" y="20545"/>
                    <a:pt x="9844" y="12344"/>
                  </a:cubicBezTo>
                  <a:cubicBezTo>
                    <a:pt x="16396" y="4115"/>
                    <a:pt x="25199" y="0"/>
                    <a:pt x="36252" y="0"/>
                  </a:cubicBezTo>
                  <a:cubicBezTo>
                    <a:pt x="39220" y="0"/>
                    <a:pt x="42208" y="289"/>
                    <a:pt x="45214" y="867"/>
                  </a:cubicBezTo>
                  <a:cubicBezTo>
                    <a:pt x="48259" y="1455"/>
                    <a:pt x="51420" y="2337"/>
                    <a:pt x="54697" y="3512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2C7ABC54-036E-2202-0C9B-8F3AD1674BDC}"/>
                </a:ext>
              </a:extLst>
            </p:cNvPr>
            <p:cNvSpPr/>
            <p:nvPr/>
          </p:nvSpPr>
          <p:spPr>
            <a:xfrm>
              <a:off x="3520033" y="4848609"/>
              <a:ext cx="60434" cy="90688"/>
            </a:xfrm>
            <a:custGeom>
              <a:avLst/>
              <a:gdLst>
                <a:gd name="csX0" fmla="*/ 30225 w 60434"/>
                <a:gd name="csY0" fmla="*/ 9367 h 90688"/>
                <a:gd name="csX1" fmla="*/ 16464 w 60434"/>
                <a:gd name="csY1" fmla="*/ 18386 h 90688"/>
                <a:gd name="csX2" fmla="*/ 11896 w 60434"/>
                <a:gd name="csY2" fmla="*/ 45373 h 90688"/>
                <a:gd name="csX3" fmla="*/ 16464 w 60434"/>
                <a:gd name="csY3" fmla="*/ 72375 h 90688"/>
                <a:gd name="csX4" fmla="*/ 30225 w 60434"/>
                <a:gd name="csY4" fmla="*/ 81322 h 90688"/>
                <a:gd name="csX5" fmla="*/ 43986 w 60434"/>
                <a:gd name="csY5" fmla="*/ 72375 h 90688"/>
                <a:gd name="csX6" fmla="*/ 48611 w 60434"/>
                <a:gd name="csY6" fmla="*/ 45373 h 90688"/>
                <a:gd name="csX7" fmla="*/ 43986 w 60434"/>
                <a:gd name="csY7" fmla="*/ 18386 h 90688"/>
                <a:gd name="csX8" fmla="*/ 30225 w 60434"/>
                <a:gd name="csY8" fmla="*/ 9367 h 90688"/>
                <a:gd name="csX9" fmla="*/ 30225 w 60434"/>
                <a:gd name="csY9" fmla="*/ 0 h 90688"/>
                <a:gd name="csX10" fmla="*/ 52644 w 60434"/>
                <a:gd name="csY10" fmla="*/ 11650 h 90688"/>
                <a:gd name="csX11" fmla="*/ 60435 w 60434"/>
                <a:gd name="csY11" fmla="*/ 45373 h 90688"/>
                <a:gd name="csX12" fmla="*/ 52644 w 60434"/>
                <a:gd name="csY12" fmla="*/ 79096 h 90688"/>
                <a:gd name="csX13" fmla="*/ 30225 w 60434"/>
                <a:gd name="csY13" fmla="*/ 90689 h 90688"/>
                <a:gd name="csX14" fmla="*/ 7733 w 60434"/>
                <a:gd name="csY14" fmla="*/ 79096 h 90688"/>
                <a:gd name="csX15" fmla="*/ 0 w 60434"/>
                <a:gd name="csY15" fmla="*/ 45373 h 90688"/>
                <a:gd name="csX16" fmla="*/ 7733 w 60434"/>
                <a:gd name="csY16" fmla="*/ 11650 h 90688"/>
                <a:gd name="csX17" fmla="*/ 30225 w 60434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34" h="90688">
                  <a:moveTo>
                    <a:pt x="30225" y="9367"/>
                  </a:moveTo>
                  <a:cubicBezTo>
                    <a:pt x="24135" y="9367"/>
                    <a:pt x="19548" y="12373"/>
                    <a:pt x="16464" y="18386"/>
                  </a:cubicBezTo>
                  <a:cubicBezTo>
                    <a:pt x="13419" y="24351"/>
                    <a:pt x="11896" y="33347"/>
                    <a:pt x="11896" y="45373"/>
                  </a:cubicBezTo>
                  <a:cubicBezTo>
                    <a:pt x="11896" y="57361"/>
                    <a:pt x="13419" y="66362"/>
                    <a:pt x="16464" y="72375"/>
                  </a:cubicBezTo>
                  <a:cubicBezTo>
                    <a:pt x="19548" y="78340"/>
                    <a:pt x="24135" y="81322"/>
                    <a:pt x="30225" y="81322"/>
                  </a:cubicBezTo>
                  <a:cubicBezTo>
                    <a:pt x="36353" y="81322"/>
                    <a:pt x="40940" y="78340"/>
                    <a:pt x="43986" y="72375"/>
                  </a:cubicBezTo>
                  <a:cubicBezTo>
                    <a:pt x="47069" y="66361"/>
                    <a:pt x="48611" y="57361"/>
                    <a:pt x="48611" y="45373"/>
                  </a:cubicBezTo>
                  <a:cubicBezTo>
                    <a:pt x="48611" y="33347"/>
                    <a:pt x="47069" y="24351"/>
                    <a:pt x="43986" y="18386"/>
                  </a:cubicBezTo>
                  <a:cubicBezTo>
                    <a:pt x="40940" y="12373"/>
                    <a:pt x="36353" y="9367"/>
                    <a:pt x="30225" y="9367"/>
                  </a:cubicBezTo>
                  <a:moveTo>
                    <a:pt x="30225" y="0"/>
                  </a:moveTo>
                  <a:cubicBezTo>
                    <a:pt x="40015" y="0"/>
                    <a:pt x="47488" y="3883"/>
                    <a:pt x="52644" y="11650"/>
                  </a:cubicBezTo>
                  <a:cubicBezTo>
                    <a:pt x="57838" y="19379"/>
                    <a:pt x="60435" y="30620"/>
                    <a:pt x="60435" y="45373"/>
                  </a:cubicBezTo>
                  <a:cubicBezTo>
                    <a:pt x="60435" y="60088"/>
                    <a:pt x="57838" y="71329"/>
                    <a:pt x="52644" y="79096"/>
                  </a:cubicBezTo>
                  <a:cubicBezTo>
                    <a:pt x="47488" y="86825"/>
                    <a:pt x="40015" y="90689"/>
                    <a:pt x="30225" y="90689"/>
                  </a:cubicBezTo>
                  <a:cubicBezTo>
                    <a:pt x="20424" y="90689"/>
                    <a:pt x="12927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27" y="3883"/>
                    <a:pt x="20424" y="0"/>
                    <a:pt x="3022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0E248AEF-7C06-6F7C-EBBB-D0157FF07AC8}"/>
                </a:ext>
              </a:extLst>
            </p:cNvPr>
            <p:cNvSpPr/>
            <p:nvPr/>
          </p:nvSpPr>
          <p:spPr>
            <a:xfrm>
              <a:off x="3601253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6FD5AFF2-E65B-8DC9-1844-52EF4AA7F367}"/>
                </a:ext>
              </a:extLst>
            </p:cNvPr>
            <p:cNvSpPr/>
            <p:nvPr/>
          </p:nvSpPr>
          <p:spPr>
            <a:xfrm>
              <a:off x="3634687" y="4848609"/>
              <a:ext cx="59958" cy="90688"/>
            </a:xfrm>
            <a:custGeom>
              <a:avLst/>
              <a:gdLst>
                <a:gd name="csX0" fmla="*/ 29979 w 59958"/>
                <a:gd name="csY0" fmla="*/ 47484 h 90688"/>
                <a:gd name="csX1" fmla="*/ 16681 w 59958"/>
                <a:gd name="csY1" fmla="*/ 51993 h 90688"/>
                <a:gd name="csX2" fmla="*/ 11882 w 59958"/>
                <a:gd name="csY2" fmla="*/ 64410 h 90688"/>
                <a:gd name="csX3" fmla="*/ 16681 w 59958"/>
                <a:gd name="csY3" fmla="*/ 76812 h 90688"/>
                <a:gd name="csX4" fmla="*/ 29979 w 59958"/>
                <a:gd name="csY4" fmla="*/ 81322 h 90688"/>
                <a:gd name="csX5" fmla="*/ 43277 w 59958"/>
                <a:gd name="csY5" fmla="*/ 76812 h 90688"/>
                <a:gd name="csX6" fmla="*/ 48134 w 59958"/>
                <a:gd name="csY6" fmla="*/ 64410 h 90688"/>
                <a:gd name="csX7" fmla="*/ 43277 w 59958"/>
                <a:gd name="csY7" fmla="*/ 51993 h 90688"/>
                <a:gd name="csX8" fmla="*/ 29979 w 59958"/>
                <a:gd name="csY8" fmla="*/ 47484 h 90688"/>
                <a:gd name="csX9" fmla="*/ 18155 w 59958"/>
                <a:gd name="csY9" fmla="*/ 42453 h 90688"/>
                <a:gd name="csX10" fmla="*/ 6259 w 59958"/>
                <a:gd name="csY10" fmla="*/ 35356 h 90688"/>
                <a:gd name="csX11" fmla="*/ 2053 w 59958"/>
                <a:gd name="csY11" fmla="*/ 22651 h 90688"/>
                <a:gd name="csX12" fmla="*/ 9482 w 59958"/>
                <a:gd name="csY12" fmla="*/ 6085 h 90688"/>
                <a:gd name="csX13" fmla="*/ 29979 w 59958"/>
                <a:gd name="csY13" fmla="*/ 0 h 90688"/>
                <a:gd name="csX14" fmla="*/ 50476 w 59958"/>
                <a:gd name="csY14" fmla="*/ 6085 h 90688"/>
                <a:gd name="csX15" fmla="*/ 57906 w 59958"/>
                <a:gd name="csY15" fmla="*/ 22651 h 90688"/>
                <a:gd name="csX16" fmla="*/ 53641 w 59958"/>
                <a:gd name="csY16" fmla="*/ 35356 h 90688"/>
                <a:gd name="csX17" fmla="*/ 41861 w 59958"/>
                <a:gd name="csY17" fmla="*/ 42453 h 90688"/>
                <a:gd name="csX18" fmla="*/ 55159 w 59958"/>
                <a:gd name="csY18" fmla="*/ 50230 h 90688"/>
                <a:gd name="csX19" fmla="*/ 59958 w 59958"/>
                <a:gd name="csY19" fmla="*/ 64410 h 90688"/>
                <a:gd name="csX20" fmla="*/ 52167 w 59958"/>
                <a:gd name="csY20" fmla="*/ 83909 h 90688"/>
                <a:gd name="csX21" fmla="*/ 29979 w 59958"/>
                <a:gd name="csY21" fmla="*/ 90689 h 90688"/>
                <a:gd name="csX22" fmla="*/ 7733 w 59958"/>
                <a:gd name="csY22" fmla="*/ 83909 h 90688"/>
                <a:gd name="csX23" fmla="*/ 0 w 59958"/>
                <a:gd name="csY23" fmla="*/ 64410 h 90688"/>
                <a:gd name="csX24" fmla="*/ 4799 w 59958"/>
                <a:gd name="csY24" fmla="*/ 50230 h 90688"/>
                <a:gd name="csX25" fmla="*/ 18155 w 59958"/>
                <a:gd name="csY25" fmla="*/ 42453 h 90688"/>
                <a:gd name="csX26" fmla="*/ 13819 w 59958"/>
                <a:gd name="csY26" fmla="*/ 23763 h 90688"/>
                <a:gd name="csX27" fmla="*/ 18039 w 59958"/>
                <a:gd name="csY27" fmla="*/ 34359 h 90688"/>
                <a:gd name="csX28" fmla="*/ 29979 w 59958"/>
                <a:gd name="csY28" fmla="*/ 38175 h 90688"/>
                <a:gd name="csX29" fmla="*/ 41861 w 59958"/>
                <a:gd name="csY29" fmla="*/ 34359 h 90688"/>
                <a:gd name="csX30" fmla="*/ 46197 w 59958"/>
                <a:gd name="csY30" fmla="*/ 23763 h 90688"/>
                <a:gd name="csX31" fmla="*/ 41861 w 59958"/>
                <a:gd name="csY31" fmla="*/ 13168 h 90688"/>
                <a:gd name="csX32" fmla="*/ 29979 w 59958"/>
                <a:gd name="csY32" fmla="*/ 9367 h 90688"/>
                <a:gd name="csX33" fmla="*/ 18039 w 59958"/>
                <a:gd name="csY33" fmla="*/ 13168 h 90688"/>
                <a:gd name="csX34" fmla="*/ 13819 w 59958"/>
                <a:gd name="csY34" fmla="*/ 23763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9958" h="90688">
                  <a:moveTo>
                    <a:pt x="29979" y="47484"/>
                  </a:moveTo>
                  <a:cubicBezTo>
                    <a:pt x="24361" y="47484"/>
                    <a:pt x="19928" y="48987"/>
                    <a:pt x="16681" y="51993"/>
                  </a:cubicBezTo>
                  <a:cubicBezTo>
                    <a:pt x="13481" y="55000"/>
                    <a:pt x="11882" y="59139"/>
                    <a:pt x="11882" y="64410"/>
                  </a:cubicBezTo>
                  <a:cubicBezTo>
                    <a:pt x="11882" y="69672"/>
                    <a:pt x="13481" y="73806"/>
                    <a:pt x="16681" y="76812"/>
                  </a:cubicBezTo>
                  <a:cubicBezTo>
                    <a:pt x="19928" y="79819"/>
                    <a:pt x="24361" y="81322"/>
                    <a:pt x="29979" y="81322"/>
                  </a:cubicBezTo>
                  <a:cubicBezTo>
                    <a:pt x="35597" y="81322"/>
                    <a:pt x="40030" y="79819"/>
                    <a:pt x="43277" y="76812"/>
                  </a:cubicBezTo>
                  <a:cubicBezTo>
                    <a:pt x="46515" y="73767"/>
                    <a:pt x="48134" y="69633"/>
                    <a:pt x="48134" y="64410"/>
                  </a:cubicBezTo>
                  <a:cubicBezTo>
                    <a:pt x="48134" y="59139"/>
                    <a:pt x="46515" y="55000"/>
                    <a:pt x="43277" y="51993"/>
                  </a:cubicBezTo>
                  <a:cubicBezTo>
                    <a:pt x="40068" y="48987"/>
                    <a:pt x="35636" y="47484"/>
                    <a:pt x="29979" y="47484"/>
                  </a:cubicBezTo>
                  <a:moveTo>
                    <a:pt x="18155" y="42453"/>
                  </a:moveTo>
                  <a:cubicBezTo>
                    <a:pt x="13077" y="41201"/>
                    <a:pt x="9111" y="38835"/>
                    <a:pt x="6259" y="35356"/>
                  </a:cubicBezTo>
                  <a:cubicBezTo>
                    <a:pt x="3455" y="31887"/>
                    <a:pt x="2053" y="27652"/>
                    <a:pt x="2053" y="22651"/>
                  </a:cubicBezTo>
                  <a:cubicBezTo>
                    <a:pt x="2053" y="15664"/>
                    <a:pt x="4529" y="10142"/>
                    <a:pt x="9482" y="6085"/>
                  </a:cubicBezTo>
                  <a:cubicBezTo>
                    <a:pt x="14484" y="2028"/>
                    <a:pt x="21316" y="0"/>
                    <a:pt x="29979" y="0"/>
                  </a:cubicBezTo>
                  <a:cubicBezTo>
                    <a:pt x="38681" y="0"/>
                    <a:pt x="45513" y="2028"/>
                    <a:pt x="50476" y="6085"/>
                  </a:cubicBezTo>
                  <a:cubicBezTo>
                    <a:pt x="55429" y="10142"/>
                    <a:pt x="57906" y="15664"/>
                    <a:pt x="57906" y="22651"/>
                  </a:cubicBezTo>
                  <a:cubicBezTo>
                    <a:pt x="57906" y="27652"/>
                    <a:pt x="56484" y="31887"/>
                    <a:pt x="53641" y="35356"/>
                  </a:cubicBezTo>
                  <a:cubicBezTo>
                    <a:pt x="50828" y="38835"/>
                    <a:pt x="46901" y="41201"/>
                    <a:pt x="41861" y="42453"/>
                  </a:cubicBezTo>
                  <a:cubicBezTo>
                    <a:pt x="47566" y="43774"/>
                    <a:pt x="51998" y="46366"/>
                    <a:pt x="55159" y="50230"/>
                  </a:cubicBezTo>
                  <a:cubicBezTo>
                    <a:pt x="58358" y="54094"/>
                    <a:pt x="59958" y="58821"/>
                    <a:pt x="59958" y="64410"/>
                  </a:cubicBezTo>
                  <a:cubicBezTo>
                    <a:pt x="59958" y="72880"/>
                    <a:pt x="57361" y="79380"/>
                    <a:pt x="52167" y="83909"/>
                  </a:cubicBezTo>
                  <a:cubicBezTo>
                    <a:pt x="47021" y="88429"/>
                    <a:pt x="39625" y="90689"/>
                    <a:pt x="29979" y="90689"/>
                  </a:cubicBezTo>
                  <a:cubicBezTo>
                    <a:pt x="20333" y="90689"/>
                    <a:pt x="12918" y="88429"/>
                    <a:pt x="7733" y="83909"/>
                  </a:cubicBezTo>
                  <a:cubicBezTo>
                    <a:pt x="2578" y="79380"/>
                    <a:pt x="0" y="72881"/>
                    <a:pt x="0" y="64410"/>
                  </a:cubicBezTo>
                  <a:cubicBezTo>
                    <a:pt x="0" y="58821"/>
                    <a:pt x="1600" y="54094"/>
                    <a:pt x="4799" y="50230"/>
                  </a:cubicBezTo>
                  <a:cubicBezTo>
                    <a:pt x="7998" y="46366"/>
                    <a:pt x="12450" y="43774"/>
                    <a:pt x="18155" y="42453"/>
                  </a:cubicBezTo>
                  <a:moveTo>
                    <a:pt x="13819" y="23763"/>
                  </a:moveTo>
                  <a:cubicBezTo>
                    <a:pt x="13819" y="28293"/>
                    <a:pt x="15226" y="31824"/>
                    <a:pt x="18039" y="34359"/>
                  </a:cubicBezTo>
                  <a:cubicBezTo>
                    <a:pt x="20882" y="36903"/>
                    <a:pt x="24862" y="38175"/>
                    <a:pt x="29979" y="38175"/>
                  </a:cubicBezTo>
                  <a:cubicBezTo>
                    <a:pt x="35057" y="38175"/>
                    <a:pt x="39018" y="36903"/>
                    <a:pt x="41861" y="34359"/>
                  </a:cubicBezTo>
                  <a:cubicBezTo>
                    <a:pt x="44752" y="31825"/>
                    <a:pt x="46197" y="28293"/>
                    <a:pt x="46197" y="23763"/>
                  </a:cubicBezTo>
                  <a:cubicBezTo>
                    <a:pt x="46197" y="19234"/>
                    <a:pt x="44752" y="15703"/>
                    <a:pt x="41861" y="13168"/>
                  </a:cubicBezTo>
                  <a:cubicBezTo>
                    <a:pt x="39018" y="10634"/>
                    <a:pt x="35057" y="9367"/>
                    <a:pt x="29979" y="9367"/>
                  </a:cubicBezTo>
                  <a:cubicBezTo>
                    <a:pt x="24862" y="9367"/>
                    <a:pt x="20882" y="10634"/>
                    <a:pt x="18039" y="13168"/>
                  </a:cubicBezTo>
                  <a:cubicBezTo>
                    <a:pt x="15226" y="15703"/>
                    <a:pt x="13819" y="19234"/>
                    <a:pt x="13819" y="23763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80EEB2E6-38D9-2142-33D7-D98F843B0104}"/>
                </a:ext>
              </a:extLst>
            </p:cNvPr>
            <p:cNvSpPr/>
            <p:nvPr/>
          </p:nvSpPr>
          <p:spPr>
            <a:xfrm>
              <a:off x="3876369" y="4850184"/>
              <a:ext cx="52051" cy="87421"/>
            </a:xfrm>
            <a:custGeom>
              <a:avLst/>
              <a:gdLst>
                <a:gd name="csX0" fmla="*/ 1691 w 52051"/>
                <a:gd name="csY0" fmla="*/ 77463 h 87421"/>
                <a:gd name="csX1" fmla="*/ 21017 w 52051"/>
                <a:gd name="csY1" fmla="*/ 77463 h 87421"/>
                <a:gd name="csX2" fmla="*/ 21017 w 52051"/>
                <a:gd name="csY2" fmla="*/ 10769 h 87421"/>
                <a:gd name="csX3" fmla="*/ 0 w 52051"/>
                <a:gd name="csY3" fmla="*/ 14990 h 87421"/>
                <a:gd name="csX4" fmla="*/ 0 w 52051"/>
                <a:gd name="csY4" fmla="*/ 4221 h 87421"/>
                <a:gd name="csX5" fmla="*/ 20902 w 52051"/>
                <a:gd name="csY5" fmla="*/ 0 h 87421"/>
                <a:gd name="csX6" fmla="*/ 32725 w 52051"/>
                <a:gd name="csY6" fmla="*/ 0 h 87421"/>
                <a:gd name="csX7" fmla="*/ 32725 w 52051"/>
                <a:gd name="csY7" fmla="*/ 77463 h 87421"/>
                <a:gd name="csX8" fmla="*/ 52051 w 52051"/>
                <a:gd name="csY8" fmla="*/ 77463 h 87421"/>
                <a:gd name="csX9" fmla="*/ 52051 w 52051"/>
                <a:gd name="csY9" fmla="*/ 87422 h 87421"/>
                <a:gd name="csX10" fmla="*/ 1691 w 52051"/>
                <a:gd name="csY10" fmla="*/ 87422 h 87421"/>
                <a:gd name="csX11" fmla="*/ 1691 w 52051"/>
                <a:gd name="csY11" fmla="*/ 77463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051" h="87421">
                  <a:moveTo>
                    <a:pt x="1691" y="77463"/>
                  </a:moveTo>
                  <a:lnTo>
                    <a:pt x="21017" y="77463"/>
                  </a:lnTo>
                  <a:lnTo>
                    <a:pt x="21017" y="10769"/>
                  </a:lnTo>
                  <a:lnTo>
                    <a:pt x="0" y="14990"/>
                  </a:lnTo>
                  <a:lnTo>
                    <a:pt x="0" y="4221"/>
                  </a:lnTo>
                  <a:lnTo>
                    <a:pt x="20902" y="0"/>
                  </a:lnTo>
                  <a:lnTo>
                    <a:pt x="32725" y="0"/>
                  </a:lnTo>
                  <a:lnTo>
                    <a:pt x="32725" y="77463"/>
                  </a:lnTo>
                  <a:lnTo>
                    <a:pt x="52051" y="77463"/>
                  </a:lnTo>
                  <a:lnTo>
                    <a:pt x="52051" y="87422"/>
                  </a:lnTo>
                  <a:lnTo>
                    <a:pt x="1691" y="87422"/>
                  </a:lnTo>
                  <a:lnTo>
                    <a:pt x="1691" y="77463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38ADE8C5-7136-4FB6-F06C-A972576420E4}"/>
                </a:ext>
              </a:extLst>
            </p:cNvPr>
            <p:cNvSpPr/>
            <p:nvPr/>
          </p:nvSpPr>
          <p:spPr>
            <a:xfrm>
              <a:off x="3952314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F93595C5-B2FF-C431-26D2-DAA95A8F55F7}"/>
                </a:ext>
              </a:extLst>
            </p:cNvPr>
            <p:cNvSpPr/>
            <p:nvPr/>
          </p:nvSpPr>
          <p:spPr>
            <a:xfrm>
              <a:off x="3985517" y="4848609"/>
              <a:ext cx="60420" cy="90688"/>
            </a:xfrm>
            <a:custGeom>
              <a:avLst/>
              <a:gdLst>
                <a:gd name="csX0" fmla="*/ 30210 w 60420"/>
                <a:gd name="csY0" fmla="*/ 9367 h 90688"/>
                <a:gd name="csX1" fmla="*/ 16449 w 60420"/>
                <a:gd name="csY1" fmla="*/ 18386 h 90688"/>
                <a:gd name="csX2" fmla="*/ 11882 w 60420"/>
                <a:gd name="csY2" fmla="*/ 45373 h 90688"/>
                <a:gd name="csX3" fmla="*/ 16449 w 60420"/>
                <a:gd name="csY3" fmla="*/ 72375 h 90688"/>
                <a:gd name="csX4" fmla="*/ 30210 w 60420"/>
                <a:gd name="csY4" fmla="*/ 81322 h 90688"/>
                <a:gd name="csX5" fmla="*/ 43971 w 60420"/>
                <a:gd name="csY5" fmla="*/ 72375 h 90688"/>
                <a:gd name="csX6" fmla="*/ 48597 w 60420"/>
                <a:gd name="csY6" fmla="*/ 45373 h 90688"/>
                <a:gd name="csX7" fmla="*/ 43971 w 60420"/>
                <a:gd name="csY7" fmla="*/ 18386 h 90688"/>
                <a:gd name="csX8" fmla="*/ 30210 w 60420"/>
                <a:gd name="csY8" fmla="*/ 9367 h 90688"/>
                <a:gd name="csX9" fmla="*/ 30210 w 60420"/>
                <a:gd name="csY9" fmla="*/ 0 h 90688"/>
                <a:gd name="csX10" fmla="*/ 52644 w 60420"/>
                <a:gd name="csY10" fmla="*/ 11650 h 90688"/>
                <a:gd name="csX11" fmla="*/ 60421 w 60420"/>
                <a:gd name="csY11" fmla="*/ 45373 h 90688"/>
                <a:gd name="csX12" fmla="*/ 52644 w 60420"/>
                <a:gd name="csY12" fmla="*/ 79096 h 90688"/>
                <a:gd name="csX13" fmla="*/ 30210 w 60420"/>
                <a:gd name="csY13" fmla="*/ 90689 h 90688"/>
                <a:gd name="csX14" fmla="*/ 7733 w 60420"/>
                <a:gd name="csY14" fmla="*/ 79096 h 90688"/>
                <a:gd name="csX15" fmla="*/ 0 w 60420"/>
                <a:gd name="csY15" fmla="*/ 45373 h 90688"/>
                <a:gd name="csX16" fmla="*/ 7733 w 60420"/>
                <a:gd name="csY16" fmla="*/ 11650 h 90688"/>
                <a:gd name="csX17" fmla="*/ 30210 w 60420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0" h="90688">
                  <a:moveTo>
                    <a:pt x="30210" y="9367"/>
                  </a:moveTo>
                  <a:cubicBezTo>
                    <a:pt x="24120" y="9367"/>
                    <a:pt x="19533" y="12373"/>
                    <a:pt x="16449" y="18386"/>
                  </a:cubicBezTo>
                  <a:cubicBezTo>
                    <a:pt x="13404" y="24351"/>
                    <a:pt x="11882" y="33347"/>
                    <a:pt x="11882" y="45373"/>
                  </a:cubicBezTo>
                  <a:cubicBezTo>
                    <a:pt x="11882" y="57361"/>
                    <a:pt x="13404" y="66362"/>
                    <a:pt x="16449" y="72375"/>
                  </a:cubicBezTo>
                  <a:cubicBezTo>
                    <a:pt x="19533" y="78340"/>
                    <a:pt x="24120" y="81322"/>
                    <a:pt x="30210" y="81322"/>
                  </a:cubicBezTo>
                  <a:cubicBezTo>
                    <a:pt x="36339" y="81322"/>
                    <a:pt x="40926" y="78340"/>
                    <a:pt x="43971" y="72375"/>
                  </a:cubicBezTo>
                  <a:cubicBezTo>
                    <a:pt x="47055" y="66361"/>
                    <a:pt x="48597" y="57361"/>
                    <a:pt x="48597" y="45373"/>
                  </a:cubicBezTo>
                  <a:cubicBezTo>
                    <a:pt x="48597" y="33347"/>
                    <a:pt x="47055" y="24351"/>
                    <a:pt x="43971" y="18386"/>
                  </a:cubicBezTo>
                  <a:cubicBezTo>
                    <a:pt x="40926" y="12373"/>
                    <a:pt x="36339" y="9367"/>
                    <a:pt x="30210" y="9367"/>
                  </a:cubicBezTo>
                  <a:moveTo>
                    <a:pt x="30210" y="0"/>
                  </a:moveTo>
                  <a:cubicBezTo>
                    <a:pt x="40011" y="0"/>
                    <a:pt x="47489" y="3883"/>
                    <a:pt x="52644" y="11650"/>
                  </a:cubicBezTo>
                  <a:cubicBezTo>
                    <a:pt x="57828" y="19379"/>
                    <a:pt x="60421" y="30620"/>
                    <a:pt x="60421" y="45373"/>
                  </a:cubicBezTo>
                  <a:cubicBezTo>
                    <a:pt x="60421" y="60088"/>
                    <a:pt x="57828" y="71329"/>
                    <a:pt x="52644" y="79096"/>
                  </a:cubicBezTo>
                  <a:cubicBezTo>
                    <a:pt x="47489" y="86825"/>
                    <a:pt x="40011" y="90689"/>
                    <a:pt x="30210" y="90689"/>
                  </a:cubicBezTo>
                  <a:cubicBezTo>
                    <a:pt x="20410" y="90689"/>
                    <a:pt x="12918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18" y="3883"/>
                    <a:pt x="20410" y="0"/>
                    <a:pt x="30210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273C2AD7-F332-11BB-833F-D37F0440AFB7}"/>
                </a:ext>
              </a:extLst>
            </p:cNvPr>
            <p:cNvSpPr/>
            <p:nvPr/>
          </p:nvSpPr>
          <p:spPr>
            <a:xfrm>
              <a:off x="4232201" y="4850184"/>
              <a:ext cx="52065" cy="87421"/>
            </a:xfrm>
            <a:custGeom>
              <a:avLst/>
              <a:gdLst>
                <a:gd name="csX0" fmla="*/ 1706 w 52065"/>
                <a:gd name="csY0" fmla="*/ 77463 h 87421"/>
                <a:gd name="csX1" fmla="*/ 21031 w 52065"/>
                <a:gd name="csY1" fmla="*/ 77463 h 87421"/>
                <a:gd name="csX2" fmla="*/ 21031 w 52065"/>
                <a:gd name="csY2" fmla="*/ 10769 h 87421"/>
                <a:gd name="csX3" fmla="*/ 0 w 52065"/>
                <a:gd name="csY3" fmla="*/ 14990 h 87421"/>
                <a:gd name="csX4" fmla="*/ 0 w 52065"/>
                <a:gd name="csY4" fmla="*/ 4221 h 87421"/>
                <a:gd name="csX5" fmla="*/ 20901 w 52065"/>
                <a:gd name="csY5" fmla="*/ 0 h 87421"/>
                <a:gd name="csX6" fmla="*/ 32740 w 52065"/>
                <a:gd name="csY6" fmla="*/ 0 h 87421"/>
                <a:gd name="csX7" fmla="*/ 32740 w 52065"/>
                <a:gd name="csY7" fmla="*/ 77463 h 87421"/>
                <a:gd name="csX8" fmla="*/ 52065 w 52065"/>
                <a:gd name="csY8" fmla="*/ 77463 h 87421"/>
                <a:gd name="csX9" fmla="*/ 52065 w 52065"/>
                <a:gd name="csY9" fmla="*/ 87422 h 87421"/>
                <a:gd name="csX10" fmla="*/ 1706 w 52065"/>
                <a:gd name="csY10" fmla="*/ 87422 h 87421"/>
                <a:gd name="csX11" fmla="*/ 1706 w 52065"/>
                <a:gd name="csY11" fmla="*/ 77463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065" h="87421">
                  <a:moveTo>
                    <a:pt x="1706" y="77463"/>
                  </a:moveTo>
                  <a:lnTo>
                    <a:pt x="21031" y="77463"/>
                  </a:lnTo>
                  <a:lnTo>
                    <a:pt x="21031" y="10769"/>
                  </a:lnTo>
                  <a:lnTo>
                    <a:pt x="0" y="14990"/>
                  </a:lnTo>
                  <a:lnTo>
                    <a:pt x="0" y="4221"/>
                  </a:lnTo>
                  <a:lnTo>
                    <a:pt x="20901" y="0"/>
                  </a:lnTo>
                  <a:lnTo>
                    <a:pt x="32740" y="0"/>
                  </a:lnTo>
                  <a:lnTo>
                    <a:pt x="32740" y="77463"/>
                  </a:lnTo>
                  <a:lnTo>
                    <a:pt x="52065" y="77463"/>
                  </a:lnTo>
                  <a:lnTo>
                    <a:pt x="52065" y="87422"/>
                  </a:lnTo>
                  <a:lnTo>
                    <a:pt x="1706" y="87422"/>
                  </a:lnTo>
                  <a:lnTo>
                    <a:pt x="1706" y="77463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502BF11C-A9AD-2CCA-2A8E-0A8B610CBE7C}"/>
                </a:ext>
              </a:extLst>
            </p:cNvPr>
            <p:cNvSpPr/>
            <p:nvPr/>
          </p:nvSpPr>
          <p:spPr>
            <a:xfrm>
              <a:off x="4308145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70DD4EDE-321E-2CD3-C531-4B07AFD833CB}"/>
                </a:ext>
              </a:extLst>
            </p:cNvPr>
            <p:cNvSpPr/>
            <p:nvPr/>
          </p:nvSpPr>
          <p:spPr>
            <a:xfrm>
              <a:off x="4342230" y="4848609"/>
              <a:ext cx="55505" cy="88997"/>
            </a:xfrm>
            <a:custGeom>
              <a:avLst/>
              <a:gdLst>
                <a:gd name="csX0" fmla="*/ 14224 w 55505"/>
                <a:gd name="csY0" fmla="*/ 79038 h 88997"/>
                <a:gd name="csX1" fmla="*/ 55506 w 55505"/>
                <a:gd name="csY1" fmla="*/ 79038 h 88997"/>
                <a:gd name="csX2" fmla="*/ 55506 w 55505"/>
                <a:gd name="csY2" fmla="*/ 88997 h 88997"/>
                <a:gd name="csX3" fmla="*/ 0 w 55505"/>
                <a:gd name="csY3" fmla="*/ 88997 h 88997"/>
                <a:gd name="csX4" fmla="*/ 0 w 55505"/>
                <a:gd name="csY4" fmla="*/ 79038 h 88997"/>
                <a:gd name="csX5" fmla="*/ 18328 w 55505"/>
                <a:gd name="csY5" fmla="*/ 60363 h 88997"/>
                <a:gd name="csX6" fmla="*/ 32971 w 55505"/>
                <a:gd name="csY6" fmla="*/ 45200 h 88997"/>
                <a:gd name="csX7" fmla="*/ 40863 w 55505"/>
                <a:gd name="csY7" fmla="*/ 34431 h 88997"/>
                <a:gd name="csX8" fmla="*/ 43147 w 55505"/>
                <a:gd name="csY8" fmla="*/ 25700 h 88997"/>
                <a:gd name="csX9" fmla="*/ 38233 w 55505"/>
                <a:gd name="csY9" fmla="*/ 14339 h 88997"/>
                <a:gd name="csX10" fmla="*/ 25527 w 55505"/>
                <a:gd name="csY10" fmla="*/ 9945 h 88997"/>
                <a:gd name="csX11" fmla="*/ 13761 w 55505"/>
                <a:gd name="csY11" fmla="*/ 11882 h 88997"/>
                <a:gd name="csX12" fmla="*/ 578 w 55505"/>
                <a:gd name="csY12" fmla="*/ 17736 h 88997"/>
                <a:gd name="csX13" fmla="*/ 578 w 55505"/>
                <a:gd name="csY13" fmla="*/ 5796 h 88997"/>
                <a:gd name="csX14" fmla="*/ 13935 w 55505"/>
                <a:gd name="csY14" fmla="*/ 1460 h 88997"/>
                <a:gd name="csX15" fmla="*/ 25296 w 55505"/>
                <a:gd name="csY15" fmla="*/ 0 h 88997"/>
                <a:gd name="csX16" fmla="*/ 46963 w 55505"/>
                <a:gd name="csY16" fmla="*/ 6794 h 88997"/>
                <a:gd name="csX17" fmla="*/ 55044 w 55505"/>
                <a:gd name="csY17" fmla="*/ 24934 h 88997"/>
                <a:gd name="csX18" fmla="*/ 52991 w 55505"/>
                <a:gd name="csY18" fmla="*/ 35183 h 88997"/>
                <a:gd name="csX19" fmla="*/ 45677 w 55505"/>
                <a:gd name="csY19" fmla="*/ 46544 h 88997"/>
                <a:gd name="csX20" fmla="*/ 36368 w 55505"/>
                <a:gd name="csY20" fmla="*/ 56388 h 88997"/>
                <a:gd name="csX21" fmla="*/ 14224 w 55505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5" h="88997">
                  <a:moveTo>
                    <a:pt x="14224" y="79038"/>
                  </a:moveTo>
                  <a:lnTo>
                    <a:pt x="55506" y="79038"/>
                  </a:lnTo>
                  <a:lnTo>
                    <a:pt x="55506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91" y="74394"/>
                    <a:pt x="10600" y="68168"/>
                    <a:pt x="18328" y="60363"/>
                  </a:cubicBezTo>
                  <a:cubicBezTo>
                    <a:pt x="26095" y="52519"/>
                    <a:pt x="30976" y="47464"/>
                    <a:pt x="32971" y="45200"/>
                  </a:cubicBezTo>
                  <a:cubicBezTo>
                    <a:pt x="36758" y="40941"/>
                    <a:pt x="39389" y="37351"/>
                    <a:pt x="40863" y="34431"/>
                  </a:cubicBezTo>
                  <a:cubicBezTo>
                    <a:pt x="42386" y="31463"/>
                    <a:pt x="43147" y="28553"/>
                    <a:pt x="43147" y="25700"/>
                  </a:cubicBezTo>
                  <a:cubicBezTo>
                    <a:pt x="43147" y="21056"/>
                    <a:pt x="41509" y="17269"/>
                    <a:pt x="38233" y="14339"/>
                  </a:cubicBezTo>
                  <a:cubicBezTo>
                    <a:pt x="34995" y="11410"/>
                    <a:pt x="30760" y="9945"/>
                    <a:pt x="25527" y="9945"/>
                  </a:cubicBezTo>
                  <a:cubicBezTo>
                    <a:pt x="21817" y="9945"/>
                    <a:pt x="17895" y="10590"/>
                    <a:pt x="13761" y="11882"/>
                  </a:cubicBezTo>
                  <a:cubicBezTo>
                    <a:pt x="9666" y="13173"/>
                    <a:pt x="5271" y="15124"/>
                    <a:pt x="578" y="17736"/>
                  </a:cubicBezTo>
                  <a:lnTo>
                    <a:pt x="578" y="5796"/>
                  </a:lnTo>
                  <a:cubicBezTo>
                    <a:pt x="5348" y="3879"/>
                    <a:pt x="9800" y="2433"/>
                    <a:pt x="13935" y="1460"/>
                  </a:cubicBezTo>
                  <a:cubicBezTo>
                    <a:pt x="18068" y="487"/>
                    <a:pt x="21856" y="0"/>
                    <a:pt x="25296" y="0"/>
                  </a:cubicBezTo>
                  <a:cubicBezTo>
                    <a:pt x="34354" y="0"/>
                    <a:pt x="41577" y="2265"/>
                    <a:pt x="46963" y="6794"/>
                  </a:cubicBezTo>
                  <a:cubicBezTo>
                    <a:pt x="52350" y="11313"/>
                    <a:pt x="55044" y="17360"/>
                    <a:pt x="55044" y="24934"/>
                  </a:cubicBezTo>
                  <a:cubicBezTo>
                    <a:pt x="55044" y="28529"/>
                    <a:pt x="54359" y="31945"/>
                    <a:pt x="52991" y="35183"/>
                  </a:cubicBezTo>
                  <a:cubicBezTo>
                    <a:pt x="51661" y="38382"/>
                    <a:pt x="49223" y="42169"/>
                    <a:pt x="45677" y="46544"/>
                  </a:cubicBezTo>
                  <a:cubicBezTo>
                    <a:pt x="44694" y="47681"/>
                    <a:pt x="41591" y="50962"/>
                    <a:pt x="36368" y="56388"/>
                  </a:cubicBezTo>
                  <a:cubicBezTo>
                    <a:pt x="31135" y="61775"/>
                    <a:pt x="23754" y="69325"/>
                    <a:pt x="14224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EE1E9D7-0113-CE76-C8F2-CB06382773B9}"/>
                </a:ext>
              </a:extLst>
            </p:cNvPr>
            <p:cNvSpPr/>
            <p:nvPr/>
          </p:nvSpPr>
          <p:spPr>
            <a:xfrm>
              <a:off x="3037361" y="5011990"/>
              <a:ext cx="69064" cy="62834"/>
            </a:xfrm>
            <a:custGeom>
              <a:avLst/>
              <a:gdLst>
                <a:gd name="csX0" fmla="*/ 69065 w 69064"/>
                <a:gd name="csY0" fmla="*/ 9135 h 62834"/>
                <a:gd name="csX1" fmla="*/ 66694 w 69064"/>
                <a:gd name="csY1" fmla="*/ 15091 h 62834"/>
                <a:gd name="csX2" fmla="*/ 61606 w 69064"/>
                <a:gd name="csY2" fmla="*/ 17201 h 62834"/>
                <a:gd name="csX3" fmla="*/ 57689 w 69064"/>
                <a:gd name="csY3" fmla="*/ 15712 h 62834"/>
                <a:gd name="csX4" fmla="*/ 56330 w 69064"/>
                <a:gd name="csY4" fmla="*/ 12315 h 62834"/>
                <a:gd name="csX5" fmla="*/ 58224 w 69064"/>
                <a:gd name="csY5" fmla="*/ 7516 h 62834"/>
                <a:gd name="csX6" fmla="*/ 62965 w 69064"/>
                <a:gd name="csY6" fmla="*/ 4799 h 62834"/>
                <a:gd name="csX7" fmla="*/ 56055 w 69064"/>
                <a:gd name="csY7" fmla="*/ 3050 h 62834"/>
                <a:gd name="csX8" fmla="*/ 50982 w 69064"/>
                <a:gd name="csY8" fmla="*/ 4466 h 62834"/>
                <a:gd name="csX9" fmla="*/ 47252 w 69064"/>
                <a:gd name="csY9" fmla="*/ 7719 h 62834"/>
                <a:gd name="csX10" fmla="*/ 44680 w 69064"/>
                <a:gd name="csY10" fmla="*/ 12185 h 62834"/>
                <a:gd name="csX11" fmla="*/ 43061 w 69064"/>
                <a:gd name="csY11" fmla="*/ 16319 h 62834"/>
                <a:gd name="csX12" fmla="*/ 42309 w 69064"/>
                <a:gd name="csY12" fmla="*/ 19427 h 62834"/>
                <a:gd name="csX13" fmla="*/ 37568 w 69064"/>
                <a:gd name="csY13" fmla="*/ 38392 h 62834"/>
                <a:gd name="csX14" fmla="*/ 35269 w 69064"/>
                <a:gd name="csY14" fmla="*/ 50577 h 62834"/>
                <a:gd name="csX15" fmla="*/ 37163 w 69064"/>
                <a:gd name="csY15" fmla="*/ 57154 h 62834"/>
                <a:gd name="csX16" fmla="*/ 42858 w 69064"/>
                <a:gd name="csY16" fmla="*/ 59727 h 62834"/>
                <a:gd name="csX17" fmla="*/ 46038 w 69064"/>
                <a:gd name="csY17" fmla="*/ 59307 h 62834"/>
                <a:gd name="csX18" fmla="*/ 49898 w 69064"/>
                <a:gd name="csY18" fmla="*/ 57616 h 62834"/>
                <a:gd name="csX19" fmla="*/ 54090 w 69064"/>
                <a:gd name="csY19" fmla="*/ 54436 h 62834"/>
                <a:gd name="csX20" fmla="*/ 58093 w 69064"/>
                <a:gd name="csY20" fmla="*/ 49160 h 62834"/>
                <a:gd name="csX21" fmla="*/ 61346 w 69064"/>
                <a:gd name="csY21" fmla="*/ 41572 h 62834"/>
                <a:gd name="csX22" fmla="*/ 63095 w 69064"/>
                <a:gd name="csY22" fmla="*/ 40083 h 62834"/>
                <a:gd name="csX23" fmla="*/ 64800 w 69064"/>
                <a:gd name="csY23" fmla="*/ 41441 h 62834"/>
                <a:gd name="csX24" fmla="*/ 63846 w 69064"/>
                <a:gd name="csY24" fmla="*/ 45026 h 62834"/>
                <a:gd name="csX25" fmla="*/ 60999 w 69064"/>
                <a:gd name="csY25" fmla="*/ 50505 h 62834"/>
                <a:gd name="csX26" fmla="*/ 56605 w 69064"/>
                <a:gd name="csY26" fmla="*/ 56330 h 62834"/>
                <a:gd name="csX27" fmla="*/ 50375 w 69064"/>
                <a:gd name="csY27" fmla="*/ 60941 h 62834"/>
                <a:gd name="csX28" fmla="*/ 42583 w 69064"/>
                <a:gd name="csY28" fmla="*/ 62835 h 62834"/>
                <a:gd name="csX29" fmla="*/ 32899 w 69064"/>
                <a:gd name="csY29" fmla="*/ 59727 h 62834"/>
                <a:gd name="csX30" fmla="*/ 27623 w 69064"/>
                <a:gd name="csY30" fmla="*/ 52268 h 62834"/>
                <a:gd name="csX31" fmla="*/ 26814 w 69064"/>
                <a:gd name="csY31" fmla="*/ 53699 h 62834"/>
                <a:gd name="csX32" fmla="*/ 24905 w 69064"/>
                <a:gd name="csY32" fmla="*/ 56330 h 62834"/>
                <a:gd name="csX33" fmla="*/ 22000 w 69064"/>
                <a:gd name="csY33" fmla="*/ 59452 h 62834"/>
                <a:gd name="csX34" fmla="*/ 18010 w 69064"/>
                <a:gd name="csY34" fmla="*/ 61750 h 62834"/>
                <a:gd name="csX35" fmla="*/ 13067 w 69064"/>
                <a:gd name="csY35" fmla="*/ 62835 h 62834"/>
                <a:gd name="csX36" fmla="*/ 6895 w 69064"/>
                <a:gd name="csY36" fmla="*/ 61880 h 62834"/>
                <a:gd name="csX37" fmla="*/ 2024 w 69064"/>
                <a:gd name="csY37" fmla="*/ 58773 h 62834"/>
                <a:gd name="csX38" fmla="*/ 0 w 69064"/>
                <a:gd name="csY38" fmla="*/ 53627 h 62834"/>
                <a:gd name="csX39" fmla="*/ 2226 w 69064"/>
                <a:gd name="csY39" fmla="*/ 48004 h 62834"/>
                <a:gd name="csX40" fmla="*/ 7647 w 69064"/>
                <a:gd name="csY40" fmla="*/ 45633 h 62834"/>
                <a:gd name="csX41" fmla="*/ 11159 w 69064"/>
                <a:gd name="csY41" fmla="*/ 46790 h 62834"/>
                <a:gd name="csX42" fmla="*/ 12792 w 69064"/>
                <a:gd name="csY42" fmla="*/ 50447 h 62834"/>
                <a:gd name="csX43" fmla="*/ 10899 w 69064"/>
                <a:gd name="csY43" fmla="*/ 55318 h 62834"/>
                <a:gd name="csX44" fmla="*/ 6288 w 69064"/>
                <a:gd name="csY44" fmla="*/ 57963 h 62834"/>
                <a:gd name="csX45" fmla="*/ 13197 w 69064"/>
                <a:gd name="csY45" fmla="*/ 59727 h 62834"/>
                <a:gd name="csX46" fmla="*/ 21191 w 69064"/>
                <a:gd name="csY46" fmla="*/ 55795 h 62834"/>
                <a:gd name="csX47" fmla="*/ 26394 w 69064"/>
                <a:gd name="csY47" fmla="*/ 45301 h 62834"/>
                <a:gd name="csX48" fmla="*/ 32220 w 69064"/>
                <a:gd name="csY48" fmla="*/ 22477 h 62834"/>
                <a:gd name="csX49" fmla="*/ 33853 w 69064"/>
                <a:gd name="csY49" fmla="*/ 12315 h 62834"/>
                <a:gd name="csX50" fmla="*/ 33101 w 69064"/>
                <a:gd name="csY50" fmla="*/ 7516 h 62834"/>
                <a:gd name="csX51" fmla="*/ 31078 w 69064"/>
                <a:gd name="csY51" fmla="*/ 4669 h 62834"/>
                <a:gd name="csX52" fmla="*/ 28707 w 69064"/>
                <a:gd name="csY52" fmla="*/ 3382 h 62834"/>
                <a:gd name="csX53" fmla="*/ 26394 w 69064"/>
                <a:gd name="csY53" fmla="*/ 3050 h 62834"/>
                <a:gd name="csX54" fmla="*/ 22072 w 69064"/>
                <a:gd name="csY54" fmla="*/ 3859 h 62834"/>
                <a:gd name="csX55" fmla="*/ 17129 w 69064"/>
                <a:gd name="csY55" fmla="*/ 6562 h 62834"/>
                <a:gd name="csX56" fmla="*/ 11983 w 69064"/>
                <a:gd name="csY56" fmla="*/ 12185 h 62834"/>
                <a:gd name="csX57" fmla="*/ 7777 w 69064"/>
                <a:gd name="csY57" fmla="*/ 21190 h 62834"/>
                <a:gd name="csX58" fmla="*/ 5955 w 69064"/>
                <a:gd name="csY58" fmla="*/ 22752 h 62834"/>
                <a:gd name="csX59" fmla="*/ 4322 w 69064"/>
                <a:gd name="csY59" fmla="*/ 21321 h 62834"/>
                <a:gd name="csX60" fmla="*/ 5204 w 69064"/>
                <a:gd name="csY60" fmla="*/ 17808 h 62834"/>
                <a:gd name="csX61" fmla="*/ 8051 w 69064"/>
                <a:gd name="csY61" fmla="*/ 12315 h 62834"/>
                <a:gd name="csX62" fmla="*/ 12518 w 69064"/>
                <a:gd name="csY62" fmla="*/ 6562 h 62834"/>
                <a:gd name="csX63" fmla="*/ 18820 w 69064"/>
                <a:gd name="csY63" fmla="*/ 1893 h 62834"/>
                <a:gd name="csX64" fmla="*/ 26669 w 69064"/>
                <a:gd name="csY64" fmla="*/ 0 h 62834"/>
                <a:gd name="csX65" fmla="*/ 30254 w 69064"/>
                <a:gd name="csY65" fmla="*/ 405 h 62834"/>
                <a:gd name="csX66" fmla="*/ 34258 w 69064"/>
                <a:gd name="csY66" fmla="*/ 1763 h 62834"/>
                <a:gd name="csX67" fmla="*/ 38449 w 69064"/>
                <a:gd name="csY67" fmla="*/ 5001 h 62834"/>
                <a:gd name="csX68" fmla="*/ 41630 w 69064"/>
                <a:gd name="csY68" fmla="*/ 10494 h 62834"/>
                <a:gd name="csX69" fmla="*/ 43538 w 69064"/>
                <a:gd name="csY69" fmla="*/ 7444 h 62834"/>
                <a:gd name="csX70" fmla="*/ 46443 w 69064"/>
                <a:gd name="csY70" fmla="*/ 4134 h 62834"/>
                <a:gd name="csX71" fmla="*/ 50779 w 69064"/>
                <a:gd name="csY71" fmla="*/ 1142 h 62834"/>
                <a:gd name="csX72" fmla="*/ 56200 w 69064"/>
                <a:gd name="csY72" fmla="*/ 0 h 62834"/>
                <a:gd name="csX73" fmla="*/ 61678 w 69064"/>
                <a:gd name="csY73" fmla="*/ 737 h 62834"/>
                <a:gd name="csX74" fmla="*/ 66694 w 69064"/>
                <a:gd name="csY74" fmla="*/ 3657 h 62834"/>
                <a:gd name="csX75" fmla="*/ 69065 w 69064"/>
                <a:gd name="csY75" fmla="*/ 9135 h 62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9064" h="62834">
                  <a:moveTo>
                    <a:pt x="69065" y="9135"/>
                  </a:moveTo>
                  <a:cubicBezTo>
                    <a:pt x="69065" y="11670"/>
                    <a:pt x="68274" y="13655"/>
                    <a:pt x="66694" y="15091"/>
                  </a:cubicBezTo>
                  <a:cubicBezTo>
                    <a:pt x="65114" y="16498"/>
                    <a:pt x="63417" y="17201"/>
                    <a:pt x="61606" y="17201"/>
                  </a:cubicBezTo>
                  <a:cubicBezTo>
                    <a:pt x="59891" y="17201"/>
                    <a:pt x="58585" y="16705"/>
                    <a:pt x="57689" y="15712"/>
                  </a:cubicBezTo>
                  <a:cubicBezTo>
                    <a:pt x="56783" y="14720"/>
                    <a:pt x="56330" y="13587"/>
                    <a:pt x="56330" y="12315"/>
                  </a:cubicBezTo>
                  <a:cubicBezTo>
                    <a:pt x="56330" y="10600"/>
                    <a:pt x="56961" y="9000"/>
                    <a:pt x="58224" y="7516"/>
                  </a:cubicBezTo>
                  <a:cubicBezTo>
                    <a:pt x="59486" y="6023"/>
                    <a:pt x="61066" y="5117"/>
                    <a:pt x="62965" y="4799"/>
                  </a:cubicBezTo>
                  <a:cubicBezTo>
                    <a:pt x="61114" y="3633"/>
                    <a:pt x="58811" y="3050"/>
                    <a:pt x="56055" y="3050"/>
                  </a:cubicBezTo>
                  <a:cubicBezTo>
                    <a:pt x="54253" y="3050"/>
                    <a:pt x="52562" y="3522"/>
                    <a:pt x="50982" y="4466"/>
                  </a:cubicBezTo>
                  <a:cubicBezTo>
                    <a:pt x="49449" y="5411"/>
                    <a:pt x="48206" y="6495"/>
                    <a:pt x="47252" y="7719"/>
                  </a:cubicBezTo>
                  <a:cubicBezTo>
                    <a:pt x="46356" y="8933"/>
                    <a:pt x="45499" y="10422"/>
                    <a:pt x="44680" y="12185"/>
                  </a:cubicBezTo>
                  <a:cubicBezTo>
                    <a:pt x="43918" y="13900"/>
                    <a:pt x="43379" y="15279"/>
                    <a:pt x="43061" y="16319"/>
                  </a:cubicBezTo>
                  <a:cubicBezTo>
                    <a:pt x="42791" y="17312"/>
                    <a:pt x="42540" y="18348"/>
                    <a:pt x="42309" y="19427"/>
                  </a:cubicBezTo>
                  <a:lnTo>
                    <a:pt x="37568" y="38392"/>
                  </a:lnTo>
                  <a:cubicBezTo>
                    <a:pt x="36036" y="44395"/>
                    <a:pt x="35269" y="48457"/>
                    <a:pt x="35269" y="50577"/>
                  </a:cubicBezTo>
                  <a:cubicBezTo>
                    <a:pt x="35269" y="53198"/>
                    <a:pt x="35901" y="55390"/>
                    <a:pt x="37163" y="57154"/>
                  </a:cubicBezTo>
                  <a:cubicBezTo>
                    <a:pt x="38425" y="58869"/>
                    <a:pt x="40324" y="59727"/>
                    <a:pt x="42858" y="59727"/>
                  </a:cubicBezTo>
                  <a:cubicBezTo>
                    <a:pt x="43851" y="59727"/>
                    <a:pt x="44911" y="59587"/>
                    <a:pt x="46038" y="59307"/>
                  </a:cubicBezTo>
                  <a:cubicBezTo>
                    <a:pt x="47166" y="58999"/>
                    <a:pt x="48452" y="58435"/>
                    <a:pt x="49898" y="57616"/>
                  </a:cubicBezTo>
                  <a:cubicBezTo>
                    <a:pt x="51391" y="56759"/>
                    <a:pt x="52789" y="55699"/>
                    <a:pt x="54090" y="54436"/>
                  </a:cubicBezTo>
                  <a:cubicBezTo>
                    <a:pt x="55448" y="53126"/>
                    <a:pt x="56783" y="51367"/>
                    <a:pt x="58093" y="49160"/>
                  </a:cubicBezTo>
                  <a:cubicBezTo>
                    <a:pt x="59404" y="46944"/>
                    <a:pt x="60488" y="44414"/>
                    <a:pt x="61346" y="41572"/>
                  </a:cubicBezTo>
                  <a:cubicBezTo>
                    <a:pt x="61615" y="40579"/>
                    <a:pt x="62199" y="40083"/>
                    <a:pt x="63095" y="40083"/>
                  </a:cubicBezTo>
                  <a:cubicBezTo>
                    <a:pt x="64232" y="40083"/>
                    <a:pt x="64800" y="40536"/>
                    <a:pt x="64800" y="41441"/>
                  </a:cubicBezTo>
                  <a:cubicBezTo>
                    <a:pt x="64800" y="42203"/>
                    <a:pt x="64482" y="43398"/>
                    <a:pt x="63846" y="45026"/>
                  </a:cubicBezTo>
                  <a:cubicBezTo>
                    <a:pt x="63259" y="46607"/>
                    <a:pt x="62309" y="48433"/>
                    <a:pt x="60999" y="50505"/>
                  </a:cubicBezTo>
                  <a:cubicBezTo>
                    <a:pt x="59736" y="52538"/>
                    <a:pt x="58272" y="54480"/>
                    <a:pt x="56605" y="56330"/>
                  </a:cubicBezTo>
                  <a:cubicBezTo>
                    <a:pt x="54928" y="58142"/>
                    <a:pt x="52851" y="59679"/>
                    <a:pt x="50375" y="60941"/>
                  </a:cubicBezTo>
                  <a:cubicBezTo>
                    <a:pt x="47888" y="62203"/>
                    <a:pt x="45291" y="62835"/>
                    <a:pt x="42583" y="62835"/>
                  </a:cubicBezTo>
                  <a:cubicBezTo>
                    <a:pt x="38700" y="62835"/>
                    <a:pt x="35472" y="61799"/>
                    <a:pt x="32899" y="59727"/>
                  </a:cubicBezTo>
                  <a:cubicBezTo>
                    <a:pt x="30326" y="57645"/>
                    <a:pt x="28567" y="55159"/>
                    <a:pt x="27623" y="52268"/>
                  </a:cubicBezTo>
                  <a:cubicBezTo>
                    <a:pt x="27392" y="52673"/>
                    <a:pt x="27122" y="53150"/>
                    <a:pt x="26814" y="53699"/>
                  </a:cubicBezTo>
                  <a:cubicBezTo>
                    <a:pt x="26495" y="54239"/>
                    <a:pt x="25859" y="55116"/>
                    <a:pt x="24905" y="56330"/>
                  </a:cubicBezTo>
                  <a:cubicBezTo>
                    <a:pt x="24009" y="57506"/>
                    <a:pt x="23041" y="58546"/>
                    <a:pt x="22000" y="59452"/>
                  </a:cubicBezTo>
                  <a:cubicBezTo>
                    <a:pt x="20959" y="60310"/>
                    <a:pt x="19629" y="61076"/>
                    <a:pt x="18010" y="61750"/>
                  </a:cubicBezTo>
                  <a:cubicBezTo>
                    <a:pt x="16430" y="62473"/>
                    <a:pt x="14782" y="62835"/>
                    <a:pt x="13067" y="62835"/>
                  </a:cubicBezTo>
                  <a:cubicBezTo>
                    <a:pt x="10899" y="62835"/>
                    <a:pt x="8842" y="62517"/>
                    <a:pt x="6895" y="61880"/>
                  </a:cubicBezTo>
                  <a:cubicBezTo>
                    <a:pt x="5006" y="61254"/>
                    <a:pt x="3382" y="60218"/>
                    <a:pt x="2024" y="58773"/>
                  </a:cubicBezTo>
                  <a:cubicBezTo>
                    <a:pt x="675" y="57327"/>
                    <a:pt x="0" y="55612"/>
                    <a:pt x="0" y="53627"/>
                  </a:cubicBezTo>
                  <a:cubicBezTo>
                    <a:pt x="0" y="51411"/>
                    <a:pt x="742" y="49536"/>
                    <a:pt x="2226" y="48004"/>
                  </a:cubicBezTo>
                  <a:cubicBezTo>
                    <a:pt x="3758" y="46424"/>
                    <a:pt x="5565" y="45633"/>
                    <a:pt x="7647" y="45633"/>
                  </a:cubicBezTo>
                  <a:cubicBezTo>
                    <a:pt x="8957" y="45633"/>
                    <a:pt x="10128" y="46019"/>
                    <a:pt x="11159" y="46790"/>
                  </a:cubicBezTo>
                  <a:cubicBezTo>
                    <a:pt x="12248" y="47551"/>
                    <a:pt x="12792" y="48770"/>
                    <a:pt x="12792" y="50447"/>
                  </a:cubicBezTo>
                  <a:cubicBezTo>
                    <a:pt x="12792" y="52297"/>
                    <a:pt x="12161" y="53921"/>
                    <a:pt x="10899" y="55318"/>
                  </a:cubicBezTo>
                  <a:cubicBezTo>
                    <a:pt x="9636" y="56715"/>
                    <a:pt x="8100" y="57597"/>
                    <a:pt x="6288" y="57963"/>
                  </a:cubicBezTo>
                  <a:cubicBezTo>
                    <a:pt x="8138" y="59139"/>
                    <a:pt x="10441" y="59727"/>
                    <a:pt x="13197" y="59727"/>
                  </a:cubicBezTo>
                  <a:cubicBezTo>
                    <a:pt x="16175" y="59727"/>
                    <a:pt x="18839" y="58416"/>
                    <a:pt x="21191" y="55795"/>
                  </a:cubicBezTo>
                  <a:cubicBezTo>
                    <a:pt x="23532" y="53174"/>
                    <a:pt x="25267" y="49676"/>
                    <a:pt x="26394" y="45301"/>
                  </a:cubicBezTo>
                  <a:cubicBezTo>
                    <a:pt x="29198" y="34778"/>
                    <a:pt x="31140" y="27170"/>
                    <a:pt x="32220" y="22477"/>
                  </a:cubicBezTo>
                  <a:cubicBezTo>
                    <a:pt x="33308" y="17736"/>
                    <a:pt x="33853" y="14349"/>
                    <a:pt x="33853" y="12315"/>
                  </a:cubicBezTo>
                  <a:cubicBezTo>
                    <a:pt x="33853" y="10427"/>
                    <a:pt x="33602" y="8827"/>
                    <a:pt x="33101" y="7516"/>
                  </a:cubicBezTo>
                  <a:cubicBezTo>
                    <a:pt x="32610" y="6206"/>
                    <a:pt x="31935" y="5257"/>
                    <a:pt x="31078" y="4669"/>
                  </a:cubicBezTo>
                  <a:cubicBezTo>
                    <a:pt x="30259" y="4033"/>
                    <a:pt x="29468" y="3604"/>
                    <a:pt x="28707" y="3382"/>
                  </a:cubicBezTo>
                  <a:cubicBezTo>
                    <a:pt x="27984" y="3161"/>
                    <a:pt x="27213" y="3050"/>
                    <a:pt x="26394" y="3050"/>
                  </a:cubicBezTo>
                  <a:cubicBezTo>
                    <a:pt x="25045" y="3050"/>
                    <a:pt x="23604" y="3320"/>
                    <a:pt x="22072" y="3859"/>
                  </a:cubicBezTo>
                  <a:cubicBezTo>
                    <a:pt x="20579" y="4399"/>
                    <a:pt x="18931" y="5300"/>
                    <a:pt x="17129" y="6562"/>
                  </a:cubicBezTo>
                  <a:cubicBezTo>
                    <a:pt x="15365" y="7786"/>
                    <a:pt x="13650" y="9661"/>
                    <a:pt x="11983" y="12185"/>
                  </a:cubicBezTo>
                  <a:cubicBezTo>
                    <a:pt x="10306" y="14710"/>
                    <a:pt x="8904" y="17712"/>
                    <a:pt x="7777" y="21190"/>
                  </a:cubicBezTo>
                  <a:cubicBezTo>
                    <a:pt x="7555" y="22231"/>
                    <a:pt x="6948" y="22752"/>
                    <a:pt x="5955" y="22752"/>
                  </a:cubicBezTo>
                  <a:cubicBezTo>
                    <a:pt x="4866" y="22704"/>
                    <a:pt x="4322" y="22226"/>
                    <a:pt x="4322" y="21321"/>
                  </a:cubicBezTo>
                  <a:cubicBezTo>
                    <a:pt x="4322" y="20559"/>
                    <a:pt x="4616" y="19389"/>
                    <a:pt x="5204" y="17808"/>
                  </a:cubicBezTo>
                  <a:cubicBezTo>
                    <a:pt x="5840" y="16179"/>
                    <a:pt x="6789" y="14349"/>
                    <a:pt x="8051" y="12315"/>
                  </a:cubicBezTo>
                  <a:cubicBezTo>
                    <a:pt x="9362" y="10292"/>
                    <a:pt x="10851" y="8374"/>
                    <a:pt x="12518" y="6562"/>
                  </a:cubicBezTo>
                  <a:cubicBezTo>
                    <a:pt x="14233" y="4712"/>
                    <a:pt x="16334" y="3156"/>
                    <a:pt x="18820" y="1893"/>
                  </a:cubicBezTo>
                  <a:cubicBezTo>
                    <a:pt x="21345" y="631"/>
                    <a:pt x="23961" y="0"/>
                    <a:pt x="26669" y="0"/>
                  </a:cubicBezTo>
                  <a:cubicBezTo>
                    <a:pt x="27893" y="0"/>
                    <a:pt x="29088" y="135"/>
                    <a:pt x="30254" y="405"/>
                  </a:cubicBezTo>
                  <a:cubicBezTo>
                    <a:pt x="31478" y="626"/>
                    <a:pt x="32812" y="1079"/>
                    <a:pt x="34258" y="1763"/>
                  </a:cubicBezTo>
                  <a:cubicBezTo>
                    <a:pt x="35742" y="2438"/>
                    <a:pt x="37139" y="3517"/>
                    <a:pt x="38449" y="5001"/>
                  </a:cubicBezTo>
                  <a:cubicBezTo>
                    <a:pt x="39760" y="6495"/>
                    <a:pt x="40820" y="8326"/>
                    <a:pt x="41630" y="10494"/>
                  </a:cubicBezTo>
                  <a:cubicBezTo>
                    <a:pt x="42179" y="9453"/>
                    <a:pt x="42815" y="8437"/>
                    <a:pt x="43538" y="7444"/>
                  </a:cubicBezTo>
                  <a:cubicBezTo>
                    <a:pt x="44299" y="6452"/>
                    <a:pt x="45267" y="5348"/>
                    <a:pt x="46443" y="4134"/>
                  </a:cubicBezTo>
                  <a:cubicBezTo>
                    <a:pt x="47667" y="2862"/>
                    <a:pt x="49112" y="1865"/>
                    <a:pt x="50779" y="1142"/>
                  </a:cubicBezTo>
                  <a:cubicBezTo>
                    <a:pt x="52495" y="381"/>
                    <a:pt x="54301" y="0"/>
                    <a:pt x="56200" y="0"/>
                  </a:cubicBezTo>
                  <a:cubicBezTo>
                    <a:pt x="58050" y="0"/>
                    <a:pt x="59876" y="246"/>
                    <a:pt x="61678" y="737"/>
                  </a:cubicBezTo>
                  <a:cubicBezTo>
                    <a:pt x="63480" y="1190"/>
                    <a:pt x="65152" y="2163"/>
                    <a:pt x="66694" y="3657"/>
                  </a:cubicBezTo>
                  <a:cubicBezTo>
                    <a:pt x="68274" y="5102"/>
                    <a:pt x="69065" y="6929"/>
                    <a:pt x="69065" y="9135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FBDDC7CC-EA74-8255-2C41-B78CB2B9EF25}"/>
                </a:ext>
              </a:extLst>
            </p:cNvPr>
            <p:cNvSpPr/>
            <p:nvPr/>
          </p:nvSpPr>
          <p:spPr>
            <a:xfrm>
              <a:off x="1576443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CECD067A-27DA-BC73-8353-11BF98EBA636}"/>
                </a:ext>
              </a:extLst>
            </p:cNvPr>
            <p:cNvSpPr/>
            <p:nvPr/>
          </p:nvSpPr>
          <p:spPr>
            <a:xfrm>
              <a:off x="1576443" y="4690879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1E94FC1-A314-8CB7-FA0C-955500703A46}"/>
                </a:ext>
              </a:extLst>
            </p:cNvPr>
            <p:cNvSpPr/>
            <p:nvPr/>
          </p:nvSpPr>
          <p:spPr>
            <a:xfrm>
              <a:off x="1576443" y="4324438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1E9625BD-BB6A-215E-4D9E-1911F35A4E88}"/>
                </a:ext>
              </a:extLst>
            </p:cNvPr>
            <p:cNvSpPr/>
            <p:nvPr/>
          </p:nvSpPr>
          <p:spPr>
            <a:xfrm>
              <a:off x="1576443" y="395801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CB41038E-4D73-8D63-8B8D-791307E85630}"/>
                </a:ext>
              </a:extLst>
            </p:cNvPr>
            <p:cNvSpPr/>
            <p:nvPr/>
          </p:nvSpPr>
          <p:spPr>
            <a:xfrm>
              <a:off x="1576443" y="359158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D0DEA5D-EB23-4D11-68C3-86E72433ECCD}"/>
                </a:ext>
              </a:extLst>
            </p:cNvPr>
            <p:cNvSpPr/>
            <p:nvPr/>
          </p:nvSpPr>
          <p:spPr>
            <a:xfrm>
              <a:off x="1576443" y="322515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44A54729-B515-7B85-CF9B-B0DF60200080}"/>
                </a:ext>
              </a:extLst>
            </p:cNvPr>
            <p:cNvSpPr/>
            <p:nvPr/>
          </p:nvSpPr>
          <p:spPr>
            <a:xfrm>
              <a:off x="1372340" y="4692021"/>
              <a:ext cx="75067" cy="9944"/>
            </a:xfrm>
            <a:custGeom>
              <a:avLst/>
              <a:gdLst>
                <a:gd name="csX0" fmla="*/ 0 w 75067"/>
                <a:gd name="csY0" fmla="*/ 0 h 9944"/>
                <a:gd name="csX1" fmla="*/ 75068 w 75067"/>
                <a:gd name="csY1" fmla="*/ 0 h 9944"/>
                <a:gd name="csX2" fmla="*/ 75068 w 75067"/>
                <a:gd name="csY2" fmla="*/ 9945 h 9944"/>
                <a:gd name="csX3" fmla="*/ 0 w 75067"/>
                <a:gd name="csY3" fmla="*/ 9945 h 9944"/>
                <a:gd name="csX4" fmla="*/ 0 w 75067"/>
                <a:gd name="csY4" fmla="*/ 0 h 99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067" h="9944">
                  <a:moveTo>
                    <a:pt x="0" y="0"/>
                  </a:moveTo>
                  <a:lnTo>
                    <a:pt x="75068" y="0"/>
                  </a:lnTo>
                  <a:lnTo>
                    <a:pt x="75068" y="9945"/>
                  </a:lnTo>
                  <a:lnTo>
                    <a:pt x="0" y="99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5D5A11B5-74B0-5207-C6C3-7969374C28DD}"/>
                </a:ext>
              </a:extLst>
            </p:cNvPr>
            <p:cNvSpPr/>
            <p:nvPr/>
          </p:nvSpPr>
          <p:spPr>
            <a:xfrm>
              <a:off x="1468897" y="4645578"/>
              <a:ext cx="55508" cy="89011"/>
            </a:xfrm>
            <a:custGeom>
              <a:avLst/>
              <a:gdLst>
                <a:gd name="csX0" fmla="*/ 14228 w 55508"/>
                <a:gd name="csY0" fmla="*/ 79053 h 89011"/>
                <a:gd name="csX1" fmla="*/ 55509 w 55508"/>
                <a:gd name="csY1" fmla="*/ 79053 h 89011"/>
                <a:gd name="csX2" fmla="*/ 55509 w 55508"/>
                <a:gd name="csY2" fmla="*/ 89012 h 89011"/>
                <a:gd name="csX3" fmla="*/ 0 w 55508"/>
                <a:gd name="csY3" fmla="*/ 89012 h 89011"/>
                <a:gd name="csX4" fmla="*/ 0 w 55508"/>
                <a:gd name="csY4" fmla="*/ 79053 h 89011"/>
                <a:gd name="csX5" fmla="*/ 18327 w 55508"/>
                <a:gd name="csY5" fmla="*/ 60377 h 89011"/>
                <a:gd name="csX6" fmla="*/ 32965 w 55508"/>
                <a:gd name="csY6" fmla="*/ 45214 h 89011"/>
                <a:gd name="csX7" fmla="*/ 40871 w 55508"/>
                <a:gd name="csY7" fmla="*/ 34431 h 89011"/>
                <a:gd name="csX8" fmla="*/ 43154 w 55508"/>
                <a:gd name="csY8" fmla="*/ 25715 h 89011"/>
                <a:gd name="csX9" fmla="*/ 38236 w 55508"/>
                <a:gd name="csY9" fmla="*/ 14353 h 89011"/>
                <a:gd name="csX10" fmla="*/ 25530 w 55508"/>
                <a:gd name="csY10" fmla="*/ 9959 h 89011"/>
                <a:gd name="csX11" fmla="*/ 13759 w 55508"/>
                <a:gd name="csY11" fmla="*/ 11896 h 89011"/>
                <a:gd name="csX12" fmla="*/ 585 w 55508"/>
                <a:gd name="csY12" fmla="*/ 17750 h 89011"/>
                <a:gd name="csX13" fmla="*/ 585 w 55508"/>
                <a:gd name="csY13" fmla="*/ 5796 h 89011"/>
                <a:gd name="csX14" fmla="*/ 13936 w 55508"/>
                <a:gd name="csY14" fmla="*/ 1460 h 89011"/>
                <a:gd name="csX15" fmla="*/ 25294 w 55508"/>
                <a:gd name="csY15" fmla="*/ 0 h 89011"/>
                <a:gd name="csX16" fmla="*/ 46960 w 55508"/>
                <a:gd name="csY16" fmla="*/ 6794 h 89011"/>
                <a:gd name="csX17" fmla="*/ 55041 w 55508"/>
                <a:gd name="csY17" fmla="*/ 24949 h 89011"/>
                <a:gd name="csX18" fmla="*/ 52991 w 55508"/>
                <a:gd name="csY18" fmla="*/ 35197 h 89011"/>
                <a:gd name="csX19" fmla="*/ 45672 w 55508"/>
                <a:gd name="csY19" fmla="*/ 46559 h 89011"/>
                <a:gd name="csX20" fmla="*/ 36362 w 55508"/>
                <a:gd name="csY20" fmla="*/ 56388 h 89011"/>
                <a:gd name="csX21" fmla="*/ 14228 w 55508"/>
                <a:gd name="csY21" fmla="*/ 79053 h 89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9011">
                  <a:moveTo>
                    <a:pt x="14228" y="79053"/>
                  </a:moveTo>
                  <a:lnTo>
                    <a:pt x="55509" y="79053"/>
                  </a:lnTo>
                  <a:lnTo>
                    <a:pt x="55509" y="89012"/>
                  </a:lnTo>
                  <a:lnTo>
                    <a:pt x="0" y="89012"/>
                  </a:lnTo>
                  <a:lnTo>
                    <a:pt x="0" y="79053"/>
                  </a:lnTo>
                  <a:cubicBezTo>
                    <a:pt x="4489" y="74408"/>
                    <a:pt x="10598" y="68183"/>
                    <a:pt x="18327" y="60377"/>
                  </a:cubicBezTo>
                  <a:cubicBezTo>
                    <a:pt x="26095" y="52523"/>
                    <a:pt x="30974" y="47469"/>
                    <a:pt x="32965" y="45214"/>
                  </a:cubicBezTo>
                  <a:cubicBezTo>
                    <a:pt x="36752" y="40955"/>
                    <a:pt x="39388" y="37360"/>
                    <a:pt x="40871" y="34431"/>
                  </a:cubicBezTo>
                  <a:cubicBezTo>
                    <a:pt x="42393" y="31463"/>
                    <a:pt x="43154" y="28558"/>
                    <a:pt x="43154" y="25715"/>
                  </a:cubicBezTo>
                  <a:cubicBezTo>
                    <a:pt x="43154" y="21060"/>
                    <a:pt x="41515" y="17273"/>
                    <a:pt x="38236" y="14353"/>
                  </a:cubicBezTo>
                  <a:cubicBezTo>
                    <a:pt x="34996" y="11424"/>
                    <a:pt x="30761" y="9959"/>
                    <a:pt x="25530" y="9959"/>
                  </a:cubicBezTo>
                  <a:cubicBezTo>
                    <a:pt x="21821" y="9959"/>
                    <a:pt x="17897" y="10605"/>
                    <a:pt x="13759" y="11896"/>
                  </a:cubicBezTo>
                  <a:cubicBezTo>
                    <a:pt x="9661" y="13178"/>
                    <a:pt x="5270" y="15129"/>
                    <a:pt x="585" y="17750"/>
                  </a:cubicBezTo>
                  <a:lnTo>
                    <a:pt x="585" y="5796"/>
                  </a:lnTo>
                  <a:cubicBezTo>
                    <a:pt x="5348" y="3888"/>
                    <a:pt x="9798" y="2443"/>
                    <a:pt x="13936" y="1460"/>
                  </a:cubicBezTo>
                  <a:cubicBezTo>
                    <a:pt x="18074" y="486"/>
                    <a:pt x="21860" y="0"/>
                    <a:pt x="25294" y="0"/>
                  </a:cubicBezTo>
                  <a:cubicBezTo>
                    <a:pt x="34352" y="0"/>
                    <a:pt x="41574" y="2265"/>
                    <a:pt x="46960" y="6794"/>
                  </a:cubicBezTo>
                  <a:cubicBezTo>
                    <a:pt x="52347" y="11323"/>
                    <a:pt x="55041" y="17374"/>
                    <a:pt x="55041" y="24949"/>
                  </a:cubicBezTo>
                  <a:cubicBezTo>
                    <a:pt x="55041" y="28543"/>
                    <a:pt x="54357" y="31959"/>
                    <a:pt x="52991" y="35197"/>
                  </a:cubicBezTo>
                  <a:cubicBezTo>
                    <a:pt x="51664" y="38396"/>
                    <a:pt x="49224" y="42183"/>
                    <a:pt x="45672" y="46559"/>
                  </a:cubicBezTo>
                  <a:cubicBezTo>
                    <a:pt x="44696" y="47686"/>
                    <a:pt x="41593" y="50962"/>
                    <a:pt x="36362" y="56388"/>
                  </a:cubicBezTo>
                  <a:cubicBezTo>
                    <a:pt x="31131" y="61774"/>
                    <a:pt x="23752" y="69329"/>
                    <a:pt x="14228" y="79053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E8BC7363-5730-B007-9039-24BE398CDF28}"/>
                </a:ext>
              </a:extLst>
            </p:cNvPr>
            <p:cNvSpPr/>
            <p:nvPr/>
          </p:nvSpPr>
          <p:spPr>
            <a:xfrm>
              <a:off x="1463978" y="4279152"/>
              <a:ext cx="60427" cy="90703"/>
            </a:xfrm>
            <a:custGeom>
              <a:avLst/>
              <a:gdLst>
                <a:gd name="csX0" fmla="*/ 30213 w 60427"/>
                <a:gd name="csY0" fmla="*/ 9367 h 90703"/>
                <a:gd name="csX1" fmla="*/ 16454 w 60427"/>
                <a:gd name="csY1" fmla="*/ 18386 h 90703"/>
                <a:gd name="csX2" fmla="*/ 11886 w 60427"/>
                <a:gd name="csY2" fmla="*/ 45373 h 90703"/>
                <a:gd name="csX3" fmla="*/ 16454 w 60427"/>
                <a:gd name="csY3" fmla="*/ 72375 h 90703"/>
                <a:gd name="csX4" fmla="*/ 30213 w 60427"/>
                <a:gd name="csY4" fmla="*/ 81337 h 90703"/>
                <a:gd name="csX5" fmla="*/ 43974 w 60427"/>
                <a:gd name="csY5" fmla="*/ 72375 h 90703"/>
                <a:gd name="csX6" fmla="*/ 48600 w 60427"/>
                <a:gd name="csY6" fmla="*/ 45373 h 90703"/>
                <a:gd name="csX7" fmla="*/ 43974 w 60427"/>
                <a:gd name="csY7" fmla="*/ 18386 h 90703"/>
                <a:gd name="csX8" fmla="*/ 30213 w 60427"/>
                <a:gd name="csY8" fmla="*/ 9367 h 90703"/>
                <a:gd name="csX9" fmla="*/ 30213 w 60427"/>
                <a:gd name="csY9" fmla="*/ 0 h 90703"/>
                <a:gd name="csX10" fmla="*/ 52640 w 60427"/>
                <a:gd name="csY10" fmla="*/ 11650 h 90703"/>
                <a:gd name="csX11" fmla="*/ 60428 w 60427"/>
                <a:gd name="csY11" fmla="*/ 45373 h 90703"/>
                <a:gd name="csX12" fmla="*/ 52640 w 60427"/>
                <a:gd name="csY12" fmla="*/ 79111 h 90703"/>
                <a:gd name="csX13" fmla="*/ 30213 w 60427"/>
                <a:gd name="csY13" fmla="*/ 90703 h 90703"/>
                <a:gd name="csX14" fmla="*/ 7729 w 60427"/>
                <a:gd name="csY14" fmla="*/ 79111 h 90703"/>
                <a:gd name="csX15" fmla="*/ 0 w 60427"/>
                <a:gd name="csY15" fmla="*/ 45373 h 90703"/>
                <a:gd name="csX16" fmla="*/ 7729 w 60427"/>
                <a:gd name="csY16" fmla="*/ 11650 h 90703"/>
                <a:gd name="csX17" fmla="*/ 30213 w 60427"/>
                <a:gd name="csY17" fmla="*/ 0 h 907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703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61"/>
                    <a:pt x="11886" y="33357"/>
                    <a:pt x="11886" y="45373"/>
                  </a:cubicBezTo>
                  <a:cubicBezTo>
                    <a:pt x="11886" y="57361"/>
                    <a:pt x="13409" y="66361"/>
                    <a:pt x="16454" y="72375"/>
                  </a:cubicBezTo>
                  <a:cubicBezTo>
                    <a:pt x="19537" y="78349"/>
                    <a:pt x="24124" y="81337"/>
                    <a:pt x="30213" y="81337"/>
                  </a:cubicBezTo>
                  <a:cubicBezTo>
                    <a:pt x="36342" y="81337"/>
                    <a:pt x="40929" y="78349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57"/>
                    <a:pt x="47058" y="2436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98"/>
                    <a:pt x="57832" y="71343"/>
                    <a:pt x="52640" y="79111"/>
                  </a:cubicBezTo>
                  <a:cubicBezTo>
                    <a:pt x="47487" y="86839"/>
                    <a:pt x="40012" y="90703"/>
                    <a:pt x="30213" y="90703"/>
                  </a:cubicBezTo>
                  <a:cubicBezTo>
                    <a:pt x="20416" y="90703"/>
                    <a:pt x="12921" y="86839"/>
                    <a:pt x="7729" y="79111"/>
                  </a:cubicBezTo>
                  <a:cubicBezTo>
                    <a:pt x="2576" y="71343"/>
                    <a:pt x="0" y="6009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95FB0CA6-AB65-E98B-E669-CA827FEF6F8D}"/>
                </a:ext>
              </a:extLst>
            </p:cNvPr>
            <p:cNvSpPr/>
            <p:nvPr/>
          </p:nvSpPr>
          <p:spPr>
            <a:xfrm>
              <a:off x="1468897" y="3912721"/>
              <a:ext cx="55508" cy="89001"/>
            </a:xfrm>
            <a:custGeom>
              <a:avLst/>
              <a:gdLst>
                <a:gd name="csX0" fmla="*/ 14228 w 55508"/>
                <a:gd name="csY0" fmla="*/ 79048 h 89001"/>
                <a:gd name="csX1" fmla="*/ 55509 w 55508"/>
                <a:gd name="csY1" fmla="*/ 79048 h 89001"/>
                <a:gd name="csX2" fmla="*/ 55509 w 55508"/>
                <a:gd name="csY2" fmla="*/ 89002 h 89001"/>
                <a:gd name="csX3" fmla="*/ 0 w 55508"/>
                <a:gd name="csY3" fmla="*/ 89002 h 89001"/>
                <a:gd name="csX4" fmla="*/ 0 w 55508"/>
                <a:gd name="csY4" fmla="*/ 79048 h 89001"/>
                <a:gd name="csX5" fmla="*/ 18327 w 55508"/>
                <a:gd name="csY5" fmla="*/ 60370 h 89001"/>
                <a:gd name="csX6" fmla="*/ 32965 w 55508"/>
                <a:gd name="csY6" fmla="*/ 45204 h 89001"/>
                <a:gd name="csX7" fmla="*/ 40871 w 55508"/>
                <a:gd name="csY7" fmla="*/ 34430 h 89001"/>
                <a:gd name="csX8" fmla="*/ 43154 w 55508"/>
                <a:gd name="csY8" fmla="*/ 25705 h 89001"/>
                <a:gd name="csX9" fmla="*/ 38236 w 55508"/>
                <a:gd name="csY9" fmla="*/ 14345 h 89001"/>
                <a:gd name="csX10" fmla="*/ 25530 w 55508"/>
                <a:gd name="csY10" fmla="*/ 9953 h 89001"/>
                <a:gd name="csX11" fmla="*/ 13759 w 55508"/>
                <a:gd name="csY11" fmla="*/ 11886 h 89001"/>
                <a:gd name="csX12" fmla="*/ 585 w 55508"/>
                <a:gd name="csY12" fmla="*/ 17742 h 89001"/>
                <a:gd name="csX13" fmla="*/ 585 w 55508"/>
                <a:gd name="csY13" fmla="*/ 5796 h 89001"/>
                <a:gd name="csX14" fmla="*/ 13936 w 55508"/>
                <a:gd name="csY14" fmla="*/ 1463 h 89001"/>
                <a:gd name="csX15" fmla="*/ 25294 w 55508"/>
                <a:gd name="csY15" fmla="*/ 0 h 89001"/>
                <a:gd name="csX16" fmla="*/ 46960 w 55508"/>
                <a:gd name="csY16" fmla="*/ 6792 h 89001"/>
                <a:gd name="csX17" fmla="*/ 55041 w 55508"/>
                <a:gd name="csY17" fmla="*/ 24944 h 89001"/>
                <a:gd name="csX18" fmla="*/ 52991 w 55508"/>
                <a:gd name="csY18" fmla="*/ 35191 h 89001"/>
                <a:gd name="csX19" fmla="*/ 45672 w 55508"/>
                <a:gd name="csY19" fmla="*/ 46550 h 89001"/>
                <a:gd name="csX20" fmla="*/ 36362 w 55508"/>
                <a:gd name="csY20" fmla="*/ 56388 h 89001"/>
                <a:gd name="csX21" fmla="*/ 14228 w 55508"/>
                <a:gd name="csY21" fmla="*/ 79048 h 89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9001">
                  <a:moveTo>
                    <a:pt x="14228" y="79048"/>
                  </a:moveTo>
                  <a:lnTo>
                    <a:pt x="55509" y="79048"/>
                  </a:lnTo>
                  <a:lnTo>
                    <a:pt x="55509" y="89002"/>
                  </a:lnTo>
                  <a:lnTo>
                    <a:pt x="0" y="89002"/>
                  </a:lnTo>
                  <a:lnTo>
                    <a:pt x="0" y="79048"/>
                  </a:lnTo>
                  <a:cubicBezTo>
                    <a:pt x="4489" y="74403"/>
                    <a:pt x="10598" y="68177"/>
                    <a:pt x="18327" y="60370"/>
                  </a:cubicBezTo>
                  <a:cubicBezTo>
                    <a:pt x="26095" y="52523"/>
                    <a:pt x="30974" y="47468"/>
                    <a:pt x="32965" y="45204"/>
                  </a:cubicBezTo>
                  <a:cubicBezTo>
                    <a:pt x="36752" y="40949"/>
                    <a:pt x="39388" y="37357"/>
                    <a:pt x="40871" y="34430"/>
                  </a:cubicBezTo>
                  <a:cubicBezTo>
                    <a:pt x="42393" y="31463"/>
                    <a:pt x="43154" y="28554"/>
                    <a:pt x="43154" y="25705"/>
                  </a:cubicBezTo>
                  <a:cubicBezTo>
                    <a:pt x="43154" y="21060"/>
                    <a:pt x="41515" y="17273"/>
                    <a:pt x="38236" y="14345"/>
                  </a:cubicBezTo>
                  <a:cubicBezTo>
                    <a:pt x="34996" y="11417"/>
                    <a:pt x="30761" y="9953"/>
                    <a:pt x="25530" y="9953"/>
                  </a:cubicBezTo>
                  <a:cubicBezTo>
                    <a:pt x="21821" y="9953"/>
                    <a:pt x="17897" y="10598"/>
                    <a:pt x="13759" y="11886"/>
                  </a:cubicBezTo>
                  <a:cubicBezTo>
                    <a:pt x="9661" y="13174"/>
                    <a:pt x="5270" y="15126"/>
                    <a:pt x="585" y="17742"/>
                  </a:cubicBezTo>
                  <a:lnTo>
                    <a:pt x="585" y="5796"/>
                  </a:lnTo>
                  <a:cubicBezTo>
                    <a:pt x="5348" y="3883"/>
                    <a:pt x="9798" y="2439"/>
                    <a:pt x="13936" y="1463"/>
                  </a:cubicBezTo>
                  <a:cubicBezTo>
                    <a:pt x="18074" y="488"/>
                    <a:pt x="21860" y="0"/>
                    <a:pt x="25294" y="0"/>
                  </a:cubicBezTo>
                  <a:cubicBezTo>
                    <a:pt x="34352" y="0"/>
                    <a:pt x="41574" y="2264"/>
                    <a:pt x="46960" y="6792"/>
                  </a:cubicBezTo>
                  <a:cubicBezTo>
                    <a:pt x="52347" y="11320"/>
                    <a:pt x="55041" y="17371"/>
                    <a:pt x="55041" y="24944"/>
                  </a:cubicBezTo>
                  <a:cubicBezTo>
                    <a:pt x="55041" y="28535"/>
                    <a:pt x="54357" y="31951"/>
                    <a:pt x="52991" y="35191"/>
                  </a:cubicBezTo>
                  <a:cubicBezTo>
                    <a:pt x="51664" y="38392"/>
                    <a:pt x="49224" y="42178"/>
                    <a:pt x="45672" y="46550"/>
                  </a:cubicBezTo>
                  <a:cubicBezTo>
                    <a:pt x="44696" y="47682"/>
                    <a:pt x="41593" y="50961"/>
                    <a:pt x="36362" y="56388"/>
                  </a:cubicBezTo>
                  <a:cubicBezTo>
                    <a:pt x="31131" y="61775"/>
                    <a:pt x="23752" y="69328"/>
                    <a:pt x="14228" y="7904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C11A9C66-A7F2-C966-6DC1-C240C0E4342B}"/>
                </a:ext>
              </a:extLst>
            </p:cNvPr>
            <p:cNvSpPr/>
            <p:nvPr/>
          </p:nvSpPr>
          <p:spPr>
            <a:xfrm>
              <a:off x="1460699" y="3547871"/>
              <a:ext cx="63707" cy="87421"/>
            </a:xfrm>
            <a:custGeom>
              <a:avLst/>
              <a:gdLst>
                <a:gd name="csX0" fmla="*/ 39466 w 63707"/>
                <a:gd name="csY0" fmla="*/ 10305 h 87421"/>
                <a:gd name="csX1" fmla="*/ 9604 w 63707"/>
                <a:gd name="csY1" fmla="*/ 56973 h 87421"/>
                <a:gd name="csX2" fmla="*/ 39466 w 63707"/>
                <a:gd name="csY2" fmla="*/ 56973 h 87421"/>
                <a:gd name="csX3" fmla="*/ 39466 w 63707"/>
                <a:gd name="csY3" fmla="*/ 10305 h 87421"/>
                <a:gd name="csX4" fmla="*/ 36362 w 63707"/>
                <a:gd name="csY4" fmla="*/ 0 h 87421"/>
                <a:gd name="csX5" fmla="*/ 51236 w 63707"/>
                <a:gd name="csY5" fmla="*/ 0 h 87421"/>
                <a:gd name="csX6" fmla="*/ 51236 w 63707"/>
                <a:gd name="csY6" fmla="*/ 56973 h 87421"/>
                <a:gd name="csX7" fmla="*/ 63708 w 63707"/>
                <a:gd name="csY7" fmla="*/ 56973 h 87421"/>
                <a:gd name="csX8" fmla="*/ 63708 w 63707"/>
                <a:gd name="csY8" fmla="*/ 66811 h 87421"/>
                <a:gd name="csX9" fmla="*/ 51236 w 63707"/>
                <a:gd name="csY9" fmla="*/ 66811 h 87421"/>
                <a:gd name="csX10" fmla="*/ 51236 w 63707"/>
                <a:gd name="csY10" fmla="*/ 87422 h 87421"/>
                <a:gd name="csX11" fmla="*/ 39466 w 63707"/>
                <a:gd name="csY11" fmla="*/ 87422 h 87421"/>
                <a:gd name="csX12" fmla="*/ 39466 w 63707"/>
                <a:gd name="csY12" fmla="*/ 66811 h 87421"/>
                <a:gd name="csX13" fmla="*/ 0 w 63707"/>
                <a:gd name="csY13" fmla="*/ 66811 h 87421"/>
                <a:gd name="csX14" fmla="*/ 0 w 63707"/>
                <a:gd name="csY14" fmla="*/ 55392 h 87421"/>
                <a:gd name="csX15" fmla="*/ 36362 w 63707"/>
                <a:gd name="csY15" fmla="*/ 0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3707" h="87421">
                  <a:moveTo>
                    <a:pt x="39466" y="10305"/>
                  </a:moveTo>
                  <a:lnTo>
                    <a:pt x="9604" y="56973"/>
                  </a:lnTo>
                  <a:lnTo>
                    <a:pt x="39466" y="56973"/>
                  </a:lnTo>
                  <a:lnTo>
                    <a:pt x="39466" y="10305"/>
                  </a:lnTo>
                  <a:moveTo>
                    <a:pt x="36362" y="0"/>
                  </a:moveTo>
                  <a:lnTo>
                    <a:pt x="51236" y="0"/>
                  </a:lnTo>
                  <a:lnTo>
                    <a:pt x="51236" y="56973"/>
                  </a:lnTo>
                  <a:lnTo>
                    <a:pt x="63708" y="56973"/>
                  </a:lnTo>
                  <a:lnTo>
                    <a:pt x="63708" y="66811"/>
                  </a:lnTo>
                  <a:lnTo>
                    <a:pt x="51236" y="66811"/>
                  </a:lnTo>
                  <a:lnTo>
                    <a:pt x="51236" y="87422"/>
                  </a:lnTo>
                  <a:lnTo>
                    <a:pt x="39466" y="87422"/>
                  </a:lnTo>
                  <a:lnTo>
                    <a:pt x="39466" y="66811"/>
                  </a:lnTo>
                  <a:lnTo>
                    <a:pt x="0" y="66811"/>
                  </a:lnTo>
                  <a:lnTo>
                    <a:pt x="0" y="55392"/>
                  </a:lnTo>
                  <a:lnTo>
                    <a:pt x="36362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FD7EC090-1FC0-0982-FA4B-0808A7C78203}"/>
                </a:ext>
              </a:extLst>
            </p:cNvPr>
            <p:cNvSpPr/>
            <p:nvPr/>
          </p:nvSpPr>
          <p:spPr>
            <a:xfrm>
              <a:off x="1464036" y="3179859"/>
              <a:ext cx="60370" cy="90701"/>
            </a:xfrm>
            <a:custGeom>
              <a:avLst/>
              <a:gdLst>
                <a:gd name="csX0" fmla="*/ 31211 w 60370"/>
                <a:gd name="csY0" fmla="*/ 40579 h 90701"/>
                <a:gd name="csX1" fmla="*/ 18563 w 60370"/>
                <a:gd name="csY1" fmla="*/ 46024 h 90701"/>
                <a:gd name="csX2" fmla="*/ 13936 w 60370"/>
                <a:gd name="csY2" fmla="*/ 60955 h 90701"/>
                <a:gd name="csX3" fmla="*/ 18563 w 60370"/>
                <a:gd name="csY3" fmla="*/ 75887 h 90701"/>
                <a:gd name="csX4" fmla="*/ 31211 w 60370"/>
                <a:gd name="csY4" fmla="*/ 81332 h 90701"/>
                <a:gd name="csX5" fmla="*/ 43799 w 60370"/>
                <a:gd name="csY5" fmla="*/ 75887 h 90701"/>
                <a:gd name="csX6" fmla="*/ 48484 w 60370"/>
                <a:gd name="csY6" fmla="*/ 60955 h 90701"/>
                <a:gd name="csX7" fmla="*/ 43799 w 60370"/>
                <a:gd name="csY7" fmla="*/ 46024 h 90701"/>
                <a:gd name="csX8" fmla="*/ 31211 w 60370"/>
                <a:gd name="csY8" fmla="*/ 40579 h 90701"/>
                <a:gd name="csX9" fmla="*/ 54691 w 60370"/>
                <a:gd name="csY9" fmla="*/ 3514 h 90701"/>
                <a:gd name="csX10" fmla="*/ 54691 w 60370"/>
                <a:gd name="csY10" fmla="*/ 14288 h 90701"/>
                <a:gd name="csX11" fmla="*/ 45672 w 60370"/>
                <a:gd name="csY11" fmla="*/ 11068 h 90701"/>
                <a:gd name="csX12" fmla="*/ 36713 w 60370"/>
                <a:gd name="csY12" fmla="*/ 9955 h 90701"/>
                <a:gd name="csX13" fmla="*/ 18797 w 60370"/>
                <a:gd name="csY13" fmla="*/ 17860 h 90701"/>
                <a:gd name="csX14" fmla="*/ 11770 w 60370"/>
                <a:gd name="csY14" fmla="*/ 41749 h 90701"/>
                <a:gd name="csX15" fmla="*/ 20436 w 60370"/>
                <a:gd name="csY15" fmla="*/ 33963 h 90701"/>
                <a:gd name="csX16" fmla="*/ 31913 w 60370"/>
                <a:gd name="csY16" fmla="*/ 31211 h 90701"/>
                <a:gd name="csX17" fmla="*/ 52699 w 60370"/>
                <a:gd name="csY17" fmla="*/ 39231 h 90701"/>
                <a:gd name="csX18" fmla="*/ 60370 w 60370"/>
                <a:gd name="csY18" fmla="*/ 60955 h 90701"/>
                <a:gd name="csX19" fmla="*/ 52407 w 60370"/>
                <a:gd name="csY19" fmla="*/ 82562 h 90701"/>
                <a:gd name="csX20" fmla="*/ 31211 w 60370"/>
                <a:gd name="csY20" fmla="*/ 90702 h 90701"/>
                <a:gd name="csX21" fmla="*/ 8022 w 60370"/>
                <a:gd name="csY21" fmla="*/ 79108 h 90701"/>
                <a:gd name="csX22" fmla="*/ 0 w 60370"/>
                <a:gd name="csY22" fmla="*/ 45381 h 90701"/>
                <a:gd name="csX23" fmla="*/ 9838 w 60370"/>
                <a:gd name="csY23" fmla="*/ 12356 h 90701"/>
                <a:gd name="csX24" fmla="*/ 36245 w 60370"/>
                <a:gd name="csY24" fmla="*/ 0 h 90701"/>
                <a:gd name="csX25" fmla="*/ 45204 w 60370"/>
                <a:gd name="csY25" fmla="*/ 879 h 90701"/>
                <a:gd name="csX26" fmla="*/ 54691 w 60370"/>
                <a:gd name="csY26" fmla="*/ 3514 h 9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370" h="90701">
                  <a:moveTo>
                    <a:pt x="31211" y="40579"/>
                  </a:moveTo>
                  <a:cubicBezTo>
                    <a:pt x="25901" y="40579"/>
                    <a:pt x="21685" y="42394"/>
                    <a:pt x="18563" y="46024"/>
                  </a:cubicBezTo>
                  <a:cubicBezTo>
                    <a:pt x="15478" y="49655"/>
                    <a:pt x="13936" y="54632"/>
                    <a:pt x="13936" y="60955"/>
                  </a:cubicBezTo>
                  <a:cubicBezTo>
                    <a:pt x="13936" y="67240"/>
                    <a:pt x="15478" y="72218"/>
                    <a:pt x="18563" y="75887"/>
                  </a:cubicBezTo>
                  <a:cubicBezTo>
                    <a:pt x="21685" y="79517"/>
                    <a:pt x="25901" y="81332"/>
                    <a:pt x="31211" y="81332"/>
                  </a:cubicBezTo>
                  <a:cubicBezTo>
                    <a:pt x="36519" y="81332"/>
                    <a:pt x="40715" y="79517"/>
                    <a:pt x="43799" y="75887"/>
                  </a:cubicBezTo>
                  <a:cubicBezTo>
                    <a:pt x="46922" y="72218"/>
                    <a:pt x="48484" y="67240"/>
                    <a:pt x="48484" y="60955"/>
                  </a:cubicBezTo>
                  <a:cubicBezTo>
                    <a:pt x="48484" y="54632"/>
                    <a:pt x="46922" y="49655"/>
                    <a:pt x="43799" y="46024"/>
                  </a:cubicBezTo>
                  <a:cubicBezTo>
                    <a:pt x="40716" y="42394"/>
                    <a:pt x="36519" y="40579"/>
                    <a:pt x="31211" y="40579"/>
                  </a:cubicBezTo>
                  <a:moveTo>
                    <a:pt x="54691" y="3514"/>
                  </a:moveTo>
                  <a:lnTo>
                    <a:pt x="54691" y="14288"/>
                  </a:lnTo>
                  <a:cubicBezTo>
                    <a:pt x="51724" y="12883"/>
                    <a:pt x="48718" y="11809"/>
                    <a:pt x="45672" y="11068"/>
                  </a:cubicBezTo>
                  <a:cubicBezTo>
                    <a:pt x="42667" y="10326"/>
                    <a:pt x="39681" y="9955"/>
                    <a:pt x="36713" y="9955"/>
                  </a:cubicBezTo>
                  <a:cubicBezTo>
                    <a:pt x="28907" y="9955"/>
                    <a:pt x="22935" y="12590"/>
                    <a:pt x="18797" y="17860"/>
                  </a:cubicBezTo>
                  <a:cubicBezTo>
                    <a:pt x="14698" y="23129"/>
                    <a:pt x="12355" y="31093"/>
                    <a:pt x="11770" y="41749"/>
                  </a:cubicBezTo>
                  <a:cubicBezTo>
                    <a:pt x="14074" y="38354"/>
                    <a:pt x="16962" y="35758"/>
                    <a:pt x="20436" y="33963"/>
                  </a:cubicBezTo>
                  <a:cubicBezTo>
                    <a:pt x="23910" y="32128"/>
                    <a:pt x="27736" y="31211"/>
                    <a:pt x="31913" y="31211"/>
                  </a:cubicBezTo>
                  <a:cubicBezTo>
                    <a:pt x="40696" y="31211"/>
                    <a:pt x="47624" y="33884"/>
                    <a:pt x="52699" y="39231"/>
                  </a:cubicBezTo>
                  <a:cubicBezTo>
                    <a:pt x="57813" y="44541"/>
                    <a:pt x="60370" y="51782"/>
                    <a:pt x="60370" y="60955"/>
                  </a:cubicBezTo>
                  <a:cubicBezTo>
                    <a:pt x="60370" y="69934"/>
                    <a:pt x="57716" y="77136"/>
                    <a:pt x="52407" y="82562"/>
                  </a:cubicBezTo>
                  <a:cubicBezTo>
                    <a:pt x="47098" y="87989"/>
                    <a:pt x="40033" y="90702"/>
                    <a:pt x="31211" y="90702"/>
                  </a:cubicBezTo>
                  <a:cubicBezTo>
                    <a:pt x="21100" y="90702"/>
                    <a:pt x="13371" y="86837"/>
                    <a:pt x="8022" y="79108"/>
                  </a:cubicBezTo>
                  <a:cubicBezTo>
                    <a:pt x="2674" y="71340"/>
                    <a:pt x="0" y="60097"/>
                    <a:pt x="0" y="45381"/>
                  </a:cubicBezTo>
                  <a:cubicBezTo>
                    <a:pt x="0" y="31562"/>
                    <a:pt x="3279" y="20554"/>
                    <a:pt x="9838" y="12356"/>
                  </a:cubicBezTo>
                  <a:cubicBezTo>
                    <a:pt x="16395" y="4119"/>
                    <a:pt x="25198" y="0"/>
                    <a:pt x="36245" y="0"/>
                  </a:cubicBezTo>
                  <a:cubicBezTo>
                    <a:pt x="39212" y="0"/>
                    <a:pt x="42199" y="293"/>
                    <a:pt x="45204" y="879"/>
                  </a:cubicBezTo>
                  <a:cubicBezTo>
                    <a:pt x="48249" y="1465"/>
                    <a:pt x="51411" y="2343"/>
                    <a:pt x="54691" y="3514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7BDE6CA7-654A-1565-33FD-6A2C53E73982}"/>
                </a:ext>
              </a:extLst>
            </p:cNvPr>
            <p:cNvSpPr/>
            <p:nvPr/>
          </p:nvSpPr>
          <p:spPr>
            <a:xfrm>
              <a:off x="1215338" y="3810126"/>
              <a:ext cx="89719" cy="63989"/>
            </a:xfrm>
            <a:custGeom>
              <a:avLst/>
              <a:gdLst>
                <a:gd name="csX0" fmla="*/ 5282 w 89719"/>
                <a:gd name="csY0" fmla="*/ 0 h 63989"/>
                <a:gd name="csX1" fmla="*/ 8464 w 89719"/>
                <a:gd name="csY1" fmla="*/ 610 h 63989"/>
                <a:gd name="csX2" fmla="*/ 61416 w 89719"/>
                <a:gd name="csY2" fmla="*/ 13882 h 63989"/>
                <a:gd name="csX3" fmla="*/ 81459 w 89719"/>
                <a:gd name="csY3" fmla="*/ 26273 h 63989"/>
                <a:gd name="csX4" fmla="*/ 89720 w 89719"/>
                <a:gd name="csY4" fmla="*/ 46384 h 63989"/>
                <a:gd name="csX5" fmla="*/ 86266 w 89719"/>
                <a:gd name="csY5" fmla="*/ 56947 h 63989"/>
                <a:gd name="csX6" fmla="*/ 77667 w 89719"/>
                <a:gd name="csY6" fmla="*/ 61077 h 63989"/>
                <a:gd name="csX7" fmla="*/ 70828 w 89719"/>
                <a:gd name="csY7" fmla="*/ 58640 h 63989"/>
                <a:gd name="csX8" fmla="*/ 68661 w 89719"/>
                <a:gd name="csY8" fmla="*/ 53290 h 63989"/>
                <a:gd name="csX9" fmla="*/ 68932 w 89719"/>
                <a:gd name="csY9" fmla="*/ 51327 h 63989"/>
                <a:gd name="csX10" fmla="*/ 70354 w 89719"/>
                <a:gd name="csY10" fmla="*/ 49228 h 63989"/>
                <a:gd name="csX11" fmla="*/ 73468 w 89719"/>
                <a:gd name="csY11" fmla="*/ 48144 h 63989"/>
                <a:gd name="csX12" fmla="*/ 79156 w 89719"/>
                <a:gd name="csY12" fmla="*/ 50921 h 63989"/>
                <a:gd name="csX13" fmla="*/ 80578 w 89719"/>
                <a:gd name="csY13" fmla="*/ 53562 h 63989"/>
                <a:gd name="csX14" fmla="*/ 80849 w 89719"/>
                <a:gd name="csY14" fmla="*/ 56879 h 63989"/>
                <a:gd name="csX15" fmla="*/ 84032 w 89719"/>
                <a:gd name="csY15" fmla="*/ 54577 h 63989"/>
                <a:gd name="csX16" fmla="*/ 85792 w 89719"/>
                <a:gd name="csY16" fmla="*/ 51395 h 63989"/>
                <a:gd name="csX17" fmla="*/ 86469 w 89719"/>
                <a:gd name="csY17" fmla="*/ 48618 h 63989"/>
                <a:gd name="csX18" fmla="*/ 86673 w 89719"/>
                <a:gd name="csY18" fmla="*/ 46384 h 63989"/>
                <a:gd name="csX19" fmla="*/ 77938 w 89719"/>
                <a:gd name="csY19" fmla="*/ 31081 h 63989"/>
                <a:gd name="csX20" fmla="*/ 72656 w 89719"/>
                <a:gd name="csY20" fmla="*/ 27695 h 63989"/>
                <a:gd name="csX21" fmla="*/ 66900 w 89719"/>
                <a:gd name="csY21" fmla="*/ 25122 h 63989"/>
                <a:gd name="csX22" fmla="*/ 62093 w 89719"/>
                <a:gd name="csY22" fmla="*/ 23564 h 63989"/>
                <a:gd name="csX23" fmla="*/ 56540 w 89719"/>
                <a:gd name="csY23" fmla="*/ 22075 h 63989"/>
                <a:gd name="csX24" fmla="*/ 62838 w 89719"/>
                <a:gd name="csY24" fmla="*/ 36092 h 63989"/>
                <a:gd name="csX25" fmla="*/ 61957 w 89719"/>
                <a:gd name="csY25" fmla="*/ 42254 h 63989"/>
                <a:gd name="csX26" fmla="*/ 59249 w 89719"/>
                <a:gd name="csY26" fmla="*/ 47602 h 63989"/>
                <a:gd name="csX27" fmla="*/ 54035 w 89719"/>
                <a:gd name="csY27" fmla="*/ 51597 h 63989"/>
                <a:gd name="csX28" fmla="*/ 46316 w 89719"/>
                <a:gd name="csY28" fmla="*/ 53020 h 63989"/>
                <a:gd name="csX29" fmla="*/ 35278 w 89719"/>
                <a:gd name="csY29" fmla="*/ 51191 h 63989"/>
                <a:gd name="csX30" fmla="*/ 17199 w 89719"/>
                <a:gd name="csY30" fmla="*/ 44961 h 63989"/>
                <a:gd name="csX31" fmla="*/ 7449 w 89719"/>
                <a:gd name="csY31" fmla="*/ 42592 h 63989"/>
                <a:gd name="csX32" fmla="*/ 4943 w 89719"/>
                <a:gd name="csY32" fmla="*/ 42930 h 63989"/>
                <a:gd name="csX33" fmla="*/ 3589 w 89719"/>
                <a:gd name="csY33" fmla="*/ 43947 h 63989"/>
                <a:gd name="csX34" fmla="*/ 3115 w 89719"/>
                <a:gd name="csY34" fmla="*/ 45029 h 63989"/>
                <a:gd name="csX35" fmla="*/ 3047 w 89719"/>
                <a:gd name="csY35" fmla="*/ 46045 h 63989"/>
                <a:gd name="csX36" fmla="*/ 7110 w 89719"/>
                <a:gd name="csY36" fmla="*/ 53764 h 63989"/>
                <a:gd name="csX37" fmla="*/ 20246 w 89719"/>
                <a:gd name="csY37" fmla="*/ 60062 h 63989"/>
                <a:gd name="csX38" fmla="*/ 22345 w 89719"/>
                <a:gd name="csY38" fmla="*/ 60942 h 63989"/>
                <a:gd name="csX39" fmla="*/ 22752 w 89719"/>
                <a:gd name="csY39" fmla="*/ 62297 h 63989"/>
                <a:gd name="csX40" fmla="*/ 21330 w 89719"/>
                <a:gd name="csY40" fmla="*/ 63989 h 63989"/>
                <a:gd name="csX41" fmla="*/ 18689 w 89719"/>
                <a:gd name="csY41" fmla="*/ 63379 h 63989"/>
                <a:gd name="csX42" fmla="*/ 13340 w 89719"/>
                <a:gd name="csY42" fmla="*/ 61349 h 63989"/>
                <a:gd name="csX43" fmla="*/ 7178 w 89719"/>
                <a:gd name="csY43" fmla="*/ 57827 h 63989"/>
                <a:gd name="csX44" fmla="*/ 2099 w 89719"/>
                <a:gd name="csY44" fmla="*/ 52614 h 63989"/>
                <a:gd name="csX45" fmla="*/ 0 w 89719"/>
                <a:gd name="csY45" fmla="*/ 45639 h 63989"/>
                <a:gd name="csX46" fmla="*/ 3318 w 89719"/>
                <a:gd name="csY46" fmla="*/ 37446 h 63989"/>
                <a:gd name="csX47" fmla="*/ 11376 w 89719"/>
                <a:gd name="csY47" fmla="*/ 34263 h 63989"/>
                <a:gd name="csX48" fmla="*/ 15100 w 89719"/>
                <a:gd name="csY48" fmla="*/ 34805 h 63989"/>
                <a:gd name="csX49" fmla="*/ 21330 w 89719"/>
                <a:gd name="csY49" fmla="*/ 37039 h 63989"/>
                <a:gd name="csX50" fmla="*/ 48550 w 89719"/>
                <a:gd name="csY50" fmla="*/ 44149 h 63989"/>
                <a:gd name="csX51" fmla="*/ 52545 w 89719"/>
                <a:gd name="csY51" fmla="*/ 43811 h 63989"/>
                <a:gd name="csX52" fmla="*/ 56066 w 89719"/>
                <a:gd name="csY52" fmla="*/ 42524 h 63989"/>
                <a:gd name="csX53" fmla="*/ 58775 w 89719"/>
                <a:gd name="csY53" fmla="*/ 39883 h 63989"/>
                <a:gd name="csX54" fmla="*/ 59723 w 89719"/>
                <a:gd name="csY54" fmla="*/ 35550 h 63989"/>
                <a:gd name="csX55" fmla="*/ 58233 w 89719"/>
                <a:gd name="csY55" fmla="*/ 29388 h 63989"/>
                <a:gd name="csX56" fmla="*/ 54577 w 89719"/>
                <a:gd name="csY56" fmla="*/ 24444 h 63989"/>
                <a:gd name="csX57" fmla="*/ 50717 w 89719"/>
                <a:gd name="csY57" fmla="*/ 21329 h 63989"/>
                <a:gd name="csX58" fmla="*/ 47941 w 89719"/>
                <a:gd name="csY58" fmla="*/ 19841 h 63989"/>
                <a:gd name="csX59" fmla="*/ 23022 w 89719"/>
                <a:gd name="csY59" fmla="*/ 13611 h 63989"/>
                <a:gd name="csX60" fmla="*/ 11917 w 89719"/>
                <a:gd name="csY60" fmla="*/ 10834 h 63989"/>
                <a:gd name="csX61" fmla="*/ 4401 w 89719"/>
                <a:gd name="csY61" fmla="*/ 8939 h 63989"/>
                <a:gd name="csX62" fmla="*/ 2235 w 89719"/>
                <a:gd name="csY62" fmla="*/ 6704 h 63989"/>
                <a:gd name="csX63" fmla="*/ 1490 w 89719"/>
                <a:gd name="csY63" fmla="*/ 4063 h 63989"/>
                <a:gd name="csX64" fmla="*/ 2505 w 89719"/>
                <a:gd name="csY64" fmla="*/ 1220 h 63989"/>
                <a:gd name="csX65" fmla="*/ 5282 w 89719"/>
                <a:gd name="csY65" fmla="*/ 0 h 63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89719" h="63989">
                  <a:moveTo>
                    <a:pt x="5282" y="0"/>
                  </a:moveTo>
                  <a:cubicBezTo>
                    <a:pt x="5914" y="0"/>
                    <a:pt x="6974" y="203"/>
                    <a:pt x="8464" y="610"/>
                  </a:cubicBezTo>
                  <a:lnTo>
                    <a:pt x="61416" y="13882"/>
                  </a:lnTo>
                  <a:cubicBezTo>
                    <a:pt x="69270" y="15823"/>
                    <a:pt x="75951" y="19953"/>
                    <a:pt x="81459" y="26273"/>
                  </a:cubicBezTo>
                  <a:cubicBezTo>
                    <a:pt x="86966" y="32548"/>
                    <a:pt x="89720" y="39252"/>
                    <a:pt x="89720" y="46384"/>
                  </a:cubicBezTo>
                  <a:cubicBezTo>
                    <a:pt x="89720" y="50672"/>
                    <a:pt x="88568" y="54193"/>
                    <a:pt x="86266" y="56947"/>
                  </a:cubicBezTo>
                  <a:cubicBezTo>
                    <a:pt x="84009" y="59700"/>
                    <a:pt x="81143" y="61077"/>
                    <a:pt x="77667" y="61077"/>
                  </a:cubicBezTo>
                  <a:cubicBezTo>
                    <a:pt x="74597" y="61077"/>
                    <a:pt x="72317" y="60265"/>
                    <a:pt x="70828" y="58640"/>
                  </a:cubicBezTo>
                  <a:cubicBezTo>
                    <a:pt x="69383" y="57015"/>
                    <a:pt x="68661" y="55232"/>
                    <a:pt x="68661" y="53290"/>
                  </a:cubicBezTo>
                  <a:cubicBezTo>
                    <a:pt x="68661" y="52658"/>
                    <a:pt x="68751" y="52004"/>
                    <a:pt x="68932" y="51327"/>
                  </a:cubicBezTo>
                  <a:cubicBezTo>
                    <a:pt x="69112" y="50650"/>
                    <a:pt x="69586" y="49950"/>
                    <a:pt x="70354" y="49228"/>
                  </a:cubicBezTo>
                  <a:cubicBezTo>
                    <a:pt x="71121" y="48506"/>
                    <a:pt x="72159" y="48144"/>
                    <a:pt x="73468" y="48144"/>
                  </a:cubicBezTo>
                  <a:cubicBezTo>
                    <a:pt x="75590" y="48144"/>
                    <a:pt x="77486" y="49070"/>
                    <a:pt x="79156" y="50921"/>
                  </a:cubicBezTo>
                  <a:cubicBezTo>
                    <a:pt x="79924" y="51824"/>
                    <a:pt x="80398" y="52704"/>
                    <a:pt x="80578" y="53562"/>
                  </a:cubicBezTo>
                  <a:cubicBezTo>
                    <a:pt x="80759" y="54374"/>
                    <a:pt x="80849" y="55480"/>
                    <a:pt x="80849" y="56879"/>
                  </a:cubicBezTo>
                  <a:cubicBezTo>
                    <a:pt x="82113" y="56338"/>
                    <a:pt x="83174" y="55570"/>
                    <a:pt x="84032" y="54577"/>
                  </a:cubicBezTo>
                  <a:cubicBezTo>
                    <a:pt x="84889" y="53584"/>
                    <a:pt x="85476" y="52524"/>
                    <a:pt x="85792" y="51395"/>
                  </a:cubicBezTo>
                  <a:cubicBezTo>
                    <a:pt x="86153" y="50266"/>
                    <a:pt x="86379" y="49340"/>
                    <a:pt x="86469" y="48618"/>
                  </a:cubicBezTo>
                  <a:cubicBezTo>
                    <a:pt x="86605" y="47851"/>
                    <a:pt x="86673" y="47106"/>
                    <a:pt x="86673" y="46384"/>
                  </a:cubicBezTo>
                  <a:cubicBezTo>
                    <a:pt x="86673" y="40606"/>
                    <a:pt x="83761" y="35505"/>
                    <a:pt x="77938" y="31081"/>
                  </a:cubicBezTo>
                  <a:cubicBezTo>
                    <a:pt x="76177" y="29772"/>
                    <a:pt x="74416" y="28643"/>
                    <a:pt x="72656" y="27695"/>
                  </a:cubicBezTo>
                  <a:cubicBezTo>
                    <a:pt x="70941" y="26702"/>
                    <a:pt x="69022" y="25844"/>
                    <a:pt x="66900" y="25122"/>
                  </a:cubicBezTo>
                  <a:cubicBezTo>
                    <a:pt x="64824" y="24400"/>
                    <a:pt x="63221" y="23880"/>
                    <a:pt x="62093" y="23564"/>
                  </a:cubicBezTo>
                  <a:cubicBezTo>
                    <a:pt x="60964" y="23204"/>
                    <a:pt x="59113" y="22707"/>
                    <a:pt x="56540" y="22075"/>
                  </a:cubicBezTo>
                  <a:cubicBezTo>
                    <a:pt x="60738" y="26273"/>
                    <a:pt x="62838" y="30945"/>
                    <a:pt x="62838" y="36092"/>
                  </a:cubicBezTo>
                  <a:cubicBezTo>
                    <a:pt x="62838" y="38258"/>
                    <a:pt x="62544" y="40312"/>
                    <a:pt x="61957" y="42254"/>
                  </a:cubicBezTo>
                  <a:cubicBezTo>
                    <a:pt x="61370" y="44149"/>
                    <a:pt x="60468" y="45932"/>
                    <a:pt x="59249" y="47602"/>
                  </a:cubicBezTo>
                  <a:cubicBezTo>
                    <a:pt x="57985" y="49273"/>
                    <a:pt x="56247" y="50605"/>
                    <a:pt x="54035" y="51597"/>
                  </a:cubicBezTo>
                  <a:cubicBezTo>
                    <a:pt x="51823" y="52546"/>
                    <a:pt x="49250" y="53020"/>
                    <a:pt x="46316" y="53020"/>
                  </a:cubicBezTo>
                  <a:cubicBezTo>
                    <a:pt x="43201" y="53020"/>
                    <a:pt x="39522" y="52410"/>
                    <a:pt x="35278" y="51191"/>
                  </a:cubicBezTo>
                  <a:cubicBezTo>
                    <a:pt x="31035" y="49972"/>
                    <a:pt x="25009" y="47896"/>
                    <a:pt x="17199" y="44961"/>
                  </a:cubicBezTo>
                  <a:cubicBezTo>
                    <a:pt x="12820" y="43382"/>
                    <a:pt x="9570" y="42592"/>
                    <a:pt x="7449" y="42592"/>
                  </a:cubicBezTo>
                  <a:cubicBezTo>
                    <a:pt x="6410" y="42592"/>
                    <a:pt x="5575" y="42705"/>
                    <a:pt x="4943" y="42930"/>
                  </a:cubicBezTo>
                  <a:cubicBezTo>
                    <a:pt x="4266" y="43156"/>
                    <a:pt x="3814" y="43495"/>
                    <a:pt x="3589" y="43947"/>
                  </a:cubicBezTo>
                  <a:cubicBezTo>
                    <a:pt x="3318" y="44398"/>
                    <a:pt x="3160" y="44758"/>
                    <a:pt x="3115" y="45029"/>
                  </a:cubicBezTo>
                  <a:cubicBezTo>
                    <a:pt x="3070" y="45255"/>
                    <a:pt x="3047" y="45593"/>
                    <a:pt x="3047" y="46045"/>
                  </a:cubicBezTo>
                  <a:cubicBezTo>
                    <a:pt x="3047" y="48709"/>
                    <a:pt x="4401" y="51282"/>
                    <a:pt x="7110" y="53764"/>
                  </a:cubicBezTo>
                  <a:cubicBezTo>
                    <a:pt x="9818" y="56247"/>
                    <a:pt x="14197" y="58347"/>
                    <a:pt x="20246" y="60062"/>
                  </a:cubicBezTo>
                  <a:cubicBezTo>
                    <a:pt x="21375" y="60423"/>
                    <a:pt x="22074" y="60716"/>
                    <a:pt x="22345" y="60942"/>
                  </a:cubicBezTo>
                  <a:cubicBezTo>
                    <a:pt x="22616" y="61168"/>
                    <a:pt x="22752" y="61619"/>
                    <a:pt x="22752" y="62297"/>
                  </a:cubicBezTo>
                  <a:cubicBezTo>
                    <a:pt x="22706" y="63425"/>
                    <a:pt x="22232" y="63989"/>
                    <a:pt x="21330" y="63989"/>
                  </a:cubicBezTo>
                  <a:cubicBezTo>
                    <a:pt x="20968" y="63989"/>
                    <a:pt x="20088" y="63786"/>
                    <a:pt x="18689" y="63379"/>
                  </a:cubicBezTo>
                  <a:cubicBezTo>
                    <a:pt x="17244" y="62974"/>
                    <a:pt x="15461" y="62297"/>
                    <a:pt x="13340" y="61349"/>
                  </a:cubicBezTo>
                  <a:cubicBezTo>
                    <a:pt x="11173" y="60355"/>
                    <a:pt x="9119" y="59181"/>
                    <a:pt x="7178" y="57827"/>
                  </a:cubicBezTo>
                  <a:cubicBezTo>
                    <a:pt x="5191" y="56473"/>
                    <a:pt x="3499" y="54735"/>
                    <a:pt x="2099" y="52614"/>
                  </a:cubicBezTo>
                  <a:cubicBezTo>
                    <a:pt x="700" y="50446"/>
                    <a:pt x="0" y="48122"/>
                    <a:pt x="0" y="45639"/>
                  </a:cubicBezTo>
                  <a:cubicBezTo>
                    <a:pt x="0" y="42253"/>
                    <a:pt x="1106" y="39522"/>
                    <a:pt x="3318" y="37446"/>
                  </a:cubicBezTo>
                  <a:cubicBezTo>
                    <a:pt x="5485" y="35324"/>
                    <a:pt x="8171" y="34263"/>
                    <a:pt x="11376" y="34263"/>
                  </a:cubicBezTo>
                  <a:cubicBezTo>
                    <a:pt x="12685" y="34263"/>
                    <a:pt x="13926" y="34444"/>
                    <a:pt x="15100" y="34805"/>
                  </a:cubicBezTo>
                  <a:cubicBezTo>
                    <a:pt x="16229" y="35121"/>
                    <a:pt x="18305" y="35865"/>
                    <a:pt x="21330" y="37039"/>
                  </a:cubicBezTo>
                  <a:cubicBezTo>
                    <a:pt x="33518" y="41779"/>
                    <a:pt x="42591" y="44149"/>
                    <a:pt x="48550" y="44149"/>
                  </a:cubicBezTo>
                  <a:cubicBezTo>
                    <a:pt x="49995" y="44149"/>
                    <a:pt x="51326" y="44036"/>
                    <a:pt x="52545" y="43811"/>
                  </a:cubicBezTo>
                  <a:cubicBezTo>
                    <a:pt x="53719" y="43540"/>
                    <a:pt x="54893" y="43111"/>
                    <a:pt x="56066" y="42524"/>
                  </a:cubicBezTo>
                  <a:cubicBezTo>
                    <a:pt x="57195" y="41937"/>
                    <a:pt x="58098" y="41057"/>
                    <a:pt x="58775" y="39883"/>
                  </a:cubicBezTo>
                  <a:cubicBezTo>
                    <a:pt x="59407" y="38664"/>
                    <a:pt x="59723" y="37220"/>
                    <a:pt x="59723" y="35550"/>
                  </a:cubicBezTo>
                  <a:cubicBezTo>
                    <a:pt x="59723" y="33428"/>
                    <a:pt x="59226" y="31374"/>
                    <a:pt x="58233" y="29388"/>
                  </a:cubicBezTo>
                  <a:cubicBezTo>
                    <a:pt x="57195" y="27356"/>
                    <a:pt x="55976" y="25709"/>
                    <a:pt x="54577" y="24444"/>
                  </a:cubicBezTo>
                  <a:cubicBezTo>
                    <a:pt x="53177" y="23136"/>
                    <a:pt x="51891" y="22097"/>
                    <a:pt x="50717" y="21329"/>
                  </a:cubicBezTo>
                  <a:cubicBezTo>
                    <a:pt x="49498" y="20517"/>
                    <a:pt x="48573" y="20021"/>
                    <a:pt x="47941" y="19841"/>
                  </a:cubicBezTo>
                  <a:lnTo>
                    <a:pt x="23022" y="13611"/>
                  </a:lnTo>
                  <a:lnTo>
                    <a:pt x="11917" y="10834"/>
                  </a:lnTo>
                  <a:cubicBezTo>
                    <a:pt x="7900" y="9976"/>
                    <a:pt x="5394" y="9344"/>
                    <a:pt x="4401" y="8939"/>
                  </a:cubicBezTo>
                  <a:cubicBezTo>
                    <a:pt x="3453" y="8397"/>
                    <a:pt x="2731" y="7652"/>
                    <a:pt x="2235" y="6704"/>
                  </a:cubicBezTo>
                  <a:cubicBezTo>
                    <a:pt x="1738" y="5756"/>
                    <a:pt x="1490" y="4876"/>
                    <a:pt x="1490" y="4063"/>
                  </a:cubicBezTo>
                  <a:cubicBezTo>
                    <a:pt x="1490" y="2935"/>
                    <a:pt x="1828" y="1987"/>
                    <a:pt x="2505" y="1220"/>
                  </a:cubicBezTo>
                  <a:cubicBezTo>
                    <a:pt x="3183" y="407"/>
                    <a:pt x="4108" y="0"/>
                    <a:pt x="5282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413" name="Group 412">
            <a:extLst>
              <a:ext uri="{FF2B5EF4-FFF2-40B4-BE49-F238E27FC236}">
                <a16:creationId xmlns:a16="http://schemas.microsoft.com/office/drawing/2014/main" id="{7E00C73A-BA53-7F2D-28CC-2286531A4908}"/>
              </a:ext>
            </a:extLst>
          </p:cNvPr>
          <p:cNvGrpSpPr/>
          <p:nvPr/>
        </p:nvGrpSpPr>
        <p:grpSpPr>
          <a:xfrm>
            <a:off x="2171267" y="2913922"/>
            <a:ext cx="1810708" cy="1853118"/>
            <a:chOff x="2171267" y="2913922"/>
            <a:chExt cx="1810708" cy="1853118"/>
          </a:xfrm>
        </p:grpSpPr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8EF973E1-034D-7317-2E18-8DC27177A031}"/>
                </a:ext>
              </a:extLst>
            </p:cNvPr>
            <p:cNvSpPr/>
            <p:nvPr/>
          </p:nvSpPr>
          <p:spPr>
            <a:xfrm>
              <a:off x="2171267" y="3541170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EFFA2FD-FF45-6141-672C-2A1EACF555B5}"/>
                </a:ext>
              </a:extLst>
            </p:cNvPr>
            <p:cNvSpPr/>
            <p:nvPr/>
          </p:nvSpPr>
          <p:spPr>
            <a:xfrm>
              <a:off x="2216627" y="425775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C6D9F098-4F07-86BC-62B4-B8669CBF8A68}"/>
                </a:ext>
              </a:extLst>
            </p:cNvPr>
            <p:cNvSpPr/>
            <p:nvPr/>
          </p:nvSpPr>
          <p:spPr>
            <a:xfrm>
              <a:off x="2261989" y="408146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4840B584-A6E1-28DA-E76C-CCBBE080FE0B}"/>
                </a:ext>
              </a:extLst>
            </p:cNvPr>
            <p:cNvSpPr/>
            <p:nvPr/>
          </p:nvSpPr>
          <p:spPr>
            <a:xfrm>
              <a:off x="2307349" y="444403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6D09252-DB85-F3A9-C2B3-05002DAC1EB1}"/>
                </a:ext>
              </a:extLst>
            </p:cNvPr>
            <p:cNvSpPr/>
            <p:nvPr/>
          </p:nvSpPr>
          <p:spPr>
            <a:xfrm>
              <a:off x="2352711" y="412807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6E3F7630-E336-7DE1-F7EB-4BCA9C2582C1}"/>
                </a:ext>
              </a:extLst>
            </p:cNvPr>
            <p:cNvSpPr/>
            <p:nvPr/>
          </p:nvSpPr>
          <p:spPr>
            <a:xfrm>
              <a:off x="2398071" y="373832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71EC493A-E173-A290-A802-D5F129EF3F69}"/>
                </a:ext>
              </a:extLst>
            </p:cNvPr>
            <p:cNvSpPr/>
            <p:nvPr/>
          </p:nvSpPr>
          <p:spPr>
            <a:xfrm>
              <a:off x="2443433" y="3841501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40474FA-3C3E-7382-EADE-EC06C0FABD57}"/>
                </a:ext>
              </a:extLst>
            </p:cNvPr>
            <p:cNvSpPr/>
            <p:nvPr/>
          </p:nvSpPr>
          <p:spPr>
            <a:xfrm>
              <a:off x="2488793" y="349981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B2E0CD5A-F781-25A8-D026-7BD1C80CD3DE}"/>
                </a:ext>
              </a:extLst>
            </p:cNvPr>
            <p:cNvSpPr/>
            <p:nvPr/>
          </p:nvSpPr>
          <p:spPr>
            <a:xfrm>
              <a:off x="2534153" y="3782188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6D9C1F75-ED05-AF8B-37E0-45BE1ABC8E3C}"/>
                </a:ext>
              </a:extLst>
            </p:cNvPr>
            <p:cNvSpPr/>
            <p:nvPr/>
          </p:nvSpPr>
          <p:spPr>
            <a:xfrm>
              <a:off x="2579515" y="346909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F308786D-1F03-5A6B-FF6F-0F7CA8212148}"/>
                </a:ext>
              </a:extLst>
            </p:cNvPr>
            <p:cNvSpPr/>
            <p:nvPr/>
          </p:nvSpPr>
          <p:spPr>
            <a:xfrm>
              <a:off x="2624882" y="326981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362EE43-9C42-958D-B8A2-3000CD31845A}"/>
                </a:ext>
              </a:extLst>
            </p:cNvPr>
            <p:cNvSpPr/>
            <p:nvPr/>
          </p:nvSpPr>
          <p:spPr>
            <a:xfrm>
              <a:off x="2670241" y="314674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630FBA45-A6C3-2444-ABFA-3856CD337906}"/>
                </a:ext>
              </a:extLst>
            </p:cNvPr>
            <p:cNvSpPr/>
            <p:nvPr/>
          </p:nvSpPr>
          <p:spPr>
            <a:xfrm>
              <a:off x="2715600" y="291392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705E842A-DEE6-7ADB-F9CC-1D3DBF5427AC}"/>
                </a:ext>
              </a:extLst>
            </p:cNvPr>
            <p:cNvSpPr/>
            <p:nvPr/>
          </p:nvSpPr>
          <p:spPr>
            <a:xfrm>
              <a:off x="2760959" y="320831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18A6B5CF-9A19-7FBE-554C-A8AA22BEA18E}"/>
                </a:ext>
              </a:extLst>
            </p:cNvPr>
            <p:cNvSpPr/>
            <p:nvPr/>
          </p:nvSpPr>
          <p:spPr>
            <a:xfrm>
              <a:off x="2806318" y="341697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D1986353-4230-33BF-52B9-E631AAF3FC01}"/>
                </a:ext>
              </a:extLst>
            </p:cNvPr>
            <p:cNvSpPr/>
            <p:nvPr/>
          </p:nvSpPr>
          <p:spPr>
            <a:xfrm>
              <a:off x="2851676" y="321453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C9C10D5F-163B-E08C-EEED-682BF9066885}"/>
                </a:ext>
              </a:extLst>
            </p:cNvPr>
            <p:cNvSpPr/>
            <p:nvPr/>
          </p:nvSpPr>
          <p:spPr>
            <a:xfrm>
              <a:off x="2897035" y="303297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782E99AA-369E-D300-B54C-0CFF18F9B374}"/>
                </a:ext>
              </a:extLst>
            </p:cNvPr>
            <p:cNvSpPr/>
            <p:nvPr/>
          </p:nvSpPr>
          <p:spPr>
            <a:xfrm>
              <a:off x="2942409" y="354311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50227EFF-428A-914C-526A-81FB553022F9}"/>
                </a:ext>
              </a:extLst>
            </p:cNvPr>
            <p:cNvSpPr/>
            <p:nvPr/>
          </p:nvSpPr>
          <p:spPr>
            <a:xfrm>
              <a:off x="2987767" y="3534525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A26E6D18-4D4C-5B99-9FE3-E28A3BAFEDB5}"/>
                </a:ext>
              </a:extLst>
            </p:cNvPr>
            <p:cNvSpPr/>
            <p:nvPr/>
          </p:nvSpPr>
          <p:spPr>
            <a:xfrm>
              <a:off x="3033126" y="344981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F4AFC37B-02F6-1DFE-64CB-695BD0119065}"/>
                </a:ext>
              </a:extLst>
            </p:cNvPr>
            <p:cNvSpPr/>
            <p:nvPr/>
          </p:nvSpPr>
          <p:spPr>
            <a:xfrm>
              <a:off x="3078485" y="339572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A32226F6-4E74-79BC-B4BB-0D49519159E1}"/>
                </a:ext>
              </a:extLst>
            </p:cNvPr>
            <p:cNvSpPr/>
            <p:nvPr/>
          </p:nvSpPr>
          <p:spPr>
            <a:xfrm>
              <a:off x="3123844" y="342928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C99ACC37-149B-06A8-C687-C57E87E2C8D7}"/>
                </a:ext>
              </a:extLst>
            </p:cNvPr>
            <p:cNvSpPr/>
            <p:nvPr/>
          </p:nvSpPr>
          <p:spPr>
            <a:xfrm>
              <a:off x="3169203" y="3486280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43FAA742-12AD-FC5C-9C8B-B9E32DA234B0}"/>
                </a:ext>
              </a:extLst>
            </p:cNvPr>
            <p:cNvSpPr/>
            <p:nvPr/>
          </p:nvSpPr>
          <p:spPr>
            <a:xfrm>
              <a:off x="3214561" y="376588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AE78708C-0D67-6612-5ADA-731FCE56E387}"/>
                </a:ext>
              </a:extLst>
            </p:cNvPr>
            <p:cNvSpPr/>
            <p:nvPr/>
          </p:nvSpPr>
          <p:spPr>
            <a:xfrm>
              <a:off x="3259935" y="3785628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B43E180-9C37-9BCD-CA6C-261833D17F5B}"/>
                </a:ext>
              </a:extLst>
            </p:cNvPr>
            <p:cNvSpPr/>
            <p:nvPr/>
          </p:nvSpPr>
          <p:spPr>
            <a:xfrm>
              <a:off x="3305294" y="368239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6B9C208C-194E-5279-83CD-A55913D8B246}"/>
                </a:ext>
              </a:extLst>
            </p:cNvPr>
            <p:cNvSpPr/>
            <p:nvPr/>
          </p:nvSpPr>
          <p:spPr>
            <a:xfrm>
              <a:off x="3350652" y="363939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BE96D4B6-A3CF-947F-5CC0-126695166692}"/>
                </a:ext>
              </a:extLst>
            </p:cNvPr>
            <p:cNvSpPr/>
            <p:nvPr/>
          </p:nvSpPr>
          <p:spPr>
            <a:xfrm>
              <a:off x="3396011" y="366047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A6836FF6-C5BA-287B-BD35-EFB29B3CCFDE}"/>
                </a:ext>
              </a:extLst>
            </p:cNvPr>
            <p:cNvSpPr/>
            <p:nvPr/>
          </p:nvSpPr>
          <p:spPr>
            <a:xfrm>
              <a:off x="3441370" y="407404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77C65FAF-27AF-DFDC-2822-C325F03FEA19}"/>
                </a:ext>
              </a:extLst>
            </p:cNvPr>
            <p:cNvSpPr/>
            <p:nvPr/>
          </p:nvSpPr>
          <p:spPr>
            <a:xfrm>
              <a:off x="3486729" y="382325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65135C74-825E-C10B-2AC9-AF744E795CB7}"/>
                </a:ext>
              </a:extLst>
            </p:cNvPr>
            <p:cNvSpPr/>
            <p:nvPr/>
          </p:nvSpPr>
          <p:spPr>
            <a:xfrm>
              <a:off x="3532088" y="388166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9E472AA4-514F-85BD-2CCF-A9AD18657AB9}"/>
                </a:ext>
              </a:extLst>
            </p:cNvPr>
            <p:cNvSpPr/>
            <p:nvPr/>
          </p:nvSpPr>
          <p:spPr>
            <a:xfrm>
              <a:off x="3577461" y="401145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8A7B6108-AFEF-79DE-6F11-B378C68C6655}"/>
                </a:ext>
              </a:extLst>
            </p:cNvPr>
            <p:cNvSpPr/>
            <p:nvPr/>
          </p:nvSpPr>
          <p:spPr>
            <a:xfrm>
              <a:off x="3622820" y="386695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7156ECA6-B870-ACDD-C3D8-EE772901C974}"/>
                </a:ext>
              </a:extLst>
            </p:cNvPr>
            <p:cNvSpPr/>
            <p:nvPr/>
          </p:nvSpPr>
          <p:spPr>
            <a:xfrm>
              <a:off x="3668179" y="397569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7421728F-46AD-6127-0860-5CD257C51FA3}"/>
                </a:ext>
              </a:extLst>
            </p:cNvPr>
            <p:cNvSpPr/>
            <p:nvPr/>
          </p:nvSpPr>
          <p:spPr>
            <a:xfrm>
              <a:off x="3713537" y="42604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2" name="Oval 361">
              <a:extLst>
                <a:ext uri="{FF2B5EF4-FFF2-40B4-BE49-F238E27FC236}">
                  <a16:creationId xmlns:a16="http://schemas.microsoft.com/office/drawing/2014/main" id="{B416B998-3C1D-E37C-C76E-EE5C5370E440}"/>
                </a:ext>
              </a:extLst>
            </p:cNvPr>
            <p:cNvSpPr/>
            <p:nvPr/>
          </p:nvSpPr>
          <p:spPr>
            <a:xfrm>
              <a:off x="3758896" y="3804095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4D44C381-81A0-B811-A2F1-498D09AF748C}"/>
                </a:ext>
              </a:extLst>
            </p:cNvPr>
            <p:cNvSpPr/>
            <p:nvPr/>
          </p:nvSpPr>
          <p:spPr>
            <a:xfrm>
              <a:off x="3804255" y="37134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68B629A4-539F-5D84-E1E9-B3175D2BB388}"/>
                </a:ext>
              </a:extLst>
            </p:cNvPr>
            <p:cNvSpPr/>
            <p:nvPr/>
          </p:nvSpPr>
          <p:spPr>
            <a:xfrm>
              <a:off x="3849614" y="4725411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FEF35332-FD63-F013-A0B0-671CFBFD08DA}"/>
                </a:ext>
              </a:extLst>
            </p:cNvPr>
            <p:cNvSpPr/>
            <p:nvPr/>
          </p:nvSpPr>
          <p:spPr>
            <a:xfrm>
              <a:off x="3894987" y="38508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5167A287-851D-B83C-7132-0E49DD0A5F9D}"/>
                </a:ext>
              </a:extLst>
            </p:cNvPr>
            <p:cNvSpPr/>
            <p:nvPr/>
          </p:nvSpPr>
          <p:spPr>
            <a:xfrm>
              <a:off x="3940346" y="393587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sp>
        <p:nvSpPr>
          <p:cNvPr id="367" name="Freeform 366">
            <a:extLst>
              <a:ext uri="{FF2B5EF4-FFF2-40B4-BE49-F238E27FC236}">
                <a16:creationId xmlns:a16="http://schemas.microsoft.com/office/drawing/2014/main" id="{DEE6AB5D-FE0F-2158-3915-1D5E470A0A37}"/>
              </a:ext>
            </a:extLst>
          </p:cNvPr>
          <p:cNvSpPr/>
          <p:nvPr/>
        </p:nvSpPr>
        <p:spPr>
          <a:xfrm>
            <a:off x="1661359" y="3171601"/>
            <a:ext cx="2830520" cy="1348698"/>
          </a:xfrm>
          <a:custGeom>
            <a:avLst/>
            <a:gdLst>
              <a:gd name="csX0" fmla="*/ 0 w 2830520"/>
              <a:gd name="csY0" fmla="*/ 1276381 h 1348698"/>
              <a:gd name="csX1" fmla="*/ 28591 w 2830520"/>
              <a:gd name="csY1" fmla="*/ 1288451 h 1348698"/>
              <a:gd name="csX2" fmla="*/ 57183 w 2830520"/>
              <a:gd name="csY2" fmla="*/ 1300362 h 1348698"/>
              <a:gd name="csX3" fmla="*/ 85774 w 2830520"/>
              <a:gd name="csY3" fmla="*/ 1311810 h 1348698"/>
              <a:gd name="csX4" fmla="*/ 114364 w 2830520"/>
              <a:gd name="csY4" fmla="*/ 1322419 h 1348698"/>
              <a:gd name="csX5" fmla="*/ 142955 w 2830520"/>
              <a:gd name="csY5" fmla="*/ 1331829 h 1348698"/>
              <a:gd name="csX6" fmla="*/ 171547 w 2830520"/>
              <a:gd name="csY6" fmla="*/ 1339606 h 1348698"/>
              <a:gd name="csX7" fmla="*/ 200138 w 2830520"/>
              <a:gd name="csY7" fmla="*/ 1345330 h 1348698"/>
              <a:gd name="csX8" fmla="*/ 228730 w 2830520"/>
              <a:gd name="csY8" fmla="*/ 1348510 h 1348698"/>
              <a:gd name="csX9" fmla="*/ 257321 w 2830520"/>
              <a:gd name="csY9" fmla="*/ 1348698 h 1348698"/>
              <a:gd name="csX10" fmla="*/ 285911 w 2830520"/>
              <a:gd name="csY10" fmla="*/ 1345417 h 1348698"/>
              <a:gd name="csX11" fmla="*/ 314502 w 2830520"/>
              <a:gd name="csY11" fmla="*/ 1338233 h 1348698"/>
              <a:gd name="csX12" fmla="*/ 343094 w 2830520"/>
              <a:gd name="csY12" fmla="*/ 1326741 h 1348698"/>
              <a:gd name="csX13" fmla="*/ 371685 w 2830520"/>
              <a:gd name="csY13" fmla="*/ 1310552 h 1348698"/>
              <a:gd name="csX14" fmla="*/ 400276 w 2830520"/>
              <a:gd name="csY14" fmla="*/ 1289362 h 1348698"/>
              <a:gd name="csX15" fmla="*/ 428866 w 2830520"/>
              <a:gd name="csY15" fmla="*/ 1262953 h 1348698"/>
              <a:gd name="csX16" fmla="*/ 457458 w 2830520"/>
              <a:gd name="csY16" fmla="*/ 1231153 h 1348698"/>
              <a:gd name="csX17" fmla="*/ 486049 w 2830520"/>
              <a:gd name="csY17" fmla="*/ 1193888 h 1348698"/>
              <a:gd name="csX18" fmla="*/ 514640 w 2830520"/>
              <a:gd name="csY18" fmla="*/ 1151233 h 1348698"/>
              <a:gd name="csX19" fmla="*/ 543232 w 2830520"/>
              <a:gd name="csY19" fmla="*/ 1103301 h 1348698"/>
              <a:gd name="csX20" fmla="*/ 571822 w 2830520"/>
              <a:gd name="csY20" fmla="*/ 1050387 h 1348698"/>
              <a:gd name="csX21" fmla="*/ 600413 w 2830520"/>
              <a:gd name="csY21" fmla="*/ 992838 h 1348698"/>
              <a:gd name="csX22" fmla="*/ 629005 w 2830520"/>
              <a:gd name="csY22" fmla="*/ 931144 h 1348698"/>
              <a:gd name="csX23" fmla="*/ 657596 w 2830520"/>
              <a:gd name="csY23" fmla="*/ 865887 h 1348698"/>
              <a:gd name="csX24" fmla="*/ 686187 w 2830520"/>
              <a:gd name="csY24" fmla="*/ 797749 h 1348698"/>
              <a:gd name="csX25" fmla="*/ 714779 w 2830520"/>
              <a:gd name="csY25" fmla="*/ 727492 h 1348698"/>
              <a:gd name="csX26" fmla="*/ 743369 w 2830520"/>
              <a:gd name="csY26" fmla="*/ 655950 h 1348698"/>
              <a:gd name="csX27" fmla="*/ 771960 w 2830520"/>
              <a:gd name="csY27" fmla="*/ 584012 h 1348698"/>
              <a:gd name="csX28" fmla="*/ 800551 w 2830520"/>
              <a:gd name="csY28" fmla="*/ 512604 h 1348698"/>
              <a:gd name="csX29" fmla="*/ 829143 w 2830520"/>
              <a:gd name="csY29" fmla="*/ 442666 h 1348698"/>
              <a:gd name="csX30" fmla="*/ 857734 w 2830520"/>
              <a:gd name="csY30" fmla="*/ 375143 h 1348698"/>
              <a:gd name="csX31" fmla="*/ 886324 w 2830520"/>
              <a:gd name="csY31" fmla="*/ 310948 h 1348698"/>
              <a:gd name="csX32" fmla="*/ 914916 w 2830520"/>
              <a:gd name="csY32" fmla="*/ 250958 h 1348698"/>
              <a:gd name="csX33" fmla="*/ 943507 w 2830520"/>
              <a:gd name="csY33" fmla="*/ 195990 h 1348698"/>
              <a:gd name="csX34" fmla="*/ 972095 w 2830520"/>
              <a:gd name="csY34" fmla="*/ 146776 h 1348698"/>
              <a:gd name="csX35" fmla="*/ 1000687 w 2830520"/>
              <a:gd name="csY35" fmla="*/ 103957 h 1348698"/>
              <a:gd name="csX36" fmla="*/ 1029278 w 2830520"/>
              <a:gd name="csY36" fmla="*/ 68063 h 1348698"/>
              <a:gd name="csX37" fmla="*/ 1057870 w 2830520"/>
              <a:gd name="csY37" fmla="*/ 39505 h 1348698"/>
              <a:gd name="csX38" fmla="*/ 1086461 w 2830520"/>
              <a:gd name="csY38" fmla="*/ 18566 h 1348698"/>
              <a:gd name="csX39" fmla="*/ 1115052 w 2830520"/>
              <a:gd name="csY39" fmla="*/ 5392 h 1348698"/>
              <a:gd name="csX40" fmla="*/ 1143644 w 2830520"/>
              <a:gd name="csY40" fmla="*/ 0 h 1348698"/>
              <a:gd name="csX41" fmla="*/ 1172235 w 2830520"/>
              <a:gd name="csY41" fmla="*/ 2265 h 1348698"/>
              <a:gd name="csX42" fmla="*/ 1200827 w 2830520"/>
              <a:gd name="csY42" fmla="*/ 11940 h 1348698"/>
              <a:gd name="csX43" fmla="*/ 1229418 w 2830520"/>
              <a:gd name="csY43" fmla="*/ 28649 h 1348698"/>
              <a:gd name="csX44" fmla="*/ 1258009 w 2830520"/>
              <a:gd name="csY44" fmla="*/ 51908 h 1348698"/>
              <a:gd name="csX45" fmla="*/ 1286601 w 2830520"/>
              <a:gd name="csY45" fmla="*/ 81131 h 1348698"/>
              <a:gd name="csX46" fmla="*/ 1315192 w 2830520"/>
              <a:gd name="csY46" fmla="*/ 115648 h 1348698"/>
              <a:gd name="csX47" fmla="*/ 1343783 w 2830520"/>
              <a:gd name="csY47" fmla="*/ 154716 h 1348698"/>
              <a:gd name="csX48" fmla="*/ 1372375 w 2830520"/>
              <a:gd name="csY48" fmla="*/ 197539 h 1348698"/>
              <a:gd name="csX49" fmla="*/ 1400966 w 2830520"/>
              <a:gd name="csY49" fmla="*/ 243288 h 1348698"/>
              <a:gd name="csX50" fmla="*/ 1429558 w 2830520"/>
              <a:gd name="csY50" fmla="*/ 291112 h 1348698"/>
              <a:gd name="csX51" fmla="*/ 1458149 w 2830520"/>
              <a:gd name="csY51" fmla="*/ 340157 h 1348698"/>
              <a:gd name="csX52" fmla="*/ 1486740 w 2830520"/>
              <a:gd name="csY52" fmla="*/ 389587 h 1348698"/>
              <a:gd name="csX53" fmla="*/ 1515332 w 2830520"/>
              <a:gd name="csY53" fmla="*/ 438596 h 1348698"/>
              <a:gd name="csX54" fmla="*/ 1543923 w 2830520"/>
              <a:gd name="csY54" fmla="*/ 486416 h 1348698"/>
              <a:gd name="csX55" fmla="*/ 1572514 w 2830520"/>
              <a:gd name="csY55" fmla="*/ 532342 h 1348698"/>
              <a:gd name="csX56" fmla="*/ 1601106 w 2830520"/>
              <a:gd name="csY56" fmla="*/ 575736 h 1348698"/>
              <a:gd name="csX57" fmla="*/ 1629697 w 2830520"/>
              <a:gd name="csY57" fmla="*/ 616039 h 1348698"/>
              <a:gd name="csX58" fmla="*/ 1658289 w 2830520"/>
              <a:gd name="csY58" fmla="*/ 652777 h 1348698"/>
              <a:gd name="csX59" fmla="*/ 1686880 w 2830520"/>
              <a:gd name="csY59" fmla="*/ 685567 h 1348698"/>
              <a:gd name="csX60" fmla="*/ 1715471 w 2830520"/>
              <a:gd name="csY60" fmla="*/ 714128 h 1348698"/>
              <a:gd name="csX61" fmla="*/ 1744063 w 2830520"/>
              <a:gd name="csY61" fmla="*/ 738276 h 1348698"/>
              <a:gd name="csX62" fmla="*/ 1772654 w 2830520"/>
              <a:gd name="csY62" fmla="*/ 757932 h 1348698"/>
              <a:gd name="csX63" fmla="*/ 1801245 w 2830520"/>
              <a:gd name="csY63" fmla="*/ 773111 h 1348698"/>
              <a:gd name="csX64" fmla="*/ 1829837 w 2830520"/>
              <a:gd name="csY64" fmla="*/ 783932 h 1348698"/>
              <a:gd name="csX65" fmla="*/ 1858428 w 2830520"/>
              <a:gd name="csY65" fmla="*/ 790604 h 1348698"/>
              <a:gd name="csX66" fmla="*/ 1887020 w 2830520"/>
              <a:gd name="csY66" fmla="*/ 793423 h 1348698"/>
              <a:gd name="csX67" fmla="*/ 1915611 w 2830520"/>
              <a:gd name="csY67" fmla="*/ 792759 h 1348698"/>
              <a:gd name="csX68" fmla="*/ 1944202 w 2830520"/>
              <a:gd name="csY68" fmla="*/ 789057 h 1348698"/>
              <a:gd name="csX69" fmla="*/ 1972794 w 2830520"/>
              <a:gd name="csY69" fmla="*/ 782811 h 1348698"/>
              <a:gd name="csX70" fmla="*/ 2001385 w 2830520"/>
              <a:gd name="csY70" fmla="*/ 774559 h 1348698"/>
              <a:gd name="csX71" fmla="*/ 2029977 w 2830520"/>
              <a:gd name="csY71" fmla="*/ 764867 h 1348698"/>
              <a:gd name="csX72" fmla="*/ 2058553 w 2830520"/>
              <a:gd name="csY72" fmla="*/ 754314 h 1348698"/>
              <a:gd name="csX73" fmla="*/ 2087145 w 2830520"/>
              <a:gd name="csY73" fmla="*/ 743476 h 1348698"/>
              <a:gd name="csX74" fmla="*/ 2115736 w 2830520"/>
              <a:gd name="csY74" fmla="*/ 732914 h 1348698"/>
              <a:gd name="csX75" fmla="*/ 2144328 w 2830520"/>
              <a:gd name="csY75" fmla="*/ 723152 h 1348698"/>
              <a:gd name="csX76" fmla="*/ 2172919 w 2830520"/>
              <a:gd name="csY76" fmla="*/ 714676 h 1348698"/>
              <a:gd name="csX77" fmla="*/ 2201510 w 2830520"/>
              <a:gd name="csY77" fmla="*/ 707909 h 1348698"/>
              <a:gd name="csX78" fmla="*/ 2230102 w 2830520"/>
              <a:gd name="csY78" fmla="*/ 703211 h 1348698"/>
              <a:gd name="csX79" fmla="*/ 2258693 w 2830520"/>
              <a:gd name="csY79" fmla="*/ 700866 h 1348698"/>
              <a:gd name="csX80" fmla="*/ 2287284 w 2830520"/>
              <a:gd name="csY80" fmla="*/ 701083 h 1348698"/>
              <a:gd name="csX81" fmla="*/ 2315876 w 2830520"/>
              <a:gd name="csY81" fmla="*/ 703986 h 1348698"/>
              <a:gd name="csX82" fmla="*/ 2344467 w 2830520"/>
              <a:gd name="csY82" fmla="*/ 709619 h 1348698"/>
              <a:gd name="csX83" fmla="*/ 2373059 w 2830520"/>
              <a:gd name="csY83" fmla="*/ 717950 h 1348698"/>
              <a:gd name="csX84" fmla="*/ 2401650 w 2830520"/>
              <a:gd name="csY84" fmla="*/ 728878 h 1348698"/>
              <a:gd name="csX85" fmla="*/ 2430241 w 2830520"/>
              <a:gd name="csY85" fmla="*/ 742231 h 1348698"/>
              <a:gd name="csX86" fmla="*/ 2458833 w 2830520"/>
              <a:gd name="csY86" fmla="*/ 757786 h 1348698"/>
              <a:gd name="csX87" fmla="*/ 2487424 w 2830520"/>
              <a:gd name="csY87" fmla="*/ 775273 h 1348698"/>
              <a:gd name="csX88" fmla="*/ 2516015 w 2830520"/>
              <a:gd name="csY88" fmla="*/ 794388 h 1348698"/>
              <a:gd name="csX89" fmla="*/ 2544607 w 2830520"/>
              <a:gd name="csY89" fmla="*/ 814805 h 1348698"/>
              <a:gd name="csX90" fmla="*/ 2573198 w 2830520"/>
              <a:gd name="csY90" fmla="*/ 836188 h 1348698"/>
              <a:gd name="csX91" fmla="*/ 2601790 w 2830520"/>
              <a:gd name="csY91" fmla="*/ 858197 h 1348698"/>
              <a:gd name="csX92" fmla="*/ 2630381 w 2830520"/>
              <a:gd name="csY92" fmla="*/ 880503 h 1348698"/>
              <a:gd name="csX93" fmla="*/ 2658973 w 2830520"/>
              <a:gd name="csY93" fmla="*/ 902797 h 1348698"/>
              <a:gd name="csX94" fmla="*/ 2687564 w 2830520"/>
              <a:gd name="csY94" fmla="*/ 924788 h 1348698"/>
              <a:gd name="csX95" fmla="*/ 2716155 w 2830520"/>
              <a:gd name="csY95" fmla="*/ 946225 h 1348698"/>
              <a:gd name="csX96" fmla="*/ 2744746 w 2830520"/>
              <a:gd name="csY96" fmla="*/ 966883 h 1348698"/>
              <a:gd name="csX97" fmla="*/ 2773338 w 2830520"/>
              <a:gd name="csY97" fmla="*/ 986579 h 1348698"/>
              <a:gd name="csX98" fmla="*/ 2801929 w 2830520"/>
              <a:gd name="csY98" fmla="*/ 1005168 h 1348698"/>
              <a:gd name="csX99" fmla="*/ 2830521 w 2830520"/>
              <a:gd name="csY99" fmla="*/ 1022538 h 1348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348698">
                <a:moveTo>
                  <a:pt x="0" y="1276381"/>
                </a:moveTo>
                <a:lnTo>
                  <a:pt x="28591" y="1288451"/>
                </a:lnTo>
                <a:lnTo>
                  <a:pt x="57183" y="1300362"/>
                </a:lnTo>
                <a:lnTo>
                  <a:pt x="85774" y="1311810"/>
                </a:lnTo>
                <a:lnTo>
                  <a:pt x="114364" y="1322419"/>
                </a:lnTo>
                <a:lnTo>
                  <a:pt x="142955" y="1331829"/>
                </a:lnTo>
                <a:lnTo>
                  <a:pt x="171547" y="1339606"/>
                </a:lnTo>
                <a:lnTo>
                  <a:pt x="200138" y="1345330"/>
                </a:lnTo>
                <a:lnTo>
                  <a:pt x="228730" y="1348510"/>
                </a:lnTo>
                <a:lnTo>
                  <a:pt x="257321" y="1348698"/>
                </a:lnTo>
                <a:lnTo>
                  <a:pt x="285911" y="1345417"/>
                </a:lnTo>
                <a:lnTo>
                  <a:pt x="314502" y="1338233"/>
                </a:lnTo>
                <a:lnTo>
                  <a:pt x="343094" y="1326741"/>
                </a:lnTo>
                <a:lnTo>
                  <a:pt x="371685" y="1310552"/>
                </a:lnTo>
                <a:lnTo>
                  <a:pt x="400276" y="1289362"/>
                </a:lnTo>
                <a:lnTo>
                  <a:pt x="428866" y="1262953"/>
                </a:lnTo>
                <a:lnTo>
                  <a:pt x="457458" y="1231153"/>
                </a:lnTo>
                <a:lnTo>
                  <a:pt x="486049" y="1193888"/>
                </a:lnTo>
                <a:lnTo>
                  <a:pt x="514640" y="1151233"/>
                </a:lnTo>
                <a:lnTo>
                  <a:pt x="543232" y="1103301"/>
                </a:lnTo>
                <a:lnTo>
                  <a:pt x="571822" y="1050387"/>
                </a:lnTo>
                <a:lnTo>
                  <a:pt x="600413" y="992838"/>
                </a:lnTo>
                <a:lnTo>
                  <a:pt x="629005" y="931144"/>
                </a:lnTo>
                <a:lnTo>
                  <a:pt x="657596" y="865887"/>
                </a:lnTo>
                <a:lnTo>
                  <a:pt x="686187" y="797749"/>
                </a:lnTo>
                <a:lnTo>
                  <a:pt x="714779" y="727492"/>
                </a:lnTo>
                <a:lnTo>
                  <a:pt x="743369" y="655950"/>
                </a:lnTo>
                <a:lnTo>
                  <a:pt x="771960" y="584012"/>
                </a:lnTo>
                <a:lnTo>
                  <a:pt x="800551" y="512604"/>
                </a:lnTo>
                <a:lnTo>
                  <a:pt x="829143" y="442666"/>
                </a:lnTo>
                <a:lnTo>
                  <a:pt x="857734" y="375143"/>
                </a:lnTo>
                <a:lnTo>
                  <a:pt x="886324" y="310948"/>
                </a:lnTo>
                <a:lnTo>
                  <a:pt x="914916" y="250958"/>
                </a:lnTo>
                <a:lnTo>
                  <a:pt x="943507" y="195990"/>
                </a:lnTo>
                <a:lnTo>
                  <a:pt x="972095" y="146776"/>
                </a:lnTo>
                <a:lnTo>
                  <a:pt x="1000687" y="103957"/>
                </a:lnTo>
                <a:lnTo>
                  <a:pt x="1029278" y="68063"/>
                </a:lnTo>
                <a:lnTo>
                  <a:pt x="1057870" y="39505"/>
                </a:lnTo>
                <a:lnTo>
                  <a:pt x="1086461" y="18566"/>
                </a:lnTo>
                <a:lnTo>
                  <a:pt x="1115052" y="5392"/>
                </a:lnTo>
                <a:lnTo>
                  <a:pt x="1143644" y="0"/>
                </a:lnTo>
                <a:lnTo>
                  <a:pt x="1172235" y="2265"/>
                </a:lnTo>
                <a:lnTo>
                  <a:pt x="1200827" y="11940"/>
                </a:lnTo>
                <a:lnTo>
                  <a:pt x="1229418" y="28649"/>
                </a:lnTo>
                <a:lnTo>
                  <a:pt x="1258009" y="51908"/>
                </a:lnTo>
                <a:lnTo>
                  <a:pt x="1286601" y="81131"/>
                </a:lnTo>
                <a:lnTo>
                  <a:pt x="1315192" y="115648"/>
                </a:lnTo>
                <a:lnTo>
                  <a:pt x="1343783" y="154716"/>
                </a:lnTo>
                <a:lnTo>
                  <a:pt x="1372375" y="197539"/>
                </a:lnTo>
                <a:lnTo>
                  <a:pt x="1400966" y="243288"/>
                </a:lnTo>
                <a:lnTo>
                  <a:pt x="1429558" y="291112"/>
                </a:lnTo>
                <a:lnTo>
                  <a:pt x="1458149" y="340157"/>
                </a:lnTo>
                <a:lnTo>
                  <a:pt x="1486740" y="389587"/>
                </a:lnTo>
                <a:lnTo>
                  <a:pt x="1515332" y="438596"/>
                </a:lnTo>
                <a:lnTo>
                  <a:pt x="1543923" y="486416"/>
                </a:lnTo>
                <a:lnTo>
                  <a:pt x="1572514" y="532342"/>
                </a:lnTo>
                <a:lnTo>
                  <a:pt x="1601106" y="575736"/>
                </a:lnTo>
                <a:lnTo>
                  <a:pt x="1629697" y="616039"/>
                </a:lnTo>
                <a:lnTo>
                  <a:pt x="1658289" y="652777"/>
                </a:lnTo>
                <a:lnTo>
                  <a:pt x="1686880" y="685567"/>
                </a:lnTo>
                <a:lnTo>
                  <a:pt x="1715471" y="714128"/>
                </a:lnTo>
                <a:lnTo>
                  <a:pt x="1744063" y="738276"/>
                </a:lnTo>
                <a:lnTo>
                  <a:pt x="1772654" y="757932"/>
                </a:lnTo>
                <a:lnTo>
                  <a:pt x="1801245" y="773111"/>
                </a:lnTo>
                <a:lnTo>
                  <a:pt x="1829837" y="783932"/>
                </a:lnTo>
                <a:lnTo>
                  <a:pt x="1858428" y="790604"/>
                </a:lnTo>
                <a:lnTo>
                  <a:pt x="1887020" y="793423"/>
                </a:lnTo>
                <a:lnTo>
                  <a:pt x="1915611" y="792759"/>
                </a:lnTo>
                <a:lnTo>
                  <a:pt x="1944202" y="789057"/>
                </a:lnTo>
                <a:lnTo>
                  <a:pt x="1972794" y="782811"/>
                </a:lnTo>
                <a:lnTo>
                  <a:pt x="2001385" y="774559"/>
                </a:lnTo>
                <a:lnTo>
                  <a:pt x="2029977" y="764867"/>
                </a:lnTo>
                <a:lnTo>
                  <a:pt x="2058553" y="754314"/>
                </a:lnTo>
                <a:lnTo>
                  <a:pt x="2087145" y="743476"/>
                </a:lnTo>
                <a:lnTo>
                  <a:pt x="2115736" y="732914"/>
                </a:lnTo>
                <a:lnTo>
                  <a:pt x="2144328" y="723152"/>
                </a:lnTo>
                <a:lnTo>
                  <a:pt x="2172919" y="714676"/>
                </a:lnTo>
                <a:lnTo>
                  <a:pt x="2201510" y="707909"/>
                </a:lnTo>
                <a:lnTo>
                  <a:pt x="2230102" y="703211"/>
                </a:lnTo>
                <a:lnTo>
                  <a:pt x="2258693" y="700866"/>
                </a:lnTo>
                <a:lnTo>
                  <a:pt x="2287284" y="701083"/>
                </a:lnTo>
                <a:lnTo>
                  <a:pt x="2315876" y="703986"/>
                </a:lnTo>
                <a:lnTo>
                  <a:pt x="2344467" y="709619"/>
                </a:lnTo>
                <a:lnTo>
                  <a:pt x="2373059" y="717950"/>
                </a:lnTo>
                <a:lnTo>
                  <a:pt x="2401650" y="728878"/>
                </a:lnTo>
                <a:lnTo>
                  <a:pt x="2430241" y="742231"/>
                </a:lnTo>
                <a:lnTo>
                  <a:pt x="2458833" y="757786"/>
                </a:lnTo>
                <a:lnTo>
                  <a:pt x="2487424" y="775273"/>
                </a:lnTo>
                <a:lnTo>
                  <a:pt x="2516015" y="794388"/>
                </a:lnTo>
                <a:lnTo>
                  <a:pt x="2544607" y="814805"/>
                </a:lnTo>
                <a:lnTo>
                  <a:pt x="2573198" y="836188"/>
                </a:lnTo>
                <a:lnTo>
                  <a:pt x="2601790" y="858197"/>
                </a:lnTo>
                <a:lnTo>
                  <a:pt x="2630381" y="880503"/>
                </a:lnTo>
                <a:lnTo>
                  <a:pt x="2658973" y="902797"/>
                </a:lnTo>
                <a:lnTo>
                  <a:pt x="2687564" y="924788"/>
                </a:lnTo>
                <a:lnTo>
                  <a:pt x="2716155" y="946225"/>
                </a:lnTo>
                <a:lnTo>
                  <a:pt x="2744746" y="966883"/>
                </a:lnTo>
                <a:lnTo>
                  <a:pt x="2773338" y="986579"/>
                </a:lnTo>
                <a:lnTo>
                  <a:pt x="2801929" y="1005168"/>
                </a:lnTo>
                <a:lnTo>
                  <a:pt x="2830521" y="1022538"/>
                </a:lnTo>
              </a:path>
            </a:pathLst>
          </a:custGeom>
          <a:noFill/>
          <a:ln w="17336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B460B5CB-6CD3-B7E7-DF05-EECE390E059A}"/>
              </a:ext>
            </a:extLst>
          </p:cNvPr>
          <p:cNvSpPr/>
          <p:nvPr/>
        </p:nvSpPr>
        <p:spPr>
          <a:xfrm>
            <a:off x="1661359" y="3107764"/>
            <a:ext cx="2830520" cy="1424836"/>
          </a:xfrm>
          <a:custGeom>
            <a:avLst/>
            <a:gdLst>
              <a:gd name="csX0" fmla="*/ 0 w 2830520"/>
              <a:gd name="csY0" fmla="*/ 1401796 h 1424836"/>
              <a:gd name="csX1" fmla="*/ 28591 w 2830520"/>
              <a:gd name="csY1" fmla="*/ 1406060 h 1424836"/>
              <a:gd name="csX2" fmla="*/ 57183 w 2830520"/>
              <a:gd name="csY2" fmla="*/ 1410324 h 1424836"/>
              <a:gd name="csX3" fmla="*/ 85774 w 2830520"/>
              <a:gd name="csY3" fmla="*/ 1414415 h 1424836"/>
              <a:gd name="csX4" fmla="*/ 114364 w 2830520"/>
              <a:gd name="csY4" fmla="*/ 1418159 h 1424836"/>
              <a:gd name="csX5" fmla="*/ 142955 w 2830520"/>
              <a:gd name="csY5" fmla="*/ 1421324 h 1424836"/>
              <a:gd name="csX6" fmla="*/ 171547 w 2830520"/>
              <a:gd name="csY6" fmla="*/ 1423651 h 1424836"/>
              <a:gd name="csX7" fmla="*/ 200138 w 2830520"/>
              <a:gd name="csY7" fmla="*/ 1424837 h 1424836"/>
              <a:gd name="csX8" fmla="*/ 228730 w 2830520"/>
              <a:gd name="csY8" fmla="*/ 1424577 h 1424836"/>
              <a:gd name="csX9" fmla="*/ 257321 w 2830520"/>
              <a:gd name="csY9" fmla="*/ 1422553 h 1424836"/>
              <a:gd name="csX10" fmla="*/ 285911 w 2830520"/>
              <a:gd name="csY10" fmla="*/ 1418433 h 1424836"/>
              <a:gd name="csX11" fmla="*/ 314502 w 2830520"/>
              <a:gd name="csY11" fmla="*/ 1411871 h 1424836"/>
              <a:gd name="csX12" fmla="*/ 343094 w 2830520"/>
              <a:gd name="csY12" fmla="*/ 1402562 h 1424836"/>
              <a:gd name="csX13" fmla="*/ 371685 w 2830520"/>
              <a:gd name="csY13" fmla="*/ 1390189 h 1424836"/>
              <a:gd name="csX14" fmla="*/ 400276 w 2830520"/>
              <a:gd name="csY14" fmla="*/ 1374520 h 1424836"/>
              <a:gd name="csX15" fmla="*/ 428866 w 2830520"/>
              <a:gd name="csY15" fmla="*/ 1355310 h 1424836"/>
              <a:gd name="csX16" fmla="*/ 457458 w 2830520"/>
              <a:gd name="csY16" fmla="*/ 1332399 h 1424836"/>
              <a:gd name="csX17" fmla="*/ 486049 w 2830520"/>
              <a:gd name="csY17" fmla="*/ 1305687 h 1424836"/>
              <a:gd name="csX18" fmla="*/ 514640 w 2830520"/>
              <a:gd name="csY18" fmla="*/ 1275144 h 1424836"/>
              <a:gd name="csX19" fmla="*/ 543232 w 2830520"/>
              <a:gd name="csY19" fmla="*/ 1240800 h 1424836"/>
              <a:gd name="csX20" fmla="*/ 571822 w 2830520"/>
              <a:gd name="csY20" fmla="*/ 1202740 h 1424836"/>
              <a:gd name="csX21" fmla="*/ 600413 w 2830520"/>
              <a:gd name="csY21" fmla="*/ 1161140 h 1424836"/>
              <a:gd name="csX22" fmla="*/ 629005 w 2830520"/>
              <a:gd name="csY22" fmla="*/ 1116264 h 1424836"/>
              <a:gd name="csX23" fmla="*/ 657596 w 2830520"/>
              <a:gd name="csY23" fmla="*/ 1068404 h 1424836"/>
              <a:gd name="csX24" fmla="*/ 686187 w 2830520"/>
              <a:gd name="csY24" fmla="*/ 1017933 h 1424836"/>
              <a:gd name="csX25" fmla="*/ 714779 w 2830520"/>
              <a:gd name="csY25" fmla="*/ 965282 h 1424836"/>
              <a:gd name="csX26" fmla="*/ 743369 w 2830520"/>
              <a:gd name="csY26" fmla="*/ 910936 h 1424836"/>
              <a:gd name="csX27" fmla="*/ 771960 w 2830520"/>
              <a:gd name="csY27" fmla="*/ 855435 h 1424836"/>
              <a:gd name="csX28" fmla="*/ 800551 w 2830520"/>
              <a:gd name="csY28" fmla="*/ 799368 h 1424836"/>
              <a:gd name="csX29" fmla="*/ 829143 w 2830520"/>
              <a:gd name="csY29" fmla="*/ 743367 h 1424836"/>
              <a:gd name="csX30" fmla="*/ 857734 w 2830520"/>
              <a:gd name="csY30" fmla="*/ 688101 h 1424836"/>
              <a:gd name="csX31" fmla="*/ 886324 w 2830520"/>
              <a:gd name="csY31" fmla="*/ 634268 h 1424836"/>
              <a:gd name="csX32" fmla="*/ 914916 w 2830520"/>
              <a:gd name="csY32" fmla="*/ 582572 h 1424836"/>
              <a:gd name="csX33" fmla="*/ 943507 w 2830520"/>
              <a:gd name="csY33" fmla="*/ 533719 h 1424836"/>
              <a:gd name="csX34" fmla="*/ 972095 w 2830520"/>
              <a:gd name="csY34" fmla="*/ 488395 h 1424836"/>
              <a:gd name="csX35" fmla="*/ 1000687 w 2830520"/>
              <a:gd name="csY35" fmla="*/ 447243 h 1424836"/>
              <a:gd name="csX36" fmla="*/ 1029278 w 2830520"/>
              <a:gd name="csY36" fmla="*/ 410849 h 1424836"/>
              <a:gd name="csX37" fmla="*/ 1057870 w 2830520"/>
              <a:gd name="csY37" fmla="*/ 379722 h 1424836"/>
              <a:gd name="csX38" fmla="*/ 1086461 w 2830520"/>
              <a:gd name="csY38" fmla="*/ 354283 h 1424836"/>
              <a:gd name="csX39" fmla="*/ 1115052 w 2830520"/>
              <a:gd name="csY39" fmla="*/ 334844 h 1424836"/>
              <a:gd name="csX40" fmla="*/ 1143644 w 2830520"/>
              <a:gd name="csY40" fmla="*/ 321605 h 1424836"/>
              <a:gd name="csX41" fmla="*/ 1172235 w 2830520"/>
              <a:gd name="csY41" fmla="*/ 314647 h 1424836"/>
              <a:gd name="csX42" fmla="*/ 1200827 w 2830520"/>
              <a:gd name="csY42" fmla="*/ 313928 h 1424836"/>
              <a:gd name="csX43" fmla="*/ 1229418 w 2830520"/>
              <a:gd name="csY43" fmla="*/ 319291 h 1424836"/>
              <a:gd name="csX44" fmla="*/ 1258009 w 2830520"/>
              <a:gd name="csY44" fmla="*/ 330463 h 1424836"/>
              <a:gd name="csX45" fmla="*/ 1286601 w 2830520"/>
              <a:gd name="csY45" fmla="*/ 347075 h 1424836"/>
              <a:gd name="csX46" fmla="*/ 1315192 w 2830520"/>
              <a:gd name="csY46" fmla="*/ 368661 h 1424836"/>
              <a:gd name="csX47" fmla="*/ 1343783 w 2830520"/>
              <a:gd name="csY47" fmla="*/ 394688 h 1424836"/>
              <a:gd name="csX48" fmla="*/ 1372375 w 2830520"/>
              <a:gd name="csY48" fmla="*/ 424560 h 1424836"/>
              <a:gd name="csX49" fmla="*/ 1400966 w 2830520"/>
              <a:gd name="csY49" fmla="*/ 457641 h 1424836"/>
              <a:gd name="csX50" fmla="*/ 1429558 w 2830520"/>
              <a:gd name="csY50" fmla="*/ 493272 h 1424836"/>
              <a:gd name="csX51" fmla="*/ 1458149 w 2830520"/>
              <a:gd name="csY51" fmla="*/ 530789 h 1424836"/>
              <a:gd name="csX52" fmla="*/ 1486740 w 2830520"/>
              <a:gd name="csY52" fmla="*/ 569537 h 1424836"/>
              <a:gd name="csX53" fmla="*/ 1515332 w 2830520"/>
              <a:gd name="csY53" fmla="*/ 608887 h 1424836"/>
              <a:gd name="csX54" fmla="*/ 1543923 w 2830520"/>
              <a:gd name="csY54" fmla="*/ 648248 h 1424836"/>
              <a:gd name="csX55" fmla="*/ 1572514 w 2830520"/>
              <a:gd name="csY55" fmla="*/ 687085 h 1424836"/>
              <a:gd name="csX56" fmla="*/ 1601106 w 2830520"/>
              <a:gd name="csY56" fmla="*/ 724917 h 1424836"/>
              <a:gd name="csX57" fmla="*/ 1629697 w 2830520"/>
              <a:gd name="csY57" fmla="*/ 761336 h 1424836"/>
              <a:gd name="csX58" fmla="*/ 1658289 w 2830520"/>
              <a:gd name="csY58" fmla="*/ 795997 h 1424836"/>
              <a:gd name="csX59" fmla="*/ 1686880 w 2830520"/>
              <a:gd name="csY59" fmla="*/ 828634 h 1424836"/>
              <a:gd name="csX60" fmla="*/ 1715471 w 2830520"/>
              <a:gd name="csY60" fmla="*/ 859053 h 1424836"/>
              <a:gd name="csX61" fmla="*/ 1744063 w 2830520"/>
              <a:gd name="csY61" fmla="*/ 887125 h 1424836"/>
              <a:gd name="csX62" fmla="*/ 1772654 w 2830520"/>
              <a:gd name="csY62" fmla="*/ 912795 h 1424836"/>
              <a:gd name="csX63" fmla="*/ 1801245 w 2830520"/>
              <a:gd name="csY63" fmla="*/ 936071 h 1424836"/>
              <a:gd name="csX64" fmla="*/ 1829837 w 2830520"/>
              <a:gd name="csY64" fmla="*/ 957015 h 1424836"/>
              <a:gd name="csX65" fmla="*/ 1858428 w 2830520"/>
              <a:gd name="csY65" fmla="*/ 975748 h 1424836"/>
              <a:gd name="csX66" fmla="*/ 1887020 w 2830520"/>
              <a:gd name="csY66" fmla="*/ 992433 h 1424836"/>
              <a:gd name="csX67" fmla="*/ 1915611 w 2830520"/>
              <a:gd name="csY67" fmla="*/ 1007278 h 1424836"/>
              <a:gd name="csX68" fmla="*/ 1944202 w 2830520"/>
              <a:gd name="csY68" fmla="*/ 1020523 h 1424836"/>
              <a:gd name="csX69" fmla="*/ 1972794 w 2830520"/>
              <a:gd name="csY69" fmla="*/ 1032432 h 1424836"/>
              <a:gd name="csX70" fmla="*/ 2001385 w 2830520"/>
              <a:gd name="csY70" fmla="*/ 1043289 h 1424836"/>
              <a:gd name="csX71" fmla="*/ 2029977 w 2830520"/>
              <a:gd name="csY71" fmla="*/ 1053383 h 1424836"/>
              <a:gd name="csX72" fmla="*/ 2058553 w 2830520"/>
              <a:gd name="csY72" fmla="*/ 1062997 h 1424836"/>
              <a:gd name="csX73" fmla="*/ 2087145 w 2830520"/>
              <a:gd name="csY73" fmla="*/ 1072395 h 1424836"/>
              <a:gd name="csX74" fmla="*/ 2115736 w 2830520"/>
              <a:gd name="csY74" fmla="*/ 1081821 h 1424836"/>
              <a:gd name="csX75" fmla="*/ 2144328 w 2830520"/>
              <a:gd name="csY75" fmla="*/ 1091474 h 1424836"/>
              <a:gd name="csX76" fmla="*/ 2172919 w 2830520"/>
              <a:gd name="csY76" fmla="*/ 1101507 h 1424836"/>
              <a:gd name="csX77" fmla="*/ 2201510 w 2830520"/>
              <a:gd name="csY77" fmla="*/ 1112024 h 1424836"/>
              <a:gd name="csX78" fmla="*/ 2230102 w 2830520"/>
              <a:gd name="csY78" fmla="*/ 1123069 h 1424836"/>
              <a:gd name="csX79" fmla="*/ 2258693 w 2830520"/>
              <a:gd name="csY79" fmla="*/ 1134640 h 1424836"/>
              <a:gd name="csX80" fmla="*/ 2287284 w 2830520"/>
              <a:gd name="csY80" fmla="*/ 1146684 h 1424836"/>
              <a:gd name="csX81" fmla="*/ 2315876 w 2830520"/>
              <a:gd name="csY81" fmla="*/ 1159116 h 1424836"/>
              <a:gd name="csX82" fmla="*/ 2344467 w 2830520"/>
              <a:gd name="csY82" fmla="*/ 1171807 h 1424836"/>
              <a:gd name="csX83" fmla="*/ 2373059 w 2830520"/>
              <a:gd name="csY83" fmla="*/ 1184614 h 1424836"/>
              <a:gd name="csX84" fmla="*/ 2401650 w 2830520"/>
              <a:gd name="csY84" fmla="*/ 1197421 h 1424836"/>
              <a:gd name="csX85" fmla="*/ 2430241 w 2830520"/>
              <a:gd name="csY85" fmla="*/ 1210083 h 1424836"/>
              <a:gd name="csX86" fmla="*/ 2458833 w 2830520"/>
              <a:gd name="csY86" fmla="*/ 1222442 h 1424836"/>
              <a:gd name="csX87" fmla="*/ 2487424 w 2830520"/>
              <a:gd name="csY87" fmla="*/ 1234396 h 1424836"/>
              <a:gd name="csX88" fmla="*/ 2516015 w 2830520"/>
              <a:gd name="csY88" fmla="*/ 1245859 h 1424836"/>
              <a:gd name="csX89" fmla="*/ 2544607 w 2830520"/>
              <a:gd name="csY89" fmla="*/ 1256729 h 1424836"/>
              <a:gd name="csX90" fmla="*/ 2573198 w 2830520"/>
              <a:gd name="csY90" fmla="*/ 1266977 h 1424836"/>
              <a:gd name="csX91" fmla="*/ 2601790 w 2830520"/>
              <a:gd name="csY91" fmla="*/ 1276575 h 1424836"/>
              <a:gd name="csX92" fmla="*/ 2630381 w 2830520"/>
              <a:gd name="csY92" fmla="*/ 1285479 h 1424836"/>
              <a:gd name="csX93" fmla="*/ 2658973 w 2830520"/>
              <a:gd name="csY93" fmla="*/ 1293733 h 1424836"/>
              <a:gd name="csX94" fmla="*/ 2687564 w 2830520"/>
              <a:gd name="csY94" fmla="*/ 1301321 h 1424836"/>
              <a:gd name="csX95" fmla="*/ 2716155 w 2830520"/>
              <a:gd name="csY95" fmla="*/ 1308303 h 1424836"/>
              <a:gd name="csX96" fmla="*/ 2744746 w 2830520"/>
              <a:gd name="csY96" fmla="*/ 1314692 h 1424836"/>
              <a:gd name="csX97" fmla="*/ 2773338 w 2830520"/>
              <a:gd name="csY97" fmla="*/ 1320532 h 1424836"/>
              <a:gd name="csX98" fmla="*/ 2801929 w 2830520"/>
              <a:gd name="csY98" fmla="*/ 1325851 h 1424836"/>
              <a:gd name="csX99" fmla="*/ 2830521 w 2830520"/>
              <a:gd name="csY99" fmla="*/ 1330708 h 1424836"/>
              <a:gd name="csX100" fmla="*/ 2830521 w 2830520"/>
              <a:gd name="csY100" fmla="*/ 1017131 h 1424836"/>
              <a:gd name="csX101" fmla="*/ 2801929 w 2830520"/>
              <a:gd name="csY101" fmla="*/ 1009313 h 1424836"/>
              <a:gd name="csX102" fmla="*/ 2773338 w 2830520"/>
              <a:gd name="csY102" fmla="*/ 1000737 h 1424836"/>
              <a:gd name="csX103" fmla="*/ 2744746 w 2830520"/>
              <a:gd name="csY103" fmla="*/ 991429 h 1424836"/>
              <a:gd name="csX104" fmla="*/ 2716155 w 2830520"/>
              <a:gd name="csY104" fmla="*/ 981435 h 1424836"/>
              <a:gd name="csX105" fmla="*/ 2687564 w 2830520"/>
              <a:gd name="csY105" fmla="*/ 970821 h 1424836"/>
              <a:gd name="csX106" fmla="*/ 2658973 w 2830520"/>
              <a:gd name="csY106" fmla="*/ 959675 h 1424836"/>
              <a:gd name="csX107" fmla="*/ 2630381 w 2830520"/>
              <a:gd name="csY107" fmla="*/ 948098 h 1424836"/>
              <a:gd name="csX108" fmla="*/ 2601790 w 2830520"/>
              <a:gd name="csY108" fmla="*/ 936207 h 1424836"/>
              <a:gd name="csX109" fmla="*/ 2573198 w 2830520"/>
              <a:gd name="csY109" fmla="*/ 924128 h 1424836"/>
              <a:gd name="csX110" fmla="*/ 2544607 w 2830520"/>
              <a:gd name="csY110" fmla="*/ 911983 h 1424836"/>
              <a:gd name="csX111" fmla="*/ 2516015 w 2830520"/>
              <a:gd name="csY111" fmla="*/ 899902 h 1424836"/>
              <a:gd name="csX112" fmla="*/ 2487424 w 2830520"/>
              <a:gd name="csY112" fmla="*/ 888000 h 1424836"/>
              <a:gd name="csX113" fmla="*/ 2458833 w 2830520"/>
              <a:gd name="csY113" fmla="*/ 876379 h 1424836"/>
              <a:gd name="csX114" fmla="*/ 2430241 w 2830520"/>
              <a:gd name="csY114" fmla="*/ 865128 h 1424836"/>
              <a:gd name="csX115" fmla="*/ 2401650 w 2830520"/>
              <a:gd name="csY115" fmla="*/ 854306 h 1424836"/>
              <a:gd name="csX116" fmla="*/ 2373059 w 2830520"/>
              <a:gd name="csY116" fmla="*/ 843955 h 1424836"/>
              <a:gd name="csX117" fmla="*/ 2344467 w 2830520"/>
              <a:gd name="csY117" fmla="*/ 834084 h 1424836"/>
              <a:gd name="csX118" fmla="*/ 2315876 w 2830520"/>
              <a:gd name="csY118" fmla="*/ 824678 h 1424836"/>
              <a:gd name="csX119" fmla="*/ 2287284 w 2830520"/>
              <a:gd name="csY119" fmla="*/ 815699 h 1424836"/>
              <a:gd name="csX120" fmla="*/ 2258693 w 2830520"/>
              <a:gd name="csY120" fmla="*/ 807082 h 1424836"/>
              <a:gd name="csX121" fmla="*/ 2230102 w 2830520"/>
              <a:gd name="csY121" fmla="*/ 798752 h 1424836"/>
              <a:gd name="csX122" fmla="*/ 2201510 w 2830520"/>
              <a:gd name="csY122" fmla="*/ 790612 h 1424836"/>
              <a:gd name="csX123" fmla="*/ 2172919 w 2830520"/>
              <a:gd name="csY123" fmla="*/ 782560 h 1424836"/>
              <a:gd name="csX124" fmla="*/ 2144328 w 2830520"/>
              <a:gd name="csY124" fmla="*/ 774483 h 1424836"/>
              <a:gd name="csX125" fmla="*/ 2115736 w 2830520"/>
              <a:gd name="csY125" fmla="*/ 766265 h 1424836"/>
              <a:gd name="csX126" fmla="*/ 2087145 w 2830520"/>
              <a:gd name="csY126" fmla="*/ 757780 h 1424836"/>
              <a:gd name="csX127" fmla="*/ 2058553 w 2830520"/>
              <a:gd name="csY127" fmla="*/ 748892 h 1424836"/>
              <a:gd name="csX128" fmla="*/ 2029977 w 2830520"/>
              <a:gd name="csY128" fmla="*/ 739450 h 1424836"/>
              <a:gd name="csX129" fmla="*/ 2001385 w 2830520"/>
              <a:gd name="csY129" fmla="*/ 729293 h 1424836"/>
              <a:gd name="csX130" fmla="*/ 1972794 w 2830520"/>
              <a:gd name="csY130" fmla="*/ 718235 h 1424836"/>
              <a:gd name="csX131" fmla="*/ 1944202 w 2830520"/>
              <a:gd name="csY131" fmla="*/ 706077 h 1424836"/>
              <a:gd name="csX132" fmla="*/ 1915611 w 2830520"/>
              <a:gd name="csY132" fmla="*/ 692608 h 1424836"/>
              <a:gd name="csX133" fmla="*/ 1887020 w 2830520"/>
              <a:gd name="csY133" fmla="*/ 677607 h 1424836"/>
              <a:gd name="csX134" fmla="*/ 1858428 w 2830520"/>
              <a:gd name="csY134" fmla="*/ 660859 h 1424836"/>
              <a:gd name="csX135" fmla="*/ 1829837 w 2830520"/>
              <a:gd name="csY135" fmla="*/ 642156 h 1424836"/>
              <a:gd name="csX136" fmla="*/ 1801245 w 2830520"/>
              <a:gd name="csY136" fmla="*/ 621321 h 1424836"/>
              <a:gd name="csX137" fmla="*/ 1772654 w 2830520"/>
              <a:gd name="csY137" fmla="*/ 598207 h 1424836"/>
              <a:gd name="csX138" fmla="*/ 1744063 w 2830520"/>
              <a:gd name="csY138" fmla="*/ 572722 h 1424836"/>
              <a:gd name="csX139" fmla="*/ 1715471 w 2830520"/>
              <a:gd name="csY139" fmla="*/ 544828 h 1424836"/>
              <a:gd name="csX140" fmla="*/ 1686880 w 2830520"/>
              <a:gd name="csY140" fmla="*/ 514558 h 1424836"/>
              <a:gd name="csX141" fmla="*/ 1658289 w 2830520"/>
              <a:gd name="csY141" fmla="*/ 482022 h 1424836"/>
              <a:gd name="csX142" fmla="*/ 1629697 w 2830520"/>
              <a:gd name="csY142" fmla="*/ 447407 h 1424836"/>
              <a:gd name="csX143" fmla="*/ 1601106 w 2830520"/>
              <a:gd name="csY143" fmla="*/ 410985 h 1424836"/>
              <a:gd name="csX144" fmla="*/ 1572514 w 2830520"/>
              <a:gd name="csY144" fmla="*/ 373102 h 1424836"/>
              <a:gd name="csX145" fmla="*/ 1543923 w 2830520"/>
              <a:gd name="csY145" fmla="*/ 334187 h 1424836"/>
              <a:gd name="csX146" fmla="*/ 1515332 w 2830520"/>
              <a:gd name="csY146" fmla="*/ 294734 h 1424836"/>
              <a:gd name="csX147" fmla="*/ 1486740 w 2830520"/>
              <a:gd name="csY147" fmla="*/ 255299 h 1424836"/>
              <a:gd name="csX148" fmla="*/ 1458149 w 2830520"/>
              <a:gd name="csY148" fmla="*/ 216486 h 1424836"/>
              <a:gd name="csX149" fmla="*/ 1429558 w 2830520"/>
              <a:gd name="csY149" fmla="*/ 178933 h 1424836"/>
              <a:gd name="csX150" fmla="*/ 1400966 w 2830520"/>
              <a:gd name="csY150" fmla="*/ 143302 h 1424836"/>
              <a:gd name="csX151" fmla="*/ 1372375 w 2830520"/>
              <a:gd name="csY151" fmla="*/ 110256 h 1424836"/>
              <a:gd name="csX152" fmla="*/ 1343783 w 2830520"/>
              <a:gd name="csY152" fmla="*/ 80450 h 1424836"/>
              <a:gd name="csX153" fmla="*/ 1315192 w 2830520"/>
              <a:gd name="csY153" fmla="*/ 54510 h 1424836"/>
              <a:gd name="csX154" fmla="*/ 1286601 w 2830520"/>
              <a:gd name="csY154" fmla="*/ 33013 h 1424836"/>
              <a:gd name="csX155" fmla="*/ 1258009 w 2830520"/>
              <a:gd name="csY155" fmla="*/ 16480 h 1424836"/>
              <a:gd name="csX156" fmla="*/ 1229418 w 2830520"/>
              <a:gd name="csY156" fmla="*/ 5357 h 1424836"/>
              <a:gd name="csX157" fmla="*/ 1200827 w 2830520"/>
              <a:gd name="csY157" fmla="*/ 0 h 1424836"/>
              <a:gd name="csX158" fmla="*/ 1172235 w 2830520"/>
              <a:gd name="csY158" fmla="*/ 672 h 1424836"/>
              <a:gd name="csX159" fmla="*/ 1143644 w 2830520"/>
              <a:gd name="csY159" fmla="*/ 7529 h 1424836"/>
              <a:gd name="csX160" fmla="*/ 1115052 w 2830520"/>
              <a:gd name="csY160" fmla="*/ 20620 h 1424836"/>
              <a:gd name="csX161" fmla="*/ 1086461 w 2830520"/>
              <a:gd name="csY161" fmla="*/ 39880 h 1424836"/>
              <a:gd name="csX162" fmla="*/ 1057870 w 2830520"/>
              <a:gd name="csY162" fmla="*/ 65134 h 1424836"/>
              <a:gd name="csX163" fmla="*/ 1029278 w 2830520"/>
              <a:gd name="csY163" fmla="*/ 96098 h 1424836"/>
              <a:gd name="csX164" fmla="*/ 1000687 w 2830520"/>
              <a:gd name="csY164" fmla="*/ 132383 h 1424836"/>
              <a:gd name="csX165" fmla="*/ 972095 w 2830520"/>
              <a:gd name="csY165" fmla="*/ 173505 h 1424836"/>
              <a:gd name="csX166" fmla="*/ 943507 w 2830520"/>
              <a:gd name="csY166" fmla="*/ 218893 h 1424836"/>
              <a:gd name="csX167" fmla="*/ 914916 w 2830520"/>
              <a:gd name="csY167" fmla="*/ 267900 h 1424836"/>
              <a:gd name="csX168" fmla="*/ 886324 w 2830520"/>
              <a:gd name="csY168" fmla="*/ 319822 h 1424836"/>
              <a:gd name="csX169" fmla="*/ 857734 w 2830520"/>
              <a:gd name="csY169" fmla="*/ 373904 h 1424836"/>
              <a:gd name="csX170" fmla="*/ 829143 w 2830520"/>
              <a:gd name="csY170" fmla="*/ 429369 h 1424836"/>
              <a:gd name="csX171" fmla="*/ 800551 w 2830520"/>
              <a:gd name="csY171" fmla="*/ 485435 h 1424836"/>
              <a:gd name="csX172" fmla="*/ 771960 w 2830520"/>
              <a:gd name="csY172" fmla="*/ 541330 h 1424836"/>
              <a:gd name="csX173" fmla="*/ 743369 w 2830520"/>
              <a:gd name="csY173" fmla="*/ 596320 h 1424836"/>
              <a:gd name="csX174" fmla="*/ 714779 w 2830520"/>
              <a:gd name="csY174" fmla="*/ 649725 h 1424836"/>
              <a:gd name="csX175" fmla="*/ 686187 w 2830520"/>
              <a:gd name="csY175" fmla="*/ 700941 h 1424836"/>
              <a:gd name="csX176" fmla="*/ 657596 w 2830520"/>
              <a:gd name="csY176" fmla="*/ 749456 h 1424836"/>
              <a:gd name="csX177" fmla="*/ 629005 w 2830520"/>
              <a:gd name="csY177" fmla="*/ 794852 h 1424836"/>
              <a:gd name="csX178" fmla="*/ 600413 w 2830520"/>
              <a:gd name="csY178" fmla="*/ 836826 h 1424836"/>
              <a:gd name="csX179" fmla="*/ 571822 w 2830520"/>
              <a:gd name="csY179" fmla="*/ 875177 h 1424836"/>
              <a:gd name="csX180" fmla="*/ 543232 w 2830520"/>
              <a:gd name="csY180" fmla="*/ 909807 h 1424836"/>
              <a:gd name="csX181" fmla="*/ 514640 w 2830520"/>
              <a:gd name="csY181" fmla="*/ 940714 h 1424836"/>
              <a:gd name="csX182" fmla="*/ 486049 w 2830520"/>
              <a:gd name="csY182" fmla="*/ 967975 h 1424836"/>
              <a:gd name="csX183" fmla="*/ 457458 w 2830520"/>
              <a:gd name="csY183" fmla="*/ 991732 h 1424836"/>
              <a:gd name="csX184" fmla="*/ 428866 w 2830520"/>
              <a:gd name="csY184" fmla="*/ 1012184 h 1424836"/>
              <a:gd name="csX185" fmla="*/ 400276 w 2830520"/>
              <a:gd name="csY185" fmla="*/ 1029565 h 1424836"/>
              <a:gd name="csX186" fmla="*/ 371685 w 2830520"/>
              <a:gd name="csY186" fmla="*/ 1044133 h 1424836"/>
              <a:gd name="csX187" fmla="*/ 343094 w 2830520"/>
              <a:gd name="csY187" fmla="*/ 1056161 h 1424836"/>
              <a:gd name="csX188" fmla="*/ 314502 w 2830520"/>
              <a:gd name="csY188" fmla="*/ 1065922 h 1424836"/>
              <a:gd name="csX189" fmla="*/ 285911 w 2830520"/>
              <a:gd name="csY189" fmla="*/ 1073686 h 1424836"/>
              <a:gd name="csX190" fmla="*/ 257321 w 2830520"/>
              <a:gd name="csY190" fmla="*/ 1079705 h 1424836"/>
              <a:gd name="csX191" fmla="*/ 228730 w 2830520"/>
              <a:gd name="csY191" fmla="*/ 1084221 h 1424836"/>
              <a:gd name="csX192" fmla="*/ 200138 w 2830520"/>
              <a:gd name="csY192" fmla="*/ 1087448 h 1424836"/>
              <a:gd name="csX193" fmla="*/ 171547 w 2830520"/>
              <a:gd name="csY193" fmla="*/ 1089589 h 1424836"/>
              <a:gd name="csX194" fmla="*/ 142955 w 2830520"/>
              <a:gd name="csY194" fmla="*/ 1090821 h 1424836"/>
              <a:gd name="csX195" fmla="*/ 114364 w 2830520"/>
              <a:gd name="csY195" fmla="*/ 1091298 h 1424836"/>
              <a:gd name="csX196" fmla="*/ 85774 w 2830520"/>
              <a:gd name="csY196" fmla="*/ 1091160 h 1424836"/>
              <a:gd name="csX197" fmla="*/ 57183 w 2830520"/>
              <a:gd name="csY197" fmla="*/ 1090533 h 1424836"/>
              <a:gd name="csX198" fmla="*/ 28591 w 2830520"/>
              <a:gd name="csY198" fmla="*/ 1089524 h 1424836"/>
              <a:gd name="csX199" fmla="*/ 0 w 2830520"/>
              <a:gd name="csY199" fmla="*/ 1088227 h 1424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</a:cxnLst>
            <a:rect l="l" t="t" r="r" b="b"/>
            <a:pathLst>
              <a:path w="2830520" h="1424836">
                <a:moveTo>
                  <a:pt x="0" y="1401796"/>
                </a:moveTo>
                <a:lnTo>
                  <a:pt x="28591" y="1406060"/>
                </a:lnTo>
                <a:lnTo>
                  <a:pt x="57183" y="1410324"/>
                </a:lnTo>
                <a:lnTo>
                  <a:pt x="85774" y="1414415"/>
                </a:lnTo>
                <a:lnTo>
                  <a:pt x="114364" y="1418159"/>
                </a:lnTo>
                <a:lnTo>
                  <a:pt x="142955" y="1421324"/>
                </a:lnTo>
                <a:lnTo>
                  <a:pt x="171547" y="1423651"/>
                </a:lnTo>
                <a:lnTo>
                  <a:pt x="200138" y="1424837"/>
                </a:lnTo>
                <a:lnTo>
                  <a:pt x="228730" y="1424577"/>
                </a:lnTo>
                <a:lnTo>
                  <a:pt x="257321" y="1422553"/>
                </a:lnTo>
                <a:lnTo>
                  <a:pt x="285911" y="1418433"/>
                </a:lnTo>
                <a:lnTo>
                  <a:pt x="314502" y="1411871"/>
                </a:lnTo>
                <a:lnTo>
                  <a:pt x="343094" y="1402562"/>
                </a:lnTo>
                <a:lnTo>
                  <a:pt x="371685" y="1390189"/>
                </a:lnTo>
                <a:lnTo>
                  <a:pt x="400276" y="1374520"/>
                </a:lnTo>
                <a:lnTo>
                  <a:pt x="428866" y="1355310"/>
                </a:lnTo>
                <a:lnTo>
                  <a:pt x="457458" y="1332399"/>
                </a:lnTo>
                <a:lnTo>
                  <a:pt x="486049" y="1305687"/>
                </a:lnTo>
                <a:lnTo>
                  <a:pt x="514640" y="1275144"/>
                </a:lnTo>
                <a:lnTo>
                  <a:pt x="543232" y="1240800"/>
                </a:lnTo>
                <a:lnTo>
                  <a:pt x="571822" y="1202740"/>
                </a:lnTo>
                <a:lnTo>
                  <a:pt x="600413" y="1161140"/>
                </a:lnTo>
                <a:lnTo>
                  <a:pt x="629005" y="1116264"/>
                </a:lnTo>
                <a:lnTo>
                  <a:pt x="657596" y="1068404"/>
                </a:lnTo>
                <a:lnTo>
                  <a:pt x="686187" y="1017933"/>
                </a:lnTo>
                <a:lnTo>
                  <a:pt x="714779" y="965282"/>
                </a:lnTo>
                <a:lnTo>
                  <a:pt x="743369" y="910936"/>
                </a:lnTo>
                <a:lnTo>
                  <a:pt x="771960" y="855435"/>
                </a:lnTo>
                <a:lnTo>
                  <a:pt x="800551" y="799368"/>
                </a:lnTo>
                <a:lnTo>
                  <a:pt x="829143" y="743367"/>
                </a:lnTo>
                <a:lnTo>
                  <a:pt x="857734" y="688101"/>
                </a:lnTo>
                <a:lnTo>
                  <a:pt x="886324" y="634268"/>
                </a:lnTo>
                <a:lnTo>
                  <a:pt x="914916" y="582572"/>
                </a:lnTo>
                <a:lnTo>
                  <a:pt x="943507" y="533719"/>
                </a:lnTo>
                <a:lnTo>
                  <a:pt x="972095" y="488395"/>
                </a:lnTo>
                <a:lnTo>
                  <a:pt x="1000687" y="447243"/>
                </a:lnTo>
                <a:lnTo>
                  <a:pt x="1029278" y="410849"/>
                </a:lnTo>
                <a:lnTo>
                  <a:pt x="1057870" y="379722"/>
                </a:lnTo>
                <a:lnTo>
                  <a:pt x="1086461" y="354283"/>
                </a:lnTo>
                <a:lnTo>
                  <a:pt x="1115052" y="334844"/>
                </a:lnTo>
                <a:lnTo>
                  <a:pt x="1143644" y="321605"/>
                </a:lnTo>
                <a:lnTo>
                  <a:pt x="1172235" y="314647"/>
                </a:lnTo>
                <a:lnTo>
                  <a:pt x="1200827" y="313928"/>
                </a:lnTo>
                <a:lnTo>
                  <a:pt x="1229418" y="319291"/>
                </a:lnTo>
                <a:lnTo>
                  <a:pt x="1258009" y="330463"/>
                </a:lnTo>
                <a:lnTo>
                  <a:pt x="1286601" y="347075"/>
                </a:lnTo>
                <a:lnTo>
                  <a:pt x="1315192" y="368661"/>
                </a:lnTo>
                <a:lnTo>
                  <a:pt x="1343783" y="394688"/>
                </a:lnTo>
                <a:lnTo>
                  <a:pt x="1372375" y="424560"/>
                </a:lnTo>
                <a:lnTo>
                  <a:pt x="1400966" y="457641"/>
                </a:lnTo>
                <a:lnTo>
                  <a:pt x="1429558" y="493272"/>
                </a:lnTo>
                <a:lnTo>
                  <a:pt x="1458149" y="530789"/>
                </a:lnTo>
                <a:lnTo>
                  <a:pt x="1486740" y="569537"/>
                </a:lnTo>
                <a:lnTo>
                  <a:pt x="1515332" y="608887"/>
                </a:lnTo>
                <a:lnTo>
                  <a:pt x="1543923" y="648248"/>
                </a:lnTo>
                <a:lnTo>
                  <a:pt x="1572514" y="687085"/>
                </a:lnTo>
                <a:lnTo>
                  <a:pt x="1601106" y="724917"/>
                </a:lnTo>
                <a:lnTo>
                  <a:pt x="1629697" y="761336"/>
                </a:lnTo>
                <a:lnTo>
                  <a:pt x="1658289" y="795997"/>
                </a:lnTo>
                <a:lnTo>
                  <a:pt x="1686880" y="828634"/>
                </a:lnTo>
                <a:lnTo>
                  <a:pt x="1715471" y="859053"/>
                </a:lnTo>
                <a:lnTo>
                  <a:pt x="1744063" y="887125"/>
                </a:lnTo>
                <a:lnTo>
                  <a:pt x="1772654" y="912795"/>
                </a:lnTo>
                <a:lnTo>
                  <a:pt x="1801245" y="936071"/>
                </a:lnTo>
                <a:lnTo>
                  <a:pt x="1829837" y="957015"/>
                </a:lnTo>
                <a:lnTo>
                  <a:pt x="1858428" y="975748"/>
                </a:lnTo>
                <a:lnTo>
                  <a:pt x="1887020" y="992433"/>
                </a:lnTo>
                <a:lnTo>
                  <a:pt x="1915611" y="1007278"/>
                </a:lnTo>
                <a:lnTo>
                  <a:pt x="1944202" y="1020523"/>
                </a:lnTo>
                <a:lnTo>
                  <a:pt x="1972794" y="1032432"/>
                </a:lnTo>
                <a:lnTo>
                  <a:pt x="2001385" y="1043289"/>
                </a:lnTo>
                <a:lnTo>
                  <a:pt x="2029977" y="1053383"/>
                </a:lnTo>
                <a:lnTo>
                  <a:pt x="2058553" y="1062997"/>
                </a:lnTo>
                <a:lnTo>
                  <a:pt x="2087145" y="1072395"/>
                </a:lnTo>
                <a:lnTo>
                  <a:pt x="2115736" y="1081821"/>
                </a:lnTo>
                <a:lnTo>
                  <a:pt x="2144328" y="1091474"/>
                </a:lnTo>
                <a:lnTo>
                  <a:pt x="2172919" y="1101507"/>
                </a:lnTo>
                <a:lnTo>
                  <a:pt x="2201510" y="1112024"/>
                </a:lnTo>
                <a:lnTo>
                  <a:pt x="2230102" y="1123069"/>
                </a:lnTo>
                <a:lnTo>
                  <a:pt x="2258693" y="1134640"/>
                </a:lnTo>
                <a:lnTo>
                  <a:pt x="2287284" y="1146684"/>
                </a:lnTo>
                <a:lnTo>
                  <a:pt x="2315876" y="1159116"/>
                </a:lnTo>
                <a:lnTo>
                  <a:pt x="2344467" y="1171807"/>
                </a:lnTo>
                <a:lnTo>
                  <a:pt x="2373059" y="1184614"/>
                </a:lnTo>
                <a:lnTo>
                  <a:pt x="2401650" y="1197421"/>
                </a:lnTo>
                <a:lnTo>
                  <a:pt x="2430241" y="1210083"/>
                </a:lnTo>
                <a:lnTo>
                  <a:pt x="2458833" y="1222442"/>
                </a:lnTo>
                <a:lnTo>
                  <a:pt x="2487424" y="1234396"/>
                </a:lnTo>
                <a:lnTo>
                  <a:pt x="2516015" y="1245859"/>
                </a:lnTo>
                <a:lnTo>
                  <a:pt x="2544607" y="1256729"/>
                </a:lnTo>
                <a:lnTo>
                  <a:pt x="2573198" y="1266977"/>
                </a:lnTo>
                <a:lnTo>
                  <a:pt x="2601790" y="1276575"/>
                </a:lnTo>
                <a:lnTo>
                  <a:pt x="2630381" y="1285479"/>
                </a:lnTo>
                <a:lnTo>
                  <a:pt x="2658973" y="1293733"/>
                </a:lnTo>
                <a:lnTo>
                  <a:pt x="2687564" y="1301321"/>
                </a:lnTo>
                <a:lnTo>
                  <a:pt x="2716155" y="1308303"/>
                </a:lnTo>
                <a:lnTo>
                  <a:pt x="2744746" y="1314692"/>
                </a:lnTo>
                <a:lnTo>
                  <a:pt x="2773338" y="1320532"/>
                </a:lnTo>
                <a:lnTo>
                  <a:pt x="2801929" y="1325851"/>
                </a:lnTo>
                <a:lnTo>
                  <a:pt x="2830521" y="1330708"/>
                </a:lnTo>
                <a:lnTo>
                  <a:pt x="2830521" y="1017131"/>
                </a:lnTo>
                <a:lnTo>
                  <a:pt x="2801929" y="1009313"/>
                </a:lnTo>
                <a:lnTo>
                  <a:pt x="2773338" y="1000737"/>
                </a:lnTo>
                <a:lnTo>
                  <a:pt x="2744746" y="991429"/>
                </a:lnTo>
                <a:lnTo>
                  <a:pt x="2716155" y="981435"/>
                </a:lnTo>
                <a:lnTo>
                  <a:pt x="2687564" y="970821"/>
                </a:lnTo>
                <a:lnTo>
                  <a:pt x="2658973" y="959675"/>
                </a:lnTo>
                <a:lnTo>
                  <a:pt x="2630381" y="948098"/>
                </a:lnTo>
                <a:lnTo>
                  <a:pt x="2601790" y="936207"/>
                </a:lnTo>
                <a:lnTo>
                  <a:pt x="2573198" y="924128"/>
                </a:lnTo>
                <a:lnTo>
                  <a:pt x="2544607" y="911983"/>
                </a:lnTo>
                <a:lnTo>
                  <a:pt x="2516015" y="899902"/>
                </a:lnTo>
                <a:lnTo>
                  <a:pt x="2487424" y="888000"/>
                </a:lnTo>
                <a:lnTo>
                  <a:pt x="2458833" y="876379"/>
                </a:lnTo>
                <a:lnTo>
                  <a:pt x="2430241" y="865128"/>
                </a:lnTo>
                <a:lnTo>
                  <a:pt x="2401650" y="854306"/>
                </a:lnTo>
                <a:lnTo>
                  <a:pt x="2373059" y="843955"/>
                </a:lnTo>
                <a:lnTo>
                  <a:pt x="2344467" y="834084"/>
                </a:lnTo>
                <a:lnTo>
                  <a:pt x="2315876" y="824678"/>
                </a:lnTo>
                <a:lnTo>
                  <a:pt x="2287284" y="815699"/>
                </a:lnTo>
                <a:lnTo>
                  <a:pt x="2258693" y="807082"/>
                </a:lnTo>
                <a:lnTo>
                  <a:pt x="2230102" y="798752"/>
                </a:lnTo>
                <a:lnTo>
                  <a:pt x="2201510" y="790612"/>
                </a:lnTo>
                <a:lnTo>
                  <a:pt x="2172919" y="782560"/>
                </a:lnTo>
                <a:lnTo>
                  <a:pt x="2144328" y="774483"/>
                </a:lnTo>
                <a:lnTo>
                  <a:pt x="2115736" y="766265"/>
                </a:lnTo>
                <a:lnTo>
                  <a:pt x="2087145" y="757780"/>
                </a:lnTo>
                <a:lnTo>
                  <a:pt x="2058553" y="748892"/>
                </a:lnTo>
                <a:lnTo>
                  <a:pt x="2029977" y="739450"/>
                </a:lnTo>
                <a:lnTo>
                  <a:pt x="2001385" y="729293"/>
                </a:lnTo>
                <a:lnTo>
                  <a:pt x="1972794" y="718235"/>
                </a:lnTo>
                <a:lnTo>
                  <a:pt x="1944202" y="706077"/>
                </a:lnTo>
                <a:lnTo>
                  <a:pt x="1915611" y="692608"/>
                </a:lnTo>
                <a:lnTo>
                  <a:pt x="1887020" y="677607"/>
                </a:lnTo>
                <a:lnTo>
                  <a:pt x="1858428" y="660859"/>
                </a:lnTo>
                <a:lnTo>
                  <a:pt x="1829837" y="642156"/>
                </a:lnTo>
                <a:lnTo>
                  <a:pt x="1801245" y="621321"/>
                </a:lnTo>
                <a:lnTo>
                  <a:pt x="1772654" y="598207"/>
                </a:lnTo>
                <a:lnTo>
                  <a:pt x="1744063" y="572722"/>
                </a:lnTo>
                <a:lnTo>
                  <a:pt x="1715471" y="544828"/>
                </a:lnTo>
                <a:lnTo>
                  <a:pt x="1686880" y="514558"/>
                </a:lnTo>
                <a:lnTo>
                  <a:pt x="1658289" y="482022"/>
                </a:lnTo>
                <a:lnTo>
                  <a:pt x="1629697" y="447407"/>
                </a:lnTo>
                <a:lnTo>
                  <a:pt x="1601106" y="410985"/>
                </a:lnTo>
                <a:lnTo>
                  <a:pt x="1572514" y="373102"/>
                </a:lnTo>
                <a:lnTo>
                  <a:pt x="1543923" y="334187"/>
                </a:lnTo>
                <a:lnTo>
                  <a:pt x="1515332" y="294734"/>
                </a:lnTo>
                <a:lnTo>
                  <a:pt x="1486740" y="255299"/>
                </a:lnTo>
                <a:lnTo>
                  <a:pt x="1458149" y="216486"/>
                </a:lnTo>
                <a:lnTo>
                  <a:pt x="1429558" y="178933"/>
                </a:lnTo>
                <a:lnTo>
                  <a:pt x="1400966" y="143302"/>
                </a:lnTo>
                <a:lnTo>
                  <a:pt x="1372375" y="110256"/>
                </a:lnTo>
                <a:lnTo>
                  <a:pt x="1343783" y="80450"/>
                </a:lnTo>
                <a:lnTo>
                  <a:pt x="1315192" y="54510"/>
                </a:lnTo>
                <a:lnTo>
                  <a:pt x="1286601" y="33013"/>
                </a:lnTo>
                <a:lnTo>
                  <a:pt x="1258009" y="16480"/>
                </a:lnTo>
                <a:lnTo>
                  <a:pt x="1229418" y="5357"/>
                </a:lnTo>
                <a:lnTo>
                  <a:pt x="1200827" y="0"/>
                </a:lnTo>
                <a:lnTo>
                  <a:pt x="1172235" y="672"/>
                </a:lnTo>
                <a:lnTo>
                  <a:pt x="1143644" y="7529"/>
                </a:lnTo>
                <a:lnTo>
                  <a:pt x="1115052" y="20620"/>
                </a:lnTo>
                <a:lnTo>
                  <a:pt x="1086461" y="39880"/>
                </a:lnTo>
                <a:lnTo>
                  <a:pt x="1057870" y="65134"/>
                </a:lnTo>
                <a:lnTo>
                  <a:pt x="1029278" y="96098"/>
                </a:lnTo>
                <a:lnTo>
                  <a:pt x="1000687" y="132383"/>
                </a:lnTo>
                <a:lnTo>
                  <a:pt x="972095" y="173505"/>
                </a:lnTo>
                <a:lnTo>
                  <a:pt x="943507" y="218893"/>
                </a:lnTo>
                <a:lnTo>
                  <a:pt x="914916" y="267900"/>
                </a:lnTo>
                <a:lnTo>
                  <a:pt x="886324" y="319822"/>
                </a:lnTo>
                <a:lnTo>
                  <a:pt x="857734" y="373904"/>
                </a:lnTo>
                <a:lnTo>
                  <a:pt x="829143" y="429369"/>
                </a:lnTo>
                <a:lnTo>
                  <a:pt x="800551" y="485435"/>
                </a:lnTo>
                <a:lnTo>
                  <a:pt x="771960" y="541330"/>
                </a:lnTo>
                <a:lnTo>
                  <a:pt x="743369" y="596320"/>
                </a:lnTo>
                <a:lnTo>
                  <a:pt x="714779" y="649725"/>
                </a:lnTo>
                <a:lnTo>
                  <a:pt x="686187" y="700941"/>
                </a:lnTo>
                <a:lnTo>
                  <a:pt x="657596" y="749456"/>
                </a:lnTo>
                <a:lnTo>
                  <a:pt x="629005" y="794852"/>
                </a:lnTo>
                <a:lnTo>
                  <a:pt x="600413" y="836826"/>
                </a:lnTo>
                <a:lnTo>
                  <a:pt x="571822" y="875177"/>
                </a:lnTo>
                <a:lnTo>
                  <a:pt x="543232" y="909807"/>
                </a:lnTo>
                <a:lnTo>
                  <a:pt x="514640" y="940714"/>
                </a:lnTo>
                <a:lnTo>
                  <a:pt x="486049" y="967975"/>
                </a:lnTo>
                <a:lnTo>
                  <a:pt x="457458" y="991732"/>
                </a:lnTo>
                <a:lnTo>
                  <a:pt x="428866" y="1012184"/>
                </a:lnTo>
                <a:lnTo>
                  <a:pt x="400276" y="1029565"/>
                </a:lnTo>
                <a:lnTo>
                  <a:pt x="371685" y="1044133"/>
                </a:lnTo>
                <a:lnTo>
                  <a:pt x="343094" y="1056161"/>
                </a:lnTo>
                <a:lnTo>
                  <a:pt x="314502" y="1065922"/>
                </a:lnTo>
                <a:lnTo>
                  <a:pt x="285911" y="1073686"/>
                </a:lnTo>
                <a:lnTo>
                  <a:pt x="257321" y="1079705"/>
                </a:lnTo>
                <a:lnTo>
                  <a:pt x="228730" y="1084221"/>
                </a:lnTo>
                <a:lnTo>
                  <a:pt x="200138" y="1087448"/>
                </a:lnTo>
                <a:lnTo>
                  <a:pt x="171547" y="1089589"/>
                </a:lnTo>
                <a:lnTo>
                  <a:pt x="142955" y="1090821"/>
                </a:lnTo>
                <a:lnTo>
                  <a:pt x="114364" y="1091298"/>
                </a:lnTo>
                <a:lnTo>
                  <a:pt x="85774" y="1091160"/>
                </a:lnTo>
                <a:lnTo>
                  <a:pt x="57183" y="1090533"/>
                </a:lnTo>
                <a:lnTo>
                  <a:pt x="28591" y="1089524"/>
                </a:lnTo>
                <a:lnTo>
                  <a:pt x="0" y="1088227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445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D4250503-C439-6FCA-F051-3E19B3ED8969}"/>
              </a:ext>
            </a:extLst>
          </p:cNvPr>
          <p:cNvSpPr/>
          <p:nvPr/>
        </p:nvSpPr>
        <p:spPr>
          <a:xfrm>
            <a:off x="1661359" y="3264727"/>
            <a:ext cx="2830520" cy="1099649"/>
          </a:xfrm>
          <a:custGeom>
            <a:avLst/>
            <a:gdLst>
              <a:gd name="csX0" fmla="*/ 0 w 2830520"/>
              <a:gd name="csY0" fmla="*/ 1088057 h 1099649"/>
              <a:gd name="csX1" fmla="*/ 28591 w 2830520"/>
              <a:gd name="csY1" fmla="*/ 1090832 h 1099649"/>
              <a:gd name="csX2" fmla="*/ 57183 w 2830520"/>
              <a:gd name="csY2" fmla="*/ 1093463 h 1099649"/>
              <a:gd name="csX3" fmla="*/ 85774 w 2830520"/>
              <a:gd name="csY3" fmla="*/ 1095834 h 1099649"/>
              <a:gd name="csX4" fmla="*/ 114364 w 2830520"/>
              <a:gd name="csY4" fmla="*/ 1097770 h 1099649"/>
              <a:gd name="csX5" fmla="*/ 142955 w 2830520"/>
              <a:gd name="csY5" fmla="*/ 1099115 h 1099649"/>
              <a:gd name="csX6" fmla="*/ 171547 w 2830520"/>
              <a:gd name="csY6" fmla="*/ 1099650 h 1099649"/>
              <a:gd name="csX7" fmla="*/ 200138 w 2830520"/>
              <a:gd name="csY7" fmla="*/ 1099173 h 1099649"/>
              <a:gd name="csX8" fmla="*/ 228730 w 2830520"/>
              <a:gd name="csY8" fmla="*/ 1097438 h 1099649"/>
              <a:gd name="csX9" fmla="*/ 257321 w 2830520"/>
              <a:gd name="csY9" fmla="*/ 1094171 h 1099649"/>
              <a:gd name="csX10" fmla="*/ 285911 w 2830520"/>
              <a:gd name="csY10" fmla="*/ 1089098 h 1099649"/>
              <a:gd name="csX11" fmla="*/ 314502 w 2830520"/>
              <a:gd name="csY11" fmla="*/ 1081928 h 1099649"/>
              <a:gd name="csX12" fmla="*/ 343094 w 2830520"/>
              <a:gd name="csY12" fmla="*/ 1072403 h 1099649"/>
              <a:gd name="csX13" fmla="*/ 371685 w 2830520"/>
              <a:gd name="csY13" fmla="*/ 1060203 h 1099649"/>
              <a:gd name="csX14" fmla="*/ 400276 w 2830520"/>
              <a:gd name="csY14" fmla="*/ 1045083 h 1099649"/>
              <a:gd name="csX15" fmla="*/ 428866 w 2830520"/>
              <a:gd name="csY15" fmla="*/ 1026783 h 1099649"/>
              <a:gd name="csX16" fmla="*/ 457458 w 2830520"/>
              <a:gd name="csY16" fmla="*/ 1005101 h 1099649"/>
              <a:gd name="csX17" fmla="*/ 486049 w 2830520"/>
              <a:gd name="csY17" fmla="*/ 979869 h 1099649"/>
              <a:gd name="csX18" fmla="*/ 514640 w 2830520"/>
              <a:gd name="csY18" fmla="*/ 950967 h 1099649"/>
              <a:gd name="csX19" fmla="*/ 543232 w 2830520"/>
              <a:gd name="csY19" fmla="*/ 918337 h 1099649"/>
              <a:gd name="csX20" fmla="*/ 571822 w 2830520"/>
              <a:gd name="csY20" fmla="*/ 881992 h 1099649"/>
              <a:gd name="csX21" fmla="*/ 600413 w 2830520"/>
              <a:gd name="csY21" fmla="*/ 842021 h 1099649"/>
              <a:gd name="csX22" fmla="*/ 629005 w 2830520"/>
              <a:gd name="csY22" fmla="*/ 798594 h 1099649"/>
              <a:gd name="csX23" fmla="*/ 657596 w 2830520"/>
              <a:gd name="csY23" fmla="*/ 751966 h 1099649"/>
              <a:gd name="csX24" fmla="*/ 686187 w 2830520"/>
              <a:gd name="csY24" fmla="*/ 702474 h 1099649"/>
              <a:gd name="csX25" fmla="*/ 714779 w 2830520"/>
              <a:gd name="csY25" fmla="*/ 650539 h 1099649"/>
              <a:gd name="csX26" fmla="*/ 743369 w 2830520"/>
              <a:gd name="csY26" fmla="*/ 596664 h 1099649"/>
              <a:gd name="csX27" fmla="*/ 771960 w 2830520"/>
              <a:gd name="csY27" fmla="*/ 541419 h 1099649"/>
              <a:gd name="csX28" fmla="*/ 800551 w 2830520"/>
              <a:gd name="csY28" fmla="*/ 485438 h 1099649"/>
              <a:gd name="csX29" fmla="*/ 829143 w 2830520"/>
              <a:gd name="csY29" fmla="*/ 429404 h 1099649"/>
              <a:gd name="csX30" fmla="*/ 857734 w 2830520"/>
              <a:gd name="csY30" fmla="*/ 374040 h 1099649"/>
              <a:gd name="csX31" fmla="*/ 886324 w 2830520"/>
              <a:gd name="csY31" fmla="*/ 320080 h 1099649"/>
              <a:gd name="csX32" fmla="*/ 914916 w 2830520"/>
              <a:gd name="csY32" fmla="*/ 268273 h 1099649"/>
              <a:gd name="csX33" fmla="*/ 943507 w 2830520"/>
              <a:gd name="csY33" fmla="*/ 219343 h 1099649"/>
              <a:gd name="csX34" fmla="*/ 972095 w 2830520"/>
              <a:gd name="csY34" fmla="*/ 173987 h 1099649"/>
              <a:gd name="csX35" fmla="*/ 1000687 w 2830520"/>
              <a:gd name="csY35" fmla="*/ 132849 h 1099649"/>
              <a:gd name="csX36" fmla="*/ 1029278 w 2830520"/>
              <a:gd name="csY36" fmla="*/ 96510 h 1099649"/>
              <a:gd name="csX37" fmla="*/ 1057870 w 2830520"/>
              <a:gd name="csY37" fmla="*/ 65465 h 1099649"/>
              <a:gd name="csX38" fmla="*/ 1086461 w 2830520"/>
              <a:gd name="csY38" fmla="*/ 40118 h 1099649"/>
              <a:gd name="csX39" fmla="*/ 1115052 w 2830520"/>
              <a:gd name="csY39" fmla="*/ 20769 h 1099649"/>
              <a:gd name="csX40" fmla="*/ 1143644 w 2830520"/>
              <a:gd name="csY40" fmla="*/ 7603 h 1099649"/>
              <a:gd name="csX41" fmla="*/ 1172235 w 2830520"/>
              <a:gd name="csY41" fmla="*/ 695 h 1099649"/>
              <a:gd name="csX42" fmla="*/ 1200827 w 2830520"/>
              <a:gd name="csY42" fmla="*/ 0 h 1099649"/>
              <a:gd name="csX43" fmla="*/ 1229418 w 2830520"/>
              <a:gd name="csY43" fmla="*/ 5360 h 1099649"/>
              <a:gd name="csX44" fmla="*/ 1258009 w 2830520"/>
              <a:gd name="csY44" fmla="*/ 16509 h 1099649"/>
              <a:gd name="csX45" fmla="*/ 1286601 w 2830520"/>
              <a:gd name="csY45" fmla="*/ 33080 h 1099649"/>
              <a:gd name="csX46" fmla="*/ 1315192 w 2830520"/>
              <a:gd name="csY46" fmla="*/ 54621 h 1099649"/>
              <a:gd name="csX47" fmla="*/ 1343783 w 2830520"/>
              <a:gd name="csY47" fmla="*/ 80607 h 1099649"/>
              <a:gd name="csX48" fmla="*/ 1372375 w 2830520"/>
              <a:gd name="csY48" fmla="*/ 110445 h 1099649"/>
              <a:gd name="csX49" fmla="*/ 1400966 w 2830520"/>
              <a:gd name="csY49" fmla="*/ 143508 h 1099649"/>
              <a:gd name="csX50" fmla="*/ 1429558 w 2830520"/>
              <a:gd name="csY50" fmla="*/ 179140 h 1099649"/>
              <a:gd name="csX51" fmla="*/ 1458149 w 2830520"/>
              <a:gd name="csY51" fmla="*/ 216674 h 1099649"/>
              <a:gd name="csX52" fmla="*/ 1486740 w 2830520"/>
              <a:gd name="csY52" fmla="*/ 255455 h 1099649"/>
              <a:gd name="csX53" fmla="*/ 1515332 w 2830520"/>
              <a:gd name="csY53" fmla="*/ 294847 h 1099649"/>
              <a:gd name="csX54" fmla="*/ 1543923 w 2830520"/>
              <a:gd name="csY54" fmla="*/ 334255 h 1099649"/>
              <a:gd name="csX55" fmla="*/ 1572514 w 2830520"/>
              <a:gd name="csY55" fmla="*/ 373131 h 1099649"/>
              <a:gd name="csX56" fmla="*/ 1601106 w 2830520"/>
              <a:gd name="csY56" fmla="*/ 410987 h 1099649"/>
              <a:gd name="csX57" fmla="*/ 1629697 w 2830520"/>
              <a:gd name="csY57" fmla="*/ 447408 h 1099649"/>
              <a:gd name="csX58" fmla="*/ 1658289 w 2830520"/>
              <a:gd name="csY58" fmla="*/ 482047 h 1099649"/>
              <a:gd name="csX59" fmla="*/ 1686880 w 2830520"/>
              <a:gd name="csY59" fmla="*/ 514633 h 1099649"/>
              <a:gd name="csX60" fmla="*/ 1715471 w 2830520"/>
              <a:gd name="csY60" fmla="*/ 544977 h 1099649"/>
              <a:gd name="csX61" fmla="*/ 1744063 w 2830520"/>
              <a:gd name="csY61" fmla="*/ 572960 h 1099649"/>
              <a:gd name="csX62" fmla="*/ 1772654 w 2830520"/>
              <a:gd name="csY62" fmla="*/ 598539 h 1099649"/>
              <a:gd name="csX63" fmla="*/ 1801245 w 2830520"/>
              <a:gd name="csY63" fmla="*/ 621733 h 1099649"/>
              <a:gd name="csX64" fmla="*/ 1829837 w 2830520"/>
              <a:gd name="csY64" fmla="*/ 642622 h 1099649"/>
              <a:gd name="csX65" fmla="*/ 1858428 w 2830520"/>
              <a:gd name="csY65" fmla="*/ 661340 h 1099649"/>
              <a:gd name="csX66" fmla="*/ 1887020 w 2830520"/>
              <a:gd name="csY66" fmla="*/ 678057 h 1099649"/>
              <a:gd name="csX67" fmla="*/ 1915611 w 2830520"/>
              <a:gd name="csY67" fmla="*/ 692980 h 1099649"/>
              <a:gd name="csX68" fmla="*/ 1944202 w 2830520"/>
              <a:gd name="csY68" fmla="*/ 706336 h 1099649"/>
              <a:gd name="csX69" fmla="*/ 1972794 w 2830520"/>
              <a:gd name="csY69" fmla="*/ 718369 h 1099649"/>
              <a:gd name="csX70" fmla="*/ 2001385 w 2830520"/>
              <a:gd name="csY70" fmla="*/ 729328 h 1099649"/>
              <a:gd name="csX71" fmla="*/ 2029977 w 2830520"/>
              <a:gd name="csY71" fmla="*/ 739453 h 1099649"/>
              <a:gd name="csX72" fmla="*/ 2058553 w 2830520"/>
              <a:gd name="csY72" fmla="*/ 748980 h 1099649"/>
              <a:gd name="csX73" fmla="*/ 2087145 w 2830520"/>
              <a:gd name="csY73" fmla="*/ 758124 h 1099649"/>
              <a:gd name="csX74" fmla="*/ 2115736 w 2830520"/>
              <a:gd name="csY74" fmla="*/ 767079 h 1099649"/>
              <a:gd name="csX75" fmla="*/ 2144328 w 2830520"/>
              <a:gd name="csY75" fmla="*/ 776015 h 1099649"/>
              <a:gd name="csX76" fmla="*/ 2172919 w 2830520"/>
              <a:gd name="csY76" fmla="*/ 785071 h 1099649"/>
              <a:gd name="csX77" fmla="*/ 2201510 w 2830520"/>
              <a:gd name="csY77" fmla="*/ 794355 h 1099649"/>
              <a:gd name="csX78" fmla="*/ 2230102 w 2830520"/>
              <a:gd name="csY78" fmla="*/ 803947 h 1099649"/>
              <a:gd name="csX79" fmla="*/ 2258693 w 2830520"/>
              <a:gd name="csY79" fmla="*/ 813898 h 1099649"/>
              <a:gd name="csX80" fmla="*/ 2287284 w 2830520"/>
              <a:gd name="csY80" fmla="*/ 824227 h 1099649"/>
              <a:gd name="csX81" fmla="*/ 2315876 w 2830520"/>
              <a:gd name="csY81" fmla="*/ 834931 h 1099649"/>
              <a:gd name="csX82" fmla="*/ 2344467 w 2830520"/>
              <a:gd name="csY82" fmla="*/ 845978 h 1099649"/>
              <a:gd name="csX83" fmla="*/ 2373059 w 2830520"/>
              <a:gd name="csY83" fmla="*/ 857324 h 1099649"/>
              <a:gd name="csX84" fmla="*/ 2401650 w 2830520"/>
              <a:gd name="csY84" fmla="*/ 868903 h 1099649"/>
              <a:gd name="csX85" fmla="*/ 2430241 w 2830520"/>
              <a:gd name="csY85" fmla="*/ 880639 h 1099649"/>
              <a:gd name="csX86" fmla="*/ 2458833 w 2830520"/>
              <a:gd name="csY86" fmla="*/ 892446 h 1099649"/>
              <a:gd name="csX87" fmla="*/ 2487424 w 2830520"/>
              <a:gd name="csY87" fmla="*/ 904235 h 1099649"/>
              <a:gd name="csX88" fmla="*/ 2516015 w 2830520"/>
              <a:gd name="csY88" fmla="*/ 915914 h 1099649"/>
              <a:gd name="csX89" fmla="*/ 2544607 w 2830520"/>
              <a:gd name="csY89" fmla="*/ 927394 h 1099649"/>
              <a:gd name="csX90" fmla="*/ 2573198 w 2830520"/>
              <a:gd name="csY90" fmla="*/ 938591 h 1099649"/>
              <a:gd name="csX91" fmla="*/ 2601790 w 2830520"/>
              <a:gd name="csY91" fmla="*/ 949425 h 1099649"/>
              <a:gd name="csX92" fmla="*/ 2630381 w 2830520"/>
              <a:gd name="csY92" fmla="*/ 959828 h 1099649"/>
              <a:gd name="csX93" fmla="*/ 2658973 w 2830520"/>
              <a:gd name="csY93" fmla="*/ 969738 h 1099649"/>
              <a:gd name="csX94" fmla="*/ 2687564 w 2830520"/>
              <a:gd name="csY94" fmla="*/ 979110 h 1099649"/>
              <a:gd name="csX95" fmla="*/ 2716155 w 2830520"/>
              <a:gd name="csY95" fmla="*/ 987905 h 1099649"/>
              <a:gd name="csX96" fmla="*/ 2744746 w 2830520"/>
              <a:gd name="csY96" fmla="*/ 996096 h 1099649"/>
              <a:gd name="csX97" fmla="*/ 2773338 w 2830520"/>
              <a:gd name="csY97" fmla="*/ 1003670 h 1099649"/>
              <a:gd name="csX98" fmla="*/ 2801929 w 2830520"/>
              <a:gd name="csY98" fmla="*/ 1010623 h 1099649"/>
              <a:gd name="csX99" fmla="*/ 2830521 w 2830520"/>
              <a:gd name="csY99" fmla="*/ 1016954 h 10996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099649">
                <a:moveTo>
                  <a:pt x="0" y="1088057"/>
                </a:moveTo>
                <a:lnTo>
                  <a:pt x="28591" y="1090832"/>
                </a:lnTo>
                <a:lnTo>
                  <a:pt x="57183" y="1093463"/>
                </a:lnTo>
                <a:lnTo>
                  <a:pt x="85774" y="1095834"/>
                </a:lnTo>
                <a:lnTo>
                  <a:pt x="114364" y="1097770"/>
                </a:lnTo>
                <a:lnTo>
                  <a:pt x="142955" y="1099115"/>
                </a:lnTo>
                <a:lnTo>
                  <a:pt x="171547" y="1099650"/>
                </a:lnTo>
                <a:lnTo>
                  <a:pt x="200138" y="1099173"/>
                </a:lnTo>
                <a:lnTo>
                  <a:pt x="228730" y="1097438"/>
                </a:lnTo>
                <a:lnTo>
                  <a:pt x="257321" y="1094171"/>
                </a:lnTo>
                <a:lnTo>
                  <a:pt x="285911" y="1089098"/>
                </a:lnTo>
                <a:lnTo>
                  <a:pt x="314502" y="1081928"/>
                </a:lnTo>
                <a:lnTo>
                  <a:pt x="343094" y="1072403"/>
                </a:lnTo>
                <a:lnTo>
                  <a:pt x="371685" y="1060203"/>
                </a:lnTo>
                <a:lnTo>
                  <a:pt x="400276" y="1045083"/>
                </a:lnTo>
                <a:lnTo>
                  <a:pt x="428866" y="1026783"/>
                </a:lnTo>
                <a:lnTo>
                  <a:pt x="457458" y="1005101"/>
                </a:lnTo>
                <a:lnTo>
                  <a:pt x="486049" y="979869"/>
                </a:lnTo>
                <a:lnTo>
                  <a:pt x="514640" y="950967"/>
                </a:lnTo>
                <a:lnTo>
                  <a:pt x="543232" y="918337"/>
                </a:lnTo>
                <a:lnTo>
                  <a:pt x="571822" y="881992"/>
                </a:lnTo>
                <a:lnTo>
                  <a:pt x="600413" y="842021"/>
                </a:lnTo>
                <a:lnTo>
                  <a:pt x="629005" y="798594"/>
                </a:lnTo>
                <a:lnTo>
                  <a:pt x="657596" y="751966"/>
                </a:lnTo>
                <a:lnTo>
                  <a:pt x="686187" y="702474"/>
                </a:lnTo>
                <a:lnTo>
                  <a:pt x="714779" y="650539"/>
                </a:lnTo>
                <a:lnTo>
                  <a:pt x="743369" y="596664"/>
                </a:lnTo>
                <a:lnTo>
                  <a:pt x="771960" y="541419"/>
                </a:lnTo>
                <a:lnTo>
                  <a:pt x="800551" y="485438"/>
                </a:lnTo>
                <a:lnTo>
                  <a:pt x="829143" y="429404"/>
                </a:lnTo>
                <a:lnTo>
                  <a:pt x="857734" y="374040"/>
                </a:lnTo>
                <a:lnTo>
                  <a:pt x="886324" y="320080"/>
                </a:lnTo>
                <a:lnTo>
                  <a:pt x="914916" y="268273"/>
                </a:lnTo>
                <a:lnTo>
                  <a:pt x="943507" y="219343"/>
                </a:lnTo>
                <a:lnTo>
                  <a:pt x="972095" y="173987"/>
                </a:lnTo>
                <a:lnTo>
                  <a:pt x="1000687" y="132849"/>
                </a:lnTo>
                <a:lnTo>
                  <a:pt x="1029278" y="96510"/>
                </a:lnTo>
                <a:lnTo>
                  <a:pt x="1057870" y="65465"/>
                </a:lnTo>
                <a:lnTo>
                  <a:pt x="1086461" y="40118"/>
                </a:lnTo>
                <a:lnTo>
                  <a:pt x="1115052" y="20769"/>
                </a:lnTo>
                <a:lnTo>
                  <a:pt x="1143644" y="7603"/>
                </a:lnTo>
                <a:lnTo>
                  <a:pt x="1172235" y="695"/>
                </a:lnTo>
                <a:lnTo>
                  <a:pt x="1200827" y="0"/>
                </a:lnTo>
                <a:lnTo>
                  <a:pt x="1229418" y="5360"/>
                </a:lnTo>
                <a:lnTo>
                  <a:pt x="1258009" y="16509"/>
                </a:lnTo>
                <a:lnTo>
                  <a:pt x="1286601" y="33080"/>
                </a:lnTo>
                <a:lnTo>
                  <a:pt x="1315192" y="54621"/>
                </a:lnTo>
                <a:lnTo>
                  <a:pt x="1343783" y="80607"/>
                </a:lnTo>
                <a:lnTo>
                  <a:pt x="1372375" y="110445"/>
                </a:lnTo>
                <a:lnTo>
                  <a:pt x="1400966" y="143508"/>
                </a:lnTo>
                <a:lnTo>
                  <a:pt x="1429558" y="179140"/>
                </a:lnTo>
                <a:lnTo>
                  <a:pt x="1458149" y="216674"/>
                </a:lnTo>
                <a:lnTo>
                  <a:pt x="1486740" y="255455"/>
                </a:lnTo>
                <a:lnTo>
                  <a:pt x="1515332" y="294847"/>
                </a:lnTo>
                <a:lnTo>
                  <a:pt x="1543923" y="334255"/>
                </a:lnTo>
                <a:lnTo>
                  <a:pt x="1572514" y="373131"/>
                </a:lnTo>
                <a:lnTo>
                  <a:pt x="1601106" y="410987"/>
                </a:lnTo>
                <a:lnTo>
                  <a:pt x="1629697" y="447408"/>
                </a:lnTo>
                <a:lnTo>
                  <a:pt x="1658289" y="482047"/>
                </a:lnTo>
                <a:lnTo>
                  <a:pt x="1686880" y="514633"/>
                </a:lnTo>
                <a:lnTo>
                  <a:pt x="1715471" y="544977"/>
                </a:lnTo>
                <a:lnTo>
                  <a:pt x="1744063" y="572960"/>
                </a:lnTo>
                <a:lnTo>
                  <a:pt x="1772654" y="598539"/>
                </a:lnTo>
                <a:lnTo>
                  <a:pt x="1801245" y="621733"/>
                </a:lnTo>
                <a:lnTo>
                  <a:pt x="1829837" y="642622"/>
                </a:lnTo>
                <a:lnTo>
                  <a:pt x="1858428" y="661340"/>
                </a:lnTo>
                <a:lnTo>
                  <a:pt x="1887020" y="678057"/>
                </a:lnTo>
                <a:lnTo>
                  <a:pt x="1915611" y="692980"/>
                </a:lnTo>
                <a:lnTo>
                  <a:pt x="1944202" y="706336"/>
                </a:lnTo>
                <a:lnTo>
                  <a:pt x="1972794" y="718369"/>
                </a:lnTo>
                <a:lnTo>
                  <a:pt x="2001385" y="729328"/>
                </a:lnTo>
                <a:lnTo>
                  <a:pt x="2029977" y="739453"/>
                </a:lnTo>
                <a:lnTo>
                  <a:pt x="2058553" y="748980"/>
                </a:lnTo>
                <a:lnTo>
                  <a:pt x="2087145" y="758124"/>
                </a:lnTo>
                <a:lnTo>
                  <a:pt x="2115736" y="767079"/>
                </a:lnTo>
                <a:lnTo>
                  <a:pt x="2144328" y="776015"/>
                </a:lnTo>
                <a:lnTo>
                  <a:pt x="2172919" y="785071"/>
                </a:lnTo>
                <a:lnTo>
                  <a:pt x="2201510" y="794355"/>
                </a:lnTo>
                <a:lnTo>
                  <a:pt x="2230102" y="803947"/>
                </a:lnTo>
                <a:lnTo>
                  <a:pt x="2258693" y="813898"/>
                </a:lnTo>
                <a:lnTo>
                  <a:pt x="2287284" y="824227"/>
                </a:lnTo>
                <a:lnTo>
                  <a:pt x="2315876" y="834931"/>
                </a:lnTo>
                <a:lnTo>
                  <a:pt x="2344467" y="845978"/>
                </a:lnTo>
                <a:lnTo>
                  <a:pt x="2373059" y="857324"/>
                </a:lnTo>
                <a:lnTo>
                  <a:pt x="2401650" y="868903"/>
                </a:lnTo>
                <a:lnTo>
                  <a:pt x="2430241" y="880639"/>
                </a:lnTo>
                <a:lnTo>
                  <a:pt x="2458833" y="892446"/>
                </a:lnTo>
                <a:lnTo>
                  <a:pt x="2487424" y="904235"/>
                </a:lnTo>
                <a:lnTo>
                  <a:pt x="2516015" y="915914"/>
                </a:lnTo>
                <a:lnTo>
                  <a:pt x="2544607" y="927394"/>
                </a:lnTo>
                <a:lnTo>
                  <a:pt x="2573198" y="938591"/>
                </a:lnTo>
                <a:lnTo>
                  <a:pt x="2601790" y="949425"/>
                </a:lnTo>
                <a:lnTo>
                  <a:pt x="2630381" y="959828"/>
                </a:lnTo>
                <a:lnTo>
                  <a:pt x="2658973" y="969738"/>
                </a:lnTo>
                <a:lnTo>
                  <a:pt x="2687564" y="979110"/>
                </a:lnTo>
                <a:lnTo>
                  <a:pt x="2716155" y="987905"/>
                </a:lnTo>
                <a:lnTo>
                  <a:pt x="2744746" y="996096"/>
                </a:lnTo>
                <a:lnTo>
                  <a:pt x="2773338" y="1003670"/>
                </a:lnTo>
                <a:lnTo>
                  <a:pt x="2801929" y="1010623"/>
                </a:lnTo>
                <a:lnTo>
                  <a:pt x="2830521" y="1016954"/>
                </a:lnTo>
              </a:path>
            </a:pathLst>
          </a:custGeom>
          <a:noFill/>
          <a:ln w="17336" cap="rnd">
            <a:solidFill>
              <a:srgbClr val="0000FF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FD052E8D-EBE8-EBC8-C01B-40A3C3262EE5}"/>
              </a:ext>
            </a:extLst>
          </p:cNvPr>
          <p:cNvSpPr/>
          <p:nvPr/>
        </p:nvSpPr>
        <p:spPr>
          <a:xfrm>
            <a:off x="1661359" y="3099759"/>
            <a:ext cx="2830520" cy="1521188"/>
          </a:xfrm>
          <a:custGeom>
            <a:avLst/>
            <a:gdLst>
              <a:gd name="csX0" fmla="*/ 0 w 2830520"/>
              <a:gd name="csY0" fmla="*/ 1460046 h 1521188"/>
              <a:gd name="csX1" fmla="*/ 28591 w 2830520"/>
              <a:gd name="csY1" fmla="*/ 1469311 h 1521188"/>
              <a:gd name="csX2" fmla="*/ 57183 w 2830520"/>
              <a:gd name="csY2" fmla="*/ 1478663 h 1521188"/>
              <a:gd name="csX3" fmla="*/ 85774 w 2830520"/>
              <a:gd name="csY3" fmla="*/ 1487784 h 1521188"/>
              <a:gd name="csX4" fmla="*/ 114364 w 2830520"/>
              <a:gd name="csY4" fmla="*/ 1496443 h 1521188"/>
              <a:gd name="csX5" fmla="*/ 142955 w 2830520"/>
              <a:gd name="csY5" fmla="*/ 1504335 h 1521188"/>
              <a:gd name="csX6" fmla="*/ 171547 w 2830520"/>
              <a:gd name="csY6" fmla="*/ 1511143 h 1521188"/>
              <a:gd name="csX7" fmla="*/ 200138 w 2830520"/>
              <a:gd name="csY7" fmla="*/ 1516477 h 1521188"/>
              <a:gd name="csX8" fmla="*/ 228730 w 2830520"/>
              <a:gd name="csY8" fmla="*/ 1519960 h 1521188"/>
              <a:gd name="csX9" fmla="*/ 257321 w 2830520"/>
              <a:gd name="csY9" fmla="*/ 1521189 h 1521188"/>
              <a:gd name="csX10" fmla="*/ 285911 w 2830520"/>
              <a:gd name="csY10" fmla="*/ 1519758 h 1521188"/>
              <a:gd name="csX11" fmla="*/ 314502 w 2830520"/>
              <a:gd name="csY11" fmla="*/ 1515263 h 1521188"/>
              <a:gd name="csX12" fmla="*/ 343094 w 2830520"/>
              <a:gd name="csY12" fmla="*/ 1507298 h 1521188"/>
              <a:gd name="csX13" fmla="*/ 371685 w 2830520"/>
              <a:gd name="csY13" fmla="*/ 1495517 h 1521188"/>
              <a:gd name="csX14" fmla="*/ 400276 w 2830520"/>
              <a:gd name="csY14" fmla="*/ 1479588 h 1521188"/>
              <a:gd name="csX15" fmla="*/ 428866 w 2830520"/>
              <a:gd name="csY15" fmla="*/ 1459251 h 1521188"/>
              <a:gd name="csX16" fmla="*/ 457458 w 2830520"/>
              <a:gd name="csY16" fmla="*/ 1434273 h 1521188"/>
              <a:gd name="csX17" fmla="*/ 486049 w 2830520"/>
              <a:gd name="csY17" fmla="*/ 1404554 h 1521188"/>
              <a:gd name="csX18" fmla="*/ 514640 w 2830520"/>
              <a:gd name="csY18" fmla="*/ 1370022 h 1521188"/>
              <a:gd name="csX19" fmla="*/ 543232 w 2830520"/>
              <a:gd name="csY19" fmla="*/ 1330734 h 1521188"/>
              <a:gd name="csX20" fmla="*/ 571822 w 2830520"/>
              <a:gd name="csY20" fmla="*/ 1286835 h 1521188"/>
              <a:gd name="csX21" fmla="*/ 600413 w 2830520"/>
              <a:gd name="csY21" fmla="*/ 1238585 h 1521188"/>
              <a:gd name="csX22" fmla="*/ 629005 w 2830520"/>
              <a:gd name="csY22" fmla="*/ 1186331 h 1521188"/>
              <a:gd name="csX23" fmla="*/ 657596 w 2830520"/>
              <a:gd name="csY23" fmla="*/ 1130509 h 1521188"/>
              <a:gd name="csX24" fmla="*/ 686187 w 2830520"/>
              <a:gd name="csY24" fmla="*/ 1071635 h 1521188"/>
              <a:gd name="csX25" fmla="*/ 714779 w 2830520"/>
              <a:gd name="csY25" fmla="*/ 1010405 h 1521188"/>
              <a:gd name="csX26" fmla="*/ 743369 w 2830520"/>
              <a:gd name="csY26" fmla="*/ 947463 h 1521188"/>
              <a:gd name="csX27" fmla="*/ 771960 w 2830520"/>
              <a:gd name="csY27" fmla="*/ 883553 h 1521188"/>
              <a:gd name="csX28" fmla="*/ 800551 w 2830520"/>
              <a:gd name="csY28" fmla="*/ 819460 h 1521188"/>
              <a:gd name="csX29" fmla="*/ 829143 w 2830520"/>
              <a:gd name="csY29" fmla="*/ 755994 h 1521188"/>
              <a:gd name="csX30" fmla="*/ 857734 w 2830520"/>
              <a:gd name="csY30" fmla="*/ 693976 h 1521188"/>
              <a:gd name="csX31" fmla="*/ 886324 w 2830520"/>
              <a:gd name="csY31" fmla="*/ 634224 h 1521188"/>
              <a:gd name="csX32" fmla="*/ 914916 w 2830520"/>
              <a:gd name="csY32" fmla="*/ 577533 h 1521188"/>
              <a:gd name="csX33" fmla="*/ 943507 w 2830520"/>
              <a:gd name="csY33" fmla="*/ 524653 h 1521188"/>
              <a:gd name="csX34" fmla="*/ 972095 w 2830520"/>
              <a:gd name="csY34" fmla="*/ 476284 h 1521188"/>
              <a:gd name="csX35" fmla="*/ 1000687 w 2830520"/>
              <a:gd name="csY35" fmla="*/ 433047 h 1521188"/>
              <a:gd name="csX36" fmla="*/ 1029278 w 2830520"/>
              <a:gd name="csY36" fmla="*/ 395476 h 1521188"/>
              <a:gd name="csX37" fmla="*/ 1057870 w 2830520"/>
              <a:gd name="csY37" fmla="*/ 364010 h 1521188"/>
              <a:gd name="csX38" fmla="*/ 1086461 w 2830520"/>
              <a:gd name="csY38" fmla="*/ 338971 h 1521188"/>
              <a:gd name="csX39" fmla="*/ 1115052 w 2830520"/>
              <a:gd name="csY39" fmla="*/ 320570 h 1521188"/>
              <a:gd name="csX40" fmla="*/ 1143644 w 2830520"/>
              <a:gd name="csY40" fmla="*/ 308897 h 1521188"/>
              <a:gd name="csX41" fmla="*/ 1172235 w 2830520"/>
              <a:gd name="csY41" fmla="*/ 303920 h 1521188"/>
              <a:gd name="csX42" fmla="*/ 1200827 w 2830520"/>
              <a:gd name="csY42" fmla="*/ 305491 h 1521188"/>
              <a:gd name="csX43" fmla="*/ 1229418 w 2830520"/>
              <a:gd name="csY43" fmla="*/ 313349 h 1521188"/>
              <a:gd name="csX44" fmla="*/ 1258009 w 2830520"/>
              <a:gd name="csY44" fmla="*/ 327130 h 1521188"/>
              <a:gd name="csX45" fmla="*/ 1286601 w 2830520"/>
              <a:gd name="csY45" fmla="*/ 346374 h 1521188"/>
              <a:gd name="csX46" fmla="*/ 1315192 w 2830520"/>
              <a:gd name="csY46" fmla="*/ 370546 h 1521188"/>
              <a:gd name="csX47" fmla="*/ 1343783 w 2830520"/>
              <a:gd name="csY47" fmla="*/ 399041 h 1521188"/>
              <a:gd name="csX48" fmla="*/ 1372375 w 2830520"/>
              <a:gd name="csY48" fmla="*/ 431202 h 1521188"/>
              <a:gd name="csX49" fmla="*/ 1400966 w 2830520"/>
              <a:gd name="csY49" fmla="*/ 466343 h 1521188"/>
              <a:gd name="csX50" fmla="*/ 1429558 w 2830520"/>
              <a:gd name="csY50" fmla="*/ 503752 h 1521188"/>
              <a:gd name="csX51" fmla="*/ 1458149 w 2830520"/>
              <a:gd name="csY51" fmla="*/ 542719 h 1521188"/>
              <a:gd name="csX52" fmla="*/ 1486740 w 2830520"/>
              <a:gd name="csY52" fmla="*/ 582540 h 1521188"/>
              <a:gd name="csX53" fmla="*/ 1515332 w 2830520"/>
              <a:gd name="csY53" fmla="*/ 622543 h 1521188"/>
              <a:gd name="csX54" fmla="*/ 1543923 w 2830520"/>
              <a:gd name="csY54" fmla="*/ 662092 h 1521188"/>
              <a:gd name="csX55" fmla="*/ 1572514 w 2830520"/>
              <a:gd name="csY55" fmla="*/ 700602 h 1521188"/>
              <a:gd name="csX56" fmla="*/ 1601106 w 2830520"/>
              <a:gd name="csY56" fmla="*/ 737549 h 1521188"/>
              <a:gd name="csX57" fmla="*/ 1629697 w 2830520"/>
              <a:gd name="csY57" fmla="*/ 772479 h 1521188"/>
              <a:gd name="csX58" fmla="*/ 1658289 w 2830520"/>
              <a:gd name="csY58" fmla="*/ 805012 h 1521188"/>
              <a:gd name="csX59" fmla="*/ 1686880 w 2830520"/>
              <a:gd name="csY59" fmla="*/ 834848 h 1521188"/>
              <a:gd name="csX60" fmla="*/ 1715471 w 2830520"/>
              <a:gd name="csY60" fmla="*/ 861769 h 1521188"/>
              <a:gd name="csX61" fmla="*/ 1744063 w 2830520"/>
              <a:gd name="csY61" fmla="*/ 885638 h 1521188"/>
              <a:gd name="csX62" fmla="*/ 1772654 w 2830520"/>
              <a:gd name="csY62" fmla="*/ 906399 h 1521188"/>
              <a:gd name="csX63" fmla="*/ 1801245 w 2830520"/>
              <a:gd name="csY63" fmla="*/ 924079 h 1521188"/>
              <a:gd name="csX64" fmla="*/ 1829837 w 2830520"/>
              <a:gd name="csY64" fmla="*/ 938772 h 1521188"/>
              <a:gd name="csX65" fmla="*/ 1858428 w 2830520"/>
              <a:gd name="csY65" fmla="*/ 950646 h 1521188"/>
              <a:gd name="csX66" fmla="*/ 1887020 w 2830520"/>
              <a:gd name="csY66" fmla="*/ 959926 h 1521188"/>
              <a:gd name="csX67" fmla="*/ 1915611 w 2830520"/>
              <a:gd name="csY67" fmla="*/ 966892 h 1521188"/>
              <a:gd name="csX68" fmla="*/ 1944202 w 2830520"/>
              <a:gd name="csY68" fmla="*/ 971867 h 1521188"/>
              <a:gd name="csX69" fmla="*/ 1972794 w 2830520"/>
              <a:gd name="csY69" fmla="*/ 975206 h 1521188"/>
              <a:gd name="csX70" fmla="*/ 2001385 w 2830520"/>
              <a:gd name="csY70" fmla="*/ 977288 h 1521188"/>
              <a:gd name="csX71" fmla="*/ 2029977 w 2830520"/>
              <a:gd name="csY71" fmla="*/ 978500 h 1521188"/>
              <a:gd name="csX72" fmla="*/ 2058553 w 2830520"/>
              <a:gd name="csY72" fmla="*/ 979236 h 1521188"/>
              <a:gd name="csX73" fmla="*/ 2087145 w 2830520"/>
              <a:gd name="csY73" fmla="*/ 979868 h 1521188"/>
              <a:gd name="csX74" fmla="*/ 2115736 w 2830520"/>
              <a:gd name="csY74" fmla="*/ 980751 h 1521188"/>
              <a:gd name="csX75" fmla="*/ 2144328 w 2830520"/>
              <a:gd name="csY75" fmla="*/ 982205 h 1521188"/>
              <a:gd name="csX76" fmla="*/ 2172919 w 2830520"/>
              <a:gd name="csY76" fmla="*/ 984545 h 1521188"/>
              <a:gd name="csX77" fmla="*/ 2201510 w 2830520"/>
              <a:gd name="csY77" fmla="*/ 987931 h 1521188"/>
              <a:gd name="csX78" fmla="*/ 2230102 w 2830520"/>
              <a:gd name="csY78" fmla="*/ 992573 h 1521188"/>
              <a:gd name="csX79" fmla="*/ 2258693 w 2830520"/>
              <a:gd name="csY79" fmla="*/ 998598 h 1521188"/>
              <a:gd name="csX80" fmla="*/ 2287284 w 2830520"/>
              <a:gd name="csY80" fmla="*/ 1006079 h 1521188"/>
              <a:gd name="csX81" fmla="*/ 2315876 w 2830520"/>
              <a:gd name="csY81" fmla="*/ 1015036 h 1521188"/>
              <a:gd name="csX82" fmla="*/ 2344467 w 2830520"/>
              <a:gd name="csY82" fmla="*/ 1025446 h 1521188"/>
              <a:gd name="csX83" fmla="*/ 2373059 w 2830520"/>
              <a:gd name="csY83" fmla="*/ 1037243 h 1521188"/>
              <a:gd name="csX84" fmla="*/ 2401650 w 2830520"/>
              <a:gd name="csY84" fmla="*/ 1050321 h 1521188"/>
              <a:gd name="csX85" fmla="*/ 2430241 w 2830520"/>
              <a:gd name="csY85" fmla="*/ 1064546 h 1521188"/>
              <a:gd name="csX86" fmla="*/ 2458833 w 2830520"/>
              <a:gd name="csY86" fmla="*/ 1079753 h 1521188"/>
              <a:gd name="csX87" fmla="*/ 2487424 w 2830520"/>
              <a:gd name="csY87" fmla="*/ 1095760 h 1521188"/>
              <a:gd name="csX88" fmla="*/ 2516015 w 2830520"/>
              <a:gd name="csY88" fmla="*/ 1112371 h 1521188"/>
              <a:gd name="csX89" fmla="*/ 2544607 w 2830520"/>
              <a:gd name="csY89" fmla="*/ 1129387 h 1521188"/>
              <a:gd name="csX90" fmla="*/ 2573198 w 2830520"/>
              <a:gd name="csY90" fmla="*/ 1146604 h 1521188"/>
              <a:gd name="csX91" fmla="*/ 2601790 w 2830520"/>
              <a:gd name="csY91" fmla="*/ 1163825 h 1521188"/>
              <a:gd name="csX92" fmla="*/ 2630381 w 2830520"/>
              <a:gd name="csY92" fmla="*/ 1180868 h 1521188"/>
              <a:gd name="csX93" fmla="*/ 2658973 w 2830520"/>
              <a:gd name="csY93" fmla="*/ 1197563 h 1521188"/>
              <a:gd name="csX94" fmla="*/ 2687564 w 2830520"/>
              <a:gd name="csY94" fmla="*/ 1213737 h 1521188"/>
              <a:gd name="csX95" fmla="*/ 2716155 w 2830520"/>
              <a:gd name="csY95" fmla="*/ 1229291 h 1521188"/>
              <a:gd name="csX96" fmla="*/ 2744746 w 2830520"/>
              <a:gd name="csY96" fmla="*/ 1244107 h 1521188"/>
              <a:gd name="csX97" fmla="*/ 2773338 w 2830520"/>
              <a:gd name="csY97" fmla="*/ 1258056 h 1521188"/>
              <a:gd name="csX98" fmla="*/ 2801929 w 2830520"/>
              <a:gd name="csY98" fmla="*/ 1271152 h 1521188"/>
              <a:gd name="csX99" fmla="*/ 2830521 w 2830520"/>
              <a:gd name="csY99" fmla="*/ 1283308 h 1521188"/>
              <a:gd name="csX100" fmla="*/ 2830521 w 2830520"/>
              <a:gd name="csY100" fmla="*/ 979765 h 1521188"/>
              <a:gd name="csX101" fmla="*/ 2801929 w 2830520"/>
              <a:gd name="csY101" fmla="*/ 966770 h 1521188"/>
              <a:gd name="csX102" fmla="*/ 2773338 w 2830520"/>
              <a:gd name="csY102" fmla="*/ 952788 h 1521188"/>
              <a:gd name="csX103" fmla="*/ 2744746 w 2830520"/>
              <a:gd name="csY103" fmla="*/ 937838 h 1521188"/>
              <a:gd name="csX104" fmla="*/ 2716155 w 2830520"/>
              <a:gd name="csY104" fmla="*/ 922088 h 1521188"/>
              <a:gd name="csX105" fmla="*/ 2687564 w 2830520"/>
              <a:gd name="csY105" fmla="*/ 905613 h 1521188"/>
              <a:gd name="csX106" fmla="*/ 2658973 w 2830520"/>
              <a:gd name="csY106" fmla="*/ 888546 h 1521188"/>
              <a:gd name="csX107" fmla="*/ 2630381 w 2830520"/>
              <a:gd name="csY107" fmla="*/ 871049 h 1521188"/>
              <a:gd name="csX108" fmla="*/ 2601790 w 2830520"/>
              <a:gd name="csY108" fmla="*/ 853297 h 1521188"/>
              <a:gd name="csX109" fmla="*/ 2573198 w 2830520"/>
              <a:gd name="csY109" fmla="*/ 835481 h 1521188"/>
              <a:gd name="csX110" fmla="*/ 2544607 w 2830520"/>
              <a:gd name="csY110" fmla="*/ 817809 h 1521188"/>
              <a:gd name="csX111" fmla="*/ 2516015 w 2830520"/>
              <a:gd name="csY111" fmla="*/ 800488 h 1521188"/>
              <a:gd name="csX112" fmla="*/ 2487424 w 2830520"/>
              <a:gd name="csY112" fmla="*/ 783734 h 1521188"/>
              <a:gd name="csX113" fmla="*/ 2458833 w 2830520"/>
              <a:gd name="csY113" fmla="*/ 767752 h 1521188"/>
              <a:gd name="csX114" fmla="*/ 2430241 w 2830520"/>
              <a:gd name="csY114" fmla="*/ 752737 h 1521188"/>
              <a:gd name="csX115" fmla="*/ 2401650 w 2830520"/>
              <a:gd name="csY115" fmla="*/ 738863 h 1521188"/>
              <a:gd name="csX116" fmla="*/ 2373059 w 2830520"/>
              <a:gd name="csY116" fmla="*/ 726283 h 1521188"/>
              <a:gd name="csX117" fmla="*/ 2344467 w 2830520"/>
              <a:gd name="csY117" fmla="*/ 715113 h 1521188"/>
              <a:gd name="csX118" fmla="*/ 2315876 w 2830520"/>
              <a:gd name="csY118" fmla="*/ 705431 h 1521188"/>
              <a:gd name="csX119" fmla="*/ 2287284 w 2830520"/>
              <a:gd name="csY119" fmla="*/ 697273 h 1521188"/>
              <a:gd name="csX120" fmla="*/ 2258693 w 2830520"/>
              <a:gd name="csY120" fmla="*/ 690627 h 1521188"/>
              <a:gd name="csX121" fmla="*/ 2230102 w 2830520"/>
              <a:gd name="csY121" fmla="*/ 685429 h 1521188"/>
              <a:gd name="csX122" fmla="*/ 2201510 w 2830520"/>
              <a:gd name="csY122" fmla="*/ 681569 h 1521188"/>
              <a:gd name="csX123" fmla="*/ 2172919 w 2830520"/>
              <a:gd name="csY123" fmla="*/ 678889 h 1521188"/>
              <a:gd name="csX124" fmla="*/ 2144328 w 2830520"/>
              <a:gd name="csY124" fmla="*/ 677218 h 1521188"/>
              <a:gd name="csX125" fmla="*/ 2115736 w 2830520"/>
              <a:gd name="csY125" fmla="*/ 676241 h 1521188"/>
              <a:gd name="csX126" fmla="*/ 2087145 w 2830520"/>
              <a:gd name="csY126" fmla="*/ 675712 h 1521188"/>
              <a:gd name="csX127" fmla="*/ 2058553 w 2830520"/>
              <a:gd name="csY127" fmla="*/ 675322 h 1521188"/>
              <a:gd name="csX128" fmla="*/ 2029977 w 2830520"/>
              <a:gd name="csY128" fmla="*/ 674734 h 1521188"/>
              <a:gd name="csX129" fmla="*/ 2001385 w 2830520"/>
              <a:gd name="csY129" fmla="*/ 673593 h 1521188"/>
              <a:gd name="csX130" fmla="*/ 1972794 w 2830520"/>
              <a:gd name="csY130" fmla="*/ 671536 h 1521188"/>
              <a:gd name="csX131" fmla="*/ 1944202 w 2830520"/>
              <a:gd name="csY131" fmla="*/ 668196 h 1521188"/>
              <a:gd name="csX132" fmla="*/ 1915611 w 2830520"/>
              <a:gd name="csY132" fmla="*/ 663212 h 1521188"/>
              <a:gd name="csX133" fmla="*/ 1887020 w 2830520"/>
              <a:gd name="csY133" fmla="*/ 656242 h 1521188"/>
              <a:gd name="csX134" fmla="*/ 1858428 w 2830520"/>
              <a:gd name="csY134" fmla="*/ 646969 h 1521188"/>
              <a:gd name="csX135" fmla="*/ 1829837 w 2830520"/>
              <a:gd name="csY135" fmla="*/ 635120 h 1521188"/>
              <a:gd name="csX136" fmla="*/ 1801245 w 2830520"/>
              <a:gd name="csY136" fmla="*/ 620465 h 1521188"/>
              <a:gd name="csX137" fmla="*/ 1772654 w 2830520"/>
              <a:gd name="csY137" fmla="*/ 602833 h 1521188"/>
              <a:gd name="csX138" fmla="*/ 1744063 w 2830520"/>
              <a:gd name="csY138" fmla="*/ 582124 h 1521188"/>
              <a:gd name="csX139" fmla="*/ 1715471 w 2830520"/>
              <a:gd name="csY139" fmla="*/ 558304 h 1521188"/>
              <a:gd name="csX140" fmla="*/ 1686880 w 2830520"/>
              <a:gd name="csY140" fmla="*/ 531425 h 1521188"/>
              <a:gd name="csX141" fmla="*/ 1658289 w 2830520"/>
              <a:gd name="csY141" fmla="*/ 501618 h 1521188"/>
              <a:gd name="csX142" fmla="*/ 1629697 w 2830520"/>
              <a:gd name="csY142" fmla="*/ 469098 h 1521188"/>
              <a:gd name="csX143" fmla="*/ 1601106 w 2830520"/>
              <a:gd name="csY143" fmla="*/ 434166 h 1521188"/>
              <a:gd name="csX144" fmla="*/ 1572514 w 2830520"/>
              <a:gd name="csY144" fmla="*/ 397201 h 1521188"/>
              <a:gd name="csX145" fmla="*/ 1543923 w 2830520"/>
              <a:gd name="csY145" fmla="*/ 358661 h 1521188"/>
              <a:gd name="csX146" fmla="*/ 1515332 w 2830520"/>
              <a:gd name="csY146" fmla="*/ 319073 h 1521188"/>
              <a:gd name="csX147" fmla="*/ 1486740 w 2830520"/>
              <a:gd name="csY147" fmla="*/ 279026 h 1521188"/>
              <a:gd name="csX148" fmla="*/ 1458149 w 2830520"/>
              <a:gd name="csY148" fmla="*/ 239157 h 1521188"/>
              <a:gd name="csX149" fmla="*/ 1429558 w 2830520"/>
              <a:gd name="csY149" fmla="*/ 200145 h 1521188"/>
              <a:gd name="csX150" fmla="*/ 1400966 w 2830520"/>
              <a:gd name="csY150" fmla="*/ 162692 h 1521188"/>
              <a:gd name="csX151" fmla="*/ 1372375 w 2830520"/>
              <a:gd name="csY151" fmla="*/ 127512 h 1521188"/>
              <a:gd name="csX152" fmla="*/ 1343783 w 2830520"/>
              <a:gd name="csY152" fmla="*/ 95316 h 1521188"/>
              <a:gd name="csX153" fmla="*/ 1315192 w 2830520"/>
              <a:gd name="csY153" fmla="*/ 66791 h 1521188"/>
              <a:gd name="csX154" fmla="*/ 1286601 w 2830520"/>
              <a:gd name="csY154" fmla="*/ 42591 h 1521188"/>
              <a:gd name="csX155" fmla="*/ 1258009 w 2830520"/>
              <a:gd name="csY155" fmla="*/ 23317 h 1521188"/>
              <a:gd name="csX156" fmla="*/ 1229418 w 2830520"/>
              <a:gd name="csY156" fmla="*/ 9505 h 1521188"/>
              <a:gd name="csX157" fmla="*/ 1200827 w 2830520"/>
              <a:gd name="csY157" fmla="*/ 1612 h 1521188"/>
              <a:gd name="csX158" fmla="*/ 1172235 w 2830520"/>
              <a:gd name="csY158" fmla="*/ 0 h 1521188"/>
              <a:gd name="csX159" fmla="*/ 1143644 w 2830520"/>
              <a:gd name="csY159" fmla="*/ 4932 h 1521188"/>
              <a:gd name="csX160" fmla="*/ 1115052 w 2830520"/>
              <a:gd name="csY160" fmla="*/ 16558 h 1521188"/>
              <a:gd name="csX161" fmla="*/ 1086461 w 2830520"/>
              <a:gd name="csY161" fmla="*/ 34914 h 1521188"/>
              <a:gd name="csX162" fmla="*/ 1057870 w 2830520"/>
              <a:gd name="csY162" fmla="*/ 59918 h 1521188"/>
              <a:gd name="csX163" fmla="*/ 1029278 w 2830520"/>
              <a:gd name="csY163" fmla="*/ 91365 h 1521188"/>
              <a:gd name="csX164" fmla="*/ 1000687 w 2830520"/>
              <a:gd name="csY164" fmla="*/ 128934 h 1521188"/>
              <a:gd name="csX165" fmla="*/ 972095 w 2830520"/>
              <a:gd name="csY165" fmla="*/ 172196 h 1521188"/>
              <a:gd name="csX166" fmla="*/ 943507 w 2830520"/>
              <a:gd name="csY166" fmla="*/ 220610 h 1521188"/>
              <a:gd name="csX167" fmla="*/ 914916 w 2830520"/>
              <a:gd name="csY167" fmla="*/ 273552 h 1521188"/>
              <a:gd name="csX168" fmla="*/ 886324 w 2830520"/>
              <a:gd name="csY168" fmla="*/ 330309 h 1521188"/>
              <a:gd name="csX169" fmla="*/ 857734 w 2830520"/>
              <a:gd name="csY169" fmla="*/ 390109 h 1521188"/>
              <a:gd name="csX170" fmla="*/ 829143 w 2830520"/>
              <a:gd name="csY170" fmla="*/ 452133 h 1521188"/>
              <a:gd name="csX171" fmla="*/ 800551 w 2830520"/>
              <a:gd name="csY171" fmla="*/ 515535 h 1521188"/>
              <a:gd name="csX172" fmla="*/ 771960 w 2830520"/>
              <a:gd name="csY172" fmla="*/ 579464 h 1521188"/>
              <a:gd name="csX173" fmla="*/ 743369 w 2830520"/>
              <a:gd name="csY173" fmla="*/ 643079 h 1521188"/>
              <a:gd name="csX174" fmla="*/ 714779 w 2830520"/>
              <a:gd name="csY174" fmla="*/ 705580 h 1521188"/>
              <a:gd name="csX175" fmla="*/ 686187 w 2830520"/>
              <a:gd name="csY175" fmla="*/ 766216 h 1521188"/>
              <a:gd name="csX176" fmla="*/ 657596 w 2830520"/>
              <a:gd name="csY176" fmla="*/ 824267 h 1521188"/>
              <a:gd name="csX177" fmla="*/ 629005 w 2830520"/>
              <a:gd name="csY177" fmla="*/ 879220 h 1521188"/>
              <a:gd name="csX178" fmla="*/ 600413 w 2830520"/>
              <a:gd name="csY178" fmla="*/ 930530 h 1521188"/>
              <a:gd name="csX179" fmla="*/ 571822 w 2830520"/>
              <a:gd name="csY179" fmla="*/ 977795 h 1521188"/>
              <a:gd name="csX180" fmla="*/ 543232 w 2830520"/>
              <a:gd name="csY180" fmla="*/ 1020710 h 1521188"/>
              <a:gd name="csX181" fmla="*/ 514640 w 2830520"/>
              <a:gd name="csY181" fmla="*/ 1059069 h 1521188"/>
              <a:gd name="csX182" fmla="*/ 486049 w 2830520"/>
              <a:gd name="csY182" fmla="*/ 1092768 h 1521188"/>
              <a:gd name="csX183" fmla="*/ 457458 w 2830520"/>
              <a:gd name="csY183" fmla="*/ 1121788 h 1521188"/>
              <a:gd name="csX184" fmla="*/ 428866 w 2830520"/>
              <a:gd name="csY184" fmla="*/ 1146204 h 1521188"/>
              <a:gd name="csX185" fmla="*/ 400276 w 2830520"/>
              <a:gd name="csY185" fmla="*/ 1166167 h 1521188"/>
              <a:gd name="csX186" fmla="*/ 371685 w 2830520"/>
              <a:gd name="csY186" fmla="*/ 1181894 h 1521188"/>
              <a:gd name="csX187" fmla="*/ 343094 w 2830520"/>
              <a:gd name="csY187" fmla="*/ 1193660 h 1521188"/>
              <a:gd name="csX188" fmla="*/ 314502 w 2830520"/>
              <a:gd name="csY188" fmla="*/ 1201784 h 1521188"/>
              <a:gd name="csX189" fmla="*/ 285911 w 2830520"/>
              <a:gd name="csY189" fmla="*/ 1206640 h 1521188"/>
              <a:gd name="csX190" fmla="*/ 257321 w 2830520"/>
              <a:gd name="csY190" fmla="*/ 1208577 h 1521188"/>
              <a:gd name="csX191" fmla="*/ 228730 w 2830520"/>
              <a:gd name="csY191" fmla="*/ 1208013 h 1521188"/>
              <a:gd name="csX192" fmla="*/ 200138 w 2830520"/>
              <a:gd name="csY192" fmla="*/ 1205325 h 1521188"/>
              <a:gd name="csX193" fmla="*/ 171547 w 2830520"/>
              <a:gd name="csY193" fmla="*/ 1200902 h 1521188"/>
              <a:gd name="csX194" fmla="*/ 142955 w 2830520"/>
              <a:gd name="csY194" fmla="*/ 1195077 h 1521188"/>
              <a:gd name="csX195" fmla="*/ 114364 w 2830520"/>
              <a:gd name="csY195" fmla="*/ 1188211 h 1521188"/>
              <a:gd name="csX196" fmla="*/ 85774 w 2830520"/>
              <a:gd name="csY196" fmla="*/ 1180607 h 1521188"/>
              <a:gd name="csX197" fmla="*/ 57183 w 2830520"/>
              <a:gd name="csY197" fmla="*/ 1172542 h 1521188"/>
              <a:gd name="csX198" fmla="*/ 28591 w 2830520"/>
              <a:gd name="csY198" fmla="*/ 1164274 h 1521188"/>
              <a:gd name="csX199" fmla="*/ 0 w 2830520"/>
              <a:gd name="csY199" fmla="*/ 1155935 h 15211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</a:cxnLst>
            <a:rect l="l" t="t" r="r" b="b"/>
            <a:pathLst>
              <a:path w="2830520" h="1521188">
                <a:moveTo>
                  <a:pt x="0" y="1460046"/>
                </a:moveTo>
                <a:lnTo>
                  <a:pt x="28591" y="1469311"/>
                </a:lnTo>
                <a:lnTo>
                  <a:pt x="57183" y="1478663"/>
                </a:lnTo>
                <a:lnTo>
                  <a:pt x="85774" y="1487784"/>
                </a:lnTo>
                <a:lnTo>
                  <a:pt x="114364" y="1496443"/>
                </a:lnTo>
                <a:lnTo>
                  <a:pt x="142955" y="1504335"/>
                </a:lnTo>
                <a:lnTo>
                  <a:pt x="171547" y="1511143"/>
                </a:lnTo>
                <a:lnTo>
                  <a:pt x="200138" y="1516477"/>
                </a:lnTo>
                <a:lnTo>
                  <a:pt x="228730" y="1519960"/>
                </a:lnTo>
                <a:lnTo>
                  <a:pt x="257321" y="1521189"/>
                </a:lnTo>
                <a:lnTo>
                  <a:pt x="285911" y="1519758"/>
                </a:lnTo>
                <a:lnTo>
                  <a:pt x="314502" y="1515263"/>
                </a:lnTo>
                <a:lnTo>
                  <a:pt x="343094" y="1507298"/>
                </a:lnTo>
                <a:lnTo>
                  <a:pt x="371685" y="1495517"/>
                </a:lnTo>
                <a:lnTo>
                  <a:pt x="400276" y="1479588"/>
                </a:lnTo>
                <a:lnTo>
                  <a:pt x="428866" y="1459251"/>
                </a:lnTo>
                <a:lnTo>
                  <a:pt x="457458" y="1434273"/>
                </a:lnTo>
                <a:lnTo>
                  <a:pt x="486049" y="1404554"/>
                </a:lnTo>
                <a:lnTo>
                  <a:pt x="514640" y="1370022"/>
                </a:lnTo>
                <a:lnTo>
                  <a:pt x="543232" y="1330734"/>
                </a:lnTo>
                <a:lnTo>
                  <a:pt x="571822" y="1286835"/>
                </a:lnTo>
                <a:lnTo>
                  <a:pt x="600413" y="1238585"/>
                </a:lnTo>
                <a:lnTo>
                  <a:pt x="629005" y="1186331"/>
                </a:lnTo>
                <a:lnTo>
                  <a:pt x="657596" y="1130509"/>
                </a:lnTo>
                <a:lnTo>
                  <a:pt x="686187" y="1071635"/>
                </a:lnTo>
                <a:lnTo>
                  <a:pt x="714779" y="1010405"/>
                </a:lnTo>
                <a:lnTo>
                  <a:pt x="743369" y="947463"/>
                </a:lnTo>
                <a:lnTo>
                  <a:pt x="771960" y="883553"/>
                </a:lnTo>
                <a:lnTo>
                  <a:pt x="800551" y="819460"/>
                </a:lnTo>
                <a:lnTo>
                  <a:pt x="829143" y="755994"/>
                </a:lnTo>
                <a:lnTo>
                  <a:pt x="857734" y="693976"/>
                </a:lnTo>
                <a:lnTo>
                  <a:pt x="886324" y="634224"/>
                </a:lnTo>
                <a:lnTo>
                  <a:pt x="914916" y="577533"/>
                </a:lnTo>
                <a:lnTo>
                  <a:pt x="943507" y="524653"/>
                </a:lnTo>
                <a:lnTo>
                  <a:pt x="972095" y="476284"/>
                </a:lnTo>
                <a:lnTo>
                  <a:pt x="1000687" y="433047"/>
                </a:lnTo>
                <a:lnTo>
                  <a:pt x="1029278" y="395476"/>
                </a:lnTo>
                <a:lnTo>
                  <a:pt x="1057870" y="364010"/>
                </a:lnTo>
                <a:lnTo>
                  <a:pt x="1086461" y="338971"/>
                </a:lnTo>
                <a:lnTo>
                  <a:pt x="1115052" y="320570"/>
                </a:lnTo>
                <a:lnTo>
                  <a:pt x="1143644" y="308897"/>
                </a:lnTo>
                <a:lnTo>
                  <a:pt x="1172235" y="303920"/>
                </a:lnTo>
                <a:lnTo>
                  <a:pt x="1200827" y="305491"/>
                </a:lnTo>
                <a:lnTo>
                  <a:pt x="1229418" y="313349"/>
                </a:lnTo>
                <a:lnTo>
                  <a:pt x="1258009" y="327130"/>
                </a:lnTo>
                <a:lnTo>
                  <a:pt x="1286601" y="346374"/>
                </a:lnTo>
                <a:lnTo>
                  <a:pt x="1315192" y="370546"/>
                </a:lnTo>
                <a:lnTo>
                  <a:pt x="1343783" y="399041"/>
                </a:lnTo>
                <a:lnTo>
                  <a:pt x="1372375" y="431202"/>
                </a:lnTo>
                <a:lnTo>
                  <a:pt x="1400966" y="466343"/>
                </a:lnTo>
                <a:lnTo>
                  <a:pt x="1429558" y="503752"/>
                </a:lnTo>
                <a:lnTo>
                  <a:pt x="1458149" y="542719"/>
                </a:lnTo>
                <a:lnTo>
                  <a:pt x="1486740" y="582540"/>
                </a:lnTo>
                <a:lnTo>
                  <a:pt x="1515332" y="622543"/>
                </a:lnTo>
                <a:lnTo>
                  <a:pt x="1543923" y="662092"/>
                </a:lnTo>
                <a:lnTo>
                  <a:pt x="1572514" y="700602"/>
                </a:lnTo>
                <a:lnTo>
                  <a:pt x="1601106" y="737549"/>
                </a:lnTo>
                <a:lnTo>
                  <a:pt x="1629697" y="772479"/>
                </a:lnTo>
                <a:lnTo>
                  <a:pt x="1658289" y="805012"/>
                </a:lnTo>
                <a:lnTo>
                  <a:pt x="1686880" y="834848"/>
                </a:lnTo>
                <a:lnTo>
                  <a:pt x="1715471" y="861769"/>
                </a:lnTo>
                <a:lnTo>
                  <a:pt x="1744063" y="885638"/>
                </a:lnTo>
                <a:lnTo>
                  <a:pt x="1772654" y="906399"/>
                </a:lnTo>
                <a:lnTo>
                  <a:pt x="1801245" y="924079"/>
                </a:lnTo>
                <a:lnTo>
                  <a:pt x="1829837" y="938772"/>
                </a:lnTo>
                <a:lnTo>
                  <a:pt x="1858428" y="950646"/>
                </a:lnTo>
                <a:lnTo>
                  <a:pt x="1887020" y="959926"/>
                </a:lnTo>
                <a:lnTo>
                  <a:pt x="1915611" y="966892"/>
                </a:lnTo>
                <a:lnTo>
                  <a:pt x="1944202" y="971867"/>
                </a:lnTo>
                <a:lnTo>
                  <a:pt x="1972794" y="975206"/>
                </a:lnTo>
                <a:lnTo>
                  <a:pt x="2001385" y="977288"/>
                </a:lnTo>
                <a:lnTo>
                  <a:pt x="2029977" y="978500"/>
                </a:lnTo>
                <a:lnTo>
                  <a:pt x="2058553" y="979236"/>
                </a:lnTo>
                <a:lnTo>
                  <a:pt x="2087145" y="979868"/>
                </a:lnTo>
                <a:lnTo>
                  <a:pt x="2115736" y="980751"/>
                </a:lnTo>
                <a:lnTo>
                  <a:pt x="2144328" y="982205"/>
                </a:lnTo>
                <a:lnTo>
                  <a:pt x="2172919" y="984545"/>
                </a:lnTo>
                <a:lnTo>
                  <a:pt x="2201510" y="987931"/>
                </a:lnTo>
                <a:lnTo>
                  <a:pt x="2230102" y="992573"/>
                </a:lnTo>
                <a:lnTo>
                  <a:pt x="2258693" y="998598"/>
                </a:lnTo>
                <a:lnTo>
                  <a:pt x="2287284" y="1006079"/>
                </a:lnTo>
                <a:lnTo>
                  <a:pt x="2315876" y="1015036"/>
                </a:lnTo>
                <a:lnTo>
                  <a:pt x="2344467" y="1025446"/>
                </a:lnTo>
                <a:lnTo>
                  <a:pt x="2373059" y="1037243"/>
                </a:lnTo>
                <a:lnTo>
                  <a:pt x="2401650" y="1050321"/>
                </a:lnTo>
                <a:lnTo>
                  <a:pt x="2430241" y="1064546"/>
                </a:lnTo>
                <a:lnTo>
                  <a:pt x="2458833" y="1079753"/>
                </a:lnTo>
                <a:lnTo>
                  <a:pt x="2487424" y="1095760"/>
                </a:lnTo>
                <a:lnTo>
                  <a:pt x="2516015" y="1112371"/>
                </a:lnTo>
                <a:lnTo>
                  <a:pt x="2544607" y="1129387"/>
                </a:lnTo>
                <a:lnTo>
                  <a:pt x="2573198" y="1146604"/>
                </a:lnTo>
                <a:lnTo>
                  <a:pt x="2601790" y="1163825"/>
                </a:lnTo>
                <a:lnTo>
                  <a:pt x="2630381" y="1180868"/>
                </a:lnTo>
                <a:lnTo>
                  <a:pt x="2658973" y="1197563"/>
                </a:lnTo>
                <a:lnTo>
                  <a:pt x="2687564" y="1213737"/>
                </a:lnTo>
                <a:lnTo>
                  <a:pt x="2716155" y="1229291"/>
                </a:lnTo>
                <a:lnTo>
                  <a:pt x="2744746" y="1244107"/>
                </a:lnTo>
                <a:lnTo>
                  <a:pt x="2773338" y="1258056"/>
                </a:lnTo>
                <a:lnTo>
                  <a:pt x="2801929" y="1271152"/>
                </a:lnTo>
                <a:lnTo>
                  <a:pt x="2830521" y="1283308"/>
                </a:lnTo>
                <a:lnTo>
                  <a:pt x="2830521" y="979765"/>
                </a:lnTo>
                <a:lnTo>
                  <a:pt x="2801929" y="966770"/>
                </a:lnTo>
                <a:lnTo>
                  <a:pt x="2773338" y="952788"/>
                </a:lnTo>
                <a:lnTo>
                  <a:pt x="2744746" y="937838"/>
                </a:lnTo>
                <a:lnTo>
                  <a:pt x="2716155" y="922088"/>
                </a:lnTo>
                <a:lnTo>
                  <a:pt x="2687564" y="905613"/>
                </a:lnTo>
                <a:lnTo>
                  <a:pt x="2658973" y="888546"/>
                </a:lnTo>
                <a:lnTo>
                  <a:pt x="2630381" y="871049"/>
                </a:lnTo>
                <a:lnTo>
                  <a:pt x="2601790" y="853297"/>
                </a:lnTo>
                <a:lnTo>
                  <a:pt x="2573198" y="835481"/>
                </a:lnTo>
                <a:lnTo>
                  <a:pt x="2544607" y="817809"/>
                </a:lnTo>
                <a:lnTo>
                  <a:pt x="2516015" y="800488"/>
                </a:lnTo>
                <a:lnTo>
                  <a:pt x="2487424" y="783734"/>
                </a:lnTo>
                <a:lnTo>
                  <a:pt x="2458833" y="767752"/>
                </a:lnTo>
                <a:lnTo>
                  <a:pt x="2430241" y="752737"/>
                </a:lnTo>
                <a:lnTo>
                  <a:pt x="2401650" y="738863"/>
                </a:lnTo>
                <a:lnTo>
                  <a:pt x="2373059" y="726283"/>
                </a:lnTo>
                <a:lnTo>
                  <a:pt x="2344467" y="715113"/>
                </a:lnTo>
                <a:lnTo>
                  <a:pt x="2315876" y="705431"/>
                </a:lnTo>
                <a:lnTo>
                  <a:pt x="2287284" y="697273"/>
                </a:lnTo>
                <a:lnTo>
                  <a:pt x="2258693" y="690627"/>
                </a:lnTo>
                <a:lnTo>
                  <a:pt x="2230102" y="685429"/>
                </a:lnTo>
                <a:lnTo>
                  <a:pt x="2201510" y="681569"/>
                </a:lnTo>
                <a:lnTo>
                  <a:pt x="2172919" y="678889"/>
                </a:lnTo>
                <a:lnTo>
                  <a:pt x="2144328" y="677218"/>
                </a:lnTo>
                <a:lnTo>
                  <a:pt x="2115736" y="676241"/>
                </a:lnTo>
                <a:lnTo>
                  <a:pt x="2087145" y="675712"/>
                </a:lnTo>
                <a:lnTo>
                  <a:pt x="2058553" y="675322"/>
                </a:lnTo>
                <a:lnTo>
                  <a:pt x="2029977" y="674734"/>
                </a:lnTo>
                <a:lnTo>
                  <a:pt x="2001385" y="673593"/>
                </a:lnTo>
                <a:lnTo>
                  <a:pt x="1972794" y="671536"/>
                </a:lnTo>
                <a:lnTo>
                  <a:pt x="1944202" y="668196"/>
                </a:lnTo>
                <a:lnTo>
                  <a:pt x="1915611" y="663212"/>
                </a:lnTo>
                <a:lnTo>
                  <a:pt x="1887020" y="656242"/>
                </a:lnTo>
                <a:lnTo>
                  <a:pt x="1858428" y="646969"/>
                </a:lnTo>
                <a:lnTo>
                  <a:pt x="1829837" y="635120"/>
                </a:lnTo>
                <a:lnTo>
                  <a:pt x="1801245" y="620465"/>
                </a:lnTo>
                <a:lnTo>
                  <a:pt x="1772654" y="602833"/>
                </a:lnTo>
                <a:lnTo>
                  <a:pt x="1744063" y="582124"/>
                </a:lnTo>
                <a:lnTo>
                  <a:pt x="1715471" y="558304"/>
                </a:lnTo>
                <a:lnTo>
                  <a:pt x="1686880" y="531425"/>
                </a:lnTo>
                <a:lnTo>
                  <a:pt x="1658289" y="501618"/>
                </a:lnTo>
                <a:lnTo>
                  <a:pt x="1629697" y="469098"/>
                </a:lnTo>
                <a:lnTo>
                  <a:pt x="1601106" y="434166"/>
                </a:lnTo>
                <a:lnTo>
                  <a:pt x="1572514" y="397201"/>
                </a:lnTo>
                <a:lnTo>
                  <a:pt x="1543923" y="358661"/>
                </a:lnTo>
                <a:lnTo>
                  <a:pt x="1515332" y="319073"/>
                </a:lnTo>
                <a:lnTo>
                  <a:pt x="1486740" y="279026"/>
                </a:lnTo>
                <a:lnTo>
                  <a:pt x="1458149" y="239157"/>
                </a:lnTo>
                <a:lnTo>
                  <a:pt x="1429558" y="200145"/>
                </a:lnTo>
                <a:lnTo>
                  <a:pt x="1400966" y="162692"/>
                </a:lnTo>
                <a:lnTo>
                  <a:pt x="1372375" y="127512"/>
                </a:lnTo>
                <a:lnTo>
                  <a:pt x="1343783" y="95316"/>
                </a:lnTo>
                <a:lnTo>
                  <a:pt x="1315192" y="66791"/>
                </a:lnTo>
                <a:lnTo>
                  <a:pt x="1286601" y="42591"/>
                </a:lnTo>
                <a:lnTo>
                  <a:pt x="1258009" y="23317"/>
                </a:lnTo>
                <a:lnTo>
                  <a:pt x="1229418" y="9505"/>
                </a:lnTo>
                <a:lnTo>
                  <a:pt x="1200827" y="1612"/>
                </a:lnTo>
                <a:lnTo>
                  <a:pt x="1172235" y="0"/>
                </a:lnTo>
                <a:lnTo>
                  <a:pt x="1143644" y="4932"/>
                </a:lnTo>
                <a:lnTo>
                  <a:pt x="1115052" y="16558"/>
                </a:lnTo>
                <a:lnTo>
                  <a:pt x="1086461" y="34914"/>
                </a:lnTo>
                <a:lnTo>
                  <a:pt x="1057870" y="59918"/>
                </a:lnTo>
                <a:lnTo>
                  <a:pt x="1029278" y="91365"/>
                </a:lnTo>
                <a:lnTo>
                  <a:pt x="1000687" y="128934"/>
                </a:lnTo>
                <a:lnTo>
                  <a:pt x="972095" y="172196"/>
                </a:lnTo>
                <a:lnTo>
                  <a:pt x="943507" y="220610"/>
                </a:lnTo>
                <a:lnTo>
                  <a:pt x="914916" y="273552"/>
                </a:lnTo>
                <a:lnTo>
                  <a:pt x="886324" y="330309"/>
                </a:lnTo>
                <a:lnTo>
                  <a:pt x="857734" y="390109"/>
                </a:lnTo>
                <a:lnTo>
                  <a:pt x="829143" y="452133"/>
                </a:lnTo>
                <a:lnTo>
                  <a:pt x="800551" y="515535"/>
                </a:lnTo>
                <a:lnTo>
                  <a:pt x="771960" y="579464"/>
                </a:lnTo>
                <a:lnTo>
                  <a:pt x="743369" y="643079"/>
                </a:lnTo>
                <a:lnTo>
                  <a:pt x="714779" y="705580"/>
                </a:lnTo>
                <a:lnTo>
                  <a:pt x="686187" y="766216"/>
                </a:lnTo>
                <a:lnTo>
                  <a:pt x="657596" y="824267"/>
                </a:lnTo>
                <a:lnTo>
                  <a:pt x="629005" y="879220"/>
                </a:lnTo>
                <a:lnTo>
                  <a:pt x="600413" y="930530"/>
                </a:lnTo>
                <a:lnTo>
                  <a:pt x="571822" y="977795"/>
                </a:lnTo>
                <a:lnTo>
                  <a:pt x="543232" y="1020710"/>
                </a:lnTo>
                <a:lnTo>
                  <a:pt x="514640" y="1059069"/>
                </a:lnTo>
                <a:lnTo>
                  <a:pt x="486049" y="1092768"/>
                </a:lnTo>
                <a:lnTo>
                  <a:pt x="457458" y="1121788"/>
                </a:lnTo>
                <a:lnTo>
                  <a:pt x="428866" y="1146204"/>
                </a:lnTo>
                <a:lnTo>
                  <a:pt x="400276" y="1166167"/>
                </a:lnTo>
                <a:lnTo>
                  <a:pt x="371685" y="1181894"/>
                </a:lnTo>
                <a:lnTo>
                  <a:pt x="343094" y="1193660"/>
                </a:lnTo>
                <a:lnTo>
                  <a:pt x="314502" y="1201784"/>
                </a:lnTo>
                <a:lnTo>
                  <a:pt x="285911" y="1206640"/>
                </a:lnTo>
                <a:lnTo>
                  <a:pt x="257321" y="1208577"/>
                </a:lnTo>
                <a:lnTo>
                  <a:pt x="228730" y="1208013"/>
                </a:lnTo>
                <a:lnTo>
                  <a:pt x="200138" y="1205325"/>
                </a:lnTo>
                <a:lnTo>
                  <a:pt x="171547" y="1200902"/>
                </a:lnTo>
                <a:lnTo>
                  <a:pt x="142955" y="1195077"/>
                </a:lnTo>
                <a:lnTo>
                  <a:pt x="114364" y="1188211"/>
                </a:lnTo>
                <a:lnTo>
                  <a:pt x="85774" y="1180607"/>
                </a:lnTo>
                <a:lnTo>
                  <a:pt x="57183" y="1172542"/>
                </a:lnTo>
                <a:lnTo>
                  <a:pt x="28591" y="1164274"/>
                </a:lnTo>
                <a:lnTo>
                  <a:pt x="0" y="1155935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445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44CCE342-5261-19C3-06C3-2BEA5EF88767}"/>
              </a:ext>
            </a:extLst>
          </p:cNvPr>
          <p:cNvSpPr/>
          <p:nvPr/>
        </p:nvSpPr>
        <p:spPr>
          <a:xfrm>
            <a:off x="1661359" y="3251719"/>
            <a:ext cx="2830520" cy="1212929"/>
          </a:xfrm>
          <a:custGeom>
            <a:avLst/>
            <a:gdLst>
              <a:gd name="csX0" fmla="*/ 0 w 2830520"/>
              <a:gd name="csY0" fmla="*/ 1156036 h 1212929"/>
              <a:gd name="csX1" fmla="*/ 28591 w 2830520"/>
              <a:gd name="csY1" fmla="*/ 1164839 h 1212929"/>
              <a:gd name="csX2" fmla="*/ 57183 w 2830520"/>
              <a:gd name="csY2" fmla="*/ 1173642 h 1212929"/>
              <a:gd name="csX3" fmla="*/ 85774 w 2830520"/>
              <a:gd name="csY3" fmla="*/ 1182242 h 1212929"/>
              <a:gd name="csX4" fmla="*/ 114364 w 2830520"/>
              <a:gd name="csY4" fmla="*/ 1190366 h 1212929"/>
              <a:gd name="csX5" fmla="*/ 142955 w 2830520"/>
              <a:gd name="csY5" fmla="*/ 1197752 h 1212929"/>
              <a:gd name="csX6" fmla="*/ 171547 w 2830520"/>
              <a:gd name="csY6" fmla="*/ 1204054 h 1212929"/>
              <a:gd name="csX7" fmla="*/ 200138 w 2830520"/>
              <a:gd name="csY7" fmla="*/ 1208940 h 1212929"/>
              <a:gd name="csX8" fmla="*/ 228730 w 2830520"/>
              <a:gd name="csY8" fmla="*/ 1212033 h 1212929"/>
              <a:gd name="csX9" fmla="*/ 257321 w 2830520"/>
              <a:gd name="csY9" fmla="*/ 1212930 h 1212929"/>
              <a:gd name="csX10" fmla="*/ 285911 w 2830520"/>
              <a:gd name="csY10" fmla="*/ 1211238 h 1212929"/>
              <a:gd name="csX11" fmla="*/ 314502 w 2830520"/>
              <a:gd name="csY11" fmla="*/ 1206555 h 1212929"/>
              <a:gd name="csX12" fmla="*/ 343094 w 2830520"/>
              <a:gd name="csY12" fmla="*/ 1198518 h 1212929"/>
              <a:gd name="csX13" fmla="*/ 371685 w 2830520"/>
              <a:gd name="csY13" fmla="*/ 1186738 h 1212929"/>
              <a:gd name="csX14" fmla="*/ 400276 w 2830520"/>
              <a:gd name="csY14" fmla="*/ 1170924 h 1212929"/>
              <a:gd name="csX15" fmla="*/ 428866 w 2830520"/>
              <a:gd name="csY15" fmla="*/ 1150760 h 1212929"/>
              <a:gd name="csX16" fmla="*/ 457458 w 2830520"/>
              <a:gd name="csY16" fmla="*/ 1126071 h 1212929"/>
              <a:gd name="csX17" fmla="*/ 486049 w 2830520"/>
              <a:gd name="csY17" fmla="*/ 1096699 h 1212929"/>
              <a:gd name="csX18" fmla="*/ 514640 w 2830520"/>
              <a:gd name="csY18" fmla="*/ 1062586 h 1212929"/>
              <a:gd name="csX19" fmla="*/ 543232 w 2830520"/>
              <a:gd name="csY19" fmla="*/ 1023761 h 1212929"/>
              <a:gd name="csX20" fmla="*/ 571822 w 2830520"/>
              <a:gd name="csY20" fmla="*/ 980356 h 1212929"/>
              <a:gd name="csX21" fmla="*/ 600413 w 2830520"/>
              <a:gd name="csY21" fmla="*/ 932597 h 1212929"/>
              <a:gd name="csX22" fmla="*/ 629005 w 2830520"/>
              <a:gd name="csY22" fmla="*/ 880811 h 1212929"/>
              <a:gd name="csX23" fmla="*/ 657596 w 2830520"/>
              <a:gd name="csY23" fmla="*/ 825427 h 1212929"/>
              <a:gd name="csX24" fmla="*/ 686187 w 2830520"/>
              <a:gd name="csY24" fmla="*/ 766965 h 1212929"/>
              <a:gd name="csX25" fmla="*/ 714779 w 2830520"/>
              <a:gd name="csY25" fmla="*/ 706031 h 1212929"/>
              <a:gd name="csX26" fmla="*/ 743369 w 2830520"/>
              <a:gd name="csY26" fmla="*/ 643310 h 1212929"/>
              <a:gd name="csX27" fmla="*/ 771960 w 2830520"/>
              <a:gd name="csY27" fmla="*/ 579548 h 1212929"/>
              <a:gd name="csX28" fmla="*/ 800551 w 2830520"/>
              <a:gd name="csY28" fmla="*/ 515537 h 1212929"/>
              <a:gd name="csX29" fmla="*/ 829143 w 2830520"/>
              <a:gd name="csY29" fmla="*/ 452102 h 1212929"/>
              <a:gd name="csX30" fmla="*/ 857734 w 2830520"/>
              <a:gd name="csY30" fmla="*/ 390082 h 1212929"/>
              <a:gd name="csX31" fmla="*/ 886324 w 2830520"/>
              <a:gd name="csY31" fmla="*/ 330306 h 1212929"/>
              <a:gd name="csX32" fmla="*/ 914916 w 2830520"/>
              <a:gd name="csY32" fmla="*/ 273581 h 1212929"/>
              <a:gd name="csX33" fmla="*/ 943507 w 2830520"/>
              <a:gd name="csY33" fmla="*/ 220671 h 1212929"/>
              <a:gd name="csX34" fmla="*/ 972095 w 2830520"/>
              <a:gd name="csY34" fmla="*/ 172278 h 1212929"/>
              <a:gd name="csX35" fmla="*/ 1000687 w 2830520"/>
              <a:gd name="csY35" fmla="*/ 129030 h 1212929"/>
              <a:gd name="csX36" fmla="*/ 1029278 w 2830520"/>
              <a:gd name="csY36" fmla="*/ 91459 h 1212929"/>
              <a:gd name="csX37" fmla="*/ 1057870 w 2830520"/>
              <a:gd name="csY37" fmla="*/ 60003 h 1212929"/>
              <a:gd name="csX38" fmla="*/ 1086461 w 2830520"/>
              <a:gd name="csY38" fmla="*/ 34982 h 1212929"/>
              <a:gd name="csX39" fmla="*/ 1115052 w 2830520"/>
              <a:gd name="csY39" fmla="*/ 16603 h 1212929"/>
              <a:gd name="csX40" fmla="*/ 1143644 w 2830520"/>
              <a:gd name="csY40" fmla="*/ 4954 h 1212929"/>
              <a:gd name="csX41" fmla="*/ 1172235 w 2830520"/>
              <a:gd name="csY41" fmla="*/ 0 h 1212929"/>
              <a:gd name="csX42" fmla="*/ 1200827 w 2830520"/>
              <a:gd name="csY42" fmla="*/ 1591 h 1212929"/>
              <a:gd name="csX43" fmla="*/ 1229418 w 2830520"/>
              <a:gd name="csY43" fmla="*/ 9466 h 1212929"/>
              <a:gd name="csX44" fmla="*/ 1258009 w 2830520"/>
              <a:gd name="csY44" fmla="*/ 23262 h 1212929"/>
              <a:gd name="csX45" fmla="*/ 1286601 w 2830520"/>
              <a:gd name="csY45" fmla="*/ 42521 h 1212929"/>
              <a:gd name="csX46" fmla="*/ 1315192 w 2830520"/>
              <a:gd name="csY46" fmla="*/ 66707 h 1212929"/>
              <a:gd name="csX47" fmla="*/ 1343783 w 2830520"/>
              <a:gd name="csY47" fmla="*/ 95217 h 1212929"/>
              <a:gd name="csX48" fmla="*/ 1372375 w 2830520"/>
              <a:gd name="csY48" fmla="*/ 127396 h 1212929"/>
              <a:gd name="csX49" fmla="*/ 1400966 w 2830520"/>
              <a:gd name="csY49" fmla="*/ 162557 h 1212929"/>
              <a:gd name="csX50" fmla="*/ 1429558 w 2830520"/>
              <a:gd name="csY50" fmla="*/ 199988 h 1212929"/>
              <a:gd name="csX51" fmla="*/ 1458149 w 2830520"/>
              <a:gd name="csY51" fmla="*/ 238977 h 1212929"/>
              <a:gd name="csX52" fmla="*/ 1486740 w 2830520"/>
              <a:gd name="csY52" fmla="*/ 278822 h 1212929"/>
              <a:gd name="csX53" fmla="*/ 1515332 w 2830520"/>
              <a:gd name="csY53" fmla="*/ 318847 h 1212929"/>
              <a:gd name="csX54" fmla="*/ 1543923 w 2830520"/>
              <a:gd name="csY54" fmla="*/ 358416 h 1212929"/>
              <a:gd name="csX55" fmla="*/ 1572514 w 2830520"/>
              <a:gd name="csY55" fmla="*/ 396940 h 1212929"/>
              <a:gd name="csX56" fmla="*/ 1601106 w 2830520"/>
              <a:gd name="csY56" fmla="*/ 433897 h 1212929"/>
              <a:gd name="csX57" fmla="*/ 1629697 w 2830520"/>
              <a:gd name="csY57" fmla="*/ 468828 h 1212929"/>
              <a:gd name="csX58" fmla="*/ 1658289 w 2830520"/>
              <a:gd name="csY58" fmla="*/ 501354 h 1212929"/>
              <a:gd name="csX59" fmla="*/ 1686880 w 2830520"/>
              <a:gd name="csY59" fmla="*/ 531175 h 1212929"/>
              <a:gd name="csX60" fmla="*/ 1715471 w 2830520"/>
              <a:gd name="csY60" fmla="*/ 558076 h 1212929"/>
              <a:gd name="csX61" fmla="*/ 1744063 w 2830520"/>
              <a:gd name="csY61" fmla="*/ 581920 h 1212929"/>
              <a:gd name="csX62" fmla="*/ 1772654 w 2830520"/>
              <a:gd name="csY62" fmla="*/ 602655 h 1212929"/>
              <a:gd name="csX63" fmla="*/ 1801245 w 2830520"/>
              <a:gd name="csY63" fmla="*/ 620310 h 1212929"/>
              <a:gd name="csX64" fmla="*/ 1829837 w 2830520"/>
              <a:gd name="csY64" fmla="*/ 634986 h 1212929"/>
              <a:gd name="csX65" fmla="*/ 1858428 w 2830520"/>
              <a:gd name="csY65" fmla="*/ 646848 h 1212929"/>
              <a:gd name="csX66" fmla="*/ 1887020 w 2830520"/>
              <a:gd name="csY66" fmla="*/ 656123 h 1212929"/>
              <a:gd name="csX67" fmla="*/ 1915611 w 2830520"/>
              <a:gd name="csY67" fmla="*/ 663092 h 1212929"/>
              <a:gd name="csX68" fmla="*/ 1944202 w 2830520"/>
              <a:gd name="csY68" fmla="*/ 668071 h 1212929"/>
              <a:gd name="csX69" fmla="*/ 1972794 w 2830520"/>
              <a:gd name="csY69" fmla="*/ 671410 h 1212929"/>
              <a:gd name="csX70" fmla="*/ 2001385 w 2830520"/>
              <a:gd name="csY70" fmla="*/ 673480 h 1212929"/>
              <a:gd name="csX71" fmla="*/ 2029977 w 2830520"/>
              <a:gd name="csY71" fmla="*/ 674657 h 1212929"/>
              <a:gd name="csX72" fmla="*/ 2058553 w 2830520"/>
              <a:gd name="csY72" fmla="*/ 675318 h 1212929"/>
              <a:gd name="csX73" fmla="*/ 2087145 w 2830520"/>
              <a:gd name="csY73" fmla="*/ 675829 h 1212929"/>
              <a:gd name="csX74" fmla="*/ 2115736 w 2830520"/>
              <a:gd name="csY74" fmla="*/ 676535 h 1212929"/>
              <a:gd name="csX75" fmla="*/ 2144328 w 2830520"/>
              <a:gd name="csY75" fmla="*/ 677752 h 1212929"/>
              <a:gd name="csX76" fmla="*/ 2172919 w 2830520"/>
              <a:gd name="csY76" fmla="*/ 679757 h 1212929"/>
              <a:gd name="csX77" fmla="*/ 2201510 w 2830520"/>
              <a:gd name="csY77" fmla="*/ 682789 h 1212929"/>
              <a:gd name="csX78" fmla="*/ 2230102 w 2830520"/>
              <a:gd name="csY78" fmla="*/ 687040 h 1212929"/>
              <a:gd name="csX79" fmla="*/ 2258693 w 2830520"/>
              <a:gd name="csY79" fmla="*/ 692652 h 1212929"/>
              <a:gd name="csX80" fmla="*/ 2287284 w 2830520"/>
              <a:gd name="csY80" fmla="*/ 699716 h 1212929"/>
              <a:gd name="csX81" fmla="*/ 2315876 w 2830520"/>
              <a:gd name="csY81" fmla="*/ 708273 h 1212929"/>
              <a:gd name="csX82" fmla="*/ 2344467 w 2830520"/>
              <a:gd name="csY82" fmla="*/ 718319 h 1212929"/>
              <a:gd name="csX83" fmla="*/ 2373059 w 2830520"/>
              <a:gd name="csY83" fmla="*/ 729803 h 1212929"/>
              <a:gd name="csX84" fmla="*/ 2401650 w 2830520"/>
              <a:gd name="csY84" fmla="*/ 742632 h 1212929"/>
              <a:gd name="csX85" fmla="*/ 2430241 w 2830520"/>
              <a:gd name="csY85" fmla="*/ 756680 h 1212929"/>
              <a:gd name="csX86" fmla="*/ 2458833 w 2830520"/>
              <a:gd name="csY86" fmla="*/ 771791 h 1212929"/>
              <a:gd name="csX87" fmla="*/ 2487424 w 2830520"/>
              <a:gd name="csY87" fmla="*/ 787785 h 1212929"/>
              <a:gd name="csX88" fmla="*/ 2516015 w 2830520"/>
              <a:gd name="csY88" fmla="*/ 804469 h 1212929"/>
              <a:gd name="csX89" fmla="*/ 2544607 w 2830520"/>
              <a:gd name="csY89" fmla="*/ 821637 h 1212929"/>
              <a:gd name="csX90" fmla="*/ 2573198 w 2830520"/>
              <a:gd name="csY90" fmla="*/ 839082 h 1212929"/>
              <a:gd name="csX91" fmla="*/ 2601790 w 2830520"/>
              <a:gd name="csY91" fmla="*/ 856600 h 1212929"/>
              <a:gd name="csX92" fmla="*/ 2630381 w 2830520"/>
              <a:gd name="csY92" fmla="*/ 873997 h 1212929"/>
              <a:gd name="csX93" fmla="*/ 2658973 w 2830520"/>
              <a:gd name="csY93" fmla="*/ 891090 h 1212929"/>
              <a:gd name="csX94" fmla="*/ 2687564 w 2830520"/>
              <a:gd name="csY94" fmla="*/ 907716 h 1212929"/>
              <a:gd name="csX95" fmla="*/ 2716155 w 2830520"/>
              <a:gd name="csY95" fmla="*/ 923730 h 1212929"/>
              <a:gd name="csX96" fmla="*/ 2744746 w 2830520"/>
              <a:gd name="csY96" fmla="*/ 939010 h 1212929"/>
              <a:gd name="csX97" fmla="*/ 2773338 w 2830520"/>
              <a:gd name="csY97" fmla="*/ 953458 h 1212929"/>
              <a:gd name="csX98" fmla="*/ 2801929 w 2830520"/>
              <a:gd name="csY98" fmla="*/ 966997 h 1212929"/>
              <a:gd name="csX99" fmla="*/ 2830521 w 2830520"/>
              <a:gd name="csY99" fmla="*/ 979577 h 12129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212929">
                <a:moveTo>
                  <a:pt x="0" y="1156036"/>
                </a:moveTo>
                <a:lnTo>
                  <a:pt x="28591" y="1164839"/>
                </a:lnTo>
                <a:lnTo>
                  <a:pt x="57183" y="1173642"/>
                </a:lnTo>
                <a:lnTo>
                  <a:pt x="85774" y="1182242"/>
                </a:lnTo>
                <a:lnTo>
                  <a:pt x="114364" y="1190366"/>
                </a:lnTo>
                <a:lnTo>
                  <a:pt x="142955" y="1197752"/>
                </a:lnTo>
                <a:lnTo>
                  <a:pt x="171547" y="1204054"/>
                </a:lnTo>
                <a:lnTo>
                  <a:pt x="200138" y="1208940"/>
                </a:lnTo>
                <a:lnTo>
                  <a:pt x="228730" y="1212033"/>
                </a:lnTo>
                <a:lnTo>
                  <a:pt x="257321" y="1212930"/>
                </a:lnTo>
                <a:lnTo>
                  <a:pt x="285911" y="1211238"/>
                </a:lnTo>
                <a:lnTo>
                  <a:pt x="314502" y="1206555"/>
                </a:lnTo>
                <a:lnTo>
                  <a:pt x="343094" y="1198518"/>
                </a:lnTo>
                <a:lnTo>
                  <a:pt x="371685" y="1186738"/>
                </a:lnTo>
                <a:lnTo>
                  <a:pt x="400276" y="1170924"/>
                </a:lnTo>
                <a:lnTo>
                  <a:pt x="428866" y="1150760"/>
                </a:lnTo>
                <a:lnTo>
                  <a:pt x="457458" y="1126071"/>
                </a:lnTo>
                <a:lnTo>
                  <a:pt x="486049" y="1096699"/>
                </a:lnTo>
                <a:lnTo>
                  <a:pt x="514640" y="1062586"/>
                </a:lnTo>
                <a:lnTo>
                  <a:pt x="543232" y="1023761"/>
                </a:lnTo>
                <a:lnTo>
                  <a:pt x="571822" y="980356"/>
                </a:lnTo>
                <a:lnTo>
                  <a:pt x="600413" y="932597"/>
                </a:lnTo>
                <a:lnTo>
                  <a:pt x="629005" y="880811"/>
                </a:lnTo>
                <a:lnTo>
                  <a:pt x="657596" y="825427"/>
                </a:lnTo>
                <a:lnTo>
                  <a:pt x="686187" y="766965"/>
                </a:lnTo>
                <a:lnTo>
                  <a:pt x="714779" y="706031"/>
                </a:lnTo>
                <a:lnTo>
                  <a:pt x="743369" y="643310"/>
                </a:lnTo>
                <a:lnTo>
                  <a:pt x="771960" y="579548"/>
                </a:lnTo>
                <a:lnTo>
                  <a:pt x="800551" y="515537"/>
                </a:lnTo>
                <a:lnTo>
                  <a:pt x="829143" y="452102"/>
                </a:lnTo>
                <a:lnTo>
                  <a:pt x="857734" y="390082"/>
                </a:lnTo>
                <a:lnTo>
                  <a:pt x="886324" y="330306"/>
                </a:lnTo>
                <a:lnTo>
                  <a:pt x="914916" y="273581"/>
                </a:lnTo>
                <a:lnTo>
                  <a:pt x="943507" y="220671"/>
                </a:lnTo>
                <a:lnTo>
                  <a:pt x="972095" y="172278"/>
                </a:lnTo>
                <a:lnTo>
                  <a:pt x="1000687" y="129030"/>
                </a:lnTo>
                <a:lnTo>
                  <a:pt x="1029278" y="91459"/>
                </a:lnTo>
                <a:lnTo>
                  <a:pt x="1057870" y="60003"/>
                </a:lnTo>
                <a:lnTo>
                  <a:pt x="1086461" y="34982"/>
                </a:lnTo>
                <a:lnTo>
                  <a:pt x="1115052" y="16603"/>
                </a:lnTo>
                <a:lnTo>
                  <a:pt x="1143644" y="4954"/>
                </a:lnTo>
                <a:lnTo>
                  <a:pt x="1172235" y="0"/>
                </a:lnTo>
                <a:lnTo>
                  <a:pt x="1200827" y="1591"/>
                </a:lnTo>
                <a:lnTo>
                  <a:pt x="1229418" y="9466"/>
                </a:lnTo>
                <a:lnTo>
                  <a:pt x="1258009" y="23262"/>
                </a:lnTo>
                <a:lnTo>
                  <a:pt x="1286601" y="42521"/>
                </a:lnTo>
                <a:lnTo>
                  <a:pt x="1315192" y="66707"/>
                </a:lnTo>
                <a:lnTo>
                  <a:pt x="1343783" y="95217"/>
                </a:lnTo>
                <a:lnTo>
                  <a:pt x="1372375" y="127396"/>
                </a:lnTo>
                <a:lnTo>
                  <a:pt x="1400966" y="162557"/>
                </a:lnTo>
                <a:lnTo>
                  <a:pt x="1429558" y="199988"/>
                </a:lnTo>
                <a:lnTo>
                  <a:pt x="1458149" y="238977"/>
                </a:lnTo>
                <a:lnTo>
                  <a:pt x="1486740" y="278822"/>
                </a:lnTo>
                <a:lnTo>
                  <a:pt x="1515332" y="318847"/>
                </a:lnTo>
                <a:lnTo>
                  <a:pt x="1543923" y="358416"/>
                </a:lnTo>
                <a:lnTo>
                  <a:pt x="1572514" y="396940"/>
                </a:lnTo>
                <a:lnTo>
                  <a:pt x="1601106" y="433897"/>
                </a:lnTo>
                <a:lnTo>
                  <a:pt x="1629697" y="468828"/>
                </a:lnTo>
                <a:lnTo>
                  <a:pt x="1658289" y="501354"/>
                </a:lnTo>
                <a:lnTo>
                  <a:pt x="1686880" y="531175"/>
                </a:lnTo>
                <a:lnTo>
                  <a:pt x="1715471" y="558076"/>
                </a:lnTo>
                <a:lnTo>
                  <a:pt x="1744063" y="581920"/>
                </a:lnTo>
                <a:lnTo>
                  <a:pt x="1772654" y="602655"/>
                </a:lnTo>
                <a:lnTo>
                  <a:pt x="1801245" y="620310"/>
                </a:lnTo>
                <a:lnTo>
                  <a:pt x="1829837" y="634986"/>
                </a:lnTo>
                <a:lnTo>
                  <a:pt x="1858428" y="646848"/>
                </a:lnTo>
                <a:lnTo>
                  <a:pt x="1887020" y="656123"/>
                </a:lnTo>
                <a:lnTo>
                  <a:pt x="1915611" y="663092"/>
                </a:lnTo>
                <a:lnTo>
                  <a:pt x="1944202" y="668071"/>
                </a:lnTo>
                <a:lnTo>
                  <a:pt x="1972794" y="671410"/>
                </a:lnTo>
                <a:lnTo>
                  <a:pt x="2001385" y="673480"/>
                </a:lnTo>
                <a:lnTo>
                  <a:pt x="2029977" y="674657"/>
                </a:lnTo>
                <a:lnTo>
                  <a:pt x="2058553" y="675318"/>
                </a:lnTo>
                <a:lnTo>
                  <a:pt x="2087145" y="675829"/>
                </a:lnTo>
                <a:lnTo>
                  <a:pt x="2115736" y="676535"/>
                </a:lnTo>
                <a:lnTo>
                  <a:pt x="2144328" y="677752"/>
                </a:lnTo>
                <a:lnTo>
                  <a:pt x="2172919" y="679757"/>
                </a:lnTo>
                <a:lnTo>
                  <a:pt x="2201510" y="682789"/>
                </a:lnTo>
                <a:lnTo>
                  <a:pt x="2230102" y="687040"/>
                </a:lnTo>
                <a:lnTo>
                  <a:pt x="2258693" y="692652"/>
                </a:lnTo>
                <a:lnTo>
                  <a:pt x="2287284" y="699716"/>
                </a:lnTo>
                <a:lnTo>
                  <a:pt x="2315876" y="708273"/>
                </a:lnTo>
                <a:lnTo>
                  <a:pt x="2344467" y="718319"/>
                </a:lnTo>
                <a:lnTo>
                  <a:pt x="2373059" y="729803"/>
                </a:lnTo>
                <a:lnTo>
                  <a:pt x="2401650" y="742632"/>
                </a:lnTo>
                <a:lnTo>
                  <a:pt x="2430241" y="756680"/>
                </a:lnTo>
                <a:lnTo>
                  <a:pt x="2458833" y="771791"/>
                </a:lnTo>
                <a:lnTo>
                  <a:pt x="2487424" y="787785"/>
                </a:lnTo>
                <a:lnTo>
                  <a:pt x="2516015" y="804469"/>
                </a:lnTo>
                <a:lnTo>
                  <a:pt x="2544607" y="821637"/>
                </a:lnTo>
                <a:lnTo>
                  <a:pt x="2573198" y="839082"/>
                </a:lnTo>
                <a:lnTo>
                  <a:pt x="2601790" y="856600"/>
                </a:lnTo>
                <a:lnTo>
                  <a:pt x="2630381" y="873997"/>
                </a:lnTo>
                <a:lnTo>
                  <a:pt x="2658973" y="891090"/>
                </a:lnTo>
                <a:lnTo>
                  <a:pt x="2687564" y="907716"/>
                </a:lnTo>
                <a:lnTo>
                  <a:pt x="2716155" y="923730"/>
                </a:lnTo>
                <a:lnTo>
                  <a:pt x="2744746" y="939010"/>
                </a:lnTo>
                <a:lnTo>
                  <a:pt x="2773338" y="953458"/>
                </a:lnTo>
                <a:lnTo>
                  <a:pt x="2801929" y="966997"/>
                </a:lnTo>
                <a:lnTo>
                  <a:pt x="2830521" y="979577"/>
                </a:lnTo>
              </a:path>
            </a:pathLst>
          </a:custGeom>
          <a:noFill/>
          <a:ln w="17336" cap="rnd">
            <a:solidFill>
              <a:srgbClr val="FF0000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614FE3EE-4402-E5EB-7013-63288324B355}"/>
              </a:ext>
            </a:extLst>
          </p:cNvPr>
          <p:cNvGrpSpPr/>
          <p:nvPr/>
        </p:nvGrpSpPr>
        <p:grpSpPr>
          <a:xfrm>
            <a:off x="2167630" y="2892105"/>
            <a:ext cx="1864205" cy="1876463"/>
            <a:chOff x="2167630" y="2892105"/>
            <a:chExt cx="1864205" cy="1876463"/>
          </a:xfrm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061BDA80-A25B-E38D-7FA7-2F26D43AA40E}"/>
                </a:ext>
              </a:extLst>
            </p:cNvPr>
            <p:cNvSpPr/>
            <p:nvPr/>
          </p:nvSpPr>
          <p:spPr>
            <a:xfrm>
              <a:off x="2167630" y="3537534"/>
              <a:ext cx="48902" cy="4890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74FF4A47-7A40-6445-0394-AAF6D132CA92}"/>
                </a:ext>
              </a:extLst>
            </p:cNvPr>
            <p:cNvSpPr/>
            <p:nvPr/>
          </p:nvSpPr>
          <p:spPr>
            <a:xfrm>
              <a:off x="2168022" y="4209154"/>
              <a:ext cx="138839" cy="13883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64245304-DF84-A117-3A80-96AD876B8B89}"/>
                </a:ext>
              </a:extLst>
            </p:cNvPr>
            <p:cNvSpPr/>
            <p:nvPr/>
          </p:nvSpPr>
          <p:spPr>
            <a:xfrm>
              <a:off x="2212483" y="4031961"/>
              <a:ext cx="140640" cy="14064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C6C84DE8-C1BB-6EC4-866B-77CB8352D039}"/>
                </a:ext>
              </a:extLst>
            </p:cNvPr>
            <p:cNvSpPr/>
            <p:nvPr/>
          </p:nvSpPr>
          <p:spPr>
            <a:xfrm>
              <a:off x="2288891" y="4425578"/>
              <a:ext cx="78545" cy="7854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A800B73D-35D8-4A5D-BF3E-6C916805975B}"/>
                </a:ext>
              </a:extLst>
            </p:cNvPr>
            <p:cNvSpPr/>
            <p:nvPr/>
          </p:nvSpPr>
          <p:spPr>
            <a:xfrm>
              <a:off x="2314539" y="4089907"/>
              <a:ext cx="117973" cy="11797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9FC009D-40F4-0FC3-1F6A-4D8EB5557454}"/>
                </a:ext>
              </a:extLst>
            </p:cNvPr>
            <p:cNvSpPr/>
            <p:nvPr/>
          </p:nvSpPr>
          <p:spPr>
            <a:xfrm>
              <a:off x="2351724" y="3691979"/>
              <a:ext cx="134323" cy="13432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4F5C58A9-A17A-2CB0-7DD4-26DF33569491}"/>
                </a:ext>
              </a:extLst>
            </p:cNvPr>
            <p:cNvSpPr/>
            <p:nvPr/>
          </p:nvSpPr>
          <p:spPr>
            <a:xfrm>
              <a:off x="2396659" y="3794728"/>
              <a:ext cx="135176" cy="13517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D091219C-C6B1-B1B8-E86B-17637540EAE7}"/>
                </a:ext>
              </a:extLst>
            </p:cNvPr>
            <p:cNvSpPr/>
            <p:nvPr/>
          </p:nvSpPr>
          <p:spPr>
            <a:xfrm>
              <a:off x="2445882" y="3456906"/>
              <a:ext cx="127451" cy="12745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0" name="Oval 379">
              <a:extLst>
                <a:ext uri="{FF2B5EF4-FFF2-40B4-BE49-F238E27FC236}">
                  <a16:creationId xmlns:a16="http://schemas.microsoft.com/office/drawing/2014/main" id="{15B6293E-C261-2133-1D4F-C8AD0E52B52A}"/>
                </a:ext>
              </a:extLst>
            </p:cNvPr>
            <p:cNvSpPr/>
            <p:nvPr/>
          </p:nvSpPr>
          <p:spPr>
            <a:xfrm>
              <a:off x="2501063" y="3749097"/>
              <a:ext cx="107810" cy="10781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F804A8C-7876-4802-46BD-EA8FB912960B}"/>
                </a:ext>
              </a:extLst>
            </p:cNvPr>
            <p:cNvSpPr/>
            <p:nvPr/>
          </p:nvSpPr>
          <p:spPr>
            <a:xfrm>
              <a:off x="2528099" y="3417678"/>
              <a:ext cx="144460" cy="14446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49A430DE-486A-EFE0-CC13-551B29CC1966}"/>
                </a:ext>
              </a:extLst>
            </p:cNvPr>
            <p:cNvSpPr/>
            <p:nvPr/>
          </p:nvSpPr>
          <p:spPr>
            <a:xfrm>
              <a:off x="2579383" y="3224315"/>
              <a:ext cx="132627" cy="132627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EBD1507-9B3F-6631-A1A3-8DE978940DA0}"/>
                </a:ext>
              </a:extLst>
            </p:cNvPr>
            <p:cNvSpPr/>
            <p:nvPr/>
          </p:nvSpPr>
          <p:spPr>
            <a:xfrm>
              <a:off x="2630852" y="3107354"/>
              <a:ext cx="120408" cy="12040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34F355A-7DB6-CEA6-2355-0E9BFAA32739}"/>
                </a:ext>
              </a:extLst>
            </p:cNvPr>
            <p:cNvSpPr/>
            <p:nvPr/>
          </p:nvSpPr>
          <p:spPr>
            <a:xfrm>
              <a:off x="2693784" y="2892105"/>
              <a:ext cx="85261" cy="8526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68F4EDE-2099-2528-7A2B-6AD0159CEE39}"/>
                </a:ext>
              </a:extLst>
            </p:cNvPr>
            <p:cNvSpPr/>
            <p:nvPr/>
          </p:nvSpPr>
          <p:spPr>
            <a:xfrm>
              <a:off x="2710171" y="3157525"/>
              <a:ext cx="143206" cy="14320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0C9423E-116F-5953-E9CE-532A6B635F0B}"/>
                </a:ext>
              </a:extLst>
            </p:cNvPr>
            <p:cNvSpPr/>
            <p:nvPr/>
          </p:nvSpPr>
          <p:spPr>
            <a:xfrm>
              <a:off x="2767995" y="3378653"/>
              <a:ext cx="118274" cy="11827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523DC5DE-9CD7-C385-F624-EB358BC35081}"/>
                </a:ext>
              </a:extLst>
            </p:cNvPr>
            <p:cNvSpPr/>
            <p:nvPr/>
          </p:nvSpPr>
          <p:spPr>
            <a:xfrm>
              <a:off x="2800375" y="3163230"/>
              <a:ext cx="144232" cy="14423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25C74A0E-4EB6-CDF9-6352-1FC0D9692E1D}"/>
                </a:ext>
              </a:extLst>
            </p:cNvPr>
            <p:cNvSpPr/>
            <p:nvPr/>
          </p:nvSpPr>
          <p:spPr>
            <a:xfrm>
              <a:off x="2862346" y="2998283"/>
              <a:ext cx="111008" cy="11100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DE9ABAD5-534E-2DC9-A95B-1DA6A95F7AFD}"/>
                </a:ext>
              </a:extLst>
            </p:cNvPr>
            <p:cNvSpPr/>
            <p:nvPr/>
          </p:nvSpPr>
          <p:spPr>
            <a:xfrm>
              <a:off x="2911458" y="3512164"/>
              <a:ext cx="103530" cy="10353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8338ACD2-6B11-DA4B-BFEB-BC390B4A8B08}"/>
                </a:ext>
              </a:extLst>
            </p:cNvPr>
            <p:cNvSpPr/>
            <p:nvPr/>
          </p:nvSpPr>
          <p:spPr>
            <a:xfrm>
              <a:off x="2951435" y="3498193"/>
              <a:ext cx="114293" cy="11429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BE51223-891A-2A42-CD76-D17248B968B9}"/>
                </a:ext>
              </a:extLst>
            </p:cNvPr>
            <p:cNvSpPr/>
            <p:nvPr/>
          </p:nvSpPr>
          <p:spPr>
            <a:xfrm>
              <a:off x="2983786" y="3400479"/>
              <a:ext cx="140310" cy="14031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39DE85-0801-AB70-E220-B04F76E75183}"/>
                </a:ext>
              </a:extLst>
            </p:cNvPr>
            <p:cNvSpPr/>
            <p:nvPr/>
          </p:nvSpPr>
          <p:spPr>
            <a:xfrm>
              <a:off x="3027997" y="3345237"/>
              <a:ext cx="142605" cy="14260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3C19044B-5E13-52FF-7101-284D03FA845B}"/>
                </a:ext>
              </a:extLst>
            </p:cNvPr>
            <p:cNvSpPr/>
            <p:nvPr/>
          </p:nvSpPr>
          <p:spPr>
            <a:xfrm>
              <a:off x="3075048" y="3380490"/>
              <a:ext cx="139221" cy="13922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16556B98-215E-F43C-421D-BF36A382229A}"/>
                </a:ext>
              </a:extLst>
            </p:cNvPr>
            <p:cNvSpPr/>
            <p:nvPr/>
          </p:nvSpPr>
          <p:spPr>
            <a:xfrm>
              <a:off x="3120852" y="3437929"/>
              <a:ext cx="138331" cy="13833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B270A2E-E2BE-E7E5-E7B8-F56E0FB39661}"/>
                </a:ext>
              </a:extLst>
            </p:cNvPr>
            <p:cNvSpPr/>
            <p:nvPr/>
          </p:nvSpPr>
          <p:spPr>
            <a:xfrm>
              <a:off x="3171008" y="3722329"/>
              <a:ext cx="128736" cy="12873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5487292-CA65-B377-4BF8-47DBB41A3A14}"/>
                </a:ext>
              </a:extLst>
            </p:cNvPr>
            <p:cNvSpPr/>
            <p:nvPr/>
          </p:nvSpPr>
          <p:spPr>
            <a:xfrm>
              <a:off x="3212860" y="3738553"/>
              <a:ext cx="135779" cy="13577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D2526126-8B5A-70BC-7F9F-E480B7CFACA8}"/>
                </a:ext>
              </a:extLst>
            </p:cNvPr>
            <p:cNvSpPr/>
            <p:nvPr/>
          </p:nvSpPr>
          <p:spPr>
            <a:xfrm>
              <a:off x="3255282" y="3632385"/>
              <a:ext cx="141653" cy="14165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8" name="Oval 397">
              <a:extLst>
                <a:ext uri="{FF2B5EF4-FFF2-40B4-BE49-F238E27FC236}">
                  <a16:creationId xmlns:a16="http://schemas.microsoft.com/office/drawing/2014/main" id="{4A99FD07-15BE-2D7B-C2F4-9BF27EBE9550}"/>
                </a:ext>
              </a:extLst>
            </p:cNvPr>
            <p:cNvSpPr/>
            <p:nvPr/>
          </p:nvSpPr>
          <p:spPr>
            <a:xfrm>
              <a:off x="3307991" y="3596737"/>
              <a:ext cx="126953" cy="12695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9" name="Oval 398">
              <a:extLst>
                <a:ext uri="{FF2B5EF4-FFF2-40B4-BE49-F238E27FC236}">
                  <a16:creationId xmlns:a16="http://schemas.microsoft.com/office/drawing/2014/main" id="{FEDAA97F-0D27-A627-53D3-C393F465E549}"/>
                </a:ext>
              </a:extLst>
            </p:cNvPr>
            <p:cNvSpPr/>
            <p:nvPr/>
          </p:nvSpPr>
          <p:spPr>
            <a:xfrm>
              <a:off x="3355040" y="3619508"/>
              <a:ext cx="123572" cy="12357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879F275F-4E14-86FD-A71D-22165DED5851}"/>
                </a:ext>
              </a:extLst>
            </p:cNvPr>
            <p:cNvSpPr/>
            <p:nvPr/>
          </p:nvSpPr>
          <p:spPr>
            <a:xfrm>
              <a:off x="3406938" y="4039610"/>
              <a:ext cx="110494" cy="11049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788CBC74-51A7-8945-BAAD-02B641FE1959}"/>
                </a:ext>
              </a:extLst>
            </p:cNvPr>
            <p:cNvSpPr/>
            <p:nvPr/>
          </p:nvSpPr>
          <p:spPr>
            <a:xfrm>
              <a:off x="3436418" y="3772943"/>
              <a:ext cx="142251" cy="14225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72E841C-F793-1324-3965-195ADFD539A4}"/>
                </a:ext>
              </a:extLst>
            </p:cNvPr>
            <p:cNvSpPr/>
            <p:nvPr/>
          </p:nvSpPr>
          <p:spPr>
            <a:xfrm>
              <a:off x="3480547" y="3830121"/>
              <a:ext cx="144711" cy="14471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D064BBB3-B83F-B96B-0298-3344C56900E1}"/>
                </a:ext>
              </a:extLst>
            </p:cNvPr>
            <p:cNvSpPr/>
            <p:nvPr/>
          </p:nvSpPr>
          <p:spPr>
            <a:xfrm>
              <a:off x="3531808" y="3965801"/>
              <a:ext cx="132934" cy="13293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43486E2E-394C-DFBF-1590-2BBBDFA31410}"/>
                </a:ext>
              </a:extLst>
            </p:cNvPr>
            <p:cNvSpPr/>
            <p:nvPr/>
          </p:nvSpPr>
          <p:spPr>
            <a:xfrm>
              <a:off x="3571926" y="3816063"/>
              <a:ext cx="143418" cy="14341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0E048C1-C292-5ABD-A5B8-F9597514D293}"/>
                </a:ext>
              </a:extLst>
            </p:cNvPr>
            <p:cNvSpPr/>
            <p:nvPr/>
          </p:nvSpPr>
          <p:spPr>
            <a:xfrm>
              <a:off x="3619075" y="3926594"/>
              <a:ext cx="139835" cy="13983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A646F9A9-714E-BC47-7CF9-7D5EEBEEDD4D}"/>
                </a:ext>
              </a:extLst>
            </p:cNvPr>
            <p:cNvSpPr/>
            <p:nvPr/>
          </p:nvSpPr>
          <p:spPr>
            <a:xfrm>
              <a:off x="3691157" y="4238023"/>
              <a:ext cx="86391" cy="8639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F2EFEF5A-0E20-B6B7-CA7B-B4D49E4CE66A}"/>
                </a:ext>
              </a:extLst>
            </p:cNvPr>
            <p:cNvSpPr/>
            <p:nvPr/>
          </p:nvSpPr>
          <p:spPr>
            <a:xfrm>
              <a:off x="3712545" y="3757744"/>
              <a:ext cx="134332" cy="13433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77B0D87-B393-9FCF-D65B-3CE230E020FD}"/>
                </a:ext>
              </a:extLst>
            </p:cNvPr>
            <p:cNvSpPr/>
            <p:nvPr/>
          </p:nvSpPr>
          <p:spPr>
            <a:xfrm>
              <a:off x="3767315" y="3676464"/>
              <a:ext cx="115509" cy="11550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61EBCD71-88E2-369C-7FC8-E21D57EE0EC0}"/>
                </a:ext>
              </a:extLst>
            </p:cNvPr>
            <p:cNvSpPr/>
            <p:nvPr/>
          </p:nvSpPr>
          <p:spPr>
            <a:xfrm>
              <a:off x="3848086" y="4723883"/>
              <a:ext cx="44685" cy="4468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CE587796-9E60-1D69-488F-BFADFF665890}"/>
                </a:ext>
              </a:extLst>
            </p:cNvPr>
            <p:cNvSpPr/>
            <p:nvPr/>
          </p:nvSpPr>
          <p:spPr>
            <a:xfrm>
              <a:off x="3847107" y="3802924"/>
              <a:ext cx="137389" cy="13738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00A86402-F7E0-3FE5-BE25-46174B6F0652}"/>
                </a:ext>
              </a:extLst>
            </p:cNvPr>
            <p:cNvSpPr/>
            <p:nvPr/>
          </p:nvSpPr>
          <p:spPr>
            <a:xfrm>
              <a:off x="3890485" y="3886017"/>
              <a:ext cx="141350" cy="14135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9F1A3427-0E7F-84B2-297D-1FAE7024A8D3}"/>
              </a:ext>
            </a:extLst>
          </p:cNvPr>
          <p:cNvCxnSpPr>
            <a:cxnSpLocks/>
            <a:stCxn id="416" idx="3"/>
            <a:endCxn id="409" idx="1"/>
          </p:cNvCxnSpPr>
          <p:nvPr/>
        </p:nvCxnSpPr>
        <p:spPr bwMode="gray">
          <a:xfrm>
            <a:off x="1065269" y="3097080"/>
            <a:ext cx="2789361" cy="163334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TextBox 415">
            <a:extLst>
              <a:ext uri="{FF2B5EF4-FFF2-40B4-BE49-F238E27FC236}">
                <a16:creationId xmlns:a16="http://schemas.microsoft.com/office/drawing/2014/main" id="{D55A5165-19BA-3368-6CE1-144DD6FF6587}"/>
              </a:ext>
            </a:extLst>
          </p:cNvPr>
          <p:cNvSpPr txBox="1"/>
          <p:nvPr/>
        </p:nvSpPr>
        <p:spPr bwMode="gray">
          <a:xfrm>
            <a:off x="542489" y="3003553"/>
            <a:ext cx="522780" cy="187054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Outliers</a:t>
            </a:r>
          </a:p>
        </p:txBody>
      </p:sp>
      <p:cxnSp>
        <p:nvCxnSpPr>
          <p:cNvPr id="417" name="Straight Arrow Connector 416">
            <a:extLst>
              <a:ext uri="{FF2B5EF4-FFF2-40B4-BE49-F238E27FC236}">
                <a16:creationId xmlns:a16="http://schemas.microsoft.com/office/drawing/2014/main" id="{A8F4491F-CED0-F24C-7C70-019F111698C2}"/>
              </a:ext>
            </a:extLst>
          </p:cNvPr>
          <p:cNvCxnSpPr>
            <a:cxnSpLocks/>
            <a:stCxn id="416" idx="3"/>
            <a:endCxn id="372" idx="1"/>
          </p:cNvCxnSpPr>
          <p:nvPr/>
        </p:nvCxnSpPr>
        <p:spPr bwMode="gray">
          <a:xfrm>
            <a:off x="1065269" y="3097080"/>
            <a:ext cx="1109523" cy="4476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748228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50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30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8" grpId="0" animBg="1"/>
      <p:bldP spid="30" grpId="0" animBg="1"/>
      <p:bldP spid="32" grpId="0" animBg="1"/>
      <p:bldP spid="33" grpId="0" animBg="1"/>
      <p:bldP spid="36" grpId="0" animBg="1"/>
      <p:bldP spid="38" grpId="0" animBg="1"/>
      <p:bldP spid="191" grpId="0"/>
      <p:bldP spid="192" grpId="0"/>
      <p:bldP spid="193" grpId="0"/>
      <p:bldP spid="194" grpId="0"/>
      <p:bldP spid="195" grpId="0"/>
      <p:bldP spid="199" grpId="0"/>
      <p:bldP spid="367" grpId="0" animBg="1"/>
      <p:bldP spid="368" grpId="0" animBg="1"/>
      <p:bldP spid="369" grpId="0" animBg="1"/>
      <p:bldP spid="370" grpId="0" animBg="1"/>
      <p:bldP spid="371" grpId="0" animBg="1"/>
      <p:bldP spid="4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20">
            <a:extLst>
              <a:ext uri="{FF2B5EF4-FFF2-40B4-BE49-F238E27FC236}">
                <a16:creationId xmlns:a16="http://schemas.microsoft.com/office/drawing/2014/main" id="{A3B636F9-26CD-C0BE-4AE9-1467F583A2DB}"/>
              </a:ext>
            </a:extLst>
          </p:cNvPr>
          <p:cNvSpPr/>
          <p:nvPr/>
        </p:nvSpPr>
        <p:spPr bwMode="gray">
          <a:xfrm>
            <a:off x="6992532" y="3550836"/>
            <a:ext cx="2064382" cy="10647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9DE24D54-3B2E-2C3D-733D-12EA14FE4D0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2738636" cy="3563938"/>
              </a:xfrm>
            </p:spPr>
            <p:txBody>
              <a:bodyPr/>
              <a:lstStyle/>
              <a:p>
                <a:r>
                  <a:rPr lang="en-DE" b="1" dirty="0"/>
                  <a:t>Classic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DE" sz="1200" dirty="0"/>
                  <a:t>Two players have unknown skills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DE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DE" sz="1200" dirty="0"/>
                  <a:t> with Gaussian belief</a:t>
                </a:r>
              </a:p>
              <a:p>
                <a:pPr lvl="1"/>
                <a:r>
                  <a:rPr lang="en-DE" sz="1200" dirty="0"/>
                  <a:t>Performance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in a match is Gaussian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Match-outcome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−1,+1</m:t>
                        </m:r>
                      </m:e>
                    </m:d>
                  </m:oMath>
                </a14:m>
                <a:r>
                  <a:rPr lang="en-DE" sz="1200" dirty="0"/>
                  <a:t>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DE" sz="1200" dirty="0"/>
              </a:p>
              <a:p>
                <a:r>
                  <a:rPr lang="en-DE" b="1" dirty="0"/>
                  <a:t>Robust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We assume an unknown performance variation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with Gamma distribution</a:t>
                </a:r>
                <a:endParaRPr lang="en-DE" sz="1200" dirty="0"/>
              </a:p>
              <a:p>
                <a:pPr lvl="1"/>
                <a:r>
                  <a:rPr lang="en-DE" sz="1200" dirty="0"/>
                  <a:t>Performance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in a match is Gaussian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and variance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The rest is the same!</a:t>
                </a:r>
              </a:p>
            </p:txBody>
          </p:sp>
        </mc:Choice>
        <mc:Fallback xmlns="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9DE24D54-3B2E-2C3D-733D-12EA14FE4D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2738636" cy="3563938"/>
              </a:xfrm>
              <a:blipFill>
                <a:blip r:embed="rId3"/>
                <a:stretch>
                  <a:fillRect t="-355" b="-283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37A8BB6-E8B2-0C10-FBFB-339C347A7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0340957-A0A7-DB25-5CEE-98649C7562E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 bwMode="gray">
          <a:xfrm flipH="1" flipV="1">
            <a:off x="3772128" y="2447640"/>
            <a:ext cx="26151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C5D138B-B56F-C870-D8DF-0BB285282920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 bwMode="gray">
          <a:xfrm>
            <a:off x="3369326" y="2358545"/>
            <a:ext cx="18770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A7D7231-F493-A529-0867-53225CC5BE25}"/>
              </a:ext>
            </a:extLst>
          </p:cNvPr>
          <p:cNvCxnSpPr>
            <a:cxnSpLocks/>
            <a:stCxn id="31" idx="4"/>
            <a:endCxn id="40" idx="0"/>
          </p:cNvCxnSpPr>
          <p:nvPr/>
        </p:nvCxnSpPr>
        <p:spPr bwMode="gray">
          <a:xfrm>
            <a:off x="4564417" y="1947037"/>
            <a:ext cx="0" cy="28550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/>
              <p:nvPr/>
            </p:nvSpPr>
            <p:spPr bwMode="gray">
              <a:xfrm>
                <a:off x="3117327" y="22325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17327" y="223254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/>
              <p:nvPr/>
            </p:nvSpPr>
            <p:spPr bwMode="gray">
              <a:xfrm>
                <a:off x="3557033" y="2232545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57033" y="2232545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/>
              <p:nvPr/>
            </p:nvSpPr>
            <p:spPr bwMode="gray">
              <a:xfrm>
                <a:off x="3557033" y="16950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57033" y="1695038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8BF9343-187C-B163-4A97-70EEB1F0A5E0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 bwMode="gray">
          <a:xfrm>
            <a:off x="3683033" y="1947037"/>
            <a:ext cx="0" cy="28550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A3DBE29-41A8-E023-8E03-A6DA9E8AAB0E}"/>
              </a:ext>
            </a:extLst>
          </p:cNvPr>
          <p:cNvCxnSpPr>
            <a:cxnSpLocks/>
            <a:stCxn id="36" idx="2"/>
            <a:endCxn id="40" idx="6"/>
          </p:cNvCxnSpPr>
          <p:nvPr/>
        </p:nvCxnSpPr>
        <p:spPr bwMode="gray">
          <a:xfrm flipH="1">
            <a:off x="4690416" y="2358545"/>
            <a:ext cx="18967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/>
              <p:nvPr/>
            </p:nvSpPr>
            <p:spPr bwMode="gray">
              <a:xfrm>
                <a:off x="4438417" y="16950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8417" y="1695038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/>
              <p:nvPr/>
            </p:nvSpPr>
            <p:spPr bwMode="gray">
              <a:xfrm>
                <a:off x="4438417" y="2232545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8417" y="2232545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21C8691-93D1-63C7-2A7D-0591BC501990}"/>
              </a:ext>
            </a:extLst>
          </p:cNvPr>
          <p:cNvCxnSpPr>
            <a:cxnSpLocks/>
            <a:stCxn id="39" idx="7"/>
            <a:endCxn id="40" idx="3"/>
          </p:cNvCxnSpPr>
          <p:nvPr/>
        </p:nvCxnSpPr>
        <p:spPr bwMode="gray">
          <a:xfrm flipV="1">
            <a:off x="4211835" y="2447640"/>
            <a:ext cx="26348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/>
              <p:nvPr/>
            </p:nvSpPr>
            <p:spPr bwMode="gray">
              <a:xfrm>
                <a:off x="4880093" y="22325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80093" y="2232545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/>
              <p:nvPr/>
            </p:nvSpPr>
            <p:spPr bwMode="gray">
              <a:xfrm>
                <a:off x="3996740" y="2715686"/>
                <a:ext cx="251999" cy="251999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6740" y="2715686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/>
              <p:nvPr/>
            </p:nvSpPr>
            <p:spPr bwMode="gray">
              <a:xfrm>
                <a:off x="3996740" y="3170428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6740" y="3170428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5534A6D-A6E5-BDDE-DBB7-CB22C421C36B}"/>
              </a:ext>
            </a:extLst>
          </p:cNvPr>
          <p:cNvCxnSpPr>
            <a:cxnSpLocks/>
            <a:stCxn id="43" idx="0"/>
            <a:endCxn id="39" idx="4"/>
          </p:cNvCxnSpPr>
          <p:nvPr/>
        </p:nvCxnSpPr>
        <p:spPr bwMode="gray">
          <a:xfrm flipV="1">
            <a:off x="4122740" y="2967685"/>
            <a:ext cx="0" cy="2027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BF383DF-D75F-5F67-1626-112DB52D87DA}"/>
              </a:ext>
            </a:extLst>
          </p:cNvPr>
          <p:cNvCxnSpPr>
            <a:cxnSpLocks/>
            <a:stCxn id="107" idx="1"/>
            <a:endCxn id="91" idx="5"/>
          </p:cNvCxnSpPr>
          <p:nvPr/>
        </p:nvCxnSpPr>
        <p:spPr bwMode="gray">
          <a:xfrm flipH="1" flipV="1">
            <a:off x="6576273" y="3000687"/>
            <a:ext cx="696524" cy="26750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26E2DA0-FF8B-5FEE-9917-5FE03F62DC53}"/>
              </a:ext>
            </a:extLst>
          </p:cNvPr>
          <p:cNvCxnSpPr>
            <a:cxnSpLocks/>
            <a:stCxn id="64" idx="4"/>
            <a:endCxn id="94" idx="0"/>
          </p:cNvCxnSpPr>
          <p:nvPr/>
        </p:nvCxnSpPr>
        <p:spPr bwMode="gray">
          <a:xfrm>
            <a:off x="6487178" y="2281478"/>
            <a:ext cx="0" cy="177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D3482AC-35A4-D1BD-17CD-92829C078787}"/>
              </a:ext>
            </a:extLst>
          </p:cNvPr>
          <p:cNvCxnSpPr>
            <a:cxnSpLocks/>
            <a:stCxn id="107" idx="3"/>
            <a:endCxn id="92" idx="3"/>
          </p:cNvCxnSpPr>
          <p:nvPr/>
        </p:nvCxnSpPr>
        <p:spPr bwMode="gray">
          <a:xfrm flipV="1">
            <a:off x="7398796" y="3000687"/>
            <a:ext cx="696524" cy="26750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B4D14E2-A800-2C5F-AEFF-CFBB71C63DA7}"/>
              </a:ext>
            </a:extLst>
          </p:cNvPr>
          <p:cNvCxnSpPr>
            <a:cxnSpLocks/>
            <a:stCxn id="77" idx="2"/>
            <a:endCxn id="64" idx="0"/>
          </p:cNvCxnSpPr>
          <p:nvPr/>
        </p:nvCxnSpPr>
        <p:spPr bwMode="gray">
          <a:xfrm>
            <a:off x="6487178" y="181998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1ACC3B7-E42B-D664-00A3-B1B925ABDBB7}"/>
              </a:ext>
            </a:extLst>
          </p:cNvPr>
          <p:cNvCxnSpPr>
            <a:cxnSpLocks/>
            <a:stCxn id="76" idx="2"/>
            <a:endCxn id="67" idx="0"/>
          </p:cNvCxnSpPr>
          <p:nvPr/>
        </p:nvCxnSpPr>
        <p:spPr bwMode="gray">
          <a:xfrm>
            <a:off x="8184416" y="181998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0ABD7FC6-3EB7-8611-CA76-77E912D563EE}"/>
              </a:ext>
            </a:extLst>
          </p:cNvPr>
          <p:cNvCxnSpPr>
            <a:cxnSpLocks/>
            <a:stCxn id="68" idx="0"/>
            <a:endCxn id="107" idx="2"/>
          </p:cNvCxnSpPr>
          <p:nvPr/>
        </p:nvCxnSpPr>
        <p:spPr bwMode="gray">
          <a:xfrm flipV="1">
            <a:off x="7335797" y="3331195"/>
            <a:ext cx="0" cy="21964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9C4D9A3-7DCA-FC49-3432-C3C8DFCB795E}"/>
              </a:ext>
            </a:extLst>
          </p:cNvPr>
          <p:cNvCxnSpPr>
            <a:cxnSpLocks/>
            <a:stCxn id="105" idx="0"/>
            <a:endCxn id="68" idx="4"/>
          </p:cNvCxnSpPr>
          <p:nvPr/>
        </p:nvCxnSpPr>
        <p:spPr bwMode="gray">
          <a:xfrm flipV="1">
            <a:off x="7335797" y="3802835"/>
            <a:ext cx="0" cy="22329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2CA2817-E149-2B2D-F617-8FF8D8CBCA11}"/>
              </a:ext>
            </a:extLst>
          </p:cNvPr>
          <p:cNvCxnSpPr>
            <a:cxnSpLocks/>
            <a:stCxn id="67" idx="4"/>
            <a:endCxn id="95" idx="0"/>
          </p:cNvCxnSpPr>
          <p:nvPr/>
        </p:nvCxnSpPr>
        <p:spPr bwMode="gray">
          <a:xfrm>
            <a:off x="8184416" y="2281478"/>
            <a:ext cx="0" cy="177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405C930-04E3-8996-7370-BE07D85D06A9}"/>
              </a:ext>
            </a:extLst>
          </p:cNvPr>
          <p:cNvCxnSpPr>
            <a:cxnSpLocks/>
            <a:stCxn id="95" idx="2"/>
            <a:endCxn id="92" idx="0"/>
          </p:cNvCxnSpPr>
          <p:nvPr/>
        </p:nvCxnSpPr>
        <p:spPr bwMode="gray">
          <a:xfrm>
            <a:off x="8184416" y="2584703"/>
            <a:ext cx="0" cy="2008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ACF214D8-51A0-CD06-4331-288886A6013E}"/>
              </a:ext>
            </a:extLst>
          </p:cNvPr>
          <p:cNvCxnSpPr>
            <a:cxnSpLocks/>
            <a:stCxn id="94" idx="2"/>
            <a:endCxn id="91" idx="0"/>
          </p:cNvCxnSpPr>
          <p:nvPr/>
        </p:nvCxnSpPr>
        <p:spPr bwMode="gray">
          <a:xfrm>
            <a:off x="6487178" y="2584703"/>
            <a:ext cx="0" cy="2008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37612FB4-1023-8B1D-095C-CB47FC2A2A86}"/>
              </a:ext>
            </a:extLst>
          </p:cNvPr>
          <p:cNvSpPr txBox="1"/>
          <p:nvPr/>
        </p:nvSpPr>
        <p:spPr bwMode="gray">
          <a:xfrm>
            <a:off x="3477896" y="1117492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ABBB9BC-93EE-4853-9557-19826D10D161}"/>
              </a:ext>
            </a:extLst>
          </p:cNvPr>
          <p:cNvSpPr txBox="1"/>
          <p:nvPr/>
        </p:nvSpPr>
        <p:spPr bwMode="gray">
          <a:xfrm>
            <a:off x="6708380" y="1215987"/>
            <a:ext cx="1128834" cy="1972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/>
              <p:nvPr/>
            </p:nvSpPr>
            <p:spPr bwMode="gray">
              <a:xfrm>
                <a:off x="6361178" y="20294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61178" y="2029479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76">
            <a:extLst>
              <a:ext uri="{FF2B5EF4-FFF2-40B4-BE49-F238E27FC236}">
                <a16:creationId xmlns:a16="http://schemas.microsoft.com/office/drawing/2014/main" id="{91DA83EF-4C5A-CF39-531C-152F691EF4D7}"/>
              </a:ext>
            </a:extLst>
          </p:cNvPr>
          <p:cNvSpPr/>
          <p:nvPr/>
        </p:nvSpPr>
        <p:spPr bwMode="gray">
          <a:xfrm>
            <a:off x="6424178" y="169398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/>
              <p:nvPr/>
            </p:nvSpPr>
            <p:spPr bwMode="gray">
              <a:xfrm>
                <a:off x="6361178" y="27855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61178" y="2785592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ectangle 93">
            <a:extLst>
              <a:ext uri="{FF2B5EF4-FFF2-40B4-BE49-F238E27FC236}">
                <a16:creationId xmlns:a16="http://schemas.microsoft.com/office/drawing/2014/main" id="{6D26CA18-CA70-6B22-50E6-5C1B48965D8A}"/>
              </a:ext>
            </a:extLst>
          </p:cNvPr>
          <p:cNvSpPr/>
          <p:nvPr/>
        </p:nvSpPr>
        <p:spPr bwMode="gray">
          <a:xfrm>
            <a:off x="6424178" y="24587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/>
              <p:nvPr/>
            </p:nvSpPr>
            <p:spPr bwMode="gray">
              <a:xfrm>
                <a:off x="6063443" y="1497023"/>
                <a:ext cx="847469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3443" y="1497023"/>
                <a:ext cx="847469" cy="19723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/>
              <p:nvPr/>
            </p:nvSpPr>
            <p:spPr bwMode="gray">
              <a:xfrm>
                <a:off x="6564359" y="2423086"/>
                <a:ext cx="700387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64359" y="2423086"/>
                <a:ext cx="700387" cy="19723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/>
              <p:nvPr/>
            </p:nvSpPr>
            <p:spPr bwMode="gray">
              <a:xfrm>
                <a:off x="7329212" y="3253228"/>
                <a:ext cx="1025195" cy="2407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29212" y="3253228"/>
                <a:ext cx="1025195" cy="24074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/>
              <p:nvPr/>
            </p:nvSpPr>
            <p:spPr bwMode="gray">
              <a:xfrm>
                <a:off x="7209797" y="355083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09797" y="3550836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Rectangle 104">
            <a:extLst>
              <a:ext uri="{FF2B5EF4-FFF2-40B4-BE49-F238E27FC236}">
                <a16:creationId xmlns:a16="http://schemas.microsoft.com/office/drawing/2014/main" id="{96E11F3C-931D-13B8-A110-B7FA9D02936D}"/>
              </a:ext>
            </a:extLst>
          </p:cNvPr>
          <p:cNvSpPr/>
          <p:nvPr/>
        </p:nvSpPr>
        <p:spPr bwMode="gray">
          <a:xfrm>
            <a:off x="7272797" y="4026129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6D565AE-53AD-20A1-EA9C-39025F4A254B}"/>
              </a:ext>
            </a:extLst>
          </p:cNvPr>
          <p:cNvSpPr/>
          <p:nvPr/>
        </p:nvSpPr>
        <p:spPr bwMode="gray">
          <a:xfrm>
            <a:off x="7272797" y="320519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/>
              <p:nvPr/>
            </p:nvSpPr>
            <p:spPr bwMode="gray">
              <a:xfrm>
                <a:off x="6912062" y="4152128"/>
                <a:ext cx="847469" cy="2520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912062" y="4152128"/>
                <a:ext cx="847469" cy="2520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/>
              <p:nvPr/>
            </p:nvSpPr>
            <p:spPr bwMode="gray">
              <a:xfrm>
                <a:off x="8058416" y="20294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416" y="2029479"/>
                <a:ext cx="251999" cy="251999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 75">
            <a:extLst>
              <a:ext uri="{FF2B5EF4-FFF2-40B4-BE49-F238E27FC236}">
                <a16:creationId xmlns:a16="http://schemas.microsoft.com/office/drawing/2014/main" id="{9BBCC220-FC4B-FDFA-B30A-1D418F56E033}"/>
              </a:ext>
            </a:extLst>
          </p:cNvPr>
          <p:cNvSpPr/>
          <p:nvPr/>
        </p:nvSpPr>
        <p:spPr bwMode="gray">
          <a:xfrm>
            <a:off x="8121416" y="169398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/>
              <p:nvPr/>
            </p:nvSpPr>
            <p:spPr bwMode="gray">
              <a:xfrm>
                <a:off x="8058416" y="27855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416" y="2785592"/>
                <a:ext cx="251999" cy="251999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ectangle 94">
            <a:extLst>
              <a:ext uri="{FF2B5EF4-FFF2-40B4-BE49-F238E27FC236}">
                <a16:creationId xmlns:a16="http://schemas.microsoft.com/office/drawing/2014/main" id="{95E20D0C-BCB5-C3E3-26AD-A5EDA053EFEB}"/>
              </a:ext>
            </a:extLst>
          </p:cNvPr>
          <p:cNvSpPr/>
          <p:nvPr/>
        </p:nvSpPr>
        <p:spPr bwMode="gray">
          <a:xfrm>
            <a:off x="8121416" y="24587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F0D102-7A9F-19AB-3450-D7683D3FE08B}"/>
                  </a:ext>
                </a:extLst>
              </p:cNvPr>
              <p:cNvSpPr txBox="1"/>
              <p:nvPr/>
            </p:nvSpPr>
            <p:spPr bwMode="gray">
              <a:xfrm>
                <a:off x="7760681" y="1507749"/>
                <a:ext cx="847469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F0D102-7A9F-19AB-3450-D7683D3FE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60681" y="1507749"/>
                <a:ext cx="847469" cy="19723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8A258B-C434-514F-819F-C681F53C7A28}"/>
                  </a:ext>
                </a:extLst>
              </p:cNvPr>
              <p:cNvSpPr/>
              <p:nvPr/>
            </p:nvSpPr>
            <p:spPr bwMode="gray">
              <a:xfrm>
                <a:off x="5984466" y="23957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8A258B-C434-514F-819F-C681F53C7A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84466" y="2395704"/>
                <a:ext cx="251999" cy="251999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96E5A45-A992-F2B6-0FCA-3B14C3D4BC62}"/>
              </a:ext>
            </a:extLst>
          </p:cNvPr>
          <p:cNvCxnSpPr>
            <a:cxnSpLocks/>
            <a:stCxn id="10" idx="6"/>
            <a:endCxn id="94" idx="1"/>
          </p:cNvCxnSpPr>
          <p:nvPr/>
        </p:nvCxnSpPr>
        <p:spPr bwMode="gray">
          <a:xfrm>
            <a:off x="6236465" y="2521704"/>
            <a:ext cx="187713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0C46D5A-C4F0-63DD-9A73-3721826A4A86}"/>
              </a:ext>
            </a:extLst>
          </p:cNvPr>
          <p:cNvSpPr/>
          <p:nvPr/>
        </p:nvSpPr>
        <p:spPr bwMode="gray">
          <a:xfrm>
            <a:off x="5683145" y="24587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4DD66D-6D4E-78D6-54EF-4A1B7948CD0B}"/>
                  </a:ext>
                </a:extLst>
              </p:cNvPr>
              <p:cNvSpPr txBox="1"/>
              <p:nvPr/>
            </p:nvSpPr>
            <p:spPr bwMode="gray">
              <a:xfrm>
                <a:off x="5305918" y="2211760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4DD66D-6D4E-78D6-54EF-4A1B7948C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05918" y="2211760"/>
                <a:ext cx="701781" cy="2154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58030D-D98F-8F8B-92FF-06D8F4C77DDA}"/>
              </a:ext>
            </a:extLst>
          </p:cNvPr>
          <p:cNvCxnSpPr>
            <a:cxnSpLocks/>
            <a:stCxn id="14" idx="3"/>
            <a:endCxn id="10" idx="2"/>
          </p:cNvCxnSpPr>
          <p:nvPr/>
        </p:nvCxnSpPr>
        <p:spPr bwMode="gray">
          <a:xfrm>
            <a:off x="5809144" y="2521704"/>
            <a:ext cx="17532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F57254D-A2B7-D0F4-1749-F51FAF78768E}"/>
                  </a:ext>
                </a:extLst>
              </p:cNvPr>
              <p:cNvSpPr/>
              <p:nvPr/>
            </p:nvSpPr>
            <p:spPr bwMode="gray">
              <a:xfrm>
                <a:off x="8471417" y="23957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F57254D-A2B7-D0F4-1749-F51FAF7876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71417" y="2395704"/>
                <a:ext cx="251999" cy="251999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6609AFAD-C2B8-6D3E-2268-AF8BB3648D3A}"/>
              </a:ext>
            </a:extLst>
          </p:cNvPr>
          <p:cNvSpPr/>
          <p:nvPr/>
        </p:nvSpPr>
        <p:spPr bwMode="gray">
          <a:xfrm>
            <a:off x="8862447" y="24587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9465220-5B48-132C-A57B-6ED814C84348}"/>
                  </a:ext>
                </a:extLst>
              </p:cNvPr>
              <p:cNvSpPr txBox="1"/>
              <p:nvPr/>
            </p:nvSpPr>
            <p:spPr bwMode="gray">
              <a:xfrm>
                <a:off x="8407406" y="2219847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9465220-5B48-132C-A57B-6ED814C84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07406" y="2219847"/>
                <a:ext cx="701781" cy="215444"/>
              </a:xfrm>
              <a:prstGeom prst="rect">
                <a:avLst/>
              </a:prstGeom>
              <a:blipFill>
                <a:blip r:embed="rId25"/>
                <a:stretch>
                  <a:fillRect r="-1754" b="-555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611DEB-C1E4-D41C-7DB9-AFD6EDFD78DE}"/>
              </a:ext>
            </a:extLst>
          </p:cNvPr>
          <p:cNvCxnSpPr>
            <a:cxnSpLocks/>
            <a:stCxn id="95" idx="3"/>
            <a:endCxn id="19" idx="2"/>
          </p:cNvCxnSpPr>
          <p:nvPr/>
        </p:nvCxnSpPr>
        <p:spPr bwMode="gray">
          <a:xfrm>
            <a:off x="8247415" y="2521704"/>
            <a:ext cx="22400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6F0339-1646-C4E8-373D-964CBBDD2A93}"/>
                  </a:ext>
                </a:extLst>
              </p:cNvPr>
              <p:cNvSpPr txBox="1"/>
              <p:nvPr/>
            </p:nvSpPr>
            <p:spPr bwMode="gray">
              <a:xfrm>
                <a:off x="7401114" y="2423086"/>
                <a:ext cx="700387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6F0339-1646-C4E8-373D-964CBBDD2A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01114" y="2423086"/>
                <a:ext cx="700387" cy="19723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F5378C9-3045-83D2-177D-91152FB695DB}"/>
              </a:ext>
            </a:extLst>
          </p:cNvPr>
          <p:cNvCxnSpPr>
            <a:cxnSpLocks/>
            <a:stCxn id="19" idx="6"/>
            <a:endCxn id="20" idx="1"/>
          </p:cNvCxnSpPr>
          <p:nvPr/>
        </p:nvCxnSpPr>
        <p:spPr bwMode="gray">
          <a:xfrm>
            <a:off x="8723416" y="2521704"/>
            <a:ext cx="139031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Freeform 136">
            <a:extLst>
              <a:ext uri="{FF2B5EF4-FFF2-40B4-BE49-F238E27FC236}">
                <a16:creationId xmlns:a16="http://schemas.microsoft.com/office/drawing/2014/main" id="{DDE0DADC-4D1E-2845-E656-63693125A0EA}"/>
              </a:ext>
            </a:extLst>
          </p:cNvPr>
          <p:cNvSpPr/>
          <p:nvPr/>
        </p:nvSpPr>
        <p:spPr bwMode="gray">
          <a:xfrm rot="14807286">
            <a:off x="6310983" y="1788959"/>
            <a:ext cx="2349801" cy="2355025"/>
          </a:xfrm>
          <a:custGeom>
            <a:avLst/>
            <a:gdLst>
              <a:gd name="csX0" fmla="*/ 2343286 w 2349801"/>
              <a:gd name="csY0" fmla="*/ 342652 h 2355025"/>
              <a:gd name="csX1" fmla="*/ 2216777 w 2349801"/>
              <a:gd name="csY1" fmla="*/ 637650 h 2355025"/>
              <a:gd name="csX2" fmla="*/ 2111398 w 2349801"/>
              <a:gd name="csY2" fmla="*/ 679773 h 2355025"/>
              <a:gd name="csX3" fmla="*/ 1701808 w 2349801"/>
              <a:gd name="csY3" fmla="*/ 504122 h 2355025"/>
              <a:gd name="csX4" fmla="*/ 1132741 w 2349801"/>
              <a:gd name="csY4" fmla="*/ 1050340 h 2355025"/>
              <a:gd name="csX5" fmla="*/ 1132741 w 2349801"/>
              <a:gd name="csY5" fmla="*/ 1715217 h 2355025"/>
              <a:gd name="csX6" fmla="*/ 1577638 w 2349801"/>
              <a:gd name="csY6" fmla="*/ 1906010 h 2355025"/>
              <a:gd name="csX7" fmla="*/ 1619761 w 2349801"/>
              <a:gd name="csY7" fmla="*/ 2011389 h 2355025"/>
              <a:gd name="csX8" fmla="*/ 1493252 w 2349801"/>
              <a:gd name="csY8" fmla="*/ 2306387 h 2355025"/>
              <a:gd name="csX9" fmla="*/ 1387873 w 2349801"/>
              <a:gd name="csY9" fmla="*/ 2348510 h 2355025"/>
              <a:gd name="csX10" fmla="*/ 792204 w 2349801"/>
              <a:gd name="csY10" fmla="*/ 2093059 h 2355025"/>
              <a:gd name="csX11" fmla="*/ 765982 w 2349801"/>
              <a:gd name="csY11" fmla="*/ 2074953 h 2355025"/>
              <a:gd name="csX12" fmla="*/ 765880 w 2349801"/>
              <a:gd name="csY12" fmla="*/ 2074793 h 2355025"/>
              <a:gd name="csX13" fmla="*/ 754342 w 2349801"/>
              <a:gd name="csY13" fmla="*/ 2070014 h 2355025"/>
              <a:gd name="csX14" fmla="*/ 734922 w 2349801"/>
              <a:gd name="csY14" fmla="*/ 2023130 h 2355025"/>
              <a:gd name="csX15" fmla="*/ 734922 w 2349801"/>
              <a:gd name="csY15" fmla="*/ 1084864 h 2355025"/>
              <a:gd name="csX16" fmla="*/ 48638 w 2349801"/>
              <a:gd name="csY16" fmla="*/ 790554 h 2355025"/>
              <a:gd name="csX17" fmla="*/ 6515 w 2349801"/>
              <a:gd name="csY17" fmla="*/ 685174 h 2355025"/>
              <a:gd name="csX18" fmla="*/ 133024 w 2349801"/>
              <a:gd name="csY18" fmla="*/ 390176 h 2355025"/>
              <a:gd name="csX19" fmla="*/ 238403 w 2349801"/>
              <a:gd name="csY19" fmla="*/ 348053 h 2355025"/>
              <a:gd name="csX20" fmla="*/ 996292 w 2349801"/>
              <a:gd name="csY20" fmla="*/ 673071 h 2355025"/>
              <a:gd name="csX21" fmla="*/ 1678974 w 2349801"/>
              <a:gd name="csY21" fmla="*/ 17801 h 2355025"/>
              <a:gd name="csX22" fmla="*/ 1722544 w 2349801"/>
              <a:gd name="csY22" fmla="*/ 791 h 2355025"/>
              <a:gd name="csX23" fmla="*/ 1724114 w 2349801"/>
              <a:gd name="csY23" fmla="*/ 1479 h 2355025"/>
              <a:gd name="csX24" fmla="*/ 1731881 w 2349801"/>
              <a:gd name="csY24" fmla="*/ 0 h 2355025"/>
              <a:gd name="csX25" fmla="*/ 1763074 w 2349801"/>
              <a:gd name="csY25" fmla="*/ 6516 h 2355025"/>
              <a:gd name="csX26" fmla="*/ 2301162 w 2349801"/>
              <a:gd name="csY26" fmla="*/ 237273 h 2355025"/>
              <a:gd name="csX27" fmla="*/ 2343286 w 2349801"/>
              <a:gd name="csY27" fmla="*/ 342652 h 23550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2349801" h="2355025">
                <a:moveTo>
                  <a:pt x="2343286" y="342652"/>
                </a:moveTo>
                <a:lnTo>
                  <a:pt x="2216777" y="637650"/>
                </a:lnTo>
                <a:cubicBezTo>
                  <a:pt x="2199309" y="678382"/>
                  <a:pt x="2152129" y="697241"/>
                  <a:pt x="2111398" y="679773"/>
                </a:cubicBezTo>
                <a:lnTo>
                  <a:pt x="1701808" y="504122"/>
                </a:lnTo>
                <a:lnTo>
                  <a:pt x="1132741" y="1050340"/>
                </a:lnTo>
                <a:lnTo>
                  <a:pt x="1132741" y="1715217"/>
                </a:lnTo>
                <a:lnTo>
                  <a:pt x="1577638" y="1906010"/>
                </a:lnTo>
                <a:cubicBezTo>
                  <a:pt x="1618369" y="1923477"/>
                  <a:pt x="1637229" y="1970657"/>
                  <a:pt x="1619761" y="2011389"/>
                </a:cubicBezTo>
                <a:lnTo>
                  <a:pt x="1493252" y="2306387"/>
                </a:lnTo>
                <a:cubicBezTo>
                  <a:pt x="1475785" y="2347118"/>
                  <a:pt x="1428605" y="2365977"/>
                  <a:pt x="1387873" y="2348510"/>
                </a:cubicBezTo>
                <a:lnTo>
                  <a:pt x="792204" y="2093059"/>
                </a:lnTo>
                <a:cubicBezTo>
                  <a:pt x="782021" y="2088693"/>
                  <a:pt x="773206" y="2082468"/>
                  <a:pt x="765982" y="2074953"/>
                </a:cubicBezTo>
                <a:lnTo>
                  <a:pt x="765880" y="2074793"/>
                </a:lnTo>
                <a:lnTo>
                  <a:pt x="754342" y="2070014"/>
                </a:lnTo>
                <a:cubicBezTo>
                  <a:pt x="742343" y="2058016"/>
                  <a:pt x="734922" y="2041440"/>
                  <a:pt x="734922" y="2023130"/>
                </a:cubicBezTo>
                <a:lnTo>
                  <a:pt x="734922" y="1084864"/>
                </a:lnTo>
                <a:lnTo>
                  <a:pt x="48638" y="790554"/>
                </a:lnTo>
                <a:cubicBezTo>
                  <a:pt x="7907" y="773086"/>
                  <a:pt x="-10952" y="725906"/>
                  <a:pt x="6515" y="685174"/>
                </a:cubicBezTo>
                <a:lnTo>
                  <a:pt x="133024" y="390176"/>
                </a:lnTo>
                <a:cubicBezTo>
                  <a:pt x="150491" y="349445"/>
                  <a:pt x="197672" y="330586"/>
                  <a:pt x="238403" y="348053"/>
                </a:cubicBezTo>
                <a:lnTo>
                  <a:pt x="996292" y="673071"/>
                </a:lnTo>
                <a:lnTo>
                  <a:pt x="1678974" y="17801"/>
                </a:lnTo>
                <a:cubicBezTo>
                  <a:pt x="1691149" y="6115"/>
                  <a:pt x="1706907" y="470"/>
                  <a:pt x="1722544" y="791"/>
                </a:cubicBezTo>
                <a:lnTo>
                  <a:pt x="1724114" y="1479"/>
                </a:lnTo>
                <a:lnTo>
                  <a:pt x="1731881" y="0"/>
                </a:lnTo>
                <a:cubicBezTo>
                  <a:pt x="1742305" y="52"/>
                  <a:pt x="1752891" y="2149"/>
                  <a:pt x="1763074" y="6516"/>
                </a:cubicBezTo>
                <a:lnTo>
                  <a:pt x="2301162" y="237273"/>
                </a:lnTo>
                <a:cubicBezTo>
                  <a:pt x="2341894" y="254741"/>
                  <a:pt x="2360753" y="301921"/>
                  <a:pt x="2343286" y="342652"/>
                </a:cubicBezTo>
                <a:close/>
              </a:path>
            </a:pathLst>
          </a:cu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B8D62EA-9B8B-29D2-FB59-D0C4CF0A0B2D}"/>
              </a:ext>
            </a:extLst>
          </p:cNvPr>
          <p:cNvCxnSpPr>
            <a:cxnSpLocks/>
          </p:cNvCxnSpPr>
          <p:nvPr/>
        </p:nvCxnSpPr>
        <p:spPr bwMode="gray">
          <a:xfrm flipV="1">
            <a:off x="8052296" y="183793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E6367BB0-2E38-FB6E-7CD2-2194DFC30DDB}"/>
              </a:ext>
            </a:extLst>
          </p:cNvPr>
          <p:cNvSpPr/>
          <p:nvPr/>
        </p:nvSpPr>
        <p:spPr bwMode="gray">
          <a:xfrm>
            <a:off x="7841808" y="182303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334F46E8-B9B0-835D-EE36-75BDA021180F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7057" y="182831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9CF04BB0-4964-C09D-A70F-DFF903D9F791}"/>
              </a:ext>
            </a:extLst>
          </p:cNvPr>
          <p:cNvSpPr/>
          <p:nvPr/>
        </p:nvSpPr>
        <p:spPr bwMode="gray">
          <a:xfrm>
            <a:off x="6686553" y="184418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BD37EB34-98C6-7ED7-9B73-A36C88AD5D9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5827817" y="2641758"/>
            <a:ext cx="179882" cy="594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C10D178C-4CDE-2D0E-19A4-64EB673CB301}"/>
              </a:ext>
            </a:extLst>
          </p:cNvPr>
          <p:cNvSpPr/>
          <p:nvPr/>
        </p:nvSpPr>
        <p:spPr bwMode="gray">
          <a:xfrm>
            <a:off x="5830915" y="27156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E0128483-8CE6-53F3-2CD5-86B02D0CCC31}"/>
              </a:ext>
            </a:extLst>
          </p:cNvPr>
          <p:cNvCxnSpPr>
            <a:cxnSpLocks/>
          </p:cNvCxnSpPr>
          <p:nvPr/>
        </p:nvCxnSpPr>
        <p:spPr bwMode="gray">
          <a:xfrm flipH="1">
            <a:off x="8694388" y="2647703"/>
            <a:ext cx="169748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Oval 154">
            <a:extLst>
              <a:ext uri="{FF2B5EF4-FFF2-40B4-BE49-F238E27FC236}">
                <a16:creationId xmlns:a16="http://schemas.microsoft.com/office/drawing/2014/main" id="{FAA0EDDB-3B02-70DB-C518-77AE4557BCCE}"/>
              </a:ext>
            </a:extLst>
          </p:cNvPr>
          <p:cNvSpPr/>
          <p:nvPr/>
        </p:nvSpPr>
        <p:spPr bwMode="gray">
          <a:xfrm>
            <a:off x="8687352" y="27156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15D8BF45-65CA-D239-5CFA-153783801EBC}"/>
              </a:ext>
            </a:extLst>
          </p:cNvPr>
          <p:cNvCxnSpPr>
            <a:cxnSpLocks/>
          </p:cNvCxnSpPr>
          <p:nvPr/>
        </p:nvCxnSpPr>
        <p:spPr bwMode="gray">
          <a:xfrm flipV="1">
            <a:off x="8035460" y="258725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Oval 157">
            <a:extLst>
              <a:ext uri="{FF2B5EF4-FFF2-40B4-BE49-F238E27FC236}">
                <a16:creationId xmlns:a16="http://schemas.microsoft.com/office/drawing/2014/main" id="{FC8DA7BD-6170-3FA2-1DDF-8DA98866E035}"/>
              </a:ext>
            </a:extLst>
          </p:cNvPr>
          <p:cNvSpPr/>
          <p:nvPr/>
        </p:nvSpPr>
        <p:spPr bwMode="gray">
          <a:xfrm>
            <a:off x="7841809" y="260414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04B3EBE-0A20-AD1E-10D1-EFA7CC04DC90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4346" y="257542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0A1B377F-449A-F675-D9BD-AB0548F60D4E}"/>
              </a:ext>
            </a:extLst>
          </p:cNvPr>
          <p:cNvSpPr/>
          <p:nvPr/>
        </p:nvSpPr>
        <p:spPr bwMode="gray">
          <a:xfrm>
            <a:off x="6683842" y="259129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DAACC6CC-6B83-918A-E94E-3DDAE5E06CB3}"/>
              </a:ext>
            </a:extLst>
          </p:cNvPr>
          <p:cNvCxnSpPr>
            <a:cxnSpLocks/>
          </p:cNvCxnSpPr>
          <p:nvPr/>
        </p:nvCxnSpPr>
        <p:spPr bwMode="gray">
          <a:xfrm flipV="1">
            <a:off x="7224676" y="335435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28CDD2BF-0229-29F3-76A3-DA790B5559E6}"/>
              </a:ext>
            </a:extLst>
          </p:cNvPr>
          <p:cNvSpPr/>
          <p:nvPr/>
        </p:nvSpPr>
        <p:spPr bwMode="gray">
          <a:xfrm>
            <a:off x="7049926" y="337801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D267A0E6-1FDF-0609-FAB5-1EAEFB46220A}"/>
              </a:ext>
            </a:extLst>
          </p:cNvPr>
          <p:cNvCxnSpPr>
            <a:cxnSpLocks/>
          </p:cNvCxnSpPr>
          <p:nvPr/>
        </p:nvCxnSpPr>
        <p:spPr bwMode="gray">
          <a:xfrm flipV="1">
            <a:off x="7224676" y="3818873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Oval 185">
            <a:extLst>
              <a:ext uri="{FF2B5EF4-FFF2-40B4-BE49-F238E27FC236}">
                <a16:creationId xmlns:a16="http://schemas.microsoft.com/office/drawing/2014/main" id="{90678D46-F026-9B9D-E05B-0F83158324D3}"/>
              </a:ext>
            </a:extLst>
          </p:cNvPr>
          <p:cNvSpPr/>
          <p:nvPr/>
        </p:nvSpPr>
        <p:spPr bwMode="gray">
          <a:xfrm>
            <a:off x="7049926" y="384253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1CDA7ED-B15A-5831-C660-E839786251C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6632821" y="2929536"/>
            <a:ext cx="550880" cy="212661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27E7596-B8A1-D878-20CE-CF11E953E639}"/>
              </a:ext>
            </a:extLst>
          </p:cNvPr>
          <p:cNvSpPr/>
          <p:nvPr/>
        </p:nvSpPr>
        <p:spPr bwMode="gray">
          <a:xfrm>
            <a:off x="7003407" y="29046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D7812A7F-F970-235D-4AE4-B335C03D0172}"/>
              </a:ext>
            </a:extLst>
          </p:cNvPr>
          <p:cNvCxnSpPr>
            <a:cxnSpLocks/>
          </p:cNvCxnSpPr>
          <p:nvPr/>
        </p:nvCxnSpPr>
        <p:spPr bwMode="gray">
          <a:xfrm flipV="1">
            <a:off x="7443344" y="2945331"/>
            <a:ext cx="570525" cy="21609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Oval 191">
            <a:extLst>
              <a:ext uri="{FF2B5EF4-FFF2-40B4-BE49-F238E27FC236}">
                <a16:creationId xmlns:a16="http://schemas.microsoft.com/office/drawing/2014/main" id="{2831E7CC-B5CF-6C79-26F8-51B2633BAF46}"/>
              </a:ext>
            </a:extLst>
          </p:cNvPr>
          <p:cNvSpPr/>
          <p:nvPr/>
        </p:nvSpPr>
        <p:spPr bwMode="gray">
          <a:xfrm>
            <a:off x="7552888" y="290879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FACA05B5-98C7-6934-9017-4761BA4340DA}"/>
              </a:ext>
            </a:extLst>
          </p:cNvPr>
          <p:cNvCxnSpPr>
            <a:cxnSpLocks/>
          </p:cNvCxnSpPr>
          <p:nvPr/>
        </p:nvCxnSpPr>
        <p:spPr bwMode="gray">
          <a:xfrm flipH="1">
            <a:off x="6236465" y="2419977"/>
            <a:ext cx="169748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1EA99A5A-D3D4-A61B-FC98-BCB4E122F0A5}"/>
              </a:ext>
            </a:extLst>
          </p:cNvPr>
          <p:cNvSpPr/>
          <p:nvPr/>
        </p:nvSpPr>
        <p:spPr bwMode="gray">
          <a:xfrm>
            <a:off x="6220998" y="223820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AC653420-7D2C-5116-4959-ED150D277E39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8267332" y="2446167"/>
            <a:ext cx="179882" cy="594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Oval 199">
            <a:extLst>
              <a:ext uri="{FF2B5EF4-FFF2-40B4-BE49-F238E27FC236}">
                <a16:creationId xmlns:a16="http://schemas.microsoft.com/office/drawing/2014/main" id="{CDE97D53-BB2A-A90B-B6DF-1AD93B5E9D9D}"/>
              </a:ext>
            </a:extLst>
          </p:cNvPr>
          <p:cNvSpPr/>
          <p:nvPr/>
        </p:nvSpPr>
        <p:spPr bwMode="gray">
          <a:xfrm>
            <a:off x="8272821" y="226329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A7F17CCF-F873-623A-1FAC-F47FC07567DF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6347" y="225691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Oval 201">
            <a:extLst>
              <a:ext uri="{FF2B5EF4-FFF2-40B4-BE49-F238E27FC236}">
                <a16:creationId xmlns:a16="http://schemas.microsoft.com/office/drawing/2014/main" id="{0404DD91-6720-AE3C-320A-539BFBDABCC9}"/>
              </a:ext>
            </a:extLst>
          </p:cNvPr>
          <p:cNvSpPr/>
          <p:nvPr/>
        </p:nvSpPr>
        <p:spPr bwMode="gray">
          <a:xfrm>
            <a:off x="6683842" y="228882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7752F7B9-2467-1680-B5EF-CA1833488334}"/>
              </a:ext>
            </a:extLst>
          </p:cNvPr>
          <p:cNvCxnSpPr>
            <a:cxnSpLocks/>
          </p:cNvCxnSpPr>
          <p:nvPr/>
        </p:nvCxnSpPr>
        <p:spPr bwMode="gray">
          <a:xfrm flipV="1">
            <a:off x="8040048" y="223310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Oval 203">
            <a:extLst>
              <a:ext uri="{FF2B5EF4-FFF2-40B4-BE49-F238E27FC236}">
                <a16:creationId xmlns:a16="http://schemas.microsoft.com/office/drawing/2014/main" id="{F1B15235-C731-8DFA-902C-5CD9BD848856}"/>
              </a:ext>
            </a:extLst>
          </p:cNvPr>
          <p:cNvSpPr/>
          <p:nvPr/>
        </p:nvSpPr>
        <p:spPr bwMode="gray">
          <a:xfrm>
            <a:off x="7839049" y="229708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687002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5" dur="500"/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3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6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9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1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2" fill="hold">
                      <p:stCondLst>
                        <p:cond delay="indefinite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9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5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6" fill="hold">
                      <p:stCondLst>
                        <p:cond delay="indefinite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indefinite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2" fill="hold">
                      <p:stCondLst>
                        <p:cond delay="indefinite"/>
                      </p:stCondLst>
                      <p:childTnLst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6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9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5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6" fill="hold">
                      <p:stCondLst>
                        <p:cond delay="indefinite"/>
                      </p:stCondLst>
                      <p:childTnLst>
                        <p:par>
                          <p:cTn id="297" fill="hold">
                            <p:stCondLst>
                              <p:cond delay="0"/>
                            </p:stCondLst>
                            <p:childTnLst>
                              <p:par>
                                <p:cTn id="29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6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9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4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0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1" grpId="0" animBg="1"/>
      <p:bldP spid="40" grpId="0" animBg="1"/>
      <p:bldP spid="36" grpId="0" animBg="1"/>
      <p:bldP spid="39" grpId="0" animBg="1"/>
      <p:bldP spid="43" grpId="0" animBg="1"/>
      <p:bldP spid="164" grpId="0"/>
      <p:bldP spid="165" grpId="0"/>
      <p:bldP spid="64" grpId="0" animBg="1"/>
      <p:bldP spid="77" grpId="0" animBg="1"/>
      <p:bldP spid="91" grpId="0" animBg="1"/>
      <p:bldP spid="94" grpId="0" animBg="1"/>
      <p:bldP spid="168" grpId="0"/>
      <p:bldP spid="176" grpId="0"/>
      <p:bldP spid="180" grpId="0"/>
      <p:bldP spid="68" grpId="0" animBg="1"/>
      <p:bldP spid="105" grpId="0" animBg="1"/>
      <p:bldP spid="107" grpId="0" animBg="1"/>
      <p:bldP spid="182" grpId="0"/>
      <p:bldP spid="67" grpId="0" animBg="1"/>
      <p:bldP spid="76" grpId="0" animBg="1"/>
      <p:bldP spid="92" grpId="0" animBg="1"/>
      <p:bldP spid="95" grpId="0" animBg="1"/>
      <p:bldP spid="7" grpId="0"/>
      <p:bldP spid="10" grpId="0" animBg="1"/>
      <p:bldP spid="14" grpId="0" animBg="1"/>
      <p:bldP spid="15" grpId="0"/>
      <p:bldP spid="19" grpId="0" animBg="1"/>
      <p:bldP spid="20" grpId="0" animBg="1"/>
      <p:bldP spid="21" grpId="0"/>
      <p:bldP spid="29" grpId="0"/>
      <p:bldP spid="137" grpId="0" animBg="1"/>
      <p:bldP spid="140" grpId="0" animBg="1"/>
      <p:bldP spid="143" grpId="0" animBg="1"/>
      <p:bldP spid="148" grpId="0" animBg="1"/>
      <p:bldP spid="155" grpId="0" animBg="1"/>
      <p:bldP spid="158" grpId="0" animBg="1"/>
      <p:bldP spid="161" grpId="0" animBg="1"/>
      <p:bldP spid="163" grpId="0" animBg="1"/>
      <p:bldP spid="186" grpId="0" animBg="1"/>
      <p:bldP spid="188" grpId="0" animBg="1"/>
      <p:bldP spid="192" grpId="0" animBg="1"/>
      <p:bldP spid="198" grpId="0" animBg="1"/>
      <p:bldP spid="200" grpId="0" animBg="1"/>
      <p:bldP spid="202" grpId="0" animBg="1"/>
      <p:bldP spid="20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55DEB-8163-53A9-ECCE-54640E780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0DDBA26-5DA6-ACF1-A957-8AAC1A6E73C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197411" y="1247608"/>
                <a:ext cx="2399792" cy="3570281"/>
              </a:xfrm>
            </p:spPr>
            <p:txBody>
              <a:bodyPr/>
              <a:lstStyle/>
              <a:p>
                <a:r>
                  <a:rPr lang="en-US" b="1" dirty="0"/>
                  <a:t>Experimental Setup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1200" dirty="0"/>
                  <a:t>We have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200" dirty="0"/>
                  <a:t> players with skills evenly distributed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The prior of the performance precision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Gam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1200" b="0" dirty="0"/>
              </a:p>
              <a:p>
                <a:pPr lvl="1"/>
                <a:r>
                  <a:rPr lang="en-US" sz="1200" dirty="0"/>
                  <a:t>We generate 10,000 matches with random player indices and outcomes using  random performance precisions</a:t>
                </a:r>
              </a:p>
              <a:p>
                <a:pPr lvl="1"/>
                <a:r>
                  <a:rPr lang="en-US" sz="1200" dirty="0"/>
                  <a:t>We ran TrueSkill Through Time both with fixed (blue) and variable (red) performance precision</a:t>
                </a:r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0DDBA26-5DA6-ACF1-A957-8AAC1A6E7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197411" y="1247608"/>
                <a:ext cx="2399792" cy="3570281"/>
              </a:xfrm>
              <a:blipFill>
                <a:blip r:embed="rId3"/>
                <a:stretch>
                  <a:fillRect t="-355" b="-567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0D865FF-AF6B-C1CB-6B30-0D773FDDB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Ranking: Example</a:t>
            </a:r>
          </a:p>
        </p:txBody>
      </p:sp>
      <p:grpSp>
        <p:nvGrpSpPr>
          <p:cNvPr id="805" name="Group 804">
            <a:extLst>
              <a:ext uri="{FF2B5EF4-FFF2-40B4-BE49-F238E27FC236}">
                <a16:creationId xmlns:a16="http://schemas.microsoft.com/office/drawing/2014/main" id="{AEB80CA8-B2DA-996E-6E15-18303E5AA024}"/>
              </a:ext>
            </a:extLst>
          </p:cNvPr>
          <p:cNvGrpSpPr/>
          <p:nvPr/>
        </p:nvGrpSpPr>
        <p:grpSpPr>
          <a:xfrm>
            <a:off x="2637448" y="1608496"/>
            <a:ext cx="4598379" cy="3065586"/>
            <a:chOff x="1546410" y="1677698"/>
            <a:chExt cx="4598379" cy="3065586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F97A0B3-B74F-988F-29D6-312218E49C34}"/>
                </a:ext>
              </a:extLst>
            </p:cNvPr>
            <p:cNvSpPr/>
            <p:nvPr/>
          </p:nvSpPr>
          <p:spPr>
            <a:xfrm>
              <a:off x="1546410" y="1677698"/>
              <a:ext cx="4598379" cy="3065586"/>
            </a:xfrm>
            <a:custGeom>
              <a:avLst/>
              <a:gdLst>
                <a:gd name="csX0" fmla="*/ 0 w 4598379"/>
                <a:gd name="csY0" fmla="*/ 3065586 h 3065586"/>
                <a:gd name="csX1" fmla="*/ 4598379 w 4598379"/>
                <a:gd name="csY1" fmla="*/ 3065586 h 3065586"/>
                <a:gd name="csX2" fmla="*/ 4598379 w 4598379"/>
                <a:gd name="csY2" fmla="*/ 0 h 3065586"/>
                <a:gd name="csX3" fmla="*/ 0 w 4598379"/>
                <a:gd name="csY3" fmla="*/ 0 h 3065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98379" h="3065586">
                  <a:moveTo>
                    <a:pt x="0" y="3065586"/>
                  </a:moveTo>
                  <a:lnTo>
                    <a:pt x="4598379" y="3065586"/>
                  </a:lnTo>
                  <a:lnTo>
                    <a:pt x="45983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91DE4604-4CC0-CC40-6C5F-04A5BEDE41F3}"/>
                </a:ext>
              </a:extLst>
            </p:cNvPr>
            <p:cNvSpPr/>
            <p:nvPr/>
          </p:nvSpPr>
          <p:spPr>
            <a:xfrm>
              <a:off x="2169553" y="1768217"/>
              <a:ext cx="3884724" cy="2479016"/>
            </a:xfrm>
            <a:custGeom>
              <a:avLst/>
              <a:gdLst>
                <a:gd name="csX0" fmla="*/ 0 w 3884724"/>
                <a:gd name="csY0" fmla="*/ 2479017 h 2479016"/>
                <a:gd name="csX1" fmla="*/ 3884724 w 3884724"/>
                <a:gd name="csY1" fmla="*/ 2479017 h 2479016"/>
                <a:gd name="csX2" fmla="*/ 3884724 w 3884724"/>
                <a:gd name="csY2" fmla="*/ 0 h 2479016"/>
                <a:gd name="csX3" fmla="*/ 0 w 3884724"/>
                <a:gd name="csY3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84724" h="2479016">
                  <a:moveTo>
                    <a:pt x="0" y="2479017"/>
                  </a:moveTo>
                  <a:lnTo>
                    <a:pt x="3884724" y="2479017"/>
                  </a:lnTo>
                  <a:lnTo>
                    <a:pt x="3884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189A7AAC-BECF-823D-86DC-3354BE481D05}"/>
                </a:ext>
              </a:extLst>
            </p:cNvPr>
            <p:cNvSpPr/>
            <p:nvPr/>
          </p:nvSpPr>
          <p:spPr>
            <a:xfrm>
              <a:off x="2279498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34CE96C6-5B78-3E9B-CA66-528C787CC2D5}"/>
                </a:ext>
              </a:extLst>
            </p:cNvPr>
            <p:cNvSpPr/>
            <p:nvPr/>
          </p:nvSpPr>
          <p:spPr>
            <a:xfrm>
              <a:off x="2884134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49AA8726-6807-13DA-5442-BD12944FBFE0}"/>
                </a:ext>
              </a:extLst>
            </p:cNvPr>
            <p:cNvSpPr/>
            <p:nvPr/>
          </p:nvSpPr>
          <p:spPr>
            <a:xfrm>
              <a:off x="3488765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ECE4EB76-E7A7-9E65-AF61-B54E9B95888A}"/>
                </a:ext>
              </a:extLst>
            </p:cNvPr>
            <p:cNvSpPr/>
            <p:nvPr/>
          </p:nvSpPr>
          <p:spPr>
            <a:xfrm>
              <a:off x="4093394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75A87550-8EF4-B53B-934D-63C440D4F671}"/>
                </a:ext>
              </a:extLst>
            </p:cNvPr>
            <p:cNvSpPr/>
            <p:nvPr/>
          </p:nvSpPr>
          <p:spPr>
            <a:xfrm>
              <a:off x="4698043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F3330538-D08A-235E-6694-51EF2B0B7088}"/>
                </a:ext>
              </a:extLst>
            </p:cNvPr>
            <p:cNvSpPr/>
            <p:nvPr/>
          </p:nvSpPr>
          <p:spPr>
            <a:xfrm>
              <a:off x="5302672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24B9E7C3-A92B-B7FB-DB6A-2C7C50A99AAD}"/>
                </a:ext>
              </a:extLst>
            </p:cNvPr>
            <p:cNvSpPr/>
            <p:nvPr/>
          </p:nvSpPr>
          <p:spPr>
            <a:xfrm>
              <a:off x="5907301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D3EE371-1EF1-1345-0C5F-0D23D22A8449}"/>
                </a:ext>
              </a:extLst>
            </p:cNvPr>
            <p:cNvSpPr/>
            <p:nvPr/>
          </p:nvSpPr>
          <p:spPr>
            <a:xfrm>
              <a:off x="2169553" y="4067858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B3EA7A67-A9F5-2799-C0C1-161A8D5065F1}"/>
                </a:ext>
              </a:extLst>
            </p:cNvPr>
            <p:cNvSpPr/>
            <p:nvPr/>
          </p:nvSpPr>
          <p:spPr>
            <a:xfrm>
              <a:off x="2169553" y="3549236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69F6E541-B7D9-5851-68C0-A808C73650E2}"/>
                </a:ext>
              </a:extLst>
            </p:cNvPr>
            <p:cNvSpPr/>
            <p:nvPr/>
          </p:nvSpPr>
          <p:spPr>
            <a:xfrm>
              <a:off x="2169553" y="3030615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F46448CB-AB1C-8F73-D02D-1D2A86A2E34A}"/>
                </a:ext>
              </a:extLst>
            </p:cNvPr>
            <p:cNvSpPr/>
            <p:nvPr/>
          </p:nvSpPr>
          <p:spPr>
            <a:xfrm>
              <a:off x="2169553" y="2511997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87018DA0-1743-5C6F-FBB5-840E09D7BA11}"/>
                </a:ext>
              </a:extLst>
            </p:cNvPr>
            <p:cNvSpPr/>
            <p:nvPr/>
          </p:nvSpPr>
          <p:spPr>
            <a:xfrm>
              <a:off x="2169553" y="1993376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D55D156-50BD-30F3-26FF-DF47D3C61FC2}"/>
                </a:ext>
              </a:extLst>
            </p:cNvPr>
            <p:cNvSpPr/>
            <p:nvPr/>
          </p:nvSpPr>
          <p:spPr>
            <a:xfrm>
              <a:off x="2169553" y="4247233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30A43928-85D3-569E-BFF0-95231F5241FA}"/>
                </a:ext>
              </a:extLst>
            </p:cNvPr>
            <p:cNvSpPr/>
            <p:nvPr/>
          </p:nvSpPr>
          <p:spPr>
            <a:xfrm>
              <a:off x="2279498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92B9CD58-89A1-4615-F669-B1B1960F16B4}"/>
                </a:ext>
              </a:extLst>
            </p:cNvPr>
            <p:cNvSpPr/>
            <p:nvPr/>
          </p:nvSpPr>
          <p:spPr>
            <a:xfrm>
              <a:off x="2884134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CEF418ED-F5B8-3092-0420-D5CB7508BB58}"/>
                </a:ext>
              </a:extLst>
            </p:cNvPr>
            <p:cNvSpPr/>
            <p:nvPr/>
          </p:nvSpPr>
          <p:spPr>
            <a:xfrm>
              <a:off x="3488765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8AD37C82-66EF-28B1-88DA-513BEFABFC96}"/>
                </a:ext>
              </a:extLst>
            </p:cNvPr>
            <p:cNvSpPr/>
            <p:nvPr/>
          </p:nvSpPr>
          <p:spPr>
            <a:xfrm>
              <a:off x="4093394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EB471F01-364E-468B-1BBD-2754E7A8F36B}"/>
                </a:ext>
              </a:extLst>
            </p:cNvPr>
            <p:cNvSpPr/>
            <p:nvPr/>
          </p:nvSpPr>
          <p:spPr>
            <a:xfrm>
              <a:off x="4698043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6F991499-A0DD-654D-9890-3004FB722511}"/>
                </a:ext>
              </a:extLst>
            </p:cNvPr>
            <p:cNvSpPr/>
            <p:nvPr/>
          </p:nvSpPr>
          <p:spPr>
            <a:xfrm>
              <a:off x="5302672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96E27F6E-952A-7E33-CB1E-84EB72FDEF50}"/>
                </a:ext>
              </a:extLst>
            </p:cNvPr>
            <p:cNvSpPr/>
            <p:nvPr/>
          </p:nvSpPr>
          <p:spPr>
            <a:xfrm>
              <a:off x="5907301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9B961FEE-2FBE-41F0-7A68-2BBF2CEEC361}"/>
                </a:ext>
              </a:extLst>
            </p:cNvPr>
            <p:cNvSpPr/>
            <p:nvPr/>
          </p:nvSpPr>
          <p:spPr>
            <a:xfrm>
              <a:off x="2147874" y="4397715"/>
              <a:ext cx="127932" cy="16956"/>
            </a:xfrm>
            <a:custGeom>
              <a:avLst/>
              <a:gdLst>
                <a:gd name="csX0" fmla="*/ 0 w 127932"/>
                <a:gd name="csY0" fmla="*/ 0 h 16956"/>
                <a:gd name="csX1" fmla="*/ 127933 w 127932"/>
                <a:gd name="csY1" fmla="*/ 0 h 16956"/>
                <a:gd name="csX2" fmla="*/ 127933 w 127932"/>
                <a:gd name="csY2" fmla="*/ 16956 h 16956"/>
                <a:gd name="csX3" fmla="*/ 0 w 127932"/>
                <a:gd name="csY3" fmla="*/ 16956 h 16956"/>
                <a:gd name="csX4" fmla="*/ 0 w 127932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56">
                  <a:moveTo>
                    <a:pt x="0" y="0"/>
                  </a:moveTo>
                  <a:lnTo>
                    <a:pt x="127933" y="0"/>
                  </a:lnTo>
                  <a:lnTo>
                    <a:pt x="127933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F2B4E663-21CF-3C8E-2665-0B2B75481C7E}"/>
                </a:ext>
              </a:extLst>
            </p:cNvPr>
            <p:cNvSpPr/>
            <p:nvPr/>
          </p:nvSpPr>
          <p:spPr>
            <a:xfrm>
              <a:off x="2313028" y="4318566"/>
              <a:ext cx="98092" cy="154582"/>
            </a:xfrm>
            <a:custGeom>
              <a:avLst/>
              <a:gdLst>
                <a:gd name="csX0" fmla="*/ 67359 w 98092"/>
                <a:gd name="csY0" fmla="*/ 71351 h 154582"/>
                <a:gd name="csX1" fmla="*/ 89912 w 98092"/>
                <a:gd name="csY1" fmla="*/ 84227 h 154582"/>
                <a:gd name="csX2" fmla="*/ 98093 w 98092"/>
                <a:gd name="csY2" fmla="*/ 108388 h 154582"/>
                <a:gd name="csX3" fmla="*/ 82926 w 98092"/>
                <a:gd name="csY3" fmla="*/ 142511 h 154582"/>
                <a:gd name="csX4" fmla="*/ 39816 w 98092"/>
                <a:gd name="csY4" fmla="*/ 154582 h 154582"/>
                <a:gd name="csX5" fmla="*/ 20457 w 98092"/>
                <a:gd name="csY5" fmla="*/ 152685 h 154582"/>
                <a:gd name="csX6" fmla="*/ 0 w 98092"/>
                <a:gd name="csY6" fmla="*/ 147206 h 154582"/>
                <a:gd name="csX7" fmla="*/ 0 w 98092"/>
                <a:gd name="csY7" fmla="*/ 127739 h 154582"/>
                <a:gd name="csX8" fmla="*/ 18361 w 98092"/>
                <a:gd name="csY8" fmla="*/ 135116 h 154582"/>
                <a:gd name="csX9" fmla="*/ 39217 w 98092"/>
                <a:gd name="csY9" fmla="*/ 137626 h 154582"/>
                <a:gd name="csX10" fmla="*/ 68056 w 98092"/>
                <a:gd name="csY10" fmla="*/ 130134 h 154582"/>
                <a:gd name="csX11" fmla="*/ 78036 w 98092"/>
                <a:gd name="csY11" fmla="*/ 108388 h 154582"/>
                <a:gd name="csX12" fmla="*/ 68755 w 98092"/>
                <a:gd name="csY12" fmla="*/ 87829 h 154582"/>
                <a:gd name="csX13" fmla="*/ 43110 w 98092"/>
                <a:gd name="csY13" fmla="*/ 80338 h 154582"/>
                <a:gd name="csX14" fmla="*/ 25745 w 98092"/>
                <a:gd name="csY14" fmla="*/ 80338 h 154582"/>
                <a:gd name="csX15" fmla="*/ 25745 w 98092"/>
                <a:gd name="csY15" fmla="*/ 63764 h 154582"/>
                <a:gd name="csX16" fmla="*/ 43907 w 98092"/>
                <a:gd name="csY16" fmla="*/ 63764 h 154582"/>
                <a:gd name="csX17" fmla="*/ 66659 w 98092"/>
                <a:gd name="csY17" fmla="*/ 57882 h 154582"/>
                <a:gd name="csX18" fmla="*/ 74544 w 98092"/>
                <a:gd name="csY18" fmla="*/ 40715 h 154582"/>
                <a:gd name="csX19" fmla="*/ 66360 w 98092"/>
                <a:gd name="csY19" fmla="*/ 23165 h 154582"/>
                <a:gd name="csX20" fmla="*/ 43110 w 98092"/>
                <a:gd name="csY20" fmla="*/ 16976 h 154582"/>
                <a:gd name="csX21" fmla="*/ 25347 w 98092"/>
                <a:gd name="csY21" fmla="*/ 18777 h 154582"/>
                <a:gd name="csX22" fmla="*/ 4491 w 98092"/>
                <a:gd name="csY22" fmla="*/ 24352 h 154582"/>
                <a:gd name="csX23" fmla="*/ 4491 w 98092"/>
                <a:gd name="csY23" fmla="*/ 6400 h 154582"/>
                <a:gd name="csX24" fmla="*/ 25944 w 98092"/>
                <a:gd name="csY24" fmla="*/ 1610 h 154582"/>
                <a:gd name="csX25" fmla="*/ 44905 w 98092"/>
                <a:gd name="csY25" fmla="*/ 0 h 154582"/>
                <a:gd name="csX26" fmla="*/ 81228 w 98092"/>
                <a:gd name="csY26" fmla="*/ 10481 h 154582"/>
                <a:gd name="csX27" fmla="*/ 94602 w 98092"/>
                <a:gd name="csY27" fmla="*/ 38626 h 154582"/>
                <a:gd name="csX28" fmla="*/ 87517 w 98092"/>
                <a:gd name="csY28" fmla="*/ 59588 h 154582"/>
                <a:gd name="csX29" fmla="*/ 67359 w 98092"/>
                <a:gd name="csY29" fmla="*/ 71351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98092" h="154582">
                  <a:moveTo>
                    <a:pt x="67359" y="71351"/>
                  </a:moveTo>
                  <a:cubicBezTo>
                    <a:pt x="77005" y="73421"/>
                    <a:pt x="84523" y="77713"/>
                    <a:pt x="89912" y="84227"/>
                  </a:cubicBezTo>
                  <a:cubicBezTo>
                    <a:pt x="95366" y="90754"/>
                    <a:pt x="98093" y="98808"/>
                    <a:pt x="98093" y="108388"/>
                  </a:cubicBezTo>
                  <a:cubicBezTo>
                    <a:pt x="98093" y="123090"/>
                    <a:pt x="93037" y="134464"/>
                    <a:pt x="82926" y="142511"/>
                  </a:cubicBezTo>
                  <a:cubicBezTo>
                    <a:pt x="72813" y="150559"/>
                    <a:pt x="58443" y="154582"/>
                    <a:pt x="39816" y="154582"/>
                  </a:cubicBezTo>
                  <a:cubicBezTo>
                    <a:pt x="33562" y="154582"/>
                    <a:pt x="27109" y="153950"/>
                    <a:pt x="20457" y="152685"/>
                  </a:cubicBezTo>
                  <a:cubicBezTo>
                    <a:pt x="13871" y="151485"/>
                    <a:pt x="7052" y="149658"/>
                    <a:pt x="0" y="147206"/>
                  </a:cubicBezTo>
                  <a:lnTo>
                    <a:pt x="0" y="127739"/>
                  </a:lnTo>
                  <a:cubicBezTo>
                    <a:pt x="5588" y="130996"/>
                    <a:pt x="11709" y="133455"/>
                    <a:pt x="18361" y="135116"/>
                  </a:cubicBezTo>
                  <a:cubicBezTo>
                    <a:pt x="25013" y="136789"/>
                    <a:pt x="31965" y="137626"/>
                    <a:pt x="39217" y="137626"/>
                  </a:cubicBezTo>
                  <a:cubicBezTo>
                    <a:pt x="51857" y="137626"/>
                    <a:pt x="61470" y="135129"/>
                    <a:pt x="68056" y="130134"/>
                  </a:cubicBezTo>
                  <a:cubicBezTo>
                    <a:pt x="74710" y="125140"/>
                    <a:pt x="78036" y="117891"/>
                    <a:pt x="78036" y="108388"/>
                  </a:cubicBezTo>
                  <a:cubicBezTo>
                    <a:pt x="78036" y="99600"/>
                    <a:pt x="74943" y="92747"/>
                    <a:pt x="68755" y="87829"/>
                  </a:cubicBezTo>
                  <a:cubicBezTo>
                    <a:pt x="62634" y="82835"/>
                    <a:pt x="54086" y="80338"/>
                    <a:pt x="43110" y="80338"/>
                  </a:cubicBezTo>
                  <a:lnTo>
                    <a:pt x="25745" y="80338"/>
                  </a:lnTo>
                  <a:lnTo>
                    <a:pt x="25745" y="63764"/>
                  </a:lnTo>
                  <a:lnTo>
                    <a:pt x="43907" y="63764"/>
                  </a:lnTo>
                  <a:cubicBezTo>
                    <a:pt x="53820" y="63764"/>
                    <a:pt x="61404" y="61804"/>
                    <a:pt x="66659" y="57882"/>
                  </a:cubicBezTo>
                  <a:cubicBezTo>
                    <a:pt x="71915" y="53897"/>
                    <a:pt x="74544" y="48175"/>
                    <a:pt x="74544" y="40715"/>
                  </a:cubicBezTo>
                  <a:cubicBezTo>
                    <a:pt x="74544" y="33064"/>
                    <a:pt x="71816" y="27214"/>
                    <a:pt x="66360" y="23165"/>
                  </a:cubicBezTo>
                  <a:cubicBezTo>
                    <a:pt x="60971" y="19039"/>
                    <a:pt x="53221" y="16976"/>
                    <a:pt x="43110" y="16976"/>
                  </a:cubicBezTo>
                  <a:cubicBezTo>
                    <a:pt x="37588" y="16976"/>
                    <a:pt x="31667" y="17576"/>
                    <a:pt x="25347" y="18777"/>
                  </a:cubicBezTo>
                  <a:cubicBezTo>
                    <a:pt x="19026" y="19965"/>
                    <a:pt x="12075" y="21823"/>
                    <a:pt x="4491" y="24352"/>
                  </a:cubicBezTo>
                  <a:lnTo>
                    <a:pt x="4491" y="6400"/>
                  </a:lnTo>
                  <a:cubicBezTo>
                    <a:pt x="12141" y="4266"/>
                    <a:pt x="19292" y="2670"/>
                    <a:pt x="25944" y="1610"/>
                  </a:cubicBezTo>
                  <a:cubicBezTo>
                    <a:pt x="32664" y="537"/>
                    <a:pt x="38985" y="0"/>
                    <a:pt x="44905" y="0"/>
                  </a:cubicBezTo>
                  <a:cubicBezTo>
                    <a:pt x="60206" y="0"/>
                    <a:pt x="72314" y="3494"/>
                    <a:pt x="81228" y="10481"/>
                  </a:cubicBezTo>
                  <a:cubicBezTo>
                    <a:pt x="90144" y="17404"/>
                    <a:pt x="94602" y="26786"/>
                    <a:pt x="94602" y="38626"/>
                  </a:cubicBezTo>
                  <a:cubicBezTo>
                    <a:pt x="94602" y="46878"/>
                    <a:pt x="92240" y="53865"/>
                    <a:pt x="87517" y="59588"/>
                  </a:cubicBezTo>
                  <a:cubicBezTo>
                    <a:pt x="82793" y="65233"/>
                    <a:pt x="76074" y="69155"/>
                    <a:pt x="67359" y="7135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D802572C-031B-DE1F-9A20-442B6037E877}"/>
                </a:ext>
              </a:extLst>
            </p:cNvPr>
            <p:cNvSpPr/>
            <p:nvPr/>
          </p:nvSpPr>
          <p:spPr>
            <a:xfrm>
              <a:off x="2754555" y="4397715"/>
              <a:ext cx="127930" cy="16956"/>
            </a:xfrm>
            <a:custGeom>
              <a:avLst/>
              <a:gdLst>
                <a:gd name="csX0" fmla="*/ 0 w 127930"/>
                <a:gd name="csY0" fmla="*/ 0 h 16956"/>
                <a:gd name="csX1" fmla="*/ 127931 w 127930"/>
                <a:gd name="csY1" fmla="*/ 0 h 16956"/>
                <a:gd name="csX2" fmla="*/ 127931 w 127930"/>
                <a:gd name="csY2" fmla="*/ 16956 h 16956"/>
                <a:gd name="csX3" fmla="*/ 0 w 127930"/>
                <a:gd name="csY3" fmla="*/ 16956 h 16956"/>
                <a:gd name="csX4" fmla="*/ 0 w 127930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0" h="16956">
                  <a:moveTo>
                    <a:pt x="0" y="0"/>
                  </a:moveTo>
                  <a:lnTo>
                    <a:pt x="127931" y="0"/>
                  </a:lnTo>
                  <a:lnTo>
                    <a:pt x="127931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C2F576E6-525F-653C-18D5-D3315F8B66C7}"/>
                </a:ext>
              </a:extLst>
            </p:cNvPr>
            <p:cNvSpPr/>
            <p:nvPr/>
          </p:nvSpPr>
          <p:spPr>
            <a:xfrm>
              <a:off x="2919110" y="4318566"/>
              <a:ext cx="94600" cy="151689"/>
            </a:xfrm>
            <a:custGeom>
              <a:avLst/>
              <a:gdLst>
                <a:gd name="csX0" fmla="*/ 24249 w 94600"/>
                <a:gd name="csY0" fmla="*/ 134733 h 151689"/>
                <a:gd name="csX1" fmla="*/ 94600 w 94600"/>
                <a:gd name="csY1" fmla="*/ 134733 h 151689"/>
                <a:gd name="csX2" fmla="*/ 94600 w 94600"/>
                <a:gd name="csY2" fmla="*/ 151689 h 151689"/>
                <a:gd name="csX3" fmla="*/ 0 w 94600"/>
                <a:gd name="csY3" fmla="*/ 151689 h 151689"/>
                <a:gd name="csX4" fmla="*/ 0 w 94600"/>
                <a:gd name="csY4" fmla="*/ 134733 h 151689"/>
                <a:gd name="csX5" fmla="*/ 31234 w 94600"/>
                <a:gd name="csY5" fmla="*/ 102889 h 151689"/>
                <a:gd name="csX6" fmla="*/ 56183 w 94600"/>
                <a:gd name="csY6" fmla="*/ 77042 h 151689"/>
                <a:gd name="csX7" fmla="*/ 69654 w 94600"/>
                <a:gd name="csY7" fmla="*/ 58687 h 151689"/>
                <a:gd name="csX8" fmla="*/ 73545 w 94600"/>
                <a:gd name="csY8" fmla="*/ 43819 h 151689"/>
                <a:gd name="csX9" fmla="*/ 65163 w 94600"/>
                <a:gd name="csY9" fmla="*/ 24448 h 151689"/>
                <a:gd name="csX10" fmla="*/ 43508 w 94600"/>
                <a:gd name="csY10" fmla="*/ 16976 h 151689"/>
                <a:gd name="csX11" fmla="*/ 23450 w 94600"/>
                <a:gd name="csY11" fmla="*/ 20271 h 151689"/>
                <a:gd name="csX12" fmla="*/ 998 w 94600"/>
                <a:gd name="csY12" fmla="*/ 30234 h 151689"/>
                <a:gd name="csX13" fmla="*/ 998 w 94600"/>
                <a:gd name="csY13" fmla="*/ 9887 h 151689"/>
                <a:gd name="csX14" fmla="*/ 23751 w 94600"/>
                <a:gd name="csY14" fmla="*/ 2510 h 151689"/>
                <a:gd name="csX15" fmla="*/ 43110 w 94600"/>
                <a:gd name="csY15" fmla="*/ 0 h 151689"/>
                <a:gd name="csX16" fmla="*/ 80031 w 94600"/>
                <a:gd name="csY16" fmla="*/ 11592 h 151689"/>
                <a:gd name="csX17" fmla="*/ 93803 w 94600"/>
                <a:gd name="csY17" fmla="*/ 42516 h 151689"/>
                <a:gd name="csX18" fmla="*/ 90310 w 94600"/>
                <a:gd name="csY18" fmla="*/ 59990 h 151689"/>
                <a:gd name="csX19" fmla="*/ 77837 w 94600"/>
                <a:gd name="csY19" fmla="*/ 79341 h 151689"/>
                <a:gd name="csX20" fmla="*/ 61969 w 94600"/>
                <a:gd name="csY20" fmla="*/ 96106 h 151689"/>
                <a:gd name="csX21" fmla="*/ 24249 w 94600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0" h="151689">
                  <a:moveTo>
                    <a:pt x="24249" y="134733"/>
                  </a:moveTo>
                  <a:lnTo>
                    <a:pt x="94600" y="134733"/>
                  </a:lnTo>
                  <a:lnTo>
                    <a:pt x="94600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0" y="126813"/>
                    <a:pt x="18061" y="116199"/>
                    <a:pt x="31234" y="102889"/>
                  </a:cubicBezTo>
                  <a:cubicBezTo>
                    <a:pt x="44473" y="89515"/>
                    <a:pt x="52789" y="80900"/>
                    <a:pt x="56183" y="77042"/>
                  </a:cubicBezTo>
                  <a:cubicBezTo>
                    <a:pt x="62636" y="69787"/>
                    <a:pt x="67126" y="63669"/>
                    <a:pt x="69654" y="58687"/>
                  </a:cubicBezTo>
                  <a:cubicBezTo>
                    <a:pt x="72248" y="53629"/>
                    <a:pt x="73545" y="48673"/>
                    <a:pt x="73545" y="43819"/>
                  </a:cubicBezTo>
                  <a:cubicBezTo>
                    <a:pt x="73545" y="35899"/>
                    <a:pt x="70751" y="29442"/>
                    <a:pt x="65163" y="24448"/>
                  </a:cubicBezTo>
                  <a:cubicBezTo>
                    <a:pt x="59641" y="19467"/>
                    <a:pt x="52423" y="16976"/>
                    <a:pt x="43508" y="16976"/>
                  </a:cubicBezTo>
                  <a:cubicBezTo>
                    <a:pt x="37188" y="16976"/>
                    <a:pt x="30502" y="18074"/>
                    <a:pt x="23450" y="20271"/>
                  </a:cubicBezTo>
                  <a:cubicBezTo>
                    <a:pt x="16465" y="22468"/>
                    <a:pt x="8982" y="25789"/>
                    <a:pt x="998" y="30234"/>
                  </a:cubicBezTo>
                  <a:lnTo>
                    <a:pt x="998" y="9887"/>
                  </a:lnTo>
                  <a:cubicBezTo>
                    <a:pt x="9114" y="6629"/>
                    <a:pt x="16699" y="4171"/>
                    <a:pt x="23751" y="2510"/>
                  </a:cubicBezTo>
                  <a:cubicBezTo>
                    <a:pt x="30802" y="837"/>
                    <a:pt x="37255" y="0"/>
                    <a:pt x="43110" y="0"/>
                  </a:cubicBezTo>
                  <a:cubicBezTo>
                    <a:pt x="58544" y="0"/>
                    <a:pt x="70851" y="3864"/>
                    <a:pt x="80031" y="11592"/>
                  </a:cubicBezTo>
                  <a:cubicBezTo>
                    <a:pt x="89212" y="19307"/>
                    <a:pt x="93803" y="29615"/>
                    <a:pt x="93803" y="42516"/>
                  </a:cubicBezTo>
                  <a:cubicBezTo>
                    <a:pt x="93803" y="48634"/>
                    <a:pt x="92639" y="54459"/>
                    <a:pt x="90310" y="59990"/>
                  </a:cubicBezTo>
                  <a:cubicBezTo>
                    <a:pt x="88048" y="65444"/>
                    <a:pt x="83890" y="71895"/>
                    <a:pt x="77837" y="79341"/>
                  </a:cubicBezTo>
                  <a:cubicBezTo>
                    <a:pt x="76173" y="81270"/>
                    <a:pt x="70883" y="86858"/>
                    <a:pt x="61969" y="96106"/>
                  </a:cubicBezTo>
                  <a:cubicBezTo>
                    <a:pt x="53055" y="105290"/>
                    <a:pt x="40481" y="118166"/>
                    <a:pt x="24249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D9770445-E437-AF65-74DA-539940AA8708}"/>
                </a:ext>
              </a:extLst>
            </p:cNvPr>
            <p:cNvSpPr/>
            <p:nvPr/>
          </p:nvSpPr>
          <p:spPr>
            <a:xfrm>
              <a:off x="3358391" y="4397715"/>
              <a:ext cx="127940" cy="16956"/>
            </a:xfrm>
            <a:custGeom>
              <a:avLst/>
              <a:gdLst>
                <a:gd name="csX0" fmla="*/ 0 w 127940"/>
                <a:gd name="csY0" fmla="*/ 0 h 16956"/>
                <a:gd name="csX1" fmla="*/ 127940 w 127940"/>
                <a:gd name="csY1" fmla="*/ 0 h 16956"/>
                <a:gd name="csX2" fmla="*/ 127940 w 127940"/>
                <a:gd name="csY2" fmla="*/ 16956 h 16956"/>
                <a:gd name="csX3" fmla="*/ 0 w 127940"/>
                <a:gd name="csY3" fmla="*/ 16956 h 16956"/>
                <a:gd name="csX4" fmla="*/ 0 w 127940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40" h="16956">
                  <a:moveTo>
                    <a:pt x="0" y="0"/>
                  </a:moveTo>
                  <a:lnTo>
                    <a:pt x="127940" y="0"/>
                  </a:lnTo>
                  <a:lnTo>
                    <a:pt x="127940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B975AC4D-5CB6-D352-0AA3-97DE4EE6E324}"/>
                </a:ext>
              </a:extLst>
            </p:cNvPr>
            <p:cNvSpPr/>
            <p:nvPr/>
          </p:nvSpPr>
          <p:spPr>
            <a:xfrm>
              <a:off x="3530438" y="4321267"/>
              <a:ext cx="88710" cy="148987"/>
            </a:xfrm>
            <a:custGeom>
              <a:avLst/>
              <a:gdLst>
                <a:gd name="csX0" fmla="*/ 2893 w 88710"/>
                <a:gd name="csY0" fmla="*/ 132031 h 148987"/>
                <a:gd name="csX1" fmla="*/ 35810 w 88710"/>
                <a:gd name="csY1" fmla="*/ 132031 h 148987"/>
                <a:gd name="csX2" fmla="*/ 35810 w 88710"/>
                <a:gd name="csY2" fmla="*/ 18355 h 148987"/>
                <a:gd name="csX3" fmla="*/ 0 w 88710"/>
                <a:gd name="csY3" fmla="*/ 25540 h 148987"/>
                <a:gd name="csX4" fmla="*/ 0 w 88710"/>
                <a:gd name="csY4" fmla="*/ 7185 h 148987"/>
                <a:gd name="csX5" fmla="*/ 35618 w 88710"/>
                <a:gd name="csY5" fmla="*/ 0 h 148987"/>
                <a:gd name="csX6" fmla="*/ 55774 w 88710"/>
                <a:gd name="csY6" fmla="*/ 0 h 148987"/>
                <a:gd name="csX7" fmla="*/ 55774 w 88710"/>
                <a:gd name="csY7" fmla="*/ 132031 h 148987"/>
                <a:gd name="csX8" fmla="*/ 88710 w 88710"/>
                <a:gd name="csY8" fmla="*/ 132031 h 148987"/>
                <a:gd name="csX9" fmla="*/ 88710 w 88710"/>
                <a:gd name="csY9" fmla="*/ 148988 h 148987"/>
                <a:gd name="csX10" fmla="*/ 2893 w 88710"/>
                <a:gd name="csY10" fmla="*/ 148988 h 148987"/>
                <a:gd name="csX11" fmla="*/ 2893 w 88710"/>
                <a:gd name="csY11" fmla="*/ 13203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0" h="148987">
                  <a:moveTo>
                    <a:pt x="2893" y="132031"/>
                  </a:moveTo>
                  <a:lnTo>
                    <a:pt x="35810" y="132031"/>
                  </a:lnTo>
                  <a:lnTo>
                    <a:pt x="35810" y="18355"/>
                  </a:lnTo>
                  <a:lnTo>
                    <a:pt x="0" y="25540"/>
                  </a:lnTo>
                  <a:lnTo>
                    <a:pt x="0" y="7185"/>
                  </a:lnTo>
                  <a:lnTo>
                    <a:pt x="35618" y="0"/>
                  </a:lnTo>
                  <a:lnTo>
                    <a:pt x="55774" y="0"/>
                  </a:lnTo>
                  <a:lnTo>
                    <a:pt x="55774" y="132031"/>
                  </a:lnTo>
                  <a:lnTo>
                    <a:pt x="88710" y="132031"/>
                  </a:lnTo>
                  <a:lnTo>
                    <a:pt x="88710" y="148988"/>
                  </a:lnTo>
                  <a:lnTo>
                    <a:pt x="2893" y="148988"/>
                  </a:lnTo>
                  <a:lnTo>
                    <a:pt x="2893" y="13203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E6E8FA7B-A77F-0B62-3202-B11FD2B5D6AF}"/>
                </a:ext>
              </a:extLst>
            </p:cNvPr>
            <p:cNvSpPr/>
            <p:nvPr/>
          </p:nvSpPr>
          <p:spPr>
            <a:xfrm>
              <a:off x="4041911" y="4318566"/>
              <a:ext cx="102984" cy="154582"/>
            </a:xfrm>
            <a:custGeom>
              <a:avLst/>
              <a:gdLst>
                <a:gd name="csX0" fmla="*/ 51483 w 102984"/>
                <a:gd name="csY0" fmla="*/ 15980 h 154582"/>
                <a:gd name="csX1" fmla="*/ 28031 w 102984"/>
                <a:gd name="csY1" fmla="*/ 31346 h 154582"/>
                <a:gd name="csX2" fmla="*/ 20252 w 102984"/>
                <a:gd name="csY2" fmla="*/ 77349 h 154582"/>
                <a:gd name="csX3" fmla="*/ 28031 w 102984"/>
                <a:gd name="csY3" fmla="*/ 123352 h 154582"/>
                <a:gd name="csX4" fmla="*/ 51483 w 102984"/>
                <a:gd name="csY4" fmla="*/ 138622 h 154582"/>
                <a:gd name="csX5" fmla="*/ 74934 w 102984"/>
                <a:gd name="csY5" fmla="*/ 123352 h 154582"/>
                <a:gd name="csX6" fmla="*/ 82828 w 102984"/>
                <a:gd name="csY6" fmla="*/ 77349 h 154582"/>
                <a:gd name="csX7" fmla="*/ 74934 w 102984"/>
                <a:gd name="csY7" fmla="*/ 31346 h 154582"/>
                <a:gd name="csX8" fmla="*/ 51483 w 102984"/>
                <a:gd name="csY8" fmla="*/ 15980 h 154582"/>
                <a:gd name="csX9" fmla="*/ 51483 w 102984"/>
                <a:gd name="csY9" fmla="*/ 0 h 154582"/>
                <a:gd name="csX10" fmla="*/ 89707 w 102984"/>
                <a:gd name="csY10" fmla="*/ 19869 h 154582"/>
                <a:gd name="csX11" fmla="*/ 102985 w 102984"/>
                <a:gd name="csY11" fmla="*/ 77349 h 154582"/>
                <a:gd name="csX12" fmla="*/ 89707 w 102984"/>
                <a:gd name="csY12" fmla="*/ 134828 h 154582"/>
                <a:gd name="csX13" fmla="*/ 51483 w 102984"/>
                <a:gd name="csY13" fmla="*/ 154582 h 154582"/>
                <a:gd name="csX14" fmla="*/ 13163 w 102984"/>
                <a:gd name="csY14" fmla="*/ 134828 h 154582"/>
                <a:gd name="csX15" fmla="*/ 0 w 102984"/>
                <a:gd name="csY15" fmla="*/ 77349 h 154582"/>
                <a:gd name="csX16" fmla="*/ 13163 w 102984"/>
                <a:gd name="csY16" fmla="*/ 19869 h 154582"/>
                <a:gd name="csX17" fmla="*/ 51483 w 102984"/>
                <a:gd name="csY17" fmla="*/ 0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2984" h="154582">
                  <a:moveTo>
                    <a:pt x="51483" y="15980"/>
                  </a:moveTo>
                  <a:cubicBezTo>
                    <a:pt x="41111" y="15980"/>
                    <a:pt x="33294" y="21102"/>
                    <a:pt x="28031" y="31346"/>
                  </a:cubicBezTo>
                  <a:cubicBezTo>
                    <a:pt x="22845" y="41526"/>
                    <a:pt x="20252" y="56860"/>
                    <a:pt x="20252" y="77349"/>
                  </a:cubicBezTo>
                  <a:cubicBezTo>
                    <a:pt x="20252" y="97773"/>
                    <a:pt x="22845" y="113107"/>
                    <a:pt x="28031" y="123352"/>
                  </a:cubicBezTo>
                  <a:cubicBezTo>
                    <a:pt x="33294" y="133532"/>
                    <a:pt x="41111" y="138622"/>
                    <a:pt x="51483" y="138622"/>
                  </a:cubicBezTo>
                  <a:cubicBezTo>
                    <a:pt x="61931" y="138622"/>
                    <a:pt x="69748" y="133532"/>
                    <a:pt x="74934" y="123352"/>
                  </a:cubicBezTo>
                  <a:cubicBezTo>
                    <a:pt x="80197" y="113107"/>
                    <a:pt x="82828" y="97773"/>
                    <a:pt x="82828" y="77349"/>
                  </a:cubicBezTo>
                  <a:cubicBezTo>
                    <a:pt x="82828" y="56860"/>
                    <a:pt x="80197" y="41526"/>
                    <a:pt x="74934" y="31346"/>
                  </a:cubicBezTo>
                  <a:cubicBezTo>
                    <a:pt x="69748" y="21101"/>
                    <a:pt x="61931" y="15980"/>
                    <a:pt x="51483" y="15980"/>
                  </a:cubicBezTo>
                  <a:moveTo>
                    <a:pt x="51483" y="0"/>
                  </a:moveTo>
                  <a:cubicBezTo>
                    <a:pt x="68190" y="0"/>
                    <a:pt x="80931" y="6623"/>
                    <a:pt x="89707" y="19869"/>
                  </a:cubicBezTo>
                  <a:cubicBezTo>
                    <a:pt x="98559" y="33038"/>
                    <a:pt x="102985" y="52198"/>
                    <a:pt x="102985" y="77349"/>
                  </a:cubicBezTo>
                  <a:cubicBezTo>
                    <a:pt x="102985" y="102423"/>
                    <a:pt x="98559" y="121582"/>
                    <a:pt x="89707" y="134828"/>
                  </a:cubicBezTo>
                  <a:cubicBezTo>
                    <a:pt x="80931" y="147998"/>
                    <a:pt x="68190" y="154582"/>
                    <a:pt x="51483" y="154582"/>
                  </a:cubicBezTo>
                  <a:cubicBezTo>
                    <a:pt x="34788" y="154582"/>
                    <a:pt x="22015" y="147998"/>
                    <a:pt x="13163" y="134828"/>
                  </a:cubicBezTo>
                  <a:cubicBezTo>
                    <a:pt x="4388" y="121582"/>
                    <a:pt x="0" y="102423"/>
                    <a:pt x="0" y="77349"/>
                  </a:cubicBezTo>
                  <a:cubicBezTo>
                    <a:pt x="0" y="52198"/>
                    <a:pt x="4388" y="33038"/>
                    <a:pt x="13163" y="19869"/>
                  </a:cubicBezTo>
                  <a:cubicBezTo>
                    <a:pt x="22015" y="6623"/>
                    <a:pt x="34788" y="0"/>
                    <a:pt x="51483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F4ABA144-F0FF-D4F4-077F-79E5E2EC4E63}"/>
                </a:ext>
              </a:extLst>
            </p:cNvPr>
            <p:cNvSpPr/>
            <p:nvPr/>
          </p:nvSpPr>
          <p:spPr>
            <a:xfrm>
              <a:off x="4653687" y="4321267"/>
              <a:ext cx="88710" cy="148987"/>
            </a:xfrm>
            <a:custGeom>
              <a:avLst/>
              <a:gdLst>
                <a:gd name="csX0" fmla="*/ 2893 w 88710"/>
                <a:gd name="csY0" fmla="*/ 132031 h 148987"/>
                <a:gd name="csX1" fmla="*/ 35810 w 88710"/>
                <a:gd name="csY1" fmla="*/ 132031 h 148987"/>
                <a:gd name="csX2" fmla="*/ 35810 w 88710"/>
                <a:gd name="csY2" fmla="*/ 18355 h 148987"/>
                <a:gd name="csX3" fmla="*/ 0 w 88710"/>
                <a:gd name="csY3" fmla="*/ 25540 h 148987"/>
                <a:gd name="csX4" fmla="*/ 0 w 88710"/>
                <a:gd name="csY4" fmla="*/ 7185 h 148987"/>
                <a:gd name="csX5" fmla="*/ 35618 w 88710"/>
                <a:gd name="csY5" fmla="*/ 0 h 148987"/>
                <a:gd name="csX6" fmla="*/ 55774 w 88710"/>
                <a:gd name="csY6" fmla="*/ 0 h 148987"/>
                <a:gd name="csX7" fmla="*/ 55774 w 88710"/>
                <a:gd name="csY7" fmla="*/ 132031 h 148987"/>
                <a:gd name="csX8" fmla="*/ 88710 w 88710"/>
                <a:gd name="csY8" fmla="*/ 132031 h 148987"/>
                <a:gd name="csX9" fmla="*/ 88710 w 88710"/>
                <a:gd name="csY9" fmla="*/ 148988 h 148987"/>
                <a:gd name="csX10" fmla="*/ 2893 w 88710"/>
                <a:gd name="csY10" fmla="*/ 148988 h 148987"/>
                <a:gd name="csX11" fmla="*/ 2893 w 88710"/>
                <a:gd name="csY11" fmla="*/ 13203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0" h="148987">
                  <a:moveTo>
                    <a:pt x="2893" y="132031"/>
                  </a:moveTo>
                  <a:lnTo>
                    <a:pt x="35810" y="132031"/>
                  </a:lnTo>
                  <a:lnTo>
                    <a:pt x="35810" y="18355"/>
                  </a:lnTo>
                  <a:lnTo>
                    <a:pt x="0" y="25540"/>
                  </a:lnTo>
                  <a:lnTo>
                    <a:pt x="0" y="7185"/>
                  </a:lnTo>
                  <a:lnTo>
                    <a:pt x="35618" y="0"/>
                  </a:lnTo>
                  <a:lnTo>
                    <a:pt x="55774" y="0"/>
                  </a:lnTo>
                  <a:lnTo>
                    <a:pt x="55774" y="132031"/>
                  </a:lnTo>
                  <a:lnTo>
                    <a:pt x="88710" y="132031"/>
                  </a:lnTo>
                  <a:lnTo>
                    <a:pt x="88710" y="148988"/>
                  </a:lnTo>
                  <a:lnTo>
                    <a:pt x="2893" y="148988"/>
                  </a:lnTo>
                  <a:lnTo>
                    <a:pt x="2893" y="13203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04CFCE3A-349E-E65A-04CD-793FEB659BE7}"/>
                </a:ext>
              </a:extLst>
            </p:cNvPr>
            <p:cNvSpPr/>
            <p:nvPr/>
          </p:nvSpPr>
          <p:spPr>
            <a:xfrm>
              <a:off x="5255366" y="4318566"/>
              <a:ext cx="94611" cy="151689"/>
            </a:xfrm>
            <a:custGeom>
              <a:avLst/>
              <a:gdLst>
                <a:gd name="csX0" fmla="*/ 24256 w 94611"/>
                <a:gd name="csY0" fmla="*/ 134733 h 151689"/>
                <a:gd name="csX1" fmla="*/ 94612 w 94611"/>
                <a:gd name="csY1" fmla="*/ 134733 h 151689"/>
                <a:gd name="csX2" fmla="*/ 94612 w 94611"/>
                <a:gd name="csY2" fmla="*/ 151689 h 151689"/>
                <a:gd name="csX3" fmla="*/ 0 w 94611"/>
                <a:gd name="csY3" fmla="*/ 151689 h 151689"/>
                <a:gd name="csX4" fmla="*/ 0 w 94611"/>
                <a:gd name="csY4" fmla="*/ 134733 h 151689"/>
                <a:gd name="csX5" fmla="*/ 31231 w 94611"/>
                <a:gd name="csY5" fmla="*/ 102889 h 151689"/>
                <a:gd name="csX6" fmla="*/ 56196 w 94611"/>
                <a:gd name="csY6" fmla="*/ 77042 h 151689"/>
                <a:gd name="csX7" fmla="*/ 69665 w 94611"/>
                <a:gd name="csY7" fmla="*/ 58687 h 151689"/>
                <a:gd name="csX8" fmla="*/ 73555 w 94611"/>
                <a:gd name="csY8" fmla="*/ 43819 h 151689"/>
                <a:gd name="csX9" fmla="*/ 65163 w 94611"/>
                <a:gd name="csY9" fmla="*/ 24448 h 151689"/>
                <a:gd name="csX10" fmla="*/ 43512 w 94611"/>
                <a:gd name="csY10" fmla="*/ 16976 h 151689"/>
                <a:gd name="csX11" fmla="*/ 23452 w 94611"/>
                <a:gd name="csY11" fmla="*/ 20271 h 151689"/>
                <a:gd name="csX12" fmla="*/ 996 w 94611"/>
                <a:gd name="csY12" fmla="*/ 30234 h 151689"/>
                <a:gd name="csX13" fmla="*/ 996 w 94611"/>
                <a:gd name="csY13" fmla="*/ 9887 h 151689"/>
                <a:gd name="csX14" fmla="*/ 23758 w 94611"/>
                <a:gd name="csY14" fmla="*/ 2510 h 151689"/>
                <a:gd name="csX15" fmla="*/ 43110 w 94611"/>
                <a:gd name="csY15" fmla="*/ 0 h 151689"/>
                <a:gd name="csX16" fmla="*/ 80031 w 94611"/>
                <a:gd name="csY16" fmla="*/ 11592 h 151689"/>
                <a:gd name="csX17" fmla="*/ 93807 w 94611"/>
                <a:gd name="csY17" fmla="*/ 42516 h 151689"/>
                <a:gd name="csX18" fmla="*/ 90320 w 94611"/>
                <a:gd name="csY18" fmla="*/ 59990 h 151689"/>
                <a:gd name="csX19" fmla="*/ 77847 w 94611"/>
                <a:gd name="csY19" fmla="*/ 79341 h 151689"/>
                <a:gd name="csX20" fmla="*/ 61982 w 94611"/>
                <a:gd name="csY20" fmla="*/ 96106 h 151689"/>
                <a:gd name="csX21" fmla="*/ 24256 w 94611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11" h="151689">
                  <a:moveTo>
                    <a:pt x="24256" y="134733"/>
                  </a:moveTo>
                  <a:lnTo>
                    <a:pt x="94612" y="134733"/>
                  </a:lnTo>
                  <a:lnTo>
                    <a:pt x="94612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1" y="126813"/>
                    <a:pt x="18061" y="116199"/>
                    <a:pt x="31231" y="102889"/>
                  </a:cubicBezTo>
                  <a:cubicBezTo>
                    <a:pt x="44476" y="89515"/>
                    <a:pt x="52798" y="80900"/>
                    <a:pt x="56196" y="77042"/>
                  </a:cubicBezTo>
                  <a:cubicBezTo>
                    <a:pt x="62647" y="69787"/>
                    <a:pt x="67136" y="63669"/>
                    <a:pt x="69665" y="58687"/>
                  </a:cubicBezTo>
                  <a:cubicBezTo>
                    <a:pt x="72258" y="53629"/>
                    <a:pt x="73555" y="48673"/>
                    <a:pt x="73555" y="43819"/>
                  </a:cubicBezTo>
                  <a:cubicBezTo>
                    <a:pt x="73555" y="35899"/>
                    <a:pt x="70757" y="29442"/>
                    <a:pt x="65163" y="24448"/>
                  </a:cubicBezTo>
                  <a:cubicBezTo>
                    <a:pt x="59645" y="19467"/>
                    <a:pt x="52428" y="16976"/>
                    <a:pt x="43512" y="16976"/>
                  </a:cubicBezTo>
                  <a:cubicBezTo>
                    <a:pt x="37189" y="16976"/>
                    <a:pt x="30502" y="18074"/>
                    <a:pt x="23452" y="20271"/>
                  </a:cubicBezTo>
                  <a:cubicBezTo>
                    <a:pt x="16465" y="22468"/>
                    <a:pt x="8980" y="25789"/>
                    <a:pt x="996" y="30234"/>
                  </a:cubicBezTo>
                  <a:lnTo>
                    <a:pt x="996" y="9887"/>
                  </a:lnTo>
                  <a:cubicBezTo>
                    <a:pt x="9120" y="6629"/>
                    <a:pt x="16707" y="4171"/>
                    <a:pt x="23758" y="2510"/>
                  </a:cubicBezTo>
                  <a:cubicBezTo>
                    <a:pt x="30809" y="837"/>
                    <a:pt x="37260" y="0"/>
                    <a:pt x="43110" y="0"/>
                  </a:cubicBezTo>
                  <a:cubicBezTo>
                    <a:pt x="58553" y="0"/>
                    <a:pt x="70860" y="3864"/>
                    <a:pt x="80031" y="11592"/>
                  </a:cubicBezTo>
                  <a:cubicBezTo>
                    <a:pt x="89215" y="19307"/>
                    <a:pt x="93807" y="29615"/>
                    <a:pt x="93807" y="42516"/>
                  </a:cubicBezTo>
                  <a:cubicBezTo>
                    <a:pt x="93807" y="48634"/>
                    <a:pt x="92644" y="54459"/>
                    <a:pt x="90320" y="59990"/>
                  </a:cubicBezTo>
                  <a:cubicBezTo>
                    <a:pt x="88059" y="65444"/>
                    <a:pt x="83901" y="71895"/>
                    <a:pt x="77847" y="79341"/>
                  </a:cubicBezTo>
                  <a:cubicBezTo>
                    <a:pt x="76173" y="81270"/>
                    <a:pt x="70885" y="86858"/>
                    <a:pt x="61982" y="96106"/>
                  </a:cubicBezTo>
                  <a:cubicBezTo>
                    <a:pt x="53067" y="105290"/>
                    <a:pt x="40491" y="118166"/>
                    <a:pt x="24256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366B9C24-F896-7C4E-0C9E-866B43C9B70D}"/>
                </a:ext>
              </a:extLst>
            </p:cNvPr>
            <p:cNvSpPr/>
            <p:nvPr/>
          </p:nvSpPr>
          <p:spPr>
            <a:xfrm>
              <a:off x="5858252" y="4318566"/>
              <a:ext cx="98098" cy="154582"/>
            </a:xfrm>
            <a:custGeom>
              <a:avLst/>
              <a:gdLst>
                <a:gd name="csX0" fmla="*/ 67367 w 98098"/>
                <a:gd name="csY0" fmla="*/ 71351 h 154582"/>
                <a:gd name="csX1" fmla="*/ 89917 w 98098"/>
                <a:gd name="csY1" fmla="*/ 84227 h 154582"/>
                <a:gd name="csX2" fmla="*/ 98099 w 98098"/>
                <a:gd name="csY2" fmla="*/ 108388 h 154582"/>
                <a:gd name="csX3" fmla="*/ 82924 w 98098"/>
                <a:gd name="csY3" fmla="*/ 142511 h 154582"/>
                <a:gd name="csX4" fmla="*/ 39814 w 98098"/>
                <a:gd name="csY4" fmla="*/ 154582 h 154582"/>
                <a:gd name="csX5" fmla="*/ 20463 w 98098"/>
                <a:gd name="csY5" fmla="*/ 152685 h 154582"/>
                <a:gd name="csX6" fmla="*/ 0 w 98098"/>
                <a:gd name="csY6" fmla="*/ 147206 h 154582"/>
                <a:gd name="csX7" fmla="*/ 0 w 98098"/>
                <a:gd name="csY7" fmla="*/ 127739 h 154582"/>
                <a:gd name="csX8" fmla="*/ 18375 w 98098"/>
                <a:gd name="csY8" fmla="*/ 135116 h 154582"/>
                <a:gd name="csX9" fmla="*/ 39220 w 98098"/>
                <a:gd name="csY9" fmla="*/ 137626 h 154582"/>
                <a:gd name="csX10" fmla="*/ 68056 w 98098"/>
                <a:gd name="csY10" fmla="*/ 130134 h 154582"/>
                <a:gd name="csX11" fmla="*/ 78038 w 98098"/>
                <a:gd name="csY11" fmla="*/ 108388 h 154582"/>
                <a:gd name="csX12" fmla="*/ 68765 w 98098"/>
                <a:gd name="csY12" fmla="*/ 87829 h 154582"/>
                <a:gd name="csX13" fmla="*/ 43110 w 98098"/>
                <a:gd name="csY13" fmla="*/ 80338 h 154582"/>
                <a:gd name="csX14" fmla="*/ 25751 w 98098"/>
                <a:gd name="csY14" fmla="*/ 80338 h 154582"/>
                <a:gd name="csX15" fmla="*/ 25751 w 98098"/>
                <a:gd name="csY15" fmla="*/ 63764 h 154582"/>
                <a:gd name="csX16" fmla="*/ 43915 w 98098"/>
                <a:gd name="csY16" fmla="*/ 63764 h 154582"/>
                <a:gd name="csX17" fmla="*/ 66677 w 98098"/>
                <a:gd name="csY17" fmla="*/ 57882 h 154582"/>
                <a:gd name="csX18" fmla="*/ 74552 w 98098"/>
                <a:gd name="csY18" fmla="*/ 40715 h 154582"/>
                <a:gd name="csX19" fmla="*/ 66370 w 98098"/>
                <a:gd name="csY19" fmla="*/ 23165 h 154582"/>
                <a:gd name="csX20" fmla="*/ 43110 w 98098"/>
                <a:gd name="csY20" fmla="*/ 16976 h 154582"/>
                <a:gd name="csX21" fmla="*/ 25349 w 98098"/>
                <a:gd name="csY21" fmla="*/ 18777 h 154582"/>
                <a:gd name="csX22" fmla="*/ 4503 w 98098"/>
                <a:gd name="csY22" fmla="*/ 24352 h 154582"/>
                <a:gd name="csX23" fmla="*/ 4503 w 98098"/>
                <a:gd name="csY23" fmla="*/ 6400 h 154582"/>
                <a:gd name="csX24" fmla="*/ 25962 w 98098"/>
                <a:gd name="csY24" fmla="*/ 1610 h 154582"/>
                <a:gd name="csX25" fmla="*/ 44911 w 98098"/>
                <a:gd name="csY25" fmla="*/ 0 h 154582"/>
                <a:gd name="csX26" fmla="*/ 81238 w 98098"/>
                <a:gd name="csY26" fmla="*/ 10481 h 154582"/>
                <a:gd name="csX27" fmla="*/ 94612 w 98098"/>
                <a:gd name="csY27" fmla="*/ 38626 h 154582"/>
                <a:gd name="csX28" fmla="*/ 87522 w 98098"/>
                <a:gd name="csY28" fmla="*/ 59588 h 154582"/>
                <a:gd name="csX29" fmla="*/ 67367 w 98098"/>
                <a:gd name="csY29" fmla="*/ 71351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98098" h="154582">
                  <a:moveTo>
                    <a:pt x="67367" y="71351"/>
                  </a:moveTo>
                  <a:cubicBezTo>
                    <a:pt x="77010" y="73421"/>
                    <a:pt x="84527" y="77713"/>
                    <a:pt x="89917" y="84227"/>
                  </a:cubicBezTo>
                  <a:cubicBezTo>
                    <a:pt x="95372" y="90754"/>
                    <a:pt x="98099" y="98808"/>
                    <a:pt x="98099" y="108388"/>
                  </a:cubicBezTo>
                  <a:cubicBezTo>
                    <a:pt x="98099" y="123090"/>
                    <a:pt x="93041" y="134464"/>
                    <a:pt x="82924" y="142511"/>
                  </a:cubicBezTo>
                  <a:cubicBezTo>
                    <a:pt x="72820" y="150559"/>
                    <a:pt x="58451" y="154582"/>
                    <a:pt x="39814" y="154582"/>
                  </a:cubicBezTo>
                  <a:cubicBezTo>
                    <a:pt x="33568" y="154582"/>
                    <a:pt x="27118" y="153950"/>
                    <a:pt x="20463" y="152685"/>
                  </a:cubicBezTo>
                  <a:cubicBezTo>
                    <a:pt x="13872" y="151485"/>
                    <a:pt x="7051" y="149658"/>
                    <a:pt x="0" y="147206"/>
                  </a:cubicBezTo>
                  <a:lnTo>
                    <a:pt x="0" y="127739"/>
                  </a:lnTo>
                  <a:cubicBezTo>
                    <a:pt x="5595" y="130996"/>
                    <a:pt x="11720" y="133455"/>
                    <a:pt x="18375" y="135116"/>
                  </a:cubicBezTo>
                  <a:cubicBezTo>
                    <a:pt x="25030" y="136789"/>
                    <a:pt x="31978" y="137626"/>
                    <a:pt x="39220" y="137626"/>
                  </a:cubicBezTo>
                  <a:cubicBezTo>
                    <a:pt x="51866" y="137626"/>
                    <a:pt x="61478" y="135129"/>
                    <a:pt x="68056" y="130134"/>
                  </a:cubicBezTo>
                  <a:cubicBezTo>
                    <a:pt x="74711" y="125140"/>
                    <a:pt x="78038" y="117891"/>
                    <a:pt x="78038" y="108388"/>
                  </a:cubicBezTo>
                  <a:cubicBezTo>
                    <a:pt x="78038" y="99600"/>
                    <a:pt x="74947" y="92747"/>
                    <a:pt x="68765" y="87829"/>
                  </a:cubicBezTo>
                  <a:cubicBezTo>
                    <a:pt x="62647" y="82835"/>
                    <a:pt x="54095" y="80338"/>
                    <a:pt x="43110" y="80338"/>
                  </a:cubicBezTo>
                  <a:lnTo>
                    <a:pt x="25751" y="80338"/>
                  </a:lnTo>
                  <a:lnTo>
                    <a:pt x="25751" y="63764"/>
                  </a:lnTo>
                  <a:lnTo>
                    <a:pt x="43915" y="63764"/>
                  </a:lnTo>
                  <a:cubicBezTo>
                    <a:pt x="53827" y="63764"/>
                    <a:pt x="61414" y="61804"/>
                    <a:pt x="66677" y="57882"/>
                  </a:cubicBezTo>
                  <a:cubicBezTo>
                    <a:pt x="71926" y="53897"/>
                    <a:pt x="74552" y="48175"/>
                    <a:pt x="74552" y="40715"/>
                  </a:cubicBezTo>
                  <a:cubicBezTo>
                    <a:pt x="74552" y="33064"/>
                    <a:pt x="71824" y="27214"/>
                    <a:pt x="66370" y="23165"/>
                  </a:cubicBezTo>
                  <a:cubicBezTo>
                    <a:pt x="60980" y="19039"/>
                    <a:pt x="53226" y="16976"/>
                    <a:pt x="43110" y="16976"/>
                  </a:cubicBezTo>
                  <a:cubicBezTo>
                    <a:pt x="37592" y="16976"/>
                    <a:pt x="31671" y="17576"/>
                    <a:pt x="25349" y="18777"/>
                  </a:cubicBezTo>
                  <a:cubicBezTo>
                    <a:pt x="19026" y="19965"/>
                    <a:pt x="12077" y="21823"/>
                    <a:pt x="4503" y="24352"/>
                  </a:cubicBezTo>
                  <a:lnTo>
                    <a:pt x="4503" y="6400"/>
                  </a:lnTo>
                  <a:cubicBezTo>
                    <a:pt x="12154" y="4266"/>
                    <a:pt x="19307" y="2670"/>
                    <a:pt x="25962" y="1610"/>
                  </a:cubicBezTo>
                  <a:cubicBezTo>
                    <a:pt x="32680" y="537"/>
                    <a:pt x="38997" y="0"/>
                    <a:pt x="44911" y="0"/>
                  </a:cubicBezTo>
                  <a:cubicBezTo>
                    <a:pt x="60213" y="0"/>
                    <a:pt x="72323" y="3494"/>
                    <a:pt x="81238" y="10481"/>
                  </a:cubicBezTo>
                  <a:cubicBezTo>
                    <a:pt x="90154" y="17404"/>
                    <a:pt x="94612" y="26786"/>
                    <a:pt x="94612" y="38626"/>
                  </a:cubicBezTo>
                  <a:cubicBezTo>
                    <a:pt x="94612" y="46878"/>
                    <a:pt x="92249" y="53865"/>
                    <a:pt x="87522" y="59588"/>
                  </a:cubicBezTo>
                  <a:cubicBezTo>
                    <a:pt x="82796" y="65233"/>
                    <a:pt x="76078" y="69155"/>
                    <a:pt x="67367" y="7135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19C41D82-1B7D-4DB9-C30C-A816FEA3F537}"/>
                </a:ext>
              </a:extLst>
            </p:cNvPr>
            <p:cNvSpPr/>
            <p:nvPr/>
          </p:nvSpPr>
          <p:spPr>
            <a:xfrm>
              <a:off x="3561170" y="4572799"/>
              <a:ext cx="140039" cy="165541"/>
            </a:xfrm>
            <a:custGeom>
              <a:avLst/>
              <a:gdLst>
                <a:gd name="csX0" fmla="*/ 0 w 140039"/>
                <a:gd name="csY0" fmla="*/ 0 h 165541"/>
                <a:gd name="csX1" fmla="*/ 140040 w 140039"/>
                <a:gd name="csY1" fmla="*/ 0 h 165541"/>
                <a:gd name="csX2" fmla="*/ 140040 w 140039"/>
                <a:gd name="csY2" fmla="*/ 18853 h 165541"/>
                <a:gd name="csX3" fmla="*/ 81276 w 140039"/>
                <a:gd name="csY3" fmla="*/ 18853 h 165541"/>
                <a:gd name="csX4" fmla="*/ 81276 w 140039"/>
                <a:gd name="csY4" fmla="*/ 165542 h 165541"/>
                <a:gd name="csX5" fmla="*/ 58782 w 140039"/>
                <a:gd name="csY5" fmla="*/ 165542 h 165541"/>
                <a:gd name="csX6" fmla="*/ 58782 w 140039"/>
                <a:gd name="csY6" fmla="*/ 18853 h 165541"/>
                <a:gd name="csX7" fmla="*/ 0 w 140039"/>
                <a:gd name="csY7" fmla="*/ 18853 h 165541"/>
                <a:gd name="csX8" fmla="*/ 0 w 140039"/>
                <a:gd name="csY8" fmla="*/ 0 h 1655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0039" h="165541">
                  <a:moveTo>
                    <a:pt x="0" y="0"/>
                  </a:moveTo>
                  <a:lnTo>
                    <a:pt x="140040" y="0"/>
                  </a:lnTo>
                  <a:lnTo>
                    <a:pt x="140040" y="18853"/>
                  </a:lnTo>
                  <a:lnTo>
                    <a:pt x="81276" y="18853"/>
                  </a:lnTo>
                  <a:lnTo>
                    <a:pt x="81276" y="165542"/>
                  </a:lnTo>
                  <a:lnTo>
                    <a:pt x="58782" y="165542"/>
                  </a:lnTo>
                  <a:lnTo>
                    <a:pt x="58782" y="18853"/>
                  </a:lnTo>
                  <a:lnTo>
                    <a:pt x="0" y="188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268F288D-EFF2-B8E0-BE7E-7639E048326F}"/>
                </a:ext>
              </a:extLst>
            </p:cNvPr>
            <p:cNvSpPr/>
            <p:nvPr/>
          </p:nvSpPr>
          <p:spPr>
            <a:xfrm>
              <a:off x="3687798" y="4611157"/>
              <a:ext cx="72730" cy="127183"/>
            </a:xfrm>
            <a:custGeom>
              <a:avLst/>
              <a:gdLst>
                <a:gd name="csX0" fmla="*/ 72731 w 72730"/>
                <a:gd name="csY0" fmla="*/ 22072 h 127183"/>
                <a:gd name="csX1" fmla="*/ 65201 w 72730"/>
                <a:gd name="csY1" fmla="*/ 19179 h 127183"/>
                <a:gd name="csX2" fmla="*/ 56330 w 72730"/>
                <a:gd name="csY2" fmla="*/ 18183 h 127183"/>
                <a:gd name="csX3" fmla="*/ 29717 w 72730"/>
                <a:gd name="csY3" fmla="*/ 29506 h 127183"/>
                <a:gd name="csX4" fmla="*/ 20520 w 72730"/>
                <a:gd name="csY4" fmla="*/ 61772 h 127183"/>
                <a:gd name="csX5" fmla="*/ 20520 w 72730"/>
                <a:gd name="csY5" fmla="*/ 127184 h 127183"/>
                <a:gd name="csX6" fmla="*/ 0 w 72730"/>
                <a:gd name="csY6" fmla="*/ 127184 h 127183"/>
                <a:gd name="csX7" fmla="*/ 0 w 72730"/>
                <a:gd name="csY7" fmla="*/ 3008 h 127183"/>
                <a:gd name="csX8" fmla="*/ 20520 w 72730"/>
                <a:gd name="csY8" fmla="*/ 3008 h 127183"/>
                <a:gd name="csX9" fmla="*/ 20520 w 72730"/>
                <a:gd name="csY9" fmla="*/ 22283 h 127183"/>
                <a:gd name="csX10" fmla="*/ 37266 w 72730"/>
                <a:gd name="csY10" fmla="*/ 5556 h 127183"/>
                <a:gd name="csX11" fmla="*/ 62308 w 72730"/>
                <a:gd name="csY11" fmla="*/ 0 h 127183"/>
                <a:gd name="csX12" fmla="*/ 66983 w 72730"/>
                <a:gd name="csY12" fmla="*/ 345 h 127183"/>
                <a:gd name="csX13" fmla="*/ 72635 w 72730"/>
                <a:gd name="csY13" fmla="*/ 1111 h 127183"/>
                <a:gd name="csX14" fmla="*/ 72731 w 72730"/>
                <a:gd name="csY14" fmla="*/ 22072 h 1271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2730" h="127183">
                  <a:moveTo>
                    <a:pt x="72731" y="22072"/>
                  </a:moveTo>
                  <a:cubicBezTo>
                    <a:pt x="70444" y="20744"/>
                    <a:pt x="67935" y="19779"/>
                    <a:pt x="65201" y="19179"/>
                  </a:cubicBezTo>
                  <a:cubicBezTo>
                    <a:pt x="62544" y="18515"/>
                    <a:pt x="59587" y="18183"/>
                    <a:pt x="56330" y="18183"/>
                  </a:cubicBezTo>
                  <a:cubicBezTo>
                    <a:pt x="44796" y="18183"/>
                    <a:pt x="35925" y="21957"/>
                    <a:pt x="29717" y="29506"/>
                  </a:cubicBezTo>
                  <a:cubicBezTo>
                    <a:pt x="23586" y="36966"/>
                    <a:pt x="20520" y="47721"/>
                    <a:pt x="20520" y="61772"/>
                  </a:cubicBezTo>
                  <a:lnTo>
                    <a:pt x="20520" y="127184"/>
                  </a:lnTo>
                  <a:lnTo>
                    <a:pt x="0" y="127184"/>
                  </a:lnTo>
                  <a:lnTo>
                    <a:pt x="0" y="3008"/>
                  </a:lnTo>
                  <a:lnTo>
                    <a:pt x="20520" y="3008"/>
                  </a:lnTo>
                  <a:lnTo>
                    <a:pt x="20520" y="22283"/>
                  </a:lnTo>
                  <a:cubicBezTo>
                    <a:pt x="24799" y="14747"/>
                    <a:pt x="30381" y="9171"/>
                    <a:pt x="37266" y="5556"/>
                  </a:cubicBezTo>
                  <a:cubicBezTo>
                    <a:pt x="44138" y="1852"/>
                    <a:pt x="52485" y="0"/>
                    <a:pt x="62308" y="0"/>
                  </a:cubicBezTo>
                  <a:cubicBezTo>
                    <a:pt x="63713" y="0"/>
                    <a:pt x="65271" y="115"/>
                    <a:pt x="66983" y="345"/>
                  </a:cubicBezTo>
                  <a:cubicBezTo>
                    <a:pt x="68682" y="485"/>
                    <a:pt x="70566" y="741"/>
                    <a:pt x="72635" y="1111"/>
                  </a:cubicBezTo>
                  <a:lnTo>
                    <a:pt x="72731" y="2207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0CBE8A2-64EE-975B-8C1F-DC530005A386}"/>
                </a:ext>
              </a:extLst>
            </p:cNvPr>
            <p:cNvSpPr/>
            <p:nvPr/>
          </p:nvSpPr>
          <p:spPr>
            <a:xfrm>
              <a:off x="3779823" y="4611157"/>
              <a:ext cx="104019" cy="130402"/>
            </a:xfrm>
            <a:custGeom>
              <a:avLst/>
              <a:gdLst>
                <a:gd name="csX0" fmla="*/ 0 w 104019"/>
                <a:gd name="csY0" fmla="*/ 78172 h 130402"/>
                <a:gd name="csX1" fmla="*/ 0 w 104019"/>
                <a:gd name="csY1" fmla="*/ 3008 h 130402"/>
                <a:gd name="csX2" fmla="*/ 20405 w 104019"/>
                <a:gd name="csY2" fmla="*/ 3008 h 130402"/>
                <a:gd name="csX3" fmla="*/ 20405 w 104019"/>
                <a:gd name="csY3" fmla="*/ 77406 h 130402"/>
                <a:gd name="csX4" fmla="*/ 27284 w 104019"/>
                <a:gd name="csY4" fmla="*/ 103904 h 130402"/>
                <a:gd name="csX5" fmla="*/ 47900 w 104019"/>
                <a:gd name="csY5" fmla="*/ 112660 h 130402"/>
                <a:gd name="csX6" fmla="*/ 73957 w 104019"/>
                <a:gd name="csY6" fmla="*/ 102122 h 130402"/>
                <a:gd name="csX7" fmla="*/ 83614 w 104019"/>
                <a:gd name="csY7" fmla="*/ 73402 h 130402"/>
                <a:gd name="csX8" fmla="*/ 83614 w 104019"/>
                <a:gd name="csY8" fmla="*/ 3008 h 130402"/>
                <a:gd name="csX9" fmla="*/ 104019 w 104019"/>
                <a:gd name="csY9" fmla="*/ 3008 h 130402"/>
                <a:gd name="csX10" fmla="*/ 104019 w 104019"/>
                <a:gd name="csY10" fmla="*/ 127184 h 130402"/>
                <a:gd name="csX11" fmla="*/ 83614 w 104019"/>
                <a:gd name="csY11" fmla="*/ 127184 h 130402"/>
                <a:gd name="csX12" fmla="*/ 83614 w 104019"/>
                <a:gd name="csY12" fmla="*/ 108119 h 130402"/>
                <a:gd name="csX13" fmla="*/ 66312 w 104019"/>
                <a:gd name="csY13" fmla="*/ 124961 h 130402"/>
                <a:gd name="csX14" fmla="*/ 43589 w 104019"/>
                <a:gd name="csY14" fmla="*/ 130402 h 130402"/>
                <a:gd name="csX15" fmla="*/ 11093 w 104019"/>
                <a:gd name="csY15" fmla="*/ 117086 h 130402"/>
                <a:gd name="csX16" fmla="*/ 0 w 104019"/>
                <a:gd name="csY16" fmla="*/ 78172 h 130402"/>
                <a:gd name="csX17" fmla="*/ 51348 w 104019"/>
                <a:gd name="csY17" fmla="*/ 0 h 130402"/>
                <a:gd name="csX18" fmla="*/ 51348 w 104019"/>
                <a:gd name="csY18" fmla="*/ 0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4019" h="130402">
                  <a:moveTo>
                    <a:pt x="0" y="78172"/>
                  </a:moveTo>
                  <a:lnTo>
                    <a:pt x="0" y="3008"/>
                  </a:lnTo>
                  <a:lnTo>
                    <a:pt x="20405" y="3008"/>
                  </a:lnTo>
                  <a:lnTo>
                    <a:pt x="20405" y="77406"/>
                  </a:lnTo>
                  <a:cubicBezTo>
                    <a:pt x="20405" y="89157"/>
                    <a:pt x="22698" y="97990"/>
                    <a:pt x="27284" y="103904"/>
                  </a:cubicBezTo>
                  <a:cubicBezTo>
                    <a:pt x="31869" y="109741"/>
                    <a:pt x="38741" y="112660"/>
                    <a:pt x="47900" y="112660"/>
                  </a:cubicBezTo>
                  <a:cubicBezTo>
                    <a:pt x="58923" y="112660"/>
                    <a:pt x="67609" y="109148"/>
                    <a:pt x="73957" y="102122"/>
                  </a:cubicBezTo>
                  <a:cubicBezTo>
                    <a:pt x="80395" y="95097"/>
                    <a:pt x="83614" y="85523"/>
                    <a:pt x="83614" y="73402"/>
                  </a:cubicBezTo>
                  <a:lnTo>
                    <a:pt x="83614" y="3008"/>
                  </a:lnTo>
                  <a:lnTo>
                    <a:pt x="104019" y="3008"/>
                  </a:lnTo>
                  <a:lnTo>
                    <a:pt x="104019" y="127184"/>
                  </a:lnTo>
                  <a:lnTo>
                    <a:pt x="83614" y="127184"/>
                  </a:lnTo>
                  <a:lnTo>
                    <a:pt x="83614" y="108119"/>
                  </a:lnTo>
                  <a:cubicBezTo>
                    <a:pt x="78658" y="115656"/>
                    <a:pt x="72891" y="121269"/>
                    <a:pt x="66312" y="124961"/>
                  </a:cubicBezTo>
                  <a:cubicBezTo>
                    <a:pt x="59811" y="128588"/>
                    <a:pt x="52236" y="130402"/>
                    <a:pt x="43589" y="130402"/>
                  </a:cubicBezTo>
                  <a:cubicBezTo>
                    <a:pt x="29321" y="130402"/>
                    <a:pt x="18489" y="125964"/>
                    <a:pt x="11093" y="117086"/>
                  </a:cubicBezTo>
                  <a:cubicBezTo>
                    <a:pt x="3698" y="108221"/>
                    <a:pt x="0" y="95250"/>
                    <a:pt x="0" y="78172"/>
                  </a:cubicBezTo>
                  <a:moveTo>
                    <a:pt x="51348" y="0"/>
                  </a:moveTo>
                  <a:lnTo>
                    <a:pt x="51348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C9DF3076-739B-5793-3AD9-F72087437EA1}"/>
                </a:ext>
              </a:extLst>
            </p:cNvPr>
            <p:cNvSpPr/>
            <p:nvPr/>
          </p:nvSpPr>
          <p:spPr>
            <a:xfrm>
              <a:off x="3916989" y="4611157"/>
              <a:ext cx="115093" cy="130402"/>
            </a:xfrm>
            <a:custGeom>
              <a:avLst/>
              <a:gdLst>
                <a:gd name="csX0" fmla="*/ 115093 w 115093"/>
                <a:gd name="csY0" fmla="*/ 59990 h 130402"/>
                <a:gd name="csX1" fmla="*/ 115093 w 115093"/>
                <a:gd name="csY1" fmla="*/ 69972 h 130402"/>
                <a:gd name="csX2" fmla="*/ 21287 w 115093"/>
                <a:gd name="csY2" fmla="*/ 69972 h 130402"/>
                <a:gd name="csX3" fmla="*/ 33932 w 115093"/>
                <a:gd name="csY3" fmla="*/ 102122 h 130402"/>
                <a:gd name="csX4" fmla="*/ 65642 w 115093"/>
                <a:gd name="csY4" fmla="*/ 113101 h 130402"/>
                <a:gd name="csX5" fmla="*/ 88366 w 115093"/>
                <a:gd name="csY5" fmla="*/ 110227 h 130402"/>
                <a:gd name="csX6" fmla="*/ 110323 w 115093"/>
                <a:gd name="csY6" fmla="*/ 101567 h 130402"/>
                <a:gd name="csX7" fmla="*/ 110323 w 115093"/>
                <a:gd name="csY7" fmla="*/ 120861 h 130402"/>
                <a:gd name="csX8" fmla="*/ 87810 w 115093"/>
                <a:gd name="csY8" fmla="*/ 127950 h 130402"/>
                <a:gd name="csX9" fmla="*/ 64416 w 115093"/>
                <a:gd name="csY9" fmla="*/ 130402 h 130402"/>
                <a:gd name="csX10" fmla="*/ 17301 w 115093"/>
                <a:gd name="csY10" fmla="*/ 113101 h 130402"/>
                <a:gd name="csX11" fmla="*/ 0 w 115093"/>
                <a:gd name="csY11" fmla="*/ 66312 h 130402"/>
                <a:gd name="csX12" fmla="*/ 16401 w 115093"/>
                <a:gd name="csY12" fmla="*/ 17972 h 130402"/>
                <a:gd name="csX13" fmla="*/ 60871 w 115093"/>
                <a:gd name="csY13" fmla="*/ 0 h 130402"/>
                <a:gd name="csX14" fmla="*/ 100455 w 115093"/>
                <a:gd name="csY14" fmla="*/ 16190 h 130402"/>
                <a:gd name="csX15" fmla="*/ 115093 w 115093"/>
                <a:gd name="csY15" fmla="*/ 59990 h 130402"/>
                <a:gd name="csX16" fmla="*/ 94688 w 115093"/>
                <a:gd name="csY16" fmla="*/ 54012 h 130402"/>
                <a:gd name="csX17" fmla="*/ 85262 w 115093"/>
                <a:gd name="csY17" fmla="*/ 27284 h 130402"/>
                <a:gd name="csX18" fmla="*/ 61101 w 115093"/>
                <a:gd name="csY18" fmla="*/ 17301 h 130402"/>
                <a:gd name="csX19" fmla="*/ 33702 w 115093"/>
                <a:gd name="csY19" fmla="*/ 26958 h 130402"/>
                <a:gd name="csX20" fmla="*/ 21957 w 115093"/>
                <a:gd name="csY20" fmla="*/ 54108 h 130402"/>
                <a:gd name="csX21" fmla="*/ 94688 w 115093"/>
                <a:gd name="csY21" fmla="*/ 54012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15093" h="130402">
                  <a:moveTo>
                    <a:pt x="115093" y="59990"/>
                  </a:moveTo>
                  <a:lnTo>
                    <a:pt x="115093" y="69972"/>
                  </a:lnTo>
                  <a:lnTo>
                    <a:pt x="21287" y="69972"/>
                  </a:lnTo>
                  <a:cubicBezTo>
                    <a:pt x="22168" y="84010"/>
                    <a:pt x="26383" y="94726"/>
                    <a:pt x="33932" y="102122"/>
                  </a:cubicBezTo>
                  <a:cubicBezTo>
                    <a:pt x="41545" y="109441"/>
                    <a:pt x="52115" y="113101"/>
                    <a:pt x="65642" y="113101"/>
                  </a:cubicBezTo>
                  <a:cubicBezTo>
                    <a:pt x="73472" y="113101"/>
                    <a:pt x="81047" y="112143"/>
                    <a:pt x="88366" y="110227"/>
                  </a:cubicBezTo>
                  <a:cubicBezTo>
                    <a:pt x="95761" y="108298"/>
                    <a:pt x="103080" y="105411"/>
                    <a:pt x="110323" y="101567"/>
                  </a:cubicBezTo>
                  <a:lnTo>
                    <a:pt x="110323" y="120861"/>
                  </a:lnTo>
                  <a:cubicBezTo>
                    <a:pt x="103004" y="123965"/>
                    <a:pt x="95499" y="126328"/>
                    <a:pt x="87810" y="127950"/>
                  </a:cubicBezTo>
                  <a:cubicBezTo>
                    <a:pt x="80120" y="129585"/>
                    <a:pt x="72322" y="130402"/>
                    <a:pt x="64416" y="130402"/>
                  </a:cubicBezTo>
                  <a:cubicBezTo>
                    <a:pt x="44604" y="130402"/>
                    <a:pt x="28900" y="124635"/>
                    <a:pt x="17301" y="113101"/>
                  </a:cubicBezTo>
                  <a:cubicBezTo>
                    <a:pt x="5767" y="101566"/>
                    <a:pt x="0" y="85971"/>
                    <a:pt x="0" y="66312"/>
                  </a:cubicBezTo>
                  <a:cubicBezTo>
                    <a:pt x="0" y="45977"/>
                    <a:pt x="5467" y="29864"/>
                    <a:pt x="16401" y="17972"/>
                  </a:cubicBezTo>
                  <a:cubicBezTo>
                    <a:pt x="27424" y="5991"/>
                    <a:pt x="42248" y="0"/>
                    <a:pt x="60871" y="0"/>
                  </a:cubicBezTo>
                  <a:cubicBezTo>
                    <a:pt x="77578" y="0"/>
                    <a:pt x="90773" y="5397"/>
                    <a:pt x="100455" y="16190"/>
                  </a:cubicBezTo>
                  <a:cubicBezTo>
                    <a:pt x="110214" y="26907"/>
                    <a:pt x="115093" y="41507"/>
                    <a:pt x="115093" y="59990"/>
                  </a:cubicBezTo>
                  <a:moveTo>
                    <a:pt x="94688" y="54012"/>
                  </a:moveTo>
                  <a:cubicBezTo>
                    <a:pt x="94535" y="42848"/>
                    <a:pt x="91393" y="33938"/>
                    <a:pt x="85262" y="27284"/>
                  </a:cubicBezTo>
                  <a:cubicBezTo>
                    <a:pt x="79207" y="20629"/>
                    <a:pt x="71153" y="17301"/>
                    <a:pt x="61101" y="17301"/>
                  </a:cubicBezTo>
                  <a:cubicBezTo>
                    <a:pt x="49707" y="17301"/>
                    <a:pt x="40574" y="20520"/>
                    <a:pt x="33702" y="26958"/>
                  </a:cubicBezTo>
                  <a:cubicBezTo>
                    <a:pt x="26907" y="33383"/>
                    <a:pt x="22992" y="42433"/>
                    <a:pt x="21957" y="54108"/>
                  </a:cubicBezTo>
                  <a:lnTo>
                    <a:pt x="94688" y="5401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F5F48440-70FE-CBCA-9650-2F1BCA3724DF}"/>
                </a:ext>
              </a:extLst>
            </p:cNvPr>
            <p:cNvSpPr/>
            <p:nvPr/>
          </p:nvSpPr>
          <p:spPr>
            <a:xfrm>
              <a:off x="4128648" y="4611157"/>
              <a:ext cx="94918" cy="130402"/>
            </a:xfrm>
            <a:custGeom>
              <a:avLst/>
              <a:gdLst>
                <a:gd name="csX0" fmla="*/ 88270 w 94918"/>
                <a:gd name="csY0" fmla="*/ 6668 h 130402"/>
                <a:gd name="csX1" fmla="*/ 88270 w 94918"/>
                <a:gd name="csY1" fmla="*/ 25942 h 130402"/>
                <a:gd name="csX2" fmla="*/ 70298 w 94918"/>
                <a:gd name="csY2" fmla="*/ 19294 h 130402"/>
                <a:gd name="csX3" fmla="*/ 51004 w 94918"/>
                <a:gd name="csY3" fmla="*/ 17071 h 130402"/>
                <a:gd name="csX4" fmla="*/ 28165 w 94918"/>
                <a:gd name="csY4" fmla="*/ 21746 h 130402"/>
                <a:gd name="csX5" fmla="*/ 20635 w 94918"/>
                <a:gd name="csY5" fmla="*/ 35714 h 130402"/>
                <a:gd name="csX6" fmla="*/ 26057 w 94918"/>
                <a:gd name="csY6" fmla="*/ 46903 h 130402"/>
                <a:gd name="csX7" fmla="*/ 47900 w 94918"/>
                <a:gd name="csY7" fmla="*/ 54548 h 130402"/>
                <a:gd name="csX8" fmla="*/ 54893 w 94918"/>
                <a:gd name="csY8" fmla="*/ 56119 h 130402"/>
                <a:gd name="csX9" fmla="*/ 85721 w 94918"/>
                <a:gd name="csY9" fmla="*/ 69301 h 130402"/>
                <a:gd name="csX10" fmla="*/ 94918 w 94918"/>
                <a:gd name="csY10" fmla="*/ 92926 h 130402"/>
                <a:gd name="csX11" fmla="*/ 81161 w 94918"/>
                <a:gd name="csY11" fmla="*/ 120305 h 130402"/>
                <a:gd name="csX12" fmla="*/ 43589 w 94918"/>
                <a:gd name="csY12" fmla="*/ 130402 h 130402"/>
                <a:gd name="csX13" fmla="*/ 22743 w 94918"/>
                <a:gd name="csY13" fmla="*/ 128410 h 130402"/>
                <a:gd name="csX14" fmla="*/ 0 w 94918"/>
                <a:gd name="csY14" fmla="*/ 122643 h 130402"/>
                <a:gd name="csX15" fmla="*/ 0 w 94918"/>
                <a:gd name="csY15" fmla="*/ 101567 h 130402"/>
                <a:gd name="csX16" fmla="*/ 22283 w 94918"/>
                <a:gd name="csY16" fmla="*/ 110438 h 130402"/>
                <a:gd name="csX17" fmla="*/ 44029 w 94918"/>
                <a:gd name="csY17" fmla="*/ 113331 h 130402"/>
                <a:gd name="csX18" fmla="*/ 66198 w 94918"/>
                <a:gd name="csY18" fmla="*/ 108445 h 130402"/>
                <a:gd name="csX19" fmla="*/ 73957 w 94918"/>
                <a:gd name="csY19" fmla="*/ 94477 h 130402"/>
                <a:gd name="csX20" fmla="*/ 68305 w 94918"/>
                <a:gd name="csY20" fmla="*/ 81717 h 130402"/>
                <a:gd name="csX21" fmla="*/ 43800 w 94918"/>
                <a:gd name="csY21" fmla="*/ 73191 h 130402"/>
                <a:gd name="csX22" fmla="*/ 36710 w 94918"/>
                <a:gd name="csY22" fmla="*/ 71524 h 130402"/>
                <a:gd name="csX23" fmla="*/ 9312 w 94918"/>
                <a:gd name="csY23" fmla="*/ 59319 h 130402"/>
                <a:gd name="csX24" fmla="*/ 900 w 94918"/>
                <a:gd name="csY24" fmla="*/ 36595 h 130402"/>
                <a:gd name="csX25" fmla="*/ 13316 w 94918"/>
                <a:gd name="csY25" fmla="*/ 9542 h 130402"/>
                <a:gd name="csX26" fmla="*/ 48570 w 94918"/>
                <a:gd name="csY26" fmla="*/ 0 h 130402"/>
                <a:gd name="csX27" fmla="*/ 69857 w 94918"/>
                <a:gd name="csY27" fmla="*/ 1667 h 130402"/>
                <a:gd name="csX28" fmla="*/ 88270 w 94918"/>
                <a:gd name="csY28" fmla="*/ 6668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94918" h="130402">
                  <a:moveTo>
                    <a:pt x="88270" y="6668"/>
                  </a:moveTo>
                  <a:lnTo>
                    <a:pt x="88270" y="25942"/>
                  </a:lnTo>
                  <a:cubicBezTo>
                    <a:pt x="82496" y="22992"/>
                    <a:pt x="76506" y="20776"/>
                    <a:pt x="70298" y="19294"/>
                  </a:cubicBezTo>
                  <a:cubicBezTo>
                    <a:pt x="64090" y="17812"/>
                    <a:pt x="57659" y="17071"/>
                    <a:pt x="51004" y="17071"/>
                  </a:cubicBezTo>
                  <a:cubicBezTo>
                    <a:pt x="40875" y="17071"/>
                    <a:pt x="33262" y="18630"/>
                    <a:pt x="28165" y="21746"/>
                  </a:cubicBezTo>
                  <a:cubicBezTo>
                    <a:pt x="23145" y="24850"/>
                    <a:pt x="20635" y="29506"/>
                    <a:pt x="20635" y="35714"/>
                  </a:cubicBezTo>
                  <a:cubicBezTo>
                    <a:pt x="20635" y="40440"/>
                    <a:pt x="22443" y="44170"/>
                    <a:pt x="26057" y="46903"/>
                  </a:cubicBezTo>
                  <a:cubicBezTo>
                    <a:pt x="29685" y="49573"/>
                    <a:pt x="36966" y="52121"/>
                    <a:pt x="47900" y="54548"/>
                  </a:cubicBezTo>
                  <a:lnTo>
                    <a:pt x="54893" y="56119"/>
                  </a:lnTo>
                  <a:cubicBezTo>
                    <a:pt x="69378" y="59223"/>
                    <a:pt x="79654" y="63617"/>
                    <a:pt x="85721" y="69301"/>
                  </a:cubicBezTo>
                  <a:cubicBezTo>
                    <a:pt x="91853" y="74922"/>
                    <a:pt x="94918" y="82796"/>
                    <a:pt x="94918" y="92926"/>
                  </a:cubicBezTo>
                  <a:cubicBezTo>
                    <a:pt x="94918" y="104460"/>
                    <a:pt x="90333" y="113586"/>
                    <a:pt x="81161" y="120305"/>
                  </a:cubicBezTo>
                  <a:cubicBezTo>
                    <a:pt x="72080" y="127036"/>
                    <a:pt x="59555" y="130402"/>
                    <a:pt x="43589" y="130402"/>
                  </a:cubicBezTo>
                  <a:cubicBezTo>
                    <a:pt x="36934" y="130402"/>
                    <a:pt x="29985" y="129738"/>
                    <a:pt x="22743" y="128410"/>
                  </a:cubicBezTo>
                  <a:cubicBezTo>
                    <a:pt x="15564" y="127145"/>
                    <a:pt x="7983" y="125223"/>
                    <a:pt x="0" y="122643"/>
                  </a:cubicBezTo>
                  <a:lnTo>
                    <a:pt x="0" y="101567"/>
                  </a:lnTo>
                  <a:cubicBezTo>
                    <a:pt x="7549" y="105488"/>
                    <a:pt x="14977" y="108445"/>
                    <a:pt x="22283" y="110438"/>
                  </a:cubicBezTo>
                  <a:cubicBezTo>
                    <a:pt x="29602" y="112366"/>
                    <a:pt x="36851" y="113331"/>
                    <a:pt x="44029" y="113331"/>
                  </a:cubicBezTo>
                  <a:cubicBezTo>
                    <a:pt x="53635" y="113331"/>
                    <a:pt x="61024" y="111702"/>
                    <a:pt x="66198" y="108445"/>
                  </a:cubicBezTo>
                  <a:cubicBezTo>
                    <a:pt x="71371" y="105124"/>
                    <a:pt x="73957" y="100468"/>
                    <a:pt x="73957" y="94477"/>
                  </a:cubicBezTo>
                  <a:cubicBezTo>
                    <a:pt x="73957" y="88934"/>
                    <a:pt x="72073" y="84680"/>
                    <a:pt x="68305" y="81717"/>
                  </a:cubicBezTo>
                  <a:cubicBezTo>
                    <a:pt x="64614" y="78766"/>
                    <a:pt x="56445" y="75924"/>
                    <a:pt x="43800" y="73191"/>
                  </a:cubicBezTo>
                  <a:lnTo>
                    <a:pt x="36710" y="71524"/>
                  </a:lnTo>
                  <a:cubicBezTo>
                    <a:pt x="24065" y="68867"/>
                    <a:pt x="14932" y="64799"/>
                    <a:pt x="9312" y="59319"/>
                  </a:cubicBezTo>
                  <a:cubicBezTo>
                    <a:pt x="3704" y="53775"/>
                    <a:pt x="900" y="46201"/>
                    <a:pt x="900" y="36595"/>
                  </a:cubicBezTo>
                  <a:cubicBezTo>
                    <a:pt x="900" y="24921"/>
                    <a:pt x="5039" y="15903"/>
                    <a:pt x="13316" y="9542"/>
                  </a:cubicBezTo>
                  <a:cubicBezTo>
                    <a:pt x="21593" y="3180"/>
                    <a:pt x="33345" y="0"/>
                    <a:pt x="48570" y="0"/>
                  </a:cubicBezTo>
                  <a:cubicBezTo>
                    <a:pt x="56107" y="0"/>
                    <a:pt x="63202" y="555"/>
                    <a:pt x="69857" y="1667"/>
                  </a:cubicBezTo>
                  <a:cubicBezTo>
                    <a:pt x="76512" y="2778"/>
                    <a:pt x="82650" y="4445"/>
                    <a:pt x="88270" y="666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84764700-BC45-3FF2-1A3E-483B4EC65745}"/>
                </a:ext>
              </a:extLst>
            </p:cNvPr>
            <p:cNvSpPr/>
            <p:nvPr/>
          </p:nvSpPr>
          <p:spPr>
            <a:xfrm>
              <a:off x="4255276" y="4565805"/>
              <a:ext cx="110207" cy="172535"/>
            </a:xfrm>
            <a:custGeom>
              <a:avLst/>
              <a:gdLst>
                <a:gd name="csX0" fmla="*/ 0 w 110207"/>
                <a:gd name="csY0" fmla="*/ 0 h 172535"/>
                <a:gd name="csX1" fmla="*/ 20520 w 110207"/>
                <a:gd name="csY1" fmla="*/ 0 h 172535"/>
                <a:gd name="csX2" fmla="*/ 20520 w 110207"/>
                <a:gd name="csY2" fmla="*/ 101912 h 172535"/>
                <a:gd name="csX3" fmla="*/ 81392 w 110207"/>
                <a:gd name="csY3" fmla="*/ 48360 h 172535"/>
                <a:gd name="csX4" fmla="*/ 107449 w 110207"/>
                <a:gd name="csY4" fmla="*/ 48360 h 172535"/>
                <a:gd name="csX5" fmla="*/ 41577 w 110207"/>
                <a:gd name="csY5" fmla="*/ 106453 h 172535"/>
                <a:gd name="csX6" fmla="*/ 110208 w 110207"/>
                <a:gd name="csY6" fmla="*/ 172535 h 172535"/>
                <a:gd name="csX7" fmla="*/ 83595 w 110207"/>
                <a:gd name="csY7" fmla="*/ 172535 h 172535"/>
                <a:gd name="csX8" fmla="*/ 20520 w 110207"/>
                <a:gd name="csY8" fmla="*/ 111875 h 172535"/>
                <a:gd name="csX9" fmla="*/ 20520 w 110207"/>
                <a:gd name="csY9" fmla="*/ 172535 h 172535"/>
                <a:gd name="csX10" fmla="*/ 0 w 110207"/>
                <a:gd name="csY10" fmla="*/ 172535 h 172535"/>
                <a:gd name="csX11" fmla="*/ 0 w 110207"/>
                <a:gd name="csY11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0207" h="172535">
                  <a:moveTo>
                    <a:pt x="0" y="0"/>
                  </a:moveTo>
                  <a:lnTo>
                    <a:pt x="20520" y="0"/>
                  </a:lnTo>
                  <a:lnTo>
                    <a:pt x="20520" y="101912"/>
                  </a:lnTo>
                  <a:lnTo>
                    <a:pt x="81392" y="48360"/>
                  </a:lnTo>
                  <a:lnTo>
                    <a:pt x="107449" y="48360"/>
                  </a:lnTo>
                  <a:lnTo>
                    <a:pt x="41577" y="106453"/>
                  </a:lnTo>
                  <a:lnTo>
                    <a:pt x="110208" y="172535"/>
                  </a:lnTo>
                  <a:lnTo>
                    <a:pt x="83595" y="172535"/>
                  </a:lnTo>
                  <a:lnTo>
                    <a:pt x="20520" y="111875"/>
                  </a:lnTo>
                  <a:lnTo>
                    <a:pt x="20520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FEC92935-B131-8C8B-BB77-BA99D01F79E7}"/>
                </a:ext>
              </a:extLst>
            </p:cNvPr>
            <p:cNvSpPr/>
            <p:nvPr/>
          </p:nvSpPr>
          <p:spPr>
            <a:xfrm>
              <a:off x="4387556" y="4565805"/>
              <a:ext cx="20405" cy="172535"/>
            </a:xfrm>
            <a:custGeom>
              <a:avLst/>
              <a:gdLst>
                <a:gd name="csX0" fmla="*/ 0 w 20405"/>
                <a:gd name="csY0" fmla="*/ 48360 h 172535"/>
                <a:gd name="csX1" fmla="*/ 20405 w 20405"/>
                <a:gd name="csY1" fmla="*/ 48360 h 172535"/>
                <a:gd name="csX2" fmla="*/ 20405 w 20405"/>
                <a:gd name="csY2" fmla="*/ 172535 h 172535"/>
                <a:gd name="csX3" fmla="*/ 0 w 20405"/>
                <a:gd name="csY3" fmla="*/ 172535 h 172535"/>
                <a:gd name="csX4" fmla="*/ 0 w 20405"/>
                <a:gd name="csY4" fmla="*/ 48360 h 172535"/>
                <a:gd name="csX5" fmla="*/ 0 w 20405"/>
                <a:gd name="csY5" fmla="*/ 0 h 172535"/>
                <a:gd name="csX6" fmla="*/ 20405 w 20405"/>
                <a:gd name="csY6" fmla="*/ 0 h 172535"/>
                <a:gd name="csX7" fmla="*/ 20405 w 20405"/>
                <a:gd name="csY7" fmla="*/ 25847 h 172535"/>
                <a:gd name="csX8" fmla="*/ 0 w 20405"/>
                <a:gd name="csY8" fmla="*/ 25847 h 172535"/>
                <a:gd name="csX9" fmla="*/ 0 w 20405"/>
                <a:gd name="csY9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0405" h="172535">
                  <a:moveTo>
                    <a:pt x="0" y="48360"/>
                  </a:moveTo>
                  <a:lnTo>
                    <a:pt x="20405" y="48360"/>
                  </a:lnTo>
                  <a:lnTo>
                    <a:pt x="20405" y="172535"/>
                  </a:lnTo>
                  <a:lnTo>
                    <a:pt x="0" y="172535"/>
                  </a:lnTo>
                  <a:lnTo>
                    <a:pt x="0" y="48360"/>
                  </a:lnTo>
                  <a:moveTo>
                    <a:pt x="0" y="0"/>
                  </a:moveTo>
                  <a:lnTo>
                    <a:pt x="20405" y="0"/>
                  </a:lnTo>
                  <a:lnTo>
                    <a:pt x="20405" y="25847"/>
                  </a:lnTo>
                  <a:lnTo>
                    <a:pt x="0" y="258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81B78EC9-223A-4B44-A59D-249500DF9012}"/>
                </a:ext>
              </a:extLst>
            </p:cNvPr>
            <p:cNvSpPr/>
            <p:nvPr/>
          </p:nvSpPr>
          <p:spPr>
            <a:xfrm>
              <a:off x="4450650" y="4565805"/>
              <a:ext cx="20405" cy="172535"/>
            </a:xfrm>
            <a:custGeom>
              <a:avLst/>
              <a:gdLst>
                <a:gd name="csX0" fmla="*/ 0 w 20405"/>
                <a:gd name="csY0" fmla="*/ 0 h 172535"/>
                <a:gd name="csX1" fmla="*/ 20405 w 20405"/>
                <a:gd name="csY1" fmla="*/ 0 h 172535"/>
                <a:gd name="csX2" fmla="*/ 20405 w 20405"/>
                <a:gd name="csY2" fmla="*/ 172535 h 172535"/>
                <a:gd name="csX3" fmla="*/ 0 w 20405"/>
                <a:gd name="csY3" fmla="*/ 172535 h 172535"/>
                <a:gd name="csX4" fmla="*/ 0 w 20405"/>
                <a:gd name="csY4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405" h="172535">
                  <a:moveTo>
                    <a:pt x="0" y="0"/>
                  </a:moveTo>
                  <a:lnTo>
                    <a:pt x="20405" y="0"/>
                  </a:lnTo>
                  <a:lnTo>
                    <a:pt x="20405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28FC659E-23B8-A526-EA1A-8A05D75B999B}"/>
                </a:ext>
              </a:extLst>
            </p:cNvPr>
            <p:cNvSpPr/>
            <p:nvPr/>
          </p:nvSpPr>
          <p:spPr>
            <a:xfrm>
              <a:off x="4513743" y="4565805"/>
              <a:ext cx="20386" cy="172535"/>
            </a:xfrm>
            <a:custGeom>
              <a:avLst/>
              <a:gdLst>
                <a:gd name="csX0" fmla="*/ 0 w 20386"/>
                <a:gd name="csY0" fmla="*/ 0 h 172535"/>
                <a:gd name="csX1" fmla="*/ 20386 w 20386"/>
                <a:gd name="csY1" fmla="*/ 0 h 172535"/>
                <a:gd name="csX2" fmla="*/ 20386 w 20386"/>
                <a:gd name="csY2" fmla="*/ 172535 h 172535"/>
                <a:gd name="csX3" fmla="*/ 0 w 20386"/>
                <a:gd name="csY3" fmla="*/ 172535 h 172535"/>
                <a:gd name="csX4" fmla="*/ 0 w 20386"/>
                <a:gd name="csY4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386" h="172535">
                  <a:moveTo>
                    <a:pt x="0" y="0"/>
                  </a:moveTo>
                  <a:lnTo>
                    <a:pt x="20386" y="0"/>
                  </a:lnTo>
                  <a:lnTo>
                    <a:pt x="20386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F93D62BF-8F1E-2276-7844-89B6D6115F86}"/>
                </a:ext>
              </a:extLst>
            </p:cNvPr>
            <p:cNvSpPr/>
            <p:nvPr/>
          </p:nvSpPr>
          <p:spPr>
            <a:xfrm>
              <a:off x="4567736" y="4611157"/>
              <a:ext cx="94918" cy="130402"/>
            </a:xfrm>
            <a:custGeom>
              <a:avLst/>
              <a:gdLst>
                <a:gd name="csX0" fmla="*/ 88250 w 94918"/>
                <a:gd name="csY0" fmla="*/ 6668 h 130402"/>
                <a:gd name="csX1" fmla="*/ 88250 w 94918"/>
                <a:gd name="csY1" fmla="*/ 25942 h 130402"/>
                <a:gd name="csX2" fmla="*/ 70298 w 94918"/>
                <a:gd name="csY2" fmla="*/ 19294 h 130402"/>
                <a:gd name="csX3" fmla="*/ 51004 w 94918"/>
                <a:gd name="csY3" fmla="*/ 17071 h 130402"/>
                <a:gd name="csX4" fmla="*/ 28165 w 94918"/>
                <a:gd name="csY4" fmla="*/ 21746 h 130402"/>
                <a:gd name="csX5" fmla="*/ 20616 w 94918"/>
                <a:gd name="csY5" fmla="*/ 35714 h 130402"/>
                <a:gd name="csX6" fmla="*/ 26057 w 94918"/>
                <a:gd name="csY6" fmla="*/ 46903 h 130402"/>
                <a:gd name="csX7" fmla="*/ 47900 w 94918"/>
                <a:gd name="csY7" fmla="*/ 54548 h 130402"/>
                <a:gd name="csX8" fmla="*/ 54874 w 94918"/>
                <a:gd name="csY8" fmla="*/ 56119 h 130402"/>
                <a:gd name="csX9" fmla="*/ 85702 w 94918"/>
                <a:gd name="csY9" fmla="*/ 69301 h 130402"/>
                <a:gd name="csX10" fmla="*/ 94918 w 94918"/>
                <a:gd name="csY10" fmla="*/ 92926 h 130402"/>
                <a:gd name="csX11" fmla="*/ 81161 w 94918"/>
                <a:gd name="csY11" fmla="*/ 120305 h 130402"/>
                <a:gd name="csX12" fmla="*/ 43570 w 94918"/>
                <a:gd name="csY12" fmla="*/ 130402 h 130402"/>
                <a:gd name="csX13" fmla="*/ 22724 w 94918"/>
                <a:gd name="csY13" fmla="*/ 128410 h 130402"/>
                <a:gd name="csX14" fmla="*/ 0 w 94918"/>
                <a:gd name="csY14" fmla="*/ 122643 h 130402"/>
                <a:gd name="csX15" fmla="*/ 0 w 94918"/>
                <a:gd name="csY15" fmla="*/ 101567 h 130402"/>
                <a:gd name="csX16" fmla="*/ 22283 w 94918"/>
                <a:gd name="csY16" fmla="*/ 110438 h 130402"/>
                <a:gd name="csX17" fmla="*/ 44010 w 94918"/>
                <a:gd name="csY17" fmla="*/ 113331 h 130402"/>
                <a:gd name="csX18" fmla="*/ 66197 w 94918"/>
                <a:gd name="csY18" fmla="*/ 108445 h 130402"/>
                <a:gd name="csX19" fmla="*/ 73957 w 94918"/>
                <a:gd name="csY19" fmla="*/ 94477 h 130402"/>
                <a:gd name="csX20" fmla="*/ 68305 w 94918"/>
                <a:gd name="csY20" fmla="*/ 81717 h 130402"/>
                <a:gd name="csX21" fmla="*/ 43800 w 94918"/>
                <a:gd name="csY21" fmla="*/ 73191 h 130402"/>
                <a:gd name="csX22" fmla="*/ 36691 w 94918"/>
                <a:gd name="csY22" fmla="*/ 71524 h 130402"/>
                <a:gd name="csX23" fmla="*/ 9312 w 94918"/>
                <a:gd name="csY23" fmla="*/ 59319 h 130402"/>
                <a:gd name="csX24" fmla="*/ 881 w 94918"/>
                <a:gd name="csY24" fmla="*/ 36595 h 130402"/>
                <a:gd name="csX25" fmla="*/ 13297 w 94918"/>
                <a:gd name="csY25" fmla="*/ 9542 h 130402"/>
                <a:gd name="csX26" fmla="*/ 48570 w 94918"/>
                <a:gd name="csY26" fmla="*/ 0 h 130402"/>
                <a:gd name="csX27" fmla="*/ 69857 w 94918"/>
                <a:gd name="csY27" fmla="*/ 1667 h 130402"/>
                <a:gd name="csX28" fmla="*/ 88250 w 94918"/>
                <a:gd name="csY28" fmla="*/ 6668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94918" h="130402">
                  <a:moveTo>
                    <a:pt x="88250" y="6668"/>
                  </a:moveTo>
                  <a:lnTo>
                    <a:pt x="88250" y="25942"/>
                  </a:lnTo>
                  <a:cubicBezTo>
                    <a:pt x="82490" y="22992"/>
                    <a:pt x="76505" y="20776"/>
                    <a:pt x="70298" y="19294"/>
                  </a:cubicBezTo>
                  <a:cubicBezTo>
                    <a:pt x="64090" y="17812"/>
                    <a:pt x="57658" y="17071"/>
                    <a:pt x="51004" y="17071"/>
                  </a:cubicBezTo>
                  <a:cubicBezTo>
                    <a:pt x="40875" y="17071"/>
                    <a:pt x="33262" y="18630"/>
                    <a:pt x="28165" y="21746"/>
                  </a:cubicBezTo>
                  <a:cubicBezTo>
                    <a:pt x="23132" y="24850"/>
                    <a:pt x="20616" y="29506"/>
                    <a:pt x="20616" y="35714"/>
                  </a:cubicBezTo>
                  <a:cubicBezTo>
                    <a:pt x="20616" y="40440"/>
                    <a:pt x="22430" y="44170"/>
                    <a:pt x="26057" y="46903"/>
                  </a:cubicBezTo>
                  <a:cubicBezTo>
                    <a:pt x="29672" y="49573"/>
                    <a:pt x="36953" y="52121"/>
                    <a:pt x="47900" y="54548"/>
                  </a:cubicBezTo>
                  <a:lnTo>
                    <a:pt x="54874" y="56119"/>
                  </a:lnTo>
                  <a:cubicBezTo>
                    <a:pt x="69372" y="59223"/>
                    <a:pt x="79648" y="63617"/>
                    <a:pt x="85702" y="69301"/>
                  </a:cubicBezTo>
                  <a:cubicBezTo>
                    <a:pt x="91846" y="74922"/>
                    <a:pt x="94918" y="82796"/>
                    <a:pt x="94918" y="92926"/>
                  </a:cubicBezTo>
                  <a:cubicBezTo>
                    <a:pt x="94918" y="104460"/>
                    <a:pt x="90332" y="113586"/>
                    <a:pt x="81161" y="120305"/>
                  </a:cubicBezTo>
                  <a:cubicBezTo>
                    <a:pt x="72067" y="127036"/>
                    <a:pt x="59536" y="130402"/>
                    <a:pt x="43570" y="130402"/>
                  </a:cubicBezTo>
                  <a:cubicBezTo>
                    <a:pt x="36915" y="130402"/>
                    <a:pt x="29966" y="129738"/>
                    <a:pt x="22724" y="128410"/>
                  </a:cubicBezTo>
                  <a:cubicBezTo>
                    <a:pt x="15558" y="127145"/>
                    <a:pt x="7983" y="125223"/>
                    <a:pt x="0" y="122643"/>
                  </a:cubicBezTo>
                  <a:lnTo>
                    <a:pt x="0" y="101567"/>
                  </a:lnTo>
                  <a:cubicBezTo>
                    <a:pt x="7536" y="105488"/>
                    <a:pt x="14964" y="108445"/>
                    <a:pt x="22283" y="110438"/>
                  </a:cubicBezTo>
                  <a:cubicBezTo>
                    <a:pt x="29602" y="112366"/>
                    <a:pt x="36844" y="113331"/>
                    <a:pt x="44010" y="113331"/>
                  </a:cubicBezTo>
                  <a:cubicBezTo>
                    <a:pt x="53629" y="113331"/>
                    <a:pt x="61024" y="111702"/>
                    <a:pt x="66197" y="108445"/>
                  </a:cubicBezTo>
                  <a:cubicBezTo>
                    <a:pt x="71371" y="105124"/>
                    <a:pt x="73957" y="100468"/>
                    <a:pt x="73957" y="94477"/>
                  </a:cubicBezTo>
                  <a:cubicBezTo>
                    <a:pt x="73957" y="88934"/>
                    <a:pt x="72073" y="84680"/>
                    <a:pt x="68305" y="81717"/>
                  </a:cubicBezTo>
                  <a:cubicBezTo>
                    <a:pt x="64601" y="78766"/>
                    <a:pt x="56432" y="75924"/>
                    <a:pt x="43800" y="73191"/>
                  </a:cubicBezTo>
                  <a:lnTo>
                    <a:pt x="36691" y="71524"/>
                  </a:lnTo>
                  <a:cubicBezTo>
                    <a:pt x="24058" y="68867"/>
                    <a:pt x="14932" y="64799"/>
                    <a:pt x="9312" y="59319"/>
                  </a:cubicBezTo>
                  <a:cubicBezTo>
                    <a:pt x="3691" y="53775"/>
                    <a:pt x="881" y="46201"/>
                    <a:pt x="881" y="36595"/>
                  </a:cubicBezTo>
                  <a:cubicBezTo>
                    <a:pt x="881" y="24921"/>
                    <a:pt x="5020" y="15903"/>
                    <a:pt x="13297" y="9542"/>
                  </a:cubicBezTo>
                  <a:cubicBezTo>
                    <a:pt x="21574" y="3180"/>
                    <a:pt x="33332" y="0"/>
                    <a:pt x="48570" y="0"/>
                  </a:cubicBezTo>
                  <a:cubicBezTo>
                    <a:pt x="56107" y="0"/>
                    <a:pt x="63202" y="555"/>
                    <a:pt x="69857" y="1667"/>
                  </a:cubicBezTo>
                  <a:cubicBezTo>
                    <a:pt x="76499" y="2778"/>
                    <a:pt x="82630" y="4445"/>
                    <a:pt x="88250" y="666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71B33EC8-0AC5-CD10-3B3C-72B5E655ED95}"/>
                </a:ext>
              </a:extLst>
            </p:cNvPr>
            <p:cNvSpPr/>
            <p:nvPr/>
          </p:nvSpPr>
          <p:spPr>
            <a:xfrm>
              <a:off x="2169553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F0FFA27D-8317-9F39-5054-28F609D7969B}"/>
                </a:ext>
              </a:extLst>
            </p:cNvPr>
            <p:cNvSpPr/>
            <p:nvPr/>
          </p:nvSpPr>
          <p:spPr>
            <a:xfrm>
              <a:off x="2169553" y="4067858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29D9AA25-8990-10DB-FE57-6D6F06AE0091}"/>
                </a:ext>
              </a:extLst>
            </p:cNvPr>
            <p:cNvSpPr/>
            <p:nvPr/>
          </p:nvSpPr>
          <p:spPr>
            <a:xfrm>
              <a:off x="2169553" y="3549236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81BA4155-3F7F-AB66-C5DC-DED46837FDAD}"/>
                </a:ext>
              </a:extLst>
            </p:cNvPr>
            <p:cNvSpPr/>
            <p:nvPr/>
          </p:nvSpPr>
          <p:spPr>
            <a:xfrm>
              <a:off x="2169553" y="3030615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F4A71C4-D19C-B06F-F01B-FA2513E02599}"/>
                </a:ext>
              </a:extLst>
            </p:cNvPr>
            <p:cNvSpPr/>
            <p:nvPr/>
          </p:nvSpPr>
          <p:spPr>
            <a:xfrm>
              <a:off x="2169553" y="2511997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85729883-4562-B016-BFD9-2592CCDE3D30}"/>
                </a:ext>
              </a:extLst>
            </p:cNvPr>
            <p:cNvSpPr/>
            <p:nvPr/>
          </p:nvSpPr>
          <p:spPr>
            <a:xfrm>
              <a:off x="2169553" y="1993376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9898A13A-A11A-DA9A-E5A9-B1E179212C2F}"/>
                </a:ext>
              </a:extLst>
            </p:cNvPr>
            <p:cNvSpPr/>
            <p:nvPr/>
          </p:nvSpPr>
          <p:spPr>
            <a:xfrm>
              <a:off x="1841420" y="4069793"/>
              <a:ext cx="127932" cy="16975"/>
            </a:xfrm>
            <a:custGeom>
              <a:avLst/>
              <a:gdLst>
                <a:gd name="csX0" fmla="*/ 0 w 127932"/>
                <a:gd name="csY0" fmla="*/ 0 h 16975"/>
                <a:gd name="csX1" fmla="*/ 127933 w 127932"/>
                <a:gd name="csY1" fmla="*/ 0 h 16975"/>
                <a:gd name="csX2" fmla="*/ 127933 w 127932"/>
                <a:gd name="csY2" fmla="*/ 16976 h 16975"/>
                <a:gd name="csX3" fmla="*/ 0 w 127932"/>
                <a:gd name="csY3" fmla="*/ 16976 h 16975"/>
                <a:gd name="csX4" fmla="*/ 0 w 127932"/>
                <a:gd name="csY4" fmla="*/ 0 h 16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75">
                  <a:moveTo>
                    <a:pt x="0" y="0"/>
                  </a:moveTo>
                  <a:lnTo>
                    <a:pt x="127933" y="0"/>
                  </a:lnTo>
                  <a:lnTo>
                    <a:pt x="127933" y="16976"/>
                  </a:lnTo>
                  <a:lnTo>
                    <a:pt x="0" y="169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F1D51E5-AC68-2EB7-1B53-92231FDFFC82}"/>
                </a:ext>
              </a:extLst>
            </p:cNvPr>
            <p:cNvSpPr/>
            <p:nvPr/>
          </p:nvSpPr>
          <p:spPr>
            <a:xfrm>
              <a:off x="2005975" y="3990663"/>
              <a:ext cx="94602" cy="151689"/>
            </a:xfrm>
            <a:custGeom>
              <a:avLst/>
              <a:gdLst>
                <a:gd name="csX0" fmla="*/ 24251 w 94602"/>
                <a:gd name="csY0" fmla="*/ 134733 h 151689"/>
                <a:gd name="csX1" fmla="*/ 94602 w 94602"/>
                <a:gd name="csY1" fmla="*/ 134733 h 151689"/>
                <a:gd name="csX2" fmla="*/ 94602 w 94602"/>
                <a:gd name="csY2" fmla="*/ 151689 h 151689"/>
                <a:gd name="csX3" fmla="*/ 0 w 94602"/>
                <a:gd name="csY3" fmla="*/ 151689 h 151689"/>
                <a:gd name="csX4" fmla="*/ 0 w 94602"/>
                <a:gd name="csY4" fmla="*/ 134733 h 151689"/>
                <a:gd name="csX5" fmla="*/ 31234 w 94602"/>
                <a:gd name="csY5" fmla="*/ 102889 h 151689"/>
                <a:gd name="csX6" fmla="*/ 56183 w 94602"/>
                <a:gd name="csY6" fmla="*/ 77042 h 151689"/>
                <a:gd name="csX7" fmla="*/ 69654 w 94602"/>
                <a:gd name="csY7" fmla="*/ 58687 h 151689"/>
                <a:gd name="csX8" fmla="*/ 73547 w 94602"/>
                <a:gd name="csY8" fmla="*/ 43819 h 151689"/>
                <a:gd name="csX9" fmla="*/ 65165 w 94602"/>
                <a:gd name="csY9" fmla="*/ 24448 h 151689"/>
                <a:gd name="csX10" fmla="*/ 43510 w 94602"/>
                <a:gd name="csY10" fmla="*/ 16976 h 151689"/>
                <a:gd name="csX11" fmla="*/ 23452 w 94602"/>
                <a:gd name="csY11" fmla="*/ 20271 h 151689"/>
                <a:gd name="csX12" fmla="*/ 998 w 94602"/>
                <a:gd name="csY12" fmla="*/ 30234 h 151689"/>
                <a:gd name="csX13" fmla="*/ 998 w 94602"/>
                <a:gd name="csY13" fmla="*/ 9887 h 151689"/>
                <a:gd name="csX14" fmla="*/ 23751 w 94602"/>
                <a:gd name="csY14" fmla="*/ 2491 h 151689"/>
                <a:gd name="csX15" fmla="*/ 43110 w 94602"/>
                <a:gd name="csY15" fmla="*/ 0 h 151689"/>
                <a:gd name="csX16" fmla="*/ 80033 w 94602"/>
                <a:gd name="csY16" fmla="*/ 11573 h 151689"/>
                <a:gd name="csX17" fmla="*/ 93805 w 94602"/>
                <a:gd name="csY17" fmla="*/ 42516 h 151689"/>
                <a:gd name="csX18" fmla="*/ 90312 w 94602"/>
                <a:gd name="csY18" fmla="*/ 59971 h 151689"/>
                <a:gd name="csX19" fmla="*/ 77837 w 94602"/>
                <a:gd name="csY19" fmla="*/ 79341 h 151689"/>
                <a:gd name="csX20" fmla="*/ 61971 w 94602"/>
                <a:gd name="csY20" fmla="*/ 96106 h 151689"/>
                <a:gd name="csX21" fmla="*/ 24251 w 94602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2" h="151689">
                  <a:moveTo>
                    <a:pt x="24251" y="134733"/>
                  </a:moveTo>
                  <a:lnTo>
                    <a:pt x="94602" y="134733"/>
                  </a:lnTo>
                  <a:lnTo>
                    <a:pt x="94602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1" y="126813"/>
                    <a:pt x="18063" y="116199"/>
                    <a:pt x="31234" y="102889"/>
                  </a:cubicBezTo>
                  <a:cubicBezTo>
                    <a:pt x="44474" y="89515"/>
                    <a:pt x="52790" y="80900"/>
                    <a:pt x="56183" y="77042"/>
                  </a:cubicBezTo>
                  <a:cubicBezTo>
                    <a:pt x="62636" y="69787"/>
                    <a:pt x="67126" y="63669"/>
                    <a:pt x="69654" y="58687"/>
                  </a:cubicBezTo>
                  <a:cubicBezTo>
                    <a:pt x="72250" y="53629"/>
                    <a:pt x="73547" y="48673"/>
                    <a:pt x="73547" y="43819"/>
                  </a:cubicBezTo>
                  <a:cubicBezTo>
                    <a:pt x="73547" y="35899"/>
                    <a:pt x="70753" y="29442"/>
                    <a:pt x="65165" y="24448"/>
                  </a:cubicBezTo>
                  <a:cubicBezTo>
                    <a:pt x="59643" y="19467"/>
                    <a:pt x="52425" y="16976"/>
                    <a:pt x="43510" y="16976"/>
                  </a:cubicBezTo>
                  <a:cubicBezTo>
                    <a:pt x="37190" y="16976"/>
                    <a:pt x="30504" y="18074"/>
                    <a:pt x="23452" y="20271"/>
                  </a:cubicBezTo>
                  <a:cubicBezTo>
                    <a:pt x="16466" y="22456"/>
                    <a:pt x="8982" y="25777"/>
                    <a:pt x="998" y="30234"/>
                  </a:cubicBezTo>
                  <a:lnTo>
                    <a:pt x="998" y="9887"/>
                  </a:lnTo>
                  <a:cubicBezTo>
                    <a:pt x="9114" y="6629"/>
                    <a:pt x="16699" y="4164"/>
                    <a:pt x="23751" y="2491"/>
                  </a:cubicBezTo>
                  <a:cubicBezTo>
                    <a:pt x="30803" y="830"/>
                    <a:pt x="37256" y="0"/>
                    <a:pt x="43110" y="0"/>
                  </a:cubicBezTo>
                  <a:cubicBezTo>
                    <a:pt x="58545" y="0"/>
                    <a:pt x="70853" y="3858"/>
                    <a:pt x="80033" y="11573"/>
                  </a:cubicBezTo>
                  <a:cubicBezTo>
                    <a:pt x="89214" y="19300"/>
                    <a:pt x="93805" y="29615"/>
                    <a:pt x="93805" y="42516"/>
                  </a:cubicBezTo>
                  <a:cubicBezTo>
                    <a:pt x="93805" y="48634"/>
                    <a:pt x="92641" y="54453"/>
                    <a:pt x="90312" y="59971"/>
                  </a:cubicBezTo>
                  <a:cubicBezTo>
                    <a:pt x="88050" y="65438"/>
                    <a:pt x="83892" y="71895"/>
                    <a:pt x="77837" y="79341"/>
                  </a:cubicBezTo>
                  <a:cubicBezTo>
                    <a:pt x="76174" y="81270"/>
                    <a:pt x="70885" y="86858"/>
                    <a:pt x="61971" y="96106"/>
                  </a:cubicBezTo>
                  <a:cubicBezTo>
                    <a:pt x="53056" y="105290"/>
                    <a:pt x="40483" y="118166"/>
                    <a:pt x="24251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23C658F2-1634-7FC3-9F83-888E5E311984}"/>
                </a:ext>
              </a:extLst>
            </p:cNvPr>
            <p:cNvSpPr/>
            <p:nvPr/>
          </p:nvSpPr>
          <p:spPr>
            <a:xfrm>
              <a:off x="1839824" y="3551182"/>
              <a:ext cx="127932" cy="16964"/>
            </a:xfrm>
            <a:custGeom>
              <a:avLst/>
              <a:gdLst>
                <a:gd name="csX0" fmla="*/ 0 w 127932"/>
                <a:gd name="csY0" fmla="*/ 0 h 16964"/>
                <a:gd name="csX1" fmla="*/ 127933 w 127932"/>
                <a:gd name="csY1" fmla="*/ 0 h 16964"/>
                <a:gd name="csX2" fmla="*/ 127933 w 127932"/>
                <a:gd name="csY2" fmla="*/ 16964 h 16964"/>
                <a:gd name="csX3" fmla="*/ 0 w 127932"/>
                <a:gd name="csY3" fmla="*/ 16964 h 16964"/>
                <a:gd name="csX4" fmla="*/ 0 w 127932"/>
                <a:gd name="csY4" fmla="*/ 0 h 16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64">
                  <a:moveTo>
                    <a:pt x="0" y="0"/>
                  </a:moveTo>
                  <a:lnTo>
                    <a:pt x="127933" y="0"/>
                  </a:lnTo>
                  <a:lnTo>
                    <a:pt x="127933" y="16964"/>
                  </a:lnTo>
                  <a:lnTo>
                    <a:pt x="0" y="16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0F773812-C637-748C-A341-14A40FBCAFB1}"/>
                </a:ext>
              </a:extLst>
            </p:cNvPr>
            <p:cNvSpPr/>
            <p:nvPr/>
          </p:nvSpPr>
          <p:spPr>
            <a:xfrm>
              <a:off x="2011863" y="3474742"/>
              <a:ext cx="88714" cy="148989"/>
            </a:xfrm>
            <a:custGeom>
              <a:avLst/>
              <a:gdLst>
                <a:gd name="csX0" fmla="*/ 2895 w 88714"/>
                <a:gd name="csY0" fmla="*/ 132033 h 148989"/>
                <a:gd name="csX1" fmla="*/ 35825 w 88714"/>
                <a:gd name="csY1" fmla="*/ 132033 h 148989"/>
                <a:gd name="csX2" fmla="*/ 35825 w 88714"/>
                <a:gd name="csY2" fmla="*/ 18363 h 148989"/>
                <a:gd name="csX3" fmla="*/ 0 w 88714"/>
                <a:gd name="csY3" fmla="*/ 25548 h 148989"/>
                <a:gd name="csX4" fmla="*/ 0 w 88714"/>
                <a:gd name="csY4" fmla="*/ 7185 h 148989"/>
                <a:gd name="csX5" fmla="*/ 35626 w 88714"/>
                <a:gd name="csY5" fmla="*/ 0 h 148989"/>
                <a:gd name="csX6" fmla="*/ 55784 w 88714"/>
                <a:gd name="csY6" fmla="*/ 0 h 148989"/>
                <a:gd name="csX7" fmla="*/ 55784 w 88714"/>
                <a:gd name="csY7" fmla="*/ 132033 h 148989"/>
                <a:gd name="csX8" fmla="*/ 88714 w 88714"/>
                <a:gd name="csY8" fmla="*/ 132033 h 148989"/>
                <a:gd name="csX9" fmla="*/ 88714 w 88714"/>
                <a:gd name="csY9" fmla="*/ 148989 h 148989"/>
                <a:gd name="csX10" fmla="*/ 2895 w 88714"/>
                <a:gd name="csY10" fmla="*/ 148989 h 148989"/>
                <a:gd name="csX11" fmla="*/ 2895 w 88714"/>
                <a:gd name="csY11" fmla="*/ 132033 h 14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4" h="148989">
                  <a:moveTo>
                    <a:pt x="2895" y="132033"/>
                  </a:moveTo>
                  <a:lnTo>
                    <a:pt x="35825" y="132033"/>
                  </a:lnTo>
                  <a:lnTo>
                    <a:pt x="35825" y="18363"/>
                  </a:lnTo>
                  <a:lnTo>
                    <a:pt x="0" y="25548"/>
                  </a:lnTo>
                  <a:lnTo>
                    <a:pt x="0" y="7185"/>
                  </a:lnTo>
                  <a:lnTo>
                    <a:pt x="35626" y="0"/>
                  </a:lnTo>
                  <a:lnTo>
                    <a:pt x="55784" y="0"/>
                  </a:lnTo>
                  <a:lnTo>
                    <a:pt x="55784" y="132033"/>
                  </a:lnTo>
                  <a:lnTo>
                    <a:pt x="88714" y="132033"/>
                  </a:lnTo>
                  <a:lnTo>
                    <a:pt x="88714" y="148989"/>
                  </a:lnTo>
                  <a:lnTo>
                    <a:pt x="2895" y="148989"/>
                  </a:lnTo>
                  <a:lnTo>
                    <a:pt x="2895" y="13203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0565C8E9-FB19-4134-301D-916D9285A526}"/>
                </a:ext>
              </a:extLst>
            </p:cNvPr>
            <p:cNvSpPr/>
            <p:nvPr/>
          </p:nvSpPr>
          <p:spPr>
            <a:xfrm>
              <a:off x="1997593" y="2953428"/>
              <a:ext cx="102984" cy="154576"/>
            </a:xfrm>
            <a:custGeom>
              <a:avLst/>
              <a:gdLst>
                <a:gd name="csX0" fmla="*/ 51492 w 102984"/>
                <a:gd name="csY0" fmla="*/ 15966 h 154576"/>
                <a:gd name="csX1" fmla="*/ 28042 w 102984"/>
                <a:gd name="csY1" fmla="*/ 31334 h 154576"/>
                <a:gd name="csX2" fmla="*/ 20258 w 102984"/>
                <a:gd name="csY2" fmla="*/ 77339 h 154576"/>
                <a:gd name="csX3" fmla="*/ 28042 w 102984"/>
                <a:gd name="csY3" fmla="*/ 123342 h 154576"/>
                <a:gd name="csX4" fmla="*/ 51492 w 102984"/>
                <a:gd name="csY4" fmla="*/ 138610 h 154576"/>
                <a:gd name="csX5" fmla="*/ 74944 w 102984"/>
                <a:gd name="csY5" fmla="*/ 123342 h 154576"/>
                <a:gd name="csX6" fmla="*/ 82826 w 102984"/>
                <a:gd name="csY6" fmla="*/ 77339 h 154576"/>
                <a:gd name="csX7" fmla="*/ 74944 w 102984"/>
                <a:gd name="csY7" fmla="*/ 31334 h 154576"/>
                <a:gd name="csX8" fmla="*/ 51492 w 102984"/>
                <a:gd name="csY8" fmla="*/ 15966 h 154576"/>
                <a:gd name="csX9" fmla="*/ 51492 w 102984"/>
                <a:gd name="csY9" fmla="*/ 0 h 154576"/>
                <a:gd name="csX10" fmla="*/ 89712 w 102984"/>
                <a:gd name="csY10" fmla="*/ 19859 h 154576"/>
                <a:gd name="csX11" fmla="*/ 102985 w 102984"/>
                <a:gd name="csY11" fmla="*/ 77339 h 154576"/>
                <a:gd name="csX12" fmla="*/ 89712 w 102984"/>
                <a:gd name="csY12" fmla="*/ 134817 h 154576"/>
                <a:gd name="csX13" fmla="*/ 51492 w 102984"/>
                <a:gd name="csY13" fmla="*/ 154576 h 154576"/>
                <a:gd name="csX14" fmla="*/ 13172 w 102984"/>
                <a:gd name="csY14" fmla="*/ 134817 h 154576"/>
                <a:gd name="csX15" fmla="*/ 0 w 102984"/>
                <a:gd name="csY15" fmla="*/ 77339 h 154576"/>
                <a:gd name="csX16" fmla="*/ 13172 w 102984"/>
                <a:gd name="csY16" fmla="*/ 19859 h 154576"/>
                <a:gd name="csX17" fmla="*/ 51492 w 102984"/>
                <a:gd name="csY17" fmla="*/ 0 h 1545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2984" h="154576">
                  <a:moveTo>
                    <a:pt x="51492" y="15966"/>
                  </a:moveTo>
                  <a:cubicBezTo>
                    <a:pt x="41114" y="15966"/>
                    <a:pt x="33297" y="21089"/>
                    <a:pt x="28042" y="31334"/>
                  </a:cubicBezTo>
                  <a:cubicBezTo>
                    <a:pt x="22853" y="41513"/>
                    <a:pt x="20258" y="56848"/>
                    <a:pt x="20258" y="77339"/>
                  </a:cubicBezTo>
                  <a:cubicBezTo>
                    <a:pt x="20258" y="97762"/>
                    <a:pt x="22853" y="113096"/>
                    <a:pt x="28042" y="123342"/>
                  </a:cubicBezTo>
                  <a:cubicBezTo>
                    <a:pt x="33297" y="133521"/>
                    <a:pt x="41114" y="138610"/>
                    <a:pt x="51492" y="138610"/>
                  </a:cubicBezTo>
                  <a:cubicBezTo>
                    <a:pt x="61937" y="138610"/>
                    <a:pt x="69754" y="133521"/>
                    <a:pt x="74944" y="123342"/>
                  </a:cubicBezTo>
                  <a:cubicBezTo>
                    <a:pt x="80199" y="113096"/>
                    <a:pt x="82826" y="97762"/>
                    <a:pt x="82826" y="77339"/>
                  </a:cubicBezTo>
                  <a:cubicBezTo>
                    <a:pt x="82826" y="56848"/>
                    <a:pt x="80199" y="41513"/>
                    <a:pt x="74944" y="31334"/>
                  </a:cubicBezTo>
                  <a:cubicBezTo>
                    <a:pt x="69754" y="21089"/>
                    <a:pt x="61937" y="15966"/>
                    <a:pt x="51492" y="15966"/>
                  </a:cubicBezTo>
                  <a:moveTo>
                    <a:pt x="51492" y="0"/>
                  </a:moveTo>
                  <a:cubicBezTo>
                    <a:pt x="68191" y="0"/>
                    <a:pt x="80931" y="6620"/>
                    <a:pt x="89712" y="19859"/>
                  </a:cubicBezTo>
                  <a:cubicBezTo>
                    <a:pt x="98561" y="33031"/>
                    <a:pt x="102985" y="52191"/>
                    <a:pt x="102985" y="77339"/>
                  </a:cubicBezTo>
                  <a:cubicBezTo>
                    <a:pt x="102985" y="102419"/>
                    <a:pt x="98561" y="121579"/>
                    <a:pt x="89712" y="134817"/>
                  </a:cubicBezTo>
                  <a:cubicBezTo>
                    <a:pt x="80931" y="147990"/>
                    <a:pt x="68191" y="154576"/>
                    <a:pt x="51492" y="154576"/>
                  </a:cubicBezTo>
                  <a:cubicBezTo>
                    <a:pt x="34794" y="154576"/>
                    <a:pt x="22020" y="147990"/>
                    <a:pt x="13172" y="134817"/>
                  </a:cubicBezTo>
                  <a:cubicBezTo>
                    <a:pt x="4391" y="121579"/>
                    <a:pt x="0" y="102419"/>
                    <a:pt x="0" y="77339"/>
                  </a:cubicBezTo>
                  <a:cubicBezTo>
                    <a:pt x="0" y="52191"/>
                    <a:pt x="4391" y="33031"/>
                    <a:pt x="13172" y="19859"/>
                  </a:cubicBezTo>
                  <a:cubicBezTo>
                    <a:pt x="22020" y="6620"/>
                    <a:pt x="34794" y="0"/>
                    <a:pt x="51492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981E018B-715E-CC43-89B3-6740190B75CA}"/>
                </a:ext>
              </a:extLst>
            </p:cNvPr>
            <p:cNvSpPr/>
            <p:nvPr/>
          </p:nvSpPr>
          <p:spPr>
            <a:xfrm>
              <a:off x="2011863" y="2437503"/>
              <a:ext cx="88714" cy="148987"/>
            </a:xfrm>
            <a:custGeom>
              <a:avLst/>
              <a:gdLst>
                <a:gd name="csX0" fmla="*/ 2895 w 88714"/>
                <a:gd name="csY0" fmla="*/ 132021 h 148987"/>
                <a:gd name="csX1" fmla="*/ 35825 w 88714"/>
                <a:gd name="csY1" fmla="*/ 132021 h 148987"/>
                <a:gd name="csX2" fmla="*/ 35825 w 88714"/>
                <a:gd name="csY2" fmla="*/ 18361 h 148987"/>
                <a:gd name="csX3" fmla="*/ 0 w 88714"/>
                <a:gd name="csY3" fmla="*/ 25546 h 148987"/>
                <a:gd name="csX4" fmla="*/ 0 w 88714"/>
                <a:gd name="csY4" fmla="*/ 7185 h 148987"/>
                <a:gd name="csX5" fmla="*/ 35626 w 88714"/>
                <a:gd name="csY5" fmla="*/ 0 h 148987"/>
                <a:gd name="csX6" fmla="*/ 55784 w 88714"/>
                <a:gd name="csY6" fmla="*/ 0 h 148987"/>
                <a:gd name="csX7" fmla="*/ 55784 w 88714"/>
                <a:gd name="csY7" fmla="*/ 132021 h 148987"/>
                <a:gd name="csX8" fmla="*/ 88714 w 88714"/>
                <a:gd name="csY8" fmla="*/ 132021 h 148987"/>
                <a:gd name="csX9" fmla="*/ 88714 w 88714"/>
                <a:gd name="csY9" fmla="*/ 148988 h 148987"/>
                <a:gd name="csX10" fmla="*/ 2895 w 88714"/>
                <a:gd name="csY10" fmla="*/ 148988 h 148987"/>
                <a:gd name="csX11" fmla="*/ 2895 w 88714"/>
                <a:gd name="csY11" fmla="*/ 13202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4" h="148987">
                  <a:moveTo>
                    <a:pt x="2895" y="132021"/>
                  </a:moveTo>
                  <a:lnTo>
                    <a:pt x="35825" y="132021"/>
                  </a:lnTo>
                  <a:lnTo>
                    <a:pt x="35825" y="18361"/>
                  </a:lnTo>
                  <a:lnTo>
                    <a:pt x="0" y="25546"/>
                  </a:lnTo>
                  <a:lnTo>
                    <a:pt x="0" y="7185"/>
                  </a:lnTo>
                  <a:lnTo>
                    <a:pt x="35626" y="0"/>
                  </a:lnTo>
                  <a:lnTo>
                    <a:pt x="55784" y="0"/>
                  </a:lnTo>
                  <a:lnTo>
                    <a:pt x="55784" y="132021"/>
                  </a:lnTo>
                  <a:lnTo>
                    <a:pt x="88714" y="132021"/>
                  </a:lnTo>
                  <a:lnTo>
                    <a:pt x="88714" y="148988"/>
                  </a:lnTo>
                  <a:lnTo>
                    <a:pt x="2895" y="148988"/>
                  </a:lnTo>
                  <a:lnTo>
                    <a:pt x="2895" y="13202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14EAB590-CEAB-2581-37E9-848A00B637D0}"/>
                </a:ext>
              </a:extLst>
            </p:cNvPr>
            <p:cNvSpPr/>
            <p:nvPr/>
          </p:nvSpPr>
          <p:spPr>
            <a:xfrm>
              <a:off x="2005975" y="1916187"/>
              <a:ext cx="94602" cy="151683"/>
            </a:xfrm>
            <a:custGeom>
              <a:avLst/>
              <a:gdLst>
                <a:gd name="csX0" fmla="*/ 24251 w 94602"/>
                <a:gd name="csY0" fmla="*/ 134719 h 151683"/>
                <a:gd name="csX1" fmla="*/ 94602 w 94602"/>
                <a:gd name="csY1" fmla="*/ 134719 h 151683"/>
                <a:gd name="csX2" fmla="*/ 94602 w 94602"/>
                <a:gd name="csY2" fmla="*/ 151683 h 151683"/>
                <a:gd name="csX3" fmla="*/ 0 w 94602"/>
                <a:gd name="csY3" fmla="*/ 151683 h 151683"/>
                <a:gd name="csX4" fmla="*/ 0 w 94602"/>
                <a:gd name="csY4" fmla="*/ 134719 h 151683"/>
                <a:gd name="csX5" fmla="*/ 31234 w 94602"/>
                <a:gd name="csY5" fmla="*/ 102885 h 151683"/>
                <a:gd name="csX6" fmla="*/ 56183 w 94602"/>
                <a:gd name="csY6" fmla="*/ 77040 h 151683"/>
                <a:gd name="csX7" fmla="*/ 69654 w 94602"/>
                <a:gd name="csY7" fmla="*/ 58677 h 151683"/>
                <a:gd name="csX8" fmla="*/ 73547 w 94602"/>
                <a:gd name="csY8" fmla="*/ 43809 h 151683"/>
                <a:gd name="csX9" fmla="*/ 65165 w 94602"/>
                <a:gd name="csY9" fmla="*/ 24450 h 151683"/>
                <a:gd name="csX10" fmla="*/ 43510 w 94602"/>
                <a:gd name="csY10" fmla="*/ 16966 h 151683"/>
                <a:gd name="csX11" fmla="*/ 23452 w 94602"/>
                <a:gd name="csY11" fmla="*/ 20258 h 151683"/>
                <a:gd name="csX12" fmla="*/ 998 w 94602"/>
                <a:gd name="csY12" fmla="*/ 30238 h 151683"/>
                <a:gd name="csX13" fmla="*/ 998 w 94602"/>
                <a:gd name="csY13" fmla="*/ 9881 h 151683"/>
                <a:gd name="csX14" fmla="*/ 23751 w 94602"/>
                <a:gd name="csY14" fmla="*/ 2497 h 151683"/>
                <a:gd name="csX15" fmla="*/ 43110 w 94602"/>
                <a:gd name="csY15" fmla="*/ 0 h 151683"/>
                <a:gd name="csX16" fmla="*/ 80033 w 94602"/>
                <a:gd name="csY16" fmla="*/ 11576 h 151683"/>
                <a:gd name="csX17" fmla="*/ 93805 w 94602"/>
                <a:gd name="csY17" fmla="*/ 42512 h 151683"/>
                <a:gd name="csX18" fmla="*/ 90312 w 94602"/>
                <a:gd name="csY18" fmla="*/ 59974 h 151683"/>
                <a:gd name="csX19" fmla="*/ 77837 w 94602"/>
                <a:gd name="csY19" fmla="*/ 79334 h 151683"/>
                <a:gd name="csX20" fmla="*/ 61971 w 94602"/>
                <a:gd name="csY20" fmla="*/ 96098 h 151683"/>
                <a:gd name="csX21" fmla="*/ 24251 w 94602"/>
                <a:gd name="csY21" fmla="*/ 134719 h 151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2" h="151683">
                  <a:moveTo>
                    <a:pt x="24251" y="134719"/>
                  </a:moveTo>
                  <a:lnTo>
                    <a:pt x="94602" y="134719"/>
                  </a:lnTo>
                  <a:lnTo>
                    <a:pt x="94602" y="151683"/>
                  </a:lnTo>
                  <a:lnTo>
                    <a:pt x="0" y="151683"/>
                  </a:lnTo>
                  <a:lnTo>
                    <a:pt x="0" y="134719"/>
                  </a:lnTo>
                  <a:cubicBezTo>
                    <a:pt x="7651" y="126802"/>
                    <a:pt x="18063" y="116191"/>
                    <a:pt x="31234" y="102885"/>
                  </a:cubicBezTo>
                  <a:cubicBezTo>
                    <a:pt x="44474" y="89513"/>
                    <a:pt x="52790" y="80898"/>
                    <a:pt x="56183" y="77040"/>
                  </a:cubicBezTo>
                  <a:cubicBezTo>
                    <a:pt x="62636" y="69789"/>
                    <a:pt x="67126" y="63668"/>
                    <a:pt x="69654" y="58677"/>
                  </a:cubicBezTo>
                  <a:cubicBezTo>
                    <a:pt x="72250" y="53622"/>
                    <a:pt x="73547" y="48666"/>
                    <a:pt x="73547" y="43809"/>
                  </a:cubicBezTo>
                  <a:cubicBezTo>
                    <a:pt x="73547" y="35892"/>
                    <a:pt x="70753" y="29439"/>
                    <a:pt x="65165" y="24450"/>
                  </a:cubicBezTo>
                  <a:cubicBezTo>
                    <a:pt x="59643" y="19461"/>
                    <a:pt x="52425" y="16966"/>
                    <a:pt x="43510" y="16966"/>
                  </a:cubicBezTo>
                  <a:cubicBezTo>
                    <a:pt x="37190" y="16966"/>
                    <a:pt x="30504" y="18063"/>
                    <a:pt x="23452" y="20258"/>
                  </a:cubicBezTo>
                  <a:cubicBezTo>
                    <a:pt x="16466" y="22454"/>
                    <a:pt x="8982" y="25780"/>
                    <a:pt x="998" y="30238"/>
                  </a:cubicBezTo>
                  <a:lnTo>
                    <a:pt x="998" y="9881"/>
                  </a:lnTo>
                  <a:cubicBezTo>
                    <a:pt x="9114" y="6621"/>
                    <a:pt x="16699" y="4160"/>
                    <a:pt x="23751" y="2497"/>
                  </a:cubicBezTo>
                  <a:cubicBezTo>
                    <a:pt x="30803" y="832"/>
                    <a:pt x="37256" y="0"/>
                    <a:pt x="43110" y="0"/>
                  </a:cubicBezTo>
                  <a:cubicBezTo>
                    <a:pt x="58545" y="0"/>
                    <a:pt x="70853" y="3859"/>
                    <a:pt x="80033" y="11576"/>
                  </a:cubicBezTo>
                  <a:cubicBezTo>
                    <a:pt x="89214" y="19294"/>
                    <a:pt x="93805" y="29606"/>
                    <a:pt x="93805" y="42512"/>
                  </a:cubicBezTo>
                  <a:cubicBezTo>
                    <a:pt x="93805" y="48632"/>
                    <a:pt x="92641" y="54452"/>
                    <a:pt x="90312" y="59974"/>
                  </a:cubicBezTo>
                  <a:cubicBezTo>
                    <a:pt x="88050" y="65430"/>
                    <a:pt x="83892" y="71883"/>
                    <a:pt x="77837" y="79334"/>
                  </a:cubicBezTo>
                  <a:cubicBezTo>
                    <a:pt x="76174" y="81264"/>
                    <a:pt x="70885" y="86852"/>
                    <a:pt x="61971" y="96098"/>
                  </a:cubicBezTo>
                  <a:cubicBezTo>
                    <a:pt x="53056" y="105280"/>
                    <a:pt x="40483" y="118153"/>
                    <a:pt x="24251" y="134719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CCB07113-63F3-FC3C-2379-BEE3B1515139}"/>
                </a:ext>
              </a:extLst>
            </p:cNvPr>
            <p:cNvSpPr/>
            <p:nvPr/>
          </p:nvSpPr>
          <p:spPr>
            <a:xfrm>
              <a:off x="1555645" y="3772738"/>
              <a:ext cx="165541" cy="106663"/>
            </a:xfrm>
            <a:custGeom>
              <a:avLst/>
              <a:gdLst>
                <a:gd name="csX0" fmla="*/ 0 w 165541"/>
                <a:gd name="csY0" fmla="*/ 106663 h 106663"/>
                <a:gd name="csX1" fmla="*/ 0 w 165541"/>
                <a:gd name="csY1" fmla="*/ 1993 h 106663"/>
                <a:gd name="csX2" fmla="*/ 18849 w 165541"/>
                <a:gd name="csY2" fmla="*/ 1993 h 106663"/>
                <a:gd name="csX3" fmla="*/ 18849 w 165541"/>
                <a:gd name="csY3" fmla="*/ 84265 h 106663"/>
                <a:gd name="csX4" fmla="*/ 67858 w 165541"/>
                <a:gd name="csY4" fmla="*/ 84265 h 106663"/>
                <a:gd name="csX5" fmla="*/ 67858 w 165541"/>
                <a:gd name="csY5" fmla="*/ 5422 h 106663"/>
                <a:gd name="csX6" fmla="*/ 86707 w 165541"/>
                <a:gd name="csY6" fmla="*/ 5422 h 106663"/>
                <a:gd name="csX7" fmla="*/ 86707 w 165541"/>
                <a:gd name="csY7" fmla="*/ 84265 h 106663"/>
                <a:gd name="csX8" fmla="*/ 146692 w 165541"/>
                <a:gd name="csY8" fmla="*/ 84265 h 106663"/>
                <a:gd name="csX9" fmla="*/ 146692 w 165541"/>
                <a:gd name="csY9" fmla="*/ 0 h 106663"/>
                <a:gd name="csX10" fmla="*/ 165542 w 165541"/>
                <a:gd name="csY10" fmla="*/ 0 h 106663"/>
                <a:gd name="csX11" fmla="*/ 165542 w 165541"/>
                <a:gd name="csY11" fmla="*/ 106663 h 106663"/>
                <a:gd name="csX12" fmla="*/ 0 w 165541"/>
                <a:gd name="csY12" fmla="*/ 106663 h 106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65541" h="106663">
                  <a:moveTo>
                    <a:pt x="0" y="106663"/>
                  </a:moveTo>
                  <a:lnTo>
                    <a:pt x="0" y="1993"/>
                  </a:lnTo>
                  <a:lnTo>
                    <a:pt x="18849" y="1993"/>
                  </a:lnTo>
                  <a:lnTo>
                    <a:pt x="18849" y="84265"/>
                  </a:lnTo>
                  <a:lnTo>
                    <a:pt x="67858" y="84265"/>
                  </a:lnTo>
                  <a:lnTo>
                    <a:pt x="67858" y="5422"/>
                  </a:lnTo>
                  <a:lnTo>
                    <a:pt x="86707" y="5422"/>
                  </a:lnTo>
                  <a:lnTo>
                    <a:pt x="86707" y="84265"/>
                  </a:lnTo>
                  <a:lnTo>
                    <a:pt x="146692" y="84265"/>
                  </a:lnTo>
                  <a:lnTo>
                    <a:pt x="146692" y="0"/>
                  </a:lnTo>
                  <a:lnTo>
                    <a:pt x="165542" y="0"/>
                  </a:lnTo>
                  <a:lnTo>
                    <a:pt x="165542" y="106663"/>
                  </a:lnTo>
                  <a:lnTo>
                    <a:pt x="0" y="10666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CC9DF9D-3916-2BCD-0B42-284CD7A0F751}"/>
                </a:ext>
              </a:extLst>
            </p:cNvPr>
            <p:cNvSpPr/>
            <p:nvPr/>
          </p:nvSpPr>
          <p:spPr>
            <a:xfrm>
              <a:off x="1594009" y="3650996"/>
              <a:ext cx="130393" cy="94898"/>
            </a:xfrm>
            <a:custGeom>
              <a:avLst/>
              <a:gdLst>
                <a:gd name="csX0" fmla="*/ 6653 w 130393"/>
                <a:gd name="csY0" fmla="*/ 6648 h 94898"/>
                <a:gd name="csX1" fmla="*/ 25946 w 130393"/>
                <a:gd name="csY1" fmla="*/ 6648 h 94898"/>
                <a:gd name="csX2" fmla="*/ 19293 w 130393"/>
                <a:gd name="csY2" fmla="*/ 24601 h 94898"/>
                <a:gd name="csX3" fmla="*/ 17075 w 130393"/>
                <a:gd name="csY3" fmla="*/ 43895 h 94898"/>
                <a:gd name="csX4" fmla="*/ 21732 w 130393"/>
                <a:gd name="csY4" fmla="*/ 66734 h 94898"/>
                <a:gd name="csX5" fmla="*/ 35703 w 130393"/>
                <a:gd name="csY5" fmla="*/ 74283 h 94898"/>
                <a:gd name="csX6" fmla="*/ 46902 w 130393"/>
                <a:gd name="csY6" fmla="*/ 68841 h 94898"/>
                <a:gd name="csX7" fmla="*/ 54552 w 130393"/>
                <a:gd name="csY7" fmla="*/ 46999 h 94898"/>
                <a:gd name="csX8" fmla="*/ 56104 w 130393"/>
                <a:gd name="csY8" fmla="*/ 40025 h 94898"/>
                <a:gd name="csX9" fmla="*/ 69299 w 130393"/>
                <a:gd name="csY9" fmla="*/ 9197 h 94898"/>
                <a:gd name="csX10" fmla="*/ 92916 w 130393"/>
                <a:gd name="csY10" fmla="*/ 0 h 94898"/>
                <a:gd name="csX11" fmla="*/ 120303 w 130393"/>
                <a:gd name="csY11" fmla="*/ 13738 h 94898"/>
                <a:gd name="csX12" fmla="*/ 130393 w 130393"/>
                <a:gd name="csY12" fmla="*/ 51329 h 94898"/>
                <a:gd name="csX13" fmla="*/ 128397 w 130393"/>
                <a:gd name="csY13" fmla="*/ 72175 h 94898"/>
                <a:gd name="csX14" fmla="*/ 122632 w 130393"/>
                <a:gd name="csY14" fmla="*/ 94899 h 94898"/>
                <a:gd name="csX15" fmla="*/ 101565 w 130393"/>
                <a:gd name="csY15" fmla="*/ 94899 h 94898"/>
                <a:gd name="csX16" fmla="*/ 110435 w 130393"/>
                <a:gd name="csY16" fmla="*/ 72616 h 94898"/>
                <a:gd name="csX17" fmla="*/ 113318 w 130393"/>
                <a:gd name="csY17" fmla="*/ 50889 h 94898"/>
                <a:gd name="csX18" fmla="*/ 108439 w 130393"/>
                <a:gd name="csY18" fmla="*/ 28702 h 94898"/>
                <a:gd name="csX19" fmla="*/ 94469 w 130393"/>
                <a:gd name="csY19" fmla="*/ 20942 h 94898"/>
                <a:gd name="csX20" fmla="*/ 81717 w 130393"/>
                <a:gd name="csY20" fmla="*/ 26594 h 94898"/>
                <a:gd name="csX21" fmla="*/ 73180 w 130393"/>
                <a:gd name="csY21" fmla="*/ 51099 h 94898"/>
                <a:gd name="csX22" fmla="*/ 71517 w 130393"/>
                <a:gd name="csY22" fmla="*/ 58208 h 94898"/>
                <a:gd name="csX23" fmla="*/ 59320 w 130393"/>
                <a:gd name="csY23" fmla="*/ 85587 h 94898"/>
                <a:gd name="csX24" fmla="*/ 36590 w 130393"/>
                <a:gd name="csY24" fmla="*/ 94018 h 94898"/>
                <a:gd name="csX25" fmla="*/ 9536 w 130393"/>
                <a:gd name="csY25" fmla="*/ 81602 h 94898"/>
                <a:gd name="csX26" fmla="*/ 0 w 130393"/>
                <a:gd name="csY26" fmla="*/ 46329 h 94898"/>
                <a:gd name="csX27" fmla="*/ 1663 w 130393"/>
                <a:gd name="csY27" fmla="*/ 25042 h 94898"/>
                <a:gd name="csX28" fmla="*/ 6653 w 130393"/>
                <a:gd name="csY28" fmla="*/ 6648 h 948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898">
                  <a:moveTo>
                    <a:pt x="6653" y="6648"/>
                  </a:moveTo>
                  <a:lnTo>
                    <a:pt x="25946" y="6648"/>
                  </a:lnTo>
                  <a:cubicBezTo>
                    <a:pt x="22989" y="12409"/>
                    <a:pt x="20771" y="18393"/>
                    <a:pt x="19293" y="24601"/>
                  </a:cubicBezTo>
                  <a:cubicBezTo>
                    <a:pt x="17815" y="30809"/>
                    <a:pt x="17075" y="37240"/>
                    <a:pt x="17075" y="43895"/>
                  </a:cubicBezTo>
                  <a:cubicBezTo>
                    <a:pt x="17075" y="54025"/>
                    <a:pt x="18628" y="61637"/>
                    <a:pt x="21732" y="66734"/>
                  </a:cubicBezTo>
                  <a:cubicBezTo>
                    <a:pt x="24837" y="71767"/>
                    <a:pt x="29494" y="74283"/>
                    <a:pt x="35703" y="74283"/>
                  </a:cubicBezTo>
                  <a:cubicBezTo>
                    <a:pt x="40434" y="74283"/>
                    <a:pt x="44167" y="72469"/>
                    <a:pt x="46902" y="68841"/>
                  </a:cubicBezTo>
                  <a:cubicBezTo>
                    <a:pt x="49563" y="65227"/>
                    <a:pt x="52113" y="57946"/>
                    <a:pt x="54552" y="46999"/>
                  </a:cubicBezTo>
                  <a:lnTo>
                    <a:pt x="56104" y="40025"/>
                  </a:lnTo>
                  <a:cubicBezTo>
                    <a:pt x="59209" y="25527"/>
                    <a:pt x="63607" y="15251"/>
                    <a:pt x="69299" y="9197"/>
                  </a:cubicBezTo>
                  <a:cubicBezTo>
                    <a:pt x="74917" y="3066"/>
                    <a:pt x="82789" y="0"/>
                    <a:pt x="92916" y="0"/>
                  </a:cubicBezTo>
                  <a:cubicBezTo>
                    <a:pt x="104448" y="0"/>
                    <a:pt x="113577" y="4579"/>
                    <a:pt x="120303" y="13738"/>
                  </a:cubicBezTo>
                  <a:cubicBezTo>
                    <a:pt x="127030" y="22832"/>
                    <a:pt x="130393" y="35363"/>
                    <a:pt x="130393" y="51329"/>
                  </a:cubicBezTo>
                  <a:cubicBezTo>
                    <a:pt x="130393" y="57984"/>
                    <a:pt x="129728" y="64933"/>
                    <a:pt x="128397" y="72175"/>
                  </a:cubicBezTo>
                  <a:cubicBezTo>
                    <a:pt x="127141" y="79341"/>
                    <a:pt x="125219" y="86916"/>
                    <a:pt x="122632" y="94899"/>
                  </a:cubicBezTo>
                  <a:lnTo>
                    <a:pt x="101565" y="94899"/>
                  </a:lnTo>
                  <a:cubicBezTo>
                    <a:pt x="105482" y="87363"/>
                    <a:pt x="108439" y="79935"/>
                    <a:pt x="110435" y="72616"/>
                  </a:cubicBezTo>
                  <a:cubicBezTo>
                    <a:pt x="112357" y="65297"/>
                    <a:pt x="113318" y="58054"/>
                    <a:pt x="113318" y="50889"/>
                  </a:cubicBezTo>
                  <a:cubicBezTo>
                    <a:pt x="113318" y="41270"/>
                    <a:pt x="111692" y="33875"/>
                    <a:pt x="108439" y="28702"/>
                  </a:cubicBezTo>
                  <a:cubicBezTo>
                    <a:pt x="105113" y="23528"/>
                    <a:pt x="100456" y="20942"/>
                    <a:pt x="94469" y="20942"/>
                  </a:cubicBezTo>
                  <a:cubicBezTo>
                    <a:pt x="88925" y="20942"/>
                    <a:pt x="84674" y="22826"/>
                    <a:pt x="81717" y="26594"/>
                  </a:cubicBezTo>
                  <a:cubicBezTo>
                    <a:pt x="78761" y="30298"/>
                    <a:pt x="75915" y="38467"/>
                    <a:pt x="73180" y="51099"/>
                  </a:cubicBezTo>
                  <a:lnTo>
                    <a:pt x="71517" y="58208"/>
                  </a:lnTo>
                  <a:cubicBezTo>
                    <a:pt x="68856" y="70840"/>
                    <a:pt x="64790" y="79967"/>
                    <a:pt x="59320" y="85587"/>
                  </a:cubicBezTo>
                  <a:cubicBezTo>
                    <a:pt x="53776" y="91207"/>
                    <a:pt x="46199" y="94018"/>
                    <a:pt x="36590" y="94018"/>
                  </a:cubicBezTo>
                  <a:cubicBezTo>
                    <a:pt x="24911" y="94018"/>
                    <a:pt x="15893" y="89879"/>
                    <a:pt x="9536" y="81602"/>
                  </a:cubicBezTo>
                  <a:cubicBezTo>
                    <a:pt x="3178" y="73325"/>
                    <a:pt x="0" y="61567"/>
                    <a:pt x="0" y="46329"/>
                  </a:cubicBezTo>
                  <a:cubicBezTo>
                    <a:pt x="0" y="38792"/>
                    <a:pt x="554" y="31697"/>
                    <a:pt x="1663" y="25042"/>
                  </a:cubicBezTo>
                  <a:cubicBezTo>
                    <a:pt x="2772" y="18400"/>
                    <a:pt x="4435" y="12269"/>
                    <a:pt x="6653" y="664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F943F7EE-833D-981B-4323-917666A5908C}"/>
                </a:ext>
              </a:extLst>
            </p:cNvPr>
            <p:cNvSpPr/>
            <p:nvPr/>
          </p:nvSpPr>
          <p:spPr>
            <a:xfrm>
              <a:off x="1561743" y="3556296"/>
              <a:ext cx="159443" cy="77513"/>
            </a:xfrm>
            <a:custGeom>
              <a:avLst/>
              <a:gdLst>
                <a:gd name="csX0" fmla="*/ 0 w 159443"/>
                <a:gd name="csY0" fmla="*/ 42029 h 77513"/>
                <a:gd name="csX1" fmla="*/ 35259 w 159443"/>
                <a:gd name="csY1" fmla="*/ 42029 h 77513"/>
                <a:gd name="csX2" fmla="*/ 35259 w 159443"/>
                <a:gd name="csY2" fmla="*/ 0 h 77513"/>
                <a:gd name="csX3" fmla="*/ 51115 w 159443"/>
                <a:gd name="csY3" fmla="*/ 0 h 77513"/>
                <a:gd name="csX4" fmla="*/ 51115 w 159443"/>
                <a:gd name="csY4" fmla="*/ 42029 h 77513"/>
                <a:gd name="csX5" fmla="*/ 118529 w 159443"/>
                <a:gd name="csY5" fmla="*/ 42029 h 77513"/>
                <a:gd name="csX6" fmla="*/ 138044 w 159443"/>
                <a:gd name="csY6" fmla="*/ 37929 h 77513"/>
                <a:gd name="csX7" fmla="*/ 142368 w 159443"/>
                <a:gd name="csY7" fmla="*/ 20957 h 77513"/>
                <a:gd name="csX8" fmla="*/ 142368 w 159443"/>
                <a:gd name="csY8" fmla="*/ 0 h 77513"/>
                <a:gd name="csX9" fmla="*/ 159443 w 159443"/>
                <a:gd name="csY9" fmla="*/ 0 h 77513"/>
                <a:gd name="csX10" fmla="*/ 159443 w 159443"/>
                <a:gd name="csY10" fmla="*/ 20957 h 77513"/>
                <a:gd name="csX11" fmla="*/ 150684 w 159443"/>
                <a:gd name="csY11" fmla="*/ 53563 h 77513"/>
                <a:gd name="csX12" fmla="*/ 118529 w 159443"/>
                <a:gd name="csY12" fmla="*/ 62530 h 77513"/>
                <a:gd name="csX13" fmla="*/ 51115 w 159443"/>
                <a:gd name="csY13" fmla="*/ 62530 h 77513"/>
                <a:gd name="csX14" fmla="*/ 51115 w 159443"/>
                <a:gd name="csY14" fmla="*/ 77513 h 77513"/>
                <a:gd name="csX15" fmla="*/ 35259 w 159443"/>
                <a:gd name="csY15" fmla="*/ 77513 h 77513"/>
                <a:gd name="csX16" fmla="*/ 35259 w 159443"/>
                <a:gd name="csY16" fmla="*/ 62530 h 77513"/>
                <a:gd name="csX17" fmla="*/ 0 w 159443"/>
                <a:gd name="csY17" fmla="*/ 62530 h 77513"/>
                <a:gd name="csX18" fmla="*/ 0 w 159443"/>
                <a:gd name="csY18" fmla="*/ 42029 h 7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59443" h="77513">
                  <a:moveTo>
                    <a:pt x="0" y="42029"/>
                  </a:moveTo>
                  <a:lnTo>
                    <a:pt x="35259" y="42029"/>
                  </a:lnTo>
                  <a:lnTo>
                    <a:pt x="35259" y="0"/>
                  </a:lnTo>
                  <a:lnTo>
                    <a:pt x="51115" y="0"/>
                  </a:lnTo>
                  <a:lnTo>
                    <a:pt x="51115" y="42029"/>
                  </a:lnTo>
                  <a:lnTo>
                    <a:pt x="118529" y="42029"/>
                  </a:lnTo>
                  <a:cubicBezTo>
                    <a:pt x="128656" y="42029"/>
                    <a:pt x="135161" y="40662"/>
                    <a:pt x="138044" y="37929"/>
                  </a:cubicBezTo>
                  <a:cubicBezTo>
                    <a:pt x="140927" y="35115"/>
                    <a:pt x="142368" y="29458"/>
                    <a:pt x="142368" y="20957"/>
                  </a:cubicBezTo>
                  <a:lnTo>
                    <a:pt x="142368" y="0"/>
                  </a:lnTo>
                  <a:lnTo>
                    <a:pt x="159443" y="0"/>
                  </a:lnTo>
                  <a:lnTo>
                    <a:pt x="159443" y="20957"/>
                  </a:lnTo>
                  <a:cubicBezTo>
                    <a:pt x="159443" y="36704"/>
                    <a:pt x="156524" y="47573"/>
                    <a:pt x="150684" y="53563"/>
                  </a:cubicBezTo>
                  <a:cubicBezTo>
                    <a:pt x="144770" y="59541"/>
                    <a:pt x="134052" y="62530"/>
                    <a:pt x="118529" y="62530"/>
                  </a:cubicBezTo>
                  <a:lnTo>
                    <a:pt x="51115" y="62530"/>
                  </a:lnTo>
                  <a:lnTo>
                    <a:pt x="51115" y="77513"/>
                  </a:lnTo>
                  <a:lnTo>
                    <a:pt x="35259" y="77513"/>
                  </a:lnTo>
                  <a:lnTo>
                    <a:pt x="35259" y="62530"/>
                  </a:lnTo>
                  <a:lnTo>
                    <a:pt x="0" y="62530"/>
                  </a:lnTo>
                  <a:lnTo>
                    <a:pt x="0" y="42029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9FBA689F-7359-94C0-C41E-A4A1EEE9C940}"/>
                </a:ext>
              </a:extLst>
            </p:cNvPr>
            <p:cNvSpPr/>
            <p:nvPr/>
          </p:nvSpPr>
          <p:spPr>
            <a:xfrm>
              <a:off x="1548660" y="3509061"/>
              <a:ext cx="172527" cy="20403"/>
            </a:xfrm>
            <a:custGeom>
              <a:avLst/>
              <a:gdLst>
                <a:gd name="csX0" fmla="*/ 48343 w 172527"/>
                <a:gd name="csY0" fmla="*/ 20403 h 20403"/>
                <a:gd name="csX1" fmla="*/ 48343 w 172527"/>
                <a:gd name="csY1" fmla="*/ 0 h 20403"/>
                <a:gd name="csX2" fmla="*/ 172527 w 172527"/>
                <a:gd name="csY2" fmla="*/ 0 h 20403"/>
                <a:gd name="csX3" fmla="*/ 172527 w 172527"/>
                <a:gd name="csY3" fmla="*/ 20403 h 20403"/>
                <a:gd name="csX4" fmla="*/ 48343 w 172527"/>
                <a:gd name="csY4" fmla="*/ 20403 h 20403"/>
                <a:gd name="csX5" fmla="*/ 0 w 172527"/>
                <a:gd name="csY5" fmla="*/ 20403 h 20403"/>
                <a:gd name="csX6" fmla="*/ 0 w 172527"/>
                <a:gd name="csY6" fmla="*/ 0 h 20403"/>
                <a:gd name="csX7" fmla="*/ 25835 w 172527"/>
                <a:gd name="csY7" fmla="*/ 0 h 20403"/>
                <a:gd name="csX8" fmla="*/ 25835 w 172527"/>
                <a:gd name="csY8" fmla="*/ 20403 h 20403"/>
                <a:gd name="csX9" fmla="*/ 0 w 172527"/>
                <a:gd name="csY9" fmla="*/ 20403 h 20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2527" h="20403">
                  <a:moveTo>
                    <a:pt x="48343" y="20403"/>
                  </a:moveTo>
                  <a:lnTo>
                    <a:pt x="48343" y="0"/>
                  </a:lnTo>
                  <a:lnTo>
                    <a:pt x="172527" y="0"/>
                  </a:lnTo>
                  <a:lnTo>
                    <a:pt x="172527" y="20403"/>
                  </a:lnTo>
                  <a:lnTo>
                    <a:pt x="48343" y="20403"/>
                  </a:lnTo>
                  <a:moveTo>
                    <a:pt x="0" y="20403"/>
                  </a:moveTo>
                  <a:lnTo>
                    <a:pt x="0" y="0"/>
                  </a:lnTo>
                  <a:lnTo>
                    <a:pt x="25835" y="0"/>
                  </a:lnTo>
                  <a:lnTo>
                    <a:pt x="25835" y="20403"/>
                  </a:lnTo>
                  <a:lnTo>
                    <a:pt x="0" y="2040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4F30DCF5-C452-B689-0D8F-0DA490DE0FD5}"/>
                </a:ext>
              </a:extLst>
            </p:cNvPr>
            <p:cNvSpPr/>
            <p:nvPr/>
          </p:nvSpPr>
          <p:spPr>
            <a:xfrm>
              <a:off x="1594009" y="3285864"/>
              <a:ext cx="127177" cy="181287"/>
            </a:xfrm>
            <a:custGeom>
              <a:avLst/>
              <a:gdLst>
                <a:gd name="csX0" fmla="*/ 26833 w 127177"/>
                <a:gd name="csY0" fmla="*/ 83825 h 181287"/>
                <a:gd name="csX1" fmla="*/ 6542 w 127177"/>
                <a:gd name="csY1" fmla="*/ 65529 h 181287"/>
                <a:gd name="csX2" fmla="*/ 0 w 127177"/>
                <a:gd name="csY2" fmla="*/ 40471 h 181287"/>
                <a:gd name="csX3" fmla="*/ 13638 w 127177"/>
                <a:gd name="csY3" fmla="*/ 10534 h 181287"/>
                <a:gd name="csX4" fmla="*/ 52224 w 127177"/>
                <a:gd name="csY4" fmla="*/ 0 h 181287"/>
                <a:gd name="csX5" fmla="*/ 127178 w 127177"/>
                <a:gd name="csY5" fmla="*/ 0 h 181287"/>
                <a:gd name="csX6" fmla="*/ 127178 w 127177"/>
                <a:gd name="csY6" fmla="*/ 20513 h 181287"/>
                <a:gd name="csX7" fmla="*/ 52889 w 127177"/>
                <a:gd name="csY7" fmla="*/ 20513 h 181287"/>
                <a:gd name="csX8" fmla="*/ 26389 w 127177"/>
                <a:gd name="csY8" fmla="*/ 26833 h 181287"/>
                <a:gd name="csX9" fmla="*/ 17741 w 127177"/>
                <a:gd name="csY9" fmla="*/ 46126 h 181287"/>
                <a:gd name="csX10" fmla="*/ 28274 w 127177"/>
                <a:gd name="csY10" fmla="*/ 71185 h 181287"/>
                <a:gd name="csX11" fmla="*/ 56992 w 127177"/>
                <a:gd name="csY11" fmla="*/ 80387 h 181287"/>
                <a:gd name="csX12" fmla="*/ 127178 w 127177"/>
                <a:gd name="csY12" fmla="*/ 80387 h 181287"/>
                <a:gd name="csX13" fmla="*/ 127178 w 127177"/>
                <a:gd name="csY13" fmla="*/ 100900 h 181287"/>
                <a:gd name="csX14" fmla="*/ 52889 w 127177"/>
                <a:gd name="csY14" fmla="*/ 100900 h 181287"/>
                <a:gd name="csX15" fmla="*/ 26389 w 127177"/>
                <a:gd name="csY15" fmla="*/ 107219 h 181287"/>
                <a:gd name="csX16" fmla="*/ 17741 w 127177"/>
                <a:gd name="csY16" fmla="*/ 126733 h 181287"/>
                <a:gd name="csX17" fmla="*/ 28385 w 127177"/>
                <a:gd name="csY17" fmla="*/ 151570 h 181287"/>
                <a:gd name="csX18" fmla="*/ 56992 w 127177"/>
                <a:gd name="csY18" fmla="*/ 160775 h 181287"/>
                <a:gd name="csX19" fmla="*/ 127178 w 127177"/>
                <a:gd name="csY19" fmla="*/ 160775 h 181287"/>
                <a:gd name="csX20" fmla="*/ 127178 w 127177"/>
                <a:gd name="csY20" fmla="*/ 181287 h 181287"/>
                <a:gd name="csX21" fmla="*/ 2994 w 127177"/>
                <a:gd name="csY21" fmla="*/ 181287 h 181287"/>
                <a:gd name="csX22" fmla="*/ 2994 w 127177"/>
                <a:gd name="csY22" fmla="*/ 160775 h 181287"/>
                <a:gd name="csX23" fmla="*/ 22287 w 127177"/>
                <a:gd name="csY23" fmla="*/ 160775 h 181287"/>
                <a:gd name="csX24" fmla="*/ 5433 w 127177"/>
                <a:gd name="csY24" fmla="*/ 144031 h 181287"/>
                <a:gd name="csX25" fmla="*/ 0 w 127177"/>
                <a:gd name="csY25" fmla="*/ 120857 h 181287"/>
                <a:gd name="csX26" fmla="*/ 6874 w 127177"/>
                <a:gd name="csY26" fmla="*/ 97905 h 181287"/>
                <a:gd name="csX27" fmla="*/ 26833 w 127177"/>
                <a:gd name="csY27" fmla="*/ 83825 h 18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27177" h="181287">
                  <a:moveTo>
                    <a:pt x="26833" y="83825"/>
                  </a:moveTo>
                  <a:cubicBezTo>
                    <a:pt x="17667" y="78724"/>
                    <a:pt x="10903" y="72626"/>
                    <a:pt x="6542" y="65529"/>
                  </a:cubicBezTo>
                  <a:cubicBezTo>
                    <a:pt x="2181" y="58433"/>
                    <a:pt x="0" y="50081"/>
                    <a:pt x="0" y="40471"/>
                  </a:cubicBezTo>
                  <a:cubicBezTo>
                    <a:pt x="0" y="27535"/>
                    <a:pt x="4546" y="17556"/>
                    <a:pt x="13638" y="10534"/>
                  </a:cubicBezTo>
                  <a:cubicBezTo>
                    <a:pt x="22656" y="3511"/>
                    <a:pt x="35518" y="0"/>
                    <a:pt x="52224" y="0"/>
                  </a:cubicBezTo>
                  <a:lnTo>
                    <a:pt x="127178" y="0"/>
                  </a:lnTo>
                  <a:lnTo>
                    <a:pt x="127178" y="20513"/>
                  </a:lnTo>
                  <a:lnTo>
                    <a:pt x="52889" y="20513"/>
                  </a:lnTo>
                  <a:cubicBezTo>
                    <a:pt x="40988" y="20513"/>
                    <a:pt x="32155" y="22620"/>
                    <a:pt x="26389" y="26833"/>
                  </a:cubicBezTo>
                  <a:cubicBezTo>
                    <a:pt x="20623" y="31046"/>
                    <a:pt x="17741" y="37477"/>
                    <a:pt x="17741" y="46126"/>
                  </a:cubicBezTo>
                  <a:cubicBezTo>
                    <a:pt x="17741" y="56696"/>
                    <a:pt x="21252" y="65049"/>
                    <a:pt x="28274" y="71185"/>
                  </a:cubicBezTo>
                  <a:cubicBezTo>
                    <a:pt x="35296" y="77320"/>
                    <a:pt x="44869" y="80387"/>
                    <a:pt x="56992" y="80387"/>
                  </a:cubicBezTo>
                  <a:lnTo>
                    <a:pt x="127178" y="80387"/>
                  </a:lnTo>
                  <a:lnTo>
                    <a:pt x="127178" y="100900"/>
                  </a:lnTo>
                  <a:lnTo>
                    <a:pt x="52889" y="100900"/>
                  </a:lnTo>
                  <a:cubicBezTo>
                    <a:pt x="40914" y="100900"/>
                    <a:pt x="32081" y="103006"/>
                    <a:pt x="26389" y="107219"/>
                  </a:cubicBezTo>
                  <a:cubicBezTo>
                    <a:pt x="20623" y="111433"/>
                    <a:pt x="17741" y="117938"/>
                    <a:pt x="17741" y="126733"/>
                  </a:cubicBezTo>
                  <a:cubicBezTo>
                    <a:pt x="17741" y="137156"/>
                    <a:pt x="21289" y="145435"/>
                    <a:pt x="28385" y="151570"/>
                  </a:cubicBezTo>
                  <a:cubicBezTo>
                    <a:pt x="35407" y="157707"/>
                    <a:pt x="44943" y="160775"/>
                    <a:pt x="56992" y="160775"/>
                  </a:cubicBezTo>
                  <a:lnTo>
                    <a:pt x="127178" y="160775"/>
                  </a:lnTo>
                  <a:lnTo>
                    <a:pt x="127178" y="181287"/>
                  </a:lnTo>
                  <a:lnTo>
                    <a:pt x="2994" y="181287"/>
                  </a:lnTo>
                  <a:lnTo>
                    <a:pt x="2994" y="160775"/>
                  </a:lnTo>
                  <a:lnTo>
                    <a:pt x="22287" y="160775"/>
                  </a:lnTo>
                  <a:cubicBezTo>
                    <a:pt x="14673" y="156118"/>
                    <a:pt x="9055" y="150536"/>
                    <a:pt x="5433" y="144031"/>
                  </a:cubicBezTo>
                  <a:cubicBezTo>
                    <a:pt x="1811" y="137527"/>
                    <a:pt x="0" y="129802"/>
                    <a:pt x="0" y="120857"/>
                  </a:cubicBezTo>
                  <a:cubicBezTo>
                    <a:pt x="0" y="111839"/>
                    <a:pt x="2291" y="104188"/>
                    <a:pt x="6874" y="97905"/>
                  </a:cubicBezTo>
                  <a:cubicBezTo>
                    <a:pt x="11457" y="91548"/>
                    <a:pt x="18110" y="86854"/>
                    <a:pt x="26833" y="83825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2461E7E1-8FDF-F0E6-3A32-07FB45FB5488}"/>
                </a:ext>
              </a:extLst>
            </p:cNvPr>
            <p:cNvSpPr/>
            <p:nvPr/>
          </p:nvSpPr>
          <p:spPr>
            <a:xfrm>
              <a:off x="1594009" y="3148043"/>
              <a:ext cx="130393" cy="104890"/>
            </a:xfrm>
            <a:custGeom>
              <a:avLst/>
              <a:gdLst>
                <a:gd name="csX0" fmla="*/ 64753 w 130393"/>
                <a:gd name="csY0" fmla="*/ 40692 h 104890"/>
                <a:gd name="csX1" fmla="*/ 70408 w 130393"/>
                <a:gd name="csY1" fmla="*/ 74954 h 104890"/>
                <a:gd name="csX2" fmla="*/ 89701 w 130393"/>
                <a:gd name="csY2" fmla="*/ 84490 h 104890"/>
                <a:gd name="csX3" fmla="*/ 106998 w 130393"/>
                <a:gd name="csY3" fmla="*/ 77393 h 104890"/>
                <a:gd name="csX4" fmla="*/ 113318 w 130393"/>
                <a:gd name="csY4" fmla="*/ 57878 h 104890"/>
                <a:gd name="csX5" fmla="*/ 101343 w 130393"/>
                <a:gd name="csY5" fmla="*/ 30713 h 104890"/>
                <a:gd name="csX6" fmla="*/ 69299 w 130393"/>
                <a:gd name="csY6" fmla="*/ 20401 h 104890"/>
                <a:gd name="csX7" fmla="*/ 64753 w 130393"/>
                <a:gd name="csY7" fmla="*/ 20401 h 104890"/>
                <a:gd name="csX8" fmla="*/ 64753 w 130393"/>
                <a:gd name="csY8" fmla="*/ 40692 h 104890"/>
                <a:gd name="csX9" fmla="*/ 56326 w 130393"/>
                <a:gd name="csY9" fmla="*/ 0 h 104890"/>
                <a:gd name="csX10" fmla="*/ 127178 w 130393"/>
                <a:gd name="csY10" fmla="*/ 0 h 104890"/>
                <a:gd name="csX11" fmla="*/ 127178 w 130393"/>
                <a:gd name="csY11" fmla="*/ 20401 h 104890"/>
                <a:gd name="csX12" fmla="*/ 108328 w 130393"/>
                <a:gd name="csY12" fmla="*/ 20401 h 104890"/>
                <a:gd name="csX13" fmla="*/ 125071 w 130393"/>
                <a:gd name="csY13" fmla="*/ 37808 h 104890"/>
                <a:gd name="csX14" fmla="*/ 130393 w 130393"/>
                <a:gd name="csY14" fmla="*/ 63310 h 104890"/>
                <a:gd name="csX15" fmla="*/ 119749 w 130393"/>
                <a:gd name="csY15" fmla="*/ 93692 h 104890"/>
                <a:gd name="csX16" fmla="*/ 91031 w 130393"/>
                <a:gd name="csY16" fmla="*/ 104891 h 104890"/>
                <a:gd name="csX17" fmla="*/ 59431 w 130393"/>
                <a:gd name="csY17" fmla="*/ 90920 h 104890"/>
                <a:gd name="csX18" fmla="*/ 48787 w 130393"/>
                <a:gd name="csY18" fmla="*/ 49007 h 104890"/>
                <a:gd name="csX19" fmla="*/ 48787 w 130393"/>
                <a:gd name="csY19" fmla="*/ 20401 h 104890"/>
                <a:gd name="csX20" fmla="*/ 46791 w 130393"/>
                <a:gd name="csY20" fmla="*/ 20401 h 104890"/>
                <a:gd name="csX21" fmla="*/ 25058 w 130393"/>
                <a:gd name="csY21" fmla="*/ 29715 h 104890"/>
                <a:gd name="csX22" fmla="*/ 17297 w 130393"/>
                <a:gd name="csY22" fmla="*/ 55660 h 104890"/>
                <a:gd name="csX23" fmla="*/ 19847 w 130393"/>
                <a:gd name="csY23" fmla="*/ 76394 h 104890"/>
                <a:gd name="csX24" fmla="*/ 27498 w 130393"/>
                <a:gd name="csY24" fmla="*/ 95798 h 104890"/>
                <a:gd name="csX25" fmla="*/ 8649 w 130393"/>
                <a:gd name="csY25" fmla="*/ 95798 h 104890"/>
                <a:gd name="csX26" fmla="*/ 2218 w 130393"/>
                <a:gd name="csY26" fmla="*/ 74067 h 104890"/>
                <a:gd name="csX27" fmla="*/ 0 w 130393"/>
                <a:gd name="csY27" fmla="*/ 53554 h 104890"/>
                <a:gd name="csX28" fmla="*/ 13971 w 130393"/>
                <a:gd name="csY28" fmla="*/ 13305 h 104890"/>
                <a:gd name="csX29" fmla="*/ 56326 w 130393"/>
                <a:gd name="csY29" fmla="*/ 0 h 104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30393" h="104890">
                  <a:moveTo>
                    <a:pt x="64753" y="40692"/>
                  </a:moveTo>
                  <a:cubicBezTo>
                    <a:pt x="64753" y="57176"/>
                    <a:pt x="66638" y="68596"/>
                    <a:pt x="70408" y="74954"/>
                  </a:cubicBezTo>
                  <a:cubicBezTo>
                    <a:pt x="74178" y="81311"/>
                    <a:pt x="80609" y="84490"/>
                    <a:pt x="89701" y="84490"/>
                  </a:cubicBezTo>
                  <a:cubicBezTo>
                    <a:pt x="96945" y="84490"/>
                    <a:pt x="102710" y="82124"/>
                    <a:pt x="106998" y="77393"/>
                  </a:cubicBezTo>
                  <a:cubicBezTo>
                    <a:pt x="111211" y="72587"/>
                    <a:pt x="113318" y="66083"/>
                    <a:pt x="113318" y="57878"/>
                  </a:cubicBezTo>
                  <a:cubicBezTo>
                    <a:pt x="113318" y="46569"/>
                    <a:pt x="109326" y="37514"/>
                    <a:pt x="101343" y="30713"/>
                  </a:cubicBezTo>
                  <a:cubicBezTo>
                    <a:pt x="93286" y="23839"/>
                    <a:pt x="82605" y="20401"/>
                    <a:pt x="69299" y="20401"/>
                  </a:cubicBezTo>
                  <a:lnTo>
                    <a:pt x="64753" y="20401"/>
                  </a:lnTo>
                  <a:lnTo>
                    <a:pt x="64753" y="40692"/>
                  </a:lnTo>
                  <a:moveTo>
                    <a:pt x="56326" y="0"/>
                  </a:moveTo>
                  <a:lnTo>
                    <a:pt x="127178" y="0"/>
                  </a:lnTo>
                  <a:lnTo>
                    <a:pt x="127178" y="20401"/>
                  </a:lnTo>
                  <a:lnTo>
                    <a:pt x="108328" y="20401"/>
                  </a:lnTo>
                  <a:cubicBezTo>
                    <a:pt x="115868" y="25057"/>
                    <a:pt x="121449" y="30860"/>
                    <a:pt x="125071" y="37808"/>
                  </a:cubicBezTo>
                  <a:cubicBezTo>
                    <a:pt x="128619" y="44757"/>
                    <a:pt x="130393" y="53258"/>
                    <a:pt x="130393" y="63310"/>
                  </a:cubicBezTo>
                  <a:cubicBezTo>
                    <a:pt x="130393" y="76025"/>
                    <a:pt x="126845" y="86152"/>
                    <a:pt x="119749" y="93692"/>
                  </a:cubicBezTo>
                  <a:cubicBezTo>
                    <a:pt x="112579" y="101158"/>
                    <a:pt x="103006" y="104891"/>
                    <a:pt x="91031" y="104891"/>
                  </a:cubicBezTo>
                  <a:cubicBezTo>
                    <a:pt x="77061" y="104891"/>
                    <a:pt x="66527" y="100234"/>
                    <a:pt x="59431" y="90920"/>
                  </a:cubicBezTo>
                  <a:cubicBezTo>
                    <a:pt x="52335" y="81531"/>
                    <a:pt x="48787" y="67560"/>
                    <a:pt x="48787" y="49007"/>
                  </a:cubicBezTo>
                  <a:lnTo>
                    <a:pt x="48787" y="20401"/>
                  </a:lnTo>
                  <a:lnTo>
                    <a:pt x="46791" y="20401"/>
                  </a:lnTo>
                  <a:cubicBezTo>
                    <a:pt x="37403" y="20401"/>
                    <a:pt x="30159" y="23506"/>
                    <a:pt x="25058" y="29715"/>
                  </a:cubicBezTo>
                  <a:cubicBezTo>
                    <a:pt x="19884" y="35850"/>
                    <a:pt x="17297" y="44498"/>
                    <a:pt x="17297" y="55660"/>
                  </a:cubicBezTo>
                  <a:cubicBezTo>
                    <a:pt x="17297" y="62756"/>
                    <a:pt x="18147" y="69668"/>
                    <a:pt x="19847" y="76394"/>
                  </a:cubicBezTo>
                  <a:cubicBezTo>
                    <a:pt x="21547" y="83121"/>
                    <a:pt x="24098" y="89589"/>
                    <a:pt x="27498" y="95798"/>
                  </a:cubicBezTo>
                  <a:lnTo>
                    <a:pt x="8649" y="95798"/>
                  </a:lnTo>
                  <a:cubicBezTo>
                    <a:pt x="5766" y="88332"/>
                    <a:pt x="3622" y="81088"/>
                    <a:pt x="2218" y="74067"/>
                  </a:cubicBezTo>
                  <a:cubicBezTo>
                    <a:pt x="739" y="67044"/>
                    <a:pt x="0" y="60206"/>
                    <a:pt x="0" y="53554"/>
                  </a:cubicBezTo>
                  <a:cubicBezTo>
                    <a:pt x="0" y="35591"/>
                    <a:pt x="4657" y="22174"/>
                    <a:pt x="13971" y="13305"/>
                  </a:cubicBezTo>
                  <a:cubicBezTo>
                    <a:pt x="23285" y="4435"/>
                    <a:pt x="37403" y="0"/>
                    <a:pt x="56326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948C37A-6315-8D3E-C27B-E7DED764FCDE}"/>
                </a:ext>
              </a:extLst>
            </p:cNvPr>
            <p:cNvSpPr/>
            <p:nvPr/>
          </p:nvSpPr>
          <p:spPr>
            <a:xfrm>
              <a:off x="1561743" y="3043816"/>
              <a:ext cx="159443" cy="77503"/>
            </a:xfrm>
            <a:custGeom>
              <a:avLst/>
              <a:gdLst>
                <a:gd name="csX0" fmla="*/ 0 w 159443"/>
                <a:gd name="csY0" fmla="*/ 42022 h 77503"/>
                <a:gd name="csX1" fmla="*/ 35259 w 159443"/>
                <a:gd name="csY1" fmla="*/ 42022 h 77503"/>
                <a:gd name="csX2" fmla="*/ 35259 w 159443"/>
                <a:gd name="csY2" fmla="*/ 0 h 77503"/>
                <a:gd name="csX3" fmla="*/ 51115 w 159443"/>
                <a:gd name="csY3" fmla="*/ 0 h 77503"/>
                <a:gd name="csX4" fmla="*/ 51115 w 159443"/>
                <a:gd name="csY4" fmla="*/ 42022 h 77503"/>
                <a:gd name="csX5" fmla="*/ 118529 w 159443"/>
                <a:gd name="csY5" fmla="*/ 42022 h 77503"/>
                <a:gd name="csX6" fmla="*/ 138044 w 159443"/>
                <a:gd name="csY6" fmla="*/ 37919 h 77503"/>
                <a:gd name="csX7" fmla="*/ 142368 w 159443"/>
                <a:gd name="csY7" fmla="*/ 20955 h 77503"/>
                <a:gd name="csX8" fmla="*/ 142368 w 159443"/>
                <a:gd name="csY8" fmla="*/ 0 h 77503"/>
                <a:gd name="csX9" fmla="*/ 159443 w 159443"/>
                <a:gd name="csY9" fmla="*/ 0 h 77503"/>
                <a:gd name="csX10" fmla="*/ 159443 w 159443"/>
                <a:gd name="csY10" fmla="*/ 20955 h 77503"/>
                <a:gd name="csX11" fmla="*/ 150684 w 159443"/>
                <a:gd name="csY11" fmla="*/ 53554 h 77503"/>
                <a:gd name="csX12" fmla="*/ 118529 w 159443"/>
                <a:gd name="csY12" fmla="*/ 62534 h 77503"/>
                <a:gd name="csX13" fmla="*/ 51115 w 159443"/>
                <a:gd name="csY13" fmla="*/ 62534 h 77503"/>
                <a:gd name="csX14" fmla="*/ 51115 w 159443"/>
                <a:gd name="csY14" fmla="*/ 77504 h 77503"/>
                <a:gd name="csX15" fmla="*/ 35259 w 159443"/>
                <a:gd name="csY15" fmla="*/ 77504 h 77503"/>
                <a:gd name="csX16" fmla="*/ 35259 w 159443"/>
                <a:gd name="csY16" fmla="*/ 62534 h 77503"/>
                <a:gd name="csX17" fmla="*/ 0 w 159443"/>
                <a:gd name="csY17" fmla="*/ 62534 h 77503"/>
                <a:gd name="csX18" fmla="*/ 0 w 159443"/>
                <a:gd name="csY18" fmla="*/ 42022 h 77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59443" h="77503">
                  <a:moveTo>
                    <a:pt x="0" y="42022"/>
                  </a:moveTo>
                  <a:lnTo>
                    <a:pt x="35259" y="42022"/>
                  </a:lnTo>
                  <a:lnTo>
                    <a:pt x="35259" y="0"/>
                  </a:lnTo>
                  <a:lnTo>
                    <a:pt x="51115" y="0"/>
                  </a:lnTo>
                  <a:lnTo>
                    <a:pt x="51115" y="42022"/>
                  </a:lnTo>
                  <a:lnTo>
                    <a:pt x="118529" y="42022"/>
                  </a:lnTo>
                  <a:cubicBezTo>
                    <a:pt x="128656" y="42022"/>
                    <a:pt x="135161" y="40654"/>
                    <a:pt x="138044" y="37919"/>
                  </a:cubicBezTo>
                  <a:cubicBezTo>
                    <a:pt x="140927" y="35111"/>
                    <a:pt x="142368" y="29456"/>
                    <a:pt x="142368" y="20955"/>
                  </a:cubicBezTo>
                  <a:lnTo>
                    <a:pt x="142368" y="0"/>
                  </a:lnTo>
                  <a:lnTo>
                    <a:pt x="159443" y="0"/>
                  </a:lnTo>
                  <a:lnTo>
                    <a:pt x="159443" y="20955"/>
                  </a:lnTo>
                  <a:cubicBezTo>
                    <a:pt x="159443" y="36700"/>
                    <a:pt x="156524" y="47566"/>
                    <a:pt x="150684" y="53554"/>
                  </a:cubicBezTo>
                  <a:cubicBezTo>
                    <a:pt x="144770" y="59541"/>
                    <a:pt x="134052" y="62534"/>
                    <a:pt x="118529" y="62534"/>
                  </a:cubicBezTo>
                  <a:lnTo>
                    <a:pt x="51115" y="62534"/>
                  </a:lnTo>
                  <a:lnTo>
                    <a:pt x="51115" y="77504"/>
                  </a:lnTo>
                  <a:lnTo>
                    <a:pt x="35259" y="77504"/>
                  </a:lnTo>
                  <a:lnTo>
                    <a:pt x="35259" y="62534"/>
                  </a:lnTo>
                  <a:lnTo>
                    <a:pt x="0" y="62534"/>
                  </a:lnTo>
                  <a:lnTo>
                    <a:pt x="0" y="4202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15B5651-9AF7-F089-D9E6-C975FD76B3C8}"/>
                </a:ext>
              </a:extLst>
            </p:cNvPr>
            <p:cNvSpPr/>
            <p:nvPr/>
          </p:nvSpPr>
          <p:spPr>
            <a:xfrm>
              <a:off x="1594009" y="2910762"/>
              <a:ext cx="130393" cy="115091"/>
            </a:xfrm>
            <a:custGeom>
              <a:avLst/>
              <a:gdLst>
                <a:gd name="csX0" fmla="*/ 59985 w 130393"/>
                <a:gd name="csY0" fmla="*/ 0 h 115091"/>
                <a:gd name="csX1" fmla="*/ 69964 w 130393"/>
                <a:gd name="csY1" fmla="*/ 0 h 115091"/>
                <a:gd name="csX2" fmla="*/ 69964 w 130393"/>
                <a:gd name="csY2" fmla="*/ 93803 h 115091"/>
                <a:gd name="csX3" fmla="*/ 102119 w 130393"/>
                <a:gd name="csY3" fmla="*/ 81161 h 115091"/>
                <a:gd name="csX4" fmla="*/ 113096 w 130393"/>
                <a:gd name="csY4" fmla="*/ 49452 h 115091"/>
                <a:gd name="csX5" fmla="*/ 110213 w 130393"/>
                <a:gd name="csY5" fmla="*/ 26720 h 115091"/>
                <a:gd name="csX6" fmla="*/ 101565 w 130393"/>
                <a:gd name="csY6" fmla="*/ 4767 h 115091"/>
                <a:gd name="csX7" fmla="*/ 120858 w 130393"/>
                <a:gd name="csY7" fmla="*/ 4767 h 115091"/>
                <a:gd name="csX8" fmla="*/ 127954 w 130393"/>
                <a:gd name="csY8" fmla="*/ 27276 h 115091"/>
                <a:gd name="csX9" fmla="*/ 130393 w 130393"/>
                <a:gd name="csY9" fmla="*/ 50670 h 115091"/>
                <a:gd name="csX10" fmla="*/ 113096 w 130393"/>
                <a:gd name="csY10" fmla="*/ 97794 h 115091"/>
                <a:gd name="csX11" fmla="*/ 66305 w 130393"/>
                <a:gd name="csY11" fmla="*/ 115092 h 115091"/>
                <a:gd name="csX12" fmla="*/ 17962 w 130393"/>
                <a:gd name="csY12" fmla="*/ 98681 h 115091"/>
                <a:gd name="csX13" fmla="*/ 0 w 130393"/>
                <a:gd name="csY13" fmla="*/ 54219 h 115091"/>
                <a:gd name="csX14" fmla="*/ 16188 w 130393"/>
                <a:gd name="csY14" fmla="*/ 14634 h 115091"/>
                <a:gd name="csX15" fmla="*/ 59985 w 130393"/>
                <a:gd name="csY15" fmla="*/ 0 h 115091"/>
                <a:gd name="csX16" fmla="*/ 53998 w 130393"/>
                <a:gd name="csY16" fmla="*/ 20401 h 115091"/>
                <a:gd name="csX17" fmla="*/ 27276 w 130393"/>
                <a:gd name="csY17" fmla="*/ 29826 h 115091"/>
                <a:gd name="csX18" fmla="*/ 17297 w 130393"/>
                <a:gd name="csY18" fmla="*/ 53996 h 115091"/>
                <a:gd name="csX19" fmla="*/ 26943 w 130393"/>
                <a:gd name="csY19" fmla="*/ 81384 h 115091"/>
                <a:gd name="csX20" fmla="*/ 54109 w 130393"/>
                <a:gd name="csY20" fmla="*/ 93136 h 115091"/>
                <a:gd name="csX21" fmla="*/ 53998 w 130393"/>
                <a:gd name="csY21" fmla="*/ 20401 h 115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30393" h="115091">
                  <a:moveTo>
                    <a:pt x="59985" y="0"/>
                  </a:moveTo>
                  <a:lnTo>
                    <a:pt x="69964" y="0"/>
                  </a:lnTo>
                  <a:lnTo>
                    <a:pt x="69964" y="93803"/>
                  </a:lnTo>
                  <a:cubicBezTo>
                    <a:pt x="84009" y="92915"/>
                    <a:pt x="94727" y="88701"/>
                    <a:pt x="102119" y="81161"/>
                  </a:cubicBezTo>
                  <a:cubicBezTo>
                    <a:pt x="109437" y="73549"/>
                    <a:pt x="113096" y="62979"/>
                    <a:pt x="113096" y="49452"/>
                  </a:cubicBezTo>
                  <a:cubicBezTo>
                    <a:pt x="113096" y="41615"/>
                    <a:pt x="112135" y="34038"/>
                    <a:pt x="110213" y="26720"/>
                  </a:cubicBezTo>
                  <a:cubicBezTo>
                    <a:pt x="108291" y="19329"/>
                    <a:pt x="105409" y="12011"/>
                    <a:pt x="101565" y="4767"/>
                  </a:cubicBezTo>
                  <a:lnTo>
                    <a:pt x="120858" y="4767"/>
                  </a:lnTo>
                  <a:cubicBezTo>
                    <a:pt x="123962" y="12085"/>
                    <a:pt x="126328" y="19588"/>
                    <a:pt x="127954" y="27276"/>
                  </a:cubicBezTo>
                  <a:cubicBezTo>
                    <a:pt x="129580" y="34963"/>
                    <a:pt x="130393" y="42761"/>
                    <a:pt x="130393" y="50670"/>
                  </a:cubicBezTo>
                  <a:cubicBezTo>
                    <a:pt x="130393" y="70480"/>
                    <a:pt x="124628" y="86188"/>
                    <a:pt x="113096" y="97794"/>
                  </a:cubicBezTo>
                  <a:cubicBezTo>
                    <a:pt x="101565" y="109326"/>
                    <a:pt x="85968" y="115092"/>
                    <a:pt x="66305" y="115092"/>
                  </a:cubicBezTo>
                  <a:cubicBezTo>
                    <a:pt x="45978" y="115092"/>
                    <a:pt x="29863" y="109622"/>
                    <a:pt x="17962" y="98681"/>
                  </a:cubicBezTo>
                  <a:cubicBezTo>
                    <a:pt x="5987" y="87667"/>
                    <a:pt x="0" y="72846"/>
                    <a:pt x="0" y="54219"/>
                  </a:cubicBezTo>
                  <a:cubicBezTo>
                    <a:pt x="0" y="37513"/>
                    <a:pt x="5396" y="24318"/>
                    <a:pt x="16188" y="14634"/>
                  </a:cubicBezTo>
                  <a:cubicBezTo>
                    <a:pt x="26907" y="4878"/>
                    <a:pt x="41506" y="0"/>
                    <a:pt x="59985" y="0"/>
                  </a:cubicBezTo>
                  <a:moveTo>
                    <a:pt x="53998" y="20401"/>
                  </a:moveTo>
                  <a:cubicBezTo>
                    <a:pt x="42836" y="20548"/>
                    <a:pt x="33929" y="23690"/>
                    <a:pt x="27276" y="29826"/>
                  </a:cubicBezTo>
                  <a:cubicBezTo>
                    <a:pt x="20623" y="35887"/>
                    <a:pt x="17297" y="43944"/>
                    <a:pt x="17297" y="53996"/>
                  </a:cubicBezTo>
                  <a:cubicBezTo>
                    <a:pt x="17297" y="65380"/>
                    <a:pt x="20512" y="74509"/>
                    <a:pt x="26943" y="81384"/>
                  </a:cubicBezTo>
                  <a:cubicBezTo>
                    <a:pt x="33374" y="88184"/>
                    <a:pt x="42429" y="92102"/>
                    <a:pt x="54109" y="93136"/>
                  </a:cubicBezTo>
                  <a:lnTo>
                    <a:pt x="53998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8BC0E5E3-188A-01B1-120B-F51DA4C2D6BC}"/>
                </a:ext>
              </a:extLst>
            </p:cNvPr>
            <p:cNvSpPr/>
            <p:nvPr/>
          </p:nvSpPr>
          <p:spPr>
            <a:xfrm>
              <a:off x="1548660" y="2775158"/>
              <a:ext cx="175742" cy="110987"/>
            </a:xfrm>
            <a:custGeom>
              <a:avLst/>
              <a:gdLst>
                <a:gd name="csX0" fmla="*/ 67192 w 175742"/>
                <a:gd name="csY0" fmla="*/ 20401 h 110987"/>
                <a:gd name="csX1" fmla="*/ 0 w 175742"/>
                <a:gd name="csY1" fmla="*/ 20401 h 110987"/>
                <a:gd name="csX2" fmla="*/ 0 w 175742"/>
                <a:gd name="csY2" fmla="*/ 0 h 110987"/>
                <a:gd name="csX3" fmla="*/ 172527 w 175742"/>
                <a:gd name="csY3" fmla="*/ 0 h 110987"/>
                <a:gd name="csX4" fmla="*/ 172527 w 175742"/>
                <a:gd name="csY4" fmla="*/ 20401 h 110987"/>
                <a:gd name="csX5" fmla="*/ 153899 w 175742"/>
                <a:gd name="csY5" fmla="*/ 20401 h 110987"/>
                <a:gd name="csX6" fmla="*/ 170420 w 175742"/>
                <a:gd name="csY6" fmla="*/ 36701 h 110987"/>
                <a:gd name="csX7" fmla="*/ 175743 w 175742"/>
                <a:gd name="csY7" fmla="*/ 60206 h 110987"/>
                <a:gd name="csX8" fmla="*/ 157780 w 175742"/>
                <a:gd name="csY8" fmla="*/ 96907 h 110987"/>
                <a:gd name="csX9" fmla="*/ 110546 w 175742"/>
                <a:gd name="csY9" fmla="*/ 110988 h 110987"/>
                <a:gd name="csX10" fmla="*/ 63312 w 175742"/>
                <a:gd name="csY10" fmla="*/ 96907 h 110987"/>
                <a:gd name="csX11" fmla="*/ 45349 w 175742"/>
                <a:gd name="csY11" fmla="*/ 60206 h 110987"/>
                <a:gd name="csX12" fmla="*/ 50782 w 175742"/>
                <a:gd name="csY12" fmla="*/ 36701 h 110987"/>
                <a:gd name="csX13" fmla="*/ 67192 w 175742"/>
                <a:gd name="csY13" fmla="*/ 20401 h 110987"/>
                <a:gd name="csX14" fmla="*/ 110546 w 175742"/>
                <a:gd name="csY14" fmla="*/ 89921 h 110987"/>
                <a:gd name="csX15" fmla="*/ 145916 w 175742"/>
                <a:gd name="csY15" fmla="*/ 80719 h 110987"/>
                <a:gd name="csX16" fmla="*/ 158667 w 175742"/>
                <a:gd name="csY16" fmla="*/ 55217 h 110987"/>
                <a:gd name="csX17" fmla="*/ 145916 w 175742"/>
                <a:gd name="csY17" fmla="*/ 29715 h 110987"/>
                <a:gd name="csX18" fmla="*/ 110546 w 175742"/>
                <a:gd name="csY18" fmla="*/ 20401 h 110987"/>
                <a:gd name="csX19" fmla="*/ 75287 w 175742"/>
                <a:gd name="csY19" fmla="*/ 29715 h 110987"/>
                <a:gd name="csX20" fmla="*/ 62425 w 175742"/>
                <a:gd name="csY20" fmla="*/ 55217 h 110987"/>
                <a:gd name="csX21" fmla="*/ 75287 w 175742"/>
                <a:gd name="csY21" fmla="*/ 80719 h 110987"/>
                <a:gd name="csX22" fmla="*/ 110546 w 175742"/>
                <a:gd name="csY22" fmla="*/ 89921 h 110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75742" h="110987">
                  <a:moveTo>
                    <a:pt x="67192" y="20401"/>
                  </a:moveTo>
                  <a:lnTo>
                    <a:pt x="0" y="20401"/>
                  </a:ln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153899" y="20401"/>
                  </a:lnTo>
                  <a:cubicBezTo>
                    <a:pt x="161291" y="24688"/>
                    <a:pt x="166798" y="30121"/>
                    <a:pt x="170420" y="36701"/>
                  </a:cubicBezTo>
                  <a:cubicBezTo>
                    <a:pt x="173968" y="43205"/>
                    <a:pt x="175743" y="51040"/>
                    <a:pt x="175743" y="60206"/>
                  </a:cubicBezTo>
                  <a:cubicBezTo>
                    <a:pt x="175743" y="75212"/>
                    <a:pt x="169755" y="87446"/>
                    <a:pt x="157780" y="96907"/>
                  </a:cubicBezTo>
                  <a:cubicBezTo>
                    <a:pt x="145805" y="106294"/>
                    <a:pt x="130061" y="110988"/>
                    <a:pt x="110546" y="110988"/>
                  </a:cubicBezTo>
                  <a:cubicBezTo>
                    <a:pt x="91031" y="110988"/>
                    <a:pt x="75287" y="106294"/>
                    <a:pt x="63312" y="96907"/>
                  </a:cubicBezTo>
                  <a:cubicBezTo>
                    <a:pt x="51337" y="87446"/>
                    <a:pt x="45349" y="75212"/>
                    <a:pt x="45349" y="60206"/>
                  </a:cubicBezTo>
                  <a:cubicBezTo>
                    <a:pt x="45349" y="51040"/>
                    <a:pt x="47160" y="43205"/>
                    <a:pt x="50782" y="36701"/>
                  </a:cubicBezTo>
                  <a:cubicBezTo>
                    <a:pt x="54330" y="30121"/>
                    <a:pt x="59801" y="24688"/>
                    <a:pt x="67192" y="20401"/>
                  </a:cubicBezTo>
                  <a:moveTo>
                    <a:pt x="110546" y="89921"/>
                  </a:moveTo>
                  <a:cubicBezTo>
                    <a:pt x="125551" y="89921"/>
                    <a:pt x="137342" y="86854"/>
                    <a:pt x="145916" y="80719"/>
                  </a:cubicBezTo>
                  <a:cubicBezTo>
                    <a:pt x="154417" y="74510"/>
                    <a:pt x="158667" y="66009"/>
                    <a:pt x="158667" y="55217"/>
                  </a:cubicBezTo>
                  <a:cubicBezTo>
                    <a:pt x="158667" y="44425"/>
                    <a:pt x="154417" y="35924"/>
                    <a:pt x="145916" y="29715"/>
                  </a:cubicBezTo>
                  <a:cubicBezTo>
                    <a:pt x="137342" y="23506"/>
                    <a:pt x="125551" y="20401"/>
                    <a:pt x="110546" y="20401"/>
                  </a:cubicBezTo>
                  <a:cubicBezTo>
                    <a:pt x="95540" y="20401"/>
                    <a:pt x="83787" y="23506"/>
                    <a:pt x="75287" y="29715"/>
                  </a:cubicBezTo>
                  <a:cubicBezTo>
                    <a:pt x="66712" y="35924"/>
                    <a:pt x="62425" y="44425"/>
                    <a:pt x="62425" y="55217"/>
                  </a:cubicBezTo>
                  <a:cubicBezTo>
                    <a:pt x="62425" y="66009"/>
                    <a:pt x="66712" y="74510"/>
                    <a:pt x="75287" y="80719"/>
                  </a:cubicBezTo>
                  <a:cubicBezTo>
                    <a:pt x="83787" y="86854"/>
                    <a:pt x="95540" y="89921"/>
                    <a:pt x="110546" y="8992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9682EC4-69C2-4189-8F4B-D6FF2797B1EB}"/>
                </a:ext>
              </a:extLst>
            </p:cNvPr>
            <p:cNvSpPr/>
            <p:nvPr/>
          </p:nvSpPr>
          <p:spPr>
            <a:xfrm>
              <a:off x="1594009" y="2575132"/>
              <a:ext cx="130393" cy="94912"/>
            </a:xfrm>
            <a:custGeom>
              <a:avLst/>
              <a:gdLst>
                <a:gd name="csX0" fmla="*/ 6653 w 130393"/>
                <a:gd name="csY0" fmla="*/ 6652 h 94912"/>
                <a:gd name="csX1" fmla="*/ 25946 w 130393"/>
                <a:gd name="csY1" fmla="*/ 6652 h 94912"/>
                <a:gd name="csX2" fmla="*/ 19293 w 130393"/>
                <a:gd name="csY2" fmla="*/ 24615 h 94912"/>
                <a:gd name="csX3" fmla="*/ 17075 w 130393"/>
                <a:gd name="csY3" fmla="*/ 43907 h 94912"/>
                <a:gd name="csX4" fmla="*/ 21732 w 130393"/>
                <a:gd name="csY4" fmla="*/ 66749 h 94912"/>
                <a:gd name="csX5" fmla="*/ 35703 w 130393"/>
                <a:gd name="csY5" fmla="*/ 74289 h 94912"/>
                <a:gd name="csX6" fmla="*/ 46902 w 130393"/>
                <a:gd name="csY6" fmla="*/ 68855 h 94912"/>
                <a:gd name="csX7" fmla="*/ 54552 w 130393"/>
                <a:gd name="csY7" fmla="*/ 47013 h 94912"/>
                <a:gd name="csX8" fmla="*/ 56104 w 130393"/>
                <a:gd name="csY8" fmla="*/ 40027 h 94912"/>
                <a:gd name="csX9" fmla="*/ 69299 w 130393"/>
                <a:gd name="csY9" fmla="*/ 9203 h 94912"/>
                <a:gd name="csX10" fmla="*/ 92916 w 130393"/>
                <a:gd name="csY10" fmla="*/ 0 h 94912"/>
                <a:gd name="csX11" fmla="*/ 120303 w 130393"/>
                <a:gd name="csY11" fmla="*/ 13749 h 94912"/>
                <a:gd name="csX12" fmla="*/ 130393 w 130393"/>
                <a:gd name="csY12" fmla="*/ 51337 h 94912"/>
                <a:gd name="csX13" fmla="*/ 128397 w 130393"/>
                <a:gd name="csY13" fmla="*/ 72181 h 94912"/>
                <a:gd name="csX14" fmla="*/ 122632 w 130393"/>
                <a:gd name="csY14" fmla="*/ 94912 h 94912"/>
                <a:gd name="csX15" fmla="*/ 101565 w 130393"/>
                <a:gd name="csY15" fmla="*/ 94912 h 94912"/>
                <a:gd name="csX16" fmla="*/ 110435 w 130393"/>
                <a:gd name="csY16" fmla="*/ 72626 h 94912"/>
                <a:gd name="csX17" fmla="*/ 113318 w 130393"/>
                <a:gd name="csY17" fmla="*/ 50893 h 94912"/>
                <a:gd name="csX18" fmla="*/ 108439 w 130393"/>
                <a:gd name="csY18" fmla="*/ 28717 h 94912"/>
                <a:gd name="csX19" fmla="*/ 94469 w 130393"/>
                <a:gd name="csY19" fmla="*/ 20955 h 94912"/>
                <a:gd name="csX20" fmla="*/ 81717 w 130393"/>
                <a:gd name="csY20" fmla="*/ 26611 h 94912"/>
                <a:gd name="csX21" fmla="*/ 73180 w 130393"/>
                <a:gd name="csY21" fmla="*/ 51115 h 94912"/>
                <a:gd name="csX22" fmla="*/ 71517 w 130393"/>
                <a:gd name="csY22" fmla="*/ 58212 h 94912"/>
                <a:gd name="csX23" fmla="*/ 59320 w 130393"/>
                <a:gd name="csY23" fmla="*/ 85599 h 94912"/>
                <a:gd name="csX24" fmla="*/ 36590 w 130393"/>
                <a:gd name="csY24" fmla="*/ 94025 h 94912"/>
                <a:gd name="csX25" fmla="*/ 9536 w 130393"/>
                <a:gd name="csY25" fmla="*/ 81606 h 94912"/>
                <a:gd name="csX26" fmla="*/ 0 w 130393"/>
                <a:gd name="csY26" fmla="*/ 46348 h 94912"/>
                <a:gd name="csX27" fmla="*/ 1663 w 130393"/>
                <a:gd name="csY27" fmla="*/ 25059 h 94912"/>
                <a:gd name="csX28" fmla="*/ 6653 w 130393"/>
                <a:gd name="csY28" fmla="*/ 6652 h 949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912">
                  <a:moveTo>
                    <a:pt x="6653" y="6652"/>
                  </a:moveTo>
                  <a:lnTo>
                    <a:pt x="25946" y="6652"/>
                  </a:lnTo>
                  <a:cubicBezTo>
                    <a:pt x="22989" y="12418"/>
                    <a:pt x="20771" y="18406"/>
                    <a:pt x="19293" y="24615"/>
                  </a:cubicBezTo>
                  <a:cubicBezTo>
                    <a:pt x="17815" y="30824"/>
                    <a:pt x="17075" y="37255"/>
                    <a:pt x="17075" y="43907"/>
                  </a:cubicBezTo>
                  <a:cubicBezTo>
                    <a:pt x="17075" y="54035"/>
                    <a:pt x="18628" y="61649"/>
                    <a:pt x="21732" y="66749"/>
                  </a:cubicBezTo>
                  <a:cubicBezTo>
                    <a:pt x="24837" y="71776"/>
                    <a:pt x="29494" y="74289"/>
                    <a:pt x="35703" y="74289"/>
                  </a:cubicBezTo>
                  <a:cubicBezTo>
                    <a:pt x="40434" y="74289"/>
                    <a:pt x="44167" y="72477"/>
                    <a:pt x="46902" y="68855"/>
                  </a:cubicBezTo>
                  <a:cubicBezTo>
                    <a:pt x="49563" y="65234"/>
                    <a:pt x="52113" y="57953"/>
                    <a:pt x="54552" y="47013"/>
                  </a:cubicBezTo>
                  <a:lnTo>
                    <a:pt x="56104" y="40027"/>
                  </a:lnTo>
                  <a:cubicBezTo>
                    <a:pt x="59209" y="25538"/>
                    <a:pt x="63607" y="15263"/>
                    <a:pt x="69299" y="9203"/>
                  </a:cubicBezTo>
                  <a:cubicBezTo>
                    <a:pt x="74917" y="3068"/>
                    <a:pt x="82789" y="0"/>
                    <a:pt x="92916" y="0"/>
                  </a:cubicBezTo>
                  <a:cubicBezTo>
                    <a:pt x="104448" y="0"/>
                    <a:pt x="113577" y="4583"/>
                    <a:pt x="120303" y="13749"/>
                  </a:cubicBezTo>
                  <a:cubicBezTo>
                    <a:pt x="127030" y="22841"/>
                    <a:pt x="130393" y="35370"/>
                    <a:pt x="130393" y="51337"/>
                  </a:cubicBezTo>
                  <a:cubicBezTo>
                    <a:pt x="130393" y="57989"/>
                    <a:pt x="129728" y="64937"/>
                    <a:pt x="128397" y="72181"/>
                  </a:cubicBezTo>
                  <a:cubicBezTo>
                    <a:pt x="127141" y="79352"/>
                    <a:pt x="125219" y="86929"/>
                    <a:pt x="122632" y="94912"/>
                  </a:cubicBezTo>
                  <a:lnTo>
                    <a:pt x="101565" y="94912"/>
                  </a:lnTo>
                  <a:cubicBezTo>
                    <a:pt x="105482" y="87372"/>
                    <a:pt x="108439" y="79943"/>
                    <a:pt x="110435" y="72626"/>
                  </a:cubicBezTo>
                  <a:cubicBezTo>
                    <a:pt x="112357" y="65308"/>
                    <a:pt x="113318" y="58063"/>
                    <a:pt x="113318" y="50893"/>
                  </a:cubicBezTo>
                  <a:cubicBezTo>
                    <a:pt x="113318" y="41283"/>
                    <a:pt x="111692" y="33891"/>
                    <a:pt x="108439" y="28717"/>
                  </a:cubicBezTo>
                  <a:cubicBezTo>
                    <a:pt x="105113" y="23542"/>
                    <a:pt x="100456" y="20955"/>
                    <a:pt x="94469" y="20955"/>
                  </a:cubicBezTo>
                  <a:cubicBezTo>
                    <a:pt x="88925" y="20955"/>
                    <a:pt x="84674" y="22841"/>
                    <a:pt x="81717" y="26611"/>
                  </a:cubicBezTo>
                  <a:cubicBezTo>
                    <a:pt x="78761" y="30306"/>
                    <a:pt x="75915" y="38474"/>
                    <a:pt x="73180" y="51115"/>
                  </a:cubicBezTo>
                  <a:lnTo>
                    <a:pt x="71517" y="58212"/>
                  </a:lnTo>
                  <a:cubicBezTo>
                    <a:pt x="68856" y="70851"/>
                    <a:pt x="64790" y="79980"/>
                    <a:pt x="59320" y="85599"/>
                  </a:cubicBezTo>
                  <a:cubicBezTo>
                    <a:pt x="53776" y="91217"/>
                    <a:pt x="46199" y="94025"/>
                    <a:pt x="36590" y="94025"/>
                  </a:cubicBezTo>
                  <a:cubicBezTo>
                    <a:pt x="24911" y="94025"/>
                    <a:pt x="15893" y="89886"/>
                    <a:pt x="9536" y="81606"/>
                  </a:cubicBezTo>
                  <a:cubicBezTo>
                    <a:pt x="3178" y="73328"/>
                    <a:pt x="0" y="61575"/>
                    <a:pt x="0" y="46348"/>
                  </a:cubicBezTo>
                  <a:cubicBezTo>
                    <a:pt x="0" y="38808"/>
                    <a:pt x="554" y="31712"/>
                    <a:pt x="1663" y="25059"/>
                  </a:cubicBezTo>
                  <a:cubicBezTo>
                    <a:pt x="2772" y="18406"/>
                    <a:pt x="4435" y="12270"/>
                    <a:pt x="6653" y="6652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1B5DD273-EA75-E9FF-4C47-41AB50D3F661}"/>
                </a:ext>
              </a:extLst>
            </p:cNvPr>
            <p:cNvSpPr/>
            <p:nvPr/>
          </p:nvSpPr>
          <p:spPr>
            <a:xfrm>
              <a:off x="1548660" y="2433207"/>
              <a:ext cx="172527" cy="110213"/>
            </a:xfrm>
            <a:custGeom>
              <a:avLst/>
              <a:gdLst>
                <a:gd name="csX0" fmla="*/ 0 w 172527"/>
                <a:gd name="csY0" fmla="*/ 110214 h 110213"/>
                <a:gd name="csX1" fmla="*/ 0 w 172527"/>
                <a:gd name="csY1" fmla="*/ 89701 h 110213"/>
                <a:gd name="csX2" fmla="*/ 101897 w 172527"/>
                <a:gd name="csY2" fmla="*/ 89701 h 110213"/>
                <a:gd name="csX3" fmla="*/ 48343 w 172527"/>
                <a:gd name="csY3" fmla="*/ 28828 h 110213"/>
                <a:gd name="csX4" fmla="*/ 48343 w 172527"/>
                <a:gd name="csY4" fmla="*/ 2772 h 110213"/>
                <a:gd name="csX5" fmla="*/ 106443 w 172527"/>
                <a:gd name="csY5" fmla="*/ 68635 h 110213"/>
                <a:gd name="csX6" fmla="*/ 172527 w 172527"/>
                <a:gd name="csY6" fmla="*/ 0 h 110213"/>
                <a:gd name="csX7" fmla="*/ 172527 w 172527"/>
                <a:gd name="csY7" fmla="*/ 26611 h 110213"/>
                <a:gd name="csX8" fmla="*/ 111876 w 172527"/>
                <a:gd name="csY8" fmla="*/ 89701 h 110213"/>
                <a:gd name="csX9" fmla="*/ 172527 w 172527"/>
                <a:gd name="csY9" fmla="*/ 89701 h 110213"/>
                <a:gd name="csX10" fmla="*/ 172527 w 172527"/>
                <a:gd name="csY10" fmla="*/ 110214 h 110213"/>
                <a:gd name="csX11" fmla="*/ 0 w 172527"/>
                <a:gd name="csY11" fmla="*/ 110214 h 1102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72527" h="110213">
                  <a:moveTo>
                    <a:pt x="0" y="110214"/>
                  </a:moveTo>
                  <a:lnTo>
                    <a:pt x="0" y="89701"/>
                  </a:lnTo>
                  <a:lnTo>
                    <a:pt x="101897" y="89701"/>
                  </a:lnTo>
                  <a:lnTo>
                    <a:pt x="48343" y="28828"/>
                  </a:lnTo>
                  <a:lnTo>
                    <a:pt x="48343" y="2772"/>
                  </a:lnTo>
                  <a:lnTo>
                    <a:pt x="106443" y="68635"/>
                  </a:lnTo>
                  <a:lnTo>
                    <a:pt x="172527" y="0"/>
                  </a:lnTo>
                  <a:lnTo>
                    <a:pt x="172527" y="26611"/>
                  </a:lnTo>
                  <a:lnTo>
                    <a:pt x="111876" y="89701"/>
                  </a:lnTo>
                  <a:lnTo>
                    <a:pt x="172527" y="89701"/>
                  </a:lnTo>
                  <a:lnTo>
                    <a:pt x="172527" y="110214"/>
                  </a:lnTo>
                  <a:lnTo>
                    <a:pt x="0" y="110214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CAB893F5-5A34-EFA6-9398-BE419A0FBE53}"/>
                </a:ext>
              </a:extLst>
            </p:cNvPr>
            <p:cNvSpPr/>
            <p:nvPr/>
          </p:nvSpPr>
          <p:spPr>
            <a:xfrm>
              <a:off x="1548660" y="2390741"/>
              <a:ext cx="172527" cy="20401"/>
            </a:xfrm>
            <a:custGeom>
              <a:avLst/>
              <a:gdLst>
                <a:gd name="csX0" fmla="*/ 48343 w 172527"/>
                <a:gd name="csY0" fmla="*/ 20401 h 20401"/>
                <a:gd name="csX1" fmla="*/ 48343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48343 w 172527"/>
                <a:gd name="csY4" fmla="*/ 20401 h 20401"/>
                <a:gd name="csX5" fmla="*/ 0 w 172527"/>
                <a:gd name="csY5" fmla="*/ 20401 h 20401"/>
                <a:gd name="csX6" fmla="*/ 0 w 172527"/>
                <a:gd name="csY6" fmla="*/ 0 h 20401"/>
                <a:gd name="csX7" fmla="*/ 25835 w 172527"/>
                <a:gd name="csY7" fmla="*/ 0 h 20401"/>
                <a:gd name="csX8" fmla="*/ 25835 w 172527"/>
                <a:gd name="csY8" fmla="*/ 20401 h 20401"/>
                <a:gd name="csX9" fmla="*/ 0 w 172527"/>
                <a:gd name="csY9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2527" h="20401">
                  <a:moveTo>
                    <a:pt x="48343" y="20401"/>
                  </a:moveTo>
                  <a:lnTo>
                    <a:pt x="48343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48343" y="20401"/>
                  </a:lnTo>
                  <a:moveTo>
                    <a:pt x="0" y="20401"/>
                  </a:moveTo>
                  <a:lnTo>
                    <a:pt x="0" y="0"/>
                  </a:lnTo>
                  <a:lnTo>
                    <a:pt x="25835" y="0"/>
                  </a:lnTo>
                  <a:lnTo>
                    <a:pt x="25835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78A4887C-E123-CC73-76CD-AFE586252EC2}"/>
                </a:ext>
              </a:extLst>
            </p:cNvPr>
            <p:cNvSpPr/>
            <p:nvPr/>
          </p:nvSpPr>
          <p:spPr>
            <a:xfrm>
              <a:off x="1548660" y="2327652"/>
              <a:ext cx="172527" cy="20401"/>
            </a:xfrm>
            <a:custGeom>
              <a:avLst/>
              <a:gdLst>
                <a:gd name="csX0" fmla="*/ 0 w 172527"/>
                <a:gd name="csY0" fmla="*/ 20401 h 20401"/>
                <a:gd name="csX1" fmla="*/ 0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0 w 172527"/>
                <a:gd name="csY4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2527" h="20401">
                  <a:moveTo>
                    <a:pt x="0" y="20401"/>
                  </a:move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EB4F33A6-95FD-62AD-A9E6-E60E879AB0E6}"/>
                </a:ext>
              </a:extLst>
            </p:cNvPr>
            <p:cNvSpPr/>
            <p:nvPr/>
          </p:nvSpPr>
          <p:spPr>
            <a:xfrm>
              <a:off x="1548660" y="2264562"/>
              <a:ext cx="172527" cy="20401"/>
            </a:xfrm>
            <a:custGeom>
              <a:avLst/>
              <a:gdLst>
                <a:gd name="csX0" fmla="*/ 0 w 172527"/>
                <a:gd name="csY0" fmla="*/ 20401 h 20401"/>
                <a:gd name="csX1" fmla="*/ 0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0 w 172527"/>
                <a:gd name="csY4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2527" h="20401">
                  <a:moveTo>
                    <a:pt x="0" y="20401"/>
                  </a:move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32427DED-F49C-7694-349E-8B51F45915FB}"/>
                </a:ext>
              </a:extLst>
            </p:cNvPr>
            <p:cNvSpPr/>
            <p:nvPr/>
          </p:nvSpPr>
          <p:spPr>
            <a:xfrm>
              <a:off x="1594009" y="2136052"/>
              <a:ext cx="130393" cy="94912"/>
            </a:xfrm>
            <a:custGeom>
              <a:avLst/>
              <a:gdLst>
                <a:gd name="csX0" fmla="*/ 6653 w 130393"/>
                <a:gd name="csY0" fmla="*/ 6654 h 94912"/>
                <a:gd name="csX1" fmla="*/ 25946 w 130393"/>
                <a:gd name="csY1" fmla="*/ 6654 h 94912"/>
                <a:gd name="csX2" fmla="*/ 19293 w 130393"/>
                <a:gd name="csY2" fmla="*/ 24617 h 94912"/>
                <a:gd name="csX3" fmla="*/ 17075 w 130393"/>
                <a:gd name="csY3" fmla="*/ 43909 h 94912"/>
                <a:gd name="csX4" fmla="*/ 21732 w 130393"/>
                <a:gd name="csY4" fmla="*/ 66749 h 94912"/>
                <a:gd name="csX5" fmla="*/ 35703 w 130393"/>
                <a:gd name="csY5" fmla="*/ 74289 h 94912"/>
                <a:gd name="csX6" fmla="*/ 46902 w 130393"/>
                <a:gd name="csY6" fmla="*/ 68857 h 94912"/>
                <a:gd name="csX7" fmla="*/ 54552 w 130393"/>
                <a:gd name="csY7" fmla="*/ 47013 h 94912"/>
                <a:gd name="csX8" fmla="*/ 56104 w 130393"/>
                <a:gd name="csY8" fmla="*/ 40029 h 94912"/>
                <a:gd name="csX9" fmla="*/ 69299 w 130393"/>
                <a:gd name="csY9" fmla="*/ 9204 h 94912"/>
                <a:gd name="csX10" fmla="*/ 92916 w 130393"/>
                <a:gd name="csY10" fmla="*/ 0 h 94912"/>
                <a:gd name="csX11" fmla="*/ 120303 w 130393"/>
                <a:gd name="csY11" fmla="*/ 13749 h 94912"/>
                <a:gd name="csX12" fmla="*/ 130393 w 130393"/>
                <a:gd name="csY12" fmla="*/ 51337 h 94912"/>
                <a:gd name="csX13" fmla="*/ 128397 w 130393"/>
                <a:gd name="csY13" fmla="*/ 72183 h 94912"/>
                <a:gd name="csX14" fmla="*/ 122632 w 130393"/>
                <a:gd name="csY14" fmla="*/ 94912 h 94912"/>
                <a:gd name="csX15" fmla="*/ 101565 w 130393"/>
                <a:gd name="csY15" fmla="*/ 94912 h 94912"/>
                <a:gd name="csX16" fmla="*/ 110435 w 130393"/>
                <a:gd name="csY16" fmla="*/ 72626 h 94912"/>
                <a:gd name="csX17" fmla="*/ 113318 w 130393"/>
                <a:gd name="csY17" fmla="*/ 50894 h 94912"/>
                <a:gd name="csX18" fmla="*/ 108439 w 130393"/>
                <a:gd name="csY18" fmla="*/ 28719 h 94912"/>
                <a:gd name="csX19" fmla="*/ 94469 w 130393"/>
                <a:gd name="csY19" fmla="*/ 20957 h 94912"/>
                <a:gd name="csX20" fmla="*/ 81717 w 130393"/>
                <a:gd name="csY20" fmla="*/ 26611 h 94912"/>
                <a:gd name="csX21" fmla="*/ 73180 w 130393"/>
                <a:gd name="csY21" fmla="*/ 51117 h 94912"/>
                <a:gd name="csX22" fmla="*/ 71517 w 130393"/>
                <a:gd name="csY22" fmla="*/ 58212 h 94912"/>
                <a:gd name="csX23" fmla="*/ 59320 w 130393"/>
                <a:gd name="csY23" fmla="*/ 85599 h 94912"/>
                <a:gd name="csX24" fmla="*/ 36590 w 130393"/>
                <a:gd name="csY24" fmla="*/ 94025 h 94912"/>
                <a:gd name="csX25" fmla="*/ 9536 w 130393"/>
                <a:gd name="csY25" fmla="*/ 81608 h 94912"/>
                <a:gd name="csX26" fmla="*/ 0 w 130393"/>
                <a:gd name="csY26" fmla="*/ 46348 h 94912"/>
                <a:gd name="csX27" fmla="*/ 1663 w 130393"/>
                <a:gd name="csY27" fmla="*/ 25059 h 94912"/>
                <a:gd name="csX28" fmla="*/ 6653 w 130393"/>
                <a:gd name="csY28" fmla="*/ 6654 h 949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912">
                  <a:moveTo>
                    <a:pt x="6653" y="6654"/>
                  </a:moveTo>
                  <a:lnTo>
                    <a:pt x="25946" y="6654"/>
                  </a:lnTo>
                  <a:cubicBezTo>
                    <a:pt x="22989" y="12420"/>
                    <a:pt x="20771" y="18408"/>
                    <a:pt x="19293" y="24617"/>
                  </a:cubicBezTo>
                  <a:cubicBezTo>
                    <a:pt x="17815" y="30826"/>
                    <a:pt x="17075" y="37256"/>
                    <a:pt x="17075" y="43909"/>
                  </a:cubicBezTo>
                  <a:cubicBezTo>
                    <a:pt x="17075" y="54035"/>
                    <a:pt x="18628" y="61649"/>
                    <a:pt x="21732" y="66749"/>
                  </a:cubicBezTo>
                  <a:cubicBezTo>
                    <a:pt x="24837" y="71776"/>
                    <a:pt x="29494" y="74289"/>
                    <a:pt x="35703" y="74289"/>
                  </a:cubicBezTo>
                  <a:cubicBezTo>
                    <a:pt x="40434" y="74289"/>
                    <a:pt x="44167" y="72478"/>
                    <a:pt x="46902" y="68857"/>
                  </a:cubicBezTo>
                  <a:cubicBezTo>
                    <a:pt x="49563" y="65234"/>
                    <a:pt x="52113" y="57953"/>
                    <a:pt x="54552" y="47013"/>
                  </a:cubicBezTo>
                  <a:lnTo>
                    <a:pt x="56104" y="40029"/>
                  </a:lnTo>
                  <a:cubicBezTo>
                    <a:pt x="59209" y="25540"/>
                    <a:pt x="63607" y="15265"/>
                    <a:pt x="69299" y="9204"/>
                  </a:cubicBezTo>
                  <a:cubicBezTo>
                    <a:pt x="74917" y="3068"/>
                    <a:pt x="82789" y="0"/>
                    <a:pt x="92916" y="0"/>
                  </a:cubicBezTo>
                  <a:cubicBezTo>
                    <a:pt x="104448" y="0"/>
                    <a:pt x="113577" y="4583"/>
                    <a:pt x="120303" y="13749"/>
                  </a:cubicBezTo>
                  <a:cubicBezTo>
                    <a:pt x="127030" y="22841"/>
                    <a:pt x="130393" y="35370"/>
                    <a:pt x="130393" y="51337"/>
                  </a:cubicBezTo>
                  <a:cubicBezTo>
                    <a:pt x="130393" y="57991"/>
                    <a:pt x="129728" y="64939"/>
                    <a:pt x="128397" y="72183"/>
                  </a:cubicBezTo>
                  <a:cubicBezTo>
                    <a:pt x="127141" y="79353"/>
                    <a:pt x="125219" y="86929"/>
                    <a:pt x="122632" y="94912"/>
                  </a:cubicBezTo>
                  <a:lnTo>
                    <a:pt x="101565" y="94912"/>
                  </a:lnTo>
                  <a:cubicBezTo>
                    <a:pt x="105482" y="87374"/>
                    <a:pt x="108439" y="79945"/>
                    <a:pt x="110435" y="72626"/>
                  </a:cubicBezTo>
                  <a:cubicBezTo>
                    <a:pt x="112357" y="65308"/>
                    <a:pt x="113318" y="58064"/>
                    <a:pt x="113318" y="50894"/>
                  </a:cubicBezTo>
                  <a:cubicBezTo>
                    <a:pt x="113318" y="41285"/>
                    <a:pt x="111692" y="33893"/>
                    <a:pt x="108439" y="28719"/>
                  </a:cubicBezTo>
                  <a:cubicBezTo>
                    <a:pt x="105113" y="23544"/>
                    <a:pt x="100456" y="20957"/>
                    <a:pt x="94469" y="20957"/>
                  </a:cubicBezTo>
                  <a:cubicBezTo>
                    <a:pt x="88925" y="20957"/>
                    <a:pt x="84674" y="22842"/>
                    <a:pt x="81717" y="26611"/>
                  </a:cubicBezTo>
                  <a:cubicBezTo>
                    <a:pt x="78761" y="30308"/>
                    <a:pt x="75915" y="38476"/>
                    <a:pt x="73180" y="51117"/>
                  </a:cubicBezTo>
                  <a:lnTo>
                    <a:pt x="71517" y="58212"/>
                  </a:lnTo>
                  <a:cubicBezTo>
                    <a:pt x="68856" y="70852"/>
                    <a:pt x="64790" y="79981"/>
                    <a:pt x="59320" y="85599"/>
                  </a:cubicBezTo>
                  <a:cubicBezTo>
                    <a:pt x="53776" y="91217"/>
                    <a:pt x="46199" y="94025"/>
                    <a:pt x="36590" y="94025"/>
                  </a:cubicBezTo>
                  <a:cubicBezTo>
                    <a:pt x="24911" y="94025"/>
                    <a:pt x="15893" y="89886"/>
                    <a:pt x="9536" y="81608"/>
                  </a:cubicBezTo>
                  <a:cubicBezTo>
                    <a:pt x="3178" y="73328"/>
                    <a:pt x="0" y="61575"/>
                    <a:pt x="0" y="46348"/>
                  </a:cubicBezTo>
                  <a:cubicBezTo>
                    <a:pt x="0" y="38808"/>
                    <a:pt x="554" y="31712"/>
                    <a:pt x="1663" y="25059"/>
                  </a:cubicBezTo>
                  <a:cubicBezTo>
                    <a:pt x="2772" y="18407"/>
                    <a:pt x="4435" y="12272"/>
                    <a:pt x="6653" y="6654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sp>
        <p:nvSpPr>
          <p:cNvPr id="337" name="Freeform 336">
            <a:extLst>
              <a:ext uri="{FF2B5EF4-FFF2-40B4-BE49-F238E27FC236}">
                <a16:creationId xmlns:a16="http://schemas.microsoft.com/office/drawing/2014/main" id="{CDB594B8-8901-A009-A8BB-DE493F53C96A}"/>
              </a:ext>
            </a:extLst>
          </p:cNvPr>
          <p:cNvSpPr/>
          <p:nvPr/>
        </p:nvSpPr>
        <p:spPr>
          <a:xfrm>
            <a:off x="3370536" y="1769176"/>
            <a:ext cx="3627803" cy="2338692"/>
          </a:xfrm>
          <a:custGeom>
            <a:avLst/>
            <a:gdLst>
              <a:gd name="csX0" fmla="*/ 0 w 3627803"/>
              <a:gd name="csY0" fmla="*/ 2338692 h 2338692"/>
              <a:gd name="csX1" fmla="*/ 74036 w 3627803"/>
              <a:gd name="csY1" fmla="*/ 2259121 h 2338692"/>
              <a:gd name="csX2" fmla="*/ 148074 w 3627803"/>
              <a:gd name="csY2" fmla="*/ 2153148 h 2338692"/>
              <a:gd name="csX3" fmla="*/ 222111 w 3627803"/>
              <a:gd name="csY3" fmla="*/ 2118123 h 2338692"/>
              <a:gd name="csX4" fmla="*/ 296147 w 3627803"/>
              <a:gd name="csY4" fmla="*/ 2273664 h 2338692"/>
              <a:gd name="csX5" fmla="*/ 370185 w 3627803"/>
              <a:gd name="csY5" fmla="*/ 2141038 h 2338692"/>
              <a:gd name="csX6" fmla="*/ 444221 w 3627803"/>
              <a:gd name="csY6" fmla="*/ 2134083 h 2338692"/>
              <a:gd name="csX7" fmla="*/ 518258 w 3627803"/>
              <a:gd name="csY7" fmla="*/ 1867550 h 2338692"/>
              <a:gd name="csX8" fmla="*/ 592294 w 3627803"/>
              <a:gd name="csY8" fmla="*/ 1959230 h 2338692"/>
              <a:gd name="csX9" fmla="*/ 666332 w 3627803"/>
              <a:gd name="csY9" fmla="*/ 1899834 h 2338692"/>
              <a:gd name="csX10" fmla="*/ 740370 w 3627803"/>
              <a:gd name="csY10" fmla="*/ 1814189 h 2338692"/>
              <a:gd name="csX11" fmla="*/ 814405 w 3627803"/>
              <a:gd name="csY11" fmla="*/ 1834269 h 2338692"/>
              <a:gd name="csX12" fmla="*/ 888443 w 3627803"/>
              <a:gd name="csY12" fmla="*/ 1754867 h 2338692"/>
              <a:gd name="csX13" fmla="*/ 962479 w 3627803"/>
              <a:gd name="csY13" fmla="*/ 1789473 h 2338692"/>
              <a:gd name="csX14" fmla="*/ 1036517 w 3627803"/>
              <a:gd name="csY14" fmla="*/ 1662127 h 2338692"/>
              <a:gd name="csX15" fmla="*/ 1110553 w 3627803"/>
              <a:gd name="csY15" fmla="*/ 1671236 h 2338692"/>
              <a:gd name="csX16" fmla="*/ 1184588 w 3627803"/>
              <a:gd name="csY16" fmla="*/ 1673000 h 2338692"/>
              <a:gd name="csX17" fmla="*/ 1258622 w 3627803"/>
              <a:gd name="csY17" fmla="*/ 1676029 h 2338692"/>
              <a:gd name="csX18" fmla="*/ 1332656 w 3627803"/>
              <a:gd name="csY18" fmla="*/ 1622426 h 2338692"/>
              <a:gd name="csX19" fmla="*/ 1406709 w 3627803"/>
              <a:gd name="csY19" fmla="*/ 1506926 h 2338692"/>
              <a:gd name="csX20" fmla="*/ 1480743 w 3627803"/>
              <a:gd name="csY20" fmla="*/ 1409639 h 2338692"/>
              <a:gd name="csX21" fmla="*/ 1554777 w 3627803"/>
              <a:gd name="csY21" fmla="*/ 1385542 h 2338692"/>
              <a:gd name="csX22" fmla="*/ 1628811 w 3627803"/>
              <a:gd name="csY22" fmla="*/ 1453249 h 2338692"/>
              <a:gd name="csX23" fmla="*/ 1702845 w 3627803"/>
              <a:gd name="csY23" fmla="*/ 1356339 h 2338692"/>
              <a:gd name="csX24" fmla="*/ 1776879 w 3627803"/>
              <a:gd name="csY24" fmla="*/ 1342731 h 2338692"/>
              <a:gd name="csX25" fmla="*/ 1850913 w 3627803"/>
              <a:gd name="csY25" fmla="*/ 1255785 h 2338692"/>
              <a:gd name="csX26" fmla="*/ 1924966 w 3627803"/>
              <a:gd name="csY26" fmla="*/ 1132202 h 2338692"/>
              <a:gd name="csX27" fmla="*/ 1999000 w 3627803"/>
              <a:gd name="csY27" fmla="*/ 1080982 h 2338692"/>
              <a:gd name="csX28" fmla="*/ 2073034 w 3627803"/>
              <a:gd name="csY28" fmla="*/ 1135486 h 2338692"/>
              <a:gd name="csX29" fmla="*/ 2147068 w 3627803"/>
              <a:gd name="csY29" fmla="*/ 1036575 h 2338692"/>
              <a:gd name="csX30" fmla="*/ 2221101 w 3627803"/>
              <a:gd name="csY30" fmla="*/ 936734 h 2338692"/>
              <a:gd name="csX31" fmla="*/ 2295135 w 3627803"/>
              <a:gd name="csY31" fmla="*/ 866492 h 2338692"/>
              <a:gd name="csX32" fmla="*/ 2369189 w 3627803"/>
              <a:gd name="csY32" fmla="*/ 937106 h 2338692"/>
              <a:gd name="csX33" fmla="*/ 2443222 w 3627803"/>
              <a:gd name="csY33" fmla="*/ 876831 h 2338692"/>
              <a:gd name="csX34" fmla="*/ 2517256 w 3627803"/>
              <a:gd name="csY34" fmla="*/ 828527 h 2338692"/>
              <a:gd name="csX35" fmla="*/ 2591290 w 3627803"/>
              <a:gd name="csY35" fmla="*/ 877164 h 2338692"/>
              <a:gd name="csX36" fmla="*/ 2665324 w 3627803"/>
              <a:gd name="csY36" fmla="*/ 795729 h 2338692"/>
              <a:gd name="csX37" fmla="*/ 2739358 w 3627803"/>
              <a:gd name="csY37" fmla="*/ 831880 h 2338692"/>
              <a:gd name="csX38" fmla="*/ 2813411 w 3627803"/>
              <a:gd name="csY38" fmla="*/ 787751 h 2338692"/>
              <a:gd name="csX39" fmla="*/ 2887445 w 3627803"/>
              <a:gd name="csY39" fmla="*/ 620943 h 2338692"/>
              <a:gd name="csX40" fmla="*/ 2961479 w 3627803"/>
              <a:gd name="csY40" fmla="*/ 644584 h 2338692"/>
              <a:gd name="csX41" fmla="*/ 3035513 w 3627803"/>
              <a:gd name="csY41" fmla="*/ 415663 h 2338692"/>
              <a:gd name="csX42" fmla="*/ 3109547 w 3627803"/>
              <a:gd name="csY42" fmla="*/ 452893 h 2338692"/>
              <a:gd name="csX43" fmla="*/ 3183580 w 3627803"/>
              <a:gd name="csY43" fmla="*/ 495407 h 2338692"/>
              <a:gd name="csX44" fmla="*/ 3257615 w 3627803"/>
              <a:gd name="csY44" fmla="*/ 369329 h 2338692"/>
              <a:gd name="csX45" fmla="*/ 3331667 w 3627803"/>
              <a:gd name="csY45" fmla="*/ 413117 h 2338692"/>
              <a:gd name="csX46" fmla="*/ 3405701 w 3627803"/>
              <a:gd name="csY46" fmla="*/ 247725 h 2338692"/>
              <a:gd name="csX47" fmla="*/ 3479735 w 3627803"/>
              <a:gd name="csY47" fmla="*/ 267157 h 2338692"/>
              <a:gd name="csX48" fmla="*/ 3553769 w 3627803"/>
              <a:gd name="csY48" fmla="*/ 149940 h 2338692"/>
              <a:gd name="csX49" fmla="*/ 3627803 w 3627803"/>
              <a:gd name="csY49" fmla="*/ 251156 h 2338692"/>
              <a:gd name="csX50" fmla="*/ 3627803 w 3627803"/>
              <a:gd name="csY50" fmla="*/ 100887 h 2338692"/>
              <a:gd name="csX51" fmla="*/ 3553769 w 3627803"/>
              <a:gd name="csY51" fmla="*/ 0 h 2338692"/>
              <a:gd name="csX52" fmla="*/ 3479735 w 3627803"/>
              <a:gd name="csY52" fmla="*/ 104321 h 2338692"/>
              <a:gd name="csX53" fmla="*/ 3405701 w 3627803"/>
              <a:gd name="csY53" fmla="*/ 102019 h 2338692"/>
              <a:gd name="csX54" fmla="*/ 3331667 w 3627803"/>
              <a:gd name="csY54" fmla="*/ 260947 h 2338692"/>
              <a:gd name="csX55" fmla="*/ 3257615 w 3627803"/>
              <a:gd name="csY55" fmla="*/ 208844 h 2338692"/>
              <a:gd name="csX56" fmla="*/ 3183580 w 3627803"/>
              <a:gd name="csY56" fmla="*/ 337062 h 2338692"/>
              <a:gd name="csX57" fmla="*/ 3109547 w 3627803"/>
              <a:gd name="csY57" fmla="*/ 301899 h 2338692"/>
              <a:gd name="csX58" fmla="*/ 3035513 w 3627803"/>
              <a:gd name="csY58" fmla="*/ 265674 h 2338692"/>
              <a:gd name="csX59" fmla="*/ 2961479 w 3627803"/>
              <a:gd name="csY59" fmla="*/ 485415 h 2338692"/>
              <a:gd name="csX60" fmla="*/ 2887445 w 3627803"/>
              <a:gd name="csY60" fmla="*/ 466466 h 2338692"/>
              <a:gd name="csX61" fmla="*/ 2813411 w 3627803"/>
              <a:gd name="csY61" fmla="*/ 629775 h 2338692"/>
              <a:gd name="csX62" fmla="*/ 2739358 w 3627803"/>
              <a:gd name="csY62" fmla="*/ 681465 h 2338692"/>
              <a:gd name="csX63" fmla="*/ 2665324 w 3627803"/>
              <a:gd name="csY63" fmla="*/ 634895 h 2338692"/>
              <a:gd name="csX64" fmla="*/ 2591290 w 3627803"/>
              <a:gd name="csY64" fmla="*/ 721557 h 2338692"/>
              <a:gd name="csX65" fmla="*/ 2517256 w 3627803"/>
              <a:gd name="csY65" fmla="*/ 666787 h 2338692"/>
              <a:gd name="csX66" fmla="*/ 2443222 w 3627803"/>
              <a:gd name="csY66" fmla="*/ 720988 h 2338692"/>
              <a:gd name="csX67" fmla="*/ 2369189 w 3627803"/>
              <a:gd name="csY67" fmla="*/ 785344 h 2338692"/>
              <a:gd name="csX68" fmla="*/ 2295135 w 3627803"/>
              <a:gd name="csY68" fmla="*/ 712747 h 2338692"/>
              <a:gd name="csX69" fmla="*/ 2221101 w 3627803"/>
              <a:gd name="csY69" fmla="*/ 781957 h 2338692"/>
              <a:gd name="csX70" fmla="*/ 2147068 w 3627803"/>
              <a:gd name="csY70" fmla="*/ 873275 h 2338692"/>
              <a:gd name="csX71" fmla="*/ 2073034 w 3627803"/>
              <a:gd name="csY71" fmla="*/ 981647 h 2338692"/>
              <a:gd name="csX72" fmla="*/ 1999000 w 3627803"/>
              <a:gd name="csY72" fmla="*/ 929802 h 2338692"/>
              <a:gd name="csX73" fmla="*/ 1924966 w 3627803"/>
              <a:gd name="csY73" fmla="*/ 980787 h 2338692"/>
              <a:gd name="csX74" fmla="*/ 1850913 w 3627803"/>
              <a:gd name="csY74" fmla="*/ 1105964 h 2338692"/>
              <a:gd name="csX75" fmla="*/ 1776879 w 3627803"/>
              <a:gd name="csY75" fmla="*/ 1188262 h 2338692"/>
              <a:gd name="csX76" fmla="*/ 1702845 w 3627803"/>
              <a:gd name="csY76" fmla="*/ 1204006 h 2338692"/>
              <a:gd name="csX77" fmla="*/ 1628811 w 3627803"/>
              <a:gd name="csY77" fmla="*/ 1296351 h 2338692"/>
              <a:gd name="csX78" fmla="*/ 1554777 w 3627803"/>
              <a:gd name="csY78" fmla="*/ 1225739 h 2338692"/>
              <a:gd name="csX79" fmla="*/ 1480743 w 3627803"/>
              <a:gd name="csY79" fmla="*/ 1252126 h 2338692"/>
              <a:gd name="csX80" fmla="*/ 1406709 w 3627803"/>
              <a:gd name="csY80" fmla="*/ 1345059 h 2338692"/>
              <a:gd name="csX81" fmla="*/ 1332656 w 3627803"/>
              <a:gd name="csY81" fmla="*/ 1457141 h 2338692"/>
              <a:gd name="csX82" fmla="*/ 1258622 w 3627803"/>
              <a:gd name="csY82" fmla="*/ 1522311 h 2338692"/>
              <a:gd name="csX83" fmla="*/ 1184588 w 3627803"/>
              <a:gd name="csY83" fmla="*/ 1519363 h 2338692"/>
              <a:gd name="csX84" fmla="*/ 1110553 w 3627803"/>
              <a:gd name="csY84" fmla="*/ 1514856 h 2338692"/>
              <a:gd name="csX85" fmla="*/ 1036517 w 3627803"/>
              <a:gd name="csY85" fmla="*/ 1507754 h 2338692"/>
              <a:gd name="csX86" fmla="*/ 962479 w 3627803"/>
              <a:gd name="csY86" fmla="*/ 1636393 h 2338692"/>
              <a:gd name="csX87" fmla="*/ 888443 w 3627803"/>
              <a:gd name="csY87" fmla="*/ 1601057 h 2338692"/>
              <a:gd name="csX88" fmla="*/ 814405 w 3627803"/>
              <a:gd name="csY88" fmla="*/ 1678735 h 2338692"/>
              <a:gd name="csX89" fmla="*/ 740370 w 3627803"/>
              <a:gd name="csY89" fmla="*/ 1651752 h 2338692"/>
              <a:gd name="csX90" fmla="*/ 666332 w 3627803"/>
              <a:gd name="csY90" fmla="*/ 1744568 h 2338692"/>
              <a:gd name="csX91" fmla="*/ 592294 w 3627803"/>
              <a:gd name="csY91" fmla="*/ 1811009 h 2338692"/>
              <a:gd name="csX92" fmla="*/ 518258 w 3627803"/>
              <a:gd name="csY92" fmla="*/ 1708653 h 2338692"/>
              <a:gd name="csX93" fmla="*/ 444221 w 3627803"/>
              <a:gd name="csY93" fmla="*/ 1973485 h 2338692"/>
              <a:gd name="csX94" fmla="*/ 370185 w 3627803"/>
              <a:gd name="csY94" fmla="*/ 1988334 h 2338692"/>
              <a:gd name="csX95" fmla="*/ 296147 w 3627803"/>
              <a:gd name="csY95" fmla="*/ 2117797 h 2338692"/>
              <a:gd name="csX96" fmla="*/ 222111 w 3627803"/>
              <a:gd name="csY96" fmla="*/ 1962468 h 2338692"/>
              <a:gd name="csX97" fmla="*/ 148074 w 3627803"/>
              <a:gd name="csY97" fmla="*/ 1996707 h 2338692"/>
              <a:gd name="csX98" fmla="*/ 74036 w 3627803"/>
              <a:gd name="csY98" fmla="*/ 2102393 h 2338692"/>
              <a:gd name="csX99" fmla="*/ 0 w 3627803"/>
              <a:gd name="csY99" fmla="*/ 2182577 h 2338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3627803" h="2338692">
                <a:moveTo>
                  <a:pt x="0" y="2338692"/>
                </a:moveTo>
                <a:lnTo>
                  <a:pt x="74036" y="2259121"/>
                </a:lnTo>
                <a:lnTo>
                  <a:pt x="148074" y="2153148"/>
                </a:lnTo>
                <a:lnTo>
                  <a:pt x="222111" y="2118123"/>
                </a:lnTo>
                <a:lnTo>
                  <a:pt x="296147" y="2273664"/>
                </a:lnTo>
                <a:lnTo>
                  <a:pt x="370185" y="2141038"/>
                </a:lnTo>
                <a:lnTo>
                  <a:pt x="444221" y="2134083"/>
                </a:lnTo>
                <a:lnTo>
                  <a:pt x="518258" y="1867550"/>
                </a:lnTo>
                <a:lnTo>
                  <a:pt x="592294" y="1959230"/>
                </a:lnTo>
                <a:lnTo>
                  <a:pt x="666332" y="1899834"/>
                </a:lnTo>
                <a:lnTo>
                  <a:pt x="740370" y="1814189"/>
                </a:lnTo>
                <a:lnTo>
                  <a:pt x="814405" y="1834269"/>
                </a:lnTo>
                <a:lnTo>
                  <a:pt x="888443" y="1754867"/>
                </a:lnTo>
                <a:lnTo>
                  <a:pt x="962479" y="1789473"/>
                </a:lnTo>
                <a:lnTo>
                  <a:pt x="1036517" y="1662127"/>
                </a:lnTo>
                <a:lnTo>
                  <a:pt x="1110553" y="1671236"/>
                </a:lnTo>
                <a:lnTo>
                  <a:pt x="1184588" y="1673000"/>
                </a:lnTo>
                <a:lnTo>
                  <a:pt x="1258622" y="1676029"/>
                </a:lnTo>
                <a:lnTo>
                  <a:pt x="1332656" y="1622426"/>
                </a:lnTo>
                <a:lnTo>
                  <a:pt x="1406709" y="1506926"/>
                </a:lnTo>
                <a:lnTo>
                  <a:pt x="1480743" y="1409639"/>
                </a:lnTo>
                <a:lnTo>
                  <a:pt x="1554777" y="1385542"/>
                </a:lnTo>
                <a:lnTo>
                  <a:pt x="1628811" y="1453249"/>
                </a:lnTo>
                <a:lnTo>
                  <a:pt x="1702845" y="1356339"/>
                </a:lnTo>
                <a:lnTo>
                  <a:pt x="1776879" y="1342731"/>
                </a:lnTo>
                <a:lnTo>
                  <a:pt x="1850913" y="1255785"/>
                </a:lnTo>
                <a:lnTo>
                  <a:pt x="1924966" y="1132202"/>
                </a:lnTo>
                <a:lnTo>
                  <a:pt x="1999000" y="1080982"/>
                </a:lnTo>
                <a:lnTo>
                  <a:pt x="2073034" y="1135486"/>
                </a:lnTo>
                <a:lnTo>
                  <a:pt x="2147068" y="1036575"/>
                </a:lnTo>
                <a:lnTo>
                  <a:pt x="2221101" y="936734"/>
                </a:lnTo>
                <a:lnTo>
                  <a:pt x="2295135" y="866492"/>
                </a:lnTo>
                <a:lnTo>
                  <a:pt x="2369189" y="937106"/>
                </a:lnTo>
                <a:lnTo>
                  <a:pt x="2443222" y="876831"/>
                </a:lnTo>
                <a:lnTo>
                  <a:pt x="2517256" y="828527"/>
                </a:lnTo>
                <a:lnTo>
                  <a:pt x="2591290" y="877164"/>
                </a:lnTo>
                <a:lnTo>
                  <a:pt x="2665324" y="795729"/>
                </a:lnTo>
                <a:lnTo>
                  <a:pt x="2739358" y="831880"/>
                </a:lnTo>
                <a:lnTo>
                  <a:pt x="2813411" y="787751"/>
                </a:lnTo>
                <a:lnTo>
                  <a:pt x="2887445" y="620943"/>
                </a:lnTo>
                <a:lnTo>
                  <a:pt x="2961479" y="644584"/>
                </a:lnTo>
                <a:lnTo>
                  <a:pt x="3035513" y="415663"/>
                </a:lnTo>
                <a:lnTo>
                  <a:pt x="3109547" y="452893"/>
                </a:lnTo>
                <a:lnTo>
                  <a:pt x="3183580" y="495407"/>
                </a:lnTo>
                <a:lnTo>
                  <a:pt x="3257615" y="369329"/>
                </a:lnTo>
                <a:lnTo>
                  <a:pt x="3331667" y="413117"/>
                </a:lnTo>
                <a:lnTo>
                  <a:pt x="3405701" y="247725"/>
                </a:lnTo>
                <a:lnTo>
                  <a:pt x="3479735" y="267157"/>
                </a:lnTo>
                <a:lnTo>
                  <a:pt x="3553769" y="149940"/>
                </a:lnTo>
                <a:lnTo>
                  <a:pt x="3627803" y="251156"/>
                </a:lnTo>
                <a:lnTo>
                  <a:pt x="3627803" y="100887"/>
                </a:lnTo>
                <a:lnTo>
                  <a:pt x="3553769" y="0"/>
                </a:lnTo>
                <a:lnTo>
                  <a:pt x="3479735" y="104321"/>
                </a:lnTo>
                <a:lnTo>
                  <a:pt x="3405701" y="102019"/>
                </a:lnTo>
                <a:lnTo>
                  <a:pt x="3331667" y="260947"/>
                </a:lnTo>
                <a:lnTo>
                  <a:pt x="3257615" y="208844"/>
                </a:lnTo>
                <a:lnTo>
                  <a:pt x="3183580" y="337062"/>
                </a:lnTo>
                <a:lnTo>
                  <a:pt x="3109547" y="301899"/>
                </a:lnTo>
                <a:lnTo>
                  <a:pt x="3035513" y="265674"/>
                </a:lnTo>
                <a:lnTo>
                  <a:pt x="2961479" y="485415"/>
                </a:lnTo>
                <a:lnTo>
                  <a:pt x="2887445" y="466466"/>
                </a:lnTo>
                <a:lnTo>
                  <a:pt x="2813411" y="629775"/>
                </a:lnTo>
                <a:lnTo>
                  <a:pt x="2739358" y="681465"/>
                </a:lnTo>
                <a:lnTo>
                  <a:pt x="2665324" y="634895"/>
                </a:lnTo>
                <a:lnTo>
                  <a:pt x="2591290" y="721557"/>
                </a:lnTo>
                <a:lnTo>
                  <a:pt x="2517256" y="666787"/>
                </a:lnTo>
                <a:lnTo>
                  <a:pt x="2443222" y="720988"/>
                </a:lnTo>
                <a:lnTo>
                  <a:pt x="2369189" y="785344"/>
                </a:lnTo>
                <a:lnTo>
                  <a:pt x="2295135" y="712747"/>
                </a:lnTo>
                <a:lnTo>
                  <a:pt x="2221101" y="781957"/>
                </a:lnTo>
                <a:lnTo>
                  <a:pt x="2147068" y="873275"/>
                </a:lnTo>
                <a:lnTo>
                  <a:pt x="2073034" y="981647"/>
                </a:lnTo>
                <a:lnTo>
                  <a:pt x="1999000" y="929802"/>
                </a:lnTo>
                <a:lnTo>
                  <a:pt x="1924966" y="980787"/>
                </a:lnTo>
                <a:lnTo>
                  <a:pt x="1850913" y="1105964"/>
                </a:lnTo>
                <a:lnTo>
                  <a:pt x="1776879" y="1188262"/>
                </a:lnTo>
                <a:lnTo>
                  <a:pt x="1702845" y="1204006"/>
                </a:lnTo>
                <a:lnTo>
                  <a:pt x="1628811" y="1296351"/>
                </a:lnTo>
                <a:lnTo>
                  <a:pt x="1554777" y="1225739"/>
                </a:lnTo>
                <a:lnTo>
                  <a:pt x="1480743" y="1252126"/>
                </a:lnTo>
                <a:lnTo>
                  <a:pt x="1406709" y="1345059"/>
                </a:lnTo>
                <a:lnTo>
                  <a:pt x="1332656" y="1457141"/>
                </a:lnTo>
                <a:lnTo>
                  <a:pt x="1258622" y="1522311"/>
                </a:lnTo>
                <a:lnTo>
                  <a:pt x="1184588" y="1519363"/>
                </a:lnTo>
                <a:lnTo>
                  <a:pt x="1110553" y="1514856"/>
                </a:lnTo>
                <a:lnTo>
                  <a:pt x="1036517" y="1507754"/>
                </a:lnTo>
                <a:lnTo>
                  <a:pt x="962479" y="1636393"/>
                </a:lnTo>
                <a:lnTo>
                  <a:pt x="888443" y="1601057"/>
                </a:lnTo>
                <a:lnTo>
                  <a:pt x="814405" y="1678735"/>
                </a:lnTo>
                <a:lnTo>
                  <a:pt x="740370" y="1651752"/>
                </a:lnTo>
                <a:lnTo>
                  <a:pt x="666332" y="1744568"/>
                </a:lnTo>
                <a:lnTo>
                  <a:pt x="592294" y="1811009"/>
                </a:lnTo>
                <a:lnTo>
                  <a:pt x="518258" y="1708653"/>
                </a:lnTo>
                <a:lnTo>
                  <a:pt x="444221" y="1973485"/>
                </a:lnTo>
                <a:lnTo>
                  <a:pt x="370185" y="1988334"/>
                </a:lnTo>
                <a:lnTo>
                  <a:pt x="296147" y="2117797"/>
                </a:lnTo>
                <a:lnTo>
                  <a:pt x="222111" y="1962468"/>
                </a:lnTo>
                <a:lnTo>
                  <a:pt x="148074" y="1996707"/>
                </a:lnTo>
                <a:lnTo>
                  <a:pt x="74036" y="2102393"/>
                </a:lnTo>
                <a:lnTo>
                  <a:pt x="0" y="2182577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913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2133D4F6-E519-1177-187C-05019DCE480A}"/>
              </a:ext>
            </a:extLst>
          </p:cNvPr>
          <p:cNvSpPr/>
          <p:nvPr/>
        </p:nvSpPr>
        <p:spPr>
          <a:xfrm>
            <a:off x="3407555" y="1811911"/>
            <a:ext cx="3627801" cy="2264669"/>
          </a:xfrm>
          <a:custGeom>
            <a:avLst/>
            <a:gdLst>
              <a:gd name="csX0" fmla="*/ 0 w 3627801"/>
              <a:gd name="csY0" fmla="*/ 2264669 h 2264669"/>
              <a:gd name="csX1" fmla="*/ 74036 w 3627801"/>
              <a:gd name="csY1" fmla="*/ 2167069 h 2264669"/>
              <a:gd name="csX2" fmla="*/ 148074 w 3627801"/>
              <a:gd name="csY2" fmla="*/ 2064985 h 2264669"/>
              <a:gd name="csX3" fmla="*/ 222109 w 3627801"/>
              <a:gd name="csY3" fmla="*/ 2039176 h 2264669"/>
              <a:gd name="csX4" fmla="*/ 296147 w 3627801"/>
              <a:gd name="csY4" fmla="*/ 2201595 h 2264669"/>
              <a:gd name="csX5" fmla="*/ 370183 w 3627801"/>
              <a:gd name="csY5" fmla="*/ 2053393 h 2264669"/>
              <a:gd name="csX6" fmla="*/ 444221 w 3627801"/>
              <a:gd name="csY6" fmla="*/ 2087248 h 2264669"/>
              <a:gd name="csX7" fmla="*/ 518258 w 3627801"/>
              <a:gd name="csY7" fmla="*/ 1829088 h 2264669"/>
              <a:gd name="csX8" fmla="*/ 592294 w 3627801"/>
              <a:gd name="csY8" fmla="*/ 1911284 h 2264669"/>
              <a:gd name="csX9" fmla="*/ 666332 w 3627801"/>
              <a:gd name="csY9" fmla="*/ 1847060 h 2264669"/>
              <a:gd name="csX10" fmla="*/ 740368 w 3627801"/>
              <a:gd name="csY10" fmla="*/ 1779866 h 2264669"/>
              <a:gd name="csX11" fmla="*/ 814406 w 3627801"/>
              <a:gd name="csY11" fmla="*/ 1800137 h 2264669"/>
              <a:gd name="csX12" fmla="*/ 888441 w 3627801"/>
              <a:gd name="csY12" fmla="*/ 1748769 h 2264669"/>
              <a:gd name="csX13" fmla="*/ 962479 w 3627801"/>
              <a:gd name="csY13" fmla="*/ 1748674 h 2264669"/>
              <a:gd name="csX14" fmla="*/ 1036517 w 3627801"/>
              <a:gd name="csY14" fmla="*/ 1648442 h 2264669"/>
              <a:gd name="csX15" fmla="*/ 1110553 w 3627801"/>
              <a:gd name="csY15" fmla="*/ 1669135 h 2264669"/>
              <a:gd name="csX16" fmla="*/ 1184587 w 3627801"/>
              <a:gd name="csY16" fmla="*/ 1672860 h 2264669"/>
              <a:gd name="csX17" fmla="*/ 1258620 w 3627801"/>
              <a:gd name="csY17" fmla="*/ 1652682 h 2264669"/>
              <a:gd name="csX18" fmla="*/ 1332654 w 3627801"/>
              <a:gd name="csY18" fmla="*/ 1624230 h 2264669"/>
              <a:gd name="csX19" fmla="*/ 1406707 w 3627801"/>
              <a:gd name="csY19" fmla="*/ 1515457 h 2264669"/>
              <a:gd name="csX20" fmla="*/ 1480741 w 3627801"/>
              <a:gd name="csY20" fmla="*/ 1436810 h 2264669"/>
              <a:gd name="csX21" fmla="*/ 1554775 w 3627801"/>
              <a:gd name="csY21" fmla="*/ 1423683 h 2264669"/>
              <a:gd name="csX22" fmla="*/ 1628809 w 3627801"/>
              <a:gd name="csY22" fmla="*/ 1486100 h 2264669"/>
              <a:gd name="csX23" fmla="*/ 1702843 w 3627801"/>
              <a:gd name="csY23" fmla="*/ 1392194 h 2264669"/>
              <a:gd name="csX24" fmla="*/ 1776877 w 3627801"/>
              <a:gd name="csY24" fmla="*/ 1378410 h 2264669"/>
              <a:gd name="csX25" fmla="*/ 1850930 w 3627801"/>
              <a:gd name="csY25" fmla="*/ 1302455 h 2264669"/>
              <a:gd name="csX26" fmla="*/ 1924964 w 3627801"/>
              <a:gd name="csY26" fmla="*/ 1189078 h 2264669"/>
              <a:gd name="csX27" fmla="*/ 1998998 w 3627801"/>
              <a:gd name="csY27" fmla="*/ 1152873 h 2264669"/>
              <a:gd name="csX28" fmla="*/ 2073032 w 3627801"/>
              <a:gd name="csY28" fmla="*/ 1207437 h 2264669"/>
              <a:gd name="csX29" fmla="*/ 2147066 w 3627801"/>
              <a:gd name="csY29" fmla="*/ 1122993 h 2264669"/>
              <a:gd name="csX30" fmla="*/ 2221100 w 3627801"/>
              <a:gd name="csY30" fmla="*/ 1030853 h 2264669"/>
              <a:gd name="csX31" fmla="*/ 2295153 w 3627801"/>
              <a:gd name="csY31" fmla="*/ 974262 h 2264669"/>
              <a:gd name="csX32" fmla="*/ 2369186 w 3627801"/>
              <a:gd name="csY32" fmla="*/ 1034103 h 2264669"/>
              <a:gd name="csX33" fmla="*/ 2443220 w 3627801"/>
              <a:gd name="csY33" fmla="*/ 988366 h 2264669"/>
              <a:gd name="csX34" fmla="*/ 2517254 w 3627801"/>
              <a:gd name="csY34" fmla="*/ 960992 h 2264669"/>
              <a:gd name="csX35" fmla="*/ 2591288 w 3627801"/>
              <a:gd name="csY35" fmla="*/ 982591 h 2264669"/>
              <a:gd name="csX36" fmla="*/ 2665322 w 3627801"/>
              <a:gd name="csY36" fmla="*/ 907745 h 2264669"/>
              <a:gd name="csX37" fmla="*/ 2739356 w 3627801"/>
              <a:gd name="csY37" fmla="*/ 954154 h 2264669"/>
              <a:gd name="csX38" fmla="*/ 2813409 w 3627801"/>
              <a:gd name="csY38" fmla="*/ 911217 h 2264669"/>
              <a:gd name="csX39" fmla="*/ 2887443 w 3627801"/>
              <a:gd name="csY39" fmla="*/ 783878 h 2264669"/>
              <a:gd name="csX40" fmla="*/ 2961477 w 3627801"/>
              <a:gd name="csY40" fmla="*/ 794404 h 2264669"/>
              <a:gd name="csX41" fmla="*/ 3035511 w 3627801"/>
              <a:gd name="csY41" fmla="*/ 608799 h 2264669"/>
              <a:gd name="csX42" fmla="*/ 3109545 w 3627801"/>
              <a:gd name="csY42" fmla="*/ 629794 h 2264669"/>
              <a:gd name="csX43" fmla="*/ 3183579 w 3627801"/>
              <a:gd name="csY43" fmla="*/ 689579 h 2264669"/>
              <a:gd name="csX44" fmla="*/ 3257632 w 3627801"/>
              <a:gd name="csY44" fmla="*/ 589277 h 2264669"/>
              <a:gd name="csX45" fmla="*/ 3331666 w 3627801"/>
              <a:gd name="csY45" fmla="*/ 608310 h 2264669"/>
              <a:gd name="csX46" fmla="*/ 3405699 w 3627801"/>
              <a:gd name="csY46" fmla="*/ 491385 h 2264669"/>
              <a:gd name="csX47" fmla="*/ 3479734 w 3627801"/>
              <a:gd name="csY47" fmla="*/ 496857 h 2264669"/>
              <a:gd name="csX48" fmla="*/ 3553767 w 3627801"/>
              <a:gd name="csY48" fmla="*/ 367993 h 2264669"/>
              <a:gd name="csX49" fmla="*/ 3627801 w 3627801"/>
              <a:gd name="csY49" fmla="*/ 504979 h 2264669"/>
              <a:gd name="csX50" fmla="*/ 3627801 w 3627801"/>
              <a:gd name="csY50" fmla="*/ 161848 h 2264669"/>
              <a:gd name="csX51" fmla="*/ 3553767 w 3627801"/>
              <a:gd name="csY51" fmla="*/ 0 h 2264669"/>
              <a:gd name="csX52" fmla="*/ 3479734 w 3627801"/>
              <a:gd name="csY52" fmla="*/ 124582 h 2264669"/>
              <a:gd name="csX53" fmla="*/ 3405699 w 3627801"/>
              <a:gd name="csY53" fmla="*/ 154923 h 2264669"/>
              <a:gd name="csX54" fmla="*/ 3331666 w 3627801"/>
              <a:gd name="csY54" fmla="*/ 266639 h 2264669"/>
              <a:gd name="csX55" fmla="*/ 3257632 w 3627801"/>
              <a:gd name="csY55" fmla="*/ 239455 h 2264669"/>
              <a:gd name="csX56" fmla="*/ 3183579 w 3627801"/>
              <a:gd name="csY56" fmla="*/ 350234 h 2264669"/>
              <a:gd name="csX57" fmla="*/ 3109545 w 3627801"/>
              <a:gd name="csY57" fmla="*/ 302642 h 2264669"/>
              <a:gd name="csX58" fmla="*/ 3035511 w 3627801"/>
              <a:gd name="csY58" fmla="*/ 280997 h 2264669"/>
              <a:gd name="csX59" fmla="*/ 2961477 w 3627801"/>
              <a:gd name="csY59" fmla="*/ 464289 h 2264669"/>
              <a:gd name="csX60" fmla="*/ 2887443 w 3627801"/>
              <a:gd name="csY60" fmla="*/ 463482 h 2264669"/>
              <a:gd name="csX61" fmla="*/ 2813409 w 3627801"/>
              <a:gd name="csY61" fmla="*/ 601504 h 2264669"/>
              <a:gd name="csX62" fmla="*/ 2739356 w 3627801"/>
              <a:gd name="csY62" fmla="*/ 654146 h 2264669"/>
              <a:gd name="csX63" fmla="*/ 2665322 w 3627801"/>
              <a:gd name="csY63" fmla="*/ 580020 h 2264669"/>
              <a:gd name="csX64" fmla="*/ 2591288 w 3627801"/>
              <a:gd name="csY64" fmla="*/ 672038 h 2264669"/>
              <a:gd name="csX65" fmla="*/ 2517254 w 3627801"/>
              <a:gd name="csY65" fmla="*/ 634346 h 2264669"/>
              <a:gd name="csX66" fmla="*/ 2443220 w 3627801"/>
              <a:gd name="csY66" fmla="*/ 680669 h 2264669"/>
              <a:gd name="csX67" fmla="*/ 2369186 w 3627801"/>
              <a:gd name="csY67" fmla="*/ 734765 h 2264669"/>
              <a:gd name="csX68" fmla="*/ 2295153 w 3627801"/>
              <a:gd name="csY68" fmla="*/ 662209 h 2264669"/>
              <a:gd name="csX69" fmla="*/ 2221100 w 3627801"/>
              <a:gd name="csY69" fmla="*/ 722229 h 2264669"/>
              <a:gd name="csX70" fmla="*/ 2147066 w 3627801"/>
              <a:gd name="csY70" fmla="*/ 804354 h 2264669"/>
              <a:gd name="csX71" fmla="*/ 2073032 w 3627801"/>
              <a:gd name="csY71" fmla="*/ 902878 h 2264669"/>
              <a:gd name="csX72" fmla="*/ 1998998 w 3627801"/>
              <a:gd name="csY72" fmla="*/ 851246 h 2264669"/>
              <a:gd name="csX73" fmla="*/ 1924964 w 3627801"/>
              <a:gd name="csY73" fmla="*/ 890116 h 2264669"/>
              <a:gd name="csX74" fmla="*/ 1850930 w 3627801"/>
              <a:gd name="csY74" fmla="*/ 1006901 h 2264669"/>
              <a:gd name="csX75" fmla="*/ 1776877 w 3627801"/>
              <a:gd name="csY75" fmla="*/ 1074553 h 2264669"/>
              <a:gd name="csX76" fmla="*/ 1702843 w 3627801"/>
              <a:gd name="csY76" fmla="*/ 1091226 h 2264669"/>
              <a:gd name="csX77" fmla="*/ 1628809 w 3627801"/>
              <a:gd name="csY77" fmla="*/ 1174079 h 2264669"/>
              <a:gd name="csX78" fmla="*/ 1554775 w 3627801"/>
              <a:gd name="csY78" fmla="*/ 1110861 h 2264669"/>
              <a:gd name="csX79" fmla="*/ 1480741 w 3627801"/>
              <a:gd name="csY79" fmla="*/ 1129059 h 2264669"/>
              <a:gd name="csX80" fmla="*/ 1406707 w 3627801"/>
              <a:gd name="csY80" fmla="*/ 1197552 h 2264669"/>
              <a:gd name="csX81" fmla="*/ 1332654 w 3627801"/>
              <a:gd name="csY81" fmla="*/ 1298941 h 2264669"/>
              <a:gd name="csX82" fmla="*/ 1258620 w 3627801"/>
              <a:gd name="csY82" fmla="*/ 1345225 h 2264669"/>
              <a:gd name="csX83" fmla="*/ 1184587 w 3627801"/>
              <a:gd name="csY83" fmla="*/ 1362889 h 2264669"/>
              <a:gd name="csX84" fmla="*/ 1110553 w 3627801"/>
              <a:gd name="csY84" fmla="*/ 1357419 h 2264669"/>
              <a:gd name="csX85" fmla="*/ 1036517 w 3627801"/>
              <a:gd name="csY85" fmla="*/ 1337431 h 2264669"/>
              <a:gd name="csX86" fmla="*/ 962479 w 3627801"/>
              <a:gd name="csY86" fmla="*/ 1440241 h 2264669"/>
              <a:gd name="csX87" fmla="*/ 888441 w 3627801"/>
              <a:gd name="csY87" fmla="*/ 1431544 h 2264669"/>
              <a:gd name="csX88" fmla="*/ 814406 w 3627801"/>
              <a:gd name="csY88" fmla="*/ 1475501 h 2264669"/>
              <a:gd name="csX89" fmla="*/ 740368 w 3627801"/>
              <a:gd name="csY89" fmla="*/ 1449796 h 2264669"/>
              <a:gd name="csX90" fmla="*/ 666332 w 3627801"/>
              <a:gd name="csY90" fmla="*/ 1527156 h 2264669"/>
              <a:gd name="csX91" fmla="*/ 592294 w 3627801"/>
              <a:gd name="csY91" fmla="*/ 1597180 h 2264669"/>
              <a:gd name="csX92" fmla="*/ 518258 w 3627801"/>
              <a:gd name="csY92" fmla="*/ 1498838 h 2264669"/>
              <a:gd name="csX93" fmla="*/ 444221 w 3627801"/>
              <a:gd name="csY93" fmla="*/ 1732733 h 2264669"/>
              <a:gd name="csX94" fmla="*/ 370183 w 3627801"/>
              <a:gd name="csY94" fmla="*/ 1716447 h 2264669"/>
              <a:gd name="csX95" fmla="*/ 296147 w 3627801"/>
              <a:gd name="csY95" fmla="*/ 1838170 h 2264669"/>
              <a:gd name="csX96" fmla="*/ 222109 w 3627801"/>
              <a:gd name="csY96" fmla="*/ 1700553 h 2264669"/>
              <a:gd name="csX97" fmla="*/ 148074 w 3627801"/>
              <a:gd name="csY97" fmla="*/ 1720681 h 2264669"/>
              <a:gd name="csX98" fmla="*/ 74036 w 3627801"/>
              <a:gd name="csY98" fmla="*/ 1809545 h 2264669"/>
              <a:gd name="csX99" fmla="*/ 0 w 3627801"/>
              <a:gd name="csY99" fmla="*/ 1894557 h 2264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3627801" h="2264669">
                <a:moveTo>
                  <a:pt x="0" y="2264669"/>
                </a:moveTo>
                <a:lnTo>
                  <a:pt x="74036" y="2167069"/>
                </a:lnTo>
                <a:lnTo>
                  <a:pt x="148074" y="2064985"/>
                </a:lnTo>
                <a:lnTo>
                  <a:pt x="222109" y="2039176"/>
                </a:lnTo>
                <a:lnTo>
                  <a:pt x="296147" y="2201595"/>
                </a:lnTo>
                <a:lnTo>
                  <a:pt x="370183" y="2053393"/>
                </a:lnTo>
                <a:lnTo>
                  <a:pt x="444221" y="2087248"/>
                </a:lnTo>
                <a:lnTo>
                  <a:pt x="518258" y="1829088"/>
                </a:lnTo>
                <a:lnTo>
                  <a:pt x="592294" y="1911284"/>
                </a:lnTo>
                <a:lnTo>
                  <a:pt x="666332" y="1847060"/>
                </a:lnTo>
                <a:lnTo>
                  <a:pt x="740368" y="1779866"/>
                </a:lnTo>
                <a:lnTo>
                  <a:pt x="814406" y="1800137"/>
                </a:lnTo>
                <a:lnTo>
                  <a:pt x="888441" y="1748769"/>
                </a:lnTo>
                <a:lnTo>
                  <a:pt x="962479" y="1748674"/>
                </a:lnTo>
                <a:lnTo>
                  <a:pt x="1036517" y="1648442"/>
                </a:lnTo>
                <a:lnTo>
                  <a:pt x="1110553" y="1669135"/>
                </a:lnTo>
                <a:lnTo>
                  <a:pt x="1184587" y="1672860"/>
                </a:lnTo>
                <a:lnTo>
                  <a:pt x="1258620" y="1652682"/>
                </a:lnTo>
                <a:lnTo>
                  <a:pt x="1332654" y="1624230"/>
                </a:lnTo>
                <a:lnTo>
                  <a:pt x="1406707" y="1515457"/>
                </a:lnTo>
                <a:lnTo>
                  <a:pt x="1480741" y="1436810"/>
                </a:lnTo>
                <a:lnTo>
                  <a:pt x="1554775" y="1423683"/>
                </a:lnTo>
                <a:lnTo>
                  <a:pt x="1628809" y="1486100"/>
                </a:lnTo>
                <a:lnTo>
                  <a:pt x="1702843" y="1392194"/>
                </a:lnTo>
                <a:lnTo>
                  <a:pt x="1776877" y="1378410"/>
                </a:lnTo>
                <a:lnTo>
                  <a:pt x="1850930" y="1302455"/>
                </a:lnTo>
                <a:lnTo>
                  <a:pt x="1924964" y="1189078"/>
                </a:lnTo>
                <a:lnTo>
                  <a:pt x="1998998" y="1152873"/>
                </a:lnTo>
                <a:lnTo>
                  <a:pt x="2073032" y="1207437"/>
                </a:lnTo>
                <a:lnTo>
                  <a:pt x="2147066" y="1122993"/>
                </a:lnTo>
                <a:lnTo>
                  <a:pt x="2221100" y="1030853"/>
                </a:lnTo>
                <a:lnTo>
                  <a:pt x="2295153" y="974262"/>
                </a:lnTo>
                <a:lnTo>
                  <a:pt x="2369186" y="1034103"/>
                </a:lnTo>
                <a:lnTo>
                  <a:pt x="2443220" y="988366"/>
                </a:lnTo>
                <a:lnTo>
                  <a:pt x="2517254" y="960992"/>
                </a:lnTo>
                <a:lnTo>
                  <a:pt x="2591288" y="982591"/>
                </a:lnTo>
                <a:lnTo>
                  <a:pt x="2665322" y="907745"/>
                </a:lnTo>
                <a:lnTo>
                  <a:pt x="2739356" y="954154"/>
                </a:lnTo>
                <a:lnTo>
                  <a:pt x="2813409" y="911217"/>
                </a:lnTo>
                <a:lnTo>
                  <a:pt x="2887443" y="783878"/>
                </a:lnTo>
                <a:lnTo>
                  <a:pt x="2961477" y="794404"/>
                </a:lnTo>
                <a:lnTo>
                  <a:pt x="3035511" y="608799"/>
                </a:lnTo>
                <a:lnTo>
                  <a:pt x="3109545" y="629794"/>
                </a:lnTo>
                <a:lnTo>
                  <a:pt x="3183579" y="689579"/>
                </a:lnTo>
                <a:lnTo>
                  <a:pt x="3257632" y="589277"/>
                </a:lnTo>
                <a:lnTo>
                  <a:pt x="3331666" y="608310"/>
                </a:lnTo>
                <a:lnTo>
                  <a:pt x="3405699" y="491385"/>
                </a:lnTo>
                <a:lnTo>
                  <a:pt x="3479734" y="496857"/>
                </a:lnTo>
                <a:lnTo>
                  <a:pt x="3553767" y="367993"/>
                </a:lnTo>
                <a:lnTo>
                  <a:pt x="3627801" y="504979"/>
                </a:lnTo>
                <a:lnTo>
                  <a:pt x="3627801" y="161848"/>
                </a:lnTo>
                <a:lnTo>
                  <a:pt x="3553767" y="0"/>
                </a:lnTo>
                <a:lnTo>
                  <a:pt x="3479734" y="124582"/>
                </a:lnTo>
                <a:lnTo>
                  <a:pt x="3405699" y="154923"/>
                </a:lnTo>
                <a:lnTo>
                  <a:pt x="3331666" y="266639"/>
                </a:lnTo>
                <a:lnTo>
                  <a:pt x="3257632" y="239455"/>
                </a:lnTo>
                <a:lnTo>
                  <a:pt x="3183579" y="350234"/>
                </a:lnTo>
                <a:lnTo>
                  <a:pt x="3109545" y="302642"/>
                </a:lnTo>
                <a:lnTo>
                  <a:pt x="3035511" y="280997"/>
                </a:lnTo>
                <a:lnTo>
                  <a:pt x="2961477" y="464289"/>
                </a:lnTo>
                <a:lnTo>
                  <a:pt x="2887443" y="463482"/>
                </a:lnTo>
                <a:lnTo>
                  <a:pt x="2813409" y="601504"/>
                </a:lnTo>
                <a:lnTo>
                  <a:pt x="2739356" y="654146"/>
                </a:lnTo>
                <a:lnTo>
                  <a:pt x="2665322" y="580020"/>
                </a:lnTo>
                <a:lnTo>
                  <a:pt x="2591288" y="672038"/>
                </a:lnTo>
                <a:lnTo>
                  <a:pt x="2517254" y="634346"/>
                </a:lnTo>
                <a:lnTo>
                  <a:pt x="2443220" y="680669"/>
                </a:lnTo>
                <a:lnTo>
                  <a:pt x="2369186" y="734765"/>
                </a:lnTo>
                <a:lnTo>
                  <a:pt x="2295153" y="662209"/>
                </a:lnTo>
                <a:lnTo>
                  <a:pt x="2221100" y="722229"/>
                </a:lnTo>
                <a:lnTo>
                  <a:pt x="2147066" y="804354"/>
                </a:lnTo>
                <a:lnTo>
                  <a:pt x="2073032" y="902878"/>
                </a:lnTo>
                <a:lnTo>
                  <a:pt x="1998998" y="851246"/>
                </a:lnTo>
                <a:lnTo>
                  <a:pt x="1924964" y="890116"/>
                </a:lnTo>
                <a:lnTo>
                  <a:pt x="1850930" y="1006901"/>
                </a:lnTo>
                <a:lnTo>
                  <a:pt x="1776877" y="1074553"/>
                </a:lnTo>
                <a:lnTo>
                  <a:pt x="1702843" y="1091226"/>
                </a:lnTo>
                <a:lnTo>
                  <a:pt x="1628809" y="1174079"/>
                </a:lnTo>
                <a:lnTo>
                  <a:pt x="1554775" y="1110861"/>
                </a:lnTo>
                <a:lnTo>
                  <a:pt x="1480741" y="1129059"/>
                </a:lnTo>
                <a:lnTo>
                  <a:pt x="1406707" y="1197552"/>
                </a:lnTo>
                <a:lnTo>
                  <a:pt x="1332654" y="1298941"/>
                </a:lnTo>
                <a:lnTo>
                  <a:pt x="1258620" y="1345225"/>
                </a:lnTo>
                <a:lnTo>
                  <a:pt x="1184587" y="1362889"/>
                </a:lnTo>
                <a:lnTo>
                  <a:pt x="1110553" y="1357419"/>
                </a:lnTo>
                <a:lnTo>
                  <a:pt x="1036517" y="1337431"/>
                </a:lnTo>
                <a:lnTo>
                  <a:pt x="962479" y="1440241"/>
                </a:lnTo>
                <a:lnTo>
                  <a:pt x="888441" y="1431544"/>
                </a:lnTo>
                <a:lnTo>
                  <a:pt x="814406" y="1475501"/>
                </a:lnTo>
                <a:lnTo>
                  <a:pt x="740368" y="1449796"/>
                </a:lnTo>
                <a:lnTo>
                  <a:pt x="666332" y="1527156"/>
                </a:lnTo>
                <a:lnTo>
                  <a:pt x="592294" y="1597180"/>
                </a:lnTo>
                <a:lnTo>
                  <a:pt x="518258" y="1498838"/>
                </a:lnTo>
                <a:lnTo>
                  <a:pt x="444221" y="1732733"/>
                </a:lnTo>
                <a:lnTo>
                  <a:pt x="370183" y="1716447"/>
                </a:lnTo>
                <a:lnTo>
                  <a:pt x="296147" y="1838170"/>
                </a:lnTo>
                <a:lnTo>
                  <a:pt x="222109" y="1700553"/>
                </a:lnTo>
                <a:lnTo>
                  <a:pt x="148074" y="1720681"/>
                </a:lnTo>
                <a:lnTo>
                  <a:pt x="74036" y="1809545"/>
                </a:lnTo>
                <a:lnTo>
                  <a:pt x="0" y="1894557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913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grpSp>
        <p:nvGrpSpPr>
          <p:cNvPr id="804" name="Group 803">
            <a:extLst>
              <a:ext uri="{FF2B5EF4-FFF2-40B4-BE49-F238E27FC236}">
                <a16:creationId xmlns:a16="http://schemas.microsoft.com/office/drawing/2014/main" id="{E235536F-271D-5001-7F3E-0BE5A3B6D48C}"/>
              </a:ext>
            </a:extLst>
          </p:cNvPr>
          <p:cNvGrpSpPr/>
          <p:nvPr/>
        </p:nvGrpSpPr>
        <p:grpSpPr>
          <a:xfrm>
            <a:off x="3332217" y="1769176"/>
            <a:ext cx="3704442" cy="2340607"/>
            <a:chOff x="2241179" y="1838378"/>
            <a:chExt cx="3704442" cy="2340607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E721D98F-2F70-10EC-4CDE-D821539B77C4}"/>
                </a:ext>
              </a:extLst>
            </p:cNvPr>
            <p:cNvSpPr/>
            <p:nvPr/>
          </p:nvSpPr>
          <p:spPr>
            <a:xfrm>
              <a:off x="2279498" y="4020955"/>
              <a:ext cx="1915" cy="156114"/>
            </a:xfrm>
            <a:custGeom>
              <a:avLst/>
              <a:gdLst>
                <a:gd name="csX0" fmla="*/ 0 w 1915"/>
                <a:gd name="csY0" fmla="*/ 156115 h 156114"/>
                <a:gd name="csX1" fmla="*/ 0 w 1915"/>
                <a:gd name="csY1" fmla="*/ 0 h 156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114">
                  <a:moveTo>
                    <a:pt x="0" y="1561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413ABF34-EEC2-8DE1-CA21-A834FFB72C90}"/>
                </a:ext>
              </a:extLst>
            </p:cNvPr>
            <p:cNvSpPr/>
            <p:nvPr/>
          </p:nvSpPr>
          <p:spPr>
            <a:xfrm>
              <a:off x="2353534" y="3940771"/>
              <a:ext cx="1915" cy="156727"/>
            </a:xfrm>
            <a:custGeom>
              <a:avLst/>
              <a:gdLst>
                <a:gd name="csX0" fmla="*/ 0 w 1915"/>
                <a:gd name="csY0" fmla="*/ 156728 h 156727"/>
                <a:gd name="csX1" fmla="*/ 0 w 1915"/>
                <a:gd name="csY1" fmla="*/ 0 h 1567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727">
                  <a:moveTo>
                    <a:pt x="0" y="15672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094B61C2-4635-D482-9840-DBFCA5DA4891}"/>
                </a:ext>
              </a:extLst>
            </p:cNvPr>
            <p:cNvSpPr/>
            <p:nvPr/>
          </p:nvSpPr>
          <p:spPr>
            <a:xfrm>
              <a:off x="2427572" y="3835084"/>
              <a:ext cx="1915" cy="156440"/>
            </a:xfrm>
            <a:custGeom>
              <a:avLst/>
              <a:gdLst>
                <a:gd name="csX0" fmla="*/ 0 w 1915"/>
                <a:gd name="csY0" fmla="*/ 156441 h 156440"/>
                <a:gd name="csX1" fmla="*/ 0 w 1915"/>
                <a:gd name="csY1" fmla="*/ 0 h 156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440">
                  <a:moveTo>
                    <a:pt x="0" y="15644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EFEDF1F3-F2D8-5A34-360C-6670178172F2}"/>
                </a:ext>
              </a:extLst>
            </p:cNvPr>
            <p:cNvSpPr/>
            <p:nvPr/>
          </p:nvSpPr>
          <p:spPr>
            <a:xfrm>
              <a:off x="2501610" y="3800846"/>
              <a:ext cx="1915" cy="155655"/>
            </a:xfrm>
            <a:custGeom>
              <a:avLst/>
              <a:gdLst>
                <a:gd name="csX0" fmla="*/ 0 w 1915"/>
                <a:gd name="csY0" fmla="*/ 155655 h 155655"/>
                <a:gd name="csX1" fmla="*/ 0 w 1915"/>
                <a:gd name="csY1" fmla="*/ 0 h 155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655">
                  <a:moveTo>
                    <a:pt x="0" y="15565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3E14E3BC-E6CF-BF9F-DE8E-3182F70C7031}"/>
                </a:ext>
              </a:extLst>
            </p:cNvPr>
            <p:cNvSpPr/>
            <p:nvPr/>
          </p:nvSpPr>
          <p:spPr>
            <a:xfrm>
              <a:off x="2575646" y="3956175"/>
              <a:ext cx="1915" cy="155866"/>
            </a:xfrm>
            <a:custGeom>
              <a:avLst/>
              <a:gdLst>
                <a:gd name="csX0" fmla="*/ 0 w 1915"/>
                <a:gd name="csY0" fmla="*/ 155866 h 155866"/>
                <a:gd name="csX1" fmla="*/ 0 w 1915"/>
                <a:gd name="csY1" fmla="*/ 0 h 155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866">
                  <a:moveTo>
                    <a:pt x="0" y="15586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812562CB-2CA8-A505-01F4-C79068C6B069}"/>
                </a:ext>
              </a:extLst>
            </p:cNvPr>
            <p:cNvSpPr/>
            <p:nvPr/>
          </p:nvSpPr>
          <p:spPr>
            <a:xfrm>
              <a:off x="2649683" y="3826712"/>
              <a:ext cx="1915" cy="152704"/>
            </a:xfrm>
            <a:custGeom>
              <a:avLst/>
              <a:gdLst>
                <a:gd name="csX0" fmla="*/ 0 w 1915"/>
                <a:gd name="csY0" fmla="*/ 152704 h 152704"/>
                <a:gd name="csX1" fmla="*/ 0 w 1915"/>
                <a:gd name="csY1" fmla="*/ 0 h 152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704">
                  <a:moveTo>
                    <a:pt x="0" y="1527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F461C3B-3789-8366-9154-4E95D46F6A64}"/>
                </a:ext>
              </a:extLst>
            </p:cNvPr>
            <p:cNvSpPr/>
            <p:nvPr/>
          </p:nvSpPr>
          <p:spPr>
            <a:xfrm>
              <a:off x="2723719" y="3811863"/>
              <a:ext cx="1915" cy="160598"/>
            </a:xfrm>
            <a:custGeom>
              <a:avLst/>
              <a:gdLst>
                <a:gd name="csX0" fmla="*/ 0 w 1915"/>
                <a:gd name="csY0" fmla="*/ 160598 h 160598"/>
                <a:gd name="csX1" fmla="*/ 0 w 1915"/>
                <a:gd name="csY1" fmla="*/ 0 h 160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598">
                  <a:moveTo>
                    <a:pt x="0" y="16059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E6C3EA8E-AC00-3892-505F-5E7B65C443B6}"/>
                </a:ext>
              </a:extLst>
            </p:cNvPr>
            <p:cNvSpPr/>
            <p:nvPr/>
          </p:nvSpPr>
          <p:spPr>
            <a:xfrm>
              <a:off x="2797757" y="3547031"/>
              <a:ext cx="1915" cy="158896"/>
            </a:xfrm>
            <a:custGeom>
              <a:avLst/>
              <a:gdLst>
                <a:gd name="csX0" fmla="*/ 0 w 1915"/>
                <a:gd name="csY0" fmla="*/ 158897 h 158896"/>
                <a:gd name="csX1" fmla="*/ 0 w 1915"/>
                <a:gd name="csY1" fmla="*/ 0 h 1588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8896">
                  <a:moveTo>
                    <a:pt x="0" y="15889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0228EE31-69DF-E8F6-91D7-3FAFA25C8744}"/>
                </a:ext>
              </a:extLst>
            </p:cNvPr>
            <p:cNvSpPr/>
            <p:nvPr/>
          </p:nvSpPr>
          <p:spPr>
            <a:xfrm>
              <a:off x="2871793" y="3649387"/>
              <a:ext cx="1915" cy="148221"/>
            </a:xfrm>
            <a:custGeom>
              <a:avLst/>
              <a:gdLst>
                <a:gd name="csX0" fmla="*/ 0 w 1915"/>
                <a:gd name="csY0" fmla="*/ 148221 h 148221"/>
                <a:gd name="csX1" fmla="*/ 0 w 1915"/>
                <a:gd name="csY1" fmla="*/ 0 h 148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8221">
                  <a:moveTo>
                    <a:pt x="0" y="1482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78DAAD2E-AA58-04EB-F8A8-80DABA9631FB}"/>
                </a:ext>
              </a:extLst>
            </p:cNvPr>
            <p:cNvSpPr/>
            <p:nvPr/>
          </p:nvSpPr>
          <p:spPr>
            <a:xfrm>
              <a:off x="2945830" y="3582946"/>
              <a:ext cx="1915" cy="155266"/>
            </a:xfrm>
            <a:custGeom>
              <a:avLst/>
              <a:gdLst>
                <a:gd name="csX0" fmla="*/ 0 w 1915"/>
                <a:gd name="csY0" fmla="*/ 155266 h 155266"/>
                <a:gd name="csX1" fmla="*/ 0 w 1915"/>
                <a:gd name="csY1" fmla="*/ 0 h 1552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266">
                  <a:moveTo>
                    <a:pt x="0" y="15526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076A8432-D0C9-3759-FDAF-B9325DB307EE}"/>
                </a:ext>
              </a:extLst>
            </p:cNvPr>
            <p:cNvSpPr/>
            <p:nvPr/>
          </p:nvSpPr>
          <p:spPr>
            <a:xfrm>
              <a:off x="3019868" y="3490129"/>
              <a:ext cx="1915" cy="162437"/>
            </a:xfrm>
            <a:custGeom>
              <a:avLst/>
              <a:gdLst>
                <a:gd name="csX0" fmla="*/ 0 w 1915"/>
                <a:gd name="csY0" fmla="*/ 162438 h 162437"/>
                <a:gd name="csX1" fmla="*/ 0 w 1915"/>
                <a:gd name="csY1" fmla="*/ 0 h 16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2437">
                  <a:moveTo>
                    <a:pt x="0" y="16243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637DDD4-5EDA-870B-2DC2-307E89297A52}"/>
                </a:ext>
              </a:extLst>
            </p:cNvPr>
            <p:cNvSpPr/>
            <p:nvPr/>
          </p:nvSpPr>
          <p:spPr>
            <a:xfrm>
              <a:off x="3093904" y="3517112"/>
              <a:ext cx="1915" cy="155534"/>
            </a:xfrm>
            <a:custGeom>
              <a:avLst/>
              <a:gdLst>
                <a:gd name="csX0" fmla="*/ 0 w 1915"/>
                <a:gd name="csY0" fmla="*/ 155534 h 155534"/>
                <a:gd name="csX1" fmla="*/ 0 w 1915"/>
                <a:gd name="csY1" fmla="*/ 0 h 155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534">
                  <a:moveTo>
                    <a:pt x="0" y="15553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A72F1C53-917C-23BB-C697-C43740137FB9}"/>
                </a:ext>
              </a:extLst>
            </p:cNvPr>
            <p:cNvSpPr/>
            <p:nvPr/>
          </p:nvSpPr>
          <p:spPr>
            <a:xfrm>
              <a:off x="3167942" y="3439434"/>
              <a:ext cx="1915" cy="153809"/>
            </a:xfrm>
            <a:custGeom>
              <a:avLst/>
              <a:gdLst>
                <a:gd name="csX0" fmla="*/ 0 w 1915"/>
                <a:gd name="csY0" fmla="*/ 153810 h 153809"/>
                <a:gd name="csX1" fmla="*/ 0 w 1915"/>
                <a:gd name="csY1" fmla="*/ 0 h 153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809">
                  <a:moveTo>
                    <a:pt x="0" y="15381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03988CC1-46BD-B890-8C29-B8B193FED911}"/>
                </a:ext>
              </a:extLst>
            </p:cNvPr>
            <p:cNvSpPr/>
            <p:nvPr/>
          </p:nvSpPr>
          <p:spPr>
            <a:xfrm>
              <a:off x="3241977" y="3474771"/>
              <a:ext cx="1915" cy="153080"/>
            </a:xfrm>
            <a:custGeom>
              <a:avLst/>
              <a:gdLst>
                <a:gd name="csX0" fmla="*/ 0 w 1915"/>
                <a:gd name="csY0" fmla="*/ 153080 h 153080"/>
                <a:gd name="csX1" fmla="*/ 0 w 1915"/>
                <a:gd name="csY1" fmla="*/ 0 h 153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080">
                  <a:moveTo>
                    <a:pt x="0" y="15308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F8EC7CAF-6410-7665-C693-3C832B207A6B}"/>
                </a:ext>
              </a:extLst>
            </p:cNvPr>
            <p:cNvSpPr/>
            <p:nvPr/>
          </p:nvSpPr>
          <p:spPr>
            <a:xfrm>
              <a:off x="3316015" y="3346131"/>
              <a:ext cx="1915" cy="154373"/>
            </a:xfrm>
            <a:custGeom>
              <a:avLst/>
              <a:gdLst>
                <a:gd name="csX0" fmla="*/ 0 w 1915"/>
                <a:gd name="csY0" fmla="*/ 154373 h 154373"/>
                <a:gd name="csX1" fmla="*/ 0 w 1915"/>
                <a:gd name="csY1" fmla="*/ 0 h 154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373">
                  <a:moveTo>
                    <a:pt x="0" y="15437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F9C2AED3-2E3B-E929-2F69-67DF923FC8FE}"/>
                </a:ext>
              </a:extLst>
            </p:cNvPr>
            <p:cNvSpPr/>
            <p:nvPr/>
          </p:nvSpPr>
          <p:spPr>
            <a:xfrm>
              <a:off x="3390051" y="3353234"/>
              <a:ext cx="1915" cy="156379"/>
            </a:xfrm>
            <a:custGeom>
              <a:avLst/>
              <a:gdLst>
                <a:gd name="csX0" fmla="*/ 0 w 1915"/>
                <a:gd name="csY0" fmla="*/ 156379 h 156379"/>
                <a:gd name="csX1" fmla="*/ 0 w 1915"/>
                <a:gd name="csY1" fmla="*/ 0 h 156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379">
                  <a:moveTo>
                    <a:pt x="0" y="15637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10911FED-28B1-BB66-BAC7-08404E3DAFFE}"/>
                </a:ext>
              </a:extLst>
            </p:cNvPr>
            <p:cNvSpPr/>
            <p:nvPr/>
          </p:nvSpPr>
          <p:spPr>
            <a:xfrm>
              <a:off x="3464087" y="3357740"/>
              <a:ext cx="1915" cy="153637"/>
            </a:xfrm>
            <a:custGeom>
              <a:avLst/>
              <a:gdLst>
                <a:gd name="csX0" fmla="*/ 0 w 1915"/>
                <a:gd name="csY0" fmla="*/ 153638 h 153637"/>
                <a:gd name="csX1" fmla="*/ 0 w 1915"/>
                <a:gd name="csY1" fmla="*/ 0 h 153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637">
                  <a:moveTo>
                    <a:pt x="0" y="15363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FEB66203-69C5-7F08-CD74-9A5D40F2DF8F}"/>
                </a:ext>
              </a:extLst>
            </p:cNvPr>
            <p:cNvSpPr/>
            <p:nvPr/>
          </p:nvSpPr>
          <p:spPr>
            <a:xfrm>
              <a:off x="3538121" y="3360689"/>
              <a:ext cx="1915" cy="153717"/>
            </a:xfrm>
            <a:custGeom>
              <a:avLst/>
              <a:gdLst>
                <a:gd name="csX0" fmla="*/ 0 w 1915"/>
                <a:gd name="csY0" fmla="*/ 153718 h 153717"/>
                <a:gd name="csX1" fmla="*/ 0 w 1915"/>
                <a:gd name="csY1" fmla="*/ 0 h 153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717">
                  <a:moveTo>
                    <a:pt x="0" y="15371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293B3D7D-43DE-3B42-4A56-3BF7F1B4D3C0}"/>
                </a:ext>
              </a:extLst>
            </p:cNvPr>
            <p:cNvSpPr/>
            <p:nvPr/>
          </p:nvSpPr>
          <p:spPr>
            <a:xfrm>
              <a:off x="3612155" y="3295518"/>
              <a:ext cx="1915" cy="165284"/>
            </a:xfrm>
            <a:custGeom>
              <a:avLst/>
              <a:gdLst>
                <a:gd name="csX0" fmla="*/ 0 w 1915"/>
                <a:gd name="csY0" fmla="*/ 165285 h 165284"/>
                <a:gd name="csX1" fmla="*/ 0 w 1915"/>
                <a:gd name="csY1" fmla="*/ 0 h 1652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5284">
                  <a:moveTo>
                    <a:pt x="0" y="16528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F3C2AEB1-6223-269E-498F-69390E6CA4AA}"/>
                </a:ext>
              </a:extLst>
            </p:cNvPr>
            <p:cNvSpPr/>
            <p:nvPr/>
          </p:nvSpPr>
          <p:spPr>
            <a:xfrm>
              <a:off x="3686208" y="3183437"/>
              <a:ext cx="1915" cy="161866"/>
            </a:xfrm>
            <a:custGeom>
              <a:avLst/>
              <a:gdLst>
                <a:gd name="csX0" fmla="*/ 0 w 1915"/>
                <a:gd name="csY0" fmla="*/ 161867 h 161866"/>
                <a:gd name="csX1" fmla="*/ 0 w 1915"/>
                <a:gd name="csY1" fmla="*/ 0 h 16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1866">
                  <a:moveTo>
                    <a:pt x="0" y="16186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AF4501EA-7CD0-A531-E377-3412643B455F}"/>
                </a:ext>
              </a:extLst>
            </p:cNvPr>
            <p:cNvSpPr/>
            <p:nvPr/>
          </p:nvSpPr>
          <p:spPr>
            <a:xfrm>
              <a:off x="3760241" y="3090503"/>
              <a:ext cx="1915" cy="157513"/>
            </a:xfrm>
            <a:custGeom>
              <a:avLst/>
              <a:gdLst>
                <a:gd name="csX0" fmla="*/ 0 w 1915"/>
                <a:gd name="csY0" fmla="*/ 157514 h 157513"/>
                <a:gd name="csX1" fmla="*/ 0 w 1915"/>
                <a:gd name="csY1" fmla="*/ 0 h 15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7513">
                  <a:moveTo>
                    <a:pt x="0" y="15751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74C714E4-9266-4326-1942-595BEBA9C3DE}"/>
                </a:ext>
              </a:extLst>
            </p:cNvPr>
            <p:cNvSpPr/>
            <p:nvPr/>
          </p:nvSpPr>
          <p:spPr>
            <a:xfrm>
              <a:off x="3834275" y="3064116"/>
              <a:ext cx="1915" cy="159803"/>
            </a:xfrm>
            <a:custGeom>
              <a:avLst/>
              <a:gdLst>
                <a:gd name="csX0" fmla="*/ 0 w 1915"/>
                <a:gd name="csY0" fmla="*/ 159803 h 159803"/>
                <a:gd name="csX1" fmla="*/ 0 w 1915"/>
                <a:gd name="csY1" fmla="*/ 0 h 159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9803">
                  <a:moveTo>
                    <a:pt x="0" y="15980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406B370F-8332-CE5B-4CAE-884006BB3AB6}"/>
                </a:ext>
              </a:extLst>
            </p:cNvPr>
            <p:cNvSpPr/>
            <p:nvPr/>
          </p:nvSpPr>
          <p:spPr>
            <a:xfrm>
              <a:off x="3908309" y="3134728"/>
              <a:ext cx="1915" cy="156898"/>
            </a:xfrm>
            <a:custGeom>
              <a:avLst/>
              <a:gdLst>
                <a:gd name="csX0" fmla="*/ 0 w 1915"/>
                <a:gd name="csY0" fmla="*/ 156899 h 156898"/>
                <a:gd name="csX1" fmla="*/ 0 w 1915"/>
                <a:gd name="csY1" fmla="*/ 0 h 1568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898">
                  <a:moveTo>
                    <a:pt x="0" y="15689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E355B197-BBB9-9022-4928-902ED7BCA04E}"/>
                </a:ext>
              </a:extLst>
            </p:cNvPr>
            <p:cNvSpPr/>
            <p:nvPr/>
          </p:nvSpPr>
          <p:spPr>
            <a:xfrm>
              <a:off x="3982343" y="3042383"/>
              <a:ext cx="1915" cy="152332"/>
            </a:xfrm>
            <a:custGeom>
              <a:avLst/>
              <a:gdLst>
                <a:gd name="csX0" fmla="*/ 0 w 1915"/>
                <a:gd name="csY0" fmla="*/ 152333 h 152332"/>
                <a:gd name="csX1" fmla="*/ 0 w 1915"/>
                <a:gd name="csY1" fmla="*/ 0 h 152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332">
                  <a:moveTo>
                    <a:pt x="0" y="15233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01A1FBCE-4B3D-FEEE-9461-EE68004F30C9}"/>
                </a:ext>
              </a:extLst>
            </p:cNvPr>
            <p:cNvSpPr/>
            <p:nvPr/>
          </p:nvSpPr>
          <p:spPr>
            <a:xfrm>
              <a:off x="4056377" y="3026640"/>
              <a:ext cx="1915" cy="154469"/>
            </a:xfrm>
            <a:custGeom>
              <a:avLst/>
              <a:gdLst>
                <a:gd name="csX0" fmla="*/ 0 w 1915"/>
                <a:gd name="csY0" fmla="*/ 154469 h 154469"/>
                <a:gd name="csX1" fmla="*/ 0 w 1915"/>
                <a:gd name="csY1" fmla="*/ 0 h 15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469">
                  <a:moveTo>
                    <a:pt x="0" y="1544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819EBE56-354E-A0A3-147E-93D5FF06B2C2}"/>
                </a:ext>
              </a:extLst>
            </p:cNvPr>
            <p:cNvSpPr/>
            <p:nvPr/>
          </p:nvSpPr>
          <p:spPr>
            <a:xfrm>
              <a:off x="4130411" y="2944342"/>
              <a:ext cx="1915" cy="149820"/>
            </a:xfrm>
            <a:custGeom>
              <a:avLst/>
              <a:gdLst>
                <a:gd name="csX0" fmla="*/ 0 w 1915"/>
                <a:gd name="csY0" fmla="*/ 149821 h 149820"/>
                <a:gd name="csX1" fmla="*/ 0 w 1915"/>
                <a:gd name="csY1" fmla="*/ 0 h 1498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820">
                  <a:moveTo>
                    <a:pt x="0" y="1498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AA5A15FA-0DC2-2DD2-0DD9-7EA62CBD64CA}"/>
                </a:ext>
              </a:extLst>
            </p:cNvPr>
            <p:cNvSpPr/>
            <p:nvPr/>
          </p:nvSpPr>
          <p:spPr>
            <a:xfrm>
              <a:off x="4204464" y="2819165"/>
              <a:ext cx="1915" cy="151414"/>
            </a:xfrm>
            <a:custGeom>
              <a:avLst/>
              <a:gdLst>
                <a:gd name="csX0" fmla="*/ 0 w 1915"/>
                <a:gd name="csY0" fmla="*/ 151415 h 151414"/>
                <a:gd name="csX1" fmla="*/ 0 w 1915"/>
                <a:gd name="csY1" fmla="*/ 0 h 1514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414">
                  <a:moveTo>
                    <a:pt x="0" y="1514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E2225A9D-4ED1-593A-17CB-E6465BB078DA}"/>
                </a:ext>
              </a:extLst>
            </p:cNvPr>
            <p:cNvSpPr/>
            <p:nvPr/>
          </p:nvSpPr>
          <p:spPr>
            <a:xfrm>
              <a:off x="4278498" y="2768180"/>
              <a:ext cx="1915" cy="151179"/>
            </a:xfrm>
            <a:custGeom>
              <a:avLst/>
              <a:gdLst>
                <a:gd name="csX0" fmla="*/ 0 w 1915"/>
                <a:gd name="csY0" fmla="*/ 151179 h 151179"/>
                <a:gd name="csX1" fmla="*/ 0 w 1915"/>
                <a:gd name="csY1" fmla="*/ 0 h 151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179">
                  <a:moveTo>
                    <a:pt x="0" y="15117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8644C96E-0EC5-05B4-F37C-540BF592639B}"/>
                </a:ext>
              </a:extLst>
            </p:cNvPr>
            <p:cNvSpPr/>
            <p:nvPr/>
          </p:nvSpPr>
          <p:spPr>
            <a:xfrm>
              <a:off x="4352532" y="2820025"/>
              <a:ext cx="1915" cy="153838"/>
            </a:xfrm>
            <a:custGeom>
              <a:avLst/>
              <a:gdLst>
                <a:gd name="csX0" fmla="*/ 0 w 1915"/>
                <a:gd name="csY0" fmla="*/ 153839 h 153838"/>
                <a:gd name="csX1" fmla="*/ 0 w 1915"/>
                <a:gd name="csY1" fmla="*/ 0 h 153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838">
                  <a:moveTo>
                    <a:pt x="0" y="15383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10E0ACDB-6566-85C8-8043-8587F4A32581}"/>
                </a:ext>
              </a:extLst>
            </p:cNvPr>
            <p:cNvSpPr/>
            <p:nvPr/>
          </p:nvSpPr>
          <p:spPr>
            <a:xfrm>
              <a:off x="4426566" y="2711653"/>
              <a:ext cx="1915" cy="163299"/>
            </a:xfrm>
            <a:custGeom>
              <a:avLst/>
              <a:gdLst>
                <a:gd name="csX0" fmla="*/ 0 w 1915"/>
                <a:gd name="csY0" fmla="*/ 163300 h 163299"/>
                <a:gd name="csX1" fmla="*/ 0 w 1915"/>
                <a:gd name="csY1" fmla="*/ 0 h 163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3299">
                  <a:moveTo>
                    <a:pt x="0" y="16330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6DC09884-5FD8-B948-71BC-EC052ACBE84F}"/>
                </a:ext>
              </a:extLst>
            </p:cNvPr>
            <p:cNvSpPr/>
            <p:nvPr/>
          </p:nvSpPr>
          <p:spPr>
            <a:xfrm>
              <a:off x="4500600" y="2620335"/>
              <a:ext cx="1915" cy="154777"/>
            </a:xfrm>
            <a:custGeom>
              <a:avLst/>
              <a:gdLst>
                <a:gd name="csX0" fmla="*/ 0 w 1915"/>
                <a:gd name="csY0" fmla="*/ 154778 h 154777"/>
                <a:gd name="csX1" fmla="*/ 0 w 1915"/>
                <a:gd name="csY1" fmla="*/ 0 h 1547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777">
                  <a:moveTo>
                    <a:pt x="0" y="15477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3D420A86-B6E8-502E-F14C-6D624EDBB81C}"/>
                </a:ext>
              </a:extLst>
            </p:cNvPr>
            <p:cNvSpPr/>
            <p:nvPr/>
          </p:nvSpPr>
          <p:spPr>
            <a:xfrm>
              <a:off x="4574634" y="2551125"/>
              <a:ext cx="1915" cy="153744"/>
            </a:xfrm>
            <a:custGeom>
              <a:avLst/>
              <a:gdLst>
                <a:gd name="csX0" fmla="*/ 0 w 1915"/>
                <a:gd name="csY0" fmla="*/ 153745 h 153744"/>
                <a:gd name="csX1" fmla="*/ 0 w 1915"/>
                <a:gd name="csY1" fmla="*/ 0 h 1537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744">
                  <a:moveTo>
                    <a:pt x="0" y="1537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6F78DDD0-5FEF-40F3-B2C3-9A866A73EDA1}"/>
                </a:ext>
              </a:extLst>
            </p:cNvPr>
            <p:cNvSpPr/>
            <p:nvPr/>
          </p:nvSpPr>
          <p:spPr>
            <a:xfrm>
              <a:off x="4648687" y="2623722"/>
              <a:ext cx="1915" cy="151761"/>
            </a:xfrm>
            <a:custGeom>
              <a:avLst/>
              <a:gdLst>
                <a:gd name="csX0" fmla="*/ 0 w 1915"/>
                <a:gd name="csY0" fmla="*/ 151762 h 151761"/>
                <a:gd name="csX1" fmla="*/ 0 w 1915"/>
                <a:gd name="csY1" fmla="*/ 0 h 151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761">
                  <a:moveTo>
                    <a:pt x="0" y="15176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B88CEFFB-EF58-6BC4-836A-2CE94C2E3EDB}"/>
                </a:ext>
              </a:extLst>
            </p:cNvPr>
            <p:cNvSpPr/>
            <p:nvPr/>
          </p:nvSpPr>
          <p:spPr>
            <a:xfrm>
              <a:off x="4722721" y="2559366"/>
              <a:ext cx="1915" cy="155842"/>
            </a:xfrm>
            <a:custGeom>
              <a:avLst/>
              <a:gdLst>
                <a:gd name="csX0" fmla="*/ 0 w 1915"/>
                <a:gd name="csY0" fmla="*/ 155843 h 155842"/>
                <a:gd name="csX1" fmla="*/ 0 w 1915"/>
                <a:gd name="csY1" fmla="*/ 0 h 155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842">
                  <a:moveTo>
                    <a:pt x="0" y="15584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C87FF36B-4D78-B52B-C18B-A1D88C821483}"/>
                </a:ext>
              </a:extLst>
            </p:cNvPr>
            <p:cNvSpPr/>
            <p:nvPr/>
          </p:nvSpPr>
          <p:spPr>
            <a:xfrm>
              <a:off x="4796755" y="2505164"/>
              <a:ext cx="1915" cy="161740"/>
            </a:xfrm>
            <a:custGeom>
              <a:avLst/>
              <a:gdLst>
                <a:gd name="csX0" fmla="*/ 0 w 1915"/>
                <a:gd name="csY0" fmla="*/ 161740 h 161740"/>
                <a:gd name="csX1" fmla="*/ 0 w 1915"/>
                <a:gd name="csY1" fmla="*/ 0 h 161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1740">
                  <a:moveTo>
                    <a:pt x="0" y="16174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83EC108A-8885-7216-DB86-0C99171D0D3A}"/>
                </a:ext>
              </a:extLst>
            </p:cNvPr>
            <p:cNvSpPr/>
            <p:nvPr/>
          </p:nvSpPr>
          <p:spPr>
            <a:xfrm>
              <a:off x="4870788" y="2559935"/>
              <a:ext cx="1915" cy="155607"/>
            </a:xfrm>
            <a:custGeom>
              <a:avLst/>
              <a:gdLst>
                <a:gd name="csX0" fmla="*/ 0 w 1915"/>
                <a:gd name="csY0" fmla="*/ 155607 h 155607"/>
                <a:gd name="csX1" fmla="*/ 0 w 1915"/>
                <a:gd name="csY1" fmla="*/ 0 h 155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607">
                  <a:moveTo>
                    <a:pt x="0" y="15560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33C1C465-66D3-CBFF-7AFD-1425BD2714DC}"/>
                </a:ext>
              </a:extLst>
            </p:cNvPr>
            <p:cNvSpPr/>
            <p:nvPr/>
          </p:nvSpPr>
          <p:spPr>
            <a:xfrm>
              <a:off x="4944822" y="2473273"/>
              <a:ext cx="1915" cy="160834"/>
            </a:xfrm>
            <a:custGeom>
              <a:avLst/>
              <a:gdLst>
                <a:gd name="csX0" fmla="*/ 0 w 1915"/>
                <a:gd name="csY0" fmla="*/ 160834 h 160834"/>
                <a:gd name="csX1" fmla="*/ 0 w 1915"/>
                <a:gd name="csY1" fmla="*/ 0 h 160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834">
                  <a:moveTo>
                    <a:pt x="0" y="16083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34219EF4-487C-0DEC-E667-292A7C9F194A}"/>
                </a:ext>
              </a:extLst>
            </p:cNvPr>
            <p:cNvSpPr/>
            <p:nvPr/>
          </p:nvSpPr>
          <p:spPr>
            <a:xfrm>
              <a:off x="5018856" y="2519843"/>
              <a:ext cx="1915" cy="150414"/>
            </a:xfrm>
            <a:custGeom>
              <a:avLst/>
              <a:gdLst>
                <a:gd name="csX0" fmla="*/ 0 w 1915"/>
                <a:gd name="csY0" fmla="*/ 150415 h 150414"/>
                <a:gd name="csX1" fmla="*/ 0 w 1915"/>
                <a:gd name="csY1" fmla="*/ 0 h 1504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414">
                  <a:moveTo>
                    <a:pt x="0" y="1504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407DDD93-3EC3-1FE4-A134-BCF87A4EE281}"/>
                </a:ext>
              </a:extLst>
            </p:cNvPr>
            <p:cNvSpPr/>
            <p:nvPr/>
          </p:nvSpPr>
          <p:spPr>
            <a:xfrm>
              <a:off x="5092909" y="2468153"/>
              <a:ext cx="1915" cy="157975"/>
            </a:xfrm>
            <a:custGeom>
              <a:avLst/>
              <a:gdLst>
                <a:gd name="csX0" fmla="*/ 0 w 1915"/>
                <a:gd name="csY0" fmla="*/ 157975 h 157975"/>
                <a:gd name="csX1" fmla="*/ 0 w 1915"/>
                <a:gd name="csY1" fmla="*/ 0 h 157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7975">
                  <a:moveTo>
                    <a:pt x="0" y="15797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FEA2C9A5-A81C-CFF5-ABF7-B04C6CB401E6}"/>
                </a:ext>
              </a:extLst>
            </p:cNvPr>
            <p:cNvSpPr/>
            <p:nvPr/>
          </p:nvSpPr>
          <p:spPr>
            <a:xfrm>
              <a:off x="5166943" y="2304844"/>
              <a:ext cx="1915" cy="154476"/>
            </a:xfrm>
            <a:custGeom>
              <a:avLst/>
              <a:gdLst>
                <a:gd name="csX0" fmla="*/ 0 w 1915"/>
                <a:gd name="csY0" fmla="*/ 154477 h 154476"/>
                <a:gd name="csX1" fmla="*/ 0 w 1915"/>
                <a:gd name="csY1" fmla="*/ 0 h 154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476">
                  <a:moveTo>
                    <a:pt x="0" y="15447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CB7AE312-D13E-3B28-F00C-07E80EDFA956}"/>
                </a:ext>
              </a:extLst>
            </p:cNvPr>
            <p:cNvSpPr/>
            <p:nvPr/>
          </p:nvSpPr>
          <p:spPr>
            <a:xfrm>
              <a:off x="5240977" y="2323793"/>
              <a:ext cx="1915" cy="159169"/>
            </a:xfrm>
            <a:custGeom>
              <a:avLst/>
              <a:gdLst>
                <a:gd name="csX0" fmla="*/ 0 w 1915"/>
                <a:gd name="csY0" fmla="*/ 159169 h 159169"/>
                <a:gd name="csX1" fmla="*/ 0 w 1915"/>
                <a:gd name="csY1" fmla="*/ 0 h 1591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9169">
                  <a:moveTo>
                    <a:pt x="0" y="1591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72449AED-EE63-C77E-EC2C-151FF9CACB1E}"/>
                </a:ext>
              </a:extLst>
            </p:cNvPr>
            <p:cNvSpPr/>
            <p:nvPr/>
          </p:nvSpPr>
          <p:spPr>
            <a:xfrm>
              <a:off x="5315011" y="2104052"/>
              <a:ext cx="1915" cy="149989"/>
            </a:xfrm>
            <a:custGeom>
              <a:avLst/>
              <a:gdLst>
                <a:gd name="csX0" fmla="*/ 0 w 1915"/>
                <a:gd name="csY0" fmla="*/ 149990 h 149989"/>
                <a:gd name="csX1" fmla="*/ 0 w 1915"/>
                <a:gd name="csY1" fmla="*/ 0 h 149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989">
                  <a:moveTo>
                    <a:pt x="0" y="14999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EB6F10F3-D66D-5E8B-6B23-190752E335D5}"/>
                </a:ext>
              </a:extLst>
            </p:cNvPr>
            <p:cNvSpPr/>
            <p:nvPr/>
          </p:nvSpPr>
          <p:spPr>
            <a:xfrm>
              <a:off x="5389045" y="2140277"/>
              <a:ext cx="1915" cy="150993"/>
            </a:xfrm>
            <a:custGeom>
              <a:avLst/>
              <a:gdLst>
                <a:gd name="csX0" fmla="*/ 0 w 1915"/>
                <a:gd name="csY0" fmla="*/ 150994 h 150993"/>
                <a:gd name="csX1" fmla="*/ 0 w 1915"/>
                <a:gd name="csY1" fmla="*/ 0 h 150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993">
                  <a:moveTo>
                    <a:pt x="0" y="15099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D0E4AF2A-CFBC-1FDE-6EA6-EEE6F6005B2F}"/>
                </a:ext>
              </a:extLst>
            </p:cNvPr>
            <p:cNvSpPr/>
            <p:nvPr/>
          </p:nvSpPr>
          <p:spPr>
            <a:xfrm>
              <a:off x="5463079" y="2175439"/>
              <a:ext cx="1915" cy="158345"/>
            </a:xfrm>
            <a:custGeom>
              <a:avLst/>
              <a:gdLst>
                <a:gd name="csX0" fmla="*/ 0 w 1915"/>
                <a:gd name="csY0" fmla="*/ 158345 h 158345"/>
                <a:gd name="csX1" fmla="*/ 0 w 1915"/>
                <a:gd name="csY1" fmla="*/ 0 h 158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8345">
                  <a:moveTo>
                    <a:pt x="0" y="1583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6B45A8DF-800E-1011-0703-9A65E4B0FEA7}"/>
                </a:ext>
              </a:extLst>
            </p:cNvPr>
            <p:cNvSpPr/>
            <p:nvPr/>
          </p:nvSpPr>
          <p:spPr>
            <a:xfrm>
              <a:off x="5537113" y="2047221"/>
              <a:ext cx="1915" cy="160485"/>
            </a:xfrm>
            <a:custGeom>
              <a:avLst/>
              <a:gdLst>
                <a:gd name="csX0" fmla="*/ 0 w 1915"/>
                <a:gd name="csY0" fmla="*/ 160485 h 160485"/>
                <a:gd name="csX1" fmla="*/ 0 w 1915"/>
                <a:gd name="csY1" fmla="*/ 0 h 16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485">
                  <a:moveTo>
                    <a:pt x="0" y="16048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5240E4F3-FB16-541C-1976-F45EB057F230}"/>
                </a:ext>
              </a:extLst>
            </p:cNvPr>
            <p:cNvSpPr/>
            <p:nvPr/>
          </p:nvSpPr>
          <p:spPr>
            <a:xfrm>
              <a:off x="5611166" y="2099325"/>
              <a:ext cx="1915" cy="152169"/>
            </a:xfrm>
            <a:custGeom>
              <a:avLst/>
              <a:gdLst>
                <a:gd name="csX0" fmla="*/ 0 w 1915"/>
                <a:gd name="csY0" fmla="*/ 152170 h 152169"/>
                <a:gd name="csX1" fmla="*/ 0 w 1915"/>
                <a:gd name="csY1" fmla="*/ 0 h 1521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169">
                  <a:moveTo>
                    <a:pt x="0" y="15217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2E53596-D1C8-D526-22B1-1608D0866919}"/>
                </a:ext>
              </a:extLst>
            </p:cNvPr>
            <p:cNvSpPr/>
            <p:nvPr/>
          </p:nvSpPr>
          <p:spPr>
            <a:xfrm>
              <a:off x="5685199" y="1940397"/>
              <a:ext cx="1915" cy="145705"/>
            </a:xfrm>
            <a:custGeom>
              <a:avLst/>
              <a:gdLst>
                <a:gd name="csX0" fmla="*/ 0 w 1915"/>
                <a:gd name="csY0" fmla="*/ 145705 h 145705"/>
                <a:gd name="csX1" fmla="*/ 0 w 1915"/>
                <a:gd name="csY1" fmla="*/ 0 h 145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5705">
                  <a:moveTo>
                    <a:pt x="0" y="14570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F943884D-A956-30FA-C197-2FF9E1EEE632}"/>
                </a:ext>
              </a:extLst>
            </p:cNvPr>
            <p:cNvSpPr/>
            <p:nvPr/>
          </p:nvSpPr>
          <p:spPr>
            <a:xfrm>
              <a:off x="5759234" y="1942698"/>
              <a:ext cx="1915" cy="162836"/>
            </a:xfrm>
            <a:custGeom>
              <a:avLst/>
              <a:gdLst>
                <a:gd name="csX0" fmla="*/ 0 w 1915"/>
                <a:gd name="csY0" fmla="*/ 162836 h 162836"/>
                <a:gd name="csX1" fmla="*/ 0 w 1915"/>
                <a:gd name="csY1" fmla="*/ 0 h 162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2836">
                  <a:moveTo>
                    <a:pt x="0" y="16283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C1B667A7-2658-9344-555B-E255E02779D5}"/>
                </a:ext>
              </a:extLst>
            </p:cNvPr>
            <p:cNvSpPr/>
            <p:nvPr/>
          </p:nvSpPr>
          <p:spPr>
            <a:xfrm>
              <a:off x="5833267" y="1838378"/>
              <a:ext cx="1915" cy="149940"/>
            </a:xfrm>
            <a:custGeom>
              <a:avLst/>
              <a:gdLst>
                <a:gd name="csX0" fmla="*/ 0 w 1915"/>
                <a:gd name="csY0" fmla="*/ 149940 h 149940"/>
                <a:gd name="csX1" fmla="*/ 0 w 1915"/>
                <a:gd name="csY1" fmla="*/ 0 h 149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940">
                  <a:moveTo>
                    <a:pt x="0" y="14994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BD7ADC82-0DFD-07FA-BA5F-5FE696C4DBAE}"/>
                </a:ext>
              </a:extLst>
            </p:cNvPr>
            <p:cNvSpPr/>
            <p:nvPr/>
          </p:nvSpPr>
          <p:spPr>
            <a:xfrm>
              <a:off x="5907301" y="1939265"/>
              <a:ext cx="1915" cy="150269"/>
            </a:xfrm>
            <a:custGeom>
              <a:avLst/>
              <a:gdLst>
                <a:gd name="csX0" fmla="*/ 0 w 1915"/>
                <a:gd name="csY0" fmla="*/ 150269 h 150269"/>
                <a:gd name="csX1" fmla="*/ 0 w 1915"/>
                <a:gd name="csY1" fmla="*/ 0 h 150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269">
                  <a:moveTo>
                    <a:pt x="0" y="1502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964F3646-2209-B9D6-EA49-F52744F3E748}"/>
                </a:ext>
              </a:extLst>
            </p:cNvPr>
            <p:cNvSpPr/>
            <p:nvPr/>
          </p:nvSpPr>
          <p:spPr>
            <a:xfrm>
              <a:off x="2241179" y="41770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A1D985FD-5170-EF11-B9DE-F4D226EA2639}"/>
                </a:ext>
              </a:extLst>
            </p:cNvPr>
            <p:cNvSpPr/>
            <p:nvPr/>
          </p:nvSpPr>
          <p:spPr>
            <a:xfrm>
              <a:off x="2241179" y="40209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3EC8E177-5E47-C69D-9AFC-FBB65C90852A}"/>
                </a:ext>
              </a:extLst>
            </p:cNvPr>
            <p:cNvSpPr/>
            <p:nvPr/>
          </p:nvSpPr>
          <p:spPr>
            <a:xfrm>
              <a:off x="2315214" y="409749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30F4F439-41B9-F5A4-20AE-4B8165E1D458}"/>
                </a:ext>
              </a:extLst>
            </p:cNvPr>
            <p:cNvSpPr/>
            <p:nvPr/>
          </p:nvSpPr>
          <p:spPr>
            <a:xfrm>
              <a:off x="2315214" y="39407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1C574301-F717-7398-B998-17162E3DC0EE}"/>
                </a:ext>
              </a:extLst>
            </p:cNvPr>
            <p:cNvSpPr/>
            <p:nvPr/>
          </p:nvSpPr>
          <p:spPr>
            <a:xfrm>
              <a:off x="2389252" y="39915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06CE5214-0D8E-316C-7A49-4BA5E4F3DCA8}"/>
                </a:ext>
              </a:extLst>
            </p:cNvPr>
            <p:cNvSpPr/>
            <p:nvPr/>
          </p:nvSpPr>
          <p:spPr>
            <a:xfrm>
              <a:off x="2389252" y="383508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D49BDEA2-E8BE-111C-8F59-577F880EC5EF}"/>
                </a:ext>
              </a:extLst>
            </p:cNvPr>
            <p:cNvSpPr/>
            <p:nvPr/>
          </p:nvSpPr>
          <p:spPr>
            <a:xfrm>
              <a:off x="2463290" y="39565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E3B10CD1-F5E9-9099-47D0-438A65A66614}"/>
                </a:ext>
              </a:extLst>
            </p:cNvPr>
            <p:cNvSpPr/>
            <p:nvPr/>
          </p:nvSpPr>
          <p:spPr>
            <a:xfrm>
              <a:off x="2463290" y="38008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174BCD25-483D-2497-DF5D-FED5D6BBFD35}"/>
                </a:ext>
              </a:extLst>
            </p:cNvPr>
            <p:cNvSpPr/>
            <p:nvPr/>
          </p:nvSpPr>
          <p:spPr>
            <a:xfrm>
              <a:off x="2537326" y="411204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588D0C09-974C-6EAD-85DB-FDC64E36AF50}"/>
                </a:ext>
              </a:extLst>
            </p:cNvPr>
            <p:cNvSpPr/>
            <p:nvPr/>
          </p:nvSpPr>
          <p:spPr>
            <a:xfrm>
              <a:off x="2537326" y="395617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60C6AE67-2783-803A-F025-298D5D7E7F72}"/>
                </a:ext>
              </a:extLst>
            </p:cNvPr>
            <p:cNvSpPr/>
            <p:nvPr/>
          </p:nvSpPr>
          <p:spPr>
            <a:xfrm>
              <a:off x="2611363" y="39794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91F6E39F-2546-5193-FC1A-0E14FBA4DD19}"/>
                </a:ext>
              </a:extLst>
            </p:cNvPr>
            <p:cNvSpPr/>
            <p:nvPr/>
          </p:nvSpPr>
          <p:spPr>
            <a:xfrm>
              <a:off x="2611363" y="38267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2EB641BA-CC3D-F41C-457A-D30F9CC04AF4}"/>
                </a:ext>
              </a:extLst>
            </p:cNvPr>
            <p:cNvSpPr/>
            <p:nvPr/>
          </p:nvSpPr>
          <p:spPr>
            <a:xfrm>
              <a:off x="2685399" y="397246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49563999-0DB3-D76A-5CB5-62FDCBF2CD32}"/>
                </a:ext>
              </a:extLst>
            </p:cNvPr>
            <p:cNvSpPr/>
            <p:nvPr/>
          </p:nvSpPr>
          <p:spPr>
            <a:xfrm>
              <a:off x="2685399" y="381186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E08B4AFC-668C-249F-BF44-828FB2DB4785}"/>
                </a:ext>
              </a:extLst>
            </p:cNvPr>
            <p:cNvSpPr/>
            <p:nvPr/>
          </p:nvSpPr>
          <p:spPr>
            <a:xfrm>
              <a:off x="2759437" y="37059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BABF7A5A-0A57-9DF6-8509-B9868D5B1D0E}"/>
                </a:ext>
              </a:extLst>
            </p:cNvPr>
            <p:cNvSpPr/>
            <p:nvPr/>
          </p:nvSpPr>
          <p:spPr>
            <a:xfrm>
              <a:off x="2759437" y="35470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E4521103-9A46-0917-EC26-468F59AF27BF}"/>
                </a:ext>
              </a:extLst>
            </p:cNvPr>
            <p:cNvSpPr/>
            <p:nvPr/>
          </p:nvSpPr>
          <p:spPr>
            <a:xfrm>
              <a:off x="2833473" y="379760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F09C05EF-7A39-45AD-632C-BE633FEC4BD0}"/>
                </a:ext>
              </a:extLst>
            </p:cNvPr>
            <p:cNvSpPr/>
            <p:nvPr/>
          </p:nvSpPr>
          <p:spPr>
            <a:xfrm>
              <a:off x="2833473" y="364938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BD578D34-8FA9-127D-8580-DAADE620DBE2}"/>
                </a:ext>
              </a:extLst>
            </p:cNvPr>
            <p:cNvSpPr/>
            <p:nvPr/>
          </p:nvSpPr>
          <p:spPr>
            <a:xfrm>
              <a:off x="2907511" y="37382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B5C59A9E-5635-C8E7-558E-E49A3EF1D9B6}"/>
                </a:ext>
              </a:extLst>
            </p:cNvPr>
            <p:cNvSpPr/>
            <p:nvPr/>
          </p:nvSpPr>
          <p:spPr>
            <a:xfrm>
              <a:off x="2907511" y="35829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AE3DECFB-995C-0AAD-F59F-1C6C6D68F2F6}"/>
                </a:ext>
              </a:extLst>
            </p:cNvPr>
            <p:cNvSpPr/>
            <p:nvPr/>
          </p:nvSpPr>
          <p:spPr>
            <a:xfrm>
              <a:off x="2981548" y="3652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54EEFF24-9B7C-CAC2-AEB1-ED7D272C8204}"/>
                </a:ext>
              </a:extLst>
            </p:cNvPr>
            <p:cNvSpPr/>
            <p:nvPr/>
          </p:nvSpPr>
          <p:spPr>
            <a:xfrm>
              <a:off x="2981548" y="349012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FC0148BB-D797-B37C-8567-124B94786D51}"/>
                </a:ext>
              </a:extLst>
            </p:cNvPr>
            <p:cNvSpPr/>
            <p:nvPr/>
          </p:nvSpPr>
          <p:spPr>
            <a:xfrm>
              <a:off x="3055584" y="367264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57BB2754-9BD5-9742-F5C8-5D434C053C8B}"/>
                </a:ext>
              </a:extLst>
            </p:cNvPr>
            <p:cNvSpPr/>
            <p:nvPr/>
          </p:nvSpPr>
          <p:spPr>
            <a:xfrm>
              <a:off x="3055584" y="35171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4954BE51-F6D3-19F9-518C-C0E68BFB7F20}"/>
                </a:ext>
              </a:extLst>
            </p:cNvPr>
            <p:cNvSpPr/>
            <p:nvPr/>
          </p:nvSpPr>
          <p:spPr>
            <a:xfrm>
              <a:off x="3129622" y="359324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7B00BF7C-FDBE-BC20-C31F-2E411BC44A89}"/>
                </a:ext>
              </a:extLst>
            </p:cNvPr>
            <p:cNvSpPr/>
            <p:nvPr/>
          </p:nvSpPr>
          <p:spPr>
            <a:xfrm>
              <a:off x="3129622" y="34394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4A26D1F0-EDDC-639B-C28B-CB6828407DBB}"/>
                </a:ext>
              </a:extLst>
            </p:cNvPr>
            <p:cNvSpPr/>
            <p:nvPr/>
          </p:nvSpPr>
          <p:spPr>
            <a:xfrm>
              <a:off x="3203658" y="362785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BD38BE07-88F3-44C0-1E1B-73B405FC9FF4}"/>
                </a:ext>
              </a:extLst>
            </p:cNvPr>
            <p:cNvSpPr/>
            <p:nvPr/>
          </p:nvSpPr>
          <p:spPr>
            <a:xfrm>
              <a:off x="3203658" y="34747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339E0CD-9B66-FA12-6AFB-2A6F12F957FA}"/>
                </a:ext>
              </a:extLst>
            </p:cNvPr>
            <p:cNvSpPr/>
            <p:nvPr/>
          </p:nvSpPr>
          <p:spPr>
            <a:xfrm>
              <a:off x="3277695" y="35005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657D38ED-4C7E-66AC-0C5B-D84229173F36}"/>
                </a:ext>
              </a:extLst>
            </p:cNvPr>
            <p:cNvSpPr/>
            <p:nvPr/>
          </p:nvSpPr>
          <p:spPr>
            <a:xfrm>
              <a:off x="3277695" y="33461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32D9C508-10AE-643B-094B-25C0D7C5C307}"/>
                </a:ext>
              </a:extLst>
            </p:cNvPr>
            <p:cNvSpPr/>
            <p:nvPr/>
          </p:nvSpPr>
          <p:spPr>
            <a:xfrm>
              <a:off x="3351731" y="35096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1ED378B7-2DA3-B67B-C711-8C983E6CEE30}"/>
                </a:ext>
              </a:extLst>
            </p:cNvPr>
            <p:cNvSpPr/>
            <p:nvPr/>
          </p:nvSpPr>
          <p:spPr>
            <a:xfrm>
              <a:off x="3351731" y="33532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8907FE30-CEB5-F9D0-17CC-488824D52543}"/>
                </a:ext>
              </a:extLst>
            </p:cNvPr>
            <p:cNvSpPr/>
            <p:nvPr/>
          </p:nvSpPr>
          <p:spPr>
            <a:xfrm>
              <a:off x="3425769" y="3511378"/>
              <a:ext cx="76637" cy="1915"/>
            </a:xfrm>
            <a:custGeom>
              <a:avLst/>
              <a:gdLst>
                <a:gd name="csX0" fmla="*/ 76638 w 76637"/>
                <a:gd name="csY0" fmla="*/ 0 h 1915"/>
                <a:gd name="csX1" fmla="*/ 0 w 76637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7" h="1915">
                  <a:moveTo>
                    <a:pt x="76638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08F7DF40-96FA-5EDF-EF39-7F87E71F6791}"/>
                </a:ext>
              </a:extLst>
            </p:cNvPr>
            <p:cNvSpPr/>
            <p:nvPr/>
          </p:nvSpPr>
          <p:spPr>
            <a:xfrm>
              <a:off x="3425769" y="3357740"/>
              <a:ext cx="76637" cy="1915"/>
            </a:xfrm>
            <a:custGeom>
              <a:avLst/>
              <a:gdLst>
                <a:gd name="csX0" fmla="*/ 76638 w 76637"/>
                <a:gd name="csY0" fmla="*/ 0 h 1915"/>
                <a:gd name="csX1" fmla="*/ 0 w 76637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7" h="1915">
                  <a:moveTo>
                    <a:pt x="76638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C9A4A18-22E0-DA9E-80A5-190C34BA14B0}"/>
                </a:ext>
              </a:extLst>
            </p:cNvPr>
            <p:cNvSpPr/>
            <p:nvPr/>
          </p:nvSpPr>
          <p:spPr>
            <a:xfrm>
              <a:off x="3499801" y="35144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4B3E73BD-9121-369C-C78A-5C04B948C119}"/>
                </a:ext>
              </a:extLst>
            </p:cNvPr>
            <p:cNvSpPr/>
            <p:nvPr/>
          </p:nvSpPr>
          <p:spPr>
            <a:xfrm>
              <a:off x="3499801" y="33606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77EA3AE1-F7EB-0A31-F52F-1EB39791E492}"/>
                </a:ext>
              </a:extLst>
            </p:cNvPr>
            <p:cNvSpPr/>
            <p:nvPr/>
          </p:nvSpPr>
          <p:spPr>
            <a:xfrm>
              <a:off x="3573835" y="34608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149DCECE-63B3-A06C-5F69-23112E7AF1D2}"/>
                </a:ext>
              </a:extLst>
            </p:cNvPr>
            <p:cNvSpPr/>
            <p:nvPr/>
          </p:nvSpPr>
          <p:spPr>
            <a:xfrm>
              <a:off x="3573835" y="329551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CA0B1143-2B4F-4032-A449-A76ED7C9B065}"/>
                </a:ext>
              </a:extLst>
            </p:cNvPr>
            <p:cNvSpPr/>
            <p:nvPr/>
          </p:nvSpPr>
          <p:spPr>
            <a:xfrm>
              <a:off x="3647888" y="33453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00A2A1FC-7317-EF26-3469-E34854267536}"/>
                </a:ext>
              </a:extLst>
            </p:cNvPr>
            <p:cNvSpPr/>
            <p:nvPr/>
          </p:nvSpPr>
          <p:spPr>
            <a:xfrm>
              <a:off x="3647888" y="318343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75E2E972-FF03-6206-95B2-70A232923471}"/>
                </a:ext>
              </a:extLst>
            </p:cNvPr>
            <p:cNvSpPr/>
            <p:nvPr/>
          </p:nvSpPr>
          <p:spPr>
            <a:xfrm>
              <a:off x="3721922" y="32480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D149C48F-05D6-573F-4BDC-D71F6921F455}"/>
                </a:ext>
              </a:extLst>
            </p:cNvPr>
            <p:cNvSpPr/>
            <p:nvPr/>
          </p:nvSpPr>
          <p:spPr>
            <a:xfrm>
              <a:off x="3721922" y="30905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6E1C451D-21FF-BE4B-8F01-211C6265C69C}"/>
                </a:ext>
              </a:extLst>
            </p:cNvPr>
            <p:cNvSpPr/>
            <p:nvPr/>
          </p:nvSpPr>
          <p:spPr>
            <a:xfrm>
              <a:off x="3795956" y="322392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584A576F-459F-469C-8350-9E630E41BE9D}"/>
                </a:ext>
              </a:extLst>
            </p:cNvPr>
            <p:cNvSpPr/>
            <p:nvPr/>
          </p:nvSpPr>
          <p:spPr>
            <a:xfrm>
              <a:off x="3795956" y="30641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F6B66A69-E727-872A-C0A4-2AA068B9CD91}"/>
                </a:ext>
              </a:extLst>
            </p:cNvPr>
            <p:cNvSpPr/>
            <p:nvPr/>
          </p:nvSpPr>
          <p:spPr>
            <a:xfrm>
              <a:off x="3869990" y="329162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6ADFA1D6-39D0-FAB7-7F70-757A3F5DC446}"/>
                </a:ext>
              </a:extLst>
            </p:cNvPr>
            <p:cNvSpPr/>
            <p:nvPr/>
          </p:nvSpPr>
          <p:spPr>
            <a:xfrm>
              <a:off x="3869990" y="31347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108DE7A8-451D-9207-7348-A35766324E91}"/>
                </a:ext>
              </a:extLst>
            </p:cNvPr>
            <p:cNvSpPr/>
            <p:nvPr/>
          </p:nvSpPr>
          <p:spPr>
            <a:xfrm>
              <a:off x="3944023" y="31947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98F65D03-F99C-02FE-260F-0BF4A0A11BD8}"/>
                </a:ext>
              </a:extLst>
            </p:cNvPr>
            <p:cNvSpPr/>
            <p:nvPr/>
          </p:nvSpPr>
          <p:spPr>
            <a:xfrm>
              <a:off x="3944023" y="304238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471A5F09-0396-E40F-F657-51760E2DE996}"/>
                </a:ext>
              </a:extLst>
            </p:cNvPr>
            <p:cNvSpPr/>
            <p:nvPr/>
          </p:nvSpPr>
          <p:spPr>
            <a:xfrm>
              <a:off x="4018057" y="31811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C7BA0FD1-E1F5-54DF-9933-B77AF75385E0}"/>
                </a:ext>
              </a:extLst>
            </p:cNvPr>
            <p:cNvSpPr/>
            <p:nvPr/>
          </p:nvSpPr>
          <p:spPr>
            <a:xfrm>
              <a:off x="4018057" y="302664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8E507DB9-D6D6-8E82-6F5E-241C45DF29A2}"/>
                </a:ext>
              </a:extLst>
            </p:cNvPr>
            <p:cNvSpPr/>
            <p:nvPr/>
          </p:nvSpPr>
          <p:spPr>
            <a:xfrm>
              <a:off x="4092091" y="309416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DA929EA5-0E2A-72CB-597D-DE65967084A4}"/>
                </a:ext>
              </a:extLst>
            </p:cNvPr>
            <p:cNvSpPr/>
            <p:nvPr/>
          </p:nvSpPr>
          <p:spPr>
            <a:xfrm>
              <a:off x="4092091" y="2944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9065DF77-72D5-FA60-4123-1C37862D689B}"/>
                </a:ext>
              </a:extLst>
            </p:cNvPr>
            <p:cNvSpPr/>
            <p:nvPr/>
          </p:nvSpPr>
          <p:spPr>
            <a:xfrm>
              <a:off x="4166144" y="297058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DCE5BAD3-0963-5A66-A889-229B0A7CB9A5}"/>
                </a:ext>
              </a:extLst>
            </p:cNvPr>
            <p:cNvSpPr/>
            <p:nvPr/>
          </p:nvSpPr>
          <p:spPr>
            <a:xfrm>
              <a:off x="4166144" y="28191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5A118216-9618-4778-DF98-30E1DE941AE8}"/>
                </a:ext>
              </a:extLst>
            </p:cNvPr>
            <p:cNvSpPr/>
            <p:nvPr/>
          </p:nvSpPr>
          <p:spPr>
            <a:xfrm>
              <a:off x="4240178" y="29193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F1179854-AD32-E116-DF8B-A62C4BFE01E6}"/>
                </a:ext>
              </a:extLst>
            </p:cNvPr>
            <p:cNvSpPr/>
            <p:nvPr/>
          </p:nvSpPr>
          <p:spPr>
            <a:xfrm>
              <a:off x="4240178" y="276818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098B31AC-ABB7-C694-78A8-0DF517A4BE5E}"/>
                </a:ext>
              </a:extLst>
            </p:cNvPr>
            <p:cNvSpPr/>
            <p:nvPr/>
          </p:nvSpPr>
          <p:spPr>
            <a:xfrm>
              <a:off x="4314212" y="297386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86BCEDD8-D566-CB7A-8353-6D60C9B61397}"/>
                </a:ext>
              </a:extLst>
            </p:cNvPr>
            <p:cNvSpPr/>
            <p:nvPr/>
          </p:nvSpPr>
          <p:spPr>
            <a:xfrm>
              <a:off x="4314212" y="28200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56354C8D-06AD-79F8-5AF7-77A9DDA8A6B5}"/>
                </a:ext>
              </a:extLst>
            </p:cNvPr>
            <p:cNvSpPr/>
            <p:nvPr/>
          </p:nvSpPr>
          <p:spPr>
            <a:xfrm>
              <a:off x="4388246" y="28749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874D12C7-E3FF-BC26-6731-2F0CC1C39AF6}"/>
                </a:ext>
              </a:extLst>
            </p:cNvPr>
            <p:cNvSpPr/>
            <p:nvPr/>
          </p:nvSpPr>
          <p:spPr>
            <a:xfrm>
              <a:off x="4388246" y="27116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C51E5FFE-57E2-F139-658D-482758DE470F}"/>
                </a:ext>
              </a:extLst>
            </p:cNvPr>
            <p:cNvSpPr/>
            <p:nvPr/>
          </p:nvSpPr>
          <p:spPr>
            <a:xfrm>
              <a:off x="4462280" y="27751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A4AE6A77-A57C-CBDD-DDEB-C11426E33CD1}"/>
                </a:ext>
              </a:extLst>
            </p:cNvPr>
            <p:cNvSpPr/>
            <p:nvPr/>
          </p:nvSpPr>
          <p:spPr>
            <a:xfrm>
              <a:off x="4462280" y="26203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A80DB03E-DF32-E7EE-1B6D-D541A283FA29}"/>
                </a:ext>
              </a:extLst>
            </p:cNvPr>
            <p:cNvSpPr/>
            <p:nvPr/>
          </p:nvSpPr>
          <p:spPr>
            <a:xfrm>
              <a:off x="4536314" y="27048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85B67699-EBBD-3C7E-5BA6-767EA7FD66F2}"/>
                </a:ext>
              </a:extLst>
            </p:cNvPr>
            <p:cNvSpPr/>
            <p:nvPr/>
          </p:nvSpPr>
          <p:spPr>
            <a:xfrm>
              <a:off x="4536314" y="25511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5CF2D442-8D0A-24BD-863C-FD10B0B09EA4}"/>
                </a:ext>
              </a:extLst>
            </p:cNvPr>
            <p:cNvSpPr/>
            <p:nvPr/>
          </p:nvSpPr>
          <p:spPr>
            <a:xfrm>
              <a:off x="4610367" y="277548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54902C3D-4DF9-AFC7-61CD-7E024E2E63A4}"/>
                </a:ext>
              </a:extLst>
            </p:cNvPr>
            <p:cNvSpPr/>
            <p:nvPr/>
          </p:nvSpPr>
          <p:spPr>
            <a:xfrm>
              <a:off x="4610367" y="262372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E05EFC1A-A0D0-C8C9-44CC-89D6949701C3}"/>
                </a:ext>
              </a:extLst>
            </p:cNvPr>
            <p:cNvSpPr/>
            <p:nvPr/>
          </p:nvSpPr>
          <p:spPr>
            <a:xfrm>
              <a:off x="4684401" y="27152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7461D953-3FDD-B45F-34ED-9EE8D5D739CF}"/>
                </a:ext>
              </a:extLst>
            </p:cNvPr>
            <p:cNvSpPr/>
            <p:nvPr/>
          </p:nvSpPr>
          <p:spPr>
            <a:xfrm>
              <a:off x="4684401" y="25593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C57974E9-75AD-8F08-BA51-D0840F8CAECF}"/>
                </a:ext>
              </a:extLst>
            </p:cNvPr>
            <p:cNvSpPr/>
            <p:nvPr/>
          </p:nvSpPr>
          <p:spPr>
            <a:xfrm>
              <a:off x="4758435" y="26669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E3CE04EA-B1D2-88A9-F87E-39F46C952F45}"/>
                </a:ext>
              </a:extLst>
            </p:cNvPr>
            <p:cNvSpPr/>
            <p:nvPr/>
          </p:nvSpPr>
          <p:spPr>
            <a:xfrm>
              <a:off x="4758435" y="250516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8733E630-7F9A-DD9D-48FC-28F6037D3382}"/>
                </a:ext>
              </a:extLst>
            </p:cNvPr>
            <p:cNvSpPr/>
            <p:nvPr/>
          </p:nvSpPr>
          <p:spPr>
            <a:xfrm>
              <a:off x="4832469" y="27155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21798900-9D1E-B492-5812-107742575BD8}"/>
                </a:ext>
              </a:extLst>
            </p:cNvPr>
            <p:cNvSpPr/>
            <p:nvPr/>
          </p:nvSpPr>
          <p:spPr>
            <a:xfrm>
              <a:off x="4832469" y="25599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E21AF5E7-92F5-10A3-841B-6A5D60A9DAD5}"/>
                </a:ext>
              </a:extLst>
            </p:cNvPr>
            <p:cNvSpPr/>
            <p:nvPr/>
          </p:nvSpPr>
          <p:spPr>
            <a:xfrm>
              <a:off x="4906503" y="26341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EA80EAF8-ED3A-725B-74CD-01173C60404A}"/>
                </a:ext>
              </a:extLst>
            </p:cNvPr>
            <p:cNvSpPr/>
            <p:nvPr/>
          </p:nvSpPr>
          <p:spPr>
            <a:xfrm>
              <a:off x="4906503" y="247327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5C79A262-309D-D36C-685C-5E3F3BCA52E8}"/>
                </a:ext>
              </a:extLst>
            </p:cNvPr>
            <p:cNvSpPr/>
            <p:nvPr/>
          </p:nvSpPr>
          <p:spPr>
            <a:xfrm>
              <a:off x="4980536" y="267025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D3CE4C32-F259-B80F-49DF-FC7005523119}"/>
                </a:ext>
              </a:extLst>
            </p:cNvPr>
            <p:cNvSpPr/>
            <p:nvPr/>
          </p:nvSpPr>
          <p:spPr>
            <a:xfrm>
              <a:off x="4980536" y="251984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31C57617-D1AB-CC51-C113-7ABF66EE174E}"/>
                </a:ext>
              </a:extLst>
            </p:cNvPr>
            <p:cNvSpPr/>
            <p:nvPr/>
          </p:nvSpPr>
          <p:spPr>
            <a:xfrm>
              <a:off x="5054589" y="26261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101F828A-07BF-E89C-6AF7-9C186DB21608}"/>
                </a:ext>
              </a:extLst>
            </p:cNvPr>
            <p:cNvSpPr/>
            <p:nvPr/>
          </p:nvSpPr>
          <p:spPr>
            <a:xfrm>
              <a:off x="5054589" y="24681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E057A922-CF92-FA3A-3077-277B8EBBAD02}"/>
                </a:ext>
              </a:extLst>
            </p:cNvPr>
            <p:cNvSpPr/>
            <p:nvPr/>
          </p:nvSpPr>
          <p:spPr>
            <a:xfrm>
              <a:off x="5128623" y="245932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6E45FE2F-37BE-EE65-8B43-3E73BA779759}"/>
                </a:ext>
              </a:extLst>
            </p:cNvPr>
            <p:cNvSpPr/>
            <p:nvPr/>
          </p:nvSpPr>
          <p:spPr>
            <a:xfrm>
              <a:off x="5128623" y="230484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1" name="Freeform 530">
              <a:extLst>
                <a:ext uri="{FF2B5EF4-FFF2-40B4-BE49-F238E27FC236}">
                  <a16:creationId xmlns:a16="http://schemas.microsoft.com/office/drawing/2014/main" id="{E7D4EFF8-A637-AEEB-983F-05D466A2D8F0}"/>
                </a:ext>
              </a:extLst>
            </p:cNvPr>
            <p:cNvSpPr/>
            <p:nvPr/>
          </p:nvSpPr>
          <p:spPr>
            <a:xfrm>
              <a:off x="5202657" y="248296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65FA8D8C-5125-5229-B398-1B811E164E14}"/>
                </a:ext>
              </a:extLst>
            </p:cNvPr>
            <p:cNvSpPr/>
            <p:nvPr/>
          </p:nvSpPr>
          <p:spPr>
            <a:xfrm>
              <a:off x="5202657" y="232379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738C7969-66FE-E504-667F-365D5BF66C08}"/>
                </a:ext>
              </a:extLst>
            </p:cNvPr>
            <p:cNvSpPr/>
            <p:nvPr/>
          </p:nvSpPr>
          <p:spPr>
            <a:xfrm>
              <a:off x="5276691" y="225404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B9C2815-D55B-E8D4-0AA6-14C875215432}"/>
                </a:ext>
              </a:extLst>
            </p:cNvPr>
            <p:cNvSpPr/>
            <p:nvPr/>
          </p:nvSpPr>
          <p:spPr>
            <a:xfrm>
              <a:off x="5276691" y="210405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E48AA44E-27C6-8BBB-270A-24F74C919577}"/>
                </a:ext>
              </a:extLst>
            </p:cNvPr>
            <p:cNvSpPr/>
            <p:nvPr/>
          </p:nvSpPr>
          <p:spPr>
            <a:xfrm>
              <a:off x="5350725" y="22912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688A2AB7-DDC2-1F3C-28C2-1CBAD231E829}"/>
                </a:ext>
              </a:extLst>
            </p:cNvPr>
            <p:cNvSpPr/>
            <p:nvPr/>
          </p:nvSpPr>
          <p:spPr>
            <a:xfrm>
              <a:off x="5350725" y="214027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A3EF3776-61F6-3CEF-A767-85D1BA1D3D32}"/>
                </a:ext>
              </a:extLst>
            </p:cNvPr>
            <p:cNvSpPr/>
            <p:nvPr/>
          </p:nvSpPr>
          <p:spPr>
            <a:xfrm>
              <a:off x="5424759" y="233378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8F7B8D57-764E-4704-ED80-40FAEAAF61E5}"/>
                </a:ext>
              </a:extLst>
            </p:cNvPr>
            <p:cNvSpPr/>
            <p:nvPr/>
          </p:nvSpPr>
          <p:spPr>
            <a:xfrm>
              <a:off x="5424759" y="217543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776DDCD4-E6F2-A8E6-F6BE-3DA41E3870B2}"/>
                </a:ext>
              </a:extLst>
            </p:cNvPr>
            <p:cNvSpPr/>
            <p:nvPr/>
          </p:nvSpPr>
          <p:spPr>
            <a:xfrm>
              <a:off x="5498793" y="22077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2974D0E3-0424-0272-794F-67A6019FEBB2}"/>
                </a:ext>
              </a:extLst>
            </p:cNvPr>
            <p:cNvSpPr/>
            <p:nvPr/>
          </p:nvSpPr>
          <p:spPr>
            <a:xfrm>
              <a:off x="5498793" y="204722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AA7DADBF-D1BA-98E8-C677-323A8F11939E}"/>
                </a:ext>
              </a:extLst>
            </p:cNvPr>
            <p:cNvSpPr/>
            <p:nvPr/>
          </p:nvSpPr>
          <p:spPr>
            <a:xfrm>
              <a:off x="5572846" y="22514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BE3B3047-B40F-EE7A-9640-49134B053F38}"/>
                </a:ext>
              </a:extLst>
            </p:cNvPr>
            <p:cNvSpPr/>
            <p:nvPr/>
          </p:nvSpPr>
          <p:spPr>
            <a:xfrm>
              <a:off x="5572846" y="20993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BAF25916-B1B1-2AAF-6FC3-B58F4A6F99A2}"/>
                </a:ext>
              </a:extLst>
            </p:cNvPr>
            <p:cNvSpPr/>
            <p:nvPr/>
          </p:nvSpPr>
          <p:spPr>
            <a:xfrm>
              <a:off x="5646880" y="2086103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91DA01AD-4F12-A184-4165-92019B663FFE}"/>
                </a:ext>
              </a:extLst>
            </p:cNvPr>
            <p:cNvSpPr/>
            <p:nvPr/>
          </p:nvSpPr>
          <p:spPr>
            <a:xfrm>
              <a:off x="5646880" y="1940397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2C225FA3-F194-F014-CF91-721F3A6F6A18}"/>
                </a:ext>
              </a:extLst>
            </p:cNvPr>
            <p:cNvSpPr/>
            <p:nvPr/>
          </p:nvSpPr>
          <p:spPr>
            <a:xfrm>
              <a:off x="5720914" y="21055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1B706486-F9BB-E9DA-242F-DD74EE9C7E17}"/>
                </a:ext>
              </a:extLst>
            </p:cNvPr>
            <p:cNvSpPr/>
            <p:nvPr/>
          </p:nvSpPr>
          <p:spPr>
            <a:xfrm>
              <a:off x="5720914" y="194269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B65E4A02-576F-835F-3D4F-79C21B0B5F14}"/>
                </a:ext>
              </a:extLst>
            </p:cNvPr>
            <p:cNvSpPr/>
            <p:nvPr/>
          </p:nvSpPr>
          <p:spPr>
            <a:xfrm>
              <a:off x="5794948" y="1988318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00CE318A-F92E-D82E-7C3B-27979D0A0900}"/>
                </a:ext>
              </a:extLst>
            </p:cNvPr>
            <p:cNvSpPr/>
            <p:nvPr/>
          </p:nvSpPr>
          <p:spPr>
            <a:xfrm>
              <a:off x="5794948" y="1838378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D07A8ED2-6F99-3FC5-7D48-DC91015ADE23}"/>
                </a:ext>
              </a:extLst>
            </p:cNvPr>
            <p:cNvSpPr/>
            <p:nvPr/>
          </p:nvSpPr>
          <p:spPr>
            <a:xfrm>
              <a:off x="5868982" y="20895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BB0025FD-AEAA-F923-41BE-5EF98DF1FB33}"/>
                </a:ext>
              </a:extLst>
            </p:cNvPr>
            <p:cNvSpPr/>
            <p:nvPr/>
          </p:nvSpPr>
          <p:spPr>
            <a:xfrm>
              <a:off x="5868982" y="19392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3B4C63D-E26E-7429-4EE4-C7F18E637240}"/>
              </a:ext>
            </a:extLst>
          </p:cNvPr>
          <p:cNvGrpSpPr/>
          <p:nvPr/>
        </p:nvGrpSpPr>
        <p:grpSpPr>
          <a:xfrm>
            <a:off x="3336049" y="1809657"/>
            <a:ext cx="3696778" cy="2254640"/>
            <a:chOff x="2245011" y="1878859"/>
            <a:chExt cx="3696778" cy="2254640"/>
          </a:xfrm>
        </p:grpSpPr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AB1F0382-55E3-6E17-C1EF-EEEDBAE953B5}"/>
                </a:ext>
              </a:extLst>
            </p:cNvPr>
            <p:cNvSpPr/>
            <p:nvPr/>
          </p:nvSpPr>
          <p:spPr>
            <a:xfrm>
              <a:off x="2245011" y="406452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EE61E528-3DFE-5C5F-9B04-EEA610122889}"/>
                </a:ext>
              </a:extLst>
            </p:cNvPr>
            <p:cNvSpPr/>
            <p:nvPr/>
          </p:nvSpPr>
          <p:spPr>
            <a:xfrm>
              <a:off x="2319046" y="398464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7E17A123-8DDA-F042-CA98-7D19E1107EAA}"/>
                </a:ext>
              </a:extLst>
            </p:cNvPr>
            <p:cNvSpPr/>
            <p:nvPr/>
          </p:nvSpPr>
          <p:spPr>
            <a:xfrm>
              <a:off x="2393084" y="387882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7A272B8D-FEE6-8483-89D1-73453667382B}"/>
                </a:ext>
              </a:extLst>
            </p:cNvPr>
            <p:cNvSpPr/>
            <p:nvPr/>
          </p:nvSpPr>
          <p:spPr>
            <a:xfrm>
              <a:off x="2467122" y="384418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5" name="Oval 554">
              <a:extLst>
                <a:ext uri="{FF2B5EF4-FFF2-40B4-BE49-F238E27FC236}">
                  <a16:creationId xmlns:a16="http://schemas.microsoft.com/office/drawing/2014/main" id="{1EC6FF26-B26B-48E0-856A-422582916DA3}"/>
                </a:ext>
              </a:extLst>
            </p:cNvPr>
            <p:cNvSpPr/>
            <p:nvPr/>
          </p:nvSpPr>
          <p:spPr>
            <a:xfrm>
              <a:off x="2541158" y="39996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059E5A90-E260-B9E0-AF4A-52767620ED52}"/>
                </a:ext>
              </a:extLst>
            </p:cNvPr>
            <p:cNvSpPr/>
            <p:nvPr/>
          </p:nvSpPr>
          <p:spPr>
            <a:xfrm>
              <a:off x="2615195" y="386857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7" name="Oval 556">
              <a:extLst>
                <a:ext uri="{FF2B5EF4-FFF2-40B4-BE49-F238E27FC236}">
                  <a16:creationId xmlns:a16="http://schemas.microsoft.com/office/drawing/2014/main" id="{79306796-AFCB-B8C6-6015-4F4595992076}"/>
                </a:ext>
              </a:extLst>
            </p:cNvPr>
            <p:cNvSpPr/>
            <p:nvPr/>
          </p:nvSpPr>
          <p:spPr>
            <a:xfrm>
              <a:off x="2689231" y="385767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8" name="Oval 557">
              <a:extLst>
                <a:ext uri="{FF2B5EF4-FFF2-40B4-BE49-F238E27FC236}">
                  <a16:creationId xmlns:a16="http://schemas.microsoft.com/office/drawing/2014/main" id="{F09250A8-20E6-280C-4B88-0BD75ADE18FF}"/>
                </a:ext>
              </a:extLst>
            </p:cNvPr>
            <p:cNvSpPr/>
            <p:nvPr/>
          </p:nvSpPr>
          <p:spPr>
            <a:xfrm>
              <a:off x="2763269" y="359198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9" name="Oval 558">
              <a:extLst>
                <a:ext uri="{FF2B5EF4-FFF2-40B4-BE49-F238E27FC236}">
                  <a16:creationId xmlns:a16="http://schemas.microsoft.com/office/drawing/2014/main" id="{46E030EF-D3CD-A731-72A4-7AD044047591}"/>
                </a:ext>
              </a:extLst>
            </p:cNvPr>
            <p:cNvSpPr/>
            <p:nvPr/>
          </p:nvSpPr>
          <p:spPr>
            <a:xfrm>
              <a:off x="2837305" y="368900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0" name="Oval 559">
              <a:extLst>
                <a:ext uri="{FF2B5EF4-FFF2-40B4-BE49-F238E27FC236}">
                  <a16:creationId xmlns:a16="http://schemas.microsoft.com/office/drawing/2014/main" id="{A7A69BD5-B624-3616-3D1A-A0F813609164}"/>
                </a:ext>
              </a:extLst>
            </p:cNvPr>
            <p:cNvSpPr/>
            <p:nvPr/>
          </p:nvSpPr>
          <p:spPr>
            <a:xfrm>
              <a:off x="2911343" y="3626088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1" name="Oval 560">
              <a:extLst>
                <a:ext uri="{FF2B5EF4-FFF2-40B4-BE49-F238E27FC236}">
                  <a16:creationId xmlns:a16="http://schemas.microsoft.com/office/drawing/2014/main" id="{C4971DF8-E58F-223D-1C7C-09741FAD802D}"/>
                </a:ext>
              </a:extLst>
            </p:cNvPr>
            <p:cNvSpPr/>
            <p:nvPr/>
          </p:nvSpPr>
          <p:spPr>
            <a:xfrm>
              <a:off x="2985380" y="353686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2" name="Oval 561">
              <a:extLst>
                <a:ext uri="{FF2B5EF4-FFF2-40B4-BE49-F238E27FC236}">
                  <a16:creationId xmlns:a16="http://schemas.microsoft.com/office/drawing/2014/main" id="{AAEDFC73-9813-C138-F448-E75D9C277D9B}"/>
                </a:ext>
              </a:extLst>
            </p:cNvPr>
            <p:cNvSpPr/>
            <p:nvPr/>
          </p:nvSpPr>
          <p:spPr>
            <a:xfrm>
              <a:off x="3059416" y="356038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3" name="Oval 562">
              <a:extLst>
                <a:ext uri="{FF2B5EF4-FFF2-40B4-BE49-F238E27FC236}">
                  <a16:creationId xmlns:a16="http://schemas.microsoft.com/office/drawing/2014/main" id="{CE7DF7AC-596C-8992-3876-3A3ABFE4F90C}"/>
                </a:ext>
              </a:extLst>
            </p:cNvPr>
            <p:cNvSpPr/>
            <p:nvPr/>
          </p:nvSpPr>
          <p:spPr>
            <a:xfrm>
              <a:off x="3133454" y="348185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4" name="Oval 563">
              <a:extLst>
                <a:ext uri="{FF2B5EF4-FFF2-40B4-BE49-F238E27FC236}">
                  <a16:creationId xmlns:a16="http://schemas.microsoft.com/office/drawing/2014/main" id="{BF5E644C-5849-CB7A-B7CE-385087BCFF0A}"/>
                </a:ext>
              </a:extLst>
            </p:cNvPr>
            <p:cNvSpPr/>
            <p:nvPr/>
          </p:nvSpPr>
          <p:spPr>
            <a:xfrm>
              <a:off x="3207490" y="351682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5" name="Oval 564">
              <a:extLst>
                <a:ext uri="{FF2B5EF4-FFF2-40B4-BE49-F238E27FC236}">
                  <a16:creationId xmlns:a16="http://schemas.microsoft.com/office/drawing/2014/main" id="{CBCDC771-9BC5-9C36-0A2A-E085BC0AE3EE}"/>
                </a:ext>
              </a:extLst>
            </p:cNvPr>
            <p:cNvSpPr/>
            <p:nvPr/>
          </p:nvSpPr>
          <p:spPr>
            <a:xfrm>
              <a:off x="3281527" y="338882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6" name="Oval 565">
              <a:extLst>
                <a:ext uri="{FF2B5EF4-FFF2-40B4-BE49-F238E27FC236}">
                  <a16:creationId xmlns:a16="http://schemas.microsoft.com/office/drawing/2014/main" id="{EFDE437C-BECE-513A-09F8-09F90BDA2488}"/>
                </a:ext>
              </a:extLst>
            </p:cNvPr>
            <p:cNvSpPr/>
            <p:nvPr/>
          </p:nvSpPr>
          <p:spPr>
            <a:xfrm>
              <a:off x="3355563" y="339693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7" name="Oval 566">
              <a:extLst>
                <a:ext uri="{FF2B5EF4-FFF2-40B4-BE49-F238E27FC236}">
                  <a16:creationId xmlns:a16="http://schemas.microsoft.com/office/drawing/2014/main" id="{6136AF93-093A-CCFE-DAE2-A30CC3C77E22}"/>
                </a:ext>
              </a:extLst>
            </p:cNvPr>
            <p:cNvSpPr/>
            <p:nvPr/>
          </p:nvSpPr>
          <p:spPr>
            <a:xfrm>
              <a:off x="3429599" y="340007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8" name="Oval 567">
              <a:extLst>
                <a:ext uri="{FF2B5EF4-FFF2-40B4-BE49-F238E27FC236}">
                  <a16:creationId xmlns:a16="http://schemas.microsoft.com/office/drawing/2014/main" id="{DED154A7-8E10-C80D-9B64-D0533447EAA0}"/>
                </a:ext>
              </a:extLst>
            </p:cNvPr>
            <p:cNvSpPr/>
            <p:nvPr/>
          </p:nvSpPr>
          <p:spPr>
            <a:xfrm>
              <a:off x="3503633" y="34030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9" name="Oval 568">
              <a:extLst>
                <a:ext uri="{FF2B5EF4-FFF2-40B4-BE49-F238E27FC236}">
                  <a16:creationId xmlns:a16="http://schemas.microsoft.com/office/drawing/2014/main" id="{5950D1B4-C67D-28F9-90A5-051869AF50A2}"/>
                </a:ext>
              </a:extLst>
            </p:cNvPr>
            <p:cNvSpPr/>
            <p:nvPr/>
          </p:nvSpPr>
          <p:spPr>
            <a:xfrm>
              <a:off x="3577667" y="334367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0" name="Oval 569">
              <a:extLst>
                <a:ext uri="{FF2B5EF4-FFF2-40B4-BE49-F238E27FC236}">
                  <a16:creationId xmlns:a16="http://schemas.microsoft.com/office/drawing/2014/main" id="{004D8E0B-A143-24EE-3D79-D21568F5A337}"/>
                </a:ext>
              </a:extLst>
            </p:cNvPr>
            <p:cNvSpPr/>
            <p:nvPr/>
          </p:nvSpPr>
          <p:spPr>
            <a:xfrm>
              <a:off x="3651720" y="322988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9B2838F9-A1D0-5D16-6D7E-50DCE4425A7C}"/>
                </a:ext>
              </a:extLst>
            </p:cNvPr>
            <p:cNvSpPr/>
            <p:nvPr/>
          </p:nvSpPr>
          <p:spPr>
            <a:xfrm>
              <a:off x="3725754" y="313477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51E4B2FC-3034-D18B-E202-81031F3BA2D8}"/>
                </a:ext>
              </a:extLst>
            </p:cNvPr>
            <p:cNvSpPr/>
            <p:nvPr/>
          </p:nvSpPr>
          <p:spPr>
            <a:xfrm>
              <a:off x="3799788" y="310953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3" name="Oval 572">
              <a:extLst>
                <a:ext uri="{FF2B5EF4-FFF2-40B4-BE49-F238E27FC236}">
                  <a16:creationId xmlns:a16="http://schemas.microsoft.com/office/drawing/2014/main" id="{8999623D-A92A-DE41-0654-E8B659494372}"/>
                </a:ext>
              </a:extLst>
            </p:cNvPr>
            <p:cNvSpPr/>
            <p:nvPr/>
          </p:nvSpPr>
          <p:spPr>
            <a:xfrm>
              <a:off x="3873822" y="317869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82AC5CD9-15F4-5132-5938-4BF60CE31166}"/>
                </a:ext>
              </a:extLst>
            </p:cNvPr>
            <p:cNvSpPr/>
            <p:nvPr/>
          </p:nvSpPr>
          <p:spPr>
            <a:xfrm>
              <a:off x="3947855" y="308406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8528762D-C291-CADC-3D5A-3100E0A55BC4}"/>
                </a:ext>
              </a:extLst>
            </p:cNvPr>
            <p:cNvSpPr/>
            <p:nvPr/>
          </p:nvSpPr>
          <p:spPr>
            <a:xfrm>
              <a:off x="4021889" y="306938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DA2049CE-C5AC-1CDB-A31C-8C350BBCBB05}"/>
                </a:ext>
              </a:extLst>
            </p:cNvPr>
            <p:cNvSpPr/>
            <p:nvPr/>
          </p:nvSpPr>
          <p:spPr>
            <a:xfrm>
              <a:off x="4095923" y="298476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7" name="Oval 576">
              <a:extLst>
                <a:ext uri="{FF2B5EF4-FFF2-40B4-BE49-F238E27FC236}">
                  <a16:creationId xmlns:a16="http://schemas.microsoft.com/office/drawing/2014/main" id="{62111B8D-4997-2DDC-9323-180882CAE0E0}"/>
                </a:ext>
              </a:extLst>
            </p:cNvPr>
            <p:cNvSpPr/>
            <p:nvPr/>
          </p:nvSpPr>
          <p:spPr>
            <a:xfrm>
              <a:off x="4169976" y="286038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8" name="Oval 577">
              <a:extLst>
                <a:ext uri="{FF2B5EF4-FFF2-40B4-BE49-F238E27FC236}">
                  <a16:creationId xmlns:a16="http://schemas.microsoft.com/office/drawing/2014/main" id="{E4F8B3C0-2D46-34A6-8B9B-F9A9077F6E79}"/>
                </a:ext>
              </a:extLst>
            </p:cNvPr>
            <p:cNvSpPr/>
            <p:nvPr/>
          </p:nvSpPr>
          <p:spPr>
            <a:xfrm>
              <a:off x="4244010" y="280928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60EBD874-41AE-ED87-0379-A9A3766212C6}"/>
                </a:ext>
              </a:extLst>
            </p:cNvPr>
            <p:cNvSpPr/>
            <p:nvPr/>
          </p:nvSpPr>
          <p:spPr>
            <a:xfrm>
              <a:off x="4318044" y="286245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0" name="Oval 579">
              <a:extLst>
                <a:ext uri="{FF2B5EF4-FFF2-40B4-BE49-F238E27FC236}">
                  <a16:creationId xmlns:a16="http://schemas.microsoft.com/office/drawing/2014/main" id="{3E7920EC-F29C-B02D-EC96-C71930A8638D}"/>
                </a:ext>
              </a:extLst>
            </p:cNvPr>
            <p:cNvSpPr/>
            <p:nvPr/>
          </p:nvSpPr>
          <p:spPr>
            <a:xfrm>
              <a:off x="4392078" y="275881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1" name="Oval 580">
              <a:extLst>
                <a:ext uri="{FF2B5EF4-FFF2-40B4-BE49-F238E27FC236}">
                  <a16:creationId xmlns:a16="http://schemas.microsoft.com/office/drawing/2014/main" id="{8A91F4AF-EEE7-3659-BD26-D491CEB93B17}"/>
                </a:ext>
              </a:extLst>
            </p:cNvPr>
            <p:cNvSpPr/>
            <p:nvPr/>
          </p:nvSpPr>
          <p:spPr>
            <a:xfrm>
              <a:off x="4466112" y="266323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2" name="Oval 581">
              <a:extLst>
                <a:ext uri="{FF2B5EF4-FFF2-40B4-BE49-F238E27FC236}">
                  <a16:creationId xmlns:a16="http://schemas.microsoft.com/office/drawing/2014/main" id="{1739F147-9B96-BA21-5BEE-625B88D52EFF}"/>
                </a:ext>
              </a:extLst>
            </p:cNvPr>
            <p:cNvSpPr/>
            <p:nvPr/>
          </p:nvSpPr>
          <p:spPr>
            <a:xfrm>
              <a:off x="4540146" y="25935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3" name="Oval 582">
              <a:extLst>
                <a:ext uri="{FF2B5EF4-FFF2-40B4-BE49-F238E27FC236}">
                  <a16:creationId xmlns:a16="http://schemas.microsoft.com/office/drawing/2014/main" id="{C611CAD3-1016-DE0B-DC04-D44269EC0B07}"/>
                </a:ext>
              </a:extLst>
            </p:cNvPr>
            <p:cNvSpPr/>
            <p:nvPr/>
          </p:nvSpPr>
          <p:spPr>
            <a:xfrm>
              <a:off x="4614199" y="266511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4" name="Oval 583">
              <a:extLst>
                <a:ext uri="{FF2B5EF4-FFF2-40B4-BE49-F238E27FC236}">
                  <a16:creationId xmlns:a16="http://schemas.microsoft.com/office/drawing/2014/main" id="{89D89C7C-BDB9-094A-30A8-6F2EE9ACD8F3}"/>
                </a:ext>
              </a:extLst>
            </p:cNvPr>
            <p:cNvSpPr/>
            <p:nvPr/>
          </p:nvSpPr>
          <p:spPr>
            <a:xfrm>
              <a:off x="4688233" y="260279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5" name="Oval 584">
              <a:extLst>
                <a:ext uri="{FF2B5EF4-FFF2-40B4-BE49-F238E27FC236}">
                  <a16:creationId xmlns:a16="http://schemas.microsoft.com/office/drawing/2014/main" id="{67207A8B-1E7C-DF99-6795-59990697A3A8}"/>
                </a:ext>
              </a:extLst>
            </p:cNvPr>
            <p:cNvSpPr/>
            <p:nvPr/>
          </p:nvSpPr>
          <p:spPr>
            <a:xfrm>
              <a:off x="4762267" y="255154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8752FC26-62D6-460B-AD09-73364BCA8337}"/>
                </a:ext>
              </a:extLst>
            </p:cNvPr>
            <p:cNvSpPr/>
            <p:nvPr/>
          </p:nvSpPr>
          <p:spPr>
            <a:xfrm>
              <a:off x="4836301" y="260325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A5B43A8F-EF73-8E06-1BC9-E64181E864AB}"/>
                </a:ext>
              </a:extLst>
            </p:cNvPr>
            <p:cNvSpPr/>
            <p:nvPr/>
          </p:nvSpPr>
          <p:spPr>
            <a:xfrm>
              <a:off x="4910334" y="251920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CB2D5FB7-DD66-5D54-8BF4-01ED17D29938}"/>
                </a:ext>
              </a:extLst>
            </p:cNvPr>
            <p:cNvSpPr/>
            <p:nvPr/>
          </p:nvSpPr>
          <p:spPr>
            <a:xfrm>
              <a:off x="4984368" y="25605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74F00B8C-06E9-5A4C-C0C6-3F0CD09EFA1B}"/>
                </a:ext>
              </a:extLst>
            </p:cNvPr>
            <p:cNvSpPr/>
            <p:nvPr/>
          </p:nvSpPr>
          <p:spPr>
            <a:xfrm>
              <a:off x="5058421" y="251265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80CB97F4-D97F-74CB-37FF-03F2758C39F8}"/>
                </a:ext>
              </a:extLst>
            </p:cNvPr>
            <p:cNvSpPr/>
            <p:nvPr/>
          </p:nvSpPr>
          <p:spPr>
            <a:xfrm>
              <a:off x="5132455" y="234759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742B6A4-5F5E-8ADF-A77F-F7B450C3BCA2}"/>
                </a:ext>
              </a:extLst>
            </p:cNvPr>
            <p:cNvSpPr/>
            <p:nvPr/>
          </p:nvSpPr>
          <p:spPr>
            <a:xfrm>
              <a:off x="5206489" y="236888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CD3D6232-569E-2B68-8BD5-B1AE1DDF6595}"/>
                </a:ext>
              </a:extLst>
            </p:cNvPr>
            <p:cNvSpPr/>
            <p:nvPr/>
          </p:nvSpPr>
          <p:spPr>
            <a:xfrm>
              <a:off x="5280523" y="214455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997A5C34-0867-CEB9-BE3F-5359847EE07F}"/>
                </a:ext>
              </a:extLst>
            </p:cNvPr>
            <p:cNvSpPr/>
            <p:nvPr/>
          </p:nvSpPr>
          <p:spPr>
            <a:xfrm>
              <a:off x="5354557" y="218128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9B3D444E-1F0C-6627-32A2-AED6AB3BA37D}"/>
                </a:ext>
              </a:extLst>
            </p:cNvPr>
            <p:cNvSpPr/>
            <p:nvPr/>
          </p:nvSpPr>
          <p:spPr>
            <a:xfrm>
              <a:off x="5428591" y="222012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6892F2FE-A4DF-64CC-B3FC-C336A4909156}"/>
                </a:ext>
              </a:extLst>
            </p:cNvPr>
            <p:cNvSpPr/>
            <p:nvPr/>
          </p:nvSpPr>
          <p:spPr>
            <a:xfrm>
              <a:off x="5502625" y="209297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D7048AF-4022-F3E2-BBFA-DA17731984AD}"/>
                </a:ext>
              </a:extLst>
            </p:cNvPr>
            <p:cNvSpPr/>
            <p:nvPr/>
          </p:nvSpPr>
          <p:spPr>
            <a:xfrm>
              <a:off x="5576678" y="214092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41051F03-D77C-2021-9006-A36DFAC78FA9}"/>
                </a:ext>
              </a:extLst>
            </p:cNvPr>
            <p:cNvSpPr/>
            <p:nvPr/>
          </p:nvSpPr>
          <p:spPr>
            <a:xfrm>
              <a:off x="5650712" y="19787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378DD68-127C-B7D8-2989-32D60E4290DD}"/>
                </a:ext>
              </a:extLst>
            </p:cNvPr>
            <p:cNvSpPr/>
            <p:nvPr/>
          </p:nvSpPr>
          <p:spPr>
            <a:xfrm>
              <a:off x="5724746" y="198962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8491A913-4100-3355-08F9-F21F193B26AC}"/>
                </a:ext>
              </a:extLst>
            </p:cNvPr>
            <p:cNvSpPr/>
            <p:nvPr/>
          </p:nvSpPr>
          <p:spPr>
            <a:xfrm>
              <a:off x="5798780" y="187885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B59F87D-1281-1B51-C9B3-F05BD87839E4}"/>
                </a:ext>
              </a:extLst>
            </p:cNvPr>
            <p:cNvSpPr/>
            <p:nvPr/>
          </p:nvSpPr>
          <p:spPr>
            <a:xfrm>
              <a:off x="5872814" y="19799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2" name="Group 801">
            <a:extLst>
              <a:ext uri="{FF2B5EF4-FFF2-40B4-BE49-F238E27FC236}">
                <a16:creationId xmlns:a16="http://schemas.microsoft.com/office/drawing/2014/main" id="{FF73B07E-C806-4233-44E5-E54ECA0024F8}"/>
              </a:ext>
            </a:extLst>
          </p:cNvPr>
          <p:cNvGrpSpPr/>
          <p:nvPr/>
        </p:nvGrpSpPr>
        <p:grpSpPr>
          <a:xfrm>
            <a:off x="3369235" y="1811911"/>
            <a:ext cx="3704441" cy="2266584"/>
            <a:chOff x="2278197" y="1881113"/>
            <a:chExt cx="3704441" cy="2266584"/>
          </a:xfrm>
        </p:grpSpPr>
        <p:sp>
          <p:nvSpPr>
            <p:cNvPr id="601" name="Freeform 600">
              <a:extLst>
                <a:ext uri="{FF2B5EF4-FFF2-40B4-BE49-F238E27FC236}">
                  <a16:creationId xmlns:a16="http://schemas.microsoft.com/office/drawing/2014/main" id="{6139A5DF-E5BE-DFF2-D4BF-51F9B9C3D9A7}"/>
                </a:ext>
              </a:extLst>
            </p:cNvPr>
            <p:cNvSpPr/>
            <p:nvPr/>
          </p:nvSpPr>
          <p:spPr>
            <a:xfrm>
              <a:off x="2316517" y="3775670"/>
              <a:ext cx="1915" cy="370112"/>
            </a:xfrm>
            <a:custGeom>
              <a:avLst/>
              <a:gdLst>
                <a:gd name="csX0" fmla="*/ 0 w 1915"/>
                <a:gd name="csY0" fmla="*/ 370112 h 370112"/>
                <a:gd name="csX1" fmla="*/ 0 w 1915"/>
                <a:gd name="csY1" fmla="*/ 0 h 37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70112">
                  <a:moveTo>
                    <a:pt x="0" y="3701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D5B48996-CE6D-CE2C-1CA9-556E29A15D5E}"/>
                </a:ext>
              </a:extLst>
            </p:cNvPr>
            <p:cNvSpPr/>
            <p:nvPr/>
          </p:nvSpPr>
          <p:spPr>
            <a:xfrm>
              <a:off x="2390553" y="3690657"/>
              <a:ext cx="1915" cy="357523"/>
            </a:xfrm>
            <a:custGeom>
              <a:avLst/>
              <a:gdLst>
                <a:gd name="csX0" fmla="*/ 0 w 1915"/>
                <a:gd name="csY0" fmla="*/ 357524 h 357523"/>
                <a:gd name="csX1" fmla="*/ 0 w 1915"/>
                <a:gd name="csY1" fmla="*/ 0 h 357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57523">
                  <a:moveTo>
                    <a:pt x="0" y="35752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3" name="Freeform 602">
              <a:extLst>
                <a:ext uri="{FF2B5EF4-FFF2-40B4-BE49-F238E27FC236}">
                  <a16:creationId xmlns:a16="http://schemas.microsoft.com/office/drawing/2014/main" id="{4F243463-A593-D1B9-5E28-34638803E517}"/>
                </a:ext>
              </a:extLst>
            </p:cNvPr>
            <p:cNvSpPr/>
            <p:nvPr/>
          </p:nvSpPr>
          <p:spPr>
            <a:xfrm>
              <a:off x="2464591" y="3601793"/>
              <a:ext cx="1915" cy="344303"/>
            </a:xfrm>
            <a:custGeom>
              <a:avLst/>
              <a:gdLst>
                <a:gd name="csX0" fmla="*/ 0 w 1915"/>
                <a:gd name="csY0" fmla="*/ 344304 h 344303"/>
                <a:gd name="csX1" fmla="*/ 0 w 1915"/>
                <a:gd name="csY1" fmla="*/ 0 h 344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4303">
                  <a:moveTo>
                    <a:pt x="0" y="3443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4" name="Freeform 603">
              <a:extLst>
                <a:ext uri="{FF2B5EF4-FFF2-40B4-BE49-F238E27FC236}">
                  <a16:creationId xmlns:a16="http://schemas.microsoft.com/office/drawing/2014/main" id="{02CE58DE-D41F-5305-476A-44BA72526431}"/>
                </a:ext>
              </a:extLst>
            </p:cNvPr>
            <p:cNvSpPr/>
            <p:nvPr/>
          </p:nvSpPr>
          <p:spPr>
            <a:xfrm>
              <a:off x="2538627" y="3581666"/>
              <a:ext cx="1915" cy="338622"/>
            </a:xfrm>
            <a:custGeom>
              <a:avLst/>
              <a:gdLst>
                <a:gd name="csX0" fmla="*/ 0 w 1915"/>
                <a:gd name="csY0" fmla="*/ 338623 h 338622"/>
                <a:gd name="csX1" fmla="*/ 0 w 1915"/>
                <a:gd name="csY1" fmla="*/ 0 h 338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8622">
                  <a:moveTo>
                    <a:pt x="0" y="33862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5" name="Freeform 604">
              <a:extLst>
                <a:ext uri="{FF2B5EF4-FFF2-40B4-BE49-F238E27FC236}">
                  <a16:creationId xmlns:a16="http://schemas.microsoft.com/office/drawing/2014/main" id="{4FF0F571-F7B8-9660-A659-63A0E33923B1}"/>
                </a:ext>
              </a:extLst>
            </p:cNvPr>
            <p:cNvSpPr/>
            <p:nvPr/>
          </p:nvSpPr>
          <p:spPr>
            <a:xfrm>
              <a:off x="2612664" y="3719282"/>
              <a:ext cx="1915" cy="363425"/>
            </a:xfrm>
            <a:custGeom>
              <a:avLst/>
              <a:gdLst>
                <a:gd name="csX0" fmla="*/ 0 w 1915"/>
                <a:gd name="csY0" fmla="*/ 363425 h 363425"/>
                <a:gd name="csX1" fmla="*/ 0 w 1915"/>
                <a:gd name="csY1" fmla="*/ 0 h 363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3425">
                  <a:moveTo>
                    <a:pt x="0" y="3634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6" name="Freeform 605">
              <a:extLst>
                <a:ext uri="{FF2B5EF4-FFF2-40B4-BE49-F238E27FC236}">
                  <a16:creationId xmlns:a16="http://schemas.microsoft.com/office/drawing/2014/main" id="{DE8F08B0-41D3-F020-4A4A-645FEFB602A3}"/>
                </a:ext>
              </a:extLst>
            </p:cNvPr>
            <p:cNvSpPr/>
            <p:nvPr/>
          </p:nvSpPr>
          <p:spPr>
            <a:xfrm>
              <a:off x="2686700" y="3597559"/>
              <a:ext cx="1915" cy="336946"/>
            </a:xfrm>
            <a:custGeom>
              <a:avLst/>
              <a:gdLst>
                <a:gd name="csX0" fmla="*/ 0 w 1915"/>
                <a:gd name="csY0" fmla="*/ 336946 h 336946"/>
                <a:gd name="csX1" fmla="*/ 0 w 1915"/>
                <a:gd name="csY1" fmla="*/ 0 h 336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6946">
                  <a:moveTo>
                    <a:pt x="0" y="33694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7" name="Freeform 606">
              <a:extLst>
                <a:ext uri="{FF2B5EF4-FFF2-40B4-BE49-F238E27FC236}">
                  <a16:creationId xmlns:a16="http://schemas.microsoft.com/office/drawing/2014/main" id="{5DB31590-18C4-BCB6-2383-3D7D0F6C5B45}"/>
                </a:ext>
              </a:extLst>
            </p:cNvPr>
            <p:cNvSpPr/>
            <p:nvPr/>
          </p:nvSpPr>
          <p:spPr>
            <a:xfrm>
              <a:off x="2760738" y="3613845"/>
              <a:ext cx="1915" cy="354515"/>
            </a:xfrm>
            <a:custGeom>
              <a:avLst/>
              <a:gdLst>
                <a:gd name="csX0" fmla="*/ 0 w 1915"/>
                <a:gd name="csY0" fmla="*/ 354516 h 354515"/>
                <a:gd name="csX1" fmla="*/ 0 w 1915"/>
                <a:gd name="csY1" fmla="*/ 0 h 354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54515">
                  <a:moveTo>
                    <a:pt x="0" y="3545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8" name="Freeform 607">
              <a:extLst>
                <a:ext uri="{FF2B5EF4-FFF2-40B4-BE49-F238E27FC236}">
                  <a16:creationId xmlns:a16="http://schemas.microsoft.com/office/drawing/2014/main" id="{9938956E-C78F-96D8-8DAE-759CEDBC39D7}"/>
                </a:ext>
              </a:extLst>
            </p:cNvPr>
            <p:cNvSpPr/>
            <p:nvPr/>
          </p:nvSpPr>
          <p:spPr>
            <a:xfrm>
              <a:off x="2834776" y="3379950"/>
              <a:ext cx="1915" cy="330249"/>
            </a:xfrm>
            <a:custGeom>
              <a:avLst/>
              <a:gdLst>
                <a:gd name="csX0" fmla="*/ 0 w 1915"/>
                <a:gd name="csY0" fmla="*/ 330250 h 330249"/>
                <a:gd name="csX1" fmla="*/ 0 w 1915"/>
                <a:gd name="csY1" fmla="*/ 0 h 330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249">
                  <a:moveTo>
                    <a:pt x="0" y="33025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9" name="Freeform 608">
              <a:extLst>
                <a:ext uri="{FF2B5EF4-FFF2-40B4-BE49-F238E27FC236}">
                  <a16:creationId xmlns:a16="http://schemas.microsoft.com/office/drawing/2014/main" id="{1BD2F29A-340D-13AA-57C1-0F81020F4876}"/>
                </a:ext>
              </a:extLst>
            </p:cNvPr>
            <p:cNvSpPr/>
            <p:nvPr/>
          </p:nvSpPr>
          <p:spPr>
            <a:xfrm>
              <a:off x="2908811" y="3478292"/>
              <a:ext cx="1915" cy="314103"/>
            </a:xfrm>
            <a:custGeom>
              <a:avLst/>
              <a:gdLst>
                <a:gd name="csX0" fmla="*/ 0 w 1915"/>
                <a:gd name="csY0" fmla="*/ 314104 h 314103"/>
                <a:gd name="csX1" fmla="*/ 0 w 1915"/>
                <a:gd name="csY1" fmla="*/ 0 h 314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4103">
                  <a:moveTo>
                    <a:pt x="0" y="3141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0" name="Freeform 609">
              <a:extLst>
                <a:ext uri="{FF2B5EF4-FFF2-40B4-BE49-F238E27FC236}">
                  <a16:creationId xmlns:a16="http://schemas.microsoft.com/office/drawing/2014/main" id="{6F95464F-BBEE-7940-5AC5-61640821EE29}"/>
                </a:ext>
              </a:extLst>
            </p:cNvPr>
            <p:cNvSpPr/>
            <p:nvPr/>
          </p:nvSpPr>
          <p:spPr>
            <a:xfrm>
              <a:off x="2982849" y="3408269"/>
              <a:ext cx="1915" cy="319903"/>
            </a:xfrm>
            <a:custGeom>
              <a:avLst/>
              <a:gdLst>
                <a:gd name="csX0" fmla="*/ 0 w 1915"/>
                <a:gd name="csY0" fmla="*/ 319903 h 319903"/>
                <a:gd name="csX1" fmla="*/ 0 w 1915"/>
                <a:gd name="csY1" fmla="*/ 0 h 319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9903">
                  <a:moveTo>
                    <a:pt x="0" y="31990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1" name="Freeform 610">
              <a:extLst>
                <a:ext uri="{FF2B5EF4-FFF2-40B4-BE49-F238E27FC236}">
                  <a16:creationId xmlns:a16="http://schemas.microsoft.com/office/drawing/2014/main" id="{A2B32D77-1F23-64B4-97AE-2102FEC91CB9}"/>
                </a:ext>
              </a:extLst>
            </p:cNvPr>
            <p:cNvSpPr/>
            <p:nvPr/>
          </p:nvSpPr>
          <p:spPr>
            <a:xfrm>
              <a:off x="3056885" y="3330909"/>
              <a:ext cx="1915" cy="330069"/>
            </a:xfrm>
            <a:custGeom>
              <a:avLst/>
              <a:gdLst>
                <a:gd name="csX0" fmla="*/ 0 w 1915"/>
                <a:gd name="csY0" fmla="*/ 330070 h 330069"/>
                <a:gd name="csX1" fmla="*/ 0 w 1915"/>
                <a:gd name="csY1" fmla="*/ 0 h 330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069">
                  <a:moveTo>
                    <a:pt x="0" y="33007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2" name="Freeform 611">
              <a:extLst>
                <a:ext uri="{FF2B5EF4-FFF2-40B4-BE49-F238E27FC236}">
                  <a16:creationId xmlns:a16="http://schemas.microsoft.com/office/drawing/2014/main" id="{3D90EDAF-5889-9BE8-0E85-A97B3A5CE38F}"/>
                </a:ext>
              </a:extLst>
            </p:cNvPr>
            <p:cNvSpPr/>
            <p:nvPr/>
          </p:nvSpPr>
          <p:spPr>
            <a:xfrm>
              <a:off x="3130923" y="3356614"/>
              <a:ext cx="1915" cy="324635"/>
            </a:xfrm>
            <a:custGeom>
              <a:avLst/>
              <a:gdLst>
                <a:gd name="csX0" fmla="*/ 0 w 1915"/>
                <a:gd name="csY0" fmla="*/ 324636 h 324635"/>
                <a:gd name="csX1" fmla="*/ 0 w 1915"/>
                <a:gd name="csY1" fmla="*/ 0 h 32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4635">
                  <a:moveTo>
                    <a:pt x="0" y="32463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3" name="Freeform 612">
              <a:extLst>
                <a:ext uri="{FF2B5EF4-FFF2-40B4-BE49-F238E27FC236}">
                  <a16:creationId xmlns:a16="http://schemas.microsoft.com/office/drawing/2014/main" id="{A64B2984-4037-35E4-AC93-80DBB6A78079}"/>
                </a:ext>
              </a:extLst>
            </p:cNvPr>
            <p:cNvSpPr/>
            <p:nvPr/>
          </p:nvSpPr>
          <p:spPr>
            <a:xfrm>
              <a:off x="3204959" y="3312657"/>
              <a:ext cx="1915" cy="317224"/>
            </a:xfrm>
            <a:custGeom>
              <a:avLst/>
              <a:gdLst>
                <a:gd name="csX0" fmla="*/ 0 w 1915"/>
                <a:gd name="csY0" fmla="*/ 317225 h 317224"/>
                <a:gd name="csX1" fmla="*/ 0 w 1915"/>
                <a:gd name="csY1" fmla="*/ 0 h 317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7224">
                  <a:moveTo>
                    <a:pt x="0" y="3172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4" name="Freeform 613">
              <a:extLst>
                <a:ext uri="{FF2B5EF4-FFF2-40B4-BE49-F238E27FC236}">
                  <a16:creationId xmlns:a16="http://schemas.microsoft.com/office/drawing/2014/main" id="{8DD49B59-80F4-4A84-E550-D4D6EC7A4675}"/>
                </a:ext>
              </a:extLst>
            </p:cNvPr>
            <p:cNvSpPr/>
            <p:nvPr/>
          </p:nvSpPr>
          <p:spPr>
            <a:xfrm>
              <a:off x="3278996" y="3321354"/>
              <a:ext cx="1915" cy="308432"/>
            </a:xfrm>
            <a:custGeom>
              <a:avLst/>
              <a:gdLst>
                <a:gd name="csX0" fmla="*/ 0 w 1915"/>
                <a:gd name="csY0" fmla="*/ 308433 h 308432"/>
                <a:gd name="csX1" fmla="*/ 0 w 1915"/>
                <a:gd name="csY1" fmla="*/ 0 h 308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8432">
                  <a:moveTo>
                    <a:pt x="0" y="30843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5" name="Freeform 614">
              <a:extLst>
                <a:ext uri="{FF2B5EF4-FFF2-40B4-BE49-F238E27FC236}">
                  <a16:creationId xmlns:a16="http://schemas.microsoft.com/office/drawing/2014/main" id="{0FA80DE7-CDA8-B985-E95D-977CFD67C8AA}"/>
                </a:ext>
              </a:extLst>
            </p:cNvPr>
            <p:cNvSpPr/>
            <p:nvPr/>
          </p:nvSpPr>
          <p:spPr>
            <a:xfrm>
              <a:off x="3353034" y="3218543"/>
              <a:ext cx="1915" cy="311011"/>
            </a:xfrm>
            <a:custGeom>
              <a:avLst/>
              <a:gdLst>
                <a:gd name="csX0" fmla="*/ 0 w 1915"/>
                <a:gd name="csY0" fmla="*/ 311011 h 311011"/>
                <a:gd name="csX1" fmla="*/ 0 w 1915"/>
                <a:gd name="csY1" fmla="*/ 0 h 311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1011">
                  <a:moveTo>
                    <a:pt x="0" y="31101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CAF3E4A8-D207-2260-814F-DCA7A555E0C0}"/>
                </a:ext>
              </a:extLst>
            </p:cNvPr>
            <p:cNvSpPr/>
            <p:nvPr/>
          </p:nvSpPr>
          <p:spPr>
            <a:xfrm>
              <a:off x="3427070" y="3238531"/>
              <a:ext cx="1915" cy="311716"/>
            </a:xfrm>
            <a:custGeom>
              <a:avLst/>
              <a:gdLst>
                <a:gd name="csX0" fmla="*/ 0 w 1915"/>
                <a:gd name="csY0" fmla="*/ 311716 h 311716"/>
                <a:gd name="csX1" fmla="*/ 0 w 1915"/>
                <a:gd name="csY1" fmla="*/ 0 h 3117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1716">
                  <a:moveTo>
                    <a:pt x="0" y="3117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7" name="Freeform 616">
              <a:extLst>
                <a:ext uri="{FF2B5EF4-FFF2-40B4-BE49-F238E27FC236}">
                  <a16:creationId xmlns:a16="http://schemas.microsoft.com/office/drawing/2014/main" id="{6446482E-8C5A-EECC-9FB5-93FB36488F13}"/>
                </a:ext>
              </a:extLst>
            </p:cNvPr>
            <p:cNvSpPr/>
            <p:nvPr/>
          </p:nvSpPr>
          <p:spPr>
            <a:xfrm>
              <a:off x="3501104" y="3244001"/>
              <a:ext cx="1915" cy="309970"/>
            </a:xfrm>
            <a:custGeom>
              <a:avLst/>
              <a:gdLst>
                <a:gd name="csX0" fmla="*/ 0 w 1915"/>
                <a:gd name="csY0" fmla="*/ 309971 h 309970"/>
                <a:gd name="csX1" fmla="*/ 0 w 1915"/>
                <a:gd name="csY1" fmla="*/ 0 h 309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9970">
                  <a:moveTo>
                    <a:pt x="0" y="30997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8" name="Freeform 617">
              <a:extLst>
                <a:ext uri="{FF2B5EF4-FFF2-40B4-BE49-F238E27FC236}">
                  <a16:creationId xmlns:a16="http://schemas.microsoft.com/office/drawing/2014/main" id="{4FE57C9D-22F8-924F-624B-6787288DD355}"/>
                </a:ext>
              </a:extLst>
            </p:cNvPr>
            <p:cNvSpPr/>
            <p:nvPr/>
          </p:nvSpPr>
          <p:spPr>
            <a:xfrm>
              <a:off x="3575138" y="3226338"/>
              <a:ext cx="1915" cy="307457"/>
            </a:xfrm>
            <a:custGeom>
              <a:avLst/>
              <a:gdLst>
                <a:gd name="csX0" fmla="*/ 0 w 1915"/>
                <a:gd name="csY0" fmla="*/ 307457 h 307457"/>
                <a:gd name="csX1" fmla="*/ 0 w 1915"/>
                <a:gd name="csY1" fmla="*/ 0 h 307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457">
                  <a:moveTo>
                    <a:pt x="0" y="30745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D8B286CD-DBB8-7676-4D69-33E116D6E769}"/>
                </a:ext>
              </a:extLst>
            </p:cNvPr>
            <p:cNvSpPr/>
            <p:nvPr/>
          </p:nvSpPr>
          <p:spPr>
            <a:xfrm>
              <a:off x="3649172" y="3180053"/>
              <a:ext cx="1915" cy="325289"/>
            </a:xfrm>
            <a:custGeom>
              <a:avLst/>
              <a:gdLst>
                <a:gd name="csX0" fmla="*/ 0 w 1915"/>
                <a:gd name="csY0" fmla="*/ 325289 h 325289"/>
                <a:gd name="csX1" fmla="*/ 0 w 1915"/>
                <a:gd name="csY1" fmla="*/ 0 h 325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5289">
                  <a:moveTo>
                    <a:pt x="0" y="32528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0" name="Freeform 619">
              <a:extLst>
                <a:ext uri="{FF2B5EF4-FFF2-40B4-BE49-F238E27FC236}">
                  <a16:creationId xmlns:a16="http://schemas.microsoft.com/office/drawing/2014/main" id="{69C18A70-BBB1-3C4A-E77C-E46EC54F71E7}"/>
                </a:ext>
              </a:extLst>
            </p:cNvPr>
            <p:cNvSpPr/>
            <p:nvPr/>
          </p:nvSpPr>
          <p:spPr>
            <a:xfrm>
              <a:off x="3723225" y="3078665"/>
              <a:ext cx="1915" cy="317905"/>
            </a:xfrm>
            <a:custGeom>
              <a:avLst/>
              <a:gdLst>
                <a:gd name="csX0" fmla="*/ 0 w 1915"/>
                <a:gd name="csY0" fmla="*/ 317905 h 317905"/>
                <a:gd name="csX1" fmla="*/ 0 w 1915"/>
                <a:gd name="csY1" fmla="*/ 0 h 317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7905">
                  <a:moveTo>
                    <a:pt x="0" y="31790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80FC1D9-1D45-A308-D684-17564BD3E1FA}"/>
                </a:ext>
              </a:extLst>
            </p:cNvPr>
            <p:cNvSpPr/>
            <p:nvPr/>
          </p:nvSpPr>
          <p:spPr>
            <a:xfrm>
              <a:off x="3797259" y="3010172"/>
              <a:ext cx="1915" cy="307750"/>
            </a:xfrm>
            <a:custGeom>
              <a:avLst/>
              <a:gdLst>
                <a:gd name="csX0" fmla="*/ 0 w 1915"/>
                <a:gd name="csY0" fmla="*/ 307750 h 307750"/>
                <a:gd name="csX1" fmla="*/ 0 w 1915"/>
                <a:gd name="csY1" fmla="*/ 0 h 307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750">
                  <a:moveTo>
                    <a:pt x="0" y="30775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2" name="Freeform 621">
              <a:extLst>
                <a:ext uri="{FF2B5EF4-FFF2-40B4-BE49-F238E27FC236}">
                  <a16:creationId xmlns:a16="http://schemas.microsoft.com/office/drawing/2014/main" id="{84C02B06-4D3E-4019-F386-496BFF916FBC}"/>
                </a:ext>
              </a:extLst>
            </p:cNvPr>
            <p:cNvSpPr/>
            <p:nvPr/>
          </p:nvSpPr>
          <p:spPr>
            <a:xfrm>
              <a:off x="3871293" y="2991974"/>
              <a:ext cx="1915" cy="312821"/>
            </a:xfrm>
            <a:custGeom>
              <a:avLst/>
              <a:gdLst>
                <a:gd name="csX0" fmla="*/ 0 w 1915"/>
                <a:gd name="csY0" fmla="*/ 312822 h 312821"/>
                <a:gd name="csX1" fmla="*/ 0 w 1915"/>
                <a:gd name="csY1" fmla="*/ 0 h 312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821">
                  <a:moveTo>
                    <a:pt x="0" y="31282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3" name="Freeform 622">
              <a:extLst>
                <a:ext uri="{FF2B5EF4-FFF2-40B4-BE49-F238E27FC236}">
                  <a16:creationId xmlns:a16="http://schemas.microsoft.com/office/drawing/2014/main" id="{001028EF-A9FD-863B-1E27-8E9D2A37D969}"/>
                </a:ext>
              </a:extLst>
            </p:cNvPr>
            <p:cNvSpPr/>
            <p:nvPr/>
          </p:nvSpPr>
          <p:spPr>
            <a:xfrm>
              <a:off x="3945326" y="3055192"/>
              <a:ext cx="1915" cy="312021"/>
            </a:xfrm>
            <a:custGeom>
              <a:avLst/>
              <a:gdLst>
                <a:gd name="csX0" fmla="*/ 0 w 1915"/>
                <a:gd name="csY0" fmla="*/ 312021 h 312021"/>
                <a:gd name="csX1" fmla="*/ 0 w 1915"/>
                <a:gd name="csY1" fmla="*/ 0 h 3120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021">
                  <a:moveTo>
                    <a:pt x="0" y="3120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F2458C03-BF08-99ED-B978-4FBA90A56D66}"/>
                </a:ext>
              </a:extLst>
            </p:cNvPr>
            <p:cNvSpPr/>
            <p:nvPr/>
          </p:nvSpPr>
          <p:spPr>
            <a:xfrm>
              <a:off x="4019360" y="2972339"/>
              <a:ext cx="1915" cy="300967"/>
            </a:xfrm>
            <a:custGeom>
              <a:avLst/>
              <a:gdLst>
                <a:gd name="csX0" fmla="*/ 0 w 1915"/>
                <a:gd name="csY0" fmla="*/ 300968 h 300967"/>
                <a:gd name="csX1" fmla="*/ 0 w 1915"/>
                <a:gd name="csY1" fmla="*/ 0 h 300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0967">
                  <a:moveTo>
                    <a:pt x="0" y="30096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5" name="Freeform 624">
              <a:extLst>
                <a:ext uri="{FF2B5EF4-FFF2-40B4-BE49-F238E27FC236}">
                  <a16:creationId xmlns:a16="http://schemas.microsoft.com/office/drawing/2014/main" id="{717E91AB-CE9C-661C-5BD1-9FC5284F5B8C}"/>
                </a:ext>
              </a:extLst>
            </p:cNvPr>
            <p:cNvSpPr/>
            <p:nvPr/>
          </p:nvSpPr>
          <p:spPr>
            <a:xfrm>
              <a:off x="4093394" y="2955666"/>
              <a:ext cx="1915" cy="303857"/>
            </a:xfrm>
            <a:custGeom>
              <a:avLst/>
              <a:gdLst>
                <a:gd name="csX0" fmla="*/ 0 w 1915"/>
                <a:gd name="csY0" fmla="*/ 303857 h 303857"/>
                <a:gd name="csX1" fmla="*/ 0 w 1915"/>
                <a:gd name="csY1" fmla="*/ 0 h 3038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3857">
                  <a:moveTo>
                    <a:pt x="0" y="30385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6" name="Freeform 625">
              <a:extLst>
                <a:ext uri="{FF2B5EF4-FFF2-40B4-BE49-F238E27FC236}">
                  <a16:creationId xmlns:a16="http://schemas.microsoft.com/office/drawing/2014/main" id="{8386236F-94A5-08B9-561B-998591BD8386}"/>
                </a:ext>
              </a:extLst>
            </p:cNvPr>
            <p:cNvSpPr/>
            <p:nvPr/>
          </p:nvSpPr>
          <p:spPr>
            <a:xfrm>
              <a:off x="4167447" y="2888014"/>
              <a:ext cx="1915" cy="295553"/>
            </a:xfrm>
            <a:custGeom>
              <a:avLst/>
              <a:gdLst>
                <a:gd name="csX0" fmla="*/ 0 w 1915"/>
                <a:gd name="csY0" fmla="*/ 295553 h 295553"/>
                <a:gd name="csX1" fmla="*/ 0 w 1915"/>
                <a:gd name="csY1" fmla="*/ 0 h 295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5553">
                  <a:moveTo>
                    <a:pt x="0" y="29555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7" name="Freeform 626">
              <a:extLst>
                <a:ext uri="{FF2B5EF4-FFF2-40B4-BE49-F238E27FC236}">
                  <a16:creationId xmlns:a16="http://schemas.microsoft.com/office/drawing/2014/main" id="{BEA52155-C99B-EB40-39D7-4B0CF8D58CD6}"/>
                </a:ext>
              </a:extLst>
            </p:cNvPr>
            <p:cNvSpPr/>
            <p:nvPr/>
          </p:nvSpPr>
          <p:spPr>
            <a:xfrm>
              <a:off x="4241481" y="2771228"/>
              <a:ext cx="1915" cy="298961"/>
            </a:xfrm>
            <a:custGeom>
              <a:avLst/>
              <a:gdLst>
                <a:gd name="csX0" fmla="*/ 0 w 1915"/>
                <a:gd name="csY0" fmla="*/ 298962 h 298961"/>
                <a:gd name="csX1" fmla="*/ 0 w 1915"/>
                <a:gd name="csY1" fmla="*/ 0 h 29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8961">
                  <a:moveTo>
                    <a:pt x="0" y="29896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8" name="Freeform 627">
              <a:extLst>
                <a:ext uri="{FF2B5EF4-FFF2-40B4-BE49-F238E27FC236}">
                  <a16:creationId xmlns:a16="http://schemas.microsoft.com/office/drawing/2014/main" id="{4C0D6E2B-A6FA-9DA1-4B56-821EF4E43C72}"/>
                </a:ext>
              </a:extLst>
            </p:cNvPr>
            <p:cNvSpPr/>
            <p:nvPr/>
          </p:nvSpPr>
          <p:spPr>
            <a:xfrm>
              <a:off x="4315515" y="2732359"/>
              <a:ext cx="1915" cy="301626"/>
            </a:xfrm>
            <a:custGeom>
              <a:avLst/>
              <a:gdLst>
                <a:gd name="csX0" fmla="*/ 0 w 1915"/>
                <a:gd name="csY0" fmla="*/ 301627 h 301626"/>
                <a:gd name="csX1" fmla="*/ 0 w 1915"/>
                <a:gd name="csY1" fmla="*/ 0 h 301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1626">
                  <a:moveTo>
                    <a:pt x="0" y="30162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9" name="Freeform 628">
              <a:extLst>
                <a:ext uri="{FF2B5EF4-FFF2-40B4-BE49-F238E27FC236}">
                  <a16:creationId xmlns:a16="http://schemas.microsoft.com/office/drawing/2014/main" id="{3B7894FA-11CF-6ACB-A3AE-50E2801C4CC8}"/>
                </a:ext>
              </a:extLst>
            </p:cNvPr>
            <p:cNvSpPr/>
            <p:nvPr/>
          </p:nvSpPr>
          <p:spPr>
            <a:xfrm>
              <a:off x="4389549" y="2783991"/>
              <a:ext cx="1915" cy="304558"/>
            </a:xfrm>
            <a:custGeom>
              <a:avLst/>
              <a:gdLst>
                <a:gd name="csX0" fmla="*/ 0 w 1915"/>
                <a:gd name="csY0" fmla="*/ 304558 h 304558"/>
                <a:gd name="csX1" fmla="*/ 0 w 1915"/>
                <a:gd name="csY1" fmla="*/ 0 h 30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4558">
                  <a:moveTo>
                    <a:pt x="0" y="30455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0" name="Freeform 629">
              <a:extLst>
                <a:ext uri="{FF2B5EF4-FFF2-40B4-BE49-F238E27FC236}">
                  <a16:creationId xmlns:a16="http://schemas.microsoft.com/office/drawing/2014/main" id="{3962A18A-AB96-5FCC-12CD-B07E132D7CC5}"/>
                </a:ext>
              </a:extLst>
            </p:cNvPr>
            <p:cNvSpPr/>
            <p:nvPr/>
          </p:nvSpPr>
          <p:spPr>
            <a:xfrm>
              <a:off x="4463583" y="2685467"/>
              <a:ext cx="1915" cy="318638"/>
            </a:xfrm>
            <a:custGeom>
              <a:avLst/>
              <a:gdLst>
                <a:gd name="csX0" fmla="*/ 0 w 1915"/>
                <a:gd name="csY0" fmla="*/ 318639 h 318638"/>
                <a:gd name="csX1" fmla="*/ 0 w 1915"/>
                <a:gd name="csY1" fmla="*/ 0 h 318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8638">
                  <a:moveTo>
                    <a:pt x="0" y="31863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1" name="Freeform 630">
              <a:extLst>
                <a:ext uri="{FF2B5EF4-FFF2-40B4-BE49-F238E27FC236}">
                  <a16:creationId xmlns:a16="http://schemas.microsoft.com/office/drawing/2014/main" id="{F2C6E783-AC11-0D48-CC5C-F45D6A1901D8}"/>
                </a:ext>
              </a:extLst>
            </p:cNvPr>
            <p:cNvSpPr/>
            <p:nvPr/>
          </p:nvSpPr>
          <p:spPr>
            <a:xfrm>
              <a:off x="4537617" y="2603342"/>
              <a:ext cx="1915" cy="308624"/>
            </a:xfrm>
            <a:custGeom>
              <a:avLst/>
              <a:gdLst>
                <a:gd name="csX0" fmla="*/ 0 w 1915"/>
                <a:gd name="csY0" fmla="*/ 308624 h 308624"/>
                <a:gd name="csX1" fmla="*/ 0 w 1915"/>
                <a:gd name="csY1" fmla="*/ 0 h 308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8624">
                  <a:moveTo>
                    <a:pt x="0" y="30862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2" name="Freeform 631">
              <a:extLst>
                <a:ext uri="{FF2B5EF4-FFF2-40B4-BE49-F238E27FC236}">
                  <a16:creationId xmlns:a16="http://schemas.microsoft.com/office/drawing/2014/main" id="{B3787864-3C7D-DE4A-490A-56247C6DC3BA}"/>
                </a:ext>
              </a:extLst>
            </p:cNvPr>
            <p:cNvSpPr/>
            <p:nvPr/>
          </p:nvSpPr>
          <p:spPr>
            <a:xfrm>
              <a:off x="4611670" y="2543321"/>
              <a:ext cx="1915" cy="312053"/>
            </a:xfrm>
            <a:custGeom>
              <a:avLst/>
              <a:gdLst>
                <a:gd name="csX0" fmla="*/ 0 w 1915"/>
                <a:gd name="csY0" fmla="*/ 312054 h 312053"/>
                <a:gd name="csX1" fmla="*/ 0 w 1915"/>
                <a:gd name="csY1" fmla="*/ 0 h 3120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053">
                  <a:moveTo>
                    <a:pt x="0" y="31205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3" name="Freeform 632">
              <a:extLst>
                <a:ext uri="{FF2B5EF4-FFF2-40B4-BE49-F238E27FC236}">
                  <a16:creationId xmlns:a16="http://schemas.microsoft.com/office/drawing/2014/main" id="{A71DA094-6C4E-9629-40BC-66CBED535F2B}"/>
                </a:ext>
              </a:extLst>
            </p:cNvPr>
            <p:cNvSpPr/>
            <p:nvPr/>
          </p:nvSpPr>
          <p:spPr>
            <a:xfrm>
              <a:off x="4685704" y="2615878"/>
              <a:ext cx="1915" cy="299337"/>
            </a:xfrm>
            <a:custGeom>
              <a:avLst/>
              <a:gdLst>
                <a:gd name="csX0" fmla="*/ 0 w 1915"/>
                <a:gd name="csY0" fmla="*/ 299337 h 299337"/>
                <a:gd name="csX1" fmla="*/ 0 w 1915"/>
                <a:gd name="csY1" fmla="*/ 0 h 299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9337">
                  <a:moveTo>
                    <a:pt x="0" y="29933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4" name="Freeform 633">
              <a:extLst>
                <a:ext uri="{FF2B5EF4-FFF2-40B4-BE49-F238E27FC236}">
                  <a16:creationId xmlns:a16="http://schemas.microsoft.com/office/drawing/2014/main" id="{DD45DEDE-7E8B-3FA2-E051-181A06202F6B}"/>
                </a:ext>
              </a:extLst>
            </p:cNvPr>
            <p:cNvSpPr/>
            <p:nvPr/>
          </p:nvSpPr>
          <p:spPr>
            <a:xfrm>
              <a:off x="4759738" y="2561782"/>
              <a:ext cx="1915" cy="307696"/>
            </a:xfrm>
            <a:custGeom>
              <a:avLst/>
              <a:gdLst>
                <a:gd name="csX0" fmla="*/ 0 w 1915"/>
                <a:gd name="csY0" fmla="*/ 307697 h 307696"/>
                <a:gd name="csX1" fmla="*/ 0 w 1915"/>
                <a:gd name="csY1" fmla="*/ 0 h 3076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696">
                  <a:moveTo>
                    <a:pt x="0" y="30769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5" name="Freeform 634">
              <a:extLst>
                <a:ext uri="{FF2B5EF4-FFF2-40B4-BE49-F238E27FC236}">
                  <a16:creationId xmlns:a16="http://schemas.microsoft.com/office/drawing/2014/main" id="{02E5F23B-3699-E90C-B50F-C835E30CBAA5}"/>
                </a:ext>
              </a:extLst>
            </p:cNvPr>
            <p:cNvSpPr/>
            <p:nvPr/>
          </p:nvSpPr>
          <p:spPr>
            <a:xfrm>
              <a:off x="4833771" y="2515459"/>
              <a:ext cx="1915" cy="326645"/>
            </a:xfrm>
            <a:custGeom>
              <a:avLst/>
              <a:gdLst>
                <a:gd name="csX0" fmla="*/ 0 w 1915"/>
                <a:gd name="csY0" fmla="*/ 326646 h 326645"/>
                <a:gd name="csX1" fmla="*/ 0 w 1915"/>
                <a:gd name="csY1" fmla="*/ 0 h 326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6645">
                  <a:moveTo>
                    <a:pt x="0" y="32664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6" name="Freeform 635">
              <a:extLst>
                <a:ext uri="{FF2B5EF4-FFF2-40B4-BE49-F238E27FC236}">
                  <a16:creationId xmlns:a16="http://schemas.microsoft.com/office/drawing/2014/main" id="{1F5E14D4-2947-068B-3BE4-6E41C4514A2F}"/>
                </a:ext>
              </a:extLst>
            </p:cNvPr>
            <p:cNvSpPr/>
            <p:nvPr/>
          </p:nvSpPr>
          <p:spPr>
            <a:xfrm>
              <a:off x="4907805" y="2553150"/>
              <a:ext cx="1915" cy="310553"/>
            </a:xfrm>
            <a:custGeom>
              <a:avLst/>
              <a:gdLst>
                <a:gd name="csX0" fmla="*/ 0 w 1915"/>
                <a:gd name="csY0" fmla="*/ 310553 h 310553"/>
                <a:gd name="csX1" fmla="*/ 0 w 1915"/>
                <a:gd name="csY1" fmla="*/ 0 h 310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0553">
                  <a:moveTo>
                    <a:pt x="0" y="31055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7" name="Freeform 636">
              <a:extLst>
                <a:ext uri="{FF2B5EF4-FFF2-40B4-BE49-F238E27FC236}">
                  <a16:creationId xmlns:a16="http://schemas.microsoft.com/office/drawing/2014/main" id="{AF10A5FD-59A5-C9A5-6506-E7EB270A9D4A}"/>
                </a:ext>
              </a:extLst>
            </p:cNvPr>
            <p:cNvSpPr/>
            <p:nvPr/>
          </p:nvSpPr>
          <p:spPr>
            <a:xfrm>
              <a:off x="4981839" y="2461133"/>
              <a:ext cx="1915" cy="327724"/>
            </a:xfrm>
            <a:custGeom>
              <a:avLst/>
              <a:gdLst>
                <a:gd name="csX0" fmla="*/ 0 w 1915"/>
                <a:gd name="csY0" fmla="*/ 327725 h 327724"/>
                <a:gd name="csX1" fmla="*/ 0 w 1915"/>
                <a:gd name="csY1" fmla="*/ 0 h 327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724">
                  <a:moveTo>
                    <a:pt x="0" y="3277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8" name="Freeform 637">
              <a:extLst>
                <a:ext uri="{FF2B5EF4-FFF2-40B4-BE49-F238E27FC236}">
                  <a16:creationId xmlns:a16="http://schemas.microsoft.com/office/drawing/2014/main" id="{5FF71F24-3705-0D78-660E-E2D67313ED38}"/>
                </a:ext>
              </a:extLst>
            </p:cNvPr>
            <p:cNvSpPr/>
            <p:nvPr/>
          </p:nvSpPr>
          <p:spPr>
            <a:xfrm>
              <a:off x="5055873" y="2535259"/>
              <a:ext cx="1915" cy="300007"/>
            </a:xfrm>
            <a:custGeom>
              <a:avLst/>
              <a:gdLst>
                <a:gd name="csX0" fmla="*/ 0 w 1915"/>
                <a:gd name="csY0" fmla="*/ 300008 h 300007"/>
                <a:gd name="csX1" fmla="*/ 0 w 1915"/>
                <a:gd name="csY1" fmla="*/ 0 h 30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0007">
                  <a:moveTo>
                    <a:pt x="0" y="30000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9" name="Freeform 638">
              <a:extLst>
                <a:ext uri="{FF2B5EF4-FFF2-40B4-BE49-F238E27FC236}">
                  <a16:creationId xmlns:a16="http://schemas.microsoft.com/office/drawing/2014/main" id="{1A209F82-C91D-5233-36E3-8D1D02A7547C}"/>
                </a:ext>
              </a:extLst>
            </p:cNvPr>
            <p:cNvSpPr/>
            <p:nvPr/>
          </p:nvSpPr>
          <p:spPr>
            <a:xfrm>
              <a:off x="5129926" y="2482617"/>
              <a:ext cx="1915" cy="309712"/>
            </a:xfrm>
            <a:custGeom>
              <a:avLst/>
              <a:gdLst>
                <a:gd name="csX0" fmla="*/ 0 w 1915"/>
                <a:gd name="csY0" fmla="*/ 309712 h 309712"/>
                <a:gd name="csX1" fmla="*/ 0 w 1915"/>
                <a:gd name="csY1" fmla="*/ 0 h 309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9712">
                  <a:moveTo>
                    <a:pt x="0" y="3097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072AC449-3B8E-770C-A3E9-84181CAD9CAF}"/>
                </a:ext>
              </a:extLst>
            </p:cNvPr>
            <p:cNvSpPr/>
            <p:nvPr/>
          </p:nvSpPr>
          <p:spPr>
            <a:xfrm>
              <a:off x="5203960" y="2344595"/>
              <a:ext cx="1915" cy="320395"/>
            </a:xfrm>
            <a:custGeom>
              <a:avLst/>
              <a:gdLst>
                <a:gd name="csX0" fmla="*/ 0 w 1915"/>
                <a:gd name="csY0" fmla="*/ 320396 h 320395"/>
                <a:gd name="csX1" fmla="*/ 0 w 1915"/>
                <a:gd name="csY1" fmla="*/ 0 h 32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0395">
                  <a:moveTo>
                    <a:pt x="0" y="32039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1" name="Freeform 640">
              <a:extLst>
                <a:ext uri="{FF2B5EF4-FFF2-40B4-BE49-F238E27FC236}">
                  <a16:creationId xmlns:a16="http://schemas.microsoft.com/office/drawing/2014/main" id="{3AA359D1-741D-D764-2D17-A7DB780DB057}"/>
                </a:ext>
              </a:extLst>
            </p:cNvPr>
            <p:cNvSpPr/>
            <p:nvPr/>
          </p:nvSpPr>
          <p:spPr>
            <a:xfrm>
              <a:off x="5277994" y="2345401"/>
              <a:ext cx="1915" cy="330115"/>
            </a:xfrm>
            <a:custGeom>
              <a:avLst/>
              <a:gdLst>
                <a:gd name="csX0" fmla="*/ 0 w 1915"/>
                <a:gd name="csY0" fmla="*/ 330116 h 330115"/>
                <a:gd name="csX1" fmla="*/ 0 w 1915"/>
                <a:gd name="csY1" fmla="*/ 0 h 330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115">
                  <a:moveTo>
                    <a:pt x="0" y="3301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CE23CB6D-0616-AF73-73CF-1EBCD427B2B9}"/>
                </a:ext>
              </a:extLst>
            </p:cNvPr>
            <p:cNvSpPr/>
            <p:nvPr/>
          </p:nvSpPr>
          <p:spPr>
            <a:xfrm>
              <a:off x="5352028" y="2162110"/>
              <a:ext cx="1915" cy="327801"/>
            </a:xfrm>
            <a:custGeom>
              <a:avLst/>
              <a:gdLst>
                <a:gd name="csX0" fmla="*/ 0 w 1915"/>
                <a:gd name="csY0" fmla="*/ 327801 h 327801"/>
                <a:gd name="csX1" fmla="*/ 0 w 1915"/>
                <a:gd name="csY1" fmla="*/ 0 h 327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801">
                  <a:moveTo>
                    <a:pt x="0" y="32780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3" name="Freeform 642">
              <a:extLst>
                <a:ext uri="{FF2B5EF4-FFF2-40B4-BE49-F238E27FC236}">
                  <a16:creationId xmlns:a16="http://schemas.microsoft.com/office/drawing/2014/main" id="{55A3D203-0A47-2004-2C12-FA724E9384BB}"/>
                </a:ext>
              </a:extLst>
            </p:cNvPr>
            <p:cNvSpPr/>
            <p:nvPr/>
          </p:nvSpPr>
          <p:spPr>
            <a:xfrm>
              <a:off x="5426062" y="2183755"/>
              <a:ext cx="1915" cy="327151"/>
            </a:xfrm>
            <a:custGeom>
              <a:avLst/>
              <a:gdLst>
                <a:gd name="csX0" fmla="*/ 0 w 1915"/>
                <a:gd name="csY0" fmla="*/ 327152 h 327151"/>
                <a:gd name="csX1" fmla="*/ 0 w 1915"/>
                <a:gd name="csY1" fmla="*/ 0 h 327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151">
                  <a:moveTo>
                    <a:pt x="0" y="32715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BF57EB49-CADF-C758-84FB-B560DDE6B3C6}"/>
                </a:ext>
              </a:extLst>
            </p:cNvPr>
            <p:cNvSpPr/>
            <p:nvPr/>
          </p:nvSpPr>
          <p:spPr>
            <a:xfrm>
              <a:off x="5500096" y="2231346"/>
              <a:ext cx="1915" cy="339345"/>
            </a:xfrm>
            <a:custGeom>
              <a:avLst/>
              <a:gdLst>
                <a:gd name="csX0" fmla="*/ 0 w 1915"/>
                <a:gd name="csY0" fmla="*/ 339345 h 339345"/>
                <a:gd name="csX1" fmla="*/ 0 w 1915"/>
                <a:gd name="csY1" fmla="*/ 0 h 339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9345">
                  <a:moveTo>
                    <a:pt x="0" y="3393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5" name="Freeform 644">
              <a:extLst>
                <a:ext uri="{FF2B5EF4-FFF2-40B4-BE49-F238E27FC236}">
                  <a16:creationId xmlns:a16="http://schemas.microsoft.com/office/drawing/2014/main" id="{CCFAE68A-5A27-EEAC-E87E-1B8605A96E08}"/>
                </a:ext>
              </a:extLst>
            </p:cNvPr>
            <p:cNvSpPr/>
            <p:nvPr/>
          </p:nvSpPr>
          <p:spPr>
            <a:xfrm>
              <a:off x="5574149" y="2120567"/>
              <a:ext cx="1915" cy="349821"/>
            </a:xfrm>
            <a:custGeom>
              <a:avLst/>
              <a:gdLst>
                <a:gd name="csX0" fmla="*/ 0 w 1915"/>
                <a:gd name="csY0" fmla="*/ 349822 h 349821"/>
                <a:gd name="csX1" fmla="*/ 0 w 1915"/>
                <a:gd name="csY1" fmla="*/ 0 h 34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9821">
                  <a:moveTo>
                    <a:pt x="0" y="34982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6" name="Freeform 645">
              <a:extLst>
                <a:ext uri="{FF2B5EF4-FFF2-40B4-BE49-F238E27FC236}">
                  <a16:creationId xmlns:a16="http://schemas.microsoft.com/office/drawing/2014/main" id="{8A504CF5-81D0-0A5B-960D-11325EA3F33A}"/>
                </a:ext>
              </a:extLst>
            </p:cNvPr>
            <p:cNvSpPr/>
            <p:nvPr/>
          </p:nvSpPr>
          <p:spPr>
            <a:xfrm>
              <a:off x="5648183" y="2147751"/>
              <a:ext cx="1915" cy="341671"/>
            </a:xfrm>
            <a:custGeom>
              <a:avLst/>
              <a:gdLst>
                <a:gd name="csX0" fmla="*/ 0 w 1915"/>
                <a:gd name="csY0" fmla="*/ 341671 h 341671"/>
                <a:gd name="csX1" fmla="*/ 0 w 1915"/>
                <a:gd name="csY1" fmla="*/ 0 h 341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1671">
                  <a:moveTo>
                    <a:pt x="0" y="34167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7" name="Freeform 646">
              <a:extLst>
                <a:ext uri="{FF2B5EF4-FFF2-40B4-BE49-F238E27FC236}">
                  <a16:creationId xmlns:a16="http://schemas.microsoft.com/office/drawing/2014/main" id="{3C44D9B4-CC37-E613-7351-C2BD41D97A9D}"/>
                </a:ext>
              </a:extLst>
            </p:cNvPr>
            <p:cNvSpPr/>
            <p:nvPr/>
          </p:nvSpPr>
          <p:spPr>
            <a:xfrm>
              <a:off x="5722217" y="2036036"/>
              <a:ext cx="1915" cy="336461"/>
            </a:xfrm>
            <a:custGeom>
              <a:avLst/>
              <a:gdLst>
                <a:gd name="csX0" fmla="*/ 0 w 1915"/>
                <a:gd name="csY0" fmla="*/ 336461 h 336461"/>
                <a:gd name="csX1" fmla="*/ 0 w 1915"/>
                <a:gd name="csY1" fmla="*/ 0 h 3364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6461">
                  <a:moveTo>
                    <a:pt x="0" y="33646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15375EAD-ADF0-D9DE-BAEC-3C751298089B}"/>
                </a:ext>
              </a:extLst>
            </p:cNvPr>
            <p:cNvSpPr/>
            <p:nvPr/>
          </p:nvSpPr>
          <p:spPr>
            <a:xfrm>
              <a:off x="5796251" y="2005694"/>
              <a:ext cx="1915" cy="372275"/>
            </a:xfrm>
            <a:custGeom>
              <a:avLst/>
              <a:gdLst>
                <a:gd name="csX0" fmla="*/ 0 w 1915"/>
                <a:gd name="csY0" fmla="*/ 372275 h 372275"/>
                <a:gd name="csX1" fmla="*/ 0 w 1915"/>
                <a:gd name="csY1" fmla="*/ 0 h 372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72275">
                  <a:moveTo>
                    <a:pt x="0" y="37227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BD044A05-BD84-1888-5D9A-63AE9D69202B}"/>
                </a:ext>
              </a:extLst>
            </p:cNvPr>
            <p:cNvSpPr/>
            <p:nvPr/>
          </p:nvSpPr>
          <p:spPr>
            <a:xfrm>
              <a:off x="5870284" y="1881113"/>
              <a:ext cx="1915" cy="367992"/>
            </a:xfrm>
            <a:custGeom>
              <a:avLst/>
              <a:gdLst>
                <a:gd name="csX0" fmla="*/ 0 w 1915"/>
                <a:gd name="csY0" fmla="*/ 367993 h 367992"/>
                <a:gd name="csX1" fmla="*/ 0 w 1915"/>
                <a:gd name="csY1" fmla="*/ 0 h 367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7992">
                  <a:moveTo>
                    <a:pt x="0" y="36799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CF22F6AC-7AA8-8B59-1190-FDA482BA30BE}"/>
                </a:ext>
              </a:extLst>
            </p:cNvPr>
            <p:cNvSpPr/>
            <p:nvPr/>
          </p:nvSpPr>
          <p:spPr>
            <a:xfrm>
              <a:off x="5944319" y="2042960"/>
              <a:ext cx="1915" cy="343131"/>
            </a:xfrm>
            <a:custGeom>
              <a:avLst/>
              <a:gdLst>
                <a:gd name="csX0" fmla="*/ 0 w 1915"/>
                <a:gd name="csY0" fmla="*/ 343131 h 343131"/>
                <a:gd name="csX1" fmla="*/ 0 w 1915"/>
                <a:gd name="csY1" fmla="*/ 0 h 34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3131">
                  <a:moveTo>
                    <a:pt x="0" y="34313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C3DF171A-F13F-9EDB-71D1-9FD57982D894}"/>
                </a:ext>
              </a:extLst>
            </p:cNvPr>
            <p:cNvSpPr/>
            <p:nvPr/>
          </p:nvSpPr>
          <p:spPr>
            <a:xfrm>
              <a:off x="2278197" y="41457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AA3DF79E-8717-59A5-3404-3B929EDAE5FF}"/>
                </a:ext>
              </a:extLst>
            </p:cNvPr>
            <p:cNvSpPr/>
            <p:nvPr/>
          </p:nvSpPr>
          <p:spPr>
            <a:xfrm>
              <a:off x="2278197" y="37756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893E5679-3D09-A27C-EA7D-62C831A6B2DB}"/>
                </a:ext>
              </a:extLst>
            </p:cNvPr>
            <p:cNvSpPr/>
            <p:nvPr/>
          </p:nvSpPr>
          <p:spPr>
            <a:xfrm>
              <a:off x="2352233" y="404818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7EE020D3-8748-62DC-C40B-F1921518B619}"/>
                </a:ext>
              </a:extLst>
            </p:cNvPr>
            <p:cNvSpPr/>
            <p:nvPr/>
          </p:nvSpPr>
          <p:spPr>
            <a:xfrm>
              <a:off x="2352233" y="36906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5" name="Freeform 654">
              <a:extLst>
                <a:ext uri="{FF2B5EF4-FFF2-40B4-BE49-F238E27FC236}">
                  <a16:creationId xmlns:a16="http://schemas.microsoft.com/office/drawing/2014/main" id="{EA27CEC9-92B9-896C-3338-0561C1D65EB7}"/>
                </a:ext>
              </a:extLst>
            </p:cNvPr>
            <p:cNvSpPr/>
            <p:nvPr/>
          </p:nvSpPr>
          <p:spPr>
            <a:xfrm>
              <a:off x="2426271" y="394609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6C7AF492-0E27-4EC8-8C0A-0E039D47286D}"/>
                </a:ext>
              </a:extLst>
            </p:cNvPr>
            <p:cNvSpPr/>
            <p:nvPr/>
          </p:nvSpPr>
          <p:spPr>
            <a:xfrm>
              <a:off x="2426271" y="360179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9FFA846E-57AD-A16B-9AA0-9C9B5591DD2C}"/>
                </a:ext>
              </a:extLst>
            </p:cNvPr>
            <p:cNvSpPr/>
            <p:nvPr/>
          </p:nvSpPr>
          <p:spPr>
            <a:xfrm>
              <a:off x="2500307" y="39202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85326BD5-672B-615E-51FB-974B1D5693DF}"/>
                </a:ext>
              </a:extLst>
            </p:cNvPr>
            <p:cNvSpPr/>
            <p:nvPr/>
          </p:nvSpPr>
          <p:spPr>
            <a:xfrm>
              <a:off x="2500307" y="35816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4E88243A-597A-31A5-BEFF-43D164A2E3E9}"/>
                </a:ext>
              </a:extLst>
            </p:cNvPr>
            <p:cNvSpPr/>
            <p:nvPr/>
          </p:nvSpPr>
          <p:spPr>
            <a:xfrm>
              <a:off x="2574345" y="40827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9FE78A5D-3FD2-912B-95D0-AA495422CB84}"/>
                </a:ext>
              </a:extLst>
            </p:cNvPr>
            <p:cNvSpPr/>
            <p:nvPr/>
          </p:nvSpPr>
          <p:spPr>
            <a:xfrm>
              <a:off x="2574345" y="37192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071B5997-F411-5E38-439E-4212F11811C1}"/>
                </a:ext>
              </a:extLst>
            </p:cNvPr>
            <p:cNvSpPr/>
            <p:nvPr/>
          </p:nvSpPr>
          <p:spPr>
            <a:xfrm>
              <a:off x="2648380" y="39345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AB95B5D2-A177-A414-343A-33E2CB956F62}"/>
                </a:ext>
              </a:extLst>
            </p:cNvPr>
            <p:cNvSpPr/>
            <p:nvPr/>
          </p:nvSpPr>
          <p:spPr>
            <a:xfrm>
              <a:off x="2648380" y="35975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0F693DE6-8F6C-63B5-A991-0FD5A9BFEE6D}"/>
                </a:ext>
              </a:extLst>
            </p:cNvPr>
            <p:cNvSpPr/>
            <p:nvPr/>
          </p:nvSpPr>
          <p:spPr>
            <a:xfrm>
              <a:off x="2722418" y="396836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46B79A33-62B9-588D-562F-8B0B9BDAC992}"/>
                </a:ext>
              </a:extLst>
            </p:cNvPr>
            <p:cNvSpPr/>
            <p:nvPr/>
          </p:nvSpPr>
          <p:spPr>
            <a:xfrm>
              <a:off x="2722418" y="361384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357F2815-9865-E19A-847A-E86F559538A4}"/>
                </a:ext>
              </a:extLst>
            </p:cNvPr>
            <p:cNvSpPr/>
            <p:nvPr/>
          </p:nvSpPr>
          <p:spPr>
            <a:xfrm>
              <a:off x="2796456" y="371020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62142172-2D5F-FE99-9896-45AC4888D233}"/>
                </a:ext>
              </a:extLst>
            </p:cNvPr>
            <p:cNvSpPr/>
            <p:nvPr/>
          </p:nvSpPr>
          <p:spPr>
            <a:xfrm>
              <a:off x="2796456" y="33799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8A155D63-74B6-6B89-60BD-C0CD2FF11CCE}"/>
                </a:ext>
              </a:extLst>
            </p:cNvPr>
            <p:cNvSpPr/>
            <p:nvPr/>
          </p:nvSpPr>
          <p:spPr>
            <a:xfrm>
              <a:off x="2870492" y="379239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E5E74020-BC9E-52A6-1A2C-C4CF8470EA37}"/>
                </a:ext>
              </a:extLst>
            </p:cNvPr>
            <p:cNvSpPr/>
            <p:nvPr/>
          </p:nvSpPr>
          <p:spPr>
            <a:xfrm>
              <a:off x="2870492" y="347829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D06D126B-31C3-6BBA-7E72-5D18320E8468}"/>
                </a:ext>
              </a:extLst>
            </p:cNvPr>
            <p:cNvSpPr/>
            <p:nvPr/>
          </p:nvSpPr>
          <p:spPr>
            <a:xfrm>
              <a:off x="2944529" y="37281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3093BE7B-0B8D-EED9-709D-73A2D366351B}"/>
                </a:ext>
              </a:extLst>
            </p:cNvPr>
            <p:cNvSpPr/>
            <p:nvPr/>
          </p:nvSpPr>
          <p:spPr>
            <a:xfrm>
              <a:off x="2944529" y="340826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C438E695-097F-ECB9-FE33-1100E97A27F7}"/>
                </a:ext>
              </a:extLst>
            </p:cNvPr>
            <p:cNvSpPr/>
            <p:nvPr/>
          </p:nvSpPr>
          <p:spPr>
            <a:xfrm>
              <a:off x="3018565" y="366097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9F5374AC-D5E5-E061-914A-DCFCC84D5825}"/>
                </a:ext>
              </a:extLst>
            </p:cNvPr>
            <p:cNvSpPr/>
            <p:nvPr/>
          </p:nvSpPr>
          <p:spPr>
            <a:xfrm>
              <a:off x="3018565" y="33309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7E81E472-16FB-4A7B-5312-CA962EE92583}"/>
                </a:ext>
              </a:extLst>
            </p:cNvPr>
            <p:cNvSpPr/>
            <p:nvPr/>
          </p:nvSpPr>
          <p:spPr>
            <a:xfrm>
              <a:off x="3092603" y="36812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E1EDD21A-833C-78E3-8966-4528772C0DB4}"/>
                </a:ext>
              </a:extLst>
            </p:cNvPr>
            <p:cNvSpPr/>
            <p:nvPr/>
          </p:nvSpPr>
          <p:spPr>
            <a:xfrm>
              <a:off x="3092603" y="335661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0D1C0C3E-9FAE-A293-A1CA-9FB30DF57462}"/>
                </a:ext>
              </a:extLst>
            </p:cNvPr>
            <p:cNvSpPr/>
            <p:nvPr/>
          </p:nvSpPr>
          <p:spPr>
            <a:xfrm>
              <a:off x="3166639" y="36298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078E6D54-28FE-B9C3-0AE4-636A2FE1F605}"/>
                </a:ext>
              </a:extLst>
            </p:cNvPr>
            <p:cNvSpPr/>
            <p:nvPr/>
          </p:nvSpPr>
          <p:spPr>
            <a:xfrm>
              <a:off x="3166639" y="33126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F52105FB-B900-BB81-40A6-02F7F1E6C8A0}"/>
                </a:ext>
              </a:extLst>
            </p:cNvPr>
            <p:cNvSpPr/>
            <p:nvPr/>
          </p:nvSpPr>
          <p:spPr>
            <a:xfrm>
              <a:off x="3240676" y="362978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8" name="Freeform 677">
              <a:extLst>
                <a:ext uri="{FF2B5EF4-FFF2-40B4-BE49-F238E27FC236}">
                  <a16:creationId xmlns:a16="http://schemas.microsoft.com/office/drawing/2014/main" id="{3B0201BA-30EC-1230-FAB6-6EF6FC07DC98}"/>
                </a:ext>
              </a:extLst>
            </p:cNvPr>
            <p:cNvSpPr/>
            <p:nvPr/>
          </p:nvSpPr>
          <p:spPr>
            <a:xfrm>
              <a:off x="3240676" y="332135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9" name="Freeform 678">
              <a:extLst>
                <a:ext uri="{FF2B5EF4-FFF2-40B4-BE49-F238E27FC236}">
                  <a16:creationId xmlns:a16="http://schemas.microsoft.com/office/drawing/2014/main" id="{4099E6AA-C7C5-CF1B-51A1-261F5A847F52}"/>
                </a:ext>
              </a:extLst>
            </p:cNvPr>
            <p:cNvSpPr/>
            <p:nvPr/>
          </p:nvSpPr>
          <p:spPr>
            <a:xfrm>
              <a:off x="3314714" y="35295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0ED18703-69BB-E3C3-A0CC-7393FEA934EB}"/>
                </a:ext>
              </a:extLst>
            </p:cNvPr>
            <p:cNvSpPr/>
            <p:nvPr/>
          </p:nvSpPr>
          <p:spPr>
            <a:xfrm>
              <a:off x="3314714" y="321854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7AA4A73B-45CC-964A-323C-702C712A0B02}"/>
                </a:ext>
              </a:extLst>
            </p:cNvPr>
            <p:cNvSpPr/>
            <p:nvPr/>
          </p:nvSpPr>
          <p:spPr>
            <a:xfrm>
              <a:off x="3388750" y="355024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B881B7E9-E899-23ED-B248-D0C5039918BE}"/>
                </a:ext>
              </a:extLst>
            </p:cNvPr>
            <p:cNvSpPr/>
            <p:nvPr/>
          </p:nvSpPr>
          <p:spPr>
            <a:xfrm>
              <a:off x="3388750" y="32385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40A9DB58-ECC6-C21D-58BA-91A380A1795E}"/>
                </a:ext>
              </a:extLst>
            </p:cNvPr>
            <p:cNvSpPr/>
            <p:nvPr/>
          </p:nvSpPr>
          <p:spPr>
            <a:xfrm>
              <a:off x="3462784" y="35539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BDFEBAFB-743F-5831-81CB-F22834762AF3}"/>
                </a:ext>
              </a:extLst>
            </p:cNvPr>
            <p:cNvSpPr/>
            <p:nvPr/>
          </p:nvSpPr>
          <p:spPr>
            <a:xfrm>
              <a:off x="3462784" y="32440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FAA62631-B6F2-06B3-C918-1904EEB7305A}"/>
                </a:ext>
              </a:extLst>
            </p:cNvPr>
            <p:cNvSpPr/>
            <p:nvPr/>
          </p:nvSpPr>
          <p:spPr>
            <a:xfrm>
              <a:off x="3536818" y="35337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BCE90E7D-7E53-4560-46A5-CEDBB72E5C2C}"/>
                </a:ext>
              </a:extLst>
            </p:cNvPr>
            <p:cNvSpPr/>
            <p:nvPr/>
          </p:nvSpPr>
          <p:spPr>
            <a:xfrm>
              <a:off x="3536818" y="322633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B79986AD-2360-1B30-289B-3D60132695FD}"/>
                </a:ext>
              </a:extLst>
            </p:cNvPr>
            <p:cNvSpPr/>
            <p:nvPr/>
          </p:nvSpPr>
          <p:spPr>
            <a:xfrm>
              <a:off x="3610852" y="3505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8" name="Freeform 687">
              <a:extLst>
                <a:ext uri="{FF2B5EF4-FFF2-40B4-BE49-F238E27FC236}">
                  <a16:creationId xmlns:a16="http://schemas.microsoft.com/office/drawing/2014/main" id="{3E247E10-7607-B9FB-5468-D9597E237F7D}"/>
                </a:ext>
              </a:extLst>
            </p:cNvPr>
            <p:cNvSpPr/>
            <p:nvPr/>
          </p:nvSpPr>
          <p:spPr>
            <a:xfrm>
              <a:off x="3610852" y="31800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9" name="Freeform 688">
              <a:extLst>
                <a:ext uri="{FF2B5EF4-FFF2-40B4-BE49-F238E27FC236}">
                  <a16:creationId xmlns:a16="http://schemas.microsoft.com/office/drawing/2014/main" id="{4DA4DDEA-318E-B87E-4B3D-5675BF5C78BF}"/>
                </a:ext>
              </a:extLst>
            </p:cNvPr>
            <p:cNvSpPr/>
            <p:nvPr/>
          </p:nvSpPr>
          <p:spPr>
            <a:xfrm>
              <a:off x="3684905" y="33965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0" name="Freeform 689">
              <a:extLst>
                <a:ext uri="{FF2B5EF4-FFF2-40B4-BE49-F238E27FC236}">
                  <a16:creationId xmlns:a16="http://schemas.microsoft.com/office/drawing/2014/main" id="{A5EF305B-527A-CD82-D7B8-23101D63604B}"/>
                </a:ext>
              </a:extLst>
            </p:cNvPr>
            <p:cNvSpPr/>
            <p:nvPr/>
          </p:nvSpPr>
          <p:spPr>
            <a:xfrm>
              <a:off x="3684905" y="30786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FCD89BB6-BFF0-851F-ED58-68759BBE58FD}"/>
                </a:ext>
              </a:extLst>
            </p:cNvPr>
            <p:cNvSpPr/>
            <p:nvPr/>
          </p:nvSpPr>
          <p:spPr>
            <a:xfrm>
              <a:off x="3758939" y="331792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84D2B492-249B-57A7-D0AC-FEF703C959E3}"/>
                </a:ext>
              </a:extLst>
            </p:cNvPr>
            <p:cNvSpPr/>
            <p:nvPr/>
          </p:nvSpPr>
          <p:spPr>
            <a:xfrm>
              <a:off x="3758939" y="30101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729DF415-7976-6622-9785-9127AEF07C71}"/>
                </a:ext>
              </a:extLst>
            </p:cNvPr>
            <p:cNvSpPr/>
            <p:nvPr/>
          </p:nvSpPr>
          <p:spPr>
            <a:xfrm>
              <a:off x="3832973" y="330479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2CBFEC8F-2BBE-5306-A4B4-E700F5F81E96}"/>
                </a:ext>
              </a:extLst>
            </p:cNvPr>
            <p:cNvSpPr/>
            <p:nvPr/>
          </p:nvSpPr>
          <p:spPr>
            <a:xfrm>
              <a:off x="3832973" y="299197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AE22A382-FE92-CE36-E2F6-A3CD71FB65F9}"/>
                </a:ext>
              </a:extLst>
            </p:cNvPr>
            <p:cNvSpPr/>
            <p:nvPr/>
          </p:nvSpPr>
          <p:spPr>
            <a:xfrm>
              <a:off x="3907007" y="33672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0496548B-E792-1977-6520-9B98DC2F86EE}"/>
                </a:ext>
              </a:extLst>
            </p:cNvPr>
            <p:cNvSpPr/>
            <p:nvPr/>
          </p:nvSpPr>
          <p:spPr>
            <a:xfrm>
              <a:off x="3907007" y="305519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193ADC66-E571-099C-600B-266A3B7CBA86}"/>
                </a:ext>
              </a:extLst>
            </p:cNvPr>
            <p:cNvSpPr/>
            <p:nvPr/>
          </p:nvSpPr>
          <p:spPr>
            <a:xfrm>
              <a:off x="3981040" y="327330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20B0D406-62B6-729E-5F8A-F17755C14F71}"/>
                </a:ext>
              </a:extLst>
            </p:cNvPr>
            <p:cNvSpPr/>
            <p:nvPr/>
          </p:nvSpPr>
          <p:spPr>
            <a:xfrm>
              <a:off x="3981040" y="297233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F456C61B-4204-1249-C251-8F4FBFE9CB23}"/>
                </a:ext>
              </a:extLst>
            </p:cNvPr>
            <p:cNvSpPr/>
            <p:nvPr/>
          </p:nvSpPr>
          <p:spPr>
            <a:xfrm>
              <a:off x="4055074" y="325952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0" name="Freeform 699">
              <a:extLst>
                <a:ext uri="{FF2B5EF4-FFF2-40B4-BE49-F238E27FC236}">
                  <a16:creationId xmlns:a16="http://schemas.microsoft.com/office/drawing/2014/main" id="{E6C303E3-AA9B-3E32-7C91-AD5676979524}"/>
                </a:ext>
              </a:extLst>
            </p:cNvPr>
            <p:cNvSpPr/>
            <p:nvPr/>
          </p:nvSpPr>
          <p:spPr>
            <a:xfrm>
              <a:off x="4055074" y="29556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1" name="Freeform 700">
              <a:extLst>
                <a:ext uri="{FF2B5EF4-FFF2-40B4-BE49-F238E27FC236}">
                  <a16:creationId xmlns:a16="http://schemas.microsoft.com/office/drawing/2014/main" id="{10C123F3-E77E-08C1-3E2B-013B23724DC1}"/>
                </a:ext>
              </a:extLst>
            </p:cNvPr>
            <p:cNvSpPr/>
            <p:nvPr/>
          </p:nvSpPr>
          <p:spPr>
            <a:xfrm>
              <a:off x="4129127" y="3183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2" name="Freeform 701">
              <a:extLst>
                <a:ext uri="{FF2B5EF4-FFF2-40B4-BE49-F238E27FC236}">
                  <a16:creationId xmlns:a16="http://schemas.microsoft.com/office/drawing/2014/main" id="{9174351D-5884-2BFC-72B2-CD0F37BA36E4}"/>
                </a:ext>
              </a:extLst>
            </p:cNvPr>
            <p:cNvSpPr/>
            <p:nvPr/>
          </p:nvSpPr>
          <p:spPr>
            <a:xfrm>
              <a:off x="4129127" y="288801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3" name="Freeform 702">
              <a:extLst>
                <a:ext uri="{FF2B5EF4-FFF2-40B4-BE49-F238E27FC236}">
                  <a16:creationId xmlns:a16="http://schemas.microsoft.com/office/drawing/2014/main" id="{9FD45F21-6920-3DAC-203A-B50E9DB5BEB0}"/>
                </a:ext>
              </a:extLst>
            </p:cNvPr>
            <p:cNvSpPr/>
            <p:nvPr/>
          </p:nvSpPr>
          <p:spPr>
            <a:xfrm>
              <a:off x="4203161" y="307019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05EC9852-E3A6-573D-BC87-8B93D73A8963}"/>
                </a:ext>
              </a:extLst>
            </p:cNvPr>
            <p:cNvSpPr/>
            <p:nvPr/>
          </p:nvSpPr>
          <p:spPr>
            <a:xfrm>
              <a:off x="4203161" y="27712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B7308207-B7A9-CC62-443F-1B3B2895BC65}"/>
                </a:ext>
              </a:extLst>
            </p:cNvPr>
            <p:cNvSpPr/>
            <p:nvPr/>
          </p:nvSpPr>
          <p:spPr>
            <a:xfrm>
              <a:off x="4277195" y="303398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7B1631AC-E11F-E589-9749-59CCC0454D7E}"/>
                </a:ext>
              </a:extLst>
            </p:cNvPr>
            <p:cNvSpPr/>
            <p:nvPr/>
          </p:nvSpPr>
          <p:spPr>
            <a:xfrm>
              <a:off x="4277195" y="27323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4E4B6839-AA28-42FB-743C-A531F963A49A}"/>
                </a:ext>
              </a:extLst>
            </p:cNvPr>
            <p:cNvSpPr/>
            <p:nvPr/>
          </p:nvSpPr>
          <p:spPr>
            <a:xfrm>
              <a:off x="4351229" y="308854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9DC35859-7551-5EA6-BA30-301750391FCC}"/>
                </a:ext>
              </a:extLst>
            </p:cNvPr>
            <p:cNvSpPr/>
            <p:nvPr/>
          </p:nvSpPr>
          <p:spPr>
            <a:xfrm>
              <a:off x="4351229" y="27839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CC76F812-B83A-6A7B-EDED-5410DD01C6A6}"/>
                </a:ext>
              </a:extLst>
            </p:cNvPr>
            <p:cNvSpPr/>
            <p:nvPr/>
          </p:nvSpPr>
          <p:spPr>
            <a:xfrm>
              <a:off x="4425263" y="300410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B1A60898-ABA1-C9BE-4644-5931C09DD852}"/>
                </a:ext>
              </a:extLst>
            </p:cNvPr>
            <p:cNvSpPr/>
            <p:nvPr/>
          </p:nvSpPr>
          <p:spPr>
            <a:xfrm>
              <a:off x="4425263" y="26854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6A612235-E9D5-DFA4-618A-9BFC83E4AD92}"/>
                </a:ext>
              </a:extLst>
            </p:cNvPr>
            <p:cNvSpPr/>
            <p:nvPr/>
          </p:nvSpPr>
          <p:spPr>
            <a:xfrm>
              <a:off x="4499297" y="29119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E81DB5DE-4582-7632-01B2-A3891A88F547}"/>
                </a:ext>
              </a:extLst>
            </p:cNvPr>
            <p:cNvSpPr/>
            <p:nvPr/>
          </p:nvSpPr>
          <p:spPr>
            <a:xfrm>
              <a:off x="4499297" y="2603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792CCABD-9C8E-E264-8351-12518D788101}"/>
                </a:ext>
              </a:extLst>
            </p:cNvPr>
            <p:cNvSpPr/>
            <p:nvPr/>
          </p:nvSpPr>
          <p:spPr>
            <a:xfrm>
              <a:off x="4573350" y="285537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37B6F72E-A762-ABF6-232E-FC2A3140EA97}"/>
                </a:ext>
              </a:extLst>
            </p:cNvPr>
            <p:cNvSpPr/>
            <p:nvPr/>
          </p:nvSpPr>
          <p:spPr>
            <a:xfrm>
              <a:off x="4573350" y="254332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5" name="Freeform 714">
              <a:extLst>
                <a:ext uri="{FF2B5EF4-FFF2-40B4-BE49-F238E27FC236}">
                  <a16:creationId xmlns:a16="http://schemas.microsoft.com/office/drawing/2014/main" id="{EBA52974-4B24-8A99-1204-2B7F53B7C615}"/>
                </a:ext>
              </a:extLst>
            </p:cNvPr>
            <p:cNvSpPr/>
            <p:nvPr/>
          </p:nvSpPr>
          <p:spPr>
            <a:xfrm>
              <a:off x="4647384" y="291521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6" name="Freeform 715">
              <a:extLst>
                <a:ext uri="{FF2B5EF4-FFF2-40B4-BE49-F238E27FC236}">
                  <a16:creationId xmlns:a16="http://schemas.microsoft.com/office/drawing/2014/main" id="{03FB58F1-94F6-C49A-C01F-2BCCB9B13B64}"/>
                </a:ext>
              </a:extLst>
            </p:cNvPr>
            <p:cNvSpPr/>
            <p:nvPr/>
          </p:nvSpPr>
          <p:spPr>
            <a:xfrm>
              <a:off x="4647384" y="261587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7" name="Freeform 716">
              <a:extLst>
                <a:ext uri="{FF2B5EF4-FFF2-40B4-BE49-F238E27FC236}">
                  <a16:creationId xmlns:a16="http://schemas.microsoft.com/office/drawing/2014/main" id="{EBAB7337-482C-90F7-9F9A-2780225D20A0}"/>
                </a:ext>
              </a:extLst>
            </p:cNvPr>
            <p:cNvSpPr/>
            <p:nvPr/>
          </p:nvSpPr>
          <p:spPr>
            <a:xfrm>
              <a:off x="4721418" y="286947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8" name="Freeform 717">
              <a:extLst>
                <a:ext uri="{FF2B5EF4-FFF2-40B4-BE49-F238E27FC236}">
                  <a16:creationId xmlns:a16="http://schemas.microsoft.com/office/drawing/2014/main" id="{BB3A1C33-25A3-5662-42CE-15178627AEB2}"/>
                </a:ext>
              </a:extLst>
            </p:cNvPr>
            <p:cNvSpPr/>
            <p:nvPr/>
          </p:nvSpPr>
          <p:spPr>
            <a:xfrm>
              <a:off x="4721418" y="25617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9" name="Freeform 718">
              <a:extLst>
                <a:ext uri="{FF2B5EF4-FFF2-40B4-BE49-F238E27FC236}">
                  <a16:creationId xmlns:a16="http://schemas.microsoft.com/office/drawing/2014/main" id="{B3905ECB-A4D3-DE4B-DED7-8D4AB0D2FEE3}"/>
                </a:ext>
              </a:extLst>
            </p:cNvPr>
            <p:cNvSpPr/>
            <p:nvPr/>
          </p:nvSpPr>
          <p:spPr>
            <a:xfrm>
              <a:off x="4795452" y="28421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0" name="Freeform 719">
              <a:extLst>
                <a:ext uri="{FF2B5EF4-FFF2-40B4-BE49-F238E27FC236}">
                  <a16:creationId xmlns:a16="http://schemas.microsoft.com/office/drawing/2014/main" id="{E96299D0-C67D-B6DD-DFD6-9E3CE2BD1CA0}"/>
                </a:ext>
              </a:extLst>
            </p:cNvPr>
            <p:cNvSpPr/>
            <p:nvPr/>
          </p:nvSpPr>
          <p:spPr>
            <a:xfrm>
              <a:off x="4795452" y="25154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1" name="Freeform 720">
              <a:extLst>
                <a:ext uri="{FF2B5EF4-FFF2-40B4-BE49-F238E27FC236}">
                  <a16:creationId xmlns:a16="http://schemas.microsoft.com/office/drawing/2014/main" id="{1DC28E5E-4B70-ABAB-BD37-CD997AA694C5}"/>
                </a:ext>
              </a:extLst>
            </p:cNvPr>
            <p:cNvSpPr/>
            <p:nvPr/>
          </p:nvSpPr>
          <p:spPr>
            <a:xfrm>
              <a:off x="4869486" y="286370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2" name="Freeform 721">
              <a:extLst>
                <a:ext uri="{FF2B5EF4-FFF2-40B4-BE49-F238E27FC236}">
                  <a16:creationId xmlns:a16="http://schemas.microsoft.com/office/drawing/2014/main" id="{7111FB09-9D86-0939-319F-AA377670261E}"/>
                </a:ext>
              </a:extLst>
            </p:cNvPr>
            <p:cNvSpPr/>
            <p:nvPr/>
          </p:nvSpPr>
          <p:spPr>
            <a:xfrm>
              <a:off x="4869486" y="25531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3" name="Freeform 722">
              <a:extLst>
                <a:ext uri="{FF2B5EF4-FFF2-40B4-BE49-F238E27FC236}">
                  <a16:creationId xmlns:a16="http://schemas.microsoft.com/office/drawing/2014/main" id="{3859E8FA-5B5C-19C4-4E19-F1765BE8D259}"/>
                </a:ext>
              </a:extLst>
            </p:cNvPr>
            <p:cNvSpPr/>
            <p:nvPr/>
          </p:nvSpPr>
          <p:spPr>
            <a:xfrm>
              <a:off x="4943519" y="27888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4" name="Freeform 723">
              <a:extLst>
                <a:ext uri="{FF2B5EF4-FFF2-40B4-BE49-F238E27FC236}">
                  <a16:creationId xmlns:a16="http://schemas.microsoft.com/office/drawing/2014/main" id="{248E4733-CC81-0214-9D63-82DFEEE4EB1A}"/>
                </a:ext>
              </a:extLst>
            </p:cNvPr>
            <p:cNvSpPr/>
            <p:nvPr/>
          </p:nvSpPr>
          <p:spPr>
            <a:xfrm>
              <a:off x="4943519" y="246113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5" name="Freeform 724">
              <a:extLst>
                <a:ext uri="{FF2B5EF4-FFF2-40B4-BE49-F238E27FC236}">
                  <a16:creationId xmlns:a16="http://schemas.microsoft.com/office/drawing/2014/main" id="{2C31BD8A-43CA-9F12-BB8E-95BCED45DB92}"/>
                </a:ext>
              </a:extLst>
            </p:cNvPr>
            <p:cNvSpPr/>
            <p:nvPr/>
          </p:nvSpPr>
          <p:spPr>
            <a:xfrm>
              <a:off x="5017553" y="28352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6" name="Freeform 725">
              <a:extLst>
                <a:ext uri="{FF2B5EF4-FFF2-40B4-BE49-F238E27FC236}">
                  <a16:creationId xmlns:a16="http://schemas.microsoft.com/office/drawing/2014/main" id="{83B57FA2-DD09-F523-9A03-AFB2EDEA7203}"/>
                </a:ext>
              </a:extLst>
            </p:cNvPr>
            <p:cNvSpPr/>
            <p:nvPr/>
          </p:nvSpPr>
          <p:spPr>
            <a:xfrm>
              <a:off x="5017553" y="25352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7" name="Freeform 726">
              <a:extLst>
                <a:ext uri="{FF2B5EF4-FFF2-40B4-BE49-F238E27FC236}">
                  <a16:creationId xmlns:a16="http://schemas.microsoft.com/office/drawing/2014/main" id="{7E5E731D-D95E-0569-EEA8-CE580B834E3A}"/>
                </a:ext>
              </a:extLst>
            </p:cNvPr>
            <p:cNvSpPr/>
            <p:nvPr/>
          </p:nvSpPr>
          <p:spPr>
            <a:xfrm>
              <a:off x="5091606" y="279232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2F39E15D-7D04-52D1-5D28-D6B8D0EBE08D}"/>
                </a:ext>
              </a:extLst>
            </p:cNvPr>
            <p:cNvSpPr/>
            <p:nvPr/>
          </p:nvSpPr>
          <p:spPr>
            <a:xfrm>
              <a:off x="5091606" y="24826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9" name="Freeform 728">
              <a:extLst>
                <a:ext uri="{FF2B5EF4-FFF2-40B4-BE49-F238E27FC236}">
                  <a16:creationId xmlns:a16="http://schemas.microsoft.com/office/drawing/2014/main" id="{C1EA4BE1-75F8-77A9-39F3-8A561AF4E64E}"/>
                </a:ext>
              </a:extLst>
            </p:cNvPr>
            <p:cNvSpPr/>
            <p:nvPr/>
          </p:nvSpPr>
          <p:spPr>
            <a:xfrm>
              <a:off x="5165640" y="26649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0" name="Freeform 729">
              <a:extLst>
                <a:ext uri="{FF2B5EF4-FFF2-40B4-BE49-F238E27FC236}">
                  <a16:creationId xmlns:a16="http://schemas.microsoft.com/office/drawing/2014/main" id="{94CDC934-182C-7658-C664-21B3AB093132}"/>
                </a:ext>
              </a:extLst>
            </p:cNvPr>
            <p:cNvSpPr/>
            <p:nvPr/>
          </p:nvSpPr>
          <p:spPr>
            <a:xfrm>
              <a:off x="5165640" y="23445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1" name="Freeform 730">
              <a:extLst>
                <a:ext uri="{FF2B5EF4-FFF2-40B4-BE49-F238E27FC236}">
                  <a16:creationId xmlns:a16="http://schemas.microsoft.com/office/drawing/2014/main" id="{40CD2A53-400B-6D48-37A2-FDAE5095803D}"/>
                </a:ext>
              </a:extLst>
            </p:cNvPr>
            <p:cNvSpPr/>
            <p:nvPr/>
          </p:nvSpPr>
          <p:spPr>
            <a:xfrm>
              <a:off x="5239674" y="26755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2" name="Freeform 731">
              <a:extLst>
                <a:ext uri="{FF2B5EF4-FFF2-40B4-BE49-F238E27FC236}">
                  <a16:creationId xmlns:a16="http://schemas.microsoft.com/office/drawing/2014/main" id="{85256A93-9306-9905-16FF-352F47B0E686}"/>
                </a:ext>
              </a:extLst>
            </p:cNvPr>
            <p:cNvSpPr/>
            <p:nvPr/>
          </p:nvSpPr>
          <p:spPr>
            <a:xfrm>
              <a:off x="5239674" y="23454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3" name="Freeform 732">
              <a:extLst>
                <a:ext uri="{FF2B5EF4-FFF2-40B4-BE49-F238E27FC236}">
                  <a16:creationId xmlns:a16="http://schemas.microsoft.com/office/drawing/2014/main" id="{14FF28B0-4EBB-5552-F6E9-B8E400B7E75B}"/>
                </a:ext>
              </a:extLst>
            </p:cNvPr>
            <p:cNvSpPr/>
            <p:nvPr/>
          </p:nvSpPr>
          <p:spPr>
            <a:xfrm>
              <a:off x="5313708" y="248991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4" name="Freeform 733">
              <a:extLst>
                <a:ext uri="{FF2B5EF4-FFF2-40B4-BE49-F238E27FC236}">
                  <a16:creationId xmlns:a16="http://schemas.microsoft.com/office/drawing/2014/main" id="{130FFB7B-63A8-89A3-9930-109E2679EDAD}"/>
                </a:ext>
              </a:extLst>
            </p:cNvPr>
            <p:cNvSpPr/>
            <p:nvPr/>
          </p:nvSpPr>
          <p:spPr>
            <a:xfrm>
              <a:off x="5313708" y="216211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5" name="Freeform 734">
              <a:extLst>
                <a:ext uri="{FF2B5EF4-FFF2-40B4-BE49-F238E27FC236}">
                  <a16:creationId xmlns:a16="http://schemas.microsoft.com/office/drawing/2014/main" id="{BE91F409-B8C9-DEDB-15B3-E10E0733B59C}"/>
                </a:ext>
              </a:extLst>
            </p:cNvPr>
            <p:cNvSpPr/>
            <p:nvPr/>
          </p:nvSpPr>
          <p:spPr>
            <a:xfrm>
              <a:off x="5387742" y="25109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270FCC9A-6283-92F7-FC2A-076E712DB618}"/>
                </a:ext>
              </a:extLst>
            </p:cNvPr>
            <p:cNvSpPr/>
            <p:nvPr/>
          </p:nvSpPr>
          <p:spPr>
            <a:xfrm>
              <a:off x="5387742" y="21837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7" name="Freeform 736">
              <a:extLst>
                <a:ext uri="{FF2B5EF4-FFF2-40B4-BE49-F238E27FC236}">
                  <a16:creationId xmlns:a16="http://schemas.microsoft.com/office/drawing/2014/main" id="{DE3B50F2-67E5-CE93-B773-32E90159609C}"/>
                </a:ext>
              </a:extLst>
            </p:cNvPr>
            <p:cNvSpPr/>
            <p:nvPr/>
          </p:nvSpPr>
          <p:spPr>
            <a:xfrm>
              <a:off x="5461776" y="25706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8" name="Freeform 737">
              <a:extLst>
                <a:ext uri="{FF2B5EF4-FFF2-40B4-BE49-F238E27FC236}">
                  <a16:creationId xmlns:a16="http://schemas.microsoft.com/office/drawing/2014/main" id="{33389375-FABD-C5CF-A1AA-A0054B618716}"/>
                </a:ext>
              </a:extLst>
            </p:cNvPr>
            <p:cNvSpPr/>
            <p:nvPr/>
          </p:nvSpPr>
          <p:spPr>
            <a:xfrm>
              <a:off x="5461776" y="22313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9" name="Freeform 738">
              <a:extLst>
                <a:ext uri="{FF2B5EF4-FFF2-40B4-BE49-F238E27FC236}">
                  <a16:creationId xmlns:a16="http://schemas.microsoft.com/office/drawing/2014/main" id="{6BD04D19-0BF4-F9DE-F2A9-CF81520A5E6C}"/>
                </a:ext>
              </a:extLst>
            </p:cNvPr>
            <p:cNvSpPr/>
            <p:nvPr/>
          </p:nvSpPr>
          <p:spPr>
            <a:xfrm>
              <a:off x="5535829" y="24703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0" name="Freeform 739">
              <a:extLst>
                <a:ext uri="{FF2B5EF4-FFF2-40B4-BE49-F238E27FC236}">
                  <a16:creationId xmlns:a16="http://schemas.microsoft.com/office/drawing/2014/main" id="{4BBA9009-392E-936C-3C08-E7755E022C4A}"/>
                </a:ext>
              </a:extLst>
            </p:cNvPr>
            <p:cNvSpPr/>
            <p:nvPr/>
          </p:nvSpPr>
          <p:spPr>
            <a:xfrm>
              <a:off x="5535829" y="2120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1" name="Freeform 740">
              <a:extLst>
                <a:ext uri="{FF2B5EF4-FFF2-40B4-BE49-F238E27FC236}">
                  <a16:creationId xmlns:a16="http://schemas.microsoft.com/office/drawing/2014/main" id="{4777A0DF-E9B5-714A-5DAE-D3EE6A9F852C}"/>
                </a:ext>
              </a:extLst>
            </p:cNvPr>
            <p:cNvSpPr/>
            <p:nvPr/>
          </p:nvSpPr>
          <p:spPr>
            <a:xfrm>
              <a:off x="5609863" y="248942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2" name="Freeform 741">
              <a:extLst>
                <a:ext uri="{FF2B5EF4-FFF2-40B4-BE49-F238E27FC236}">
                  <a16:creationId xmlns:a16="http://schemas.microsoft.com/office/drawing/2014/main" id="{0AE52CED-8985-EBE2-A784-CD56D06765D0}"/>
                </a:ext>
              </a:extLst>
            </p:cNvPr>
            <p:cNvSpPr/>
            <p:nvPr/>
          </p:nvSpPr>
          <p:spPr>
            <a:xfrm>
              <a:off x="5609863" y="214775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3" name="Freeform 742">
              <a:extLst>
                <a:ext uri="{FF2B5EF4-FFF2-40B4-BE49-F238E27FC236}">
                  <a16:creationId xmlns:a16="http://schemas.microsoft.com/office/drawing/2014/main" id="{B05D6F22-C42C-2D58-AE01-0E8977E375B0}"/>
                </a:ext>
              </a:extLst>
            </p:cNvPr>
            <p:cNvSpPr/>
            <p:nvPr/>
          </p:nvSpPr>
          <p:spPr>
            <a:xfrm>
              <a:off x="5683897" y="237249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045EDED5-CC13-F883-F4ED-B9A8129599F7}"/>
                </a:ext>
              </a:extLst>
            </p:cNvPr>
            <p:cNvSpPr/>
            <p:nvPr/>
          </p:nvSpPr>
          <p:spPr>
            <a:xfrm>
              <a:off x="5683897" y="203603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5" name="Freeform 744">
              <a:extLst>
                <a:ext uri="{FF2B5EF4-FFF2-40B4-BE49-F238E27FC236}">
                  <a16:creationId xmlns:a16="http://schemas.microsoft.com/office/drawing/2014/main" id="{59E338E9-F5EA-87CE-E7C4-0C26ED8F9458}"/>
                </a:ext>
              </a:extLst>
            </p:cNvPr>
            <p:cNvSpPr/>
            <p:nvPr/>
          </p:nvSpPr>
          <p:spPr>
            <a:xfrm>
              <a:off x="5757931" y="237796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A11BF638-4B22-CB25-7573-D4CCF578D4E3}"/>
                </a:ext>
              </a:extLst>
            </p:cNvPr>
            <p:cNvSpPr/>
            <p:nvPr/>
          </p:nvSpPr>
          <p:spPr>
            <a:xfrm>
              <a:off x="5757931" y="200569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7" name="Freeform 746">
              <a:extLst>
                <a:ext uri="{FF2B5EF4-FFF2-40B4-BE49-F238E27FC236}">
                  <a16:creationId xmlns:a16="http://schemas.microsoft.com/office/drawing/2014/main" id="{41D01748-38AA-A4DB-F493-233528BA68C9}"/>
                </a:ext>
              </a:extLst>
            </p:cNvPr>
            <p:cNvSpPr/>
            <p:nvPr/>
          </p:nvSpPr>
          <p:spPr>
            <a:xfrm>
              <a:off x="5831965" y="22491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8" name="Freeform 747">
              <a:extLst>
                <a:ext uri="{FF2B5EF4-FFF2-40B4-BE49-F238E27FC236}">
                  <a16:creationId xmlns:a16="http://schemas.microsoft.com/office/drawing/2014/main" id="{B8D1ECAE-8B0F-7148-A3D6-8719A9417847}"/>
                </a:ext>
              </a:extLst>
            </p:cNvPr>
            <p:cNvSpPr/>
            <p:nvPr/>
          </p:nvSpPr>
          <p:spPr>
            <a:xfrm>
              <a:off x="5831965" y="18811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9" name="Freeform 748">
              <a:extLst>
                <a:ext uri="{FF2B5EF4-FFF2-40B4-BE49-F238E27FC236}">
                  <a16:creationId xmlns:a16="http://schemas.microsoft.com/office/drawing/2014/main" id="{0C152938-CCF6-6A15-434F-5DDF83C01E0A}"/>
                </a:ext>
              </a:extLst>
            </p:cNvPr>
            <p:cNvSpPr/>
            <p:nvPr/>
          </p:nvSpPr>
          <p:spPr>
            <a:xfrm>
              <a:off x="5905999" y="23860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0" name="Freeform 749">
              <a:extLst>
                <a:ext uri="{FF2B5EF4-FFF2-40B4-BE49-F238E27FC236}">
                  <a16:creationId xmlns:a16="http://schemas.microsoft.com/office/drawing/2014/main" id="{9A37631C-848F-E1BA-E2EB-E649CD8AD2FD}"/>
                </a:ext>
              </a:extLst>
            </p:cNvPr>
            <p:cNvSpPr/>
            <p:nvPr/>
          </p:nvSpPr>
          <p:spPr>
            <a:xfrm>
              <a:off x="5905999" y="204296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A59FF742-4E12-99FD-0908-3F270E69E494}"/>
              </a:ext>
            </a:extLst>
          </p:cNvPr>
          <p:cNvGrpSpPr/>
          <p:nvPr/>
        </p:nvGrpSpPr>
        <p:grpSpPr>
          <a:xfrm>
            <a:off x="3373067" y="1961419"/>
            <a:ext cx="3696776" cy="1964601"/>
            <a:chOff x="2282029" y="2030621"/>
            <a:chExt cx="3696776" cy="1964601"/>
          </a:xfrm>
        </p:grpSpPr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D02D8040-2F00-E461-33F0-0473B374CB11}"/>
                </a:ext>
              </a:extLst>
            </p:cNvPr>
            <p:cNvSpPr/>
            <p:nvPr/>
          </p:nvSpPr>
          <p:spPr>
            <a:xfrm>
              <a:off x="2282029" y="392624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A7388B09-E0CA-D7B4-DDE4-614EDE9A5554}"/>
                </a:ext>
              </a:extLst>
            </p:cNvPr>
            <p:cNvSpPr/>
            <p:nvPr/>
          </p:nvSpPr>
          <p:spPr>
            <a:xfrm>
              <a:off x="2356065" y="383493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3" name="Oval 752">
              <a:extLst>
                <a:ext uri="{FF2B5EF4-FFF2-40B4-BE49-F238E27FC236}">
                  <a16:creationId xmlns:a16="http://schemas.microsoft.com/office/drawing/2014/main" id="{4CEB18D5-9887-80DA-0C52-C3842E5B1848}"/>
                </a:ext>
              </a:extLst>
            </p:cNvPr>
            <p:cNvSpPr/>
            <p:nvPr/>
          </p:nvSpPr>
          <p:spPr>
            <a:xfrm>
              <a:off x="2430103" y="373945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4" name="Oval 753">
              <a:extLst>
                <a:ext uri="{FF2B5EF4-FFF2-40B4-BE49-F238E27FC236}">
                  <a16:creationId xmlns:a16="http://schemas.microsoft.com/office/drawing/2014/main" id="{955315D7-6361-1214-95BE-5E482913861E}"/>
                </a:ext>
              </a:extLst>
            </p:cNvPr>
            <p:cNvSpPr/>
            <p:nvPr/>
          </p:nvSpPr>
          <p:spPr>
            <a:xfrm>
              <a:off x="2504139" y="371648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5" name="Oval 754">
              <a:extLst>
                <a:ext uri="{FF2B5EF4-FFF2-40B4-BE49-F238E27FC236}">
                  <a16:creationId xmlns:a16="http://schemas.microsoft.com/office/drawing/2014/main" id="{BF7ADBBD-8ACD-D4C1-94A6-B9F07834DCDC}"/>
                </a:ext>
              </a:extLst>
            </p:cNvPr>
            <p:cNvSpPr/>
            <p:nvPr/>
          </p:nvSpPr>
          <p:spPr>
            <a:xfrm>
              <a:off x="2578177" y="386650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6" name="Oval 755">
              <a:extLst>
                <a:ext uri="{FF2B5EF4-FFF2-40B4-BE49-F238E27FC236}">
                  <a16:creationId xmlns:a16="http://schemas.microsoft.com/office/drawing/2014/main" id="{3D8BB654-A97D-44D1-CBA4-38C1FDAE41D5}"/>
                </a:ext>
              </a:extLst>
            </p:cNvPr>
            <p:cNvSpPr/>
            <p:nvPr/>
          </p:nvSpPr>
          <p:spPr>
            <a:xfrm>
              <a:off x="2652212" y="373154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7" name="Oval 756">
              <a:extLst>
                <a:ext uri="{FF2B5EF4-FFF2-40B4-BE49-F238E27FC236}">
                  <a16:creationId xmlns:a16="http://schemas.microsoft.com/office/drawing/2014/main" id="{D546DC93-414F-4982-B5DD-CD7600918499}"/>
                </a:ext>
              </a:extLst>
            </p:cNvPr>
            <p:cNvSpPr/>
            <p:nvPr/>
          </p:nvSpPr>
          <p:spPr>
            <a:xfrm>
              <a:off x="2726250" y="375662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8" name="Oval 757">
              <a:extLst>
                <a:ext uri="{FF2B5EF4-FFF2-40B4-BE49-F238E27FC236}">
                  <a16:creationId xmlns:a16="http://schemas.microsoft.com/office/drawing/2014/main" id="{25A1B31C-1736-C6A5-0B8D-C1B5D6A936B9}"/>
                </a:ext>
              </a:extLst>
            </p:cNvPr>
            <p:cNvSpPr/>
            <p:nvPr/>
          </p:nvSpPr>
          <p:spPr>
            <a:xfrm>
              <a:off x="2800288" y="351058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9" name="Oval 758">
              <a:extLst>
                <a:ext uri="{FF2B5EF4-FFF2-40B4-BE49-F238E27FC236}">
                  <a16:creationId xmlns:a16="http://schemas.microsoft.com/office/drawing/2014/main" id="{F61E4960-0281-C960-72AE-D427ECAE490B}"/>
                </a:ext>
              </a:extLst>
            </p:cNvPr>
            <p:cNvSpPr/>
            <p:nvPr/>
          </p:nvSpPr>
          <p:spPr>
            <a:xfrm>
              <a:off x="2874324" y="360085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0" name="Oval 759">
              <a:extLst>
                <a:ext uri="{FF2B5EF4-FFF2-40B4-BE49-F238E27FC236}">
                  <a16:creationId xmlns:a16="http://schemas.microsoft.com/office/drawing/2014/main" id="{2F422B36-B676-48EA-84BE-748A7619A55B}"/>
                </a:ext>
              </a:extLst>
            </p:cNvPr>
            <p:cNvSpPr/>
            <p:nvPr/>
          </p:nvSpPr>
          <p:spPr>
            <a:xfrm>
              <a:off x="2948361" y="353373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1" name="Oval 760">
              <a:extLst>
                <a:ext uri="{FF2B5EF4-FFF2-40B4-BE49-F238E27FC236}">
                  <a16:creationId xmlns:a16="http://schemas.microsoft.com/office/drawing/2014/main" id="{1BBA1B6B-AF0D-9B8F-CE46-E9DCB6383531}"/>
                </a:ext>
              </a:extLst>
            </p:cNvPr>
            <p:cNvSpPr/>
            <p:nvPr/>
          </p:nvSpPr>
          <p:spPr>
            <a:xfrm>
              <a:off x="3022397" y="346145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2" name="Oval 761">
              <a:extLst>
                <a:ext uri="{FF2B5EF4-FFF2-40B4-BE49-F238E27FC236}">
                  <a16:creationId xmlns:a16="http://schemas.microsoft.com/office/drawing/2014/main" id="{CD225DFD-2338-F2D2-7696-C3442C2D14FD}"/>
                </a:ext>
              </a:extLst>
            </p:cNvPr>
            <p:cNvSpPr/>
            <p:nvPr/>
          </p:nvSpPr>
          <p:spPr>
            <a:xfrm>
              <a:off x="3096435" y="348444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3" name="Oval 762">
              <a:extLst>
                <a:ext uri="{FF2B5EF4-FFF2-40B4-BE49-F238E27FC236}">
                  <a16:creationId xmlns:a16="http://schemas.microsoft.com/office/drawing/2014/main" id="{F8506D10-6C29-A175-219E-9CAADC77499A}"/>
                </a:ext>
              </a:extLst>
            </p:cNvPr>
            <p:cNvSpPr/>
            <p:nvPr/>
          </p:nvSpPr>
          <p:spPr>
            <a:xfrm>
              <a:off x="3170471" y="343678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4" name="Oval 763">
              <a:extLst>
                <a:ext uri="{FF2B5EF4-FFF2-40B4-BE49-F238E27FC236}">
                  <a16:creationId xmlns:a16="http://schemas.microsoft.com/office/drawing/2014/main" id="{812BEEA8-5C84-B5D1-D8E2-379E0942449C}"/>
                </a:ext>
              </a:extLst>
            </p:cNvPr>
            <p:cNvSpPr/>
            <p:nvPr/>
          </p:nvSpPr>
          <p:spPr>
            <a:xfrm>
              <a:off x="3244508" y="344107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5" name="Oval 764">
              <a:extLst>
                <a:ext uri="{FF2B5EF4-FFF2-40B4-BE49-F238E27FC236}">
                  <a16:creationId xmlns:a16="http://schemas.microsoft.com/office/drawing/2014/main" id="{6D7E22A7-AE5A-4A73-8FD6-DD4C995E73BE}"/>
                </a:ext>
              </a:extLst>
            </p:cNvPr>
            <p:cNvSpPr/>
            <p:nvPr/>
          </p:nvSpPr>
          <p:spPr>
            <a:xfrm>
              <a:off x="3318546" y="333956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6" name="Oval 765">
              <a:extLst>
                <a:ext uri="{FF2B5EF4-FFF2-40B4-BE49-F238E27FC236}">
                  <a16:creationId xmlns:a16="http://schemas.microsoft.com/office/drawing/2014/main" id="{D7B028C4-D5A2-8293-3C48-C460C2D74AC4}"/>
                </a:ext>
              </a:extLst>
            </p:cNvPr>
            <p:cNvSpPr/>
            <p:nvPr/>
          </p:nvSpPr>
          <p:spPr>
            <a:xfrm>
              <a:off x="3392582" y="335990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7" name="Oval 766">
              <a:extLst>
                <a:ext uri="{FF2B5EF4-FFF2-40B4-BE49-F238E27FC236}">
                  <a16:creationId xmlns:a16="http://schemas.microsoft.com/office/drawing/2014/main" id="{AFD698A9-A25F-72ED-2D12-E9D83DBEDF15}"/>
                </a:ext>
              </a:extLst>
            </p:cNvPr>
            <p:cNvSpPr/>
            <p:nvPr/>
          </p:nvSpPr>
          <p:spPr>
            <a:xfrm>
              <a:off x="3466616" y="336449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8" name="Oval 767">
              <a:extLst>
                <a:ext uri="{FF2B5EF4-FFF2-40B4-BE49-F238E27FC236}">
                  <a16:creationId xmlns:a16="http://schemas.microsoft.com/office/drawing/2014/main" id="{869248E3-601C-B1A5-F5D9-BCE6787D75C9}"/>
                </a:ext>
              </a:extLst>
            </p:cNvPr>
            <p:cNvSpPr/>
            <p:nvPr/>
          </p:nvSpPr>
          <p:spPr>
            <a:xfrm>
              <a:off x="3540650" y="334557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9" name="Oval 768">
              <a:extLst>
                <a:ext uri="{FF2B5EF4-FFF2-40B4-BE49-F238E27FC236}">
                  <a16:creationId xmlns:a16="http://schemas.microsoft.com/office/drawing/2014/main" id="{CBF1D133-16B2-5CE7-FE31-897A3216AA74}"/>
                </a:ext>
              </a:extLst>
            </p:cNvPr>
            <p:cNvSpPr/>
            <p:nvPr/>
          </p:nvSpPr>
          <p:spPr>
            <a:xfrm>
              <a:off x="3614684" y="330821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0" name="Oval 769">
              <a:extLst>
                <a:ext uri="{FF2B5EF4-FFF2-40B4-BE49-F238E27FC236}">
                  <a16:creationId xmlns:a16="http://schemas.microsoft.com/office/drawing/2014/main" id="{DAB1B0D5-6A2B-7BD2-B6DA-D52CA1516865}"/>
                </a:ext>
              </a:extLst>
            </p:cNvPr>
            <p:cNvSpPr/>
            <p:nvPr/>
          </p:nvSpPr>
          <p:spPr>
            <a:xfrm>
              <a:off x="3688737" y="320312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1" name="Oval 770">
              <a:extLst>
                <a:ext uri="{FF2B5EF4-FFF2-40B4-BE49-F238E27FC236}">
                  <a16:creationId xmlns:a16="http://schemas.microsoft.com/office/drawing/2014/main" id="{B46FE7B3-5BB1-767F-9750-9366701DF0B8}"/>
                </a:ext>
              </a:extLst>
            </p:cNvPr>
            <p:cNvSpPr/>
            <p:nvPr/>
          </p:nvSpPr>
          <p:spPr>
            <a:xfrm>
              <a:off x="3762771" y="312955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2" name="Oval 771">
              <a:extLst>
                <a:ext uri="{FF2B5EF4-FFF2-40B4-BE49-F238E27FC236}">
                  <a16:creationId xmlns:a16="http://schemas.microsoft.com/office/drawing/2014/main" id="{C868E13A-62E5-6FE2-27F2-541D14E8D8CE}"/>
                </a:ext>
              </a:extLst>
            </p:cNvPr>
            <p:cNvSpPr/>
            <p:nvPr/>
          </p:nvSpPr>
          <p:spPr>
            <a:xfrm>
              <a:off x="3836805" y="311389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3" name="Oval 772">
              <a:extLst>
                <a:ext uri="{FF2B5EF4-FFF2-40B4-BE49-F238E27FC236}">
                  <a16:creationId xmlns:a16="http://schemas.microsoft.com/office/drawing/2014/main" id="{86D7908A-26E3-5A8A-F6A4-1392B639EB78}"/>
                </a:ext>
              </a:extLst>
            </p:cNvPr>
            <p:cNvSpPr/>
            <p:nvPr/>
          </p:nvSpPr>
          <p:spPr>
            <a:xfrm>
              <a:off x="3910839" y="317671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4" name="Oval 773">
              <a:extLst>
                <a:ext uri="{FF2B5EF4-FFF2-40B4-BE49-F238E27FC236}">
                  <a16:creationId xmlns:a16="http://schemas.microsoft.com/office/drawing/2014/main" id="{3B5B4D08-8814-06D2-3D4F-E717CE225AFD}"/>
                </a:ext>
              </a:extLst>
            </p:cNvPr>
            <p:cNvSpPr/>
            <p:nvPr/>
          </p:nvSpPr>
          <p:spPr>
            <a:xfrm>
              <a:off x="3984872" y="308833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5" name="Oval 774">
              <a:extLst>
                <a:ext uri="{FF2B5EF4-FFF2-40B4-BE49-F238E27FC236}">
                  <a16:creationId xmlns:a16="http://schemas.microsoft.com/office/drawing/2014/main" id="{21263F13-B5F1-9737-EC6E-3786EA139D4E}"/>
                </a:ext>
              </a:extLst>
            </p:cNvPr>
            <p:cNvSpPr/>
            <p:nvPr/>
          </p:nvSpPr>
          <p:spPr>
            <a:xfrm>
              <a:off x="4058906" y="307310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6" name="Oval 775">
              <a:extLst>
                <a:ext uri="{FF2B5EF4-FFF2-40B4-BE49-F238E27FC236}">
                  <a16:creationId xmlns:a16="http://schemas.microsoft.com/office/drawing/2014/main" id="{51B78388-133C-D4FC-AF14-1E4C8DF35771}"/>
                </a:ext>
              </a:extLst>
            </p:cNvPr>
            <p:cNvSpPr/>
            <p:nvPr/>
          </p:nvSpPr>
          <p:spPr>
            <a:xfrm>
              <a:off x="4132959" y="300130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7" name="Oval 776">
              <a:extLst>
                <a:ext uri="{FF2B5EF4-FFF2-40B4-BE49-F238E27FC236}">
                  <a16:creationId xmlns:a16="http://schemas.microsoft.com/office/drawing/2014/main" id="{1AC7A7EA-042B-0676-04DB-3D6F0D57DC09}"/>
                </a:ext>
              </a:extLst>
            </p:cNvPr>
            <p:cNvSpPr/>
            <p:nvPr/>
          </p:nvSpPr>
          <p:spPr>
            <a:xfrm>
              <a:off x="4206993" y="288622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E4255CBF-2A05-56DB-6846-3EC948D76D34}"/>
                </a:ext>
              </a:extLst>
            </p:cNvPr>
            <p:cNvSpPr/>
            <p:nvPr/>
          </p:nvSpPr>
          <p:spPr>
            <a:xfrm>
              <a:off x="4281027" y="284868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9" name="Oval 778">
              <a:extLst>
                <a:ext uri="{FF2B5EF4-FFF2-40B4-BE49-F238E27FC236}">
                  <a16:creationId xmlns:a16="http://schemas.microsoft.com/office/drawing/2014/main" id="{7A6E0E06-B3AE-21E5-3E23-D3C5D6DA084A}"/>
                </a:ext>
              </a:extLst>
            </p:cNvPr>
            <p:cNvSpPr/>
            <p:nvPr/>
          </p:nvSpPr>
          <p:spPr>
            <a:xfrm>
              <a:off x="4355061" y="290178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0" name="Oval 779">
              <a:extLst>
                <a:ext uri="{FF2B5EF4-FFF2-40B4-BE49-F238E27FC236}">
                  <a16:creationId xmlns:a16="http://schemas.microsoft.com/office/drawing/2014/main" id="{00D1EF47-6256-6624-E1F0-F5456F6F5693}"/>
                </a:ext>
              </a:extLst>
            </p:cNvPr>
            <p:cNvSpPr/>
            <p:nvPr/>
          </p:nvSpPr>
          <p:spPr>
            <a:xfrm>
              <a:off x="4429095" y="281029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1" name="Oval 780">
              <a:extLst>
                <a:ext uri="{FF2B5EF4-FFF2-40B4-BE49-F238E27FC236}">
                  <a16:creationId xmlns:a16="http://schemas.microsoft.com/office/drawing/2014/main" id="{0099B19C-EFC2-940F-E15D-CEC838D908BD}"/>
                </a:ext>
              </a:extLst>
            </p:cNvPr>
            <p:cNvSpPr/>
            <p:nvPr/>
          </p:nvSpPr>
          <p:spPr>
            <a:xfrm>
              <a:off x="4503129" y="272316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2" name="Oval 781">
              <a:extLst>
                <a:ext uri="{FF2B5EF4-FFF2-40B4-BE49-F238E27FC236}">
                  <a16:creationId xmlns:a16="http://schemas.microsoft.com/office/drawing/2014/main" id="{2AD16F6A-D271-8F4E-765B-C1F16BE2B33A}"/>
                </a:ext>
              </a:extLst>
            </p:cNvPr>
            <p:cNvSpPr/>
            <p:nvPr/>
          </p:nvSpPr>
          <p:spPr>
            <a:xfrm>
              <a:off x="4577182" y="266486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3" name="Oval 782">
              <a:extLst>
                <a:ext uri="{FF2B5EF4-FFF2-40B4-BE49-F238E27FC236}">
                  <a16:creationId xmlns:a16="http://schemas.microsoft.com/office/drawing/2014/main" id="{BEE66F25-FE57-35B1-2E22-4D56D095D8B9}"/>
                </a:ext>
              </a:extLst>
            </p:cNvPr>
            <p:cNvSpPr/>
            <p:nvPr/>
          </p:nvSpPr>
          <p:spPr>
            <a:xfrm>
              <a:off x="4651216" y="273105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4" name="Oval 783">
              <a:extLst>
                <a:ext uri="{FF2B5EF4-FFF2-40B4-BE49-F238E27FC236}">
                  <a16:creationId xmlns:a16="http://schemas.microsoft.com/office/drawing/2014/main" id="{164CA889-FD48-BC30-ED44-05A5372B4604}"/>
                </a:ext>
              </a:extLst>
            </p:cNvPr>
            <p:cNvSpPr/>
            <p:nvPr/>
          </p:nvSpPr>
          <p:spPr>
            <a:xfrm>
              <a:off x="4725250" y="268114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5" name="Oval 784">
              <a:extLst>
                <a:ext uri="{FF2B5EF4-FFF2-40B4-BE49-F238E27FC236}">
                  <a16:creationId xmlns:a16="http://schemas.microsoft.com/office/drawing/2014/main" id="{5BBCE8DA-545D-0F2E-D0AE-9B10A97C2BE4}"/>
                </a:ext>
              </a:extLst>
            </p:cNvPr>
            <p:cNvSpPr/>
            <p:nvPr/>
          </p:nvSpPr>
          <p:spPr>
            <a:xfrm>
              <a:off x="4799284" y="264429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4C794917-3C9A-CD32-5074-C8031FCBBDDE}"/>
                </a:ext>
              </a:extLst>
            </p:cNvPr>
            <p:cNvSpPr/>
            <p:nvPr/>
          </p:nvSpPr>
          <p:spPr>
            <a:xfrm>
              <a:off x="4873318" y="267394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7" name="Oval 786">
              <a:extLst>
                <a:ext uri="{FF2B5EF4-FFF2-40B4-BE49-F238E27FC236}">
                  <a16:creationId xmlns:a16="http://schemas.microsoft.com/office/drawing/2014/main" id="{743C9B6E-CB9D-5891-55EE-51B3A0CD33FA}"/>
                </a:ext>
              </a:extLst>
            </p:cNvPr>
            <p:cNvSpPr/>
            <p:nvPr/>
          </p:nvSpPr>
          <p:spPr>
            <a:xfrm>
              <a:off x="4947351" y="259050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8" name="Oval 787">
              <a:extLst>
                <a:ext uri="{FF2B5EF4-FFF2-40B4-BE49-F238E27FC236}">
                  <a16:creationId xmlns:a16="http://schemas.microsoft.com/office/drawing/2014/main" id="{11450775-570F-2CA8-24D7-5404C67D6904}"/>
                </a:ext>
              </a:extLst>
            </p:cNvPr>
            <p:cNvSpPr/>
            <p:nvPr/>
          </p:nvSpPr>
          <p:spPr>
            <a:xfrm>
              <a:off x="5021385" y="265077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9" name="Oval 788">
              <a:extLst>
                <a:ext uri="{FF2B5EF4-FFF2-40B4-BE49-F238E27FC236}">
                  <a16:creationId xmlns:a16="http://schemas.microsoft.com/office/drawing/2014/main" id="{5BF087A4-099E-100F-047D-BD2546FD717C}"/>
                </a:ext>
              </a:extLst>
            </p:cNvPr>
            <p:cNvSpPr/>
            <p:nvPr/>
          </p:nvSpPr>
          <p:spPr>
            <a:xfrm>
              <a:off x="5095438" y="260298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0" name="Oval 789">
              <a:extLst>
                <a:ext uri="{FF2B5EF4-FFF2-40B4-BE49-F238E27FC236}">
                  <a16:creationId xmlns:a16="http://schemas.microsoft.com/office/drawing/2014/main" id="{35DC218D-D352-5F59-4C64-02C576C5789E}"/>
                </a:ext>
              </a:extLst>
            </p:cNvPr>
            <p:cNvSpPr/>
            <p:nvPr/>
          </p:nvSpPr>
          <p:spPr>
            <a:xfrm>
              <a:off x="5169472" y="247030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1" name="Oval 790">
              <a:extLst>
                <a:ext uri="{FF2B5EF4-FFF2-40B4-BE49-F238E27FC236}">
                  <a16:creationId xmlns:a16="http://schemas.microsoft.com/office/drawing/2014/main" id="{20FDAB7A-6C0E-3006-FA6E-856AC026F1BD}"/>
                </a:ext>
              </a:extLst>
            </p:cNvPr>
            <p:cNvSpPr/>
            <p:nvPr/>
          </p:nvSpPr>
          <p:spPr>
            <a:xfrm>
              <a:off x="5243506" y="247597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2" name="Oval 791">
              <a:extLst>
                <a:ext uri="{FF2B5EF4-FFF2-40B4-BE49-F238E27FC236}">
                  <a16:creationId xmlns:a16="http://schemas.microsoft.com/office/drawing/2014/main" id="{786BB6E2-D802-A3B1-00CD-94A5E8F0682B}"/>
                </a:ext>
              </a:extLst>
            </p:cNvPr>
            <p:cNvSpPr/>
            <p:nvPr/>
          </p:nvSpPr>
          <p:spPr>
            <a:xfrm>
              <a:off x="5317540" y="229152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3" name="Oval 792">
              <a:extLst>
                <a:ext uri="{FF2B5EF4-FFF2-40B4-BE49-F238E27FC236}">
                  <a16:creationId xmlns:a16="http://schemas.microsoft.com/office/drawing/2014/main" id="{C2BFD1D3-19F1-E578-0D3D-37CD5693B635}"/>
                </a:ext>
              </a:extLst>
            </p:cNvPr>
            <p:cNvSpPr/>
            <p:nvPr/>
          </p:nvSpPr>
          <p:spPr>
            <a:xfrm>
              <a:off x="5391574" y="231284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6A0BDB40-5F3B-D89C-F6B0-9B58514620FD}"/>
                </a:ext>
              </a:extLst>
            </p:cNvPr>
            <p:cNvSpPr/>
            <p:nvPr/>
          </p:nvSpPr>
          <p:spPr>
            <a:xfrm>
              <a:off x="5465608" y="236653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680491CA-5299-04D8-1469-08D15B3922B3}"/>
                </a:ext>
              </a:extLst>
            </p:cNvPr>
            <p:cNvSpPr/>
            <p:nvPr/>
          </p:nvSpPr>
          <p:spPr>
            <a:xfrm>
              <a:off x="5539661" y="226099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6" name="Oval 795">
              <a:extLst>
                <a:ext uri="{FF2B5EF4-FFF2-40B4-BE49-F238E27FC236}">
                  <a16:creationId xmlns:a16="http://schemas.microsoft.com/office/drawing/2014/main" id="{20DBCB42-3F5F-A593-0F76-ADC7FEC88826}"/>
                </a:ext>
              </a:extLst>
            </p:cNvPr>
            <p:cNvSpPr/>
            <p:nvPr/>
          </p:nvSpPr>
          <p:spPr>
            <a:xfrm>
              <a:off x="5613695" y="228409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7" name="Oval 796">
              <a:extLst>
                <a:ext uri="{FF2B5EF4-FFF2-40B4-BE49-F238E27FC236}">
                  <a16:creationId xmlns:a16="http://schemas.microsoft.com/office/drawing/2014/main" id="{B2D84507-6790-59A7-DBB0-ED966FD02BEA}"/>
                </a:ext>
              </a:extLst>
            </p:cNvPr>
            <p:cNvSpPr/>
            <p:nvPr/>
          </p:nvSpPr>
          <p:spPr>
            <a:xfrm>
              <a:off x="5687729" y="216977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8" name="Oval 797">
              <a:extLst>
                <a:ext uri="{FF2B5EF4-FFF2-40B4-BE49-F238E27FC236}">
                  <a16:creationId xmlns:a16="http://schemas.microsoft.com/office/drawing/2014/main" id="{FE747316-5310-604C-15D7-2911A985B6F4}"/>
                </a:ext>
              </a:extLst>
            </p:cNvPr>
            <p:cNvSpPr/>
            <p:nvPr/>
          </p:nvSpPr>
          <p:spPr>
            <a:xfrm>
              <a:off x="5761763" y="215734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9" name="Oval 798">
              <a:extLst>
                <a:ext uri="{FF2B5EF4-FFF2-40B4-BE49-F238E27FC236}">
                  <a16:creationId xmlns:a16="http://schemas.microsoft.com/office/drawing/2014/main" id="{CCDA8522-E6FD-2773-2DE8-CE347564A06C}"/>
                </a:ext>
              </a:extLst>
            </p:cNvPr>
            <p:cNvSpPr/>
            <p:nvPr/>
          </p:nvSpPr>
          <p:spPr>
            <a:xfrm>
              <a:off x="5835797" y="203062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800" name="Oval 799">
              <a:extLst>
                <a:ext uri="{FF2B5EF4-FFF2-40B4-BE49-F238E27FC236}">
                  <a16:creationId xmlns:a16="http://schemas.microsoft.com/office/drawing/2014/main" id="{89F4C388-1A6E-0B02-AFE8-2FC49E88F4A5}"/>
                </a:ext>
              </a:extLst>
            </p:cNvPr>
            <p:cNvSpPr/>
            <p:nvPr/>
          </p:nvSpPr>
          <p:spPr>
            <a:xfrm>
              <a:off x="5909830" y="218003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2D9901B9-DDF6-29ED-9AE7-4C5B1C7367D7}"/>
              </a:ext>
            </a:extLst>
          </p:cNvPr>
          <p:cNvCxnSpPr>
            <a:cxnSpLocks/>
            <a:stCxn id="807" idx="1"/>
            <a:endCxn id="599" idx="0"/>
          </p:cNvCxnSpPr>
          <p:nvPr/>
        </p:nvCxnSpPr>
        <p:spPr bwMode="gray">
          <a:xfrm flipH="1">
            <a:off x="6924306" y="1537730"/>
            <a:ext cx="765215" cy="271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7" name="TextBox 806">
            <a:extLst>
              <a:ext uri="{FF2B5EF4-FFF2-40B4-BE49-F238E27FC236}">
                <a16:creationId xmlns:a16="http://schemas.microsoft.com/office/drawing/2014/main" id="{ADECD377-5EA6-D1BC-03CB-358361373B61}"/>
              </a:ext>
            </a:extLst>
          </p:cNvPr>
          <p:cNvSpPr txBox="1"/>
          <p:nvPr/>
        </p:nvSpPr>
        <p:spPr bwMode="gray">
          <a:xfrm>
            <a:off x="7689521" y="1116032"/>
            <a:ext cx="1257068" cy="84339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Variable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 model can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disregard extreme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match outcomes and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models the full skill range</a:t>
            </a:r>
          </a:p>
        </p:txBody>
      </p:sp>
      <p:cxnSp>
        <p:nvCxnSpPr>
          <p:cNvPr id="808" name="Straight Arrow Connector 807">
            <a:extLst>
              <a:ext uri="{FF2B5EF4-FFF2-40B4-BE49-F238E27FC236}">
                <a16:creationId xmlns:a16="http://schemas.microsoft.com/office/drawing/2014/main" id="{CD5EAF1F-E83F-3961-9BC8-D1C38A8A8599}"/>
              </a:ext>
            </a:extLst>
          </p:cNvPr>
          <p:cNvCxnSpPr>
            <a:cxnSpLocks/>
            <a:stCxn id="813" idx="1"/>
            <a:endCxn id="641" idx="0"/>
          </p:cNvCxnSpPr>
          <p:nvPr/>
        </p:nvCxnSpPr>
        <p:spPr bwMode="gray">
          <a:xfrm flipH="1" flipV="1">
            <a:off x="6369032" y="2606315"/>
            <a:ext cx="1468034" cy="3049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3" name="TextBox 812">
            <a:extLst>
              <a:ext uri="{FF2B5EF4-FFF2-40B4-BE49-F238E27FC236}">
                <a16:creationId xmlns:a16="http://schemas.microsoft.com/office/drawing/2014/main" id="{4FB5647F-D725-DB76-20FA-26DFF5E74F8F}"/>
              </a:ext>
            </a:extLst>
          </p:cNvPr>
          <p:cNvSpPr txBox="1"/>
          <p:nvPr/>
        </p:nvSpPr>
        <p:spPr bwMode="gray">
          <a:xfrm>
            <a:off x="7837066" y="2261471"/>
            <a:ext cx="1109523" cy="750670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Variable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 model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gets more certain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skill estimates from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the same data </a:t>
            </a:r>
          </a:p>
        </p:txBody>
      </p:sp>
      <p:cxnSp>
        <p:nvCxnSpPr>
          <p:cNvPr id="819" name="Straight Arrow Connector 818">
            <a:extLst>
              <a:ext uri="{FF2B5EF4-FFF2-40B4-BE49-F238E27FC236}">
                <a16:creationId xmlns:a16="http://schemas.microsoft.com/office/drawing/2014/main" id="{161ABA8B-6C36-A829-5E22-8D04BB62487A}"/>
              </a:ext>
            </a:extLst>
          </p:cNvPr>
          <p:cNvCxnSpPr>
            <a:cxnSpLocks/>
            <a:stCxn id="813" idx="1"/>
            <a:endCxn id="337" idx="59"/>
          </p:cNvCxnSpPr>
          <p:nvPr/>
        </p:nvCxnSpPr>
        <p:spPr bwMode="gray">
          <a:xfrm flipH="1" flipV="1">
            <a:off x="6332015" y="2254591"/>
            <a:ext cx="1505051" cy="3822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66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8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2" dur="500"/>
                                        <p:tgtEl>
                                          <p:spTgt spid="8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5" dur="5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0" dur="500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" grpId="0" animBg="1"/>
      <p:bldP spid="339" grpId="0" animBg="1"/>
      <p:bldP spid="807" grpId="0" animBg="1"/>
      <p:bldP spid="8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6CACA-3DEF-50E0-C0E0-1C40F16F2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D21526A3-160F-7717-945F-CE4429DFB313}"/>
                  </a:ext>
                </a:extLst>
              </p:cNvPr>
              <p:cNvSpPr/>
              <p:nvPr/>
            </p:nvSpPr>
            <p:spPr bwMode="gray">
              <a:xfrm>
                <a:off x="6336959" y="1705924"/>
                <a:ext cx="757671" cy="711852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D21526A3-160F-7717-945F-CE4429DFB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36959" y="1705924"/>
                <a:ext cx="757671" cy="71185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EC5A78D5-A837-7527-E3B1-12E586B4BFC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1310" y="1271001"/>
                <a:ext cx="2738636" cy="3563938"/>
              </a:xfrm>
            </p:spPr>
            <p:txBody>
              <a:bodyPr/>
              <a:lstStyle/>
              <a:p>
                <a:r>
                  <a:rPr lang="en-DE" b="1" dirty="0"/>
                  <a:t>Per-Match Precisions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Number of skills variables equals number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200" dirty="0"/>
                  <a:t> of players </a:t>
                </a:r>
                <a:endParaRPr lang="en-DE" sz="1200" dirty="0"/>
              </a:p>
              <a:p>
                <a:pPr lvl="1"/>
                <a:r>
                  <a:rPr lang="en-US" sz="1200" dirty="0"/>
                  <a:t>Number of performance precisions equals number 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200" dirty="0"/>
                  <a:t> of games</a:t>
                </a:r>
                <a:endParaRPr lang="en-DE" sz="1200" dirty="0"/>
              </a:p>
              <a:p>
                <a:r>
                  <a:rPr lang="en-DE" b="1" dirty="0"/>
                  <a:t>Per-Player Precisions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Number of skills variables equals number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200" dirty="0"/>
                  <a:t> of players </a:t>
                </a:r>
                <a:endParaRPr lang="en-DE" sz="1200" dirty="0"/>
              </a:p>
              <a:p>
                <a:pPr lvl="1"/>
                <a:r>
                  <a:rPr lang="en-US" sz="1200" dirty="0"/>
                  <a:t>Number of performance precisions equals number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200" dirty="0"/>
                  <a:t> of players!</a:t>
                </a:r>
              </a:p>
              <a:p>
                <a:pPr lvl="1"/>
                <a:r>
                  <a:rPr lang="en-US" sz="1200" b="1" dirty="0"/>
                  <a:t>Pro</a:t>
                </a:r>
                <a:r>
                  <a:rPr lang="en-US" sz="1200" dirty="0"/>
                  <a:t>: Per-player precisions model a property of players</a:t>
                </a:r>
              </a:p>
              <a:p>
                <a:pPr lvl="1"/>
                <a:r>
                  <a:rPr lang="en-US" sz="1200" b="1" dirty="0"/>
                  <a:t>Con</a:t>
                </a:r>
                <a:r>
                  <a:rPr lang="en-US" sz="1200" dirty="0"/>
                  <a:t>: Loopy graph leads to over-confidence</a:t>
                </a:r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</p:txBody>
          </p:sp>
        </mc:Choice>
        <mc:Fallback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EC5A78D5-A837-7527-E3B1-12E586B4BF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1310" y="1271001"/>
                <a:ext cx="2738636" cy="3563938"/>
              </a:xfrm>
              <a:blipFill>
                <a:blip r:embed="rId4"/>
                <a:stretch>
                  <a:fillRect b="-2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278EC9D-927A-BC9C-182B-D1FFE607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Ranking: Modelling Performance Precisions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A9F9ADCA-B8B7-C80B-D478-49AE804C8A62}"/>
              </a:ext>
            </a:extLst>
          </p:cNvPr>
          <p:cNvSpPr txBox="1"/>
          <p:nvPr/>
        </p:nvSpPr>
        <p:spPr bwMode="gray">
          <a:xfrm>
            <a:off x="2783829" y="1204127"/>
            <a:ext cx="219977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Per-Match Performance Precisions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3EFF76-74D8-04AA-396D-1854606642F2}"/>
              </a:ext>
            </a:extLst>
          </p:cNvPr>
          <p:cNvSpPr txBox="1"/>
          <p:nvPr/>
        </p:nvSpPr>
        <p:spPr bwMode="gray">
          <a:xfrm>
            <a:off x="5095940" y="1204127"/>
            <a:ext cx="219977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Per-Player Performance Precisions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5C62D2EE-84AB-4B31-A977-81641F59A96F}"/>
                  </a:ext>
                </a:extLst>
              </p:cNvPr>
              <p:cNvSpPr/>
              <p:nvPr/>
            </p:nvSpPr>
            <p:spPr bwMode="gray">
              <a:xfrm>
                <a:off x="3455728" y="1705786"/>
                <a:ext cx="835881" cy="70110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5C62D2EE-84AB-4B31-A977-81641F59A9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55728" y="1705786"/>
                <a:ext cx="835881" cy="7011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7EC62BD-AF6E-007A-BDB9-5ECCA553B292}"/>
                  </a:ext>
                </a:extLst>
              </p:cNvPr>
              <p:cNvSpPr/>
              <p:nvPr/>
            </p:nvSpPr>
            <p:spPr bwMode="gray">
              <a:xfrm>
                <a:off x="3757719" y="185812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7EC62BD-AF6E-007A-BDB9-5ECCA553B2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57719" y="1858123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9F5FD168-2966-4D4D-7A15-0BD4817A2154}"/>
                  </a:ext>
                </a:extLst>
              </p:cNvPr>
              <p:cNvSpPr/>
              <p:nvPr/>
            </p:nvSpPr>
            <p:spPr bwMode="gray">
              <a:xfrm>
                <a:off x="2760317" y="2702062"/>
                <a:ext cx="2302516" cy="2075905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9F5FD168-2966-4D4D-7A15-0BD4817A21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60317" y="2702062"/>
                <a:ext cx="2302516" cy="207590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88510F5-D1A0-0F4F-0590-522950031C4B}"/>
              </a:ext>
            </a:extLst>
          </p:cNvPr>
          <p:cNvCxnSpPr>
            <a:cxnSpLocks/>
            <a:stCxn id="63" idx="1"/>
            <a:endCxn id="54" idx="5"/>
          </p:cNvCxnSpPr>
          <p:nvPr/>
        </p:nvCxnSpPr>
        <p:spPr bwMode="gray">
          <a:xfrm flipH="1" flipV="1">
            <a:off x="3606311" y="3622387"/>
            <a:ext cx="26151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E4EB509-8CFC-33D9-CFF2-45CE61423F39}"/>
              </a:ext>
            </a:extLst>
          </p:cNvPr>
          <p:cNvCxnSpPr>
            <a:cxnSpLocks/>
            <a:stCxn id="53" idx="6"/>
            <a:endCxn id="54" idx="2"/>
          </p:cNvCxnSpPr>
          <p:nvPr/>
        </p:nvCxnSpPr>
        <p:spPr bwMode="gray">
          <a:xfrm>
            <a:off x="3203509" y="3533292"/>
            <a:ext cx="18770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1CE7D06-D028-599C-EFD4-CAA948B17C3C}"/>
              </a:ext>
            </a:extLst>
          </p:cNvPr>
          <p:cNvCxnSpPr>
            <a:cxnSpLocks/>
            <a:stCxn id="48" idx="4"/>
            <a:endCxn id="60" idx="0"/>
          </p:cNvCxnSpPr>
          <p:nvPr/>
        </p:nvCxnSpPr>
        <p:spPr bwMode="gray">
          <a:xfrm>
            <a:off x="3883719" y="2110122"/>
            <a:ext cx="514881" cy="129717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F164A55-C86E-816C-53E6-103B0D6346E1}"/>
                  </a:ext>
                </a:extLst>
              </p:cNvPr>
              <p:cNvSpPr/>
              <p:nvPr/>
            </p:nvSpPr>
            <p:spPr bwMode="gray">
              <a:xfrm>
                <a:off x="2951510" y="34072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F164A55-C86E-816C-53E6-103B0D6346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51510" y="3407292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AC9A04D-9CE4-8685-EC81-3BEDB2C14D91}"/>
                  </a:ext>
                </a:extLst>
              </p:cNvPr>
              <p:cNvSpPr/>
              <p:nvPr/>
            </p:nvSpPr>
            <p:spPr bwMode="gray">
              <a:xfrm>
                <a:off x="3391216" y="340729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AC9A04D-9CE4-8685-EC81-3BEDB2C14D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91216" y="340729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FD8617D-61E1-8E56-7EE5-0530D7F3587A}"/>
              </a:ext>
            </a:extLst>
          </p:cNvPr>
          <p:cNvCxnSpPr>
            <a:cxnSpLocks/>
            <a:stCxn id="48" idx="4"/>
            <a:endCxn id="54" idx="0"/>
          </p:cNvCxnSpPr>
          <p:nvPr/>
        </p:nvCxnSpPr>
        <p:spPr bwMode="gray">
          <a:xfrm flipH="1">
            <a:off x="3517216" y="2110122"/>
            <a:ext cx="366503" cy="129717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9FCF4C3-BC12-1C0D-7747-48CA653652DB}"/>
              </a:ext>
            </a:extLst>
          </p:cNvPr>
          <p:cNvCxnSpPr>
            <a:cxnSpLocks/>
            <a:stCxn id="62" idx="2"/>
            <a:endCxn id="60" idx="6"/>
          </p:cNvCxnSpPr>
          <p:nvPr/>
        </p:nvCxnSpPr>
        <p:spPr bwMode="gray">
          <a:xfrm flipH="1">
            <a:off x="4524599" y="3533292"/>
            <a:ext cx="18967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F02FAC6-A7BD-7373-ECD3-AE35BB00A847}"/>
                  </a:ext>
                </a:extLst>
              </p:cNvPr>
              <p:cNvSpPr/>
              <p:nvPr/>
            </p:nvSpPr>
            <p:spPr bwMode="gray">
              <a:xfrm>
                <a:off x="4272600" y="340729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F02FAC6-A7BD-7373-ECD3-AE35BB00A8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72600" y="3407292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D5F705A-0B07-161C-2E65-848AF03A4B8B}"/>
              </a:ext>
            </a:extLst>
          </p:cNvPr>
          <p:cNvCxnSpPr>
            <a:cxnSpLocks/>
            <a:stCxn id="63" idx="7"/>
            <a:endCxn id="60" idx="3"/>
          </p:cNvCxnSpPr>
          <p:nvPr/>
        </p:nvCxnSpPr>
        <p:spPr bwMode="gray">
          <a:xfrm flipV="1">
            <a:off x="4046018" y="3622387"/>
            <a:ext cx="26348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74E5B2E-CF91-BDC7-6D67-9E2C7C17EEB1}"/>
                  </a:ext>
                </a:extLst>
              </p:cNvPr>
              <p:cNvSpPr/>
              <p:nvPr/>
            </p:nvSpPr>
            <p:spPr bwMode="gray">
              <a:xfrm>
                <a:off x="4714276" y="34072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74E5B2E-CF91-BDC7-6D67-9E2C7C17E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14276" y="3407292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0611DA1-77FF-A18B-C9AE-30FB9C7DB88A}"/>
                  </a:ext>
                </a:extLst>
              </p:cNvPr>
              <p:cNvSpPr/>
              <p:nvPr/>
            </p:nvSpPr>
            <p:spPr bwMode="gray">
              <a:xfrm>
                <a:off x="3830923" y="3890433"/>
                <a:ext cx="251999" cy="251999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0611DA1-77FF-A18B-C9AE-30FB9C7D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30923" y="3890433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A54891FD-491E-85E9-D198-F8AB0F3D5DEF}"/>
                  </a:ext>
                </a:extLst>
              </p:cNvPr>
              <p:cNvSpPr/>
              <p:nvPr/>
            </p:nvSpPr>
            <p:spPr bwMode="gray">
              <a:xfrm>
                <a:off x="3830923" y="4345175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A54891FD-491E-85E9-D198-F8AB0F3D5D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30923" y="4345175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65E565-3D88-01CA-8263-2429CCB471CD}"/>
              </a:ext>
            </a:extLst>
          </p:cNvPr>
          <p:cNvCxnSpPr>
            <a:cxnSpLocks/>
            <a:stCxn id="66" idx="0"/>
            <a:endCxn id="63" idx="4"/>
          </p:cNvCxnSpPr>
          <p:nvPr/>
        </p:nvCxnSpPr>
        <p:spPr bwMode="gray">
          <a:xfrm flipV="1">
            <a:off x="3956923" y="4142432"/>
            <a:ext cx="0" cy="2027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Rounded Rectangle 108">
                <a:extLst>
                  <a:ext uri="{FF2B5EF4-FFF2-40B4-BE49-F238E27FC236}">
                    <a16:creationId xmlns:a16="http://schemas.microsoft.com/office/drawing/2014/main" id="{CD62F45E-91C1-D170-BCC6-27DD98A842EE}"/>
                  </a:ext>
                </a:extLst>
              </p:cNvPr>
              <p:cNvSpPr/>
              <p:nvPr/>
            </p:nvSpPr>
            <p:spPr bwMode="gray">
              <a:xfrm>
                <a:off x="5297029" y="1716248"/>
                <a:ext cx="787931" cy="70152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9" name="Rounded Rectangle 108">
                <a:extLst>
                  <a:ext uri="{FF2B5EF4-FFF2-40B4-BE49-F238E27FC236}">
                    <a16:creationId xmlns:a16="http://schemas.microsoft.com/office/drawing/2014/main" id="{CD62F45E-91C1-D170-BCC6-27DD98A842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7029" y="1716248"/>
                <a:ext cx="787931" cy="701528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985C4D94-775F-A39D-12FA-A2553CF4AE0A}"/>
                  </a:ext>
                </a:extLst>
              </p:cNvPr>
              <p:cNvSpPr/>
              <p:nvPr/>
            </p:nvSpPr>
            <p:spPr bwMode="gray">
              <a:xfrm>
                <a:off x="5631861" y="186626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985C4D94-775F-A39D-12FA-A2553CF4AE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31861" y="1866268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Rounded Rectangle 110">
                <a:extLst>
                  <a:ext uri="{FF2B5EF4-FFF2-40B4-BE49-F238E27FC236}">
                    <a16:creationId xmlns:a16="http://schemas.microsoft.com/office/drawing/2014/main" id="{3076DE65-E4D4-5236-BD12-1BB701A4037A}"/>
                  </a:ext>
                </a:extLst>
              </p:cNvPr>
              <p:cNvSpPr/>
              <p:nvPr/>
            </p:nvSpPr>
            <p:spPr bwMode="gray">
              <a:xfrm>
                <a:off x="5297028" y="2702628"/>
                <a:ext cx="1797602" cy="2075905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1" name="Rounded Rectangle 110">
                <a:extLst>
                  <a:ext uri="{FF2B5EF4-FFF2-40B4-BE49-F238E27FC236}">
                    <a16:creationId xmlns:a16="http://schemas.microsoft.com/office/drawing/2014/main" id="{3076DE65-E4D4-5236-BD12-1BB701A403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7028" y="2702628"/>
                <a:ext cx="1797602" cy="207590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F588B84-2075-085F-ABD2-A0AC20DFB9BA}"/>
              </a:ext>
            </a:extLst>
          </p:cNvPr>
          <p:cNvCxnSpPr>
            <a:cxnSpLocks/>
            <a:stCxn id="124" idx="1"/>
            <a:endCxn id="116" idx="5"/>
          </p:cNvCxnSpPr>
          <p:nvPr/>
        </p:nvCxnSpPr>
        <p:spPr bwMode="gray">
          <a:xfrm flipH="1" flipV="1">
            <a:off x="5860348" y="3622953"/>
            <a:ext cx="26151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79">
            <a:extLst>
              <a:ext uri="{FF2B5EF4-FFF2-40B4-BE49-F238E27FC236}">
                <a16:creationId xmlns:a16="http://schemas.microsoft.com/office/drawing/2014/main" id="{9B467F2A-04C4-4A18-3147-4C5A8BDC4FE1}"/>
              </a:ext>
            </a:extLst>
          </p:cNvPr>
          <p:cNvCxnSpPr>
            <a:cxnSpLocks/>
            <a:stCxn id="127" idx="4"/>
            <a:endCxn id="116" idx="0"/>
          </p:cNvCxnSpPr>
          <p:nvPr/>
        </p:nvCxnSpPr>
        <p:spPr bwMode="gray">
          <a:xfrm flipH="1">
            <a:off x="5771253" y="2118267"/>
            <a:ext cx="881384" cy="128959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022658C-4E74-B2FD-CECC-A95307C43C43}"/>
              </a:ext>
            </a:extLst>
          </p:cNvPr>
          <p:cNvCxnSpPr>
            <a:cxnSpLocks/>
            <a:stCxn id="110" idx="4"/>
            <a:endCxn id="122" idx="0"/>
          </p:cNvCxnSpPr>
          <p:nvPr/>
        </p:nvCxnSpPr>
        <p:spPr bwMode="gray">
          <a:xfrm>
            <a:off x="5757861" y="2118267"/>
            <a:ext cx="894776" cy="128959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4D62B615-B86A-2C8C-C9D4-5CF6087F7829}"/>
                  </a:ext>
                </a:extLst>
              </p:cNvPr>
              <p:cNvSpPr/>
              <p:nvPr/>
            </p:nvSpPr>
            <p:spPr bwMode="gray">
              <a:xfrm>
                <a:off x="5645253" y="3407858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4D62B615-B86A-2C8C-C9D4-5CF6087F78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253" y="3407858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B4ADCCA3-6D17-78FD-E549-57B9D4589135}"/>
              </a:ext>
            </a:extLst>
          </p:cNvPr>
          <p:cNvCxnSpPr>
            <a:cxnSpLocks/>
            <a:stCxn id="110" idx="4"/>
            <a:endCxn id="116" idx="0"/>
          </p:cNvCxnSpPr>
          <p:nvPr/>
        </p:nvCxnSpPr>
        <p:spPr bwMode="gray">
          <a:xfrm>
            <a:off x="5757861" y="2118267"/>
            <a:ext cx="13392" cy="128959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85">
            <a:extLst>
              <a:ext uri="{FF2B5EF4-FFF2-40B4-BE49-F238E27FC236}">
                <a16:creationId xmlns:a16="http://schemas.microsoft.com/office/drawing/2014/main" id="{C0B9BCD2-2ED5-C4AF-9DED-999EED7F5DE0}"/>
              </a:ext>
            </a:extLst>
          </p:cNvPr>
          <p:cNvCxnSpPr>
            <a:cxnSpLocks/>
          </p:cNvCxnSpPr>
          <p:nvPr/>
        </p:nvCxnSpPr>
        <p:spPr bwMode="gray">
          <a:xfrm flipH="1">
            <a:off x="6644291" y="2118267"/>
            <a:ext cx="8345" cy="128916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E11EEEE1-CEB2-9117-F2C5-80D2B4645C3B}"/>
                  </a:ext>
                </a:extLst>
              </p:cNvPr>
              <p:cNvSpPr/>
              <p:nvPr/>
            </p:nvSpPr>
            <p:spPr bwMode="gray">
              <a:xfrm>
                <a:off x="6526637" y="3407858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E11EEEE1-CEB2-9117-F2C5-80D2B4645C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6637" y="3407858"/>
                <a:ext cx="251999" cy="251999"/>
              </a:xfrm>
              <a:prstGeom prst="ellipse">
                <a:avLst/>
              </a:prstGeom>
              <a:blipFill>
                <a:blip r:embed="rId18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DEAED86-6268-D7EE-8502-E6387A187C23}"/>
              </a:ext>
            </a:extLst>
          </p:cNvPr>
          <p:cNvCxnSpPr>
            <a:cxnSpLocks/>
            <a:stCxn id="124" idx="7"/>
            <a:endCxn id="122" idx="3"/>
          </p:cNvCxnSpPr>
          <p:nvPr/>
        </p:nvCxnSpPr>
        <p:spPr bwMode="gray">
          <a:xfrm flipV="1">
            <a:off x="6300055" y="3622953"/>
            <a:ext cx="26348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FF1DBD-E3E6-AED0-A09E-ADED5ADB48C5}"/>
                  </a:ext>
                </a:extLst>
              </p:cNvPr>
              <p:cNvSpPr/>
              <p:nvPr/>
            </p:nvSpPr>
            <p:spPr bwMode="gray">
              <a:xfrm>
                <a:off x="6084960" y="3890999"/>
                <a:ext cx="251999" cy="251999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FF1DBD-E3E6-AED0-A09E-ADED5ADB48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84960" y="3890999"/>
                <a:ext cx="251999" cy="251999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1A3A904-F5E4-01AC-3B7E-707F355F207D}"/>
                  </a:ext>
                </a:extLst>
              </p:cNvPr>
              <p:cNvSpPr/>
              <p:nvPr/>
            </p:nvSpPr>
            <p:spPr bwMode="gray">
              <a:xfrm>
                <a:off x="6084960" y="4345741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1A3A904-F5E4-01AC-3B7E-707F355F20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84960" y="4345741"/>
                <a:ext cx="251999" cy="251999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4C547675-98F2-BF4C-4A27-EF92CE319203}"/>
              </a:ext>
            </a:extLst>
          </p:cNvPr>
          <p:cNvCxnSpPr>
            <a:cxnSpLocks/>
            <a:stCxn id="125" idx="0"/>
            <a:endCxn id="124" idx="4"/>
          </p:cNvCxnSpPr>
          <p:nvPr/>
        </p:nvCxnSpPr>
        <p:spPr bwMode="gray">
          <a:xfrm flipV="1">
            <a:off x="6210960" y="4142998"/>
            <a:ext cx="0" cy="2027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C6B04BFF-D20F-5F32-2852-2296267A9A4B}"/>
                  </a:ext>
                </a:extLst>
              </p:cNvPr>
              <p:cNvSpPr/>
              <p:nvPr/>
            </p:nvSpPr>
            <p:spPr bwMode="gray">
              <a:xfrm>
                <a:off x="6526637" y="186626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C6B04BFF-D20F-5F32-2852-2296267A9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6637" y="1866268"/>
                <a:ext cx="251999" cy="251999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458503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000"/>
                            </p:stCondLst>
                            <p:childTnLst>
                              <p:par>
                                <p:cTn id="7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500"/>
                            </p:stCondLst>
                            <p:childTnLst>
                              <p:par>
                                <p:cTn id="1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6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1500"/>
                            </p:stCondLst>
                            <p:childTnLst>
                              <p:par>
                                <p:cTn id="14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2000"/>
                            </p:stCondLst>
                            <p:childTnLst>
                              <p:par>
                                <p:cTn id="15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4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2500"/>
                            </p:stCondLst>
                            <p:childTnLst>
                              <p:par>
                                <p:cTn id="15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 animBg="1"/>
      <p:bldP spid="164" grpId="0"/>
      <p:bldP spid="46" grpId="0"/>
      <p:bldP spid="47" grpId="0" animBg="1"/>
      <p:bldP spid="48" grpId="0" animBg="1"/>
      <p:bldP spid="49" grpId="0" animBg="1"/>
      <p:bldP spid="53" grpId="0" animBg="1"/>
      <p:bldP spid="54" grpId="0" animBg="1"/>
      <p:bldP spid="60" grpId="0" animBg="1"/>
      <p:bldP spid="62" grpId="0" animBg="1"/>
      <p:bldP spid="63" grpId="0" animBg="1"/>
      <p:bldP spid="66" grpId="0" animBg="1"/>
      <p:bldP spid="109" grpId="0" animBg="1"/>
      <p:bldP spid="110" grpId="0" animBg="1"/>
      <p:bldP spid="111" grpId="0" animBg="1"/>
      <p:bldP spid="116" grpId="0" animBg="1"/>
      <p:bldP spid="122" grpId="0" animBg="1"/>
      <p:bldP spid="124" grpId="0" animBg="1"/>
      <p:bldP spid="125" grpId="0" animBg="1"/>
      <p:bldP spid="1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CF06-E9FD-4A77-4B1D-BFD6C31CE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60A058-B039-5643-4085-CD1DB9DD2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Ranking: Per-Player Precision Example</a:t>
            </a:r>
          </a:p>
        </p:txBody>
      </p:sp>
      <p:grpSp>
        <p:nvGrpSpPr>
          <p:cNvPr id="1174" name="Group 1173">
            <a:extLst>
              <a:ext uri="{FF2B5EF4-FFF2-40B4-BE49-F238E27FC236}">
                <a16:creationId xmlns:a16="http://schemas.microsoft.com/office/drawing/2014/main" id="{875984A1-6ECA-DD7F-1F5C-9B9A7C4695EE}"/>
              </a:ext>
            </a:extLst>
          </p:cNvPr>
          <p:cNvGrpSpPr/>
          <p:nvPr/>
        </p:nvGrpSpPr>
        <p:grpSpPr>
          <a:xfrm>
            <a:off x="523925" y="1278078"/>
            <a:ext cx="2717991" cy="1811993"/>
            <a:chOff x="523925" y="1278078"/>
            <a:chExt cx="2717991" cy="1811993"/>
          </a:xfrm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9194EA7-4691-BE48-CD63-314BF07A1189}"/>
                </a:ext>
              </a:extLst>
            </p:cNvPr>
            <p:cNvSpPr/>
            <p:nvPr/>
          </p:nvSpPr>
          <p:spPr>
            <a:xfrm>
              <a:off x="523925" y="1278078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406586B8-2ADA-98AC-EA9E-E38FC6FF3140}"/>
                </a:ext>
              </a:extLst>
            </p:cNvPr>
            <p:cNvSpPr/>
            <p:nvPr/>
          </p:nvSpPr>
          <p:spPr>
            <a:xfrm>
              <a:off x="892250" y="1331581"/>
              <a:ext cx="2296166" cy="1465286"/>
            </a:xfrm>
            <a:custGeom>
              <a:avLst/>
              <a:gdLst>
                <a:gd name="csX0" fmla="*/ 0 w 2296166"/>
                <a:gd name="csY0" fmla="*/ 1465287 h 1465286"/>
                <a:gd name="csX1" fmla="*/ 2296167 w 2296166"/>
                <a:gd name="csY1" fmla="*/ 1465287 h 1465286"/>
                <a:gd name="csX2" fmla="*/ 2296167 w 2296166"/>
                <a:gd name="csY2" fmla="*/ 0 h 1465286"/>
                <a:gd name="csX3" fmla="*/ 0 w 229616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296166" h="1465286">
                  <a:moveTo>
                    <a:pt x="0" y="1465287"/>
                  </a:moveTo>
                  <a:lnTo>
                    <a:pt x="2296167" y="1465287"/>
                  </a:lnTo>
                  <a:lnTo>
                    <a:pt x="22961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A928B32-9080-91CA-AA89-B371903AAAAF}"/>
                </a:ext>
              </a:extLst>
            </p:cNvPr>
            <p:cNvSpPr/>
            <p:nvPr/>
          </p:nvSpPr>
          <p:spPr>
            <a:xfrm>
              <a:off x="957236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C357588A-83CD-20BA-D6D7-012E09BE1BEE}"/>
                </a:ext>
              </a:extLst>
            </p:cNvPr>
            <p:cNvSpPr/>
            <p:nvPr/>
          </p:nvSpPr>
          <p:spPr>
            <a:xfrm>
              <a:off x="1314621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0B95A0DB-1FBC-8197-8C07-DEE8AB60EB4C}"/>
                </a:ext>
              </a:extLst>
            </p:cNvPr>
            <p:cNvSpPr/>
            <p:nvPr/>
          </p:nvSpPr>
          <p:spPr>
            <a:xfrm>
              <a:off x="1672004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56EB49F1-F47C-2C02-1DA5-0A677FD5C172}"/>
                </a:ext>
              </a:extLst>
            </p:cNvPr>
            <p:cNvSpPr/>
            <p:nvPr/>
          </p:nvSpPr>
          <p:spPr>
            <a:xfrm>
              <a:off x="2029386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3831282-D901-4A1E-9CAD-B85B94E8E6BD}"/>
                </a:ext>
              </a:extLst>
            </p:cNvPr>
            <p:cNvSpPr/>
            <p:nvPr/>
          </p:nvSpPr>
          <p:spPr>
            <a:xfrm>
              <a:off x="2386779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8157FD6-7127-8BB6-D3CC-99FAEDEAFEAA}"/>
                </a:ext>
              </a:extLst>
            </p:cNvPr>
            <p:cNvSpPr/>
            <p:nvPr/>
          </p:nvSpPr>
          <p:spPr>
            <a:xfrm>
              <a:off x="2744161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1E7AD8A-00B3-AD6B-72AF-86CBD3726C8E}"/>
                </a:ext>
              </a:extLst>
            </p:cNvPr>
            <p:cNvSpPr/>
            <p:nvPr/>
          </p:nvSpPr>
          <p:spPr>
            <a:xfrm>
              <a:off x="3101543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D63B74B0-7A02-AF40-2AB4-90AF3A71B012}"/>
                </a:ext>
              </a:extLst>
            </p:cNvPr>
            <p:cNvSpPr/>
            <p:nvPr/>
          </p:nvSpPr>
          <p:spPr>
            <a:xfrm>
              <a:off x="892250" y="2666869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B589F1A8-BD84-412D-70EE-88A2C1B0D137}"/>
                </a:ext>
              </a:extLst>
            </p:cNvPr>
            <p:cNvSpPr/>
            <p:nvPr/>
          </p:nvSpPr>
          <p:spPr>
            <a:xfrm>
              <a:off x="892250" y="237128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6F41170-05AB-D571-A052-32C5ED3C3182}"/>
                </a:ext>
              </a:extLst>
            </p:cNvPr>
            <p:cNvSpPr/>
            <p:nvPr/>
          </p:nvSpPr>
          <p:spPr>
            <a:xfrm>
              <a:off x="892250" y="207569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0EEECFC-4235-0576-A33F-BB1324D1AD4B}"/>
                </a:ext>
              </a:extLst>
            </p:cNvPr>
            <p:cNvSpPr/>
            <p:nvPr/>
          </p:nvSpPr>
          <p:spPr>
            <a:xfrm>
              <a:off x="892250" y="178010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EE430F78-681B-979A-A332-300245B3AC90}"/>
                </a:ext>
              </a:extLst>
            </p:cNvPr>
            <p:cNvSpPr/>
            <p:nvPr/>
          </p:nvSpPr>
          <p:spPr>
            <a:xfrm>
              <a:off x="892250" y="148451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51CD0B05-026E-7F35-BB2F-6F7DD0440784}"/>
                </a:ext>
              </a:extLst>
            </p:cNvPr>
            <p:cNvSpPr/>
            <p:nvPr/>
          </p:nvSpPr>
          <p:spPr>
            <a:xfrm>
              <a:off x="892250" y="2796868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1FFAA54-5E3B-A7F2-EBD7-40ADDD076106}"/>
                </a:ext>
              </a:extLst>
            </p:cNvPr>
            <p:cNvSpPr/>
            <p:nvPr/>
          </p:nvSpPr>
          <p:spPr>
            <a:xfrm>
              <a:off x="957236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7558C8D-26C1-E711-14F0-6BFCAF45C6D3}"/>
                </a:ext>
              </a:extLst>
            </p:cNvPr>
            <p:cNvSpPr/>
            <p:nvPr/>
          </p:nvSpPr>
          <p:spPr>
            <a:xfrm>
              <a:off x="1314621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3C407085-BBE7-93C6-0E0C-E7B5ED778AFB}"/>
                </a:ext>
              </a:extLst>
            </p:cNvPr>
            <p:cNvSpPr/>
            <p:nvPr/>
          </p:nvSpPr>
          <p:spPr>
            <a:xfrm>
              <a:off x="1672004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A0A054C-C26A-9B8E-9EB6-776C8A5C15C8}"/>
                </a:ext>
              </a:extLst>
            </p:cNvPr>
            <p:cNvSpPr/>
            <p:nvPr/>
          </p:nvSpPr>
          <p:spPr>
            <a:xfrm>
              <a:off x="2029386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2DAB105-030C-FC69-0EEC-F99D442C214A}"/>
                </a:ext>
              </a:extLst>
            </p:cNvPr>
            <p:cNvSpPr/>
            <p:nvPr/>
          </p:nvSpPr>
          <p:spPr>
            <a:xfrm>
              <a:off x="2386779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17BC9FAF-CC14-E249-FFFB-916780A7D6C7}"/>
                </a:ext>
              </a:extLst>
            </p:cNvPr>
            <p:cNvSpPr/>
            <p:nvPr/>
          </p:nvSpPr>
          <p:spPr>
            <a:xfrm>
              <a:off x="2744161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2D59496B-3D9F-8249-D26E-9CD0B5D87FDF}"/>
                </a:ext>
              </a:extLst>
            </p:cNvPr>
            <p:cNvSpPr/>
            <p:nvPr/>
          </p:nvSpPr>
          <p:spPr>
            <a:xfrm>
              <a:off x="3101543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EAC580FD-F025-CA93-5342-1BA71380F02D}"/>
                </a:ext>
              </a:extLst>
            </p:cNvPr>
            <p:cNvSpPr/>
            <p:nvPr/>
          </p:nvSpPr>
          <p:spPr>
            <a:xfrm>
              <a:off x="879435" y="2885814"/>
              <a:ext cx="75617" cy="10022"/>
            </a:xfrm>
            <a:custGeom>
              <a:avLst/>
              <a:gdLst>
                <a:gd name="csX0" fmla="*/ 0 w 75617"/>
                <a:gd name="csY0" fmla="*/ 0 h 10022"/>
                <a:gd name="csX1" fmla="*/ 75618 w 75617"/>
                <a:gd name="csY1" fmla="*/ 0 h 10022"/>
                <a:gd name="csX2" fmla="*/ 75618 w 75617"/>
                <a:gd name="csY2" fmla="*/ 10023 h 10022"/>
                <a:gd name="csX3" fmla="*/ 0 w 75617"/>
                <a:gd name="csY3" fmla="*/ 10023 h 10022"/>
                <a:gd name="csX4" fmla="*/ 0 w 75617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2">
                  <a:moveTo>
                    <a:pt x="0" y="0"/>
                  </a:moveTo>
                  <a:lnTo>
                    <a:pt x="75618" y="0"/>
                  </a:lnTo>
                  <a:lnTo>
                    <a:pt x="75618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82A38EBF-5B0B-3BB9-B709-D0317BA1D1AB}"/>
                </a:ext>
              </a:extLst>
            </p:cNvPr>
            <p:cNvSpPr/>
            <p:nvPr/>
          </p:nvSpPr>
          <p:spPr>
            <a:xfrm>
              <a:off x="977054" y="2839031"/>
              <a:ext cx="57980" cy="91369"/>
            </a:xfrm>
            <a:custGeom>
              <a:avLst/>
              <a:gdLst>
                <a:gd name="csX0" fmla="*/ 39814 w 57980"/>
                <a:gd name="csY0" fmla="*/ 42174 h 91369"/>
                <a:gd name="csX1" fmla="*/ 53145 w 57980"/>
                <a:gd name="csY1" fmla="*/ 49785 h 91369"/>
                <a:gd name="csX2" fmla="*/ 57980 w 57980"/>
                <a:gd name="csY2" fmla="*/ 64065 h 91369"/>
                <a:gd name="csX3" fmla="*/ 49016 w 57980"/>
                <a:gd name="csY3" fmla="*/ 84235 h 91369"/>
                <a:gd name="csX4" fmla="*/ 23534 w 57980"/>
                <a:gd name="csY4" fmla="*/ 91370 h 91369"/>
                <a:gd name="csX5" fmla="*/ 12092 w 57980"/>
                <a:gd name="csY5" fmla="*/ 90249 h 91369"/>
                <a:gd name="csX6" fmla="*/ 0 w 57980"/>
                <a:gd name="csY6" fmla="*/ 87010 h 91369"/>
                <a:gd name="csX7" fmla="*/ 0 w 57980"/>
                <a:gd name="csY7" fmla="*/ 75504 h 91369"/>
                <a:gd name="csX8" fmla="*/ 10853 w 57980"/>
                <a:gd name="csY8" fmla="*/ 79864 h 91369"/>
                <a:gd name="csX9" fmla="*/ 23180 w 57980"/>
                <a:gd name="csY9" fmla="*/ 81347 h 91369"/>
                <a:gd name="csX10" fmla="*/ 40226 w 57980"/>
                <a:gd name="csY10" fmla="*/ 76919 h 91369"/>
                <a:gd name="csX11" fmla="*/ 46125 w 57980"/>
                <a:gd name="csY11" fmla="*/ 64065 h 91369"/>
                <a:gd name="csX12" fmla="*/ 40640 w 57980"/>
                <a:gd name="csY12" fmla="*/ 51914 h 91369"/>
                <a:gd name="csX13" fmla="*/ 25481 w 57980"/>
                <a:gd name="csY13" fmla="*/ 47486 h 91369"/>
                <a:gd name="csX14" fmla="*/ 15217 w 57980"/>
                <a:gd name="csY14" fmla="*/ 47486 h 91369"/>
                <a:gd name="csX15" fmla="*/ 15217 w 57980"/>
                <a:gd name="csY15" fmla="*/ 37690 h 91369"/>
                <a:gd name="csX16" fmla="*/ 25952 w 57980"/>
                <a:gd name="csY16" fmla="*/ 37690 h 91369"/>
                <a:gd name="csX17" fmla="*/ 39401 w 57980"/>
                <a:gd name="csY17" fmla="*/ 34213 h 91369"/>
                <a:gd name="csX18" fmla="*/ 44061 w 57980"/>
                <a:gd name="csY18" fmla="*/ 24066 h 91369"/>
                <a:gd name="csX19" fmla="*/ 39224 w 57980"/>
                <a:gd name="csY19" fmla="*/ 13692 h 91369"/>
                <a:gd name="csX20" fmla="*/ 25481 w 57980"/>
                <a:gd name="csY20" fmla="*/ 10034 h 91369"/>
                <a:gd name="csX21" fmla="*/ 14982 w 57980"/>
                <a:gd name="csY21" fmla="*/ 11099 h 91369"/>
                <a:gd name="csX22" fmla="*/ 2655 w 57980"/>
                <a:gd name="csY22" fmla="*/ 14394 h 91369"/>
                <a:gd name="csX23" fmla="*/ 2655 w 57980"/>
                <a:gd name="csY23" fmla="*/ 3783 h 91369"/>
                <a:gd name="csX24" fmla="*/ 15335 w 57980"/>
                <a:gd name="csY24" fmla="*/ 951 h 91369"/>
                <a:gd name="csX25" fmla="*/ 26542 w 57980"/>
                <a:gd name="csY25" fmla="*/ 0 h 91369"/>
                <a:gd name="csX26" fmla="*/ 48012 w 57980"/>
                <a:gd name="csY26" fmla="*/ 6195 h 91369"/>
                <a:gd name="csX27" fmla="*/ 55917 w 57980"/>
                <a:gd name="csY27" fmla="*/ 22831 h 91369"/>
                <a:gd name="csX28" fmla="*/ 51729 w 57980"/>
                <a:gd name="csY28" fmla="*/ 35221 h 91369"/>
                <a:gd name="csX29" fmla="*/ 39814 w 57980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0" h="91369">
                  <a:moveTo>
                    <a:pt x="39814" y="42174"/>
                  </a:moveTo>
                  <a:cubicBezTo>
                    <a:pt x="45516" y="43397"/>
                    <a:pt x="49959" y="45934"/>
                    <a:pt x="53145" y="49785"/>
                  </a:cubicBezTo>
                  <a:cubicBezTo>
                    <a:pt x="56369" y="53643"/>
                    <a:pt x="57980" y="58403"/>
                    <a:pt x="57980" y="64065"/>
                  </a:cubicBezTo>
                  <a:cubicBezTo>
                    <a:pt x="57980" y="72755"/>
                    <a:pt x="54992" y="79479"/>
                    <a:pt x="49016" y="84235"/>
                  </a:cubicBezTo>
                  <a:cubicBezTo>
                    <a:pt x="43038" y="88992"/>
                    <a:pt x="34545" y="91370"/>
                    <a:pt x="23534" y="91370"/>
                  </a:cubicBezTo>
                  <a:cubicBezTo>
                    <a:pt x="19838" y="91370"/>
                    <a:pt x="16024" y="90996"/>
                    <a:pt x="12092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3" y="77429"/>
                    <a:pt x="6921" y="78882"/>
                    <a:pt x="10853" y="79864"/>
                  </a:cubicBezTo>
                  <a:cubicBezTo>
                    <a:pt x="14785" y="80853"/>
                    <a:pt x="18894" y="81347"/>
                    <a:pt x="23180" y="81347"/>
                  </a:cubicBezTo>
                  <a:cubicBezTo>
                    <a:pt x="30651" y="81347"/>
                    <a:pt x="36334" y="79871"/>
                    <a:pt x="40226" y="76919"/>
                  </a:cubicBezTo>
                  <a:cubicBezTo>
                    <a:pt x="44159" y="73967"/>
                    <a:pt x="46125" y="69683"/>
                    <a:pt x="46125" y="64065"/>
                  </a:cubicBezTo>
                  <a:cubicBezTo>
                    <a:pt x="46125" y="58871"/>
                    <a:pt x="44297" y="54820"/>
                    <a:pt x="40640" y="51914"/>
                  </a:cubicBezTo>
                  <a:cubicBezTo>
                    <a:pt x="37022" y="48962"/>
                    <a:pt x="31969" y="47486"/>
                    <a:pt x="25481" y="47486"/>
                  </a:cubicBezTo>
                  <a:lnTo>
                    <a:pt x="15217" y="47486"/>
                  </a:lnTo>
                  <a:lnTo>
                    <a:pt x="15217" y="37690"/>
                  </a:lnTo>
                  <a:lnTo>
                    <a:pt x="25952" y="37690"/>
                  </a:lnTo>
                  <a:cubicBezTo>
                    <a:pt x="31812" y="37690"/>
                    <a:pt x="36295" y="36531"/>
                    <a:pt x="39401" y="34213"/>
                  </a:cubicBezTo>
                  <a:cubicBezTo>
                    <a:pt x="42507" y="31857"/>
                    <a:pt x="44061" y="28475"/>
                    <a:pt x="44061" y="24066"/>
                  </a:cubicBezTo>
                  <a:cubicBezTo>
                    <a:pt x="44061" y="19543"/>
                    <a:pt x="42449" y="16085"/>
                    <a:pt x="39224" y="13692"/>
                  </a:cubicBezTo>
                  <a:cubicBezTo>
                    <a:pt x="36039" y="11253"/>
                    <a:pt x="31458" y="10034"/>
                    <a:pt x="25481" y="10034"/>
                  </a:cubicBezTo>
                  <a:cubicBezTo>
                    <a:pt x="22217" y="10034"/>
                    <a:pt x="18718" y="10389"/>
                    <a:pt x="14982" y="11099"/>
                  </a:cubicBezTo>
                  <a:cubicBezTo>
                    <a:pt x="11246" y="11801"/>
                    <a:pt x="7137" y="12899"/>
                    <a:pt x="2655" y="14394"/>
                  </a:cubicBezTo>
                  <a:lnTo>
                    <a:pt x="2655" y="3783"/>
                  </a:lnTo>
                  <a:cubicBezTo>
                    <a:pt x="7176" y="2522"/>
                    <a:pt x="11403" y="1578"/>
                    <a:pt x="15335" y="951"/>
                  </a:cubicBezTo>
                  <a:cubicBezTo>
                    <a:pt x="19307" y="317"/>
                    <a:pt x="23043" y="0"/>
                    <a:pt x="26542" y="0"/>
                  </a:cubicBezTo>
                  <a:cubicBezTo>
                    <a:pt x="35586" y="0"/>
                    <a:pt x="42743" y="2065"/>
                    <a:pt x="48012" y="6195"/>
                  </a:cubicBezTo>
                  <a:cubicBezTo>
                    <a:pt x="53282" y="10287"/>
                    <a:pt x="55917" y="15832"/>
                    <a:pt x="55917" y="22831"/>
                  </a:cubicBezTo>
                  <a:cubicBezTo>
                    <a:pt x="55917" y="27708"/>
                    <a:pt x="54521" y="31838"/>
                    <a:pt x="51729" y="35221"/>
                  </a:cubicBezTo>
                  <a:cubicBezTo>
                    <a:pt x="48937" y="38558"/>
                    <a:pt x="44965" y="40876"/>
                    <a:pt x="39814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2CFE7198-F004-156E-2596-79E0E910948E}"/>
                </a:ext>
              </a:extLst>
            </p:cNvPr>
            <p:cNvSpPr/>
            <p:nvPr/>
          </p:nvSpPr>
          <p:spPr>
            <a:xfrm>
              <a:off x="1238030" y="2885814"/>
              <a:ext cx="75616" cy="10022"/>
            </a:xfrm>
            <a:custGeom>
              <a:avLst/>
              <a:gdLst>
                <a:gd name="csX0" fmla="*/ 0 w 75616"/>
                <a:gd name="csY0" fmla="*/ 0 h 10022"/>
                <a:gd name="csX1" fmla="*/ 75617 w 75616"/>
                <a:gd name="csY1" fmla="*/ 0 h 10022"/>
                <a:gd name="csX2" fmla="*/ 75617 w 75616"/>
                <a:gd name="csY2" fmla="*/ 10023 h 10022"/>
                <a:gd name="csX3" fmla="*/ 0 w 75616"/>
                <a:gd name="csY3" fmla="*/ 10023 h 10022"/>
                <a:gd name="csX4" fmla="*/ 0 w 75616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6" h="10022">
                  <a:moveTo>
                    <a:pt x="0" y="0"/>
                  </a:moveTo>
                  <a:lnTo>
                    <a:pt x="75617" y="0"/>
                  </a:lnTo>
                  <a:lnTo>
                    <a:pt x="75617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965DF76-B51F-1830-C8ED-61579A2FB4AB}"/>
                </a:ext>
              </a:extLst>
            </p:cNvPr>
            <p:cNvSpPr/>
            <p:nvPr/>
          </p:nvSpPr>
          <p:spPr>
            <a:xfrm>
              <a:off x="1335295" y="2839031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8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90 w 55915"/>
                <a:gd name="csY12" fmla="*/ 17871 h 89659"/>
                <a:gd name="csX13" fmla="*/ 590 w 55915"/>
                <a:gd name="csY13" fmla="*/ 5844 h 89659"/>
                <a:gd name="csX14" fmla="*/ 14038 w 55915"/>
                <a:gd name="csY14" fmla="*/ 1484 h 89659"/>
                <a:gd name="csX15" fmla="*/ 25481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8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8" y="45538"/>
                  </a:cubicBezTo>
                  <a:cubicBezTo>
                    <a:pt x="37022" y="41249"/>
                    <a:pt x="39677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9" y="15243"/>
                    <a:pt x="590" y="17871"/>
                  </a:cubicBezTo>
                  <a:lnTo>
                    <a:pt x="590" y="5844"/>
                  </a:lnTo>
                  <a:cubicBezTo>
                    <a:pt x="5387" y="3919"/>
                    <a:pt x="9870" y="2465"/>
                    <a:pt x="14038" y="1484"/>
                  </a:cubicBezTo>
                  <a:cubicBezTo>
                    <a:pt x="18206" y="495"/>
                    <a:pt x="22020" y="0"/>
                    <a:pt x="25481" y="0"/>
                  </a:cubicBezTo>
                  <a:cubicBezTo>
                    <a:pt x="34604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6" y="42495"/>
                    <a:pt x="46008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0DCE6E7D-CD14-C504-8AF0-52EC2A9D3F4B}"/>
                </a:ext>
              </a:extLst>
            </p:cNvPr>
            <p:cNvSpPr/>
            <p:nvPr/>
          </p:nvSpPr>
          <p:spPr>
            <a:xfrm>
              <a:off x="1594943" y="2885814"/>
              <a:ext cx="75622" cy="10022"/>
            </a:xfrm>
            <a:custGeom>
              <a:avLst/>
              <a:gdLst>
                <a:gd name="csX0" fmla="*/ 0 w 75622"/>
                <a:gd name="csY0" fmla="*/ 0 h 10022"/>
                <a:gd name="csX1" fmla="*/ 75622 w 75622"/>
                <a:gd name="csY1" fmla="*/ 0 h 10022"/>
                <a:gd name="csX2" fmla="*/ 75622 w 75622"/>
                <a:gd name="csY2" fmla="*/ 10023 h 10022"/>
                <a:gd name="csX3" fmla="*/ 0 w 75622"/>
                <a:gd name="csY3" fmla="*/ 10023 h 10022"/>
                <a:gd name="csX4" fmla="*/ 0 w 75622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22" h="10022">
                  <a:moveTo>
                    <a:pt x="0" y="0"/>
                  </a:moveTo>
                  <a:lnTo>
                    <a:pt x="75622" y="0"/>
                  </a:lnTo>
                  <a:lnTo>
                    <a:pt x="75622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DE4299D4-0A60-948A-668A-C8BE5C4217BF}"/>
                </a:ext>
              </a:extLst>
            </p:cNvPr>
            <p:cNvSpPr/>
            <p:nvPr/>
          </p:nvSpPr>
          <p:spPr>
            <a:xfrm>
              <a:off x="1696636" y="2840628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9E28902-8993-48F5-6202-20A7E939F237}"/>
                </a:ext>
              </a:extLst>
            </p:cNvPr>
            <p:cNvSpPr/>
            <p:nvPr/>
          </p:nvSpPr>
          <p:spPr>
            <a:xfrm>
              <a:off x="1998956" y="2839031"/>
              <a:ext cx="60871" cy="91369"/>
            </a:xfrm>
            <a:custGeom>
              <a:avLst/>
              <a:gdLst>
                <a:gd name="csX0" fmla="*/ 30430 w 60871"/>
                <a:gd name="csY0" fmla="*/ 9445 h 91369"/>
                <a:gd name="csX1" fmla="*/ 16568 w 60871"/>
                <a:gd name="csY1" fmla="*/ 18528 h 91369"/>
                <a:gd name="csX2" fmla="*/ 11971 w 60871"/>
                <a:gd name="csY2" fmla="*/ 45719 h 91369"/>
                <a:gd name="csX3" fmla="*/ 16568 w 60871"/>
                <a:gd name="csY3" fmla="*/ 72910 h 91369"/>
                <a:gd name="csX4" fmla="*/ 30430 w 60871"/>
                <a:gd name="csY4" fmla="*/ 81936 h 91369"/>
                <a:gd name="csX5" fmla="*/ 44292 w 60871"/>
                <a:gd name="csY5" fmla="*/ 72910 h 91369"/>
                <a:gd name="csX6" fmla="*/ 48958 w 60871"/>
                <a:gd name="csY6" fmla="*/ 45719 h 91369"/>
                <a:gd name="csX7" fmla="*/ 44292 w 60871"/>
                <a:gd name="csY7" fmla="*/ 18528 h 91369"/>
                <a:gd name="csX8" fmla="*/ 30430 w 60871"/>
                <a:gd name="csY8" fmla="*/ 9445 h 91369"/>
                <a:gd name="csX9" fmla="*/ 30430 w 60871"/>
                <a:gd name="csY9" fmla="*/ 0 h 91369"/>
                <a:gd name="csX10" fmla="*/ 53024 w 60871"/>
                <a:gd name="csY10" fmla="*/ 11744 h 91369"/>
                <a:gd name="csX11" fmla="*/ 60872 w 60871"/>
                <a:gd name="csY11" fmla="*/ 45719 h 91369"/>
                <a:gd name="csX12" fmla="*/ 53024 w 60871"/>
                <a:gd name="csY12" fmla="*/ 79694 h 91369"/>
                <a:gd name="csX13" fmla="*/ 30430 w 60871"/>
                <a:gd name="csY13" fmla="*/ 91370 h 91369"/>
                <a:gd name="csX14" fmla="*/ 7780 w 60871"/>
                <a:gd name="csY14" fmla="*/ 79694 h 91369"/>
                <a:gd name="csX15" fmla="*/ 0 w 60871"/>
                <a:gd name="csY15" fmla="*/ 45719 h 91369"/>
                <a:gd name="csX16" fmla="*/ 7780 w 60871"/>
                <a:gd name="csY16" fmla="*/ 11744 h 91369"/>
                <a:gd name="csX17" fmla="*/ 30430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0" y="9445"/>
                  </a:moveTo>
                  <a:cubicBezTo>
                    <a:pt x="24300" y="9445"/>
                    <a:pt x="19679" y="12473"/>
                    <a:pt x="16568" y="18528"/>
                  </a:cubicBezTo>
                  <a:cubicBezTo>
                    <a:pt x="13503" y="24545"/>
                    <a:pt x="11971" y="33609"/>
                    <a:pt x="11971" y="45719"/>
                  </a:cubicBezTo>
                  <a:cubicBezTo>
                    <a:pt x="11971" y="57791"/>
                    <a:pt x="13503" y="66855"/>
                    <a:pt x="16568" y="72910"/>
                  </a:cubicBezTo>
                  <a:cubicBezTo>
                    <a:pt x="19679" y="78927"/>
                    <a:pt x="24300" y="81936"/>
                    <a:pt x="30430" y="81936"/>
                  </a:cubicBezTo>
                  <a:cubicBezTo>
                    <a:pt x="36606" y="81936"/>
                    <a:pt x="41227" y="78927"/>
                    <a:pt x="44292" y="72910"/>
                  </a:cubicBezTo>
                  <a:cubicBezTo>
                    <a:pt x="47403" y="66855"/>
                    <a:pt x="48958" y="57791"/>
                    <a:pt x="48958" y="45719"/>
                  </a:cubicBezTo>
                  <a:cubicBezTo>
                    <a:pt x="48958" y="33609"/>
                    <a:pt x="47403" y="24545"/>
                    <a:pt x="44292" y="18528"/>
                  </a:cubicBezTo>
                  <a:cubicBezTo>
                    <a:pt x="41227" y="12473"/>
                    <a:pt x="36606" y="9445"/>
                    <a:pt x="30430" y="9445"/>
                  </a:cubicBezTo>
                  <a:moveTo>
                    <a:pt x="30430" y="0"/>
                  </a:moveTo>
                  <a:cubicBezTo>
                    <a:pt x="40306" y="0"/>
                    <a:pt x="47837" y="3915"/>
                    <a:pt x="53024" y="11744"/>
                  </a:cubicBezTo>
                  <a:cubicBezTo>
                    <a:pt x="58256" y="19528"/>
                    <a:pt x="60872" y="30853"/>
                    <a:pt x="60872" y="45719"/>
                  </a:cubicBezTo>
                  <a:cubicBezTo>
                    <a:pt x="60872" y="60539"/>
                    <a:pt x="58256" y="71864"/>
                    <a:pt x="53024" y="79694"/>
                  </a:cubicBezTo>
                  <a:cubicBezTo>
                    <a:pt x="47837" y="87478"/>
                    <a:pt x="40306" y="91370"/>
                    <a:pt x="30430" y="91370"/>
                  </a:cubicBezTo>
                  <a:cubicBezTo>
                    <a:pt x="20562" y="91370"/>
                    <a:pt x="13012" y="87478"/>
                    <a:pt x="7780" y="79694"/>
                  </a:cubicBezTo>
                  <a:cubicBezTo>
                    <a:pt x="2593" y="71864"/>
                    <a:pt x="0" y="60539"/>
                    <a:pt x="0" y="45719"/>
                  </a:cubicBezTo>
                  <a:cubicBezTo>
                    <a:pt x="0" y="30853"/>
                    <a:pt x="2593" y="19528"/>
                    <a:pt x="7780" y="11744"/>
                  </a:cubicBezTo>
                  <a:cubicBezTo>
                    <a:pt x="13012" y="3915"/>
                    <a:pt x="20562" y="0"/>
                    <a:pt x="30430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6C2E98E-4840-349E-F189-AD21637223B8}"/>
                </a:ext>
              </a:extLst>
            </p:cNvPr>
            <p:cNvSpPr/>
            <p:nvPr/>
          </p:nvSpPr>
          <p:spPr>
            <a:xfrm>
              <a:off x="2360562" y="2840628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FD7438D-0C11-8A65-4CB2-68788DC0F914}"/>
                </a:ext>
              </a:extLst>
            </p:cNvPr>
            <p:cNvSpPr/>
            <p:nvPr/>
          </p:nvSpPr>
          <p:spPr>
            <a:xfrm>
              <a:off x="2716199" y="2839031"/>
              <a:ext cx="55922" cy="89659"/>
            </a:xfrm>
            <a:custGeom>
              <a:avLst/>
              <a:gdLst>
                <a:gd name="csX0" fmla="*/ 14337 w 55922"/>
                <a:gd name="csY0" fmla="*/ 79637 h 89659"/>
                <a:gd name="csX1" fmla="*/ 55923 w 55922"/>
                <a:gd name="csY1" fmla="*/ 79637 h 89659"/>
                <a:gd name="csX2" fmla="*/ 55923 w 55922"/>
                <a:gd name="csY2" fmla="*/ 89660 h 89659"/>
                <a:gd name="csX3" fmla="*/ 0 w 55922"/>
                <a:gd name="csY3" fmla="*/ 89660 h 89659"/>
                <a:gd name="csX4" fmla="*/ 0 w 55922"/>
                <a:gd name="csY4" fmla="*/ 79637 h 89659"/>
                <a:gd name="csX5" fmla="*/ 18460 w 55922"/>
                <a:gd name="csY5" fmla="*/ 60815 h 89659"/>
                <a:gd name="csX6" fmla="*/ 33216 w 55922"/>
                <a:gd name="csY6" fmla="*/ 45538 h 89659"/>
                <a:gd name="csX7" fmla="*/ 41178 w 55922"/>
                <a:gd name="csY7" fmla="*/ 34688 h 89659"/>
                <a:gd name="csX8" fmla="*/ 43477 w 55922"/>
                <a:gd name="csY8" fmla="*/ 25900 h 89659"/>
                <a:gd name="csX9" fmla="*/ 38516 w 55922"/>
                <a:gd name="csY9" fmla="*/ 14451 h 89659"/>
                <a:gd name="csX10" fmla="*/ 25719 w 55922"/>
                <a:gd name="csY10" fmla="*/ 10034 h 89659"/>
                <a:gd name="csX11" fmla="*/ 13862 w 55922"/>
                <a:gd name="csY11" fmla="*/ 11982 h 89659"/>
                <a:gd name="csX12" fmla="*/ 589 w 55922"/>
                <a:gd name="csY12" fmla="*/ 17871 h 89659"/>
                <a:gd name="csX13" fmla="*/ 589 w 55922"/>
                <a:gd name="csY13" fmla="*/ 5844 h 89659"/>
                <a:gd name="csX14" fmla="*/ 14043 w 55922"/>
                <a:gd name="csY14" fmla="*/ 1484 h 89659"/>
                <a:gd name="csX15" fmla="*/ 25481 w 55922"/>
                <a:gd name="csY15" fmla="*/ 0 h 89659"/>
                <a:gd name="csX16" fmla="*/ 47304 w 55922"/>
                <a:gd name="csY16" fmla="*/ 6852 h 89659"/>
                <a:gd name="csX17" fmla="*/ 55447 w 55922"/>
                <a:gd name="csY17" fmla="*/ 25130 h 89659"/>
                <a:gd name="csX18" fmla="*/ 53386 w 55922"/>
                <a:gd name="csY18" fmla="*/ 35459 h 89659"/>
                <a:gd name="csX19" fmla="*/ 46013 w 55922"/>
                <a:gd name="csY19" fmla="*/ 46897 h 89659"/>
                <a:gd name="csX20" fmla="*/ 36636 w 55922"/>
                <a:gd name="csY20" fmla="*/ 56806 h 89659"/>
                <a:gd name="csX21" fmla="*/ 14337 w 55922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22" h="89659">
                  <a:moveTo>
                    <a:pt x="14337" y="79637"/>
                  </a:moveTo>
                  <a:lnTo>
                    <a:pt x="55923" y="79637"/>
                  </a:lnTo>
                  <a:lnTo>
                    <a:pt x="55923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0" y="60815"/>
                  </a:cubicBezTo>
                  <a:cubicBezTo>
                    <a:pt x="26289" y="52910"/>
                    <a:pt x="31208" y="47818"/>
                    <a:pt x="33216" y="45538"/>
                  </a:cubicBezTo>
                  <a:cubicBezTo>
                    <a:pt x="37029" y="41249"/>
                    <a:pt x="39683" y="37633"/>
                    <a:pt x="41178" y="34688"/>
                  </a:cubicBezTo>
                  <a:cubicBezTo>
                    <a:pt x="42710" y="31699"/>
                    <a:pt x="43477" y="28769"/>
                    <a:pt x="43477" y="25900"/>
                  </a:cubicBezTo>
                  <a:cubicBezTo>
                    <a:pt x="43477" y="21219"/>
                    <a:pt x="41823" y="17403"/>
                    <a:pt x="38516" y="14451"/>
                  </a:cubicBezTo>
                  <a:cubicBezTo>
                    <a:pt x="35255" y="11506"/>
                    <a:pt x="30989" y="10034"/>
                    <a:pt x="25719" y="10034"/>
                  </a:cubicBezTo>
                  <a:cubicBezTo>
                    <a:pt x="21982" y="10034"/>
                    <a:pt x="18029" y="10683"/>
                    <a:pt x="13862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91" y="3919"/>
                    <a:pt x="9875" y="2465"/>
                    <a:pt x="14043" y="1484"/>
                  </a:cubicBezTo>
                  <a:cubicBezTo>
                    <a:pt x="18210" y="495"/>
                    <a:pt x="22023" y="0"/>
                    <a:pt x="25481" y="0"/>
                  </a:cubicBezTo>
                  <a:cubicBezTo>
                    <a:pt x="34609" y="0"/>
                    <a:pt x="41883" y="2284"/>
                    <a:pt x="47304" y="6852"/>
                  </a:cubicBezTo>
                  <a:cubicBezTo>
                    <a:pt x="52733" y="11412"/>
                    <a:pt x="55447" y="17505"/>
                    <a:pt x="55447" y="25130"/>
                  </a:cubicBezTo>
                  <a:cubicBezTo>
                    <a:pt x="55447" y="28747"/>
                    <a:pt x="54760" y="32189"/>
                    <a:pt x="53386" y="35459"/>
                  </a:cubicBezTo>
                  <a:cubicBezTo>
                    <a:pt x="52049" y="38682"/>
                    <a:pt x="49592" y="42495"/>
                    <a:pt x="46013" y="46897"/>
                  </a:cubicBezTo>
                  <a:cubicBezTo>
                    <a:pt x="45024" y="48037"/>
                    <a:pt x="41898" y="51340"/>
                    <a:pt x="36636" y="56806"/>
                  </a:cubicBezTo>
                  <a:cubicBezTo>
                    <a:pt x="31366" y="62234"/>
                    <a:pt x="23933" y="69845"/>
                    <a:pt x="14337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13853C3F-28A4-C6FB-255B-EE648B77C62A}"/>
                </a:ext>
              </a:extLst>
            </p:cNvPr>
            <p:cNvSpPr/>
            <p:nvPr/>
          </p:nvSpPr>
          <p:spPr>
            <a:xfrm>
              <a:off x="3072551" y="2839031"/>
              <a:ext cx="57983" cy="91369"/>
            </a:xfrm>
            <a:custGeom>
              <a:avLst/>
              <a:gdLst>
                <a:gd name="csX0" fmla="*/ 39819 w 57983"/>
                <a:gd name="csY0" fmla="*/ 42174 h 91369"/>
                <a:gd name="csX1" fmla="*/ 53148 w 57983"/>
                <a:gd name="csY1" fmla="*/ 49785 h 91369"/>
                <a:gd name="csX2" fmla="*/ 57984 w 57983"/>
                <a:gd name="csY2" fmla="*/ 64065 h 91369"/>
                <a:gd name="csX3" fmla="*/ 49014 w 57983"/>
                <a:gd name="csY3" fmla="*/ 84235 h 91369"/>
                <a:gd name="csX4" fmla="*/ 23533 w 57983"/>
                <a:gd name="csY4" fmla="*/ 91370 h 91369"/>
                <a:gd name="csX5" fmla="*/ 12095 w 57983"/>
                <a:gd name="csY5" fmla="*/ 90249 h 91369"/>
                <a:gd name="csX6" fmla="*/ 0 w 57983"/>
                <a:gd name="csY6" fmla="*/ 87010 h 91369"/>
                <a:gd name="csX7" fmla="*/ 0 w 57983"/>
                <a:gd name="csY7" fmla="*/ 75504 h 91369"/>
                <a:gd name="csX8" fmla="*/ 10861 w 57983"/>
                <a:gd name="csY8" fmla="*/ 79864 h 91369"/>
                <a:gd name="csX9" fmla="*/ 23182 w 57983"/>
                <a:gd name="csY9" fmla="*/ 81347 h 91369"/>
                <a:gd name="csX10" fmla="*/ 40226 w 57983"/>
                <a:gd name="csY10" fmla="*/ 76919 h 91369"/>
                <a:gd name="csX11" fmla="*/ 46127 w 57983"/>
                <a:gd name="csY11" fmla="*/ 64065 h 91369"/>
                <a:gd name="csX12" fmla="*/ 40645 w 57983"/>
                <a:gd name="csY12" fmla="*/ 51914 h 91369"/>
                <a:gd name="csX13" fmla="*/ 25481 w 57983"/>
                <a:gd name="csY13" fmla="*/ 47486 h 91369"/>
                <a:gd name="csX14" fmla="*/ 15221 w 57983"/>
                <a:gd name="csY14" fmla="*/ 47486 h 91369"/>
                <a:gd name="csX15" fmla="*/ 15221 w 57983"/>
                <a:gd name="csY15" fmla="*/ 37690 h 91369"/>
                <a:gd name="csX16" fmla="*/ 25957 w 57983"/>
                <a:gd name="csY16" fmla="*/ 37690 h 91369"/>
                <a:gd name="csX17" fmla="*/ 39411 w 57983"/>
                <a:gd name="csY17" fmla="*/ 34213 h 91369"/>
                <a:gd name="csX18" fmla="*/ 44066 w 57983"/>
                <a:gd name="csY18" fmla="*/ 24066 h 91369"/>
                <a:gd name="csX19" fmla="*/ 39230 w 57983"/>
                <a:gd name="csY19" fmla="*/ 13692 h 91369"/>
                <a:gd name="csX20" fmla="*/ 25481 w 57983"/>
                <a:gd name="csY20" fmla="*/ 10034 h 91369"/>
                <a:gd name="csX21" fmla="*/ 14983 w 57983"/>
                <a:gd name="csY21" fmla="*/ 11099 h 91369"/>
                <a:gd name="csX22" fmla="*/ 2661 w 57983"/>
                <a:gd name="csY22" fmla="*/ 14394 h 91369"/>
                <a:gd name="csX23" fmla="*/ 2661 w 57983"/>
                <a:gd name="csY23" fmla="*/ 3783 h 91369"/>
                <a:gd name="csX24" fmla="*/ 15345 w 57983"/>
                <a:gd name="csY24" fmla="*/ 951 h 91369"/>
                <a:gd name="csX25" fmla="*/ 26546 w 57983"/>
                <a:gd name="csY25" fmla="*/ 0 h 91369"/>
                <a:gd name="csX26" fmla="*/ 48018 w 57983"/>
                <a:gd name="csY26" fmla="*/ 6195 h 91369"/>
                <a:gd name="csX27" fmla="*/ 55923 w 57983"/>
                <a:gd name="csY27" fmla="*/ 22831 h 91369"/>
                <a:gd name="csX28" fmla="*/ 51732 w 57983"/>
                <a:gd name="csY28" fmla="*/ 35221 h 91369"/>
                <a:gd name="csX29" fmla="*/ 39819 w 57983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3" h="91369">
                  <a:moveTo>
                    <a:pt x="39819" y="42174"/>
                  </a:moveTo>
                  <a:cubicBezTo>
                    <a:pt x="45519" y="43397"/>
                    <a:pt x="49962" y="45934"/>
                    <a:pt x="53148" y="49785"/>
                  </a:cubicBezTo>
                  <a:cubicBezTo>
                    <a:pt x="56372" y="53643"/>
                    <a:pt x="57984" y="58403"/>
                    <a:pt x="57984" y="64065"/>
                  </a:cubicBezTo>
                  <a:cubicBezTo>
                    <a:pt x="57984" y="72755"/>
                    <a:pt x="54994" y="79479"/>
                    <a:pt x="49014" y="84235"/>
                  </a:cubicBezTo>
                  <a:cubicBezTo>
                    <a:pt x="43042" y="88992"/>
                    <a:pt x="34549" y="91370"/>
                    <a:pt x="23533" y="91370"/>
                  </a:cubicBezTo>
                  <a:cubicBezTo>
                    <a:pt x="19841" y="91370"/>
                    <a:pt x="16029" y="90996"/>
                    <a:pt x="12095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7" y="77429"/>
                    <a:pt x="6927" y="78882"/>
                    <a:pt x="10861" y="79864"/>
                  </a:cubicBezTo>
                  <a:cubicBezTo>
                    <a:pt x="14794" y="80853"/>
                    <a:pt x="18901" y="81347"/>
                    <a:pt x="23182" y="81347"/>
                  </a:cubicBezTo>
                  <a:cubicBezTo>
                    <a:pt x="30657" y="81347"/>
                    <a:pt x="36338" y="79871"/>
                    <a:pt x="40226" y="76919"/>
                  </a:cubicBezTo>
                  <a:cubicBezTo>
                    <a:pt x="44160" y="73967"/>
                    <a:pt x="46127" y="69683"/>
                    <a:pt x="46127" y="64065"/>
                  </a:cubicBezTo>
                  <a:cubicBezTo>
                    <a:pt x="46127" y="58871"/>
                    <a:pt x="44300" y="54820"/>
                    <a:pt x="40645" y="51914"/>
                  </a:cubicBezTo>
                  <a:cubicBezTo>
                    <a:pt x="37029" y="48962"/>
                    <a:pt x="31974" y="47486"/>
                    <a:pt x="25481" y="47486"/>
                  </a:cubicBezTo>
                  <a:lnTo>
                    <a:pt x="15221" y="47486"/>
                  </a:lnTo>
                  <a:lnTo>
                    <a:pt x="15221" y="37690"/>
                  </a:lnTo>
                  <a:lnTo>
                    <a:pt x="25957" y="37690"/>
                  </a:lnTo>
                  <a:cubicBezTo>
                    <a:pt x="31816" y="37690"/>
                    <a:pt x="36300" y="36531"/>
                    <a:pt x="39411" y="34213"/>
                  </a:cubicBezTo>
                  <a:cubicBezTo>
                    <a:pt x="42514" y="31857"/>
                    <a:pt x="44066" y="28475"/>
                    <a:pt x="44066" y="24066"/>
                  </a:cubicBezTo>
                  <a:cubicBezTo>
                    <a:pt x="44066" y="19543"/>
                    <a:pt x="42454" y="16085"/>
                    <a:pt x="39230" y="13692"/>
                  </a:cubicBezTo>
                  <a:cubicBezTo>
                    <a:pt x="36044" y="11253"/>
                    <a:pt x="31461" y="10034"/>
                    <a:pt x="25481" y="10034"/>
                  </a:cubicBezTo>
                  <a:cubicBezTo>
                    <a:pt x="22220" y="10034"/>
                    <a:pt x="18720" y="10389"/>
                    <a:pt x="14983" y="11099"/>
                  </a:cubicBezTo>
                  <a:cubicBezTo>
                    <a:pt x="11246" y="11801"/>
                    <a:pt x="7139" y="12899"/>
                    <a:pt x="2661" y="14394"/>
                  </a:cubicBezTo>
                  <a:lnTo>
                    <a:pt x="2661" y="3783"/>
                  </a:lnTo>
                  <a:cubicBezTo>
                    <a:pt x="7184" y="2522"/>
                    <a:pt x="11412" y="1578"/>
                    <a:pt x="15345" y="951"/>
                  </a:cubicBezTo>
                  <a:cubicBezTo>
                    <a:pt x="19317" y="317"/>
                    <a:pt x="23050" y="0"/>
                    <a:pt x="26546" y="0"/>
                  </a:cubicBezTo>
                  <a:cubicBezTo>
                    <a:pt x="35591" y="0"/>
                    <a:pt x="42748" y="2065"/>
                    <a:pt x="48018" y="6195"/>
                  </a:cubicBezTo>
                  <a:cubicBezTo>
                    <a:pt x="53288" y="10287"/>
                    <a:pt x="55923" y="15832"/>
                    <a:pt x="55923" y="22831"/>
                  </a:cubicBezTo>
                  <a:cubicBezTo>
                    <a:pt x="55923" y="27708"/>
                    <a:pt x="54526" y="31838"/>
                    <a:pt x="51732" y="35221"/>
                  </a:cubicBezTo>
                  <a:cubicBezTo>
                    <a:pt x="48939" y="38558"/>
                    <a:pt x="44968" y="40876"/>
                    <a:pt x="39819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71373411-F5CB-6E24-4953-B4C2C1BA4D4B}"/>
                </a:ext>
              </a:extLst>
            </p:cNvPr>
            <p:cNvSpPr/>
            <p:nvPr/>
          </p:nvSpPr>
          <p:spPr>
            <a:xfrm>
              <a:off x="1714801" y="2989302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40 w 82774"/>
                <a:gd name="csY3" fmla="*/ 11144 h 97847"/>
                <a:gd name="csX4" fmla="*/ 48040 w 82774"/>
                <a:gd name="csY4" fmla="*/ 97848 h 97847"/>
                <a:gd name="csX5" fmla="*/ 34745 w 82774"/>
                <a:gd name="csY5" fmla="*/ 97848 h 97847"/>
                <a:gd name="csX6" fmla="*/ 34745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40" y="11144"/>
                  </a:lnTo>
                  <a:lnTo>
                    <a:pt x="48040" y="97848"/>
                  </a:lnTo>
                  <a:lnTo>
                    <a:pt x="34745" y="97848"/>
                  </a:lnTo>
                  <a:lnTo>
                    <a:pt x="34745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1270CB0-5151-7CAC-2176-7241E69D4949}"/>
                </a:ext>
              </a:extLst>
            </p:cNvPr>
            <p:cNvSpPr/>
            <p:nvPr/>
          </p:nvSpPr>
          <p:spPr>
            <a:xfrm>
              <a:off x="1789648" y="3011975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29 w 42989"/>
                <a:gd name="csY4" fmla="*/ 36512 h 75175"/>
                <a:gd name="csX5" fmla="*/ 12129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29 w 42989"/>
                <a:gd name="csY8" fmla="*/ 1778 h 75175"/>
                <a:gd name="csX9" fmla="*/ 12129 w 42989"/>
                <a:gd name="csY9" fmla="*/ 13171 h 75175"/>
                <a:gd name="csX10" fmla="*/ 22027 w 42989"/>
                <a:gd name="csY10" fmla="*/ 3284 h 75175"/>
                <a:gd name="csX11" fmla="*/ 36829 w 42989"/>
                <a:gd name="csY11" fmla="*/ 0 h 75175"/>
                <a:gd name="csX12" fmla="*/ 39592 w 42989"/>
                <a:gd name="csY12" fmla="*/ 204 h 75175"/>
                <a:gd name="csX13" fmla="*/ 42933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8" y="10944"/>
                    <a:pt x="35221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41" y="21850"/>
                    <a:pt x="12129" y="28207"/>
                    <a:pt x="12129" y="3651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4658" y="8716"/>
                    <a:pt x="17958" y="5421"/>
                    <a:pt x="22027" y="3284"/>
                  </a:cubicBezTo>
                  <a:cubicBezTo>
                    <a:pt x="26089" y="1095"/>
                    <a:pt x="31023" y="0"/>
                    <a:pt x="36829" y="0"/>
                  </a:cubicBezTo>
                  <a:cubicBezTo>
                    <a:pt x="37659" y="0"/>
                    <a:pt x="38580" y="68"/>
                    <a:pt x="39592" y="204"/>
                  </a:cubicBezTo>
                  <a:cubicBezTo>
                    <a:pt x="40596" y="287"/>
                    <a:pt x="41710" y="438"/>
                    <a:pt x="42933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5C0F26D-9E16-CA09-0C1D-1B545919696C}"/>
                </a:ext>
              </a:extLst>
            </p:cNvPr>
            <p:cNvSpPr/>
            <p:nvPr/>
          </p:nvSpPr>
          <p:spPr>
            <a:xfrm>
              <a:off x="1844041" y="3011975"/>
              <a:ext cx="61483" cy="77077"/>
            </a:xfrm>
            <a:custGeom>
              <a:avLst/>
              <a:gdLst>
                <a:gd name="csX0" fmla="*/ 0 w 61483"/>
                <a:gd name="csY0" fmla="*/ 46206 h 77077"/>
                <a:gd name="csX1" fmla="*/ 0 w 61483"/>
                <a:gd name="csY1" fmla="*/ 1778 h 77077"/>
                <a:gd name="csX2" fmla="*/ 12061 w 61483"/>
                <a:gd name="csY2" fmla="*/ 1778 h 77077"/>
                <a:gd name="csX3" fmla="*/ 12061 w 61483"/>
                <a:gd name="csY3" fmla="*/ 45753 h 77077"/>
                <a:gd name="csX4" fmla="*/ 16127 w 61483"/>
                <a:gd name="csY4" fmla="*/ 61415 h 77077"/>
                <a:gd name="csX5" fmla="*/ 28312 w 61483"/>
                <a:gd name="csY5" fmla="*/ 66591 h 77077"/>
                <a:gd name="csX6" fmla="*/ 43714 w 61483"/>
                <a:gd name="csY6" fmla="*/ 60362 h 77077"/>
                <a:gd name="csX7" fmla="*/ 49422 w 61483"/>
                <a:gd name="csY7" fmla="*/ 43386 h 77077"/>
                <a:gd name="csX8" fmla="*/ 49422 w 61483"/>
                <a:gd name="csY8" fmla="*/ 1778 h 77077"/>
                <a:gd name="csX9" fmla="*/ 61483 w 61483"/>
                <a:gd name="csY9" fmla="*/ 1778 h 77077"/>
                <a:gd name="csX10" fmla="*/ 61483 w 61483"/>
                <a:gd name="csY10" fmla="*/ 75175 h 77077"/>
                <a:gd name="csX11" fmla="*/ 49422 w 61483"/>
                <a:gd name="csY11" fmla="*/ 75175 h 77077"/>
                <a:gd name="csX12" fmla="*/ 49422 w 61483"/>
                <a:gd name="csY12" fmla="*/ 63907 h 77077"/>
                <a:gd name="csX13" fmla="*/ 39196 w 61483"/>
                <a:gd name="csY13" fmla="*/ 73861 h 77077"/>
                <a:gd name="csX14" fmla="*/ 25764 w 61483"/>
                <a:gd name="csY14" fmla="*/ 77078 h 77077"/>
                <a:gd name="csX15" fmla="*/ 6557 w 61483"/>
                <a:gd name="csY15" fmla="*/ 69207 h 77077"/>
                <a:gd name="csX16" fmla="*/ 0 w 61483"/>
                <a:gd name="csY16" fmla="*/ 46206 h 77077"/>
                <a:gd name="csX17" fmla="*/ 30351 w 61483"/>
                <a:gd name="csY17" fmla="*/ 0 h 77077"/>
                <a:gd name="csX18" fmla="*/ 30351 w 61483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83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6" y="57920"/>
                    <a:pt x="16127" y="61415"/>
                  </a:cubicBezTo>
                  <a:cubicBezTo>
                    <a:pt x="18837" y="64866"/>
                    <a:pt x="22899" y="66591"/>
                    <a:pt x="28312" y="66591"/>
                  </a:cubicBezTo>
                  <a:cubicBezTo>
                    <a:pt x="34828" y="66591"/>
                    <a:pt x="39962" y="64515"/>
                    <a:pt x="43714" y="60362"/>
                  </a:cubicBezTo>
                  <a:cubicBezTo>
                    <a:pt x="47520" y="56210"/>
                    <a:pt x="49422" y="50551"/>
                    <a:pt x="49422" y="43386"/>
                  </a:cubicBezTo>
                  <a:lnTo>
                    <a:pt x="49422" y="1778"/>
                  </a:lnTo>
                  <a:lnTo>
                    <a:pt x="61483" y="1778"/>
                  </a:lnTo>
                  <a:lnTo>
                    <a:pt x="61483" y="75175"/>
                  </a:lnTo>
                  <a:lnTo>
                    <a:pt x="49422" y="75175"/>
                  </a:lnTo>
                  <a:lnTo>
                    <a:pt x="49422" y="63907"/>
                  </a:lnTo>
                  <a:cubicBezTo>
                    <a:pt x="46493" y="68361"/>
                    <a:pt x="43084" y="71679"/>
                    <a:pt x="39196" y="73861"/>
                  </a:cubicBezTo>
                  <a:cubicBezTo>
                    <a:pt x="35353" y="76006"/>
                    <a:pt x="30876" y="77078"/>
                    <a:pt x="25764" y="77078"/>
                  </a:cubicBezTo>
                  <a:cubicBezTo>
                    <a:pt x="17331" y="77078"/>
                    <a:pt x="10928" y="74454"/>
                    <a:pt x="6557" y="69207"/>
                  </a:cubicBezTo>
                  <a:cubicBezTo>
                    <a:pt x="2186" y="63967"/>
                    <a:pt x="0" y="56300"/>
                    <a:pt x="0" y="46206"/>
                  </a:cubicBezTo>
                  <a:moveTo>
                    <a:pt x="30351" y="0"/>
                  </a:moveTo>
                  <a:lnTo>
                    <a:pt x="30351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64915AD2-C4F3-0946-826D-5E93A1F05257}"/>
                </a:ext>
              </a:extLst>
            </p:cNvPr>
            <p:cNvSpPr/>
            <p:nvPr/>
          </p:nvSpPr>
          <p:spPr>
            <a:xfrm>
              <a:off x="1925117" y="3011975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02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694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03" y="49656"/>
                    <a:pt x="15594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27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82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10" y="3541"/>
                    <a:pt x="24972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1" y="10226"/>
                    <a:pt x="23982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57EBCBB6-8959-529A-1606-C53AE4E71959}"/>
                </a:ext>
              </a:extLst>
            </p:cNvPr>
            <p:cNvSpPr/>
            <p:nvPr/>
          </p:nvSpPr>
          <p:spPr>
            <a:xfrm>
              <a:off x="2050224" y="3011975"/>
              <a:ext cx="56103" cy="77077"/>
            </a:xfrm>
            <a:custGeom>
              <a:avLst/>
              <a:gdLst>
                <a:gd name="csX0" fmla="*/ 52174 w 56103"/>
                <a:gd name="csY0" fmla="*/ 3941 h 77077"/>
                <a:gd name="csX1" fmla="*/ 52174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97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46 w 56103"/>
                <a:gd name="csY8" fmla="*/ 33171 h 77077"/>
                <a:gd name="csX9" fmla="*/ 50668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64 w 56103"/>
                <a:gd name="csY12" fmla="*/ 77078 h 77077"/>
                <a:gd name="csX13" fmla="*/ 13443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25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99 w 56103"/>
                <a:gd name="csY22" fmla="*/ 42276 h 77077"/>
                <a:gd name="csX23" fmla="*/ 5504 w 56103"/>
                <a:gd name="csY23" fmla="*/ 35062 h 77077"/>
                <a:gd name="csX24" fmla="*/ 532 w 56103"/>
                <a:gd name="csY24" fmla="*/ 21631 h 77077"/>
                <a:gd name="csX25" fmla="*/ 7871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74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74" y="3941"/>
                  </a:moveTo>
                  <a:lnTo>
                    <a:pt x="52174" y="15334"/>
                  </a:lnTo>
                  <a:cubicBezTo>
                    <a:pt x="48762" y="13590"/>
                    <a:pt x="45221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81" y="14688"/>
                    <a:pt x="12197" y="17440"/>
                    <a:pt x="12197" y="21110"/>
                  </a:cubicBezTo>
                  <a:cubicBezTo>
                    <a:pt x="12197" y="23903"/>
                    <a:pt x="13265" y="26108"/>
                    <a:pt x="15402" y="27723"/>
                  </a:cubicBezTo>
                  <a:cubicBezTo>
                    <a:pt x="17546" y="29301"/>
                    <a:pt x="21850" y="30808"/>
                    <a:pt x="28312" y="32242"/>
                  </a:cubicBezTo>
                  <a:lnTo>
                    <a:pt x="32446" y="33171"/>
                  </a:lnTo>
                  <a:cubicBezTo>
                    <a:pt x="41008" y="35005"/>
                    <a:pt x="47082" y="37603"/>
                    <a:pt x="50668" y="40962"/>
                  </a:cubicBezTo>
                  <a:cubicBezTo>
                    <a:pt x="54292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605" y="75088"/>
                    <a:pt x="35202" y="77078"/>
                    <a:pt x="25764" y="77078"/>
                  </a:cubicBezTo>
                  <a:cubicBezTo>
                    <a:pt x="21831" y="77078"/>
                    <a:pt x="17724" y="76685"/>
                    <a:pt x="13443" y="75900"/>
                  </a:cubicBezTo>
                  <a:cubicBezTo>
                    <a:pt x="9200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62" y="62351"/>
                    <a:pt x="8852" y="64099"/>
                    <a:pt x="13171" y="65277"/>
                  </a:cubicBezTo>
                  <a:cubicBezTo>
                    <a:pt x="17497" y="66417"/>
                    <a:pt x="21782" y="66987"/>
                    <a:pt x="26025" y="66987"/>
                  </a:cubicBezTo>
                  <a:cubicBezTo>
                    <a:pt x="31702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92" y="46557"/>
                    <a:pt x="33363" y="44877"/>
                    <a:pt x="25889" y="43261"/>
                  </a:cubicBezTo>
                  <a:lnTo>
                    <a:pt x="21699" y="42276"/>
                  </a:lnTo>
                  <a:cubicBezTo>
                    <a:pt x="14224" y="40706"/>
                    <a:pt x="8826" y="38301"/>
                    <a:pt x="5504" y="35062"/>
                  </a:cubicBezTo>
                  <a:cubicBezTo>
                    <a:pt x="2190" y="31785"/>
                    <a:pt x="532" y="27308"/>
                    <a:pt x="532" y="21631"/>
                  </a:cubicBezTo>
                  <a:cubicBezTo>
                    <a:pt x="532" y="14730"/>
                    <a:pt x="2978" y="9400"/>
                    <a:pt x="7871" y="5640"/>
                  </a:cubicBezTo>
                  <a:cubicBezTo>
                    <a:pt x="12763" y="1880"/>
                    <a:pt x="19709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24" y="1642"/>
                    <a:pt x="48852" y="2627"/>
                    <a:pt x="52174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B3FD1F73-3BB1-64CF-4136-9300E49DD66A}"/>
                </a:ext>
              </a:extLst>
            </p:cNvPr>
            <p:cNvSpPr/>
            <p:nvPr/>
          </p:nvSpPr>
          <p:spPr>
            <a:xfrm>
              <a:off x="2125070" y="2985168"/>
              <a:ext cx="65141" cy="101981"/>
            </a:xfrm>
            <a:custGeom>
              <a:avLst/>
              <a:gdLst>
                <a:gd name="csX0" fmla="*/ 0 w 65141"/>
                <a:gd name="csY0" fmla="*/ 0 h 101981"/>
                <a:gd name="csX1" fmla="*/ 12129 w 65141"/>
                <a:gd name="csY1" fmla="*/ 0 h 101981"/>
                <a:gd name="csX2" fmla="*/ 12129 w 65141"/>
                <a:gd name="csY2" fmla="*/ 60238 h 101981"/>
                <a:gd name="csX3" fmla="*/ 48109 w 65141"/>
                <a:gd name="csY3" fmla="*/ 28584 h 101981"/>
                <a:gd name="csX4" fmla="*/ 63510 w 65141"/>
                <a:gd name="csY4" fmla="*/ 28584 h 101981"/>
                <a:gd name="csX5" fmla="*/ 24575 w 65141"/>
                <a:gd name="csY5" fmla="*/ 62922 h 101981"/>
                <a:gd name="csX6" fmla="*/ 65141 w 65141"/>
                <a:gd name="csY6" fmla="*/ 101981 h 101981"/>
                <a:gd name="csX7" fmla="*/ 49411 w 65141"/>
                <a:gd name="csY7" fmla="*/ 101981 h 101981"/>
                <a:gd name="csX8" fmla="*/ 12129 w 65141"/>
                <a:gd name="csY8" fmla="*/ 66126 h 101981"/>
                <a:gd name="csX9" fmla="*/ 12129 w 65141"/>
                <a:gd name="csY9" fmla="*/ 101981 h 101981"/>
                <a:gd name="csX10" fmla="*/ 0 w 65141"/>
                <a:gd name="csY10" fmla="*/ 101981 h 101981"/>
                <a:gd name="csX11" fmla="*/ 0 w 65141"/>
                <a:gd name="csY11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5141" h="101981">
                  <a:moveTo>
                    <a:pt x="0" y="0"/>
                  </a:moveTo>
                  <a:lnTo>
                    <a:pt x="12129" y="0"/>
                  </a:lnTo>
                  <a:lnTo>
                    <a:pt x="12129" y="60238"/>
                  </a:lnTo>
                  <a:lnTo>
                    <a:pt x="48109" y="28584"/>
                  </a:lnTo>
                  <a:lnTo>
                    <a:pt x="63510" y="28584"/>
                  </a:lnTo>
                  <a:lnTo>
                    <a:pt x="24575" y="62922"/>
                  </a:lnTo>
                  <a:lnTo>
                    <a:pt x="65141" y="101981"/>
                  </a:lnTo>
                  <a:lnTo>
                    <a:pt x="49411" y="101981"/>
                  </a:lnTo>
                  <a:lnTo>
                    <a:pt x="12129" y="66126"/>
                  </a:lnTo>
                  <a:lnTo>
                    <a:pt x="12129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CED5B07F-11B8-8DC6-2E8A-AA106C8D7F0B}"/>
                </a:ext>
              </a:extLst>
            </p:cNvPr>
            <p:cNvSpPr/>
            <p:nvPr/>
          </p:nvSpPr>
          <p:spPr>
            <a:xfrm>
              <a:off x="2203258" y="2985168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BB088DE-3F39-262B-9849-31A63E122B12}"/>
                </a:ext>
              </a:extLst>
            </p:cNvPr>
            <p:cNvSpPr/>
            <p:nvPr/>
          </p:nvSpPr>
          <p:spPr>
            <a:xfrm>
              <a:off x="2240551" y="2985168"/>
              <a:ext cx="12060" cy="101981"/>
            </a:xfrm>
            <a:custGeom>
              <a:avLst/>
              <a:gdLst>
                <a:gd name="csX0" fmla="*/ 0 w 12060"/>
                <a:gd name="csY0" fmla="*/ 0 h 101981"/>
                <a:gd name="csX1" fmla="*/ 12061 w 12060"/>
                <a:gd name="csY1" fmla="*/ 0 h 101981"/>
                <a:gd name="csX2" fmla="*/ 12061 w 12060"/>
                <a:gd name="csY2" fmla="*/ 101981 h 101981"/>
                <a:gd name="csX3" fmla="*/ 0 w 12060"/>
                <a:gd name="csY3" fmla="*/ 101981 h 101981"/>
                <a:gd name="csX4" fmla="*/ 0 w 12060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60" h="101981">
                  <a:moveTo>
                    <a:pt x="0" y="0"/>
                  </a:moveTo>
                  <a:lnTo>
                    <a:pt x="12061" y="0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5B2BAA-6691-C158-6D11-4BBEDF91E3AB}"/>
                </a:ext>
              </a:extLst>
            </p:cNvPr>
            <p:cNvSpPr/>
            <p:nvPr/>
          </p:nvSpPr>
          <p:spPr>
            <a:xfrm>
              <a:off x="2277844" y="2985168"/>
              <a:ext cx="12049" cy="101981"/>
            </a:xfrm>
            <a:custGeom>
              <a:avLst/>
              <a:gdLst>
                <a:gd name="csX0" fmla="*/ 0 w 12049"/>
                <a:gd name="csY0" fmla="*/ 0 h 101981"/>
                <a:gd name="csX1" fmla="*/ 12050 w 12049"/>
                <a:gd name="csY1" fmla="*/ 0 h 101981"/>
                <a:gd name="csX2" fmla="*/ 12050 w 12049"/>
                <a:gd name="csY2" fmla="*/ 101981 h 101981"/>
                <a:gd name="csX3" fmla="*/ 0 w 12049"/>
                <a:gd name="csY3" fmla="*/ 101981 h 101981"/>
                <a:gd name="csX4" fmla="*/ 0 w 12049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49" h="101981">
                  <a:moveTo>
                    <a:pt x="0" y="0"/>
                  </a:moveTo>
                  <a:lnTo>
                    <a:pt x="12050" y="0"/>
                  </a:lnTo>
                  <a:lnTo>
                    <a:pt x="12050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8B48ED6-174D-A160-4C6C-D3E4B3EC3EAC}"/>
                </a:ext>
              </a:extLst>
            </p:cNvPr>
            <p:cNvSpPr/>
            <p:nvPr/>
          </p:nvSpPr>
          <p:spPr>
            <a:xfrm>
              <a:off x="2309758" y="3011975"/>
              <a:ext cx="56103" cy="77077"/>
            </a:xfrm>
            <a:custGeom>
              <a:avLst/>
              <a:gdLst>
                <a:gd name="csX0" fmla="*/ 52163 w 56103"/>
                <a:gd name="csY0" fmla="*/ 3941 h 77077"/>
                <a:gd name="csX1" fmla="*/ 52163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86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35 w 56103"/>
                <a:gd name="csY8" fmla="*/ 33171 h 77077"/>
                <a:gd name="csX9" fmla="*/ 50657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53 w 56103"/>
                <a:gd name="csY12" fmla="*/ 77078 h 77077"/>
                <a:gd name="csX13" fmla="*/ 13431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13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87 w 56103"/>
                <a:gd name="csY22" fmla="*/ 42276 h 77077"/>
                <a:gd name="csX23" fmla="*/ 5504 w 56103"/>
                <a:gd name="csY23" fmla="*/ 35062 h 77077"/>
                <a:gd name="csX24" fmla="*/ 521 w 56103"/>
                <a:gd name="csY24" fmla="*/ 21631 h 77077"/>
                <a:gd name="csX25" fmla="*/ 7859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63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73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1004" y="35005"/>
                    <a:pt x="47078" y="37603"/>
                    <a:pt x="50657" y="40962"/>
                  </a:cubicBezTo>
                  <a:cubicBezTo>
                    <a:pt x="54288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9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84" y="46557"/>
                    <a:pt x="33356" y="44877"/>
                    <a:pt x="25889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702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17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959455C8-8855-8A4B-894C-77C38C0428E0}"/>
                </a:ext>
              </a:extLst>
            </p:cNvPr>
            <p:cNvSpPr/>
            <p:nvPr/>
          </p:nvSpPr>
          <p:spPr>
            <a:xfrm>
              <a:off x="892250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CD0F45AF-298C-F102-DDA0-6A951C1E8633}"/>
                </a:ext>
              </a:extLst>
            </p:cNvPr>
            <p:cNvSpPr/>
            <p:nvPr/>
          </p:nvSpPr>
          <p:spPr>
            <a:xfrm>
              <a:off x="892250" y="2666869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04984492-9BB3-3362-5229-B663D4FF7B25}"/>
                </a:ext>
              </a:extLst>
            </p:cNvPr>
            <p:cNvSpPr/>
            <p:nvPr/>
          </p:nvSpPr>
          <p:spPr>
            <a:xfrm>
              <a:off x="892250" y="237128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8C5653FB-73F1-C552-BFCA-1571176202B5}"/>
                </a:ext>
              </a:extLst>
            </p:cNvPr>
            <p:cNvSpPr/>
            <p:nvPr/>
          </p:nvSpPr>
          <p:spPr>
            <a:xfrm>
              <a:off x="892250" y="207569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45BF1971-E9F1-CA22-C084-74D0357A8339}"/>
                </a:ext>
              </a:extLst>
            </p:cNvPr>
            <p:cNvSpPr/>
            <p:nvPr/>
          </p:nvSpPr>
          <p:spPr>
            <a:xfrm>
              <a:off x="892250" y="178010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9DA40FDD-E32D-3A05-4D45-7550A81FFC2E}"/>
                </a:ext>
              </a:extLst>
            </p:cNvPr>
            <p:cNvSpPr/>
            <p:nvPr/>
          </p:nvSpPr>
          <p:spPr>
            <a:xfrm>
              <a:off x="892250" y="148451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299186C-6B8E-7A13-53EA-CD80F3F0D2FF}"/>
                </a:ext>
              </a:extLst>
            </p:cNvPr>
            <p:cNvSpPr/>
            <p:nvPr/>
          </p:nvSpPr>
          <p:spPr>
            <a:xfrm>
              <a:off x="698298" y="2668024"/>
              <a:ext cx="75617" cy="10022"/>
            </a:xfrm>
            <a:custGeom>
              <a:avLst/>
              <a:gdLst>
                <a:gd name="csX0" fmla="*/ 0 w 75617"/>
                <a:gd name="csY0" fmla="*/ 0 h 10022"/>
                <a:gd name="csX1" fmla="*/ 75618 w 75617"/>
                <a:gd name="csY1" fmla="*/ 0 h 10022"/>
                <a:gd name="csX2" fmla="*/ 75618 w 75617"/>
                <a:gd name="csY2" fmla="*/ 10023 h 10022"/>
                <a:gd name="csX3" fmla="*/ 0 w 75617"/>
                <a:gd name="csY3" fmla="*/ 10023 h 10022"/>
                <a:gd name="csX4" fmla="*/ 0 w 75617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2">
                  <a:moveTo>
                    <a:pt x="0" y="0"/>
                  </a:moveTo>
                  <a:lnTo>
                    <a:pt x="75618" y="0"/>
                  </a:lnTo>
                  <a:lnTo>
                    <a:pt x="75618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0AD1736E-9043-5BAC-07D4-7D42B4B62A23}"/>
                </a:ext>
              </a:extLst>
            </p:cNvPr>
            <p:cNvSpPr/>
            <p:nvPr/>
          </p:nvSpPr>
          <p:spPr>
            <a:xfrm>
              <a:off x="795563" y="2621252"/>
              <a:ext cx="55917" cy="89648"/>
            </a:xfrm>
            <a:custGeom>
              <a:avLst/>
              <a:gdLst>
                <a:gd name="csX0" fmla="*/ 14334 w 55917"/>
                <a:gd name="csY0" fmla="*/ 79626 h 89648"/>
                <a:gd name="csX1" fmla="*/ 55917 w 55917"/>
                <a:gd name="csY1" fmla="*/ 79626 h 89648"/>
                <a:gd name="csX2" fmla="*/ 55917 w 55917"/>
                <a:gd name="csY2" fmla="*/ 89648 h 89648"/>
                <a:gd name="csX3" fmla="*/ 0 w 55917"/>
                <a:gd name="csY3" fmla="*/ 89648 h 89648"/>
                <a:gd name="csX4" fmla="*/ 0 w 55917"/>
                <a:gd name="csY4" fmla="*/ 79626 h 89648"/>
                <a:gd name="csX5" fmla="*/ 18462 w 55917"/>
                <a:gd name="csY5" fmla="*/ 60804 h 89648"/>
                <a:gd name="csX6" fmla="*/ 33208 w 55917"/>
                <a:gd name="csY6" fmla="*/ 45526 h 89648"/>
                <a:gd name="csX7" fmla="*/ 41171 w 55917"/>
                <a:gd name="csY7" fmla="*/ 34677 h 89648"/>
                <a:gd name="csX8" fmla="*/ 43472 w 55917"/>
                <a:gd name="csY8" fmla="*/ 25889 h 89648"/>
                <a:gd name="csX9" fmla="*/ 38517 w 55917"/>
                <a:gd name="csY9" fmla="*/ 14451 h 89648"/>
                <a:gd name="csX10" fmla="*/ 25718 w 55917"/>
                <a:gd name="csY10" fmla="*/ 10023 h 89648"/>
                <a:gd name="csX11" fmla="*/ 13862 w 55917"/>
                <a:gd name="csY11" fmla="*/ 11970 h 89648"/>
                <a:gd name="csX12" fmla="*/ 590 w 55917"/>
                <a:gd name="csY12" fmla="*/ 17871 h 89648"/>
                <a:gd name="csX13" fmla="*/ 590 w 55917"/>
                <a:gd name="csY13" fmla="*/ 5832 h 89648"/>
                <a:gd name="csX14" fmla="*/ 14038 w 55917"/>
                <a:gd name="csY14" fmla="*/ 1472 h 89648"/>
                <a:gd name="csX15" fmla="*/ 25481 w 55917"/>
                <a:gd name="csY15" fmla="*/ 0 h 89648"/>
                <a:gd name="csX16" fmla="*/ 47305 w 55917"/>
                <a:gd name="csY16" fmla="*/ 6840 h 89648"/>
                <a:gd name="csX17" fmla="*/ 55446 w 55917"/>
                <a:gd name="csY17" fmla="*/ 25119 h 89648"/>
                <a:gd name="csX18" fmla="*/ 53381 w 55917"/>
                <a:gd name="csY18" fmla="*/ 35447 h 89648"/>
                <a:gd name="csX19" fmla="*/ 46008 w 55917"/>
                <a:gd name="csY19" fmla="*/ 46885 h 89648"/>
                <a:gd name="csX20" fmla="*/ 36629 w 55917"/>
                <a:gd name="csY20" fmla="*/ 56795 h 89648"/>
                <a:gd name="csX21" fmla="*/ 14334 w 55917"/>
                <a:gd name="csY21" fmla="*/ 79626 h 896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48">
                  <a:moveTo>
                    <a:pt x="14334" y="79626"/>
                  </a:moveTo>
                  <a:lnTo>
                    <a:pt x="55917" y="79626"/>
                  </a:lnTo>
                  <a:lnTo>
                    <a:pt x="55917" y="89648"/>
                  </a:lnTo>
                  <a:lnTo>
                    <a:pt x="0" y="89648"/>
                  </a:lnTo>
                  <a:lnTo>
                    <a:pt x="0" y="79626"/>
                  </a:lnTo>
                  <a:cubicBezTo>
                    <a:pt x="4522" y="74945"/>
                    <a:pt x="10676" y="68671"/>
                    <a:pt x="18462" y="60804"/>
                  </a:cubicBezTo>
                  <a:cubicBezTo>
                    <a:pt x="26288" y="52899"/>
                    <a:pt x="31203" y="47806"/>
                    <a:pt x="33208" y="45526"/>
                  </a:cubicBezTo>
                  <a:cubicBezTo>
                    <a:pt x="37022" y="41245"/>
                    <a:pt x="39677" y="37629"/>
                    <a:pt x="41171" y="34677"/>
                  </a:cubicBezTo>
                  <a:cubicBezTo>
                    <a:pt x="42705" y="31687"/>
                    <a:pt x="43472" y="28758"/>
                    <a:pt x="43472" y="25889"/>
                  </a:cubicBezTo>
                  <a:cubicBezTo>
                    <a:pt x="43472" y="21208"/>
                    <a:pt x="41820" y="17395"/>
                    <a:pt x="38517" y="14451"/>
                  </a:cubicBezTo>
                  <a:cubicBezTo>
                    <a:pt x="35253" y="11499"/>
                    <a:pt x="30987" y="10023"/>
                    <a:pt x="25718" y="10023"/>
                  </a:cubicBezTo>
                  <a:cubicBezTo>
                    <a:pt x="21982" y="10023"/>
                    <a:pt x="18030" y="10672"/>
                    <a:pt x="13862" y="11970"/>
                  </a:cubicBezTo>
                  <a:cubicBezTo>
                    <a:pt x="9733" y="13269"/>
                    <a:pt x="5309" y="15236"/>
                    <a:pt x="590" y="17871"/>
                  </a:cubicBezTo>
                  <a:lnTo>
                    <a:pt x="590" y="5832"/>
                  </a:lnTo>
                  <a:cubicBezTo>
                    <a:pt x="5387" y="3907"/>
                    <a:pt x="9870" y="2454"/>
                    <a:pt x="14038" y="1472"/>
                  </a:cubicBezTo>
                  <a:cubicBezTo>
                    <a:pt x="18207" y="491"/>
                    <a:pt x="22021" y="0"/>
                    <a:pt x="25481" y="0"/>
                  </a:cubicBezTo>
                  <a:cubicBezTo>
                    <a:pt x="34605" y="0"/>
                    <a:pt x="41879" y="2280"/>
                    <a:pt x="47305" y="6840"/>
                  </a:cubicBezTo>
                  <a:cubicBezTo>
                    <a:pt x="52732" y="11400"/>
                    <a:pt x="55446" y="17493"/>
                    <a:pt x="55446" y="25119"/>
                  </a:cubicBezTo>
                  <a:cubicBezTo>
                    <a:pt x="55446" y="28735"/>
                    <a:pt x="54758" y="32178"/>
                    <a:pt x="53381" y="35447"/>
                  </a:cubicBezTo>
                  <a:cubicBezTo>
                    <a:pt x="52044" y="38671"/>
                    <a:pt x="49586" y="42484"/>
                    <a:pt x="46008" y="46885"/>
                  </a:cubicBezTo>
                  <a:cubicBezTo>
                    <a:pt x="45025" y="48025"/>
                    <a:pt x="41899" y="51329"/>
                    <a:pt x="36629" y="56795"/>
                  </a:cubicBezTo>
                  <a:cubicBezTo>
                    <a:pt x="31360" y="62223"/>
                    <a:pt x="23929" y="69833"/>
                    <a:pt x="14334" y="7962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81FC5DE0-0F6B-80FC-F44B-51B08AA33675}"/>
                </a:ext>
              </a:extLst>
            </p:cNvPr>
            <p:cNvSpPr/>
            <p:nvPr/>
          </p:nvSpPr>
          <p:spPr>
            <a:xfrm>
              <a:off x="697355" y="2372431"/>
              <a:ext cx="75617" cy="10027"/>
            </a:xfrm>
            <a:custGeom>
              <a:avLst/>
              <a:gdLst>
                <a:gd name="csX0" fmla="*/ 0 w 75617"/>
                <a:gd name="csY0" fmla="*/ 0 h 10027"/>
                <a:gd name="csX1" fmla="*/ 75618 w 75617"/>
                <a:gd name="csY1" fmla="*/ 0 h 10027"/>
                <a:gd name="csX2" fmla="*/ 75618 w 75617"/>
                <a:gd name="csY2" fmla="*/ 10027 h 10027"/>
                <a:gd name="csX3" fmla="*/ 0 w 75617"/>
                <a:gd name="csY3" fmla="*/ 10027 h 10027"/>
                <a:gd name="csX4" fmla="*/ 0 w 75617"/>
                <a:gd name="csY4" fmla="*/ 0 h 10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7">
                  <a:moveTo>
                    <a:pt x="0" y="0"/>
                  </a:moveTo>
                  <a:lnTo>
                    <a:pt x="75618" y="0"/>
                  </a:lnTo>
                  <a:lnTo>
                    <a:pt x="75618" y="10027"/>
                  </a:lnTo>
                  <a:lnTo>
                    <a:pt x="0" y="1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44C32833-1EA5-E478-BCDB-7AD79709A47E}"/>
                </a:ext>
              </a:extLst>
            </p:cNvPr>
            <p:cNvSpPr/>
            <p:nvPr/>
          </p:nvSpPr>
          <p:spPr>
            <a:xfrm>
              <a:off x="799043" y="2327249"/>
              <a:ext cx="52436" cy="88058"/>
            </a:xfrm>
            <a:custGeom>
              <a:avLst/>
              <a:gdLst>
                <a:gd name="csX0" fmla="*/ 1711 w 52436"/>
                <a:gd name="csY0" fmla="*/ 78036 h 88058"/>
                <a:gd name="csX1" fmla="*/ 21175 w 52436"/>
                <a:gd name="csY1" fmla="*/ 78036 h 88058"/>
                <a:gd name="csX2" fmla="*/ 21175 w 52436"/>
                <a:gd name="csY2" fmla="*/ 10853 h 88058"/>
                <a:gd name="csX3" fmla="*/ 0 w 52436"/>
                <a:gd name="csY3" fmla="*/ 15100 h 88058"/>
                <a:gd name="csX4" fmla="*/ 0 w 52436"/>
                <a:gd name="csY4" fmla="*/ 4247 h 88058"/>
                <a:gd name="csX5" fmla="*/ 21058 w 52436"/>
                <a:gd name="csY5" fmla="*/ 0 h 88058"/>
                <a:gd name="csX6" fmla="*/ 32973 w 52436"/>
                <a:gd name="csY6" fmla="*/ 0 h 88058"/>
                <a:gd name="csX7" fmla="*/ 32973 w 52436"/>
                <a:gd name="csY7" fmla="*/ 78036 h 88058"/>
                <a:gd name="csX8" fmla="*/ 52437 w 52436"/>
                <a:gd name="csY8" fmla="*/ 78036 h 88058"/>
                <a:gd name="csX9" fmla="*/ 52437 w 52436"/>
                <a:gd name="csY9" fmla="*/ 88058 h 88058"/>
                <a:gd name="csX10" fmla="*/ 1711 w 52436"/>
                <a:gd name="csY10" fmla="*/ 88058 h 88058"/>
                <a:gd name="csX11" fmla="*/ 1711 w 52436"/>
                <a:gd name="csY11" fmla="*/ 78036 h 88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58">
                  <a:moveTo>
                    <a:pt x="1711" y="78036"/>
                  </a:moveTo>
                  <a:lnTo>
                    <a:pt x="21175" y="78036"/>
                  </a:lnTo>
                  <a:lnTo>
                    <a:pt x="21175" y="10853"/>
                  </a:lnTo>
                  <a:lnTo>
                    <a:pt x="0" y="15100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6"/>
                  </a:lnTo>
                  <a:lnTo>
                    <a:pt x="52437" y="78036"/>
                  </a:lnTo>
                  <a:lnTo>
                    <a:pt x="52437" y="88058"/>
                  </a:lnTo>
                  <a:lnTo>
                    <a:pt x="1711" y="88058"/>
                  </a:lnTo>
                  <a:lnTo>
                    <a:pt x="1711" y="780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7155F8BC-8C68-D6B6-7BAA-4DBADF88133F}"/>
                </a:ext>
              </a:extLst>
            </p:cNvPr>
            <p:cNvSpPr/>
            <p:nvPr/>
          </p:nvSpPr>
          <p:spPr>
            <a:xfrm>
              <a:off x="790608" y="2030066"/>
              <a:ext cx="60871" cy="91366"/>
            </a:xfrm>
            <a:custGeom>
              <a:avLst/>
              <a:gdLst>
                <a:gd name="csX0" fmla="*/ 30436 w 60871"/>
                <a:gd name="csY0" fmla="*/ 9438 h 91366"/>
                <a:gd name="csX1" fmla="*/ 16575 w 60871"/>
                <a:gd name="csY1" fmla="*/ 18521 h 91366"/>
                <a:gd name="csX2" fmla="*/ 11974 w 60871"/>
                <a:gd name="csY2" fmla="*/ 45713 h 91366"/>
                <a:gd name="csX3" fmla="*/ 16575 w 60871"/>
                <a:gd name="csY3" fmla="*/ 72904 h 91366"/>
                <a:gd name="csX4" fmla="*/ 30436 w 60871"/>
                <a:gd name="csY4" fmla="*/ 81929 h 91366"/>
                <a:gd name="csX5" fmla="*/ 44298 w 60871"/>
                <a:gd name="csY5" fmla="*/ 72904 h 91366"/>
                <a:gd name="csX6" fmla="*/ 48957 w 60871"/>
                <a:gd name="csY6" fmla="*/ 45713 h 91366"/>
                <a:gd name="csX7" fmla="*/ 44298 w 60871"/>
                <a:gd name="csY7" fmla="*/ 18521 h 91366"/>
                <a:gd name="csX8" fmla="*/ 30436 w 60871"/>
                <a:gd name="csY8" fmla="*/ 9438 h 91366"/>
                <a:gd name="csX9" fmla="*/ 30436 w 60871"/>
                <a:gd name="csY9" fmla="*/ 0 h 91366"/>
                <a:gd name="csX10" fmla="*/ 53027 w 60871"/>
                <a:gd name="csY10" fmla="*/ 11738 h 91366"/>
                <a:gd name="csX11" fmla="*/ 60872 w 60871"/>
                <a:gd name="csY11" fmla="*/ 45713 h 91366"/>
                <a:gd name="csX12" fmla="*/ 53027 w 60871"/>
                <a:gd name="csY12" fmla="*/ 79688 h 91366"/>
                <a:gd name="csX13" fmla="*/ 30436 w 60871"/>
                <a:gd name="csY13" fmla="*/ 91366 h 91366"/>
                <a:gd name="csX14" fmla="*/ 7786 w 60871"/>
                <a:gd name="csY14" fmla="*/ 79688 h 91366"/>
                <a:gd name="csX15" fmla="*/ 0 w 60871"/>
                <a:gd name="csY15" fmla="*/ 45713 h 91366"/>
                <a:gd name="csX16" fmla="*/ 7786 w 60871"/>
                <a:gd name="csY16" fmla="*/ 11738 h 91366"/>
                <a:gd name="csX17" fmla="*/ 30436 w 60871"/>
                <a:gd name="csY17" fmla="*/ 0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6">
                  <a:moveTo>
                    <a:pt x="30436" y="9438"/>
                  </a:moveTo>
                  <a:cubicBezTo>
                    <a:pt x="24301" y="9438"/>
                    <a:pt x="19681" y="12466"/>
                    <a:pt x="16575" y="18521"/>
                  </a:cubicBezTo>
                  <a:cubicBezTo>
                    <a:pt x="13508" y="24537"/>
                    <a:pt x="11974" y="33602"/>
                    <a:pt x="11974" y="45713"/>
                  </a:cubicBezTo>
                  <a:cubicBezTo>
                    <a:pt x="11974" y="57785"/>
                    <a:pt x="13508" y="66849"/>
                    <a:pt x="16575" y="72904"/>
                  </a:cubicBezTo>
                  <a:cubicBezTo>
                    <a:pt x="19681" y="78921"/>
                    <a:pt x="24301" y="81929"/>
                    <a:pt x="30436" y="81929"/>
                  </a:cubicBezTo>
                  <a:cubicBezTo>
                    <a:pt x="36609" y="81929"/>
                    <a:pt x="41230" y="78921"/>
                    <a:pt x="44298" y="72904"/>
                  </a:cubicBezTo>
                  <a:cubicBezTo>
                    <a:pt x="47404" y="66849"/>
                    <a:pt x="48957" y="57785"/>
                    <a:pt x="48957" y="45713"/>
                  </a:cubicBezTo>
                  <a:cubicBezTo>
                    <a:pt x="48957" y="33602"/>
                    <a:pt x="47404" y="24537"/>
                    <a:pt x="44298" y="18521"/>
                  </a:cubicBezTo>
                  <a:cubicBezTo>
                    <a:pt x="41230" y="12466"/>
                    <a:pt x="36609" y="9438"/>
                    <a:pt x="30436" y="9438"/>
                  </a:cubicBezTo>
                  <a:moveTo>
                    <a:pt x="30436" y="0"/>
                  </a:moveTo>
                  <a:cubicBezTo>
                    <a:pt x="40306" y="0"/>
                    <a:pt x="47836" y="3913"/>
                    <a:pt x="53027" y="11738"/>
                  </a:cubicBezTo>
                  <a:cubicBezTo>
                    <a:pt x="58257" y="19524"/>
                    <a:pt x="60872" y="30849"/>
                    <a:pt x="60872" y="45713"/>
                  </a:cubicBezTo>
                  <a:cubicBezTo>
                    <a:pt x="60872" y="60538"/>
                    <a:pt x="58257" y="71863"/>
                    <a:pt x="53027" y="79688"/>
                  </a:cubicBezTo>
                  <a:cubicBezTo>
                    <a:pt x="47836" y="87474"/>
                    <a:pt x="40306" y="91366"/>
                    <a:pt x="30436" y="91366"/>
                  </a:cubicBezTo>
                  <a:cubicBezTo>
                    <a:pt x="20566" y="91366"/>
                    <a:pt x="13016" y="87474"/>
                    <a:pt x="7786" y="79688"/>
                  </a:cubicBezTo>
                  <a:cubicBezTo>
                    <a:pt x="2595" y="71863"/>
                    <a:pt x="0" y="60538"/>
                    <a:pt x="0" y="45713"/>
                  </a:cubicBezTo>
                  <a:cubicBezTo>
                    <a:pt x="0" y="30849"/>
                    <a:pt x="2595" y="19524"/>
                    <a:pt x="7786" y="11738"/>
                  </a:cubicBezTo>
                  <a:cubicBezTo>
                    <a:pt x="13016" y="3913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543FBD51-3415-4D52-9745-55EF14C3FE47}"/>
                </a:ext>
              </a:extLst>
            </p:cNvPr>
            <p:cNvSpPr/>
            <p:nvPr/>
          </p:nvSpPr>
          <p:spPr>
            <a:xfrm>
              <a:off x="799043" y="1736069"/>
              <a:ext cx="52436" cy="88062"/>
            </a:xfrm>
            <a:custGeom>
              <a:avLst/>
              <a:gdLst>
                <a:gd name="csX0" fmla="*/ 1711 w 52436"/>
                <a:gd name="csY0" fmla="*/ 78036 h 88062"/>
                <a:gd name="csX1" fmla="*/ 21175 w 52436"/>
                <a:gd name="csY1" fmla="*/ 78036 h 88062"/>
                <a:gd name="csX2" fmla="*/ 21175 w 52436"/>
                <a:gd name="csY2" fmla="*/ 10854 h 88062"/>
                <a:gd name="csX3" fmla="*/ 0 w 52436"/>
                <a:gd name="csY3" fmla="*/ 15100 h 88062"/>
                <a:gd name="csX4" fmla="*/ 0 w 52436"/>
                <a:gd name="csY4" fmla="*/ 4247 h 88062"/>
                <a:gd name="csX5" fmla="*/ 21058 w 52436"/>
                <a:gd name="csY5" fmla="*/ 0 h 88062"/>
                <a:gd name="csX6" fmla="*/ 32973 w 52436"/>
                <a:gd name="csY6" fmla="*/ 0 h 88062"/>
                <a:gd name="csX7" fmla="*/ 32973 w 52436"/>
                <a:gd name="csY7" fmla="*/ 78036 h 88062"/>
                <a:gd name="csX8" fmla="*/ 52437 w 52436"/>
                <a:gd name="csY8" fmla="*/ 78036 h 88062"/>
                <a:gd name="csX9" fmla="*/ 52437 w 52436"/>
                <a:gd name="csY9" fmla="*/ 88063 h 88062"/>
                <a:gd name="csX10" fmla="*/ 1711 w 52436"/>
                <a:gd name="csY10" fmla="*/ 88063 h 88062"/>
                <a:gd name="csX11" fmla="*/ 1711 w 52436"/>
                <a:gd name="csY11" fmla="*/ 78036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2">
                  <a:moveTo>
                    <a:pt x="1711" y="78036"/>
                  </a:moveTo>
                  <a:lnTo>
                    <a:pt x="21175" y="78036"/>
                  </a:lnTo>
                  <a:lnTo>
                    <a:pt x="21175" y="10854"/>
                  </a:lnTo>
                  <a:lnTo>
                    <a:pt x="0" y="15100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6"/>
                  </a:lnTo>
                  <a:lnTo>
                    <a:pt x="52437" y="78036"/>
                  </a:lnTo>
                  <a:lnTo>
                    <a:pt x="52437" y="88063"/>
                  </a:lnTo>
                  <a:lnTo>
                    <a:pt x="1711" y="88063"/>
                  </a:lnTo>
                  <a:lnTo>
                    <a:pt x="1711" y="780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9" name="Freeform 808">
              <a:extLst>
                <a:ext uri="{FF2B5EF4-FFF2-40B4-BE49-F238E27FC236}">
                  <a16:creationId xmlns:a16="http://schemas.microsoft.com/office/drawing/2014/main" id="{AA6D9AD9-676B-1A5D-4FD7-F09957F6AC97}"/>
                </a:ext>
              </a:extLst>
            </p:cNvPr>
            <p:cNvSpPr/>
            <p:nvPr/>
          </p:nvSpPr>
          <p:spPr>
            <a:xfrm>
              <a:off x="795563" y="1438887"/>
              <a:ext cx="55917" cy="89655"/>
            </a:xfrm>
            <a:custGeom>
              <a:avLst/>
              <a:gdLst>
                <a:gd name="csX0" fmla="*/ 14334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2 h 89655"/>
                <a:gd name="csX6" fmla="*/ 33208 w 55917"/>
                <a:gd name="csY6" fmla="*/ 45535 h 89655"/>
                <a:gd name="csX7" fmla="*/ 41171 w 55917"/>
                <a:gd name="csY7" fmla="*/ 34682 h 89655"/>
                <a:gd name="csX8" fmla="*/ 43472 w 55917"/>
                <a:gd name="csY8" fmla="*/ 25893 h 89655"/>
                <a:gd name="csX9" fmla="*/ 38517 w 55917"/>
                <a:gd name="csY9" fmla="*/ 14451 h 89655"/>
                <a:gd name="csX10" fmla="*/ 25718 w 55917"/>
                <a:gd name="csY10" fmla="*/ 10027 h 89655"/>
                <a:gd name="csX11" fmla="*/ 13862 w 55917"/>
                <a:gd name="csY11" fmla="*/ 11973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5 w 55917"/>
                <a:gd name="csY16" fmla="*/ 6841 h 89655"/>
                <a:gd name="csX17" fmla="*/ 55446 w 55917"/>
                <a:gd name="csY17" fmla="*/ 25127 h 89655"/>
                <a:gd name="csX18" fmla="*/ 53381 w 55917"/>
                <a:gd name="csY18" fmla="*/ 35449 h 89655"/>
                <a:gd name="csX19" fmla="*/ 46008 w 55917"/>
                <a:gd name="csY19" fmla="*/ 46892 h 89655"/>
                <a:gd name="csX20" fmla="*/ 36629 w 55917"/>
                <a:gd name="csY20" fmla="*/ 56801 h 89655"/>
                <a:gd name="csX21" fmla="*/ 14334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4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6"/>
                    <a:pt x="18462" y="60812"/>
                  </a:cubicBezTo>
                  <a:cubicBezTo>
                    <a:pt x="26288" y="52908"/>
                    <a:pt x="31203" y="47816"/>
                    <a:pt x="33208" y="45535"/>
                  </a:cubicBezTo>
                  <a:cubicBezTo>
                    <a:pt x="37022" y="41249"/>
                    <a:pt x="39677" y="37631"/>
                    <a:pt x="41171" y="34682"/>
                  </a:cubicBezTo>
                  <a:cubicBezTo>
                    <a:pt x="42705" y="31693"/>
                    <a:pt x="43472" y="28764"/>
                    <a:pt x="43472" y="25893"/>
                  </a:cubicBezTo>
                  <a:cubicBezTo>
                    <a:pt x="43472" y="21214"/>
                    <a:pt x="41820" y="17400"/>
                    <a:pt x="38517" y="14451"/>
                  </a:cubicBezTo>
                  <a:cubicBezTo>
                    <a:pt x="35253" y="11502"/>
                    <a:pt x="30987" y="10027"/>
                    <a:pt x="25718" y="10027"/>
                  </a:cubicBezTo>
                  <a:cubicBezTo>
                    <a:pt x="21982" y="10027"/>
                    <a:pt x="18030" y="10676"/>
                    <a:pt x="13862" y="11973"/>
                  </a:cubicBezTo>
                  <a:cubicBezTo>
                    <a:pt x="9733" y="13271"/>
                    <a:pt x="5309" y="15237"/>
                    <a:pt x="590" y="17872"/>
                  </a:cubicBezTo>
                  <a:lnTo>
                    <a:pt x="590" y="5839"/>
                  </a:lnTo>
                  <a:cubicBezTo>
                    <a:pt x="5387" y="3912"/>
                    <a:pt x="9870" y="2458"/>
                    <a:pt x="14038" y="1475"/>
                  </a:cubicBezTo>
                  <a:cubicBezTo>
                    <a:pt x="18207" y="492"/>
                    <a:pt x="22021" y="0"/>
                    <a:pt x="25481" y="0"/>
                  </a:cubicBezTo>
                  <a:cubicBezTo>
                    <a:pt x="34605" y="0"/>
                    <a:pt x="41879" y="2280"/>
                    <a:pt x="47305" y="6841"/>
                  </a:cubicBezTo>
                  <a:cubicBezTo>
                    <a:pt x="52732" y="11403"/>
                    <a:pt x="55446" y="17498"/>
                    <a:pt x="55446" y="25127"/>
                  </a:cubicBezTo>
                  <a:cubicBezTo>
                    <a:pt x="55446" y="28745"/>
                    <a:pt x="54758" y="32186"/>
                    <a:pt x="53381" y="35449"/>
                  </a:cubicBezTo>
                  <a:cubicBezTo>
                    <a:pt x="52044" y="38673"/>
                    <a:pt x="49586" y="42487"/>
                    <a:pt x="46008" y="46892"/>
                  </a:cubicBezTo>
                  <a:cubicBezTo>
                    <a:pt x="45025" y="48032"/>
                    <a:pt x="41899" y="51335"/>
                    <a:pt x="36629" y="56801"/>
                  </a:cubicBezTo>
                  <a:cubicBezTo>
                    <a:pt x="31360" y="62228"/>
                    <a:pt x="23929" y="69837"/>
                    <a:pt x="14334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D277FD55-0B54-8FC1-74B8-494A56D5C831}"/>
                </a:ext>
              </a:extLst>
            </p:cNvPr>
            <p:cNvSpPr/>
            <p:nvPr/>
          </p:nvSpPr>
          <p:spPr>
            <a:xfrm>
              <a:off x="529383" y="2516405"/>
              <a:ext cx="97847" cy="63046"/>
            </a:xfrm>
            <a:custGeom>
              <a:avLst/>
              <a:gdLst>
                <a:gd name="csX0" fmla="*/ 0 w 97847"/>
                <a:gd name="csY0" fmla="*/ 63046 h 63046"/>
                <a:gd name="csX1" fmla="*/ 0 w 97847"/>
                <a:gd name="csY1" fmla="*/ 1178 h 63046"/>
                <a:gd name="csX2" fmla="*/ 11141 w 97847"/>
                <a:gd name="csY2" fmla="*/ 1178 h 63046"/>
                <a:gd name="csX3" fmla="*/ 11141 w 97847"/>
                <a:gd name="csY3" fmla="*/ 49807 h 63046"/>
                <a:gd name="csX4" fmla="*/ 40109 w 97847"/>
                <a:gd name="csY4" fmla="*/ 49807 h 63046"/>
                <a:gd name="csX5" fmla="*/ 40109 w 97847"/>
                <a:gd name="csY5" fmla="*/ 3205 h 63046"/>
                <a:gd name="csX6" fmla="*/ 51250 w 97847"/>
                <a:gd name="csY6" fmla="*/ 3205 h 63046"/>
                <a:gd name="csX7" fmla="*/ 51250 w 97847"/>
                <a:gd name="csY7" fmla="*/ 49807 h 63046"/>
                <a:gd name="csX8" fmla="*/ 86706 w 97847"/>
                <a:gd name="csY8" fmla="*/ 49807 h 63046"/>
                <a:gd name="csX9" fmla="*/ 86706 w 97847"/>
                <a:gd name="csY9" fmla="*/ 0 h 63046"/>
                <a:gd name="csX10" fmla="*/ 97848 w 97847"/>
                <a:gd name="csY10" fmla="*/ 0 h 63046"/>
                <a:gd name="csX11" fmla="*/ 97848 w 97847"/>
                <a:gd name="csY11" fmla="*/ 63046 h 63046"/>
                <a:gd name="csX12" fmla="*/ 0 w 97847"/>
                <a:gd name="csY12" fmla="*/ 63046 h 63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6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05"/>
                  </a:lnTo>
                  <a:lnTo>
                    <a:pt x="51250" y="3205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1" name="Freeform 810">
              <a:extLst>
                <a:ext uri="{FF2B5EF4-FFF2-40B4-BE49-F238E27FC236}">
                  <a16:creationId xmlns:a16="http://schemas.microsoft.com/office/drawing/2014/main" id="{B6F838B2-6FCC-0DC9-ADA9-E699EA22EB01}"/>
                </a:ext>
              </a:extLst>
            </p:cNvPr>
            <p:cNvSpPr/>
            <p:nvPr/>
          </p:nvSpPr>
          <p:spPr>
            <a:xfrm>
              <a:off x="552059" y="2444447"/>
              <a:ext cx="77072" cy="56092"/>
            </a:xfrm>
            <a:custGeom>
              <a:avLst/>
              <a:gdLst>
                <a:gd name="csX0" fmla="*/ 3932 w 77072"/>
                <a:gd name="csY0" fmla="*/ 3930 h 56092"/>
                <a:gd name="csX1" fmla="*/ 15336 w 77072"/>
                <a:gd name="csY1" fmla="*/ 3930 h 56092"/>
                <a:gd name="csX2" fmla="*/ 11404 w 77072"/>
                <a:gd name="csY2" fmla="*/ 14541 h 56092"/>
                <a:gd name="csX3" fmla="*/ 10093 w 77072"/>
                <a:gd name="csY3" fmla="*/ 25945 h 56092"/>
                <a:gd name="csX4" fmla="*/ 12845 w 77072"/>
                <a:gd name="csY4" fmla="*/ 39445 h 56092"/>
                <a:gd name="csX5" fmla="*/ 21103 w 77072"/>
                <a:gd name="csY5" fmla="*/ 43907 h 56092"/>
                <a:gd name="csX6" fmla="*/ 27722 w 77072"/>
                <a:gd name="csY6" fmla="*/ 40691 h 56092"/>
                <a:gd name="csX7" fmla="*/ 32245 w 77072"/>
                <a:gd name="csY7" fmla="*/ 27780 h 56092"/>
                <a:gd name="csX8" fmla="*/ 33162 w 77072"/>
                <a:gd name="csY8" fmla="*/ 23658 h 56092"/>
                <a:gd name="csX9" fmla="*/ 40961 w 77072"/>
                <a:gd name="csY9" fmla="*/ 5436 h 56092"/>
                <a:gd name="csX10" fmla="*/ 54921 w 77072"/>
                <a:gd name="csY10" fmla="*/ 0 h 56092"/>
                <a:gd name="csX11" fmla="*/ 71108 w 77072"/>
                <a:gd name="csY11" fmla="*/ 8120 h 56092"/>
                <a:gd name="csX12" fmla="*/ 77072 w 77072"/>
                <a:gd name="csY12" fmla="*/ 30339 h 56092"/>
                <a:gd name="csX13" fmla="*/ 75893 w 77072"/>
                <a:gd name="csY13" fmla="*/ 42661 h 56092"/>
                <a:gd name="csX14" fmla="*/ 72485 w 77072"/>
                <a:gd name="csY14" fmla="*/ 56092 h 56092"/>
                <a:gd name="csX15" fmla="*/ 60032 w 77072"/>
                <a:gd name="csY15" fmla="*/ 56092 h 56092"/>
                <a:gd name="csX16" fmla="*/ 65275 w 77072"/>
                <a:gd name="csY16" fmla="*/ 42922 h 56092"/>
                <a:gd name="csX17" fmla="*/ 66979 w 77072"/>
                <a:gd name="csY17" fmla="*/ 30079 h 56092"/>
                <a:gd name="csX18" fmla="*/ 64096 w 77072"/>
                <a:gd name="csY18" fmla="*/ 16965 h 56092"/>
                <a:gd name="csX19" fmla="*/ 55838 w 77072"/>
                <a:gd name="csY19" fmla="*/ 12378 h 56092"/>
                <a:gd name="csX20" fmla="*/ 48301 w 77072"/>
                <a:gd name="csY20" fmla="*/ 15719 h 56092"/>
                <a:gd name="csX21" fmla="*/ 43255 w 77072"/>
                <a:gd name="csY21" fmla="*/ 30204 h 56092"/>
                <a:gd name="csX22" fmla="*/ 42272 w 77072"/>
                <a:gd name="csY22" fmla="*/ 34405 h 56092"/>
                <a:gd name="csX23" fmla="*/ 35063 w 77072"/>
                <a:gd name="csY23" fmla="*/ 50589 h 56092"/>
                <a:gd name="csX24" fmla="*/ 21627 w 77072"/>
                <a:gd name="csY24" fmla="*/ 55572 h 56092"/>
                <a:gd name="csX25" fmla="*/ 5636 w 77072"/>
                <a:gd name="csY25" fmla="*/ 48233 h 56092"/>
                <a:gd name="csX26" fmla="*/ 0 w 77072"/>
                <a:gd name="csY26" fmla="*/ 27384 h 56092"/>
                <a:gd name="csX27" fmla="*/ 983 w 77072"/>
                <a:gd name="csY27" fmla="*/ 14802 h 56092"/>
                <a:gd name="csX28" fmla="*/ 3932 w 77072"/>
                <a:gd name="csY28" fmla="*/ 3930 h 560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2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2"/>
                    <a:pt x="11404" y="14541"/>
                  </a:cubicBezTo>
                  <a:cubicBezTo>
                    <a:pt x="10530" y="18210"/>
                    <a:pt x="10093" y="22012"/>
                    <a:pt x="10093" y="25945"/>
                  </a:cubicBezTo>
                  <a:cubicBezTo>
                    <a:pt x="10093" y="31933"/>
                    <a:pt x="11010" y="36432"/>
                    <a:pt x="12845" y="39445"/>
                  </a:cubicBezTo>
                  <a:cubicBezTo>
                    <a:pt x="14680" y="42420"/>
                    <a:pt x="17433" y="43907"/>
                    <a:pt x="21103" y="43907"/>
                  </a:cubicBezTo>
                  <a:cubicBezTo>
                    <a:pt x="23899" y="43907"/>
                    <a:pt x="26106" y="42835"/>
                    <a:pt x="27722" y="40691"/>
                  </a:cubicBezTo>
                  <a:cubicBezTo>
                    <a:pt x="29295" y="38554"/>
                    <a:pt x="30803" y="34250"/>
                    <a:pt x="32245" y="27780"/>
                  </a:cubicBezTo>
                  <a:lnTo>
                    <a:pt x="33162" y="23658"/>
                  </a:lnTo>
                  <a:cubicBezTo>
                    <a:pt x="34997" y="15089"/>
                    <a:pt x="37597" y="9015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39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897"/>
                    <a:pt x="74014" y="51374"/>
                    <a:pt x="72485" y="56092"/>
                  </a:cubicBezTo>
                  <a:lnTo>
                    <a:pt x="60032" y="56092"/>
                  </a:lnTo>
                  <a:cubicBezTo>
                    <a:pt x="62348" y="51638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394"/>
                    <a:pt x="66018" y="20022"/>
                    <a:pt x="64096" y="16965"/>
                  </a:cubicBezTo>
                  <a:cubicBezTo>
                    <a:pt x="62130" y="13907"/>
                    <a:pt x="59377" y="12378"/>
                    <a:pt x="55838" y="12378"/>
                  </a:cubicBezTo>
                  <a:cubicBezTo>
                    <a:pt x="52561" y="12378"/>
                    <a:pt x="50049" y="13492"/>
                    <a:pt x="48301" y="15719"/>
                  </a:cubicBezTo>
                  <a:cubicBezTo>
                    <a:pt x="46554" y="17909"/>
                    <a:pt x="44871" y="22737"/>
                    <a:pt x="43255" y="30204"/>
                  </a:cubicBezTo>
                  <a:lnTo>
                    <a:pt x="42272" y="34405"/>
                  </a:lnTo>
                  <a:cubicBezTo>
                    <a:pt x="40699" y="41872"/>
                    <a:pt x="38296" y="47267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1"/>
                    <a:pt x="0" y="27384"/>
                  </a:cubicBezTo>
                  <a:cubicBezTo>
                    <a:pt x="0" y="22929"/>
                    <a:pt x="328" y="18735"/>
                    <a:pt x="983" y="14802"/>
                  </a:cubicBezTo>
                  <a:cubicBezTo>
                    <a:pt x="1638" y="10876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6C42A4D9-CDCB-2905-A4F0-3189A6443FCF}"/>
                </a:ext>
              </a:extLst>
            </p:cNvPr>
            <p:cNvSpPr/>
            <p:nvPr/>
          </p:nvSpPr>
          <p:spPr>
            <a:xfrm>
              <a:off x="532988" y="2388472"/>
              <a:ext cx="94243" cy="45816"/>
            </a:xfrm>
            <a:custGeom>
              <a:avLst/>
              <a:gdLst>
                <a:gd name="csX0" fmla="*/ 0 w 94243"/>
                <a:gd name="csY0" fmla="*/ 24842 h 45816"/>
                <a:gd name="csX1" fmla="*/ 20841 w 94243"/>
                <a:gd name="csY1" fmla="*/ 24842 h 45816"/>
                <a:gd name="csX2" fmla="*/ 20841 w 94243"/>
                <a:gd name="csY2" fmla="*/ 0 h 45816"/>
                <a:gd name="csX3" fmla="*/ 30213 w 94243"/>
                <a:gd name="csY3" fmla="*/ 0 h 45816"/>
                <a:gd name="csX4" fmla="*/ 30213 w 94243"/>
                <a:gd name="csY4" fmla="*/ 24842 h 45816"/>
                <a:gd name="csX5" fmla="*/ 70060 w 94243"/>
                <a:gd name="csY5" fmla="*/ 24842 h 45816"/>
                <a:gd name="csX6" fmla="*/ 81594 w 94243"/>
                <a:gd name="csY6" fmla="*/ 22419 h 45816"/>
                <a:gd name="csX7" fmla="*/ 84150 w 94243"/>
                <a:gd name="csY7" fmla="*/ 12387 h 45816"/>
                <a:gd name="csX8" fmla="*/ 84150 w 94243"/>
                <a:gd name="csY8" fmla="*/ 0 h 45816"/>
                <a:gd name="csX9" fmla="*/ 94243 w 94243"/>
                <a:gd name="csY9" fmla="*/ 0 h 45816"/>
                <a:gd name="csX10" fmla="*/ 94243 w 94243"/>
                <a:gd name="csY10" fmla="*/ 12387 h 45816"/>
                <a:gd name="csX11" fmla="*/ 89066 w 94243"/>
                <a:gd name="csY11" fmla="*/ 31660 h 45816"/>
                <a:gd name="csX12" fmla="*/ 70060 w 94243"/>
                <a:gd name="csY12" fmla="*/ 36960 h 45816"/>
                <a:gd name="csX13" fmla="*/ 30213 w 94243"/>
                <a:gd name="csY13" fmla="*/ 36960 h 45816"/>
                <a:gd name="csX14" fmla="*/ 30213 w 94243"/>
                <a:gd name="csY14" fmla="*/ 45816 h 45816"/>
                <a:gd name="csX15" fmla="*/ 20841 w 94243"/>
                <a:gd name="csY15" fmla="*/ 45816 h 45816"/>
                <a:gd name="csX16" fmla="*/ 20841 w 94243"/>
                <a:gd name="csY16" fmla="*/ 36960 h 45816"/>
                <a:gd name="csX17" fmla="*/ 0 w 94243"/>
                <a:gd name="csY17" fmla="*/ 36960 h 45816"/>
                <a:gd name="csX18" fmla="*/ 0 w 94243"/>
                <a:gd name="csY18" fmla="*/ 24842 h 458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6">
                  <a:moveTo>
                    <a:pt x="0" y="24842"/>
                  </a:moveTo>
                  <a:lnTo>
                    <a:pt x="20841" y="24842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42"/>
                  </a:lnTo>
                  <a:lnTo>
                    <a:pt x="70060" y="24842"/>
                  </a:lnTo>
                  <a:cubicBezTo>
                    <a:pt x="76045" y="24842"/>
                    <a:pt x="79890" y="24035"/>
                    <a:pt x="81594" y="22419"/>
                  </a:cubicBezTo>
                  <a:cubicBezTo>
                    <a:pt x="83298" y="20756"/>
                    <a:pt x="84150" y="17412"/>
                    <a:pt x="84150" y="12387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7"/>
                  </a:lnTo>
                  <a:cubicBezTo>
                    <a:pt x="94243" y="21695"/>
                    <a:pt x="92517" y="28119"/>
                    <a:pt x="89066" y="31660"/>
                  </a:cubicBezTo>
                  <a:cubicBezTo>
                    <a:pt x="85570" y="35193"/>
                    <a:pt x="79235" y="36960"/>
                    <a:pt x="70060" y="36960"/>
                  </a:cubicBezTo>
                  <a:lnTo>
                    <a:pt x="30213" y="36960"/>
                  </a:lnTo>
                  <a:lnTo>
                    <a:pt x="30213" y="45816"/>
                  </a:lnTo>
                  <a:lnTo>
                    <a:pt x="20841" y="45816"/>
                  </a:lnTo>
                  <a:lnTo>
                    <a:pt x="20841" y="36960"/>
                  </a:lnTo>
                  <a:lnTo>
                    <a:pt x="0" y="36960"/>
                  </a:lnTo>
                  <a:lnTo>
                    <a:pt x="0" y="24842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2B57AE06-352A-6D53-021F-49D2ECEDEC90}"/>
                </a:ext>
              </a:extLst>
            </p:cNvPr>
            <p:cNvSpPr/>
            <p:nvPr/>
          </p:nvSpPr>
          <p:spPr>
            <a:xfrm>
              <a:off x="525254" y="2360553"/>
              <a:ext cx="101976" cy="12059"/>
            </a:xfrm>
            <a:custGeom>
              <a:avLst/>
              <a:gdLst>
                <a:gd name="csX0" fmla="*/ 28574 w 101976"/>
                <a:gd name="csY0" fmla="*/ 12060 h 12059"/>
                <a:gd name="csX1" fmla="*/ 28574 w 101976"/>
                <a:gd name="csY1" fmla="*/ 0 h 12059"/>
                <a:gd name="csX2" fmla="*/ 101977 w 101976"/>
                <a:gd name="csY2" fmla="*/ 0 h 12059"/>
                <a:gd name="csX3" fmla="*/ 101977 w 101976"/>
                <a:gd name="csY3" fmla="*/ 12060 h 12059"/>
                <a:gd name="csX4" fmla="*/ 28574 w 101976"/>
                <a:gd name="csY4" fmla="*/ 12060 h 12059"/>
                <a:gd name="csX5" fmla="*/ 0 w 101976"/>
                <a:gd name="csY5" fmla="*/ 12060 h 12059"/>
                <a:gd name="csX6" fmla="*/ 0 w 101976"/>
                <a:gd name="csY6" fmla="*/ 0 h 12059"/>
                <a:gd name="csX7" fmla="*/ 15270 w 101976"/>
                <a:gd name="csY7" fmla="*/ 0 h 12059"/>
                <a:gd name="csX8" fmla="*/ 15270 w 101976"/>
                <a:gd name="csY8" fmla="*/ 12060 h 12059"/>
                <a:gd name="csX9" fmla="*/ 0 w 101976"/>
                <a:gd name="csY9" fmla="*/ 12060 h 12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9">
                  <a:moveTo>
                    <a:pt x="28574" y="12060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0"/>
                  </a:lnTo>
                  <a:lnTo>
                    <a:pt x="28574" y="12060"/>
                  </a:lnTo>
                  <a:moveTo>
                    <a:pt x="0" y="12060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0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5" name="Freeform 814">
              <a:extLst>
                <a:ext uri="{FF2B5EF4-FFF2-40B4-BE49-F238E27FC236}">
                  <a16:creationId xmlns:a16="http://schemas.microsoft.com/office/drawing/2014/main" id="{099EF360-228A-5001-D467-77751E1BB73E}"/>
                </a:ext>
              </a:extLst>
            </p:cNvPr>
            <p:cNvSpPr/>
            <p:nvPr/>
          </p:nvSpPr>
          <p:spPr>
            <a:xfrm>
              <a:off x="552059" y="2228626"/>
              <a:ext cx="75171" cy="107154"/>
            </a:xfrm>
            <a:custGeom>
              <a:avLst/>
              <a:gdLst>
                <a:gd name="csX0" fmla="*/ 15860 w 75171"/>
                <a:gd name="csY0" fmla="*/ 49547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5 h 107154"/>
                <a:gd name="csX12" fmla="*/ 75172 w 75171"/>
                <a:gd name="csY12" fmla="*/ 47515 h 107154"/>
                <a:gd name="csX13" fmla="*/ 75172 w 75171"/>
                <a:gd name="csY13" fmla="*/ 59640 h 107154"/>
                <a:gd name="csX14" fmla="*/ 31261 w 75171"/>
                <a:gd name="csY14" fmla="*/ 59640 h 107154"/>
                <a:gd name="csX15" fmla="*/ 15598 w 75171"/>
                <a:gd name="csY15" fmla="*/ 63375 h 107154"/>
                <a:gd name="csX16" fmla="*/ 10486 w 75171"/>
                <a:gd name="csY16" fmla="*/ 74909 h 107154"/>
                <a:gd name="csX17" fmla="*/ 16778 w 75171"/>
                <a:gd name="csY17" fmla="*/ 89590 h 107154"/>
                <a:gd name="csX18" fmla="*/ 33686 w 75171"/>
                <a:gd name="csY18" fmla="*/ 95030 h 107154"/>
                <a:gd name="csX19" fmla="*/ 75172 w 75171"/>
                <a:gd name="csY19" fmla="*/ 95030 h 107154"/>
                <a:gd name="csX20" fmla="*/ 75172 w 75171"/>
                <a:gd name="csY20" fmla="*/ 107155 h 107154"/>
                <a:gd name="csX21" fmla="*/ 1770 w 75171"/>
                <a:gd name="csY21" fmla="*/ 107155 h 107154"/>
                <a:gd name="csX22" fmla="*/ 1770 w 75171"/>
                <a:gd name="csY22" fmla="*/ 95030 h 107154"/>
                <a:gd name="csX23" fmla="*/ 13173 w 75171"/>
                <a:gd name="csY23" fmla="*/ 95030 h 107154"/>
                <a:gd name="csX24" fmla="*/ 3211 w 75171"/>
                <a:gd name="csY24" fmla="*/ 85133 h 107154"/>
                <a:gd name="csX25" fmla="*/ 0 w 75171"/>
                <a:gd name="csY25" fmla="*/ 71436 h 107154"/>
                <a:gd name="csX26" fmla="*/ 4063 w 75171"/>
                <a:gd name="csY26" fmla="*/ 57869 h 107154"/>
                <a:gd name="csX27" fmla="*/ 15860 w 75171"/>
                <a:gd name="csY27" fmla="*/ 49547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7"/>
                  </a:moveTo>
                  <a:cubicBezTo>
                    <a:pt x="10442" y="46532"/>
                    <a:pt x="6445" y="42927"/>
                    <a:pt x="3867" y="38732"/>
                  </a:cubicBezTo>
                  <a:cubicBezTo>
                    <a:pt x="1289" y="34539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1"/>
                    <a:pt x="12561" y="38449"/>
                    <a:pt x="16712" y="42076"/>
                  </a:cubicBezTo>
                  <a:cubicBezTo>
                    <a:pt x="20863" y="45702"/>
                    <a:pt x="26521" y="47515"/>
                    <a:pt x="33686" y="47515"/>
                  </a:cubicBezTo>
                  <a:lnTo>
                    <a:pt x="75172" y="47515"/>
                  </a:lnTo>
                  <a:lnTo>
                    <a:pt x="75172" y="59640"/>
                  </a:lnTo>
                  <a:lnTo>
                    <a:pt x="31261" y="59640"/>
                  </a:lnTo>
                  <a:cubicBezTo>
                    <a:pt x="24183" y="59640"/>
                    <a:pt x="18962" y="60885"/>
                    <a:pt x="15598" y="63375"/>
                  </a:cubicBezTo>
                  <a:cubicBezTo>
                    <a:pt x="12190" y="65865"/>
                    <a:pt x="10486" y="69710"/>
                    <a:pt x="10486" y="74909"/>
                  </a:cubicBezTo>
                  <a:cubicBezTo>
                    <a:pt x="10486" y="81070"/>
                    <a:pt x="12583" y="85963"/>
                    <a:pt x="16778" y="89590"/>
                  </a:cubicBezTo>
                  <a:cubicBezTo>
                    <a:pt x="20928" y="93217"/>
                    <a:pt x="26565" y="95030"/>
                    <a:pt x="33686" y="95030"/>
                  </a:cubicBezTo>
                  <a:lnTo>
                    <a:pt x="75172" y="95030"/>
                  </a:lnTo>
                  <a:lnTo>
                    <a:pt x="75172" y="107155"/>
                  </a:lnTo>
                  <a:lnTo>
                    <a:pt x="1770" y="107155"/>
                  </a:lnTo>
                  <a:lnTo>
                    <a:pt x="1770" y="95030"/>
                  </a:lnTo>
                  <a:lnTo>
                    <a:pt x="13173" y="95030"/>
                  </a:lnTo>
                  <a:cubicBezTo>
                    <a:pt x="8673" y="92277"/>
                    <a:pt x="5352" y="88978"/>
                    <a:pt x="3211" y="85133"/>
                  </a:cubicBezTo>
                  <a:cubicBezTo>
                    <a:pt x="1070" y="81289"/>
                    <a:pt x="0" y="76723"/>
                    <a:pt x="0" y="71436"/>
                  </a:cubicBezTo>
                  <a:cubicBezTo>
                    <a:pt x="0" y="66105"/>
                    <a:pt x="1354" y="61583"/>
                    <a:pt x="4063" y="57869"/>
                  </a:cubicBezTo>
                  <a:cubicBezTo>
                    <a:pt x="6772" y="54112"/>
                    <a:pt x="10705" y="51338"/>
                    <a:pt x="15860" y="4954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6" name="Freeform 815">
              <a:extLst>
                <a:ext uri="{FF2B5EF4-FFF2-40B4-BE49-F238E27FC236}">
                  <a16:creationId xmlns:a16="http://schemas.microsoft.com/office/drawing/2014/main" id="{F0F427EB-D41F-A4DF-AC1A-B1BF96D5E527}"/>
                </a:ext>
              </a:extLst>
            </p:cNvPr>
            <p:cNvSpPr/>
            <p:nvPr/>
          </p:nvSpPr>
          <p:spPr>
            <a:xfrm>
              <a:off x="552059" y="2147163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1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1"/>
                    <a:pt x="71786" y="18240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1"/>
                    <a:pt x="28837" y="39933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29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7" name="Freeform 816">
              <a:extLst>
                <a:ext uri="{FF2B5EF4-FFF2-40B4-BE49-F238E27FC236}">
                  <a16:creationId xmlns:a16="http://schemas.microsoft.com/office/drawing/2014/main" id="{86A2BBF3-B164-1C12-E211-730A71BD2993}"/>
                </a:ext>
              </a:extLst>
            </p:cNvPr>
            <p:cNvSpPr/>
            <p:nvPr/>
          </p:nvSpPr>
          <p:spPr>
            <a:xfrm>
              <a:off x="532988" y="2085557"/>
              <a:ext cx="94243" cy="45810"/>
            </a:xfrm>
            <a:custGeom>
              <a:avLst/>
              <a:gdLst>
                <a:gd name="csX0" fmla="*/ 0 w 94243"/>
                <a:gd name="csY0" fmla="*/ 24838 h 45810"/>
                <a:gd name="csX1" fmla="*/ 20841 w 94243"/>
                <a:gd name="csY1" fmla="*/ 24838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8 h 45810"/>
                <a:gd name="csX5" fmla="*/ 70060 w 94243"/>
                <a:gd name="csY5" fmla="*/ 24838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2 h 45810"/>
                <a:gd name="csX13" fmla="*/ 30213 w 94243"/>
                <a:gd name="csY13" fmla="*/ 36962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2 h 45810"/>
                <a:gd name="csX17" fmla="*/ 0 w 94243"/>
                <a:gd name="csY17" fmla="*/ 36962 h 45810"/>
                <a:gd name="csX18" fmla="*/ 0 w 94243"/>
                <a:gd name="csY18" fmla="*/ 24838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8"/>
                  </a:moveTo>
                  <a:lnTo>
                    <a:pt x="20841" y="24838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8"/>
                  </a:lnTo>
                  <a:lnTo>
                    <a:pt x="70060" y="24838"/>
                  </a:lnTo>
                  <a:cubicBezTo>
                    <a:pt x="76045" y="24838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2"/>
                    <a:pt x="92517" y="28115"/>
                    <a:pt x="89066" y="31654"/>
                  </a:cubicBezTo>
                  <a:cubicBezTo>
                    <a:pt x="85570" y="35193"/>
                    <a:pt x="79235" y="36962"/>
                    <a:pt x="70060" y="36962"/>
                  </a:cubicBezTo>
                  <a:lnTo>
                    <a:pt x="30213" y="36962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2"/>
                  </a:lnTo>
                  <a:lnTo>
                    <a:pt x="0" y="36962"/>
                  </a:lnTo>
                  <a:lnTo>
                    <a:pt x="0" y="24838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8" name="Freeform 817">
              <a:extLst>
                <a:ext uri="{FF2B5EF4-FFF2-40B4-BE49-F238E27FC236}">
                  <a16:creationId xmlns:a16="http://schemas.microsoft.com/office/drawing/2014/main" id="{2FF00A63-DB70-5CF5-91CC-335B482A4A8E}"/>
                </a:ext>
              </a:extLst>
            </p:cNvPr>
            <p:cNvSpPr/>
            <p:nvPr/>
          </p:nvSpPr>
          <p:spPr>
            <a:xfrm>
              <a:off x="552059" y="2006912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3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0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1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29"/>
                    <a:pt x="60360" y="47973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8"/>
                    <a:pt x="66280" y="20119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59"/>
                    <a:pt x="73664" y="50944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3"/>
                    <a:pt x="3189" y="14374"/>
                    <a:pt x="9568" y="8650"/>
                  </a:cubicBezTo>
                  <a:cubicBezTo>
                    <a:pt x="15904" y="2883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39"/>
                    <a:pt x="31982" y="55051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0" name="Freeform 819">
              <a:extLst>
                <a:ext uri="{FF2B5EF4-FFF2-40B4-BE49-F238E27FC236}">
                  <a16:creationId xmlns:a16="http://schemas.microsoft.com/office/drawing/2014/main" id="{D075AD41-E4EA-39AE-9EAC-2E288F85C5BD}"/>
                </a:ext>
              </a:extLst>
            </p:cNvPr>
            <p:cNvSpPr/>
            <p:nvPr/>
          </p:nvSpPr>
          <p:spPr>
            <a:xfrm>
              <a:off x="525254" y="1926760"/>
              <a:ext cx="103877" cy="65602"/>
            </a:xfrm>
            <a:custGeom>
              <a:avLst/>
              <a:gdLst>
                <a:gd name="csX0" fmla="*/ 39716 w 103877"/>
                <a:gd name="csY0" fmla="*/ 12059 h 65602"/>
                <a:gd name="csX1" fmla="*/ 0 w 103877"/>
                <a:gd name="csY1" fmla="*/ 12059 h 65602"/>
                <a:gd name="csX2" fmla="*/ 0 w 103877"/>
                <a:gd name="csY2" fmla="*/ 0 h 65602"/>
                <a:gd name="csX3" fmla="*/ 101977 w 103877"/>
                <a:gd name="csY3" fmla="*/ 0 h 65602"/>
                <a:gd name="csX4" fmla="*/ 101977 w 103877"/>
                <a:gd name="csY4" fmla="*/ 12059 h 65602"/>
                <a:gd name="csX5" fmla="*/ 90966 w 103877"/>
                <a:gd name="csY5" fmla="*/ 12059 h 65602"/>
                <a:gd name="csX6" fmla="*/ 100731 w 103877"/>
                <a:gd name="csY6" fmla="*/ 21693 h 65602"/>
                <a:gd name="csX7" fmla="*/ 103877 w 103877"/>
                <a:gd name="csY7" fmla="*/ 35586 h 65602"/>
                <a:gd name="csX8" fmla="*/ 93260 w 103877"/>
                <a:gd name="csY8" fmla="*/ 57279 h 65602"/>
                <a:gd name="csX9" fmla="*/ 65341 w 103877"/>
                <a:gd name="csY9" fmla="*/ 65602 h 65602"/>
                <a:gd name="csX10" fmla="*/ 37422 w 103877"/>
                <a:gd name="csY10" fmla="*/ 57279 h 65602"/>
                <a:gd name="csX11" fmla="*/ 26805 w 103877"/>
                <a:gd name="csY11" fmla="*/ 35586 h 65602"/>
                <a:gd name="csX12" fmla="*/ 30016 w 103877"/>
                <a:gd name="csY12" fmla="*/ 21693 h 65602"/>
                <a:gd name="csX13" fmla="*/ 39716 w 103877"/>
                <a:gd name="csY13" fmla="*/ 12059 h 65602"/>
                <a:gd name="csX14" fmla="*/ 65341 w 103877"/>
                <a:gd name="csY14" fmla="*/ 53150 h 65602"/>
                <a:gd name="csX15" fmla="*/ 86247 w 103877"/>
                <a:gd name="csY15" fmla="*/ 47711 h 65602"/>
                <a:gd name="csX16" fmla="*/ 93784 w 103877"/>
                <a:gd name="csY16" fmla="*/ 32637 h 65602"/>
                <a:gd name="csX17" fmla="*/ 86247 w 103877"/>
                <a:gd name="csY17" fmla="*/ 17564 h 65602"/>
                <a:gd name="csX18" fmla="*/ 65341 w 103877"/>
                <a:gd name="csY18" fmla="*/ 12059 h 65602"/>
                <a:gd name="csX19" fmla="*/ 44500 w 103877"/>
                <a:gd name="csY19" fmla="*/ 17564 h 65602"/>
                <a:gd name="csX20" fmla="*/ 36898 w 103877"/>
                <a:gd name="csY20" fmla="*/ 32637 h 65602"/>
                <a:gd name="csX21" fmla="*/ 44500 w 103877"/>
                <a:gd name="csY21" fmla="*/ 47711 h 65602"/>
                <a:gd name="csX22" fmla="*/ 65341 w 103877"/>
                <a:gd name="csY22" fmla="*/ 53150 h 65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2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8"/>
                    <a:pt x="76876" y="65602"/>
                    <a:pt x="65341" y="65602"/>
                  </a:cubicBezTo>
                  <a:cubicBezTo>
                    <a:pt x="53806" y="65602"/>
                    <a:pt x="44500" y="62828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1" name="Freeform 820">
              <a:extLst>
                <a:ext uri="{FF2B5EF4-FFF2-40B4-BE49-F238E27FC236}">
                  <a16:creationId xmlns:a16="http://schemas.microsoft.com/office/drawing/2014/main" id="{434B17AD-0ED0-199E-E708-2F629B93DDDD}"/>
                </a:ext>
              </a:extLst>
            </p:cNvPr>
            <p:cNvSpPr/>
            <p:nvPr/>
          </p:nvSpPr>
          <p:spPr>
            <a:xfrm>
              <a:off x="552059" y="1808530"/>
              <a:ext cx="77072" cy="56100"/>
            </a:xfrm>
            <a:custGeom>
              <a:avLst/>
              <a:gdLst>
                <a:gd name="csX0" fmla="*/ 3932 w 77072"/>
                <a:gd name="csY0" fmla="*/ 3932 h 56100"/>
                <a:gd name="csX1" fmla="*/ 15336 w 77072"/>
                <a:gd name="csY1" fmla="*/ 3932 h 56100"/>
                <a:gd name="csX2" fmla="*/ 11404 w 77072"/>
                <a:gd name="csY2" fmla="*/ 14549 h 56100"/>
                <a:gd name="csX3" fmla="*/ 10093 w 77072"/>
                <a:gd name="csY3" fmla="*/ 25952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699 h 56100"/>
                <a:gd name="csX7" fmla="*/ 32245 w 77072"/>
                <a:gd name="csY7" fmla="*/ 27788 h 56100"/>
                <a:gd name="csX8" fmla="*/ 33162 w 77072"/>
                <a:gd name="csY8" fmla="*/ 23659 h 56100"/>
                <a:gd name="csX9" fmla="*/ 40961 w 77072"/>
                <a:gd name="csY9" fmla="*/ 5439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5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1 h 56100"/>
                <a:gd name="csX18" fmla="*/ 64096 w 77072"/>
                <a:gd name="csY18" fmla="*/ 16974 h 56100"/>
                <a:gd name="csX19" fmla="*/ 55838 w 77072"/>
                <a:gd name="csY19" fmla="*/ 12386 h 56100"/>
                <a:gd name="csX20" fmla="*/ 48301 w 77072"/>
                <a:gd name="csY20" fmla="*/ 15729 h 56100"/>
                <a:gd name="csX21" fmla="*/ 43255 w 77072"/>
                <a:gd name="csY21" fmla="*/ 30213 h 56100"/>
                <a:gd name="csX22" fmla="*/ 42272 w 77072"/>
                <a:gd name="csY22" fmla="*/ 34407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5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2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699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9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7"/>
                  </a:lnTo>
                  <a:cubicBezTo>
                    <a:pt x="40699" y="41878"/>
                    <a:pt x="38296" y="47274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29"/>
                    <a:pt x="5636" y="48235"/>
                  </a:cubicBezTo>
                  <a:cubicBezTo>
                    <a:pt x="1879" y="43342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79"/>
                    <a:pt x="2622" y="7252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2" name="Freeform 821">
              <a:extLst>
                <a:ext uri="{FF2B5EF4-FFF2-40B4-BE49-F238E27FC236}">
                  <a16:creationId xmlns:a16="http://schemas.microsoft.com/office/drawing/2014/main" id="{BB316F1E-7013-3E4D-8AA2-01CCD54098FB}"/>
                </a:ext>
              </a:extLst>
            </p:cNvPr>
            <p:cNvSpPr/>
            <p:nvPr/>
          </p:nvSpPr>
          <p:spPr>
            <a:xfrm>
              <a:off x="525254" y="1724641"/>
              <a:ext cx="101976" cy="65144"/>
            </a:xfrm>
            <a:custGeom>
              <a:avLst/>
              <a:gdLst>
                <a:gd name="csX0" fmla="*/ 0 w 101976"/>
                <a:gd name="csY0" fmla="*/ 65145 h 65144"/>
                <a:gd name="csX1" fmla="*/ 0 w 101976"/>
                <a:gd name="csY1" fmla="*/ 53020 h 65144"/>
                <a:gd name="csX2" fmla="*/ 60229 w 101976"/>
                <a:gd name="csY2" fmla="*/ 53020 h 65144"/>
                <a:gd name="csX3" fmla="*/ 28574 w 101976"/>
                <a:gd name="csY3" fmla="*/ 17040 h 65144"/>
                <a:gd name="csX4" fmla="*/ 28574 w 101976"/>
                <a:gd name="csY4" fmla="*/ 1639 h 65144"/>
                <a:gd name="csX5" fmla="*/ 62916 w 101976"/>
                <a:gd name="csY5" fmla="*/ 40568 h 65144"/>
                <a:gd name="csX6" fmla="*/ 101977 w 101976"/>
                <a:gd name="csY6" fmla="*/ 0 h 65144"/>
                <a:gd name="csX7" fmla="*/ 101977 w 101976"/>
                <a:gd name="csY7" fmla="*/ 15729 h 65144"/>
                <a:gd name="csX8" fmla="*/ 66127 w 101976"/>
                <a:gd name="csY8" fmla="*/ 53020 h 65144"/>
                <a:gd name="csX9" fmla="*/ 101977 w 101976"/>
                <a:gd name="csY9" fmla="*/ 53020 h 65144"/>
                <a:gd name="csX10" fmla="*/ 101977 w 101976"/>
                <a:gd name="csY10" fmla="*/ 65145 h 65144"/>
                <a:gd name="csX11" fmla="*/ 0 w 101976"/>
                <a:gd name="csY11" fmla="*/ 65145 h 65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01976" h="65144">
                  <a:moveTo>
                    <a:pt x="0" y="65145"/>
                  </a:moveTo>
                  <a:lnTo>
                    <a:pt x="0" y="53020"/>
                  </a:lnTo>
                  <a:lnTo>
                    <a:pt x="60229" y="53020"/>
                  </a:lnTo>
                  <a:lnTo>
                    <a:pt x="28574" y="17040"/>
                  </a:lnTo>
                  <a:lnTo>
                    <a:pt x="28574" y="1639"/>
                  </a:lnTo>
                  <a:lnTo>
                    <a:pt x="62916" y="40568"/>
                  </a:lnTo>
                  <a:lnTo>
                    <a:pt x="101977" y="0"/>
                  </a:lnTo>
                  <a:lnTo>
                    <a:pt x="101977" y="15729"/>
                  </a:lnTo>
                  <a:lnTo>
                    <a:pt x="66127" y="53020"/>
                  </a:lnTo>
                  <a:lnTo>
                    <a:pt x="101977" y="53020"/>
                  </a:lnTo>
                  <a:lnTo>
                    <a:pt x="101977" y="65145"/>
                  </a:lnTo>
                  <a:lnTo>
                    <a:pt x="0" y="6514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3" name="Freeform 822">
              <a:extLst>
                <a:ext uri="{FF2B5EF4-FFF2-40B4-BE49-F238E27FC236}">
                  <a16:creationId xmlns:a16="http://schemas.microsoft.com/office/drawing/2014/main" id="{55E394D4-F14E-A618-DB8B-B921D411728C}"/>
                </a:ext>
              </a:extLst>
            </p:cNvPr>
            <p:cNvSpPr/>
            <p:nvPr/>
          </p:nvSpPr>
          <p:spPr>
            <a:xfrm>
              <a:off x="525254" y="1699541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4" name="Freeform 823">
              <a:extLst>
                <a:ext uri="{FF2B5EF4-FFF2-40B4-BE49-F238E27FC236}">
                  <a16:creationId xmlns:a16="http://schemas.microsoft.com/office/drawing/2014/main" id="{FDA4B9B2-0B4B-7DB8-D35D-5C463CD3EDFF}"/>
                </a:ext>
              </a:extLst>
            </p:cNvPr>
            <p:cNvSpPr/>
            <p:nvPr/>
          </p:nvSpPr>
          <p:spPr>
            <a:xfrm>
              <a:off x="525254" y="1662250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5" name="Freeform 824">
              <a:extLst>
                <a:ext uri="{FF2B5EF4-FFF2-40B4-BE49-F238E27FC236}">
                  <a16:creationId xmlns:a16="http://schemas.microsoft.com/office/drawing/2014/main" id="{7AF944EA-94CC-AB8F-3F0C-CF88AE726AF4}"/>
                </a:ext>
              </a:extLst>
            </p:cNvPr>
            <p:cNvSpPr/>
            <p:nvPr/>
          </p:nvSpPr>
          <p:spPr>
            <a:xfrm>
              <a:off x="525254" y="1624959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6" name="Freeform 825">
              <a:extLst>
                <a:ext uri="{FF2B5EF4-FFF2-40B4-BE49-F238E27FC236}">
                  <a16:creationId xmlns:a16="http://schemas.microsoft.com/office/drawing/2014/main" id="{2B49D104-AFAB-E420-C3B3-0287DAD9CCC2}"/>
                </a:ext>
              </a:extLst>
            </p:cNvPr>
            <p:cNvSpPr/>
            <p:nvPr/>
          </p:nvSpPr>
          <p:spPr>
            <a:xfrm>
              <a:off x="552059" y="1549000"/>
              <a:ext cx="77072" cy="56100"/>
            </a:xfrm>
            <a:custGeom>
              <a:avLst/>
              <a:gdLst>
                <a:gd name="csX0" fmla="*/ 3932 w 77072"/>
                <a:gd name="csY0" fmla="*/ 3933 h 56100"/>
                <a:gd name="csX1" fmla="*/ 15336 w 77072"/>
                <a:gd name="csY1" fmla="*/ 3933 h 56100"/>
                <a:gd name="csX2" fmla="*/ 11404 w 77072"/>
                <a:gd name="csY2" fmla="*/ 14550 h 56100"/>
                <a:gd name="csX3" fmla="*/ 10093 w 77072"/>
                <a:gd name="csY3" fmla="*/ 25953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700 h 56100"/>
                <a:gd name="csX7" fmla="*/ 32245 w 77072"/>
                <a:gd name="csY7" fmla="*/ 27788 h 56100"/>
                <a:gd name="csX8" fmla="*/ 33162 w 77072"/>
                <a:gd name="csY8" fmla="*/ 23660 h 56100"/>
                <a:gd name="csX9" fmla="*/ 40961 w 77072"/>
                <a:gd name="csY9" fmla="*/ 5441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6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3 h 56100"/>
                <a:gd name="csX18" fmla="*/ 64096 w 77072"/>
                <a:gd name="csY18" fmla="*/ 16975 h 56100"/>
                <a:gd name="csX19" fmla="*/ 55838 w 77072"/>
                <a:gd name="csY19" fmla="*/ 12387 h 56100"/>
                <a:gd name="csX20" fmla="*/ 48301 w 77072"/>
                <a:gd name="csY20" fmla="*/ 15729 h 56100"/>
                <a:gd name="csX21" fmla="*/ 43255 w 77072"/>
                <a:gd name="csY21" fmla="*/ 30214 h 56100"/>
                <a:gd name="csX22" fmla="*/ 42272 w 77072"/>
                <a:gd name="csY22" fmla="*/ 34408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6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3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3"/>
                  </a:moveTo>
                  <a:lnTo>
                    <a:pt x="15336" y="3933"/>
                  </a:lnTo>
                  <a:cubicBezTo>
                    <a:pt x="13588" y="7341"/>
                    <a:pt x="12277" y="10880"/>
                    <a:pt x="11404" y="14550"/>
                  </a:cubicBezTo>
                  <a:cubicBezTo>
                    <a:pt x="10530" y="18220"/>
                    <a:pt x="10093" y="22021"/>
                    <a:pt x="10093" y="25953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700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60"/>
                  </a:lnTo>
                  <a:cubicBezTo>
                    <a:pt x="34997" y="15096"/>
                    <a:pt x="37597" y="9023"/>
                    <a:pt x="40961" y="5441"/>
                  </a:cubicBezTo>
                  <a:cubicBezTo>
                    <a:pt x="44282" y="1814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7"/>
                    <a:pt x="76679" y="38384"/>
                    <a:pt x="75893" y="42666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3"/>
                  </a:cubicBezTo>
                  <a:cubicBezTo>
                    <a:pt x="66979" y="24403"/>
                    <a:pt x="66018" y="20033"/>
                    <a:pt x="64096" y="16975"/>
                  </a:cubicBezTo>
                  <a:cubicBezTo>
                    <a:pt x="62130" y="13916"/>
                    <a:pt x="59377" y="12387"/>
                    <a:pt x="55838" y="12387"/>
                  </a:cubicBezTo>
                  <a:cubicBezTo>
                    <a:pt x="52561" y="12387"/>
                    <a:pt x="50049" y="13501"/>
                    <a:pt x="48301" y="15729"/>
                  </a:cubicBezTo>
                  <a:cubicBezTo>
                    <a:pt x="46554" y="17914"/>
                    <a:pt x="44871" y="22742"/>
                    <a:pt x="43255" y="30214"/>
                  </a:cubicBezTo>
                  <a:lnTo>
                    <a:pt x="42272" y="34408"/>
                  </a:lnTo>
                  <a:cubicBezTo>
                    <a:pt x="40699" y="41879"/>
                    <a:pt x="38296" y="47275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30"/>
                    <a:pt x="5636" y="48236"/>
                  </a:cubicBezTo>
                  <a:cubicBezTo>
                    <a:pt x="1879" y="43343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80"/>
                    <a:pt x="2622" y="7254"/>
                    <a:pt x="3932" y="3933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7" name="Freeform 826">
            <a:extLst>
              <a:ext uri="{FF2B5EF4-FFF2-40B4-BE49-F238E27FC236}">
                <a16:creationId xmlns:a16="http://schemas.microsoft.com/office/drawing/2014/main" id="{304FC289-191F-7B08-9936-4A00F52BFA24}"/>
              </a:ext>
            </a:extLst>
          </p:cNvPr>
          <p:cNvSpPr/>
          <p:nvPr/>
        </p:nvSpPr>
        <p:spPr>
          <a:xfrm>
            <a:off x="957236" y="1373052"/>
            <a:ext cx="2144306" cy="1382344"/>
          </a:xfrm>
          <a:custGeom>
            <a:avLst/>
            <a:gdLst>
              <a:gd name="csX0" fmla="*/ 0 w 2144306"/>
              <a:gd name="csY0" fmla="*/ 1253693 h 1382344"/>
              <a:gd name="csX1" fmla="*/ 43761 w 2144306"/>
              <a:gd name="csY1" fmla="*/ 1268291 h 1382344"/>
              <a:gd name="csX2" fmla="*/ 87523 w 2144306"/>
              <a:gd name="csY2" fmla="*/ 1301292 h 1382344"/>
              <a:gd name="csX3" fmla="*/ 131285 w 2144306"/>
              <a:gd name="csY3" fmla="*/ 1382345 h 1382344"/>
              <a:gd name="csX4" fmla="*/ 175045 w 2144306"/>
              <a:gd name="csY4" fmla="*/ 1249412 h 1382344"/>
              <a:gd name="csX5" fmla="*/ 218807 w 2144306"/>
              <a:gd name="csY5" fmla="*/ 1252425 h 1382344"/>
              <a:gd name="csX6" fmla="*/ 262568 w 2144306"/>
              <a:gd name="csY6" fmla="*/ 1162697 h 1382344"/>
              <a:gd name="csX7" fmla="*/ 306330 w 2144306"/>
              <a:gd name="csY7" fmla="*/ 1206604 h 1382344"/>
              <a:gd name="csX8" fmla="*/ 350091 w 2144306"/>
              <a:gd name="csY8" fmla="*/ 1195596 h 1382344"/>
              <a:gd name="csX9" fmla="*/ 393853 w 2144306"/>
              <a:gd name="csY9" fmla="*/ 1146638 h 1382344"/>
              <a:gd name="csX10" fmla="*/ 437615 w 2144306"/>
              <a:gd name="csY10" fmla="*/ 1109130 h 1382344"/>
              <a:gd name="csX11" fmla="*/ 481375 w 2144306"/>
              <a:gd name="csY11" fmla="*/ 1106559 h 1382344"/>
              <a:gd name="csX12" fmla="*/ 525137 w 2144306"/>
              <a:gd name="csY12" fmla="*/ 1033255 h 1382344"/>
              <a:gd name="csX13" fmla="*/ 568898 w 2144306"/>
              <a:gd name="csY13" fmla="*/ 984945 h 1382344"/>
              <a:gd name="csX14" fmla="*/ 612660 w 2144306"/>
              <a:gd name="csY14" fmla="*/ 992264 h 1382344"/>
              <a:gd name="csX15" fmla="*/ 656421 w 2144306"/>
              <a:gd name="csY15" fmla="*/ 944646 h 1382344"/>
              <a:gd name="csX16" fmla="*/ 700182 w 2144306"/>
              <a:gd name="csY16" fmla="*/ 934613 h 1382344"/>
              <a:gd name="csX17" fmla="*/ 743941 w 2144306"/>
              <a:gd name="csY17" fmla="*/ 935441 h 1382344"/>
              <a:gd name="csX18" fmla="*/ 787701 w 2144306"/>
              <a:gd name="csY18" fmla="*/ 911786 h 1382344"/>
              <a:gd name="csX19" fmla="*/ 831472 w 2144306"/>
              <a:gd name="csY19" fmla="*/ 936466 h 1382344"/>
              <a:gd name="csX20" fmla="*/ 875232 w 2144306"/>
              <a:gd name="csY20" fmla="*/ 815220 h 1382344"/>
              <a:gd name="csX21" fmla="*/ 918991 w 2144306"/>
              <a:gd name="csY21" fmla="*/ 785625 h 1382344"/>
              <a:gd name="csX22" fmla="*/ 962751 w 2144306"/>
              <a:gd name="csY22" fmla="*/ 781792 h 1382344"/>
              <a:gd name="csX23" fmla="*/ 1006511 w 2144306"/>
              <a:gd name="csY23" fmla="*/ 719019 h 1382344"/>
              <a:gd name="csX24" fmla="*/ 1050270 w 2144306"/>
              <a:gd name="csY24" fmla="*/ 744035 h 1382344"/>
              <a:gd name="csX25" fmla="*/ 1094030 w 2144306"/>
              <a:gd name="csY25" fmla="*/ 717635 h 1382344"/>
              <a:gd name="csX26" fmla="*/ 1137801 w 2144306"/>
              <a:gd name="csY26" fmla="*/ 693422 h 1382344"/>
              <a:gd name="csX27" fmla="*/ 1181561 w 2144306"/>
              <a:gd name="csY27" fmla="*/ 711291 h 1382344"/>
              <a:gd name="csX28" fmla="*/ 1225320 w 2144306"/>
              <a:gd name="csY28" fmla="*/ 627455 h 1382344"/>
              <a:gd name="csX29" fmla="*/ 1269080 w 2144306"/>
              <a:gd name="csY29" fmla="*/ 571066 h 1382344"/>
              <a:gd name="csX30" fmla="*/ 1312840 w 2144306"/>
              <a:gd name="csY30" fmla="*/ 613853 h 1382344"/>
              <a:gd name="csX31" fmla="*/ 1356599 w 2144306"/>
              <a:gd name="csY31" fmla="*/ 541579 h 1382344"/>
              <a:gd name="csX32" fmla="*/ 1400370 w 2144306"/>
              <a:gd name="csY32" fmla="*/ 534046 h 1382344"/>
              <a:gd name="csX33" fmla="*/ 1444130 w 2144306"/>
              <a:gd name="csY33" fmla="*/ 490703 h 1382344"/>
              <a:gd name="csX34" fmla="*/ 1487890 w 2144306"/>
              <a:gd name="csY34" fmla="*/ 466959 h 1382344"/>
              <a:gd name="csX35" fmla="*/ 1531649 w 2144306"/>
              <a:gd name="csY35" fmla="*/ 485998 h 1382344"/>
              <a:gd name="csX36" fmla="*/ 1575409 w 2144306"/>
              <a:gd name="csY36" fmla="*/ 386055 h 1382344"/>
              <a:gd name="csX37" fmla="*/ 1619168 w 2144306"/>
              <a:gd name="csY37" fmla="*/ 595227 h 1382344"/>
              <a:gd name="csX38" fmla="*/ 1662939 w 2144306"/>
              <a:gd name="csY38" fmla="*/ 408213 h 1382344"/>
              <a:gd name="csX39" fmla="*/ 1706699 w 2144306"/>
              <a:gd name="csY39" fmla="*/ 296634 h 1382344"/>
              <a:gd name="csX40" fmla="*/ 1750459 w 2144306"/>
              <a:gd name="csY40" fmla="*/ 375605 h 1382344"/>
              <a:gd name="csX41" fmla="*/ 1794218 w 2144306"/>
              <a:gd name="csY41" fmla="*/ 327467 h 1382344"/>
              <a:gd name="csX42" fmla="*/ 1837978 w 2144306"/>
              <a:gd name="csY42" fmla="*/ 253757 h 1382344"/>
              <a:gd name="csX43" fmla="*/ 1881738 w 2144306"/>
              <a:gd name="csY43" fmla="*/ 311625 h 1382344"/>
              <a:gd name="csX44" fmla="*/ 1925497 w 2144306"/>
              <a:gd name="csY44" fmla="*/ 172724 h 1382344"/>
              <a:gd name="csX45" fmla="*/ 1969268 w 2144306"/>
              <a:gd name="csY45" fmla="*/ 205785 h 1382344"/>
              <a:gd name="csX46" fmla="*/ 2013028 w 2144306"/>
              <a:gd name="csY46" fmla="*/ 186392 h 1382344"/>
              <a:gd name="csX47" fmla="*/ 2056788 w 2144306"/>
              <a:gd name="csY47" fmla="*/ 265353 h 1382344"/>
              <a:gd name="csX48" fmla="*/ 2100547 w 2144306"/>
              <a:gd name="csY48" fmla="*/ 318219 h 1382344"/>
              <a:gd name="csX49" fmla="*/ 2144307 w 2144306"/>
              <a:gd name="csY49" fmla="*/ 158640 h 1382344"/>
              <a:gd name="csX50" fmla="*/ 2144307 w 2144306"/>
              <a:gd name="csY50" fmla="*/ 81352 h 1382344"/>
              <a:gd name="csX51" fmla="*/ 2100547 w 2144306"/>
              <a:gd name="csY51" fmla="*/ 183534 h 1382344"/>
              <a:gd name="csX52" fmla="*/ 2056788 w 2144306"/>
              <a:gd name="csY52" fmla="*/ 150571 h 1382344"/>
              <a:gd name="csX53" fmla="*/ 2013028 w 2144306"/>
              <a:gd name="csY53" fmla="*/ 126848 h 1382344"/>
              <a:gd name="csX54" fmla="*/ 1969268 w 2144306"/>
              <a:gd name="csY54" fmla="*/ 133231 h 1382344"/>
              <a:gd name="csX55" fmla="*/ 1925497 w 2144306"/>
              <a:gd name="csY55" fmla="*/ 0 h 1382344"/>
              <a:gd name="csX56" fmla="*/ 1881738 w 2144306"/>
              <a:gd name="csY56" fmla="*/ 179605 h 1382344"/>
              <a:gd name="csX57" fmla="*/ 1837978 w 2144306"/>
              <a:gd name="csY57" fmla="*/ 184546 h 1382344"/>
              <a:gd name="csX58" fmla="*/ 1794218 w 2144306"/>
              <a:gd name="csY58" fmla="*/ 203753 h 1382344"/>
              <a:gd name="csX59" fmla="*/ 1750459 w 2144306"/>
              <a:gd name="csY59" fmla="*/ 218983 h 1382344"/>
              <a:gd name="csX60" fmla="*/ 1706699 w 2144306"/>
              <a:gd name="csY60" fmla="*/ 235695 h 1382344"/>
              <a:gd name="csX61" fmla="*/ 1662939 w 2144306"/>
              <a:gd name="csY61" fmla="*/ 335764 h 1382344"/>
              <a:gd name="csX62" fmla="*/ 1619168 w 2144306"/>
              <a:gd name="csY62" fmla="*/ 236449 h 1382344"/>
              <a:gd name="csX63" fmla="*/ 1575409 w 2144306"/>
              <a:gd name="csY63" fmla="*/ 331883 h 1382344"/>
              <a:gd name="csX64" fmla="*/ 1531649 w 2144306"/>
              <a:gd name="csY64" fmla="*/ 357868 h 1382344"/>
              <a:gd name="csX65" fmla="*/ 1487890 w 2144306"/>
              <a:gd name="csY65" fmla="*/ 402981 h 1382344"/>
              <a:gd name="csX66" fmla="*/ 1444130 w 2144306"/>
              <a:gd name="csY66" fmla="*/ 436339 h 1382344"/>
              <a:gd name="csX67" fmla="*/ 1400370 w 2144306"/>
              <a:gd name="csY67" fmla="*/ 474351 h 1382344"/>
              <a:gd name="csX68" fmla="*/ 1356599 w 2144306"/>
              <a:gd name="csY68" fmla="*/ 494547 h 1382344"/>
              <a:gd name="csX69" fmla="*/ 1312840 w 2144306"/>
              <a:gd name="csY69" fmla="*/ 417819 h 1382344"/>
              <a:gd name="csX70" fmla="*/ 1269080 w 2144306"/>
              <a:gd name="csY70" fmla="*/ 445382 h 1382344"/>
              <a:gd name="csX71" fmla="*/ 1225320 w 2144306"/>
              <a:gd name="csY71" fmla="*/ 576108 h 1382344"/>
              <a:gd name="csX72" fmla="*/ 1181561 w 2144306"/>
              <a:gd name="csY72" fmla="*/ 615027 h 1382344"/>
              <a:gd name="csX73" fmla="*/ 1137801 w 2144306"/>
              <a:gd name="csY73" fmla="*/ 606407 h 1382344"/>
              <a:gd name="csX74" fmla="*/ 1094030 w 2144306"/>
              <a:gd name="csY74" fmla="*/ 651034 h 1382344"/>
              <a:gd name="csX75" fmla="*/ 1050270 w 2144306"/>
              <a:gd name="csY75" fmla="*/ 665258 h 1382344"/>
              <a:gd name="csX76" fmla="*/ 1006511 w 2144306"/>
              <a:gd name="csY76" fmla="*/ 664729 h 1382344"/>
              <a:gd name="csX77" fmla="*/ 962751 w 2144306"/>
              <a:gd name="csY77" fmla="*/ 717325 h 1382344"/>
              <a:gd name="csX78" fmla="*/ 918991 w 2144306"/>
              <a:gd name="csY78" fmla="*/ 723041 h 1382344"/>
              <a:gd name="csX79" fmla="*/ 875232 w 2144306"/>
              <a:gd name="csY79" fmla="*/ 752815 h 1382344"/>
              <a:gd name="csX80" fmla="*/ 831472 w 2144306"/>
              <a:gd name="csY80" fmla="*/ 699183 h 1382344"/>
              <a:gd name="csX81" fmla="*/ 787701 w 2144306"/>
              <a:gd name="csY81" fmla="*/ 851771 h 1382344"/>
              <a:gd name="csX82" fmla="*/ 743941 w 2144306"/>
              <a:gd name="csY82" fmla="*/ 881942 h 1382344"/>
              <a:gd name="csX83" fmla="*/ 700182 w 2144306"/>
              <a:gd name="csY83" fmla="*/ 785590 h 1382344"/>
              <a:gd name="csX84" fmla="*/ 656421 w 2144306"/>
              <a:gd name="csY84" fmla="*/ 879691 h 1382344"/>
              <a:gd name="csX85" fmla="*/ 612660 w 2144306"/>
              <a:gd name="csY85" fmla="*/ 923708 h 1382344"/>
              <a:gd name="csX86" fmla="*/ 568898 w 2144306"/>
              <a:gd name="csY86" fmla="*/ 903881 h 1382344"/>
              <a:gd name="csX87" fmla="*/ 525137 w 2144306"/>
              <a:gd name="csY87" fmla="*/ 936560 h 1382344"/>
              <a:gd name="csX88" fmla="*/ 481375 w 2144306"/>
              <a:gd name="csY88" fmla="*/ 1017510 h 1382344"/>
              <a:gd name="csX89" fmla="*/ 437615 w 2144306"/>
              <a:gd name="csY89" fmla="*/ 1050863 h 1382344"/>
              <a:gd name="csX90" fmla="*/ 393853 w 2144306"/>
              <a:gd name="csY90" fmla="*/ 860872 h 1382344"/>
              <a:gd name="csX91" fmla="*/ 350091 w 2144306"/>
              <a:gd name="csY91" fmla="*/ 1136955 h 1382344"/>
              <a:gd name="csX92" fmla="*/ 306330 w 2144306"/>
              <a:gd name="csY92" fmla="*/ 1123003 h 1382344"/>
              <a:gd name="csX93" fmla="*/ 262568 w 2144306"/>
              <a:gd name="csY93" fmla="*/ 1103388 h 1382344"/>
              <a:gd name="csX94" fmla="*/ 218807 w 2144306"/>
              <a:gd name="csY94" fmla="*/ 1167261 h 1382344"/>
              <a:gd name="csX95" fmla="*/ 175045 w 2144306"/>
              <a:gd name="csY95" fmla="*/ 1051826 h 1382344"/>
              <a:gd name="csX96" fmla="*/ 131285 w 2144306"/>
              <a:gd name="csY96" fmla="*/ 1217170 h 1382344"/>
              <a:gd name="csX97" fmla="*/ 87523 w 2144306"/>
              <a:gd name="csY97" fmla="*/ 1235879 h 1382344"/>
              <a:gd name="csX98" fmla="*/ 43761 w 2144306"/>
              <a:gd name="csY98" fmla="*/ 1186502 h 1382344"/>
              <a:gd name="csX99" fmla="*/ 0 w 2144306"/>
              <a:gd name="csY99" fmla="*/ 1167250 h 13823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6" h="1382344">
                <a:moveTo>
                  <a:pt x="0" y="1253693"/>
                </a:moveTo>
                <a:lnTo>
                  <a:pt x="43761" y="1268291"/>
                </a:lnTo>
                <a:lnTo>
                  <a:pt x="87523" y="1301292"/>
                </a:lnTo>
                <a:lnTo>
                  <a:pt x="131285" y="1382345"/>
                </a:lnTo>
                <a:lnTo>
                  <a:pt x="175045" y="1249412"/>
                </a:lnTo>
                <a:lnTo>
                  <a:pt x="218807" y="1252425"/>
                </a:lnTo>
                <a:lnTo>
                  <a:pt x="262568" y="1162697"/>
                </a:lnTo>
                <a:lnTo>
                  <a:pt x="306330" y="1206604"/>
                </a:lnTo>
                <a:lnTo>
                  <a:pt x="350091" y="1195596"/>
                </a:lnTo>
                <a:lnTo>
                  <a:pt x="393853" y="1146638"/>
                </a:lnTo>
                <a:lnTo>
                  <a:pt x="437615" y="1109130"/>
                </a:lnTo>
                <a:lnTo>
                  <a:pt x="481375" y="1106559"/>
                </a:lnTo>
                <a:lnTo>
                  <a:pt x="525137" y="1033255"/>
                </a:lnTo>
                <a:lnTo>
                  <a:pt x="568898" y="984945"/>
                </a:lnTo>
                <a:lnTo>
                  <a:pt x="612660" y="992264"/>
                </a:lnTo>
                <a:lnTo>
                  <a:pt x="656421" y="944646"/>
                </a:lnTo>
                <a:lnTo>
                  <a:pt x="700182" y="934613"/>
                </a:lnTo>
                <a:lnTo>
                  <a:pt x="743941" y="935441"/>
                </a:lnTo>
                <a:lnTo>
                  <a:pt x="787701" y="911786"/>
                </a:lnTo>
                <a:lnTo>
                  <a:pt x="831472" y="936466"/>
                </a:lnTo>
                <a:lnTo>
                  <a:pt x="875232" y="815220"/>
                </a:lnTo>
                <a:lnTo>
                  <a:pt x="918991" y="785625"/>
                </a:lnTo>
                <a:lnTo>
                  <a:pt x="962751" y="781792"/>
                </a:lnTo>
                <a:lnTo>
                  <a:pt x="1006511" y="719019"/>
                </a:lnTo>
                <a:lnTo>
                  <a:pt x="1050270" y="744035"/>
                </a:lnTo>
                <a:lnTo>
                  <a:pt x="1094030" y="717635"/>
                </a:lnTo>
                <a:lnTo>
                  <a:pt x="1137801" y="693422"/>
                </a:lnTo>
                <a:lnTo>
                  <a:pt x="1181561" y="711291"/>
                </a:lnTo>
                <a:lnTo>
                  <a:pt x="1225320" y="627455"/>
                </a:lnTo>
                <a:lnTo>
                  <a:pt x="1269080" y="571066"/>
                </a:lnTo>
                <a:lnTo>
                  <a:pt x="1312840" y="613853"/>
                </a:lnTo>
                <a:lnTo>
                  <a:pt x="1356599" y="541579"/>
                </a:lnTo>
                <a:lnTo>
                  <a:pt x="1400370" y="534046"/>
                </a:lnTo>
                <a:lnTo>
                  <a:pt x="1444130" y="490703"/>
                </a:lnTo>
                <a:lnTo>
                  <a:pt x="1487890" y="466959"/>
                </a:lnTo>
                <a:lnTo>
                  <a:pt x="1531649" y="485998"/>
                </a:lnTo>
                <a:lnTo>
                  <a:pt x="1575409" y="386055"/>
                </a:lnTo>
                <a:lnTo>
                  <a:pt x="1619168" y="595227"/>
                </a:lnTo>
                <a:lnTo>
                  <a:pt x="1662939" y="408213"/>
                </a:lnTo>
                <a:lnTo>
                  <a:pt x="1706699" y="296634"/>
                </a:lnTo>
                <a:lnTo>
                  <a:pt x="1750459" y="375605"/>
                </a:lnTo>
                <a:lnTo>
                  <a:pt x="1794218" y="327467"/>
                </a:lnTo>
                <a:lnTo>
                  <a:pt x="1837978" y="253757"/>
                </a:lnTo>
                <a:lnTo>
                  <a:pt x="1881738" y="311625"/>
                </a:lnTo>
                <a:lnTo>
                  <a:pt x="1925497" y="172724"/>
                </a:lnTo>
                <a:lnTo>
                  <a:pt x="1969268" y="205785"/>
                </a:lnTo>
                <a:lnTo>
                  <a:pt x="2013028" y="186392"/>
                </a:lnTo>
                <a:lnTo>
                  <a:pt x="2056788" y="265353"/>
                </a:lnTo>
                <a:lnTo>
                  <a:pt x="2100547" y="318219"/>
                </a:lnTo>
                <a:lnTo>
                  <a:pt x="2144307" y="158640"/>
                </a:lnTo>
                <a:lnTo>
                  <a:pt x="2144307" y="81352"/>
                </a:lnTo>
                <a:lnTo>
                  <a:pt x="2100547" y="183534"/>
                </a:lnTo>
                <a:lnTo>
                  <a:pt x="2056788" y="150571"/>
                </a:lnTo>
                <a:lnTo>
                  <a:pt x="2013028" y="126848"/>
                </a:lnTo>
                <a:lnTo>
                  <a:pt x="1969268" y="133231"/>
                </a:lnTo>
                <a:lnTo>
                  <a:pt x="1925497" y="0"/>
                </a:lnTo>
                <a:lnTo>
                  <a:pt x="1881738" y="179605"/>
                </a:lnTo>
                <a:lnTo>
                  <a:pt x="1837978" y="184546"/>
                </a:lnTo>
                <a:lnTo>
                  <a:pt x="1794218" y="203753"/>
                </a:lnTo>
                <a:lnTo>
                  <a:pt x="1750459" y="218983"/>
                </a:lnTo>
                <a:lnTo>
                  <a:pt x="1706699" y="235695"/>
                </a:lnTo>
                <a:lnTo>
                  <a:pt x="1662939" y="335764"/>
                </a:lnTo>
                <a:lnTo>
                  <a:pt x="1619168" y="236449"/>
                </a:lnTo>
                <a:lnTo>
                  <a:pt x="1575409" y="331883"/>
                </a:lnTo>
                <a:lnTo>
                  <a:pt x="1531649" y="357868"/>
                </a:lnTo>
                <a:lnTo>
                  <a:pt x="1487890" y="402981"/>
                </a:lnTo>
                <a:lnTo>
                  <a:pt x="1444130" y="436339"/>
                </a:lnTo>
                <a:lnTo>
                  <a:pt x="1400370" y="474351"/>
                </a:lnTo>
                <a:lnTo>
                  <a:pt x="1356599" y="494547"/>
                </a:lnTo>
                <a:lnTo>
                  <a:pt x="1312840" y="417819"/>
                </a:lnTo>
                <a:lnTo>
                  <a:pt x="1269080" y="445382"/>
                </a:lnTo>
                <a:lnTo>
                  <a:pt x="1225320" y="576108"/>
                </a:lnTo>
                <a:lnTo>
                  <a:pt x="1181561" y="615027"/>
                </a:lnTo>
                <a:lnTo>
                  <a:pt x="1137801" y="606407"/>
                </a:lnTo>
                <a:lnTo>
                  <a:pt x="1094030" y="651034"/>
                </a:lnTo>
                <a:lnTo>
                  <a:pt x="1050270" y="665258"/>
                </a:lnTo>
                <a:lnTo>
                  <a:pt x="1006511" y="664729"/>
                </a:lnTo>
                <a:lnTo>
                  <a:pt x="962751" y="717325"/>
                </a:lnTo>
                <a:lnTo>
                  <a:pt x="918991" y="723041"/>
                </a:lnTo>
                <a:lnTo>
                  <a:pt x="875232" y="752815"/>
                </a:lnTo>
                <a:lnTo>
                  <a:pt x="831472" y="699183"/>
                </a:lnTo>
                <a:lnTo>
                  <a:pt x="787701" y="851771"/>
                </a:lnTo>
                <a:lnTo>
                  <a:pt x="743941" y="881942"/>
                </a:lnTo>
                <a:lnTo>
                  <a:pt x="700182" y="785590"/>
                </a:lnTo>
                <a:lnTo>
                  <a:pt x="656421" y="879691"/>
                </a:lnTo>
                <a:lnTo>
                  <a:pt x="612660" y="923708"/>
                </a:lnTo>
                <a:lnTo>
                  <a:pt x="568898" y="903881"/>
                </a:lnTo>
                <a:lnTo>
                  <a:pt x="525137" y="936560"/>
                </a:lnTo>
                <a:lnTo>
                  <a:pt x="481375" y="1017510"/>
                </a:lnTo>
                <a:lnTo>
                  <a:pt x="437615" y="1050863"/>
                </a:lnTo>
                <a:lnTo>
                  <a:pt x="393853" y="860872"/>
                </a:lnTo>
                <a:lnTo>
                  <a:pt x="350091" y="1136955"/>
                </a:lnTo>
                <a:lnTo>
                  <a:pt x="306330" y="1123003"/>
                </a:lnTo>
                <a:lnTo>
                  <a:pt x="262568" y="1103388"/>
                </a:lnTo>
                <a:lnTo>
                  <a:pt x="218807" y="1167261"/>
                </a:lnTo>
                <a:lnTo>
                  <a:pt x="175045" y="1051826"/>
                </a:lnTo>
                <a:lnTo>
                  <a:pt x="131285" y="1217170"/>
                </a:lnTo>
                <a:lnTo>
                  <a:pt x="87523" y="1235879"/>
                </a:lnTo>
                <a:lnTo>
                  <a:pt x="43761" y="1186502"/>
                </a:lnTo>
                <a:lnTo>
                  <a:pt x="0" y="1167250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29" name="Freeform 828">
            <a:extLst>
              <a:ext uri="{FF2B5EF4-FFF2-40B4-BE49-F238E27FC236}">
                <a16:creationId xmlns:a16="http://schemas.microsoft.com/office/drawing/2014/main" id="{E979F679-1C19-2D72-28ED-7149CEEC60BD}"/>
              </a:ext>
            </a:extLst>
          </p:cNvPr>
          <p:cNvSpPr/>
          <p:nvPr/>
        </p:nvSpPr>
        <p:spPr>
          <a:xfrm>
            <a:off x="979117" y="1441019"/>
            <a:ext cx="2144305" cy="1300934"/>
          </a:xfrm>
          <a:custGeom>
            <a:avLst/>
            <a:gdLst>
              <a:gd name="csX0" fmla="*/ 0 w 2144305"/>
              <a:gd name="csY0" fmla="*/ 1197130 h 1300934"/>
              <a:gd name="csX1" fmla="*/ 43761 w 2144305"/>
              <a:gd name="csY1" fmla="*/ 1187413 h 1300934"/>
              <a:gd name="csX2" fmla="*/ 87523 w 2144305"/>
              <a:gd name="csY2" fmla="*/ 1300935 h 1300934"/>
              <a:gd name="csX3" fmla="*/ 131284 w 2144305"/>
              <a:gd name="csY3" fmla="*/ 1145987 h 1300934"/>
              <a:gd name="csX4" fmla="*/ 175045 w 2144305"/>
              <a:gd name="csY4" fmla="*/ 1001061 h 1300934"/>
              <a:gd name="csX5" fmla="*/ 218806 w 2144305"/>
              <a:gd name="csY5" fmla="*/ 1191955 h 1300934"/>
              <a:gd name="csX6" fmla="*/ 262568 w 2144305"/>
              <a:gd name="csY6" fmla="*/ 1160426 h 1300934"/>
              <a:gd name="csX7" fmla="*/ 306330 w 2144305"/>
              <a:gd name="csY7" fmla="*/ 1158999 h 1300934"/>
              <a:gd name="csX8" fmla="*/ 350091 w 2144305"/>
              <a:gd name="csY8" fmla="*/ 1191445 h 1300934"/>
              <a:gd name="csX9" fmla="*/ 393853 w 2144305"/>
              <a:gd name="csY9" fmla="*/ 867548 h 1300934"/>
              <a:gd name="csX10" fmla="*/ 437614 w 2144305"/>
              <a:gd name="csY10" fmla="*/ 1100777 h 1300934"/>
              <a:gd name="csX11" fmla="*/ 481375 w 2144305"/>
              <a:gd name="csY11" fmla="*/ 1068773 h 1300934"/>
              <a:gd name="csX12" fmla="*/ 525136 w 2144305"/>
              <a:gd name="csY12" fmla="*/ 985308 h 1300934"/>
              <a:gd name="csX13" fmla="*/ 568898 w 2144305"/>
              <a:gd name="csY13" fmla="*/ 969883 h 1300934"/>
              <a:gd name="csX14" fmla="*/ 612660 w 2144305"/>
              <a:gd name="csY14" fmla="*/ 973870 h 1300934"/>
              <a:gd name="csX15" fmla="*/ 656421 w 2144305"/>
              <a:gd name="csY15" fmla="*/ 927896 h 1300934"/>
              <a:gd name="csX16" fmla="*/ 700181 w 2144305"/>
              <a:gd name="csY16" fmla="*/ 855801 h 1300934"/>
              <a:gd name="csX17" fmla="*/ 743940 w 2144305"/>
              <a:gd name="csY17" fmla="*/ 914894 h 1300934"/>
              <a:gd name="csX18" fmla="*/ 787700 w 2144305"/>
              <a:gd name="csY18" fmla="*/ 907118 h 1300934"/>
              <a:gd name="csX19" fmla="*/ 831471 w 2144305"/>
              <a:gd name="csY19" fmla="*/ 772574 h 1300934"/>
              <a:gd name="csX20" fmla="*/ 875231 w 2144305"/>
              <a:gd name="csY20" fmla="*/ 814093 h 1300934"/>
              <a:gd name="csX21" fmla="*/ 918990 w 2144305"/>
              <a:gd name="csY21" fmla="*/ 775174 h 1300934"/>
              <a:gd name="csX22" fmla="*/ 962750 w 2144305"/>
              <a:gd name="csY22" fmla="*/ 755160 h 1300934"/>
              <a:gd name="csX23" fmla="*/ 1006509 w 2144305"/>
              <a:gd name="csY23" fmla="*/ 708791 h 1300934"/>
              <a:gd name="csX24" fmla="*/ 1050269 w 2144305"/>
              <a:gd name="csY24" fmla="*/ 731004 h 1300934"/>
              <a:gd name="csX25" fmla="*/ 1094040 w 2144305"/>
              <a:gd name="csY25" fmla="*/ 710414 h 1300934"/>
              <a:gd name="csX26" fmla="*/ 1137800 w 2144305"/>
              <a:gd name="csY26" fmla="*/ 669462 h 1300934"/>
              <a:gd name="csX27" fmla="*/ 1181559 w 2144305"/>
              <a:gd name="csY27" fmla="*/ 690506 h 1300934"/>
              <a:gd name="csX28" fmla="*/ 1225319 w 2144305"/>
              <a:gd name="csY28" fmla="*/ 636473 h 1300934"/>
              <a:gd name="csX29" fmla="*/ 1269079 w 2144305"/>
              <a:gd name="csY29" fmla="*/ 569410 h 1300934"/>
              <a:gd name="csX30" fmla="*/ 1312838 w 2144305"/>
              <a:gd name="csY30" fmla="*/ 595966 h 1300934"/>
              <a:gd name="csX31" fmla="*/ 1356609 w 2144305"/>
              <a:gd name="csY31" fmla="*/ 535655 h 1300934"/>
              <a:gd name="csX32" fmla="*/ 1400369 w 2144305"/>
              <a:gd name="csY32" fmla="*/ 536413 h 1300934"/>
              <a:gd name="csX33" fmla="*/ 1444129 w 2144305"/>
              <a:gd name="csY33" fmla="*/ 484599 h 1300934"/>
              <a:gd name="csX34" fmla="*/ 1487888 w 2144305"/>
              <a:gd name="csY34" fmla="*/ 467969 h 1300934"/>
              <a:gd name="csX35" fmla="*/ 1531648 w 2144305"/>
              <a:gd name="csY35" fmla="*/ 507811 h 1300934"/>
              <a:gd name="csX36" fmla="*/ 1575408 w 2144305"/>
              <a:gd name="csY36" fmla="*/ 414592 h 1300934"/>
              <a:gd name="csX37" fmla="*/ 1619167 w 2144305"/>
              <a:gd name="csY37" fmla="*/ 611754 h 1300934"/>
              <a:gd name="csX38" fmla="*/ 1662938 w 2144305"/>
              <a:gd name="csY38" fmla="*/ 442387 h 1300934"/>
              <a:gd name="csX39" fmla="*/ 1706698 w 2144305"/>
              <a:gd name="csY39" fmla="*/ 333424 h 1300934"/>
              <a:gd name="csX40" fmla="*/ 1750458 w 2144305"/>
              <a:gd name="csY40" fmla="*/ 431116 h 1300934"/>
              <a:gd name="csX41" fmla="*/ 1794217 w 2144305"/>
              <a:gd name="csY41" fmla="*/ 367042 h 1300934"/>
              <a:gd name="csX42" fmla="*/ 1837977 w 2144305"/>
              <a:gd name="csY42" fmla="*/ 282797 h 1300934"/>
              <a:gd name="csX43" fmla="*/ 1881737 w 2144305"/>
              <a:gd name="csY43" fmla="*/ 354936 h 1300934"/>
              <a:gd name="csX44" fmla="*/ 1925507 w 2144305"/>
              <a:gd name="csY44" fmla="*/ 312418 h 1300934"/>
              <a:gd name="csX45" fmla="*/ 1969267 w 2144305"/>
              <a:gd name="csY45" fmla="*/ 253600 h 1300934"/>
              <a:gd name="csX46" fmla="*/ 2013027 w 2144305"/>
              <a:gd name="csY46" fmla="*/ 217661 h 1300934"/>
              <a:gd name="csX47" fmla="*/ 2056787 w 2144305"/>
              <a:gd name="csY47" fmla="*/ 301648 h 1300934"/>
              <a:gd name="csX48" fmla="*/ 2100546 w 2144305"/>
              <a:gd name="csY48" fmla="*/ 369787 h 1300934"/>
              <a:gd name="csX49" fmla="*/ 2144306 w 2144305"/>
              <a:gd name="csY49" fmla="*/ 220147 h 1300934"/>
              <a:gd name="csX50" fmla="*/ 2144306 w 2144305"/>
              <a:gd name="csY50" fmla="*/ 0 h 1300934"/>
              <a:gd name="csX51" fmla="*/ 2100546 w 2144305"/>
              <a:gd name="csY51" fmla="*/ 185567 h 1300934"/>
              <a:gd name="csX52" fmla="*/ 2056787 w 2144305"/>
              <a:gd name="csY52" fmla="*/ 90381 h 1300934"/>
              <a:gd name="csX53" fmla="*/ 2013027 w 2144305"/>
              <a:gd name="csY53" fmla="*/ 3846 h 1300934"/>
              <a:gd name="csX54" fmla="*/ 1969267 w 2144305"/>
              <a:gd name="csY54" fmla="*/ 56012 h 1300934"/>
              <a:gd name="csX55" fmla="*/ 1925507 w 2144305"/>
              <a:gd name="csY55" fmla="*/ 120789 h 1300934"/>
              <a:gd name="csX56" fmla="*/ 1881737 w 2144305"/>
              <a:gd name="csY56" fmla="*/ 171739 h 1300934"/>
              <a:gd name="csX57" fmla="*/ 1837977 w 2144305"/>
              <a:gd name="csY57" fmla="*/ 76989 h 1300934"/>
              <a:gd name="csX58" fmla="*/ 1794217 w 2144305"/>
              <a:gd name="csY58" fmla="*/ 174842 h 1300934"/>
              <a:gd name="csX59" fmla="*/ 1750458 w 2144305"/>
              <a:gd name="csY59" fmla="*/ 256729 h 1300934"/>
              <a:gd name="csX60" fmla="*/ 1706698 w 2144305"/>
              <a:gd name="csY60" fmla="*/ 145937 h 1300934"/>
              <a:gd name="csX61" fmla="*/ 1662938 w 2144305"/>
              <a:gd name="csY61" fmla="*/ 263304 h 1300934"/>
              <a:gd name="csX62" fmla="*/ 1619167 w 2144305"/>
              <a:gd name="csY62" fmla="*/ 449311 h 1300934"/>
              <a:gd name="csX63" fmla="*/ 1575408 w 2144305"/>
              <a:gd name="csY63" fmla="*/ 228657 h 1300934"/>
              <a:gd name="csX64" fmla="*/ 1531648 w 2144305"/>
              <a:gd name="csY64" fmla="*/ 341972 h 1300934"/>
              <a:gd name="csX65" fmla="*/ 1487888 w 2144305"/>
              <a:gd name="csY65" fmla="*/ 287079 h 1300934"/>
              <a:gd name="csX66" fmla="*/ 1444129 w 2144305"/>
              <a:gd name="csY66" fmla="*/ 313033 h 1300934"/>
              <a:gd name="csX67" fmla="*/ 1400369 w 2144305"/>
              <a:gd name="csY67" fmla="*/ 350024 h 1300934"/>
              <a:gd name="csX68" fmla="*/ 1356609 w 2144305"/>
              <a:gd name="csY68" fmla="*/ 354333 h 1300934"/>
              <a:gd name="csX69" fmla="*/ 1312838 w 2144305"/>
              <a:gd name="csY69" fmla="*/ 427873 h 1300934"/>
              <a:gd name="csX70" fmla="*/ 1269079 w 2144305"/>
              <a:gd name="csY70" fmla="*/ 380173 h 1300934"/>
              <a:gd name="csX71" fmla="*/ 1225319 w 2144305"/>
              <a:gd name="csY71" fmla="*/ 451689 h 1300934"/>
              <a:gd name="csX72" fmla="*/ 1181559 w 2144305"/>
              <a:gd name="csY72" fmla="*/ 517646 h 1300934"/>
              <a:gd name="csX73" fmla="*/ 1137800 w 2144305"/>
              <a:gd name="csY73" fmla="*/ 494144 h 1300934"/>
              <a:gd name="csX74" fmla="*/ 1094040 w 2144305"/>
              <a:gd name="csY74" fmla="*/ 532901 h 1300934"/>
              <a:gd name="csX75" fmla="*/ 1050269 w 2144305"/>
              <a:gd name="csY75" fmla="*/ 562659 h 1300934"/>
              <a:gd name="csX76" fmla="*/ 1006509 w 2144305"/>
              <a:gd name="csY76" fmla="*/ 529047 h 1300934"/>
              <a:gd name="csX77" fmla="*/ 962750 w 2144305"/>
              <a:gd name="csY77" fmla="*/ 576554 h 1300934"/>
              <a:gd name="csX78" fmla="*/ 918990 w 2144305"/>
              <a:gd name="csY78" fmla="*/ 602662 h 1300934"/>
              <a:gd name="csX79" fmla="*/ 875231 w 2144305"/>
              <a:gd name="csY79" fmla="*/ 640251 h 1300934"/>
              <a:gd name="csX80" fmla="*/ 831471 w 2144305"/>
              <a:gd name="csY80" fmla="*/ 606853 h 1300934"/>
              <a:gd name="csX81" fmla="*/ 787700 w 2144305"/>
              <a:gd name="csY81" fmla="*/ 726071 h 1300934"/>
              <a:gd name="csX82" fmla="*/ 743940 w 2144305"/>
              <a:gd name="csY82" fmla="*/ 742561 h 1300934"/>
              <a:gd name="csX83" fmla="*/ 700181 w 2144305"/>
              <a:gd name="csY83" fmla="*/ 672221 h 1300934"/>
              <a:gd name="csX84" fmla="*/ 656421 w 2144305"/>
              <a:gd name="csY84" fmla="*/ 739646 h 1300934"/>
              <a:gd name="csX85" fmla="*/ 612660 w 2144305"/>
              <a:gd name="csY85" fmla="*/ 794271 h 1300934"/>
              <a:gd name="csX86" fmla="*/ 568898 w 2144305"/>
              <a:gd name="csY86" fmla="*/ 787685 h 1300934"/>
              <a:gd name="csX87" fmla="*/ 525136 w 2144305"/>
              <a:gd name="csY87" fmla="*/ 802701 h 1300934"/>
              <a:gd name="csX88" fmla="*/ 481375 w 2144305"/>
              <a:gd name="csY88" fmla="*/ 883725 h 1300934"/>
              <a:gd name="csX89" fmla="*/ 437614 w 2144305"/>
              <a:gd name="csY89" fmla="*/ 900730 h 1300934"/>
              <a:gd name="csX90" fmla="*/ 393853 w 2144305"/>
              <a:gd name="csY90" fmla="*/ 697068 h 1300934"/>
              <a:gd name="csX91" fmla="*/ 350091 w 2144305"/>
              <a:gd name="csY91" fmla="*/ 985920 h 1300934"/>
              <a:gd name="csX92" fmla="*/ 306330 w 2144305"/>
              <a:gd name="csY92" fmla="*/ 955851 h 1300934"/>
              <a:gd name="csX93" fmla="*/ 262568 w 2144305"/>
              <a:gd name="csY93" fmla="*/ 964441 h 1300934"/>
              <a:gd name="csX94" fmla="*/ 218806 w 2144305"/>
              <a:gd name="csY94" fmla="*/ 981152 h 1300934"/>
              <a:gd name="csX95" fmla="*/ 175045 w 2144305"/>
              <a:gd name="csY95" fmla="*/ 822096 h 1300934"/>
              <a:gd name="csX96" fmla="*/ 131284 w 2144305"/>
              <a:gd name="csY96" fmla="*/ 956490 h 1300934"/>
              <a:gd name="csX97" fmla="*/ 87523 w 2144305"/>
              <a:gd name="csY97" fmla="*/ 1082261 h 1300934"/>
              <a:gd name="csX98" fmla="*/ 43761 w 2144305"/>
              <a:gd name="csY98" fmla="*/ 986860 h 1300934"/>
              <a:gd name="csX99" fmla="*/ 0 w 2144305"/>
              <a:gd name="csY99" fmla="*/ 988570 h 1300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5" h="1300934">
                <a:moveTo>
                  <a:pt x="0" y="1197130"/>
                </a:moveTo>
                <a:lnTo>
                  <a:pt x="43761" y="1187413"/>
                </a:lnTo>
                <a:lnTo>
                  <a:pt x="87523" y="1300935"/>
                </a:lnTo>
                <a:lnTo>
                  <a:pt x="131284" y="1145987"/>
                </a:lnTo>
                <a:lnTo>
                  <a:pt x="175045" y="1001061"/>
                </a:lnTo>
                <a:lnTo>
                  <a:pt x="218806" y="1191955"/>
                </a:lnTo>
                <a:lnTo>
                  <a:pt x="262568" y="1160426"/>
                </a:lnTo>
                <a:lnTo>
                  <a:pt x="306330" y="1158999"/>
                </a:lnTo>
                <a:lnTo>
                  <a:pt x="350091" y="1191445"/>
                </a:lnTo>
                <a:lnTo>
                  <a:pt x="393853" y="867548"/>
                </a:lnTo>
                <a:lnTo>
                  <a:pt x="437614" y="1100777"/>
                </a:lnTo>
                <a:lnTo>
                  <a:pt x="481375" y="1068773"/>
                </a:lnTo>
                <a:lnTo>
                  <a:pt x="525136" y="985308"/>
                </a:lnTo>
                <a:lnTo>
                  <a:pt x="568898" y="969883"/>
                </a:lnTo>
                <a:lnTo>
                  <a:pt x="612660" y="973870"/>
                </a:lnTo>
                <a:lnTo>
                  <a:pt x="656421" y="927896"/>
                </a:lnTo>
                <a:lnTo>
                  <a:pt x="700181" y="855801"/>
                </a:lnTo>
                <a:lnTo>
                  <a:pt x="743940" y="914894"/>
                </a:lnTo>
                <a:lnTo>
                  <a:pt x="787700" y="907118"/>
                </a:lnTo>
                <a:lnTo>
                  <a:pt x="831471" y="772574"/>
                </a:lnTo>
                <a:lnTo>
                  <a:pt x="875231" y="814093"/>
                </a:lnTo>
                <a:lnTo>
                  <a:pt x="918990" y="775174"/>
                </a:lnTo>
                <a:lnTo>
                  <a:pt x="962750" y="755160"/>
                </a:lnTo>
                <a:lnTo>
                  <a:pt x="1006509" y="708791"/>
                </a:lnTo>
                <a:lnTo>
                  <a:pt x="1050269" y="731004"/>
                </a:lnTo>
                <a:lnTo>
                  <a:pt x="1094040" y="710414"/>
                </a:lnTo>
                <a:lnTo>
                  <a:pt x="1137800" y="669462"/>
                </a:lnTo>
                <a:lnTo>
                  <a:pt x="1181559" y="690506"/>
                </a:lnTo>
                <a:lnTo>
                  <a:pt x="1225319" y="636473"/>
                </a:lnTo>
                <a:lnTo>
                  <a:pt x="1269079" y="569410"/>
                </a:lnTo>
                <a:lnTo>
                  <a:pt x="1312838" y="595966"/>
                </a:lnTo>
                <a:lnTo>
                  <a:pt x="1356609" y="535655"/>
                </a:lnTo>
                <a:lnTo>
                  <a:pt x="1400369" y="536413"/>
                </a:lnTo>
                <a:lnTo>
                  <a:pt x="1444129" y="484599"/>
                </a:lnTo>
                <a:lnTo>
                  <a:pt x="1487888" y="467969"/>
                </a:lnTo>
                <a:lnTo>
                  <a:pt x="1531648" y="507811"/>
                </a:lnTo>
                <a:lnTo>
                  <a:pt x="1575408" y="414592"/>
                </a:lnTo>
                <a:lnTo>
                  <a:pt x="1619167" y="611754"/>
                </a:lnTo>
                <a:lnTo>
                  <a:pt x="1662938" y="442387"/>
                </a:lnTo>
                <a:lnTo>
                  <a:pt x="1706698" y="333424"/>
                </a:lnTo>
                <a:lnTo>
                  <a:pt x="1750458" y="431116"/>
                </a:lnTo>
                <a:lnTo>
                  <a:pt x="1794217" y="367042"/>
                </a:lnTo>
                <a:lnTo>
                  <a:pt x="1837977" y="282797"/>
                </a:lnTo>
                <a:lnTo>
                  <a:pt x="1881737" y="354936"/>
                </a:lnTo>
                <a:lnTo>
                  <a:pt x="1925507" y="312418"/>
                </a:lnTo>
                <a:lnTo>
                  <a:pt x="1969267" y="253600"/>
                </a:lnTo>
                <a:lnTo>
                  <a:pt x="2013027" y="217661"/>
                </a:lnTo>
                <a:lnTo>
                  <a:pt x="2056787" y="301648"/>
                </a:lnTo>
                <a:lnTo>
                  <a:pt x="2100546" y="369787"/>
                </a:lnTo>
                <a:lnTo>
                  <a:pt x="2144306" y="220147"/>
                </a:lnTo>
                <a:lnTo>
                  <a:pt x="2144306" y="0"/>
                </a:lnTo>
                <a:lnTo>
                  <a:pt x="2100546" y="185567"/>
                </a:lnTo>
                <a:lnTo>
                  <a:pt x="2056787" y="90381"/>
                </a:lnTo>
                <a:lnTo>
                  <a:pt x="2013027" y="3846"/>
                </a:lnTo>
                <a:lnTo>
                  <a:pt x="1969267" y="56012"/>
                </a:lnTo>
                <a:lnTo>
                  <a:pt x="1925507" y="120789"/>
                </a:lnTo>
                <a:lnTo>
                  <a:pt x="1881737" y="171739"/>
                </a:lnTo>
                <a:lnTo>
                  <a:pt x="1837977" y="76989"/>
                </a:lnTo>
                <a:lnTo>
                  <a:pt x="1794217" y="174842"/>
                </a:lnTo>
                <a:lnTo>
                  <a:pt x="1750458" y="256729"/>
                </a:lnTo>
                <a:lnTo>
                  <a:pt x="1706698" y="145937"/>
                </a:lnTo>
                <a:lnTo>
                  <a:pt x="1662938" y="263304"/>
                </a:lnTo>
                <a:lnTo>
                  <a:pt x="1619167" y="449311"/>
                </a:lnTo>
                <a:lnTo>
                  <a:pt x="1575408" y="228657"/>
                </a:lnTo>
                <a:lnTo>
                  <a:pt x="1531648" y="341972"/>
                </a:lnTo>
                <a:lnTo>
                  <a:pt x="1487888" y="287079"/>
                </a:lnTo>
                <a:lnTo>
                  <a:pt x="1444129" y="313033"/>
                </a:lnTo>
                <a:lnTo>
                  <a:pt x="1400369" y="350024"/>
                </a:lnTo>
                <a:lnTo>
                  <a:pt x="1356609" y="354333"/>
                </a:lnTo>
                <a:lnTo>
                  <a:pt x="1312838" y="427873"/>
                </a:lnTo>
                <a:lnTo>
                  <a:pt x="1269079" y="380173"/>
                </a:lnTo>
                <a:lnTo>
                  <a:pt x="1225319" y="451689"/>
                </a:lnTo>
                <a:lnTo>
                  <a:pt x="1181559" y="517646"/>
                </a:lnTo>
                <a:lnTo>
                  <a:pt x="1137800" y="494144"/>
                </a:lnTo>
                <a:lnTo>
                  <a:pt x="1094040" y="532901"/>
                </a:lnTo>
                <a:lnTo>
                  <a:pt x="1050269" y="562659"/>
                </a:lnTo>
                <a:lnTo>
                  <a:pt x="1006509" y="529047"/>
                </a:lnTo>
                <a:lnTo>
                  <a:pt x="962750" y="576554"/>
                </a:lnTo>
                <a:lnTo>
                  <a:pt x="918990" y="602662"/>
                </a:lnTo>
                <a:lnTo>
                  <a:pt x="875231" y="640251"/>
                </a:lnTo>
                <a:lnTo>
                  <a:pt x="831471" y="606853"/>
                </a:lnTo>
                <a:lnTo>
                  <a:pt x="787700" y="726071"/>
                </a:lnTo>
                <a:lnTo>
                  <a:pt x="743940" y="742561"/>
                </a:lnTo>
                <a:lnTo>
                  <a:pt x="700181" y="672221"/>
                </a:lnTo>
                <a:lnTo>
                  <a:pt x="656421" y="739646"/>
                </a:lnTo>
                <a:lnTo>
                  <a:pt x="612660" y="794271"/>
                </a:lnTo>
                <a:lnTo>
                  <a:pt x="568898" y="787685"/>
                </a:lnTo>
                <a:lnTo>
                  <a:pt x="525136" y="802701"/>
                </a:lnTo>
                <a:lnTo>
                  <a:pt x="481375" y="883725"/>
                </a:lnTo>
                <a:lnTo>
                  <a:pt x="437614" y="900730"/>
                </a:lnTo>
                <a:lnTo>
                  <a:pt x="393853" y="697068"/>
                </a:lnTo>
                <a:lnTo>
                  <a:pt x="350091" y="985920"/>
                </a:lnTo>
                <a:lnTo>
                  <a:pt x="306330" y="955851"/>
                </a:lnTo>
                <a:lnTo>
                  <a:pt x="262568" y="964441"/>
                </a:lnTo>
                <a:lnTo>
                  <a:pt x="218806" y="981152"/>
                </a:lnTo>
                <a:lnTo>
                  <a:pt x="175045" y="822096"/>
                </a:lnTo>
                <a:lnTo>
                  <a:pt x="131284" y="956490"/>
                </a:lnTo>
                <a:lnTo>
                  <a:pt x="87523" y="1082261"/>
                </a:lnTo>
                <a:lnTo>
                  <a:pt x="43761" y="986860"/>
                </a:lnTo>
                <a:lnTo>
                  <a:pt x="0" y="988570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173" name="Group 1172">
            <a:extLst>
              <a:ext uri="{FF2B5EF4-FFF2-40B4-BE49-F238E27FC236}">
                <a16:creationId xmlns:a16="http://schemas.microsoft.com/office/drawing/2014/main" id="{D64557AC-A733-1E88-A7C0-8CC243BC11EA}"/>
              </a:ext>
            </a:extLst>
          </p:cNvPr>
          <p:cNvGrpSpPr/>
          <p:nvPr/>
        </p:nvGrpSpPr>
        <p:grpSpPr>
          <a:xfrm>
            <a:off x="934586" y="1373052"/>
            <a:ext cx="2189606" cy="1383476"/>
            <a:chOff x="934586" y="1373052"/>
            <a:chExt cx="2189606" cy="1383476"/>
          </a:xfrm>
        </p:grpSpPr>
        <p:sp>
          <p:nvSpPr>
            <p:cNvPr id="831" name="Freeform 830">
              <a:extLst>
                <a:ext uri="{FF2B5EF4-FFF2-40B4-BE49-F238E27FC236}">
                  <a16:creationId xmlns:a16="http://schemas.microsoft.com/office/drawing/2014/main" id="{1FCA89E0-9C42-E82E-8A3D-025C3BE18A6D}"/>
                </a:ext>
              </a:extLst>
            </p:cNvPr>
            <p:cNvSpPr/>
            <p:nvPr/>
          </p:nvSpPr>
          <p:spPr>
            <a:xfrm>
              <a:off x="957236" y="2540301"/>
              <a:ext cx="1132" cy="86443"/>
            </a:xfrm>
            <a:custGeom>
              <a:avLst/>
              <a:gdLst>
                <a:gd name="csX0" fmla="*/ 0 w 1132"/>
                <a:gd name="csY0" fmla="*/ 86443 h 86443"/>
                <a:gd name="csX1" fmla="*/ 0 w 1132"/>
                <a:gd name="csY1" fmla="*/ 0 h 86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6443">
                  <a:moveTo>
                    <a:pt x="0" y="864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3FE25A2-D357-599E-6676-E4F73C9ECA87}"/>
                </a:ext>
              </a:extLst>
            </p:cNvPr>
            <p:cNvSpPr/>
            <p:nvPr/>
          </p:nvSpPr>
          <p:spPr>
            <a:xfrm>
              <a:off x="1000996" y="2559554"/>
              <a:ext cx="1132" cy="81788"/>
            </a:xfrm>
            <a:custGeom>
              <a:avLst/>
              <a:gdLst>
                <a:gd name="csX0" fmla="*/ 0 w 1132"/>
                <a:gd name="csY0" fmla="*/ 81789 h 81788"/>
                <a:gd name="csX1" fmla="*/ 0 w 1132"/>
                <a:gd name="csY1" fmla="*/ 0 h 81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1788">
                  <a:moveTo>
                    <a:pt x="0" y="817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6F5FF018-E639-902E-8902-DFA88EBD29CD}"/>
                </a:ext>
              </a:extLst>
            </p:cNvPr>
            <p:cNvSpPr/>
            <p:nvPr/>
          </p:nvSpPr>
          <p:spPr>
            <a:xfrm>
              <a:off x="1044758" y="2608930"/>
              <a:ext cx="1132" cy="65412"/>
            </a:xfrm>
            <a:custGeom>
              <a:avLst/>
              <a:gdLst>
                <a:gd name="csX0" fmla="*/ 0 w 1132"/>
                <a:gd name="csY0" fmla="*/ 65413 h 65412"/>
                <a:gd name="csX1" fmla="*/ 0 w 1132"/>
                <a:gd name="csY1" fmla="*/ 0 h 65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412">
                  <a:moveTo>
                    <a:pt x="0" y="6541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B8183E93-562D-5F7C-C384-66A0B81B20F5}"/>
                </a:ext>
              </a:extLst>
            </p:cNvPr>
            <p:cNvSpPr/>
            <p:nvPr/>
          </p:nvSpPr>
          <p:spPr>
            <a:xfrm>
              <a:off x="1088520" y="2590222"/>
              <a:ext cx="1132" cy="165174"/>
            </a:xfrm>
            <a:custGeom>
              <a:avLst/>
              <a:gdLst>
                <a:gd name="csX0" fmla="*/ 0 w 1132"/>
                <a:gd name="csY0" fmla="*/ 165175 h 165174"/>
                <a:gd name="csX1" fmla="*/ 0 w 1132"/>
                <a:gd name="csY1" fmla="*/ 0 h 1651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5174">
                  <a:moveTo>
                    <a:pt x="0" y="1651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7B2133DA-49CA-817F-80E7-95E70ADC9126}"/>
                </a:ext>
              </a:extLst>
            </p:cNvPr>
            <p:cNvSpPr/>
            <p:nvPr/>
          </p:nvSpPr>
          <p:spPr>
            <a:xfrm>
              <a:off x="1132281" y="2424877"/>
              <a:ext cx="1132" cy="197586"/>
            </a:xfrm>
            <a:custGeom>
              <a:avLst/>
              <a:gdLst>
                <a:gd name="csX0" fmla="*/ 0 w 1132"/>
                <a:gd name="csY0" fmla="*/ 197587 h 197586"/>
                <a:gd name="csX1" fmla="*/ 0 w 1132"/>
                <a:gd name="csY1" fmla="*/ 0 h 197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7586">
                  <a:moveTo>
                    <a:pt x="0" y="1975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84E45002-BD38-CD66-D6BB-5C0672A019CE}"/>
                </a:ext>
              </a:extLst>
            </p:cNvPr>
            <p:cNvSpPr/>
            <p:nvPr/>
          </p:nvSpPr>
          <p:spPr>
            <a:xfrm>
              <a:off x="1176043" y="2540313"/>
              <a:ext cx="1132" cy="85163"/>
            </a:xfrm>
            <a:custGeom>
              <a:avLst/>
              <a:gdLst>
                <a:gd name="csX0" fmla="*/ 0 w 1132"/>
                <a:gd name="csY0" fmla="*/ 85164 h 85163"/>
                <a:gd name="csX1" fmla="*/ 0 w 1132"/>
                <a:gd name="csY1" fmla="*/ 0 h 85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5163">
                  <a:moveTo>
                    <a:pt x="0" y="851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46513AE4-CF1A-E47E-2132-453DC2EF36FA}"/>
                </a:ext>
              </a:extLst>
            </p:cNvPr>
            <p:cNvSpPr/>
            <p:nvPr/>
          </p:nvSpPr>
          <p:spPr>
            <a:xfrm>
              <a:off x="1219804" y="2476440"/>
              <a:ext cx="1132" cy="59308"/>
            </a:xfrm>
            <a:custGeom>
              <a:avLst/>
              <a:gdLst>
                <a:gd name="csX0" fmla="*/ 0 w 1132"/>
                <a:gd name="csY0" fmla="*/ 59309 h 59308"/>
                <a:gd name="csX1" fmla="*/ 0 w 1132"/>
                <a:gd name="csY1" fmla="*/ 0 h 59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308">
                  <a:moveTo>
                    <a:pt x="0" y="5930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7186A42A-2F1E-7B39-120F-E5647E7B9FC0}"/>
                </a:ext>
              </a:extLst>
            </p:cNvPr>
            <p:cNvSpPr/>
            <p:nvPr/>
          </p:nvSpPr>
          <p:spPr>
            <a:xfrm>
              <a:off x="1263566" y="2496055"/>
              <a:ext cx="1132" cy="83600"/>
            </a:xfrm>
            <a:custGeom>
              <a:avLst/>
              <a:gdLst>
                <a:gd name="csX0" fmla="*/ 0 w 1132"/>
                <a:gd name="csY0" fmla="*/ 83601 h 83600"/>
                <a:gd name="csX1" fmla="*/ 0 w 1132"/>
                <a:gd name="csY1" fmla="*/ 0 h 83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3600">
                  <a:moveTo>
                    <a:pt x="0" y="8360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3ECFF695-1F0A-CAEA-92BC-21080FA73AEB}"/>
                </a:ext>
              </a:extLst>
            </p:cNvPr>
            <p:cNvSpPr/>
            <p:nvPr/>
          </p:nvSpPr>
          <p:spPr>
            <a:xfrm>
              <a:off x="1307326" y="2510007"/>
              <a:ext cx="1132" cy="58640"/>
            </a:xfrm>
            <a:custGeom>
              <a:avLst/>
              <a:gdLst>
                <a:gd name="csX0" fmla="*/ 0 w 1132"/>
                <a:gd name="csY0" fmla="*/ 58641 h 58640"/>
                <a:gd name="csX1" fmla="*/ 0 w 1132"/>
                <a:gd name="csY1" fmla="*/ 0 h 58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640">
                  <a:moveTo>
                    <a:pt x="0" y="586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1A122171-22CC-968A-75C5-41EE58F9982B}"/>
                </a:ext>
              </a:extLst>
            </p:cNvPr>
            <p:cNvSpPr/>
            <p:nvPr/>
          </p:nvSpPr>
          <p:spPr>
            <a:xfrm>
              <a:off x="1351088" y="2233924"/>
              <a:ext cx="1132" cy="285766"/>
            </a:xfrm>
            <a:custGeom>
              <a:avLst/>
              <a:gdLst>
                <a:gd name="csX0" fmla="*/ 0 w 1132"/>
                <a:gd name="csY0" fmla="*/ 285766 h 285766"/>
                <a:gd name="csX1" fmla="*/ 0 w 1132"/>
                <a:gd name="csY1" fmla="*/ 0 h 285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85766">
                  <a:moveTo>
                    <a:pt x="0" y="28576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2181D0F5-D06D-4D95-727E-CFB2847F28E4}"/>
                </a:ext>
              </a:extLst>
            </p:cNvPr>
            <p:cNvSpPr/>
            <p:nvPr/>
          </p:nvSpPr>
          <p:spPr>
            <a:xfrm>
              <a:off x="1394850" y="2423915"/>
              <a:ext cx="1132" cy="58266"/>
            </a:xfrm>
            <a:custGeom>
              <a:avLst/>
              <a:gdLst>
                <a:gd name="csX0" fmla="*/ 0 w 1132"/>
                <a:gd name="csY0" fmla="*/ 58267 h 58266"/>
                <a:gd name="csX1" fmla="*/ 0 w 1132"/>
                <a:gd name="csY1" fmla="*/ 0 h 582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266">
                  <a:moveTo>
                    <a:pt x="0" y="582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BC039651-9465-5EE4-47A1-88F6FD809AC1}"/>
                </a:ext>
              </a:extLst>
            </p:cNvPr>
            <p:cNvSpPr/>
            <p:nvPr/>
          </p:nvSpPr>
          <p:spPr>
            <a:xfrm>
              <a:off x="1438611" y="2390561"/>
              <a:ext cx="1132" cy="89049"/>
            </a:xfrm>
            <a:custGeom>
              <a:avLst/>
              <a:gdLst>
                <a:gd name="csX0" fmla="*/ 0 w 1132"/>
                <a:gd name="csY0" fmla="*/ 89049 h 89049"/>
                <a:gd name="csX1" fmla="*/ 0 w 1132"/>
                <a:gd name="csY1" fmla="*/ 0 h 8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9049">
                  <a:moveTo>
                    <a:pt x="0" y="8904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B48F6B7B-9F55-E197-0DEE-9E1D531C6942}"/>
                </a:ext>
              </a:extLst>
            </p:cNvPr>
            <p:cNvSpPr/>
            <p:nvPr/>
          </p:nvSpPr>
          <p:spPr>
            <a:xfrm>
              <a:off x="1482373" y="2309612"/>
              <a:ext cx="1132" cy="96694"/>
            </a:xfrm>
            <a:custGeom>
              <a:avLst/>
              <a:gdLst>
                <a:gd name="csX0" fmla="*/ 0 w 1132"/>
                <a:gd name="csY0" fmla="*/ 96695 h 96694"/>
                <a:gd name="csX1" fmla="*/ 0 w 1132"/>
                <a:gd name="csY1" fmla="*/ 0 h 96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6694">
                  <a:moveTo>
                    <a:pt x="0" y="9669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891C7D84-F4B3-C2B4-C342-A0BA7E8E4BD7}"/>
                </a:ext>
              </a:extLst>
            </p:cNvPr>
            <p:cNvSpPr/>
            <p:nvPr/>
          </p:nvSpPr>
          <p:spPr>
            <a:xfrm>
              <a:off x="1526134" y="2276932"/>
              <a:ext cx="1132" cy="81064"/>
            </a:xfrm>
            <a:custGeom>
              <a:avLst/>
              <a:gdLst>
                <a:gd name="csX0" fmla="*/ 0 w 1132"/>
                <a:gd name="csY0" fmla="*/ 81064 h 81064"/>
                <a:gd name="csX1" fmla="*/ 0 w 1132"/>
                <a:gd name="csY1" fmla="*/ 0 h 81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1064">
                  <a:moveTo>
                    <a:pt x="0" y="810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77355EB7-E543-9E78-AA9A-80BB0EB62FF1}"/>
                </a:ext>
              </a:extLst>
            </p:cNvPr>
            <p:cNvSpPr/>
            <p:nvPr/>
          </p:nvSpPr>
          <p:spPr>
            <a:xfrm>
              <a:off x="1569896" y="2296760"/>
              <a:ext cx="1132" cy="68555"/>
            </a:xfrm>
            <a:custGeom>
              <a:avLst/>
              <a:gdLst>
                <a:gd name="csX0" fmla="*/ 0 w 1132"/>
                <a:gd name="csY0" fmla="*/ 68556 h 68555"/>
                <a:gd name="csX1" fmla="*/ 0 w 1132"/>
                <a:gd name="csY1" fmla="*/ 0 h 685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555">
                  <a:moveTo>
                    <a:pt x="0" y="6855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20430C48-A219-F448-CFD3-3A5E9955BEAC}"/>
                </a:ext>
              </a:extLst>
            </p:cNvPr>
            <p:cNvSpPr/>
            <p:nvPr/>
          </p:nvSpPr>
          <p:spPr>
            <a:xfrm>
              <a:off x="1613657" y="2252742"/>
              <a:ext cx="1132" cy="64955"/>
            </a:xfrm>
            <a:custGeom>
              <a:avLst/>
              <a:gdLst>
                <a:gd name="csX0" fmla="*/ 0 w 1132"/>
                <a:gd name="csY0" fmla="*/ 64955 h 64955"/>
                <a:gd name="csX1" fmla="*/ 0 w 1132"/>
                <a:gd name="csY1" fmla="*/ 0 h 64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955">
                  <a:moveTo>
                    <a:pt x="0" y="6495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FF802A82-6373-65BA-BDD1-E5B44CD248B1}"/>
                </a:ext>
              </a:extLst>
            </p:cNvPr>
            <p:cNvSpPr/>
            <p:nvPr/>
          </p:nvSpPr>
          <p:spPr>
            <a:xfrm>
              <a:off x="1657417" y="2158642"/>
              <a:ext cx="1132" cy="149022"/>
            </a:xfrm>
            <a:custGeom>
              <a:avLst/>
              <a:gdLst>
                <a:gd name="csX0" fmla="*/ 0 w 1132"/>
                <a:gd name="csY0" fmla="*/ 149023 h 149022"/>
                <a:gd name="csX1" fmla="*/ 0 w 1132"/>
                <a:gd name="csY1" fmla="*/ 0 h 149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9022">
                  <a:moveTo>
                    <a:pt x="0" y="1490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89E13847-A29F-C2B5-8405-38A269660FC9}"/>
                </a:ext>
              </a:extLst>
            </p:cNvPr>
            <p:cNvSpPr/>
            <p:nvPr/>
          </p:nvSpPr>
          <p:spPr>
            <a:xfrm>
              <a:off x="1701177" y="2254994"/>
              <a:ext cx="1132" cy="53499"/>
            </a:xfrm>
            <a:custGeom>
              <a:avLst/>
              <a:gdLst>
                <a:gd name="csX0" fmla="*/ 0 w 1132"/>
                <a:gd name="csY0" fmla="*/ 53499 h 53499"/>
                <a:gd name="csX1" fmla="*/ 0 w 1132"/>
                <a:gd name="csY1" fmla="*/ 0 h 53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3499">
                  <a:moveTo>
                    <a:pt x="0" y="5349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A3B442A6-3167-E919-F6AF-82E90F6A420B}"/>
                </a:ext>
              </a:extLst>
            </p:cNvPr>
            <p:cNvSpPr/>
            <p:nvPr/>
          </p:nvSpPr>
          <p:spPr>
            <a:xfrm>
              <a:off x="1744937" y="2224823"/>
              <a:ext cx="1132" cy="60014"/>
            </a:xfrm>
            <a:custGeom>
              <a:avLst/>
              <a:gdLst>
                <a:gd name="csX0" fmla="*/ 0 w 1132"/>
                <a:gd name="csY0" fmla="*/ 60014 h 60014"/>
                <a:gd name="csX1" fmla="*/ 0 w 1132"/>
                <a:gd name="csY1" fmla="*/ 0 h 60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014">
                  <a:moveTo>
                    <a:pt x="0" y="600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41BCECF9-1D9D-DCA5-C351-F969C6328FA5}"/>
                </a:ext>
              </a:extLst>
            </p:cNvPr>
            <p:cNvSpPr/>
            <p:nvPr/>
          </p:nvSpPr>
          <p:spPr>
            <a:xfrm>
              <a:off x="1788708" y="2072235"/>
              <a:ext cx="1132" cy="237282"/>
            </a:xfrm>
            <a:custGeom>
              <a:avLst/>
              <a:gdLst>
                <a:gd name="csX0" fmla="*/ 0 w 1132"/>
                <a:gd name="csY0" fmla="*/ 237283 h 237282"/>
                <a:gd name="csX1" fmla="*/ 0 w 1132"/>
                <a:gd name="csY1" fmla="*/ 0 h 237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7282">
                  <a:moveTo>
                    <a:pt x="0" y="2372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9B7CCBBA-4912-A995-4E3F-B49B7CA89C20}"/>
                </a:ext>
              </a:extLst>
            </p:cNvPr>
            <p:cNvSpPr/>
            <p:nvPr/>
          </p:nvSpPr>
          <p:spPr>
            <a:xfrm>
              <a:off x="1832467" y="2125866"/>
              <a:ext cx="1132" cy="62405"/>
            </a:xfrm>
            <a:custGeom>
              <a:avLst/>
              <a:gdLst>
                <a:gd name="csX0" fmla="*/ 0 w 1132"/>
                <a:gd name="csY0" fmla="*/ 62405 h 62405"/>
                <a:gd name="csX1" fmla="*/ 0 w 1132"/>
                <a:gd name="csY1" fmla="*/ 0 h 624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405">
                  <a:moveTo>
                    <a:pt x="0" y="6240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ECE50454-39C5-BBC1-315B-2D611A3B3838}"/>
                </a:ext>
              </a:extLst>
            </p:cNvPr>
            <p:cNvSpPr/>
            <p:nvPr/>
          </p:nvSpPr>
          <p:spPr>
            <a:xfrm>
              <a:off x="1876227" y="2096093"/>
              <a:ext cx="1132" cy="62583"/>
            </a:xfrm>
            <a:custGeom>
              <a:avLst/>
              <a:gdLst>
                <a:gd name="csX0" fmla="*/ 0 w 1132"/>
                <a:gd name="csY0" fmla="*/ 62584 h 62583"/>
                <a:gd name="csX1" fmla="*/ 0 w 1132"/>
                <a:gd name="csY1" fmla="*/ 0 h 62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583">
                  <a:moveTo>
                    <a:pt x="0" y="625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072E1C68-03DE-2A20-2B20-472963E6AF4A}"/>
                </a:ext>
              </a:extLst>
            </p:cNvPr>
            <p:cNvSpPr/>
            <p:nvPr/>
          </p:nvSpPr>
          <p:spPr>
            <a:xfrm>
              <a:off x="1919987" y="2090376"/>
              <a:ext cx="1132" cy="64467"/>
            </a:xfrm>
            <a:custGeom>
              <a:avLst/>
              <a:gdLst>
                <a:gd name="csX0" fmla="*/ 0 w 1132"/>
                <a:gd name="csY0" fmla="*/ 64467 h 64467"/>
                <a:gd name="csX1" fmla="*/ 0 w 1132"/>
                <a:gd name="csY1" fmla="*/ 0 h 64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467">
                  <a:moveTo>
                    <a:pt x="0" y="644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463FFB2E-B432-70A2-30B5-8A97A8F2C9F6}"/>
                </a:ext>
              </a:extLst>
            </p:cNvPr>
            <p:cNvSpPr/>
            <p:nvPr/>
          </p:nvSpPr>
          <p:spPr>
            <a:xfrm>
              <a:off x="1963746" y="2037781"/>
              <a:ext cx="1132" cy="54289"/>
            </a:xfrm>
            <a:custGeom>
              <a:avLst/>
              <a:gdLst>
                <a:gd name="csX0" fmla="*/ 0 w 1132"/>
                <a:gd name="csY0" fmla="*/ 54290 h 54289"/>
                <a:gd name="csX1" fmla="*/ 0 w 1132"/>
                <a:gd name="csY1" fmla="*/ 0 h 54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289">
                  <a:moveTo>
                    <a:pt x="0" y="5429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03E4FF52-1C42-07EB-C573-07646D145F78}"/>
                </a:ext>
              </a:extLst>
            </p:cNvPr>
            <p:cNvSpPr/>
            <p:nvPr/>
          </p:nvSpPr>
          <p:spPr>
            <a:xfrm>
              <a:off x="2007506" y="2038310"/>
              <a:ext cx="1132" cy="78776"/>
            </a:xfrm>
            <a:custGeom>
              <a:avLst/>
              <a:gdLst>
                <a:gd name="csX0" fmla="*/ 0 w 1132"/>
                <a:gd name="csY0" fmla="*/ 78776 h 78776"/>
                <a:gd name="csX1" fmla="*/ 0 w 1132"/>
                <a:gd name="csY1" fmla="*/ 0 h 787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8776">
                  <a:moveTo>
                    <a:pt x="0" y="7877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ABA1EFEE-713D-BCD4-42C7-8810A8995C1D}"/>
                </a:ext>
              </a:extLst>
            </p:cNvPr>
            <p:cNvSpPr/>
            <p:nvPr/>
          </p:nvSpPr>
          <p:spPr>
            <a:xfrm>
              <a:off x="2051266" y="2024086"/>
              <a:ext cx="1132" cy="66600"/>
            </a:xfrm>
            <a:custGeom>
              <a:avLst/>
              <a:gdLst>
                <a:gd name="csX0" fmla="*/ 0 w 1132"/>
                <a:gd name="csY0" fmla="*/ 66601 h 66600"/>
                <a:gd name="csX1" fmla="*/ 0 w 1132"/>
                <a:gd name="csY1" fmla="*/ 0 h 6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600">
                  <a:moveTo>
                    <a:pt x="0" y="6660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420D97F3-0635-EBCF-CE05-6709752DD788}"/>
                </a:ext>
              </a:extLst>
            </p:cNvPr>
            <p:cNvSpPr/>
            <p:nvPr/>
          </p:nvSpPr>
          <p:spPr>
            <a:xfrm>
              <a:off x="2095037" y="1979458"/>
              <a:ext cx="1132" cy="87015"/>
            </a:xfrm>
            <a:custGeom>
              <a:avLst/>
              <a:gdLst>
                <a:gd name="csX0" fmla="*/ 0 w 1132"/>
                <a:gd name="csY0" fmla="*/ 87015 h 87015"/>
                <a:gd name="csX1" fmla="*/ 0 w 1132"/>
                <a:gd name="csY1" fmla="*/ 0 h 87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7015">
                  <a:moveTo>
                    <a:pt x="0" y="8701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7C54E53B-7877-47B6-8453-4388C053E4B6}"/>
                </a:ext>
              </a:extLst>
            </p:cNvPr>
            <p:cNvSpPr/>
            <p:nvPr/>
          </p:nvSpPr>
          <p:spPr>
            <a:xfrm>
              <a:off x="2138796" y="1988079"/>
              <a:ext cx="1132" cy="96263"/>
            </a:xfrm>
            <a:custGeom>
              <a:avLst/>
              <a:gdLst>
                <a:gd name="csX0" fmla="*/ 0 w 1132"/>
                <a:gd name="csY0" fmla="*/ 96263 h 96263"/>
                <a:gd name="csX1" fmla="*/ 0 w 1132"/>
                <a:gd name="csY1" fmla="*/ 0 h 96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6263">
                  <a:moveTo>
                    <a:pt x="0" y="9626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971B2905-7F27-2971-4ED4-6FB3E42DCD06}"/>
                </a:ext>
              </a:extLst>
            </p:cNvPr>
            <p:cNvSpPr/>
            <p:nvPr/>
          </p:nvSpPr>
          <p:spPr>
            <a:xfrm>
              <a:off x="2182556" y="1949160"/>
              <a:ext cx="1132" cy="51347"/>
            </a:xfrm>
            <a:custGeom>
              <a:avLst/>
              <a:gdLst>
                <a:gd name="csX0" fmla="*/ 0 w 1132"/>
                <a:gd name="csY0" fmla="*/ 51347 h 51347"/>
                <a:gd name="csX1" fmla="*/ 0 w 1132"/>
                <a:gd name="csY1" fmla="*/ 0 h 513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1347">
                  <a:moveTo>
                    <a:pt x="0" y="5134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D0C34CCC-E53D-E8D9-510C-EC26DF1CB5D2}"/>
                </a:ext>
              </a:extLst>
            </p:cNvPr>
            <p:cNvSpPr/>
            <p:nvPr/>
          </p:nvSpPr>
          <p:spPr>
            <a:xfrm>
              <a:off x="2226315" y="1818433"/>
              <a:ext cx="1132" cy="125684"/>
            </a:xfrm>
            <a:custGeom>
              <a:avLst/>
              <a:gdLst>
                <a:gd name="csX0" fmla="*/ 0 w 1132"/>
                <a:gd name="csY0" fmla="*/ 125684 h 125684"/>
                <a:gd name="csX1" fmla="*/ 0 w 1132"/>
                <a:gd name="csY1" fmla="*/ 0 h 1256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5684">
                  <a:moveTo>
                    <a:pt x="0" y="1256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4486166C-FB24-7844-34B2-CB14E4E813FC}"/>
                </a:ext>
              </a:extLst>
            </p:cNvPr>
            <p:cNvSpPr/>
            <p:nvPr/>
          </p:nvSpPr>
          <p:spPr>
            <a:xfrm>
              <a:off x="2270075" y="1790871"/>
              <a:ext cx="1132" cy="196033"/>
            </a:xfrm>
            <a:custGeom>
              <a:avLst/>
              <a:gdLst>
                <a:gd name="csX0" fmla="*/ 0 w 1132"/>
                <a:gd name="csY0" fmla="*/ 196034 h 196033"/>
                <a:gd name="csX1" fmla="*/ 0 w 1132"/>
                <a:gd name="csY1" fmla="*/ 0 h 196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6033">
                  <a:moveTo>
                    <a:pt x="0" y="19603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E1C96A6E-1A18-A354-DB2E-7DCC3AFA8437}"/>
                </a:ext>
              </a:extLst>
            </p:cNvPr>
            <p:cNvSpPr/>
            <p:nvPr/>
          </p:nvSpPr>
          <p:spPr>
            <a:xfrm>
              <a:off x="2313835" y="1867598"/>
              <a:ext cx="1132" cy="47032"/>
            </a:xfrm>
            <a:custGeom>
              <a:avLst/>
              <a:gdLst>
                <a:gd name="csX0" fmla="*/ 0 w 1132"/>
                <a:gd name="csY0" fmla="*/ 47033 h 47032"/>
                <a:gd name="csX1" fmla="*/ 0 w 1132"/>
                <a:gd name="csY1" fmla="*/ 0 h 47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7032">
                  <a:moveTo>
                    <a:pt x="0" y="470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A35C9E03-4E10-C033-9C2F-8F5B7FAA6F5B}"/>
                </a:ext>
              </a:extLst>
            </p:cNvPr>
            <p:cNvSpPr/>
            <p:nvPr/>
          </p:nvSpPr>
          <p:spPr>
            <a:xfrm>
              <a:off x="2357606" y="1847403"/>
              <a:ext cx="1132" cy="59694"/>
            </a:xfrm>
            <a:custGeom>
              <a:avLst/>
              <a:gdLst>
                <a:gd name="csX0" fmla="*/ 0 w 1132"/>
                <a:gd name="csY0" fmla="*/ 59695 h 59694"/>
                <a:gd name="csX1" fmla="*/ 0 w 1132"/>
                <a:gd name="csY1" fmla="*/ 0 h 59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694">
                  <a:moveTo>
                    <a:pt x="0" y="5969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9DEC220D-F50B-05B1-F570-5EDC704B0837}"/>
                </a:ext>
              </a:extLst>
            </p:cNvPr>
            <p:cNvSpPr/>
            <p:nvPr/>
          </p:nvSpPr>
          <p:spPr>
            <a:xfrm>
              <a:off x="2401366" y="1809390"/>
              <a:ext cx="1132" cy="54364"/>
            </a:xfrm>
            <a:custGeom>
              <a:avLst/>
              <a:gdLst>
                <a:gd name="csX0" fmla="*/ 0 w 1132"/>
                <a:gd name="csY0" fmla="*/ 54364 h 54364"/>
                <a:gd name="csX1" fmla="*/ 0 w 1132"/>
                <a:gd name="csY1" fmla="*/ 0 h 54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364">
                  <a:moveTo>
                    <a:pt x="0" y="543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42071817-5F3B-7391-64CD-5084EF4EEF11}"/>
                </a:ext>
              </a:extLst>
            </p:cNvPr>
            <p:cNvSpPr/>
            <p:nvPr/>
          </p:nvSpPr>
          <p:spPr>
            <a:xfrm>
              <a:off x="2445125" y="1776033"/>
              <a:ext cx="1132" cy="63978"/>
            </a:xfrm>
            <a:custGeom>
              <a:avLst/>
              <a:gdLst>
                <a:gd name="csX0" fmla="*/ 0 w 1132"/>
                <a:gd name="csY0" fmla="*/ 63978 h 63978"/>
                <a:gd name="csX1" fmla="*/ 0 w 1132"/>
                <a:gd name="csY1" fmla="*/ 0 h 639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978">
                  <a:moveTo>
                    <a:pt x="0" y="6397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01122543-A3CA-6FF1-D463-2D68991875EE}"/>
                </a:ext>
              </a:extLst>
            </p:cNvPr>
            <p:cNvSpPr/>
            <p:nvPr/>
          </p:nvSpPr>
          <p:spPr>
            <a:xfrm>
              <a:off x="2488885" y="1730920"/>
              <a:ext cx="1132" cy="128129"/>
            </a:xfrm>
            <a:custGeom>
              <a:avLst/>
              <a:gdLst>
                <a:gd name="csX0" fmla="*/ 0 w 1132"/>
                <a:gd name="csY0" fmla="*/ 128129 h 128129"/>
                <a:gd name="csX1" fmla="*/ 0 w 1132"/>
                <a:gd name="csY1" fmla="*/ 0 h 128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8129">
                  <a:moveTo>
                    <a:pt x="0" y="1281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4D2366EC-B7C0-DCF6-827C-790013C17878}"/>
                </a:ext>
              </a:extLst>
            </p:cNvPr>
            <p:cNvSpPr/>
            <p:nvPr/>
          </p:nvSpPr>
          <p:spPr>
            <a:xfrm>
              <a:off x="2532644" y="1704935"/>
              <a:ext cx="1132" cy="54171"/>
            </a:xfrm>
            <a:custGeom>
              <a:avLst/>
              <a:gdLst>
                <a:gd name="csX0" fmla="*/ 0 w 1132"/>
                <a:gd name="csY0" fmla="*/ 54172 h 54171"/>
                <a:gd name="csX1" fmla="*/ 0 w 1132"/>
                <a:gd name="csY1" fmla="*/ 0 h 54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171">
                  <a:moveTo>
                    <a:pt x="0" y="5417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81DA1836-BC6F-DCD5-2AD9-0AF08ED3E725}"/>
                </a:ext>
              </a:extLst>
            </p:cNvPr>
            <p:cNvSpPr/>
            <p:nvPr/>
          </p:nvSpPr>
          <p:spPr>
            <a:xfrm>
              <a:off x="2576404" y="1609500"/>
              <a:ext cx="1132" cy="358778"/>
            </a:xfrm>
            <a:custGeom>
              <a:avLst/>
              <a:gdLst>
                <a:gd name="csX0" fmla="*/ 0 w 1132"/>
                <a:gd name="csY0" fmla="*/ 358778 h 358778"/>
                <a:gd name="csX1" fmla="*/ 0 w 1132"/>
                <a:gd name="csY1" fmla="*/ 0 h 358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58778">
                  <a:moveTo>
                    <a:pt x="0" y="35877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1685DA19-D711-68BA-F7F7-CE0A83123B69}"/>
                </a:ext>
              </a:extLst>
            </p:cNvPr>
            <p:cNvSpPr/>
            <p:nvPr/>
          </p:nvSpPr>
          <p:spPr>
            <a:xfrm>
              <a:off x="2620175" y="1708816"/>
              <a:ext cx="1132" cy="72449"/>
            </a:xfrm>
            <a:custGeom>
              <a:avLst/>
              <a:gdLst>
                <a:gd name="csX0" fmla="*/ 0 w 1132"/>
                <a:gd name="csY0" fmla="*/ 72449 h 72449"/>
                <a:gd name="csX1" fmla="*/ 0 w 1132"/>
                <a:gd name="csY1" fmla="*/ 0 h 72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449">
                  <a:moveTo>
                    <a:pt x="0" y="7244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113F9443-8AB2-3CE9-0AE2-1F2CA102859E}"/>
                </a:ext>
              </a:extLst>
            </p:cNvPr>
            <p:cNvSpPr/>
            <p:nvPr/>
          </p:nvSpPr>
          <p:spPr>
            <a:xfrm>
              <a:off x="2663935" y="1608747"/>
              <a:ext cx="1132" cy="60938"/>
            </a:xfrm>
            <a:custGeom>
              <a:avLst/>
              <a:gdLst>
                <a:gd name="csX0" fmla="*/ 0 w 1132"/>
                <a:gd name="csY0" fmla="*/ 60938 h 60938"/>
                <a:gd name="csX1" fmla="*/ 0 w 1132"/>
                <a:gd name="csY1" fmla="*/ 0 h 609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938">
                  <a:moveTo>
                    <a:pt x="0" y="6093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409F0AF9-5726-88DA-DD3C-43B1C5583A56}"/>
                </a:ext>
              </a:extLst>
            </p:cNvPr>
            <p:cNvSpPr/>
            <p:nvPr/>
          </p:nvSpPr>
          <p:spPr>
            <a:xfrm>
              <a:off x="2707694" y="1592035"/>
              <a:ext cx="1132" cy="156621"/>
            </a:xfrm>
            <a:custGeom>
              <a:avLst/>
              <a:gdLst>
                <a:gd name="csX0" fmla="*/ 0 w 1132"/>
                <a:gd name="csY0" fmla="*/ 156622 h 156621"/>
                <a:gd name="csX1" fmla="*/ 0 w 1132"/>
                <a:gd name="csY1" fmla="*/ 0 h 156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6621">
                  <a:moveTo>
                    <a:pt x="0" y="15662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42C99BC0-5A2E-D9E4-B850-9851A42FF992}"/>
                </a:ext>
              </a:extLst>
            </p:cNvPr>
            <p:cNvSpPr/>
            <p:nvPr/>
          </p:nvSpPr>
          <p:spPr>
            <a:xfrm>
              <a:off x="2751454" y="1576805"/>
              <a:ext cx="1132" cy="123713"/>
            </a:xfrm>
            <a:custGeom>
              <a:avLst/>
              <a:gdLst>
                <a:gd name="csX0" fmla="*/ 0 w 1132"/>
                <a:gd name="csY0" fmla="*/ 123714 h 123713"/>
                <a:gd name="csX1" fmla="*/ 0 w 1132"/>
                <a:gd name="csY1" fmla="*/ 0 h 1237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3713">
                  <a:moveTo>
                    <a:pt x="0" y="1237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191B14D5-7E76-1318-F639-D5330CA266D3}"/>
                </a:ext>
              </a:extLst>
            </p:cNvPr>
            <p:cNvSpPr/>
            <p:nvPr/>
          </p:nvSpPr>
          <p:spPr>
            <a:xfrm>
              <a:off x="2795214" y="1557598"/>
              <a:ext cx="1132" cy="69210"/>
            </a:xfrm>
            <a:custGeom>
              <a:avLst/>
              <a:gdLst>
                <a:gd name="csX0" fmla="*/ 0 w 1132"/>
                <a:gd name="csY0" fmla="*/ 69210 h 69210"/>
                <a:gd name="csX1" fmla="*/ 0 w 1132"/>
                <a:gd name="csY1" fmla="*/ 0 h 69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210">
                  <a:moveTo>
                    <a:pt x="0" y="692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59C40B27-26BB-2760-06D4-E6A726D5028B}"/>
                </a:ext>
              </a:extLst>
            </p:cNvPr>
            <p:cNvSpPr/>
            <p:nvPr/>
          </p:nvSpPr>
          <p:spPr>
            <a:xfrm>
              <a:off x="2838973" y="1552657"/>
              <a:ext cx="1132" cy="132019"/>
            </a:xfrm>
            <a:custGeom>
              <a:avLst/>
              <a:gdLst>
                <a:gd name="csX0" fmla="*/ 0 w 1132"/>
                <a:gd name="csY0" fmla="*/ 132020 h 132019"/>
                <a:gd name="csX1" fmla="*/ 0 w 1132"/>
                <a:gd name="csY1" fmla="*/ 0 h 132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2019">
                  <a:moveTo>
                    <a:pt x="0" y="1320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B84E7A99-8C60-9177-503F-AF4666B35855}"/>
                </a:ext>
              </a:extLst>
            </p:cNvPr>
            <p:cNvSpPr/>
            <p:nvPr/>
          </p:nvSpPr>
          <p:spPr>
            <a:xfrm>
              <a:off x="2882733" y="1373052"/>
              <a:ext cx="1132" cy="172724"/>
            </a:xfrm>
            <a:custGeom>
              <a:avLst/>
              <a:gdLst>
                <a:gd name="csX0" fmla="*/ 0 w 1132"/>
                <a:gd name="csY0" fmla="*/ 172724 h 172724"/>
                <a:gd name="csX1" fmla="*/ 0 w 1132"/>
                <a:gd name="csY1" fmla="*/ 0 h 172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724">
                  <a:moveTo>
                    <a:pt x="0" y="17272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930A283A-F442-14B2-1AF9-596895100204}"/>
                </a:ext>
              </a:extLst>
            </p:cNvPr>
            <p:cNvSpPr/>
            <p:nvPr/>
          </p:nvSpPr>
          <p:spPr>
            <a:xfrm>
              <a:off x="2926504" y="1506282"/>
              <a:ext cx="1132" cy="72554"/>
            </a:xfrm>
            <a:custGeom>
              <a:avLst/>
              <a:gdLst>
                <a:gd name="csX0" fmla="*/ 0 w 1132"/>
                <a:gd name="csY0" fmla="*/ 72555 h 72554"/>
                <a:gd name="csX1" fmla="*/ 0 w 1132"/>
                <a:gd name="csY1" fmla="*/ 0 h 72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554">
                  <a:moveTo>
                    <a:pt x="0" y="7255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395CD5EB-1666-DA10-62D5-7BC6CF9F07FD}"/>
                </a:ext>
              </a:extLst>
            </p:cNvPr>
            <p:cNvSpPr/>
            <p:nvPr/>
          </p:nvSpPr>
          <p:spPr>
            <a:xfrm>
              <a:off x="2970263" y="1499900"/>
              <a:ext cx="1132" cy="59544"/>
            </a:xfrm>
            <a:custGeom>
              <a:avLst/>
              <a:gdLst>
                <a:gd name="csX0" fmla="*/ 0 w 1132"/>
                <a:gd name="csY0" fmla="*/ 59544 h 59544"/>
                <a:gd name="csX1" fmla="*/ 0 w 1132"/>
                <a:gd name="csY1" fmla="*/ 0 h 595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544">
                  <a:moveTo>
                    <a:pt x="0" y="595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4736803E-C866-7E23-4158-FE79FDCADE3C}"/>
                </a:ext>
              </a:extLst>
            </p:cNvPr>
            <p:cNvSpPr/>
            <p:nvPr/>
          </p:nvSpPr>
          <p:spPr>
            <a:xfrm>
              <a:off x="3014023" y="1523623"/>
              <a:ext cx="1132" cy="114781"/>
            </a:xfrm>
            <a:custGeom>
              <a:avLst/>
              <a:gdLst>
                <a:gd name="csX0" fmla="*/ 0 w 1132"/>
                <a:gd name="csY0" fmla="*/ 114782 h 114781"/>
                <a:gd name="csX1" fmla="*/ 0 w 1132"/>
                <a:gd name="csY1" fmla="*/ 0 h 114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4781">
                  <a:moveTo>
                    <a:pt x="0" y="1147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65AA6378-F541-1C4F-1F69-4042B34BAA38}"/>
                </a:ext>
              </a:extLst>
            </p:cNvPr>
            <p:cNvSpPr/>
            <p:nvPr/>
          </p:nvSpPr>
          <p:spPr>
            <a:xfrm>
              <a:off x="3057783" y="1556586"/>
              <a:ext cx="1132" cy="134685"/>
            </a:xfrm>
            <a:custGeom>
              <a:avLst/>
              <a:gdLst>
                <a:gd name="csX0" fmla="*/ 0 w 1132"/>
                <a:gd name="csY0" fmla="*/ 134686 h 134685"/>
                <a:gd name="csX1" fmla="*/ 0 w 1132"/>
                <a:gd name="csY1" fmla="*/ 0 h 134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4685">
                  <a:moveTo>
                    <a:pt x="0" y="1346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6F4E1CA7-16A5-C8BD-126B-40A8E2E6D7A0}"/>
                </a:ext>
              </a:extLst>
            </p:cNvPr>
            <p:cNvSpPr/>
            <p:nvPr/>
          </p:nvSpPr>
          <p:spPr>
            <a:xfrm>
              <a:off x="3101543" y="1454404"/>
              <a:ext cx="1132" cy="77288"/>
            </a:xfrm>
            <a:custGeom>
              <a:avLst/>
              <a:gdLst>
                <a:gd name="csX0" fmla="*/ 0 w 1132"/>
                <a:gd name="csY0" fmla="*/ 77288 h 77288"/>
                <a:gd name="csX1" fmla="*/ 0 w 1132"/>
                <a:gd name="csY1" fmla="*/ 0 h 77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7288">
                  <a:moveTo>
                    <a:pt x="0" y="7728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41797A57-831E-10B7-6E3F-6EB3CEA660EF}"/>
                </a:ext>
              </a:extLst>
            </p:cNvPr>
            <p:cNvSpPr/>
            <p:nvPr/>
          </p:nvSpPr>
          <p:spPr>
            <a:xfrm>
              <a:off x="934586" y="262674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D14F55A3-FF25-2BC7-4994-DECAC83C10B6}"/>
                </a:ext>
              </a:extLst>
            </p:cNvPr>
            <p:cNvSpPr/>
            <p:nvPr/>
          </p:nvSpPr>
          <p:spPr>
            <a:xfrm>
              <a:off x="934586" y="25403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01B9B4AE-935B-68B9-BD89-83ACF5899DFE}"/>
                </a:ext>
              </a:extLst>
            </p:cNvPr>
            <p:cNvSpPr/>
            <p:nvPr/>
          </p:nvSpPr>
          <p:spPr>
            <a:xfrm>
              <a:off x="978347" y="26413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F3A9AA1D-7765-3B74-BB6D-204CA515B0B7}"/>
                </a:ext>
              </a:extLst>
            </p:cNvPr>
            <p:cNvSpPr/>
            <p:nvPr/>
          </p:nvSpPr>
          <p:spPr>
            <a:xfrm>
              <a:off x="978347" y="255955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EC2C5095-F34A-BFD6-E9F6-5156B700995D}"/>
                </a:ext>
              </a:extLst>
            </p:cNvPr>
            <p:cNvSpPr/>
            <p:nvPr/>
          </p:nvSpPr>
          <p:spPr>
            <a:xfrm>
              <a:off x="1022108" y="26743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158B1F1F-AD90-9CEB-EDA9-DD1CDBA2389A}"/>
                </a:ext>
              </a:extLst>
            </p:cNvPr>
            <p:cNvSpPr/>
            <p:nvPr/>
          </p:nvSpPr>
          <p:spPr>
            <a:xfrm>
              <a:off x="1022108" y="26089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CBDBCA63-4DE3-A575-7C3F-67793C9D2628}"/>
                </a:ext>
              </a:extLst>
            </p:cNvPr>
            <p:cNvSpPr/>
            <p:nvPr/>
          </p:nvSpPr>
          <p:spPr>
            <a:xfrm>
              <a:off x="1065870" y="27553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1FE224E6-5C6A-65B8-48C9-9119C277663B}"/>
                </a:ext>
              </a:extLst>
            </p:cNvPr>
            <p:cNvSpPr/>
            <p:nvPr/>
          </p:nvSpPr>
          <p:spPr>
            <a:xfrm>
              <a:off x="1065870" y="25902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10C4D141-B4D0-A3DF-0955-070867C95430}"/>
                </a:ext>
              </a:extLst>
            </p:cNvPr>
            <p:cNvSpPr/>
            <p:nvPr/>
          </p:nvSpPr>
          <p:spPr>
            <a:xfrm>
              <a:off x="1109631" y="26224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886E5160-33ED-4B81-F081-2636D9A96D30}"/>
                </a:ext>
              </a:extLst>
            </p:cNvPr>
            <p:cNvSpPr/>
            <p:nvPr/>
          </p:nvSpPr>
          <p:spPr>
            <a:xfrm>
              <a:off x="1109631" y="242487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D21D968B-39F0-4958-2FEB-6DE7ABAFE709}"/>
                </a:ext>
              </a:extLst>
            </p:cNvPr>
            <p:cNvSpPr/>
            <p:nvPr/>
          </p:nvSpPr>
          <p:spPr>
            <a:xfrm>
              <a:off x="1153393" y="26254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A42871B1-2051-D789-187A-33EFF6579F3D}"/>
                </a:ext>
              </a:extLst>
            </p:cNvPr>
            <p:cNvSpPr/>
            <p:nvPr/>
          </p:nvSpPr>
          <p:spPr>
            <a:xfrm>
              <a:off x="1153393" y="254031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03485B11-6227-773C-AE1A-5E510AC4EFC8}"/>
                </a:ext>
              </a:extLst>
            </p:cNvPr>
            <p:cNvSpPr/>
            <p:nvPr/>
          </p:nvSpPr>
          <p:spPr>
            <a:xfrm>
              <a:off x="1197154" y="25357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2" name="Freeform 831">
              <a:extLst>
                <a:ext uri="{FF2B5EF4-FFF2-40B4-BE49-F238E27FC236}">
                  <a16:creationId xmlns:a16="http://schemas.microsoft.com/office/drawing/2014/main" id="{B2D0A16C-0352-4D28-2A5A-9A6F39096BD6}"/>
                </a:ext>
              </a:extLst>
            </p:cNvPr>
            <p:cNvSpPr/>
            <p:nvPr/>
          </p:nvSpPr>
          <p:spPr>
            <a:xfrm>
              <a:off x="1197154" y="24764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3" name="Freeform 832">
              <a:extLst>
                <a:ext uri="{FF2B5EF4-FFF2-40B4-BE49-F238E27FC236}">
                  <a16:creationId xmlns:a16="http://schemas.microsoft.com/office/drawing/2014/main" id="{3FA54E83-BDE8-E750-9BA8-2BC3B9AC24A1}"/>
                </a:ext>
              </a:extLst>
            </p:cNvPr>
            <p:cNvSpPr/>
            <p:nvPr/>
          </p:nvSpPr>
          <p:spPr>
            <a:xfrm>
              <a:off x="1240916" y="25796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4" name="Freeform 833">
              <a:extLst>
                <a:ext uri="{FF2B5EF4-FFF2-40B4-BE49-F238E27FC236}">
                  <a16:creationId xmlns:a16="http://schemas.microsoft.com/office/drawing/2014/main" id="{2D23BCBE-B6B3-2767-6AF6-632819F89DDE}"/>
                </a:ext>
              </a:extLst>
            </p:cNvPr>
            <p:cNvSpPr/>
            <p:nvPr/>
          </p:nvSpPr>
          <p:spPr>
            <a:xfrm>
              <a:off x="1240916" y="24960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5" name="Freeform 834">
              <a:extLst>
                <a:ext uri="{FF2B5EF4-FFF2-40B4-BE49-F238E27FC236}">
                  <a16:creationId xmlns:a16="http://schemas.microsoft.com/office/drawing/2014/main" id="{AD71B578-DAAF-9B4F-D0AC-9B9734AAAC0C}"/>
                </a:ext>
              </a:extLst>
            </p:cNvPr>
            <p:cNvSpPr/>
            <p:nvPr/>
          </p:nvSpPr>
          <p:spPr>
            <a:xfrm>
              <a:off x="1284677" y="25686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6" name="Freeform 835">
              <a:extLst>
                <a:ext uri="{FF2B5EF4-FFF2-40B4-BE49-F238E27FC236}">
                  <a16:creationId xmlns:a16="http://schemas.microsoft.com/office/drawing/2014/main" id="{3F692F01-09B0-5624-4921-BE3B15AF185D}"/>
                </a:ext>
              </a:extLst>
            </p:cNvPr>
            <p:cNvSpPr/>
            <p:nvPr/>
          </p:nvSpPr>
          <p:spPr>
            <a:xfrm>
              <a:off x="1284677" y="25100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7" name="Freeform 836">
              <a:extLst>
                <a:ext uri="{FF2B5EF4-FFF2-40B4-BE49-F238E27FC236}">
                  <a16:creationId xmlns:a16="http://schemas.microsoft.com/office/drawing/2014/main" id="{1EE25BE1-86B6-86DF-4B73-2067C53A56A1}"/>
                </a:ext>
              </a:extLst>
            </p:cNvPr>
            <p:cNvSpPr/>
            <p:nvPr/>
          </p:nvSpPr>
          <p:spPr>
            <a:xfrm>
              <a:off x="1328439" y="251969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8" name="Freeform 837">
              <a:extLst>
                <a:ext uri="{FF2B5EF4-FFF2-40B4-BE49-F238E27FC236}">
                  <a16:creationId xmlns:a16="http://schemas.microsoft.com/office/drawing/2014/main" id="{3DD0A216-0404-D42D-C1D1-6B8D2E490722}"/>
                </a:ext>
              </a:extLst>
            </p:cNvPr>
            <p:cNvSpPr/>
            <p:nvPr/>
          </p:nvSpPr>
          <p:spPr>
            <a:xfrm>
              <a:off x="1328439" y="22339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9" name="Freeform 838">
              <a:extLst>
                <a:ext uri="{FF2B5EF4-FFF2-40B4-BE49-F238E27FC236}">
                  <a16:creationId xmlns:a16="http://schemas.microsoft.com/office/drawing/2014/main" id="{B9ACEE84-FF20-4813-269B-8653D8444E1E}"/>
                </a:ext>
              </a:extLst>
            </p:cNvPr>
            <p:cNvSpPr/>
            <p:nvPr/>
          </p:nvSpPr>
          <p:spPr>
            <a:xfrm>
              <a:off x="1372200" y="24821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0" name="Freeform 839">
              <a:extLst>
                <a:ext uri="{FF2B5EF4-FFF2-40B4-BE49-F238E27FC236}">
                  <a16:creationId xmlns:a16="http://schemas.microsoft.com/office/drawing/2014/main" id="{9E494869-013A-36F0-575A-2CA4F30BED59}"/>
                </a:ext>
              </a:extLst>
            </p:cNvPr>
            <p:cNvSpPr/>
            <p:nvPr/>
          </p:nvSpPr>
          <p:spPr>
            <a:xfrm>
              <a:off x="1372200" y="24239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1" name="Freeform 840">
              <a:extLst>
                <a:ext uri="{FF2B5EF4-FFF2-40B4-BE49-F238E27FC236}">
                  <a16:creationId xmlns:a16="http://schemas.microsoft.com/office/drawing/2014/main" id="{B0FCF1BF-12C6-F6F9-8D77-DEB73988996A}"/>
                </a:ext>
              </a:extLst>
            </p:cNvPr>
            <p:cNvSpPr/>
            <p:nvPr/>
          </p:nvSpPr>
          <p:spPr>
            <a:xfrm>
              <a:off x="1415961" y="24796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2" name="Freeform 841">
              <a:extLst>
                <a:ext uri="{FF2B5EF4-FFF2-40B4-BE49-F238E27FC236}">
                  <a16:creationId xmlns:a16="http://schemas.microsoft.com/office/drawing/2014/main" id="{F4EE3B8D-6F0C-0609-633D-39652B3E0C44}"/>
                </a:ext>
              </a:extLst>
            </p:cNvPr>
            <p:cNvSpPr/>
            <p:nvPr/>
          </p:nvSpPr>
          <p:spPr>
            <a:xfrm>
              <a:off x="1415961" y="239056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3" name="Freeform 842">
              <a:extLst>
                <a:ext uri="{FF2B5EF4-FFF2-40B4-BE49-F238E27FC236}">
                  <a16:creationId xmlns:a16="http://schemas.microsoft.com/office/drawing/2014/main" id="{E5A2C691-4154-B4D1-BEAA-09F52DC1CA78}"/>
                </a:ext>
              </a:extLst>
            </p:cNvPr>
            <p:cNvSpPr/>
            <p:nvPr/>
          </p:nvSpPr>
          <p:spPr>
            <a:xfrm>
              <a:off x="1459723" y="24063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4" name="Freeform 843">
              <a:extLst>
                <a:ext uri="{FF2B5EF4-FFF2-40B4-BE49-F238E27FC236}">
                  <a16:creationId xmlns:a16="http://schemas.microsoft.com/office/drawing/2014/main" id="{5DAF54E7-37BB-6AE3-FDDD-FF9A5F600D94}"/>
                </a:ext>
              </a:extLst>
            </p:cNvPr>
            <p:cNvSpPr/>
            <p:nvPr/>
          </p:nvSpPr>
          <p:spPr>
            <a:xfrm>
              <a:off x="1459723" y="230961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5" name="Freeform 844">
              <a:extLst>
                <a:ext uri="{FF2B5EF4-FFF2-40B4-BE49-F238E27FC236}">
                  <a16:creationId xmlns:a16="http://schemas.microsoft.com/office/drawing/2014/main" id="{28908BDD-A670-2818-25CB-484156D1C673}"/>
                </a:ext>
              </a:extLst>
            </p:cNvPr>
            <p:cNvSpPr/>
            <p:nvPr/>
          </p:nvSpPr>
          <p:spPr>
            <a:xfrm>
              <a:off x="1503484" y="23579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6" name="Freeform 845">
              <a:extLst>
                <a:ext uri="{FF2B5EF4-FFF2-40B4-BE49-F238E27FC236}">
                  <a16:creationId xmlns:a16="http://schemas.microsoft.com/office/drawing/2014/main" id="{2CF24C01-1A92-B433-FAD6-2FAF6D1153DC}"/>
                </a:ext>
              </a:extLst>
            </p:cNvPr>
            <p:cNvSpPr/>
            <p:nvPr/>
          </p:nvSpPr>
          <p:spPr>
            <a:xfrm>
              <a:off x="1503484" y="22769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7" name="Freeform 846">
              <a:extLst>
                <a:ext uri="{FF2B5EF4-FFF2-40B4-BE49-F238E27FC236}">
                  <a16:creationId xmlns:a16="http://schemas.microsoft.com/office/drawing/2014/main" id="{33830595-F58C-0E4C-9412-6F3D67C59AF9}"/>
                </a:ext>
              </a:extLst>
            </p:cNvPr>
            <p:cNvSpPr/>
            <p:nvPr/>
          </p:nvSpPr>
          <p:spPr>
            <a:xfrm>
              <a:off x="1547246" y="23653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8" name="Freeform 847">
              <a:extLst>
                <a:ext uri="{FF2B5EF4-FFF2-40B4-BE49-F238E27FC236}">
                  <a16:creationId xmlns:a16="http://schemas.microsoft.com/office/drawing/2014/main" id="{BD6AD1CE-302C-F78E-FE28-81DE8CFB3189}"/>
                </a:ext>
              </a:extLst>
            </p:cNvPr>
            <p:cNvSpPr/>
            <p:nvPr/>
          </p:nvSpPr>
          <p:spPr>
            <a:xfrm>
              <a:off x="1547246" y="22967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9" name="Freeform 848">
              <a:extLst>
                <a:ext uri="{FF2B5EF4-FFF2-40B4-BE49-F238E27FC236}">
                  <a16:creationId xmlns:a16="http://schemas.microsoft.com/office/drawing/2014/main" id="{89FAC807-47E4-C96C-9A6D-16A5EA086116}"/>
                </a:ext>
              </a:extLst>
            </p:cNvPr>
            <p:cNvSpPr/>
            <p:nvPr/>
          </p:nvSpPr>
          <p:spPr>
            <a:xfrm>
              <a:off x="1591007" y="23176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0" name="Freeform 849">
              <a:extLst>
                <a:ext uri="{FF2B5EF4-FFF2-40B4-BE49-F238E27FC236}">
                  <a16:creationId xmlns:a16="http://schemas.microsoft.com/office/drawing/2014/main" id="{B0F560C9-44D2-D51C-E0AE-5B40A2C3763B}"/>
                </a:ext>
              </a:extLst>
            </p:cNvPr>
            <p:cNvSpPr/>
            <p:nvPr/>
          </p:nvSpPr>
          <p:spPr>
            <a:xfrm>
              <a:off x="1591007" y="22527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1" name="Freeform 850">
              <a:extLst>
                <a:ext uri="{FF2B5EF4-FFF2-40B4-BE49-F238E27FC236}">
                  <a16:creationId xmlns:a16="http://schemas.microsoft.com/office/drawing/2014/main" id="{DD51E255-FC7A-918F-1580-C346FCABDC32}"/>
                </a:ext>
              </a:extLst>
            </p:cNvPr>
            <p:cNvSpPr/>
            <p:nvPr/>
          </p:nvSpPr>
          <p:spPr>
            <a:xfrm>
              <a:off x="1634769" y="2307665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2" name="Freeform 851">
              <a:extLst>
                <a:ext uri="{FF2B5EF4-FFF2-40B4-BE49-F238E27FC236}">
                  <a16:creationId xmlns:a16="http://schemas.microsoft.com/office/drawing/2014/main" id="{45EBEB94-686E-63D3-2E43-75D013A822D3}"/>
                </a:ext>
              </a:extLst>
            </p:cNvPr>
            <p:cNvSpPr/>
            <p:nvPr/>
          </p:nvSpPr>
          <p:spPr>
            <a:xfrm>
              <a:off x="1634769" y="2158642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3" name="Freeform 852">
              <a:extLst>
                <a:ext uri="{FF2B5EF4-FFF2-40B4-BE49-F238E27FC236}">
                  <a16:creationId xmlns:a16="http://schemas.microsoft.com/office/drawing/2014/main" id="{D5D1C883-5FE5-A9CE-7799-B6B5B25757EF}"/>
                </a:ext>
              </a:extLst>
            </p:cNvPr>
            <p:cNvSpPr/>
            <p:nvPr/>
          </p:nvSpPr>
          <p:spPr>
            <a:xfrm>
              <a:off x="1678527" y="23084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4" name="Freeform 853">
              <a:extLst>
                <a:ext uri="{FF2B5EF4-FFF2-40B4-BE49-F238E27FC236}">
                  <a16:creationId xmlns:a16="http://schemas.microsoft.com/office/drawing/2014/main" id="{AF92E08C-5B37-3534-52CB-CB40A58E65B5}"/>
                </a:ext>
              </a:extLst>
            </p:cNvPr>
            <p:cNvSpPr/>
            <p:nvPr/>
          </p:nvSpPr>
          <p:spPr>
            <a:xfrm>
              <a:off x="1678527" y="22549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5" name="Freeform 854">
              <a:extLst>
                <a:ext uri="{FF2B5EF4-FFF2-40B4-BE49-F238E27FC236}">
                  <a16:creationId xmlns:a16="http://schemas.microsoft.com/office/drawing/2014/main" id="{B20FDC7F-C320-2BED-CBA0-1BB4A37A0B88}"/>
                </a:ext>
              </a:extLst>
            </p:cNvPr>
            <p:cNvSpPr/>
            <p:nvPr/>
          </p:nvSpPr>
          <p:spPr>
            <a:xfrm>
              <a:off x="1722287" y="22848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6" name="Freeform 855">
              <a:extLst>
                <a:ext uri="{FF2B5EF4-FFF2-40B4-BE49-F238E27FC236}">
                  <a16:creationId xmlns:a16="http://schemas.microsoft.com/office/drawing/2014/main" id="{B821FEE6-2BD4-15AA-D242-18D82AAA2E0F}"/>
                </a:ext>
              </a:extLst>
            </p:cNvPr>
            <p:cNvSpPr/>
            <p:nvPr/>
          </p:nvSpPr>
          <p:spPr>
            <a:xfrm>
              <a:off x="1722287" y="22248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7" name="Freeform 856">
              <a:extLst>
                <a:ext uri="{FF2B5EF4-FFF2-40B4-BE49-F238E27FC236}">
                  <a16:creationId xmlns:a16="http://schemas.microsoft.com/office/drawing/2014/main" id="{B2C3B634-87D8-BB3C-5130-A60EA56DD995}"/>
                </a:ext>
              </a:extLst>
            </p:cNvPr>
            <p:cNvSpPr/>
            <p:nvPr/>
          </p:nvSpPr>
          <p:spPr>
            <a:xfrm>
              <a:off x="1766058" y="23095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8" name="Freeform 857">
              <a:extLst>
                <a:ext uri="{FF2B5EF4-FFF2-40B4-BE49-F238E27FC236}">
                  <a16:creationId xmlns:a16="http://schemas.microsoft.com/office/drawing/2014/main" id="{F275FA14-8641-ABE7-F395-985A5535785E}"/>
                </a:ext>
              </a:extLst>
            </p:cNvPr>
            <p:cNvSpPr/>
            <p:nvPr/>
          </p:nvSpPr>
          <p:spPr>
            <a:xfrm>
              <a:off x="1766058" y="20722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9" name="Freeform 858">
              <a:extLst>
                <a:ext uri="{FF2B5EF4-FFF2-40B4-BE49-F238E27FC236}">
                  <a16:creationId xmlns:a16="http://schemas.microsoft.com/office/drawing/2014/main" id="{18B2E971-6F15-9E6A-BAD4-C656E4474112}"/>
                </a:ext>
              </a:extLst>
            </p:cNvPr>
            <p:cNvSpPr/>
            <p:nvPr/>
          </p:nvSpPr>
          <p:spPr>
            <a:xfrm>
              <a:off x="1809817" y="21882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0" name="Freeform 859">
              <a:extLst>
                <a:ext uri="{FF2B5EF4-FFF2-40B4-BE49-F238E27FC236}">
                  <a16:creationId xmlns:a16="http://schemas.microsoft.com/office/drawing/2014/main" id="{F8963E1F-5C0B-6480-D298-AD771A310A16}"/>
                </a:ext>
              </a:extLst>
            </p:cNvPr>
            <p:cNvSpPr/>
            <p:nvPr/>
          </p:nvSpPr>
          <p:spPr>
            <a:xfrm>
              <a:off x="1809817" y="21258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1" name="Freeform 860">
              <a:extLst>
                <a:ext uri="{FF2B5EF4-FFF2-40B4-BE49-F238E27FC236}">
                  <a16:creationId xmlns:a16="http://schemas.microsoft.com/office/drawing/2014/main" id="{89AC5440-0F4B-9514-9FEB-D5936DEE58BF}"/>
                </a:ext>
              </a:extLst>
            </p:cNvPr>
            <p:cNvSpPr/>
            <p:nvPr/>
          </p:nvSpPr>
          <p:spPr>
            <a:xfrm>
              <a:off x="1853577" y="215867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2" name="Freeform 861">
              <a:extLst>
                <a:ext uri="{FF2B5EF4-FFF2-40B4-BE49-F238E27FC236}">
                  <a16:creationId xmlns:a16="http://schemas.microsoft.com/office/drawing/2014/main" id="{C7AABDAB-ACC8-516C-B146-81C590146FD2}"/>
                </a:ext>
              </a:extLst>
            </p:cNvPr>
            <p:cNvSpPr/>
            <p:nvPr/>
          </p:nvSpPr>
          <p:spPr>
            <a:xfrm>
              <a:off x="1853577" y="20960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3" name="Freeform 862">
              <a:extLst>
                <a:ext uri="{FF2B5EF4-FFF2-40B4-BE49-F238E27FC236}">
                  <a16:creationId xmlns:a16="http://schemas.microsoft.com/office/drawing/2014/main" id="{56DBC67E-8EAA-4DEE-678E-AB4E994B8D7B}"/>
                </a:ext>
              </a:extLst>
            </p:cNvPr>
            <p:cNvSpPr/>
            <p:nvPr/>
          </p:nvSpPr>
          <p:spPr>
            <a:xfrm>
              <a:off x="1897337" y="21548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4" name="Freeform 863">
              <a:extLst>
                <a:ext uri="{FF2B5EF4-FFF2-40B4-BE49-F238E27FC236}">
                  <a16:creationId xmlns:a16="http://schemas.microsoft.com/office/drawing/2014/main" id="{480E3E0C-2C04-0AC8-4B55-524B4A1EF586}"/>
                </a:ext>
              </a:extLst>
            </p:cNvPr>
            <p:cNvSpPr/>
            <p:nvPr/>
          </p:nvSpPr>
          <p:spPr>
            <a:xfrm>
              <a:off x="1897337" y="20903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5" name="Freeform 864">
              <a:extLst>
                <a:ext uri="{FF2B5EF4-FFF2-40B4-BE49-F238E27FC236}">
                  <a16:creationId xmlns:a16="http://schemas.microsoft.com/office/drawing/2014/main" id="{4F202180-F178-2117-0B2C-258EB3867E04}"/>
                </a:ext>
              </a:extLst>
            </p:cNvPr>
            <p:cNvSpPr/>
            <p:nvPr/>
          </p:nvSpPr>
          <p:spPr>
            <a:xfrm>
              <a:off x="1941096" y="20920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6" name="Freeform 865">
              <a:extLst>
                <a:ext uri="{FF2B5EF4-FFF2-40B4-BE49-F238E27FC236}">
                  <a16:creationId xmlns:a16="http://schemas.microsoft.com/office/drawing/2014/main" id="{C02914F5-7B67-6D61-1341-DDF32391E6B2}"/>
                </a:ext>
              </a:extLst>
            </p:cNvPr>
            <p:cNvSpPr/>
            <p:nvPr/>
          </p:nvSpPr>
          <p:spPr>
            <a:xfrm>
              <a:off x="1941096" y="20377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7" name="Freeform 866">
              <a:extLst>
                <a:ext uri="{FF2B5EF4-FFF2-40B4-BE49-F238E27FC236}">
                  <a16:creationId xmlns:a16="http://schemas.microsoft.com/office/drawing/2014/main" id="{A177AC24-A564-52FE-AF25-752A60098F85}"/>
                </a:ext>
              </a:extLst>
            </p:cNvPr>
            <p:cNvSpPr/>
            <p:nvPr/>
          </p:nvSpPr>
          <p:spPr>
            <a:xfrm>
              <a:off x="1984856" y="21170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8" name="Freeform 867">
              <a:extLst>
                <a:ext uri="{FF2B5EF4-FFF2-40B4-BE49-F238E27FC236}">
                  <a16:creationId xmlns:a16="http://schemas.microsoft.com/office/drawing/2014/main" id="{D9CFCC1B-81BC-5967-7B24-95DB05326690}"/>
                </a:ext>
              </a:extLst>
            </p:cNvPr>
            <p:cNvSpPr/>
            <p:nvPr/>
          </p:nvSpPr>
          <p:spPr>
            <a:xfrm>
              <a:off x="1984856" y="203831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9" name="Freeform 868">
              <a:extLst>
                <a:ext uri="{FF2B5EF4-FFF2-40B4-BE49-F238E27FC236}">
                  <a16:creationId xmlns:a16="http://schemas.microsoft.com/office/drawing/2014/main" id="{D034AF0D-AD8D-2FE4-2CE9-3470B2308327}"/>
                </a:ext>
              </a:extLst>
            </p:cNvPr>
            <p:cNvSpPr/>
            <p:nvPr/>
          </p:nvSpPr>
          <p:spPr>
            <a:xfrm>
              <a:off x="2028616" y="20906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0" name="Freeform 869">
              <a:extLst>
                <a:ext uri="{FF2B5EF4-FFF2-40B4-BE49-F238E27FC236}">
                  <a16:creationId xmlns:a16="http://schemas.microsoft.com/office/drawing/2014/main" id="{C0265705-3517-761E-7896-BAE85895A4FA}"/>
                </a:ext>
              </a:extLst>
            </p:cNvPr>
            <p:cNvSpPr/>
            <p:nvPr/>
          </p:nvSpPr>
          <p:spPr>
            <a:xfrm>
              <a:off x="2028616" y="20240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1" name="Freeform 870">
              <a:extLst>
                <a:ext uri="{FF2B5EF4-FFF2-40B4-BE49-F238E27FC236}">
                  <a16:creationId xmlns:a16="http://schemas.microsoft.com/office/drawing/2014/main" id="{9E96FE14-AAEF-FD11-4A6A-3A8DCA01DF61}"/>
                </a:ext>
              </a:extLst>
            </p:cNvPr>
            <p:cNvSpPr/>
            <p:nvPr/>
          </p:nvSpPr>
          <p:spPr>
            <a:xfrm>
              <a:off x="2072387" y="206647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2" name="Freeform 871">
              <a:extLst>
                <a:ext uri="{FF2B5EF4-FFF2-40B4-BE49-F238E27FC236}">
                  <a16:creationId xmlns:a16="http://schemas.microsoft.com/office/drawing/2014/main" id="{E84FAD73-C9AF-1176-B86D-C3FC738203A0}"/>
                </a:ext>
              </a:extLst>
            </p:cNvPr>
            <p:cNvSpPr/>
            <p:nvPr/>
          </p:nvSpPr>
          <p:spPr>
            <a:xfrm>
              <a:off x="2072387" y="19794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3" name="Freeform 872">
              <a:extLst>
                <a:ext uri="{FF2B5EF4-FFF2-40B4-BE49-F238E27FC236}">
                  <a16:creationId xmlns:a16="http://schemas.microsoft.com/office/drawing/2014/main" id="{0BD4281D-F55F-6308-BED9-9EDBCFC8B50D}"/>
                </a:ext>
              </a:extLst>
            </p:cNvPr>
            <p:cNvSpPr/>
            <p:nvPr/>
          </p:nvSpPr>
          <p:spPr>
            <a:xfrm>
              <a:off x="2116146" y="20843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4" name="Freeform 873">
              <a:extLst>
                <a:ext uri="{FF2B5EF4-FFF2-40B4-BE49-F238E27FC236}">
                  <a16:creationId xmlns:a16="http://schemas.microsoft.com/office/drawing/2014/main" id="{11B51CF8-3F69-63A0-044A-8190FFC3AEA0}"/>
                </a:ext>
              </a:extLst>
            </p:cNvPr>
            <p:cNvSpPr/>
            <p:nvPr/>
          </p:nvSpPr>
          <p:spPr>
            <a:xfrm>
              <a:off x="2116146" y="19880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5" name="Freeform 874">
              <a:extLst>
                <a:ext uri="{FF2B5EF4-FFF2-40B4-BE49-F238E27FC236}">
                  <a16:creationId xmlns:a16="http://schemas.microsoft.com/office/drawing/2014/main" id="{253AA779-0AB8-D087-312F-D13CC3511D72}"/>
                </a:ext>
              </a:extLst>
            </p:cNvPr>
            <p:cNvSpPr/>
            <p:nvPr/>
          </p:nvSpPr>
          <p:spPr>
            <a:xfrm>
              <a:off x="2159906" y="20005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6" name="Freeform 875">
              <a:extLst>
                <a:ext uri="{FF2B5EF4-FFF2-40B4-BE49-F238E27FC236}">
                  <a16:creationId xmlns:a16="http://schemas.microsoft.com/office/drawing/2014/main" id="{2D3B25A1-8E2D-8E07-69AC-61C403005DBF}"/>
                </a:ext>
              </a:extLst>
            </p:cNvPr>
            <p:cNvSpPr/>
            <p:nvPr/>
          </p:nvSpPr>
          <p:spPr>
            <a:xfrm>
              <a:off x="2159906" y="19491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A24E973A-5329-FC10-7007-B96D1A6306ED}"/>
                </a:ext>
              </a:extLst>
            </p:cNvPr>
            <p:cNvSpPr/>
            <p:nvPr/>
          </p:nvSpPr>
          <p:spPr>
            <a:xfrm>
              <a:off x="2203666" y="19441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8" name="Freeform 877">
              <a:extLst>
                <a:ext uri="{FF2B5EF4-FFF2-40B4-BE49-F238E27FC236}">
                  <a16:creationId xmlns:a16="http://schemas.microsoft.com/office/drawing/2014/main" id="{B0A33ADD-A928-C1A7-77BF-8FA6342CB9AF}"/>
                </a:ext>
              </a:extLst>
            </p:cNvPr>
            <p:cNvSpPr/>
            <p:nvPr/>
          </p:nvSpPr>
          <p:spPr>
            <a:xfrm>
              <a:off x="2203666" y="181843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9" name="Freeform 878">
              <a:extLst>
                <a:ext uri="{FF2B5EF4-FFF2-40B4-BE49-F238E27FC236}">
                  <a16:creationId xmlns:a16="http://schemas.microsoft.com/office/drawing/2014/main" id="{CD45848E-FF19-AE23-CA67-DD432467A0A4}"/>
                </a:ext>
              </a:extLst>
            </p:cNvPr>
            <p:cNvSpPr/>
            <p:nvPr/>
          </p:nvSpPr>
          <p:spPr>
            <a:xfrm>
              <a:off x="2247425" y="19869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0" name="Freeform 879">
              <a:extLst>
                <a:ext uri="{FF2B5EF4-FFF2-40B4-BE49-F238E27FC236}">
                  <a16:creationId xmlns:a16="http://schemas.microsoft.com/office/drawing/2014/main" id="{3D5B67FA-E0F5-0B24-2E89-B4248D347A9B}"/>
                </a:ext>
              </a:extLst>
            </p:cNvPr>
            <p:cNvSpPr/>
            <p:nvPr/>
          </p:nvSpPr>
          <p:spPr>
            <a:xfrm>
              <a:off x="2247425" y="17908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1" name="Freeform 880">
              <a:extLst>
                <a:ext uri="{FF2B5EF4-FFF2-40B4-BE49-F238E27FC236}">
                  <a16:creationId xmlns:a16="http://schemas.microsoft.com/office/drawing/2014/main" id="{D46388A7-83B7-32BA-43D3-9BE7FC1D56B7}"/>
                </a:ext>
              </a:extLst>
            </p:cNvPr>
            <p:cNvSpPr/>
            <p:nvPr/>
          </p:nvSpPr>
          <p:spPr>
            <a:xfrm>
              <a:off x="2291185" y="19146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2" name="Freeform 881">
              <a:extLst>
                <a:ext uri="{FF2B5EF4-FFF2-40B4-BE49-F238E27FC236}">
                  <a16:creationId xmlns:a16="http://schemas.microsoft.com/office/drawing/2014/main" id="{2D91C7E2-D691-3A82-4919-D7ED43BE5B1E}"/>
                </a:ext>
              </a:extLst>
            </p:cNvPr>
            <p:cNvSpPr/>
            <p:nvPr/>
          </p:nvSpPr>
          <p:spPr>
            <a:xfrm>
              <a:off x="2291185" y="18675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3" name="Freeform 882">
              <a:extLst>
                <a:ext uri="{FF2B5EF4-FFF2-40B4-BE49-F238E27FC236}">
                  <a16:creationId xmlns:a16="http://schemas.microsoft.com/office/drawing/2014/main" id="{0C6D315D-285F-29DA-29E2-06C6114EADF5}"/>
                </a:ext>
              </a:extLst>
            </p:cNvPr>
            <p:cNvSpPr/>
            <p:nvPr/>
          </p:nvSpPr>
          <p:spPr>
            <a:xfrm>
              <a:off x="2334956" y="19070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03F59EC8-1045-4264-3362-74D085337E7F}"/>
                </a:ext>
              </a:extLst>
            </p:cNvPr>
            <p:cNvSpPr/>
            <p:nvPr/>
          </p:nvSpPr>
          <p:spPr>
            <a:xfrm>
              <a:off x="2334956" y="184740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5" name="Freeform 884">
              <a:extLst>
                <a:ext uri="{FF2B5EF4-FFF2-40B4-BE49-F238E27FC236}">
                  <a16:creationId xmlns:a16="http://schemas.microsoft.com/office/drawing/2014/main" id="{C872C614-D556-6216-DD48-CE12533D00C0}"/>
                </a:ext>
              </a:extLst>
            </p:cNvPr>
            <p:cNvSpPr/>
            <p:nvPr/>
          </p:nvSpPr>
          <p:spPr>
            <a:xfrm>
              <a:off x="2378716" y="18637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6" name="Freeform 885">
              <a:extLst>
                <a:ext uri="{FF2B5EF4-FFF2-40B4-BE49-F238E27FC236}">
                  <a16:creationId xmlns:a16="http://schemas.microsoft.com/office/drawing/2014/main" id="{CB34F3A7-80E9-8108-85C1-9F0E0C838C40}"/>
                </a:ext>
              </a:extLst>
            </p:cNvPr>
            <p:cNvSpPr/>
            <p:nvPr/>
          </p:nvSpPr>
          <p:spPr>
            <a:xfrm>
              <a:off x="2378716" y="180939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7" name="Freeform 886">
              <a:extLst>
                <a:ext uri="{FF2B5EF4-FFF2-40B4-BE49-F238E27FC236}">
                  <a16:creationId xmlns:a16="http://schemas.microsoft.com/office/drawing/2014/main" id="{754878D1-03F0-937D-AA59-5A4E57F40E60}"/>
                </a:ext>
              </a:extLst>
            </p:cNvPr>
            <p:cNvSpPr/>
            <p:nvPr/>
          </p:nvSpPr>
          <p:spPr>
            <a:xfrm>
              <a:off x="2422475" y="18400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8" name="Freeform 887">
              <a:extLst>
                <a:ext uri="{FF2B5EF4-FFF2-40B4-BE49-F238E27FC236}">
                  <a16:creationId xmlns:a16="http://schemas.microsoft.com/office/drawing/2014/main" id="{D9D0BAC0-6EF0-8D9C-FF4D-E8E1CC7D4944}"/>
                </a:ext>
              </a:extLst>
            </p:cNvPr>
            <p:cNvSpPr/>
            <p:nvPr/>
          </p:nvSpPr>
          <p:spPr>
            <a:xfrm>
              <a:off x="2422475" y="177603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9" name="Freeform 888">
              <a:extLst>
                <a:ext uri="{FF2B5EF4-FFF2-40B4-BE49-F238E27FC236}">
                  <a16:creationId xmlns:a16="http://schemas.microsoft.com/office/drawing/2014/main" id="{9F28C341-E506-9FBE-4899-6676CDB8D746}"/>
                </a:ext>
              </a:extLst>
            </p:cNvPr>
            <p:cNvSpPr/>
            <p:nvPr/>
          </p:nvSpPr>
          <p:spPr>
            <a:xfrm>
              <a:off x="2466235" y="18590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0" name="Freeform 889">
              <a:extLst>
                <a:ext uri="{FF2B5EF4-FFF2-40B4-BE49-F238E27FC236}">
                  <a16:creationId xmlns:a16="http://schemas.microsoft.com/office/drawing/2014/main" id="{D227C814-67E7-8534-0E97-0C12347A6ED5}"/>
                </a:ext>
              </a:extLst>
            </p:cNvPr>
            <p:cNvSpPr/>
            <p:nvPr/>
          </p:nvSpPr>
          <p:spPr>
            <a:xfrm>
              <a:off x="2466235" y="17309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E1E1E861-28AF-734D-4EDE-A5BF7435C3F1}"/>
                </a:ext>
              </a:extLst>
            </p:cNvPr>
            <p:cNvSpPr/>
            <p:nvPr/>
          </p:nvSpPr>
          <p:spPr>
            <a:xfrm>
              <a:off x="2509994" y="17591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2" name="Freeform 891">
              <a:extLst>
                <a:ext uri="{FF2B5EF4-FFF2-40B4-BE49-F238E27FC236}">
                  <a16:creationId xmlns:a16="http://schemas.microsoft.com/office/drawing/2014/main" id="{843BFC93-43D2-4F4C-B6B3-776CF9EB2544}"/>
                </a:ext>
              </a:extLst>
            </p:cNvPr>
            <p:cNvSpPr/>
            <p:nvPr/>
          </p:nvSpPr>
          <p:spPr>
            <a:xfrm>
              <a:off x="2509994" y="17049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3" name="Freeform 892">
              <a:extLst>
                <a:ext uri="{FF2B5EF4-FFF2-40B4-BE49-F238E27FC236}">
                  <a16:creationId xmlns:a16="http://schemas.microsoft.com/office/drawing/2014/main" id="{CF818643-032A-C040-4F51-53E318007BB4}"/>
                </a:ext>
              </a:extLst>
            </p:cNvPr>
            <p:cNvSpPr/>
            <p:nvPr/>
          </p:nvSpPr>
          <p:spPr>
            <a:xfrm>
              <a:off x="2553754" y="19682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4" name="Freeform 893">
              <a:extLst>
                <a:ext uri="{FF2B5EF4-FFF2-40B4-BE49-F238E27FC236}">
                  <a16:creationId xmlns:a16="http://schemas.microsoft.com/office/drawing/2014/main" id="{72357C06-DE11-37E2-C6E0-9F17B4EE11C1}"/>
                </a:ext>
              </a:extLst>
            </p:cNvPr>
            <p:cNvSpPr/>
            <p:nvPr/>
          </p:nvSpPr>
          <p:spPr>
            <a:xfrm>
              <a:off x="2553754" y="16095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5" name="Freeform 894">
              <a:extLst>
                <a:ext uri="{FF2B5EF4-FFF2-40B4-BE49-F238E27FC236}">
                  <a16:creationId xmlns:a16="http://schemas.microsoft.com/office/drawing/2014/main" id="{07DAC3EE-DD4A-4548-39C8-FFD4051D7392}"/>
                </a:ext>
              </a:extLst>
            </p:cNvPr>
            <p:cNvSpPr/>
            <p:nvPr/>
          </p:nvSpPr>
          <p:spPr>
            <a:xfrm>
              <a:off x="2597525" y="17812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6" name="Freeform 895">
              <a:extLst>
                <a:ext uri="{FF2B5EF4-FFF2-40B4-BE49-F238E27FC236}">
                  <a16:creationId xmlns:a16="http://schemas.microsoft.com/office/drawing/2014/main" id="{9B6D02BF-7CA5-2B46-1949-8BAA2523040E}"/>
                </a:ext>
              </a:extLst>
            </p:cNvPr>
            <p:cNvSpPr/>
            <p:nvPr/>
          </p:nvSpPr>
          <p:spPr>
            <a:xfrm>
              <a:off x="2597525" y="17088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7" name="Freeform 896">
              <a:extLst>
                <a:ext uri="{FF2B5EF4-FFF2-40B4-BE49-F238E27FC236}">
                  <a16:creationId xmlns:a16="http://schemas.microsoft.com/office/drawing/2014/main" id="{86E95EAF-B7DB-C0C2-F673-3DC2E8B47208}"/>
                </a:ext>
              </a:extLst>
            </p:cNvPr>
            <p:cNvSpPr/>
            <p:nvPr/>
          </p:nvSpPr>
          <p:spPr>
            <a:xfrm>
              <a:off x="2641285" y="16696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1C9C65DD-5055-BEFE-82B8-CF4F7CD2880A}"/>
                </a:ext>
              </a:extLst>
            </p:cNvPr>
            <p:cNvSpPr/>
            <p:nvPr/>
          </p:nvSpPr>
          <p:spPr>
            <a:xfrm>
              <a:off x="2641285" y="160874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9" name="Freeform 898">
              <a:extLst>
                <a:ext uri="{FF2B5EF4-FFF2-40B4-BE49-F238E27FC236}">
                  <a16:creationId xmlns:a16="http://schemas.microsoft.com/office/drawing/2014/main" id="{CF102B03-F550-29F9-29FF-1A4EEF2AB2FF}"/>
                </a:ext>
              </a:extLst>
            </p:cNvPr>
            <p:cNvSpPr/>
            <p:nvPr/>
          </p:nvSpPr>
          <p:spPr>
            <a:xfrm>
              <a:off x="2685044" y="17486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" name="Freeform 899">
              <a:extLst>
                <a:ext uri="{FF2B5EF4-FFF2-40B4-BE49-F238E27FC236}">
                  <a16:creationId xmlns:a16="http://schemas.microsoft.com/office/drawing/2014/main" id="{7726A30D-F654-BDBB-DBA3-6BE73F72EF66}"/>
                </a:ext>
              </a:extLst>
            </p:cNvPr>
            <p:cNvSpPr/>
            <p:nvPr/>
          </p:nvSpPr>
          <p:spPr>
            <a:xfrm>
              <a:off x="2685044" y="15920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1" name="Freeform 900">
              <a:extLst>
                <a:ext uri="{FF2B5EF4-FFF2-40B4-BE49-F238E27FC236}">
                  <a16:creationId xmlns:a16="http://schemas.microsoft.com/office/drawing/2014/main" id="{50387124-9F2A-7DC9-BB33-28177CF3961B}"/>
                </a:ext>
              </a:extLst>
            </p:cNvPr>
            <p:cNvSpPr/>
            <p:nvPr/>
          </p:nvSpPr>
          <p:spPr>
            <a:xfrm>
              <a:off x="2728804" y="17005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2" name="Freeform 901">
              <a:extLst>
                <a:ext uri="{FF2B5EF4-FFF2-40B4-BE49-F238E27FC236}">
                  <a16:creationId xmlns:a16="http://schemas.microsoft.com/office/drawing/2014/main" id="{87640986-4D91-AC0D-BC34-BB6E286B2ECB}"/>
                </a:ext>
              </a:extLst>
            </p:cNvPr>
            <p:cNvSpPr/>
            <p:nvPr/>
          </p:nvSpPr>
          <p:spPr>
            <a:xfrm>
              <a:off x="2728804" y="15768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3" name="Freeform 902">
              <a:extLst>
                <a:ext uri="{FF2B5EF4-FFF2-40B4-BE49-F238E27FC236}">
                  <a16:creationId xmlns:a16="http://schemas.microsoft.com/office/drawing/2014/main" id="{7D23C530-0A0A-8D6A-2408-2AA7909A745B}"/>
                </a:ext>
              </a:extLst>
            </p:cNvPr>
            <p:cNvSpPr/>
            <p:nvPr/>
          </p:nvSpPr>
          <p:spPr>
            <a:xfrm>
              <a:off x="2772564" y="16268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4" name="Freeform 903">
              <a:extLst>
                <a:ext uri="{FF2B5EF4-FFF2-40B4-BE49-F238E27FC236}">
                  <a16:creationId xmlns:a16="http://schemas.microsoft.com/office/drawing/2014/main" id="{0852E862-7D2A-BDD2-5734-113F0809F41B}"/>
                </a:ext>
              </a:extLst>
            </p:cNvPr>
            <p:cNvSpPr/>
            <p:nvPr/>
          </p:nvSpPr>
          <p:spPr>
            <a:xfrm>
              <a:off x="2772564" y="15575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AA7B4CBC-6CA6-46C9-F71C-0B03DFEF24B7}"/>
                </a:ext>
              </a:extLst>
            </p:cNvPr>
            <p:cNvSpPr/>
            <p:nvPr/>
          </p:nvSpPr>
          <p:spPr>
            <a:xfrm>
              <a:off x="2816323" y="16846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6" name="Freeform 905">
              <a:extLst>
                <a:ext uri="{FF2B5EF4-FFF2-40B4-BE49-F238E27FC236}">
                  <a16:creationId xmlns:a16="http://schemas.microsoft.com/office/drawing/2014/main" id="{63193B46-38B9-3199-1FAC-432315430696}"/>
                </a:ext>
              </a:extLst>
            </p:cNvPr>
            <p:cNvSpPr/>
            <p:nvPr/>
          </p:nvSpPr>
          <p:spPr>
            <a:xfrm>
              <a:off x="2816323" y="15526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7" name="Freeform 906">
              <a:extLst>
                <a:ext uri="{FF2B5EF4-FFF2-40B4-BE49-F238E27FC236}">
                  <a16:creationId xmlns:a16="http://schemas.microsoft.com/office/drawing/2014/main" id="{61B2D6DF-B74B-A74C-CAD3-1F9AD984ED72}"/>
                </a:ext>
              </a:extLst>
            </p:cNvPr>
            <p:cNvSpPr/>
            <p:nvPr/>
          </p:nvSpPr>
          <p:spPr>
            <a:xfrm>
              <a:off x="2860083" y="15457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8" name="Freeform 907">
              <a:extLst>
                <a:ext uri="{FF2B5EF4-FFF2-40B4-BE49-F238E27FC236}">
                  <a16:creationId xmlns:a16="http://schemas.microsoft.com/office/drawing/2014/main" id="{AF71FD8C-C584-8D70-3DC8-8B89A58A2982}"/>
                </a:ext>
              </a:extLst>
            </p:cNvPr>
            <p:cNvSpPr/>
            <p:nvPr/>
          </p:nvSpPr>
          <p:spPr>
            <a:xfrm>
              <a:off x="2860083" y="13730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9" name="Freeform 908">
              <a:extLst>
                <a:ext uri="{FF2B5EF4-FFF2-40B4-BE49-F238E27FC236}">
                  <a16:creationId xmlns:a16="http://schemas.microsoft.com/office/drawing/2014/main" id="{086DA710-2DFB-48D5-BB52-1E7B4BF661B8}"/>
                </a:ext>
              </a:extLst>
            </p:cNvPr>
            <p:cNvSpPr/>
            <p:nvPr/>
          </p:nvSpPr>
          <p:spPr>
            <a:xfrm>
              <a:off x="2903854" y="15788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0" name="Freeform 909">
              <a:extLst>
                <a:ext uri="{FF2B5EF4-FFF2-40B4-BE49-F238E27FC236}">
                  <a16:creationId xmlns:a16="http://schemas.microsoft.com/office/drawing/2014/main" id="{DDE07364-2C8C-E97A-B12D-D867FCB60070}"/>
                </a:ext>
              </a:extLst>
            </p:cNvPr>
            <p:cNvSpPr/>
            <p:nvPr/>
          </p:nvSpPr>
          <p:spPr>
            <a:xfrm>
              <a:off x="2903854" y="150628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1" name="Freeform 910">
              <a:extLst>
                <a:ext uri="{FF2B5EF4-FFF2-40B4-BE49-F238E27FC236}">
                  <a16:creationId xmlns:a16="http://schemas.microsoft.com/office/drawing/2014/main" id="{66B33F9E-8DCE-02A5-B3FB-7CBC89D25B19}"/>
                </a:ext>
              </a:extLst>
            </p:cNvPr>
            <p:cNvSpPr/>
            <p:nvPr/>
          </p:nvSpPr>
          <p:spPr>
            <a:xfrm>
              <a:off x="2947614" y="15594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69F24321-C0F9-BBE5-A369-A703C6E698EA}"/>
                </a:ext>
              </a:extLst>
            </p:cNvPr>
            <p:cNvSpPr/>
            <p:nvPr/>
          </p:nvSpPr>
          <p:spPr>
            <a:xfrm>
              <a:off x="2947614" y="14999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3" name="Freeform 912">
              <a:extLst>
                <a:ext uri="{FF2B5EF4-FFF2-40B4-BE49-F238E27FC236}">
                  <a16:creationId xmlns:a16="http://schemas.microsoft.com/office/drawing/2014/main" id="{7450EF77-4D51-BB8B-C6E4-28E13631504B}"/>
                </a:ext>
              </a:extLst>
            </p:cNvPr>
            <p:cNvSpPr/>
            <p:nvPr/>
          </p:nvSpPr>
          <p:spPr>
            <a:xfrm>
              <a:off x="2991373" y="16384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4" name="Freeform 913">
              <a:extLst>
                <a:ext uri="{FF2B5EF4-FFF2-40B4-BE49-F238E27FC236}">
                  <a16:creationId xmlns:a16="http://schemas.microsoft.com/office/drawing/2014/main" id="{3494B351-1BD1-5FA2-14B6-FF25A23C088C}"/>
                </a:ext>
              </a:extLst>
            </p:cNvPr>
            <p:cNvSpPr/>
            <p:nvPr/>
          </p:nvSpPr>
          <p:spPr>
            <a:xfrm>
              <a:off x="2991373" y="15236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5" name="Freeform 914">
              <a:extLst>
                <a:ext uri="{FF2B5EF4-FFF2-40B4-BE49-F238E27FC236}">
                  <a16:creationId xmlns:a16="http://schemas.microsoft.com/office/drawing/2014/main" id="{181EC70D-0B11-288B-D328-92202AEF8D2C}"/>
                </a:ext>
              </a:extLst>
            </p:cNvPr>
            <p:cNvSpPr/>
            <p:nvPr/>
          </p:nvSpPr>
          <p:spPr>
            <a:xfrm>
              <a:off x="3035133" y="16912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6" name="Freeform 915">
              <a:extLst>
                <a:ext uri="{FF2B5EF4-FFF2-40B4-BE49-F238E27FC236}">
                  <a16:creationId xmlns:a16="http://schemas.microsoft.com/office/drawing/2014/main" id="{20709C2B-9253-278C-78E0-6548658FCB43}"/>
                </a:ext>
              </a:extLst>
            </p:cNvPr>
            <p:cNvSpPr/>
            <p:nvPr/>
          </p:nvSpPr>
          <p:spPr>
            <a:xfrm>
              <a:off x="3035133" y="15565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7" name="Freeform 916">
              <a:extLst>
                <a:ext uri="{FF2B5EF4-FFF2-40B4-BE49-F238E27FC236}">
                  <a16:creationId xmlns:a16="http://schemas.microsoft.com/office/drawing/2014/main" id="{768CEC3F-B6BE-F03F-DDEC-9EAECA457535}"/>
                </a:ext>
              </a:extLst>
            </p:cNvPr>
            <p:cNvSpPr/>
            <p:nvPr/>
          </p:nvSpPr>
          <p:spPr>
            <a:xfrm>
              <a:off x="3078893" y="15316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8" name="Freeform 917">
              <a:extLst>
                <a:ext uri="{FF2B5EF4-FFF2-40B4-BE49-F238E27FC236}">
                  <a16:creationId xmlns:a16="http://schemas.microsoft.com/office/drawing/2014/main" id="{37BE2C3D-033D-D364-848D-1DF7A9F977E5}"/>
                </a:ext>
              </a:extLst>
            </p:cNvPr>
            <p:cNvSpPr/>
            <p:nvPr/>
          </p:nvSpPr>
          <p:spPr>
            <a:xfrm>
              <a:off x="3078893" y="14544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71" name="Group 1170">
            <a:extLst>
              <a:ext uri="{FF2B5EF4-FFF2-40B4-BE49-F238E27FC236}">
                <a16:creationId xmlns:a16="http://schemas.microsoft.com/office/drawing/2014/main" id="{2F78285A-448E-2FA3-6639-3007D6CB9473}"/>
              </a:ext>
            </a:extLst>
          </p:cNvPr>
          <p:cNvGrpSpPr/>
          <p:nvPr/>
        </p:nvGrpSpPr>
        <p:grpSpPr>
          <a:xfrm>
            <a:off x="936851" y="1439029"/>
            <a:ext cx="2185076" cy="1254170"/>
            <a:chOff x="936851" y="1439029"/>
            <a:chExt cx="2185076" cy="1254170"/>
          </a:xfrm>
        </p:grpSpPr>
        <p:sp>
          <p:nvSpPr>
            <p:cNvPr id="919" name="Oval 918">
              <a:extLst>
                <a:ext uri="{FF2B5EF4-FFF2-40B4-BE49-F238E27FC236}">
                  <a16:creationId xmlns:a16="http://schemas.microsoft.com/office/drawing/2014/main" id="{793AF4ED-18A8-AF1C-7EA9-2CD3FA793708}"/>
                </a:ext>
              </a:extLst>
            </p:cNvPr>
            <p:cNvSpPr/>
            <p:nvPr/>
          </p:nvSpPr>
          <p:spPr>
            <a:xfrm>
              <a:off x="936851" y="256313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A93F03A5-2EA1-24F6-8DC8-11E7953B1636}"/>
                </a:ext>
              </a:extLst>
            </p:cNvPr>
            <p:cNvSpPr/>
            <p:nvPr/>
          </p:nvSpPr>
          <p:spPr>
            <a:xfrm>
              <a:off x="980612" y="258006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Oval 920">
              <a:extLst>
                <a:ext uri="{FF2B5EF4-FFF2-40B4-BE49-F238E27FC236}">
                  <a16:creationId xmlns:a16="http://schemas.microsoft.com/office/drawing/2014/main" id="{4EA9F4D3-5DC9-4877-5E9E-624CA250CA00}"/>
                </a:ext>
              </a:extLst>
            </p:cNvPr>
            <p:cNvSpPr/>
            <p:nvPr/>
          </p:nvSpPr>
          <p:spPr>
            <a:xfrm>
              <a:off x="1024373" y="262125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Oval 921">
              <a:extLst>
                <a:ext uri="{FF2B5EF4-FFF2-40B4-BE49-F238E27FC236}">
                  <a16:creationId xmlns:a16="http://schemas.microsoft.com/office/drawing/2014/main" id="{3BAFD88F-1AC9-19B1-A48B-B5FE552C9EC2}"/>
                </a:ext>
              </a:extLst>
            </p:cNvPr>
            <p:cNvSpPr/>
            <p:nvPr/>
          </p:nvSpPr>
          <p:spPr>
            <a:xfrm>
              <a:off x="1068135" y="26524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Oval 922">
              <a:extLst>
                <a:ext uri="{FF2B5EF4-FFF2-40B4-BE49-F238E27FC236}">
                  <a16:creationId xmlns:a16="http://schemas.microsoft.com/office/drawing/2014/main" id="{76740D18-4226-D856-EDCD-C87478633413}"/>
                </a:ext>
              </a:extLst>
            </p:cNvPr>
            <p:cNvSpPr/>
            <p:nvPr/>
          </p:nvSpPr>
          <p:spPr>
            <a:xfrm>
              <a:off x="1111896" y="250328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Oval 923">
              <a:extLst>
                <a:ext uri="{FF2B5EF4-FFF2-40B4-BE49-F238E27FC236}">
                  <a16:creationId xmlns:a16="http://schemas.microsoft.com/office/drawing/2014/main" id="{06E78520-A7BB-6C5F-77E8-99ED89BF195D}"/>
                </a:ext>
              </a:extLst>
            </p:cNvPr>
            <p:cNvSpPr/>
            <p:nvPr/>
          </p:nvSpPr>
          <p:spPr>
            <a:xfrm>
              <a:off x="1155658" y="256250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Oval 924">
              <a:extLst>
                <a:ext uri="{FF2B5EF4-FFF2-40B4-BE49-F238E27FC236}">
                  <a16:creationId xmlns:a16="http://schemas.microsoft.com/office/drawing/2014/main" id="{C04C3DEF-B27D-F0D8-FF52-AFE6B5BA6490}"/>
                </a:ext>
              </a:extLst>
            </p:cNvPr>
            <p:cNvSpPr/>
            <p:nvPr/>
          </p:nvSpPr>
          <p:spPr>
            <a:xfrm>
              <a:off x="1199419" y="248570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Oval 925">
              <a:extLst>
                <a:ext uri="{FF2B5EF4-FFF2-40B4-BE49-F238E27FC236}">
                  <a16:creationId xmlns:a16="http://schemas.microsoft.com/office/drawing/2014/main" id="{6A0AB525-AB7D-CFFD-E9E4-7B977C42DF2F}"/>
                </a:ext>
              </a:extLst>
            </p:cNvPr>
            <p:cNvSpPr/>
            <p:nvPr/>
          </p:nvSpPr>
          <p:spPr>
            <a:xfrm>
              <a:off x="1243181" y="251747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7031A91E-1C83-DB09-6F94-553511AB75A3}"/>
                </a:ext>
              </a:extLst>
            </p:cNvPr>
            <p:cNvSpPr/>
            <p:nvPr/>
          </p:nvSpPr>
          <p:spPr>
            <a:xfrm>
              <a:off x="1286942" y="251894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8" name="Oval 927">
              <a:extLst>
                <a:ext uri="{FF2B5EF4-FFF2-40B4-BE49-F238E27FC236}">
                  <a16:creationId xmlns:a16="http://schemas.microsoft.com/office/drawing/2014/main" id="{D7F0614F-F4AE-FF4C-FFAD-121C4BB033B0}"/>
                </a:ext>
              </a:extLst>
            </p:cNvPr>
            <p:cNvSpPr/>
            <p:nvPr/>
          </p:nvSpPr>
          <p:spPr>
            <a:xfrm>
              <a:off x="1330704" y="235642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9" name="Oval 928">
              <a:extLst>
                <a:ext uri="{FF2B5EF4-FFF2-40B4-BE49-F238E27FC236}">
                  <a16:creationId xmlns:a16="http://schemas.microsoft.com/office/drawing/2014/main" id="{20658E64-C0AE-65E4-A541-695DA203B01E}"/>
                </a:ext>
              </a:extLst>
            </p:cNvPr>
            <p:cNvSpPr/>
            <p:nvPr/>
          </p:nvSpPr>
          <p:spPr>
            <a:xfrm>
              <a:off x="1374465" y="243266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0" name="Oval 929">
              <a:extLst>
                <a:ext uri="{FF2B5EF4-FFF2-40B4-BE49-F238E27FC236}">
                  <a16:creationId xmlns:a16="http://schemas.microsoft.com/office/drawing/2014/main" id="{D9434EF1-CADE-6F22-85A7-5F3A8C2CA600}"/>
                </a:ext>
              </a:extLst>
            </p:cNvPr>
            <p:cNvSpPr/>
            <p:nvPr/>
          </p:nvSpPr>
          <p:spPr>
            <a:xfrm>
              <a:off x="1418226" y="241469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1" name="Oval 930">
              <a:extLst>
                <a:ext uri="{FF2B5EF4-FFF2-40B4-BE49-F238E27FC236}">
                  <a16:creationId xmlns:a16="http://schemas.microsoft.com/office/drawing/2014/main" id="{AF709629-9B03-E3FD-1A22-8999D85FB573}"/>
                </a:ext>
              </a:extLst>
            </p:cNvPr>
            <p:cNvSpPr/>
            <p:nvPr/>
          </p:nvSpPr>
          <p:spPr>
            <a:xfrm>
              <a:off x="1461988" y="23375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2" name="Oval 931">
              <a:extLst>
                <a:ext uri="{FF2B5EF4-FFF2-40B4-BE49-F238E27FC236}">
                  <a16:creationId xmlns:a16="http://schemas.microsoft.com/office/drawing/2014/main" id="{F0C69136-A12B-F37B-C1DA-B901087F34D9}"/>
                </a:ext>
              </a:extLst>
            </p:cNvPr>
            <p:cNvSpPr/>
            <p:nvPr/>
          </p:nvSpPr>
          <p:spPr>
            <a:xfrm>
              <a:off x="1505749" y="229708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3" name="Oval 932">
              <a:extLst>
                <a:ext uri="{FF2B5EF4-FFF2-40B4-BE49-F238E27FC236}">
                  <a16:creationId xmlns:a16="http://schemas.microsoft.com/office/drawing/2014/main" id="{A7A6965B-47E5-38C7-82DA-235B9E78DCBA}"/>
                </a:ext>
              </a:extLst>
            </p:cNvPr>
            <p:cNvSpPr/>
            <p:nvPr/>
          </p:nvSpPr>
          <p:spPr>
            <a:xfrm>
              <a:off x="1549511" y="231065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9678295-36A6-AB6F-35A3-E2D6557E965C}"/>
                </a:ext>
              </a:extLst>
            </p:cNvPr>
            <p:cNvSpPr/>
            <p:nvPr/>
          </p:nvSpPr>
          <p:spPr>
            <a:xfrm>
              <a:off x="1593272" y="226483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5" name="Oval 934">
              <a:extLst>
                <a:ext uri="{FF2B5EF4-FFF2-40B4-BE49-F238E27FC236}">
                  <a16:creationId xmlns:a16="http://schemas.microsoft.com/office/drawing/2014/main" id="{3834824A-2557-592F-4C2F-CEA29FBEF7E2}"/>
                </a:ext>
              </a:extLst>
            </p:cNvPr>
            <p:cNvSpPr/>
            <p:nvPr/>
          </p:nvSpPr>
          <p:spPr>
            <a:xfrm>
              <a:off x="1637032" y="221276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6" name="Oval 935">
              <a:extLst>
                <a:ext uri="{FF2B5EF4-FFF2-40B4-BE49-F238E27FC236}">
                  <a16:creationId xmlns:a16="http://schemas.microsoft.com/office/drawing/2014/main" id="{A7EB51B8-B281-B60F-CBFB-D6C8104F7D40}"/>
                </a:ext>
              </a:extLst>
            </p:cNvPr>
            <p:cNvSpPr/>
            <p:nvPr/>
          </p:nvSpPr>
          <p:spPr>
            <a:xfrm>
              <a:off x="1680792" y="226135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7" name="Oval 936">
              <a:extLst>
                <a:ext uri="{FF2B5EF4-FFF2-40B4-BE49-F238E27FC236}">
                  <a16:creationId xmlns:a16="http://schemas.microsoft.com/office/drawing/2014/main" id="{02B60CDE-CB79-641F-7087-C2A593399092}"/>
                </a:ext>
              </a:extLst>
            </p:cNvPr>
            <p:cNvSpPr/>
            <p:nvPr/>
          </p:nvSpPr>
          <p:spPr>
            <a:xfrm>
              <a:off x="1724552" y="223444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8" name="Oval 937">
              <a:extLst>
                <a:ext uri="{FF2B5EF4-FFF2-40B4-BE49-F238E27FC236}">
                  <a16:creationId xmlns:a16="http://schemas.microsoft.com/office/drawing/2014/main" id="{88D6FDAA-280F-638A-6A9F-BE335912EBC8}"/>
                </a:ext>
              </a:extLst>
            </p:cNvPr>
            <p:cNvSpPr/>
            <p:nvPr/>
          </p:nvSpPr>
          <p:spPr>
            <a:xfrm>
              <a:off x="1768323" y="217049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9" name="Oval 938">
              <a:extLst>
                <a:ext uri="{FF2B5EF4-FFF2-40B4-BE49-F238E27FC236}">
                  <a16:creationId xmlns:a16="http://schemas.microsoft.com/office/drawing/2014/main" id="{A31EF7FC-CE8E-FDC0-7790-3ECB8DACFF5A}"/>
                </a:ext>
              </a:extLst>
            </p:cNvPr>
            <p:cNvSpPr/>
            <p:nvPr/>
          </p:nvSpPr>
          <p:spPr>
            <a:xfrm>
              <a:off x="1812082" y="213668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0" name="Oval 939">
              <a:extLst>
                <a:ext uri="{FF2B5EF4-FFF2-40B4-BE49-F238E27FC236}">
                  <a16:creationId xmlns:a16="http://schemas.microsoft.com/office/drawing/2014/main" id="{6D6528FE-FF5C-5EC3-5E88-F39AC455D34B}"/>
                </a:ext>
              </a:extLst>
            </p:cNvPr>
            <p:cNvSpPr/>
            <p:nvPr/>
          </p:nvSpPr>
          <p:spPr>
            <a:xfrm>
              <a:off x="1855842" y="210700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20E70A1E-7671-973E-9D9C-07BEE4EDD809}"/>
                </a:ext>
              </a:extLst>
            </p:cNvPr>
            <p:cNvSpPr/>
            <p:nvPr/>
          </p:nvSpPr>
          <p:spPr>
            <a:xfrm>
              <a:off x="1899602" y="210222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2" name="Oval 941">
              <a:extLst>
                <a:ext uri="{FF2B5EF4-FFF2-40B4-BE49-F238E27FC236}">
                  <a16:creationId xmlns:a16="http://schemas.microsoft.com/office/drawing/2014/main" id="{3A3CCED1-105D-8822-C681-CC7594D40283}"/>
                </a:ext>
              </a:extLst>
            </p:cNvPr>
            <p:cNvSpPr/>
            <p:nvPr/>
          </p:nvSpPr>
          <p:spPr>
            <a:xfrm>
              <a:off x="1943361" y="204454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3" name="Oval 942">
              <a:extLst>
                <a:ext uri="{FF2B5EF4-FFF2-40B4-BE49-F238E27FC236}">
                  <a16:creationId xmlns:a16="http://schemas.microsoft.com/office/drawing/2014/main" id="{A4A430DE-5178-1BCA-B5B5-4570AAD0C12E}"/>
                </a:ext>
              </a:extLst>
            </p:cNvPr>
            <p:cNvSpPr/>
            <p:nvPr/>
          </p:nvSpPr>
          <p:spPr>
            <a:xfrm>
              <a:off x="1987121" y="205731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4" name="Oval 943">
              <a:extLst>
                <a:ext uri="{FF2B5EF4-FFF2-40B4-BE49-F238E27FC236}">
                  <a16:creationId xmlns:a16="http://schemas.microsoft.com/office/drawing/2014/main" id="{C2BF577B-1866-98B5-7058-9303321D5CEF}"/>
                </a:ext>
              </a:extLst>
            </p:cNvPr>
            <p:cNvSpPr/>
            <p:nvPr/>
          </p:nvSpPr>
          <p:spPr>
            <a:xfrm>
              <a:off x="2030881" y="203700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5" name="Oval 944">
              <a:extLst>
                <a:ext uri="{FF2B5EF4-FFF2-40B4-BE49-F238E27FC236}">
                  <a16:creationId xmlns:a16="http://schemas.microsoft.com/office/drawing/2014/main" id="{5F034B86-FEC1-77BA-D548-ADD3F2AFF433}"/>
                </a:ext>
              </a:extLst>
            </p:cNvPr>
            <p:cNvSpPr/>
            <p:nvPr/>
          </p:nvSpPr>
          <p:spPr>
            <a:xfrm>
              <a:off x="2074652" y="200258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6" name="Oval 945">
              <a:extLst>
                <a:ext uri="{FF2B5EF4-FFF2-40B4-BE49-F238E27FC236}">
                  <a16:creationId xmlns:a16="http://schemas.microsoft.com/office/drawing/2014/main" id="{2B11A5DE-9301-FB0E-BC87-7428F8E404E5}"/>
                </a:ext>
              </a:extLst>
            </p:cNvPr>
            <p:cNvSpPr/>
            <p:nvPr/>
          </p:nvSpPr>
          <p:spPr>
            <a:xfrm>
              <a:off x="2118411" y="201582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7" name="Oval 946">
              <a:extLst>
                <a:ext uri="{FF2B5EF4-FFF2-40B4-BE49-F238E27FC236}">
                  <a16:creationId xmlns:a16="http://schemas.microsoft.com/office/drawing/2014/main" id="{AB7349BF-29D4-F815-27B7-D96EA2E0419F}"/>
                </a:ext>
              </a:extLst>
            </p:cNvPr>
            <p:cNvSpPr/>
            <p:nvPr/>
          </p:nvSpPr>
          <p:spPr>
            <a:xfrm>
              <a:off x="2162171" y="195444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1D7F1348-E6FC-D60E-00C7-BF98B8793422}"/>
                </a:ext>
              </a:extLst>
            </p:cNvPr>
            <p:cNvSpPr/>
            <p:nvPr/>
          </p:nvSpPr>
          <p:spPr>
            <a:xfrm>
              <a:off x="2205931" y="186089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9" name="Oval 948">
              <a:extLst>
                <a:ext uri="{FF2B5EF4-FFF2-40B4-BE49-F238E27FC236}">
                  <a16:creationId xmlns:a16="http://schemas.microsoft.com/office/drawing/2014/main" id="{B3094CB1-CC28-76FC-FE16-EAB0CA438FD0}"/>
                </a:ext>
              </a:extLst>
            </p:cNvPr>
            <p:cNvSpPr/>
            <p:nvPr/>
          </p:nvSpPr>
          <p:spPr>
            <a:xfrm>
              <a:off x="2249690" y="186850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0" name="Oval 949">
              <a:extLst>
                <a:ext uri="{FF2B5EF4-FFF2-40B4-BE49-F238E27FC236}">
                  <a16:creationId xmlns:a16="http://schemas.microsoft.com/office/drawing/2014/main" id="{0F31C682-10E5-A0CE-C958-9CBC8E49B6B1}"/>
                </a:ext>
              </a:extLst>
            </p:cNvPr>
            <p:cNvSpPr/>
            <p:nvPr/>
          </p:nvSpPr>
          <p:spPr>
            <a:xfrm>
              <a:off x="2293450" y="18707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1" name="Oval 950">
              <a:extLst>
                <a:ext uri="{FF2B5EF4-FFF2-40B4-BE49-F238E27FC236}">
                  <a16:creationId xmlns:a16="http://schemas.microsoft.com/office/drawing/2014/main" id="{4CF9578E-E1E0-A335-4CD9-9E1D0FE35AC3}"/>
                </a:ext>
              </a:extLst>
            </p:cNvPr>
            <p:cNvSpPr/>
            <p:nvPr/>
          </p:nvSpPr>
          <p:spPr>
            <a:xfrm>
              <a:off x="2337221" y="185686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2" name="Oval 951">
              <a:extLst>
                <a:ext uri="{FF2B5EF4-FFF2-40B4-BE49-F238E27FC236}">
                  <a16:creationId xmlns:a16="http://schemas.microsoft.com/office/drawing/2014/main" id="{C717FA56-C038-6347-1025-56B22FC20003}"/>
                </a:ext>
              </a:extLst>
            </p:cNvPr>
            <p:cNvSpPr/>
            <p:nvPr/>
          </p:nvSpPr>
          <p:spPr>
            <a:xfrm>
              <a:off x="2380981" y="181618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3" name="Oval 952">
              <a:extLst>
                <a:ext uri="{FF2B5EF4-FFF2-40B4-BE49-F238E27FC236}">
                  <a16:creationId xmlns:a16="http://schemas.microsoft.com/office/drawing/2014/main" id="{CC370CFC-44FB-DD97-599D-50E33FE0E920}"/>
                </a:ext>
              </a:extLst>
            </p:cNvPr>
            <p:cNvSpPr/>
            <p:nvPr/>
          </p:nvSpPr>
          <p:spPr>
            <a:xfrm>
              <a:off x="2424740" y="178763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4" name="Oval 953">
              <a:extLst>
                <a:ext uri="{FF2B5EF4-FFF2-40B4-BE49-F238E27FC236}">
                  <a16:creationId xmlns:a16="http://schemas.microsoft.com/office/drawing/2014/main" id="{49149CC6-0C7B-9379-C8E4-2D1C7D5E287B}"/>
                </a:ext>
              </a:extLst>
            </p:cNvPr>
            <p:cNvSpPr/>
            <p:nvPr/>
          </p:nvSpPr>
          <p:spPr>
            <a:xfrm>
              <a:off x="2468500" y="177460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4F513433-4646-0D18-09B4-98087634F7A7}"/>
                </a:ext>
              </a:extLst>
            </p:cNvPr>
            <p:cNvSpPr/>
            <p:nvPr/>
          </p:nvSpPr>
          <p:spPr>
            <a:xfrm>
              <a:off x="2512259" y="171163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6" name="Oval 955">
              <a:extLst>
                <a:ext uri="{FF2B5EF4-FFF2-40B4-BE49-F238E27FC236}">
                  <a16:creationId xmlns:a16="http://schemas.microsoft.com/office/drawing/2014/main" id="{134B4248-696B-5559-899A-B04A57657D4C}"/>
                </a:ext>
              </a:extLst>
            </p:cNvPr>
            <p:cNvSpPr/>
            <p:nvPr/>
          </p:nvSpPr>
          <p:spPr>
            <a:xfrm>
              <a:off x="2556019" y="176850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7" name="Oval 956">
              <a:extLst>
                <a:ext uri="{FF2B5EF4-FFF2-40B4-BE49-F238E27FC236}">
                  <a16:creationId xmlns:a16="http://schemas.microsoft.com/office/drawing/2014/main" id="{EE4F6CC8-8D6C-6CF7-F88C-B590881608B9}"/>
                </a:ext>
              </a:extLst>
            </p:cNvPr>
            <p:cNvSpPr/>
            <p:nvPr/>
          </p:nvSpPr>
          <p:spPr>
            <a:xfrm>
              <a:off x="2599790" y="172465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8" name="Oval 957">
              <a:extLst>
                <a:ext uri="{FF2B5EF4-FFF2-40B4-BE49-F238E27FC236}">
                  <a16:creationId xmlns:a16="http://schemas.microsoft.com/office/drawing/2014/main" id="{A028865E-A744-3417-D5A4-4586BF9A0F24}"/>
                </a:ext>
              </a:extLst>
            </p:cNvPr>
            <p:cNvSpPr/>
            <p:nvPr/>
          </p:nvSpPr>
          <p:spPr>
            <a:xfrm>
              <a:off x="2643550" y="161883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9" name="Oval 958">
              <a:extLst>
                <a:ext uri="{FF2B5EF4-FFF2-40B4-BE49-F238E27FC236}">
                  <a16:creationId xmlns:a16="http://schemas.microsoft.com/office/drawing/2014/main" id="{C8022011-2565-6966-8D22-B66AE6FF9873}"/>
                </a:ext>
              </a:extLst>
            </p:cNvPr>
            <p:cNvSpPr/>
            <p:nvPr/>
          </p:nvSpPr>
          <p:spPr>
            <a:xfrm>
              <a:off x="2687309" y="164996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0" name="Oval 959">
              <a:extLst>
                <a:ext uri="{FF2B5EF4-FFF2-40B4-BE49-F238E27FC236}">
                  <a16:creationId xmlns:a16="http://schemas.microsoft.com/office/drawing/2014/main" id="{76313EEA-76FC-6388-4382-76AE849B9D89}"/>
                </a:ext>
              </a:extLst>
            </p:cNvPr>
            <p:cNvSpPr/>
            <p:nvPr/>
          </p:nvSpPr>
          <p:spPr>
            <a:xfrm>
              <a:off x="2731069" y="161827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1" name="Oval 960">
              <a:extLst>
                <a:ext uri="{FF2B5EF4-FFF2-40B4-BE49-F238E27FC236}">
                  <a16:creationId xmlns:a16="http://schemas.microsoft.com/office/drawing/2014/main" id="{26D6A0D2-ABFF-6AC6-179E-515256E0F53C}"/>
                </a:ext>
              </a:extLst>
            </p:cNvPr>
            <p:cNvSpPr/>
            <p:nvPr/>
          </p:nvSpPr>
          <p:spPr>
            <a:xfrm>
              <a:off x="2774829" y="157181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A2FF9F8D-56D7-DB93-6A60-ABCF892A04CD}"/>
                </a:ext>
              </a:extLst>
            </p:cNvPr>
            <p:cNvSpPr/>
            <p:nvPr/>
          </p:nvSpPr>
          <p:spPr>
            <a:xfrm>
              <a:off x="2818588" y="159828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3" name="Oval 962">
              <a:extLst>
                <a:ext uri="{FF2B5EF4-FFF2-40B4-BE49-F238E27FC236}">
                  <a16:creationId xmlns:a16="http://schemas.microsoft.com/office/drawing/2014/main" id="{51F45A96-819C-66DC-6D58-E79F51A48DB2}"/>
                </a:ext>
              </a:extLst>
            </p:cNvPr>
            <p:cNvSpPr/>
            <p:nvPr/>
          </p:nvSpPr>
          <p:spPr>
            <a:xfrm>
              <a:off x="2862348" y="143902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4" name="Oval 963">
              <a:extLst>
                <a:ext uri="{FF2B5EF4-FFF2-40B4-BE49-F238E27FC236}">
                  <a16:creationId xmlns:a16="http://schemas.microsoft.com/office/drawing/2014/main" id="{C69B9F5C-FE86-E053-8DDC-6A9D2757F3A2}"/>
                </a:ext>
              </a:extLst>
            </p:cNvPr>
            <p:cNvSpPr/>
            <p:nvPr/>
          </p:nvSpPr>
          <p:spPr>
            <a:xfrm>
              <a:off x="2906119" y="152217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5" name="Oval 964">
              <a:extLst>
                <a:ext uri="{FF2B5EF4-FFF2-40B4-BE49-F238E27FC236}">
                  <a16:creationId xmlns:a16="http://schemas.microsoft.com/office/drawing/2014/main" id="{A499E76E-E8CA-9E9E-40AE-4EFA1BFF8F17}"/>
                </a:ext>
              </a:extLst>
            </p:cNvPr>
            <p:cNvSpPr/>
            <p:nvPr/>
          </p:nvSpPr>
          <p:spPr>
            <a:xfrm>
              <a:off x="2949879" y="150928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6" name="Oval 965">
              <a:extLst>
                <a:ext uri="{FF2B5EF4-FFF2-40B4-BE49-F238E27FC236}">
                  <a16:creationId xmlns:a16="http://schemas.microsoft.com/office/drawing/2014/main" id="{67718078-7BCE-2EBA-43D6-280D52171DDE}"/>
                </a:ext>
              </a:extLst>
            </p:cNvPr>
            <p:cNvSpPr/>
            <p:nvPr/>
          </p:nvSpPr>
          <p:spPr>
            <a:xfrm>
              <a:off x="2993638" y="15606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7" name="Oval 966">
              <a:extLst>
                <a:ext uri="{FF2B5EF4-FFF2-40B4-BE49-F238E27FC236}">
                  <a16:creationId xmlns:a16="http://schemas.microsoft.com/office/drawing/2014/main" id="{40F51AEA-AAC3-599D-9EAD-BCA28B29E947}"/>
                </a:ext>
              </a:extLst>
            </p:cNvPr>
            <p:cNvSpPr/>
            <p:nvPr/>
          </p:nvSpPr>
          <p:spPr>
            <a:xfrm>
              <a:off x="3037398" y="160354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8" name="Oval 967">
              <a:extLst>
                <a:ext uri="{FF2B5EF4-FFF2-40B4-BE49-F238E27FC236}">
                  <a16:creationId xmlns:a16="http://schemas.microsoft.com/office/drawing/2014/main" id="{11D745A4-5D61-5791-6489-B6F3B6E210D0}"/>
                </a:ext>
              </a:extLst>
            </p:cNvPr>
            <p:cNvSpPr/>
            <p:nvPr/>
          </p:nvSpPr>
          <p:spPr>
            <a:xfrm>
              <a:off x="3081158" y="147266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70" name="Group 1169">
            <a:extLst>
              <a:ext uri="{FF2B5EF4-FFF2-40B4-BE49-F238E27FC236}">
                <a16:creationId xmlns:a16="http://schemas.microsoft.com/office/drawing/2014/main" id="{A2EA2E28-12C4-D22B-79B6-AA204F3E477A}"/>
              </a:ext>
            </a:extLst>
          </p:cNvPr>
          <p:cNvGrpSpPr/>
          <p:nvPr/>
        </p:nvGrpSpPr>
        <p:grpSpPr>
          <a:xfrm>
            <a:off x="956467" y="1441019"/>
            <a:ext cx="2189604" cy="1302066"/>
            <a:chOff x="956467" y="1441019"/>
            <a:chExt cx="2189604" cy="1302066"/>
          </a:xfrm>
        </p:grpSpPr>
        <p:sp>
          <p:nvSpPr>
            <p:cNvPr id="969" name="Freeform 968">
              <a:extLst>
                <a:ext uri="{FF2B5EF4-FFF2-40B4-BE49-F238E27FC236}">
                  <a16:creationId xmlns:a16="http://schemas.microsoft.com/office/drawing/2014/main" id="{C76D83F8-120F-A18B-8874-4F9AC98D0F5E}"/>
                </a:ext>
              </a:extLst>
            </p:cNvPr>
            <p:cNvSpPr/>
            <p:nvPr/>
          </p:nvSpPr>
          <p:spPr>
            <a:xfrm>
              <a:off x="979117" y="2429588"/>
              <a:ext cx="1132" cy="208560"/>
            </a:xfrm>
            <a:custGeom>
              <a:avLst/>
              <a:gdLst>
                <a:gd name="csX0" fmla="*/ 0 w 1132"/>
                <a:gd name="csY0" fmla="*/ 208560 h 208560"/>
                <a:gd name="csX1" fmla="*/ 0 w 1132"/>
                <a:gd name="csY1" fmla="*/ 0 h 208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8560">
                  <a:moveTo>
                    <a:pt x="0" y="2085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0" name="Freeform 969">
              <a:extLst>
                <a:ext uri="{FF2B5EF4-FFF2-40B4-BE49-F238E27FC236}">
                  <a16:creationId xmlns:a16="http://schemas.microsoft.com/office/drawing/2014/main" id="{218D8170-8522-4D3E-8E50-87A53AB2AAC8}"/>
                </a:ext>
              </a:extLst>
            </p:cNvPr>
            <p:cNvSpPr/>
            <p:nvPr/>
          </p:nvSpPr>
          <p:spPr>
            <a:xfrm>
              <a:off x="1022877" y="2427878"/>
              <a:ext cx="1132" cy="200553"/>
            </a:xfrm>
            <a:custGeom>
              <a:avLst/>
              <a:gdLst>
                <a:gd name="csX0" fmla="*/ 0 w 1132"/>
                <a:gd name="csY0" fmla="*/ 200554 h 200553"/>
                <a:gd name="csX1" fmla="*/ 0 w 1132"/>
                <a:gd name="csY1" fmla="*/ 0 h 200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0553">
                  <a:moveTo>
                    <a:pt x="0" y="2005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1" name="Freeform 970">
              <a:extLst>
                <a:ext uri="{FF2B5EF4-FFF2-40B4-BE49-F238E27FC236}">
                  <a16:creationId xmlns:a16="http://schemas.microsoft.com/office/drawing/2014/main" id="{DF73C360-8877-1DC2-0281-156E7321CC39}"/>
                </a:ext>
              </a:extLst>
            </p:cNvPr>
            <p:cNvSpPr/>
            <p:nvPr/>
          </p:nvSpPr>
          <p:spPr>
            <a:xfrm>
              <a:off x="1066639" y="2523280"/>
              <a:ext cx="1132" cy="218673"/>
            </a:xfrm>
            <a:custGeom>
              <a:avLst/>
              <a:gdLst>
                <a:gd name="csX0" fmla="*/ 0 w 1132"/>
                <a:gd name="csY0" fmla="*/ 218674 h 218673"/>
                <a:gd name="csX1" fmla="*/ 0 w 1132"/>
                <a:gd name="csY1" fmla="*/ 0 h 21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8673">
                  <a:moveTo>
                    <a:pt x="0" y="21867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2" name="Freeform 971">
              <a:extLst>
                <a:ext uri="{FF2B5EF4-FFF2-40B4-BE49-F238E27FC236}">
                  <a16:creationId xmlns:a16="http://schemas.microsoft.com/office/drawing/2014/main" id="{851A06FE-A05F-0E66-0F55-F3EAC3315FD6}"/>
                </a:ext>
              </a:extLst>
            </p:cNvPr>
            <p:cNvSpPr/>
            <p:nvPr/>
          </p:nvSpPr>
          <p:spPr>
            <a:xfrm>
              <a:off x="1110400" y="2397509"/>
              <a:ext cx="1132" cy="189496"/>
            </a:xfrm>
            <a:custGeom>
              <a:avLst/>
              <a:gdLst>
                <a:gd name="csX0" fmla="*/ 0 w 1132"/>
                <a:gd name="csY0" fmla="*/ 189496 h 189496"/>
                <a:gd name="csX1" fmla="*/ 0 w 1132"/>
                <a:gd name="csY1" fmla="*/ 0 h 18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9496">
                  <a:moveTo>
                    <a:pt x="0" y="1894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3" name="Freeform 972">
              <a:extLst>
                <a:ext uri="{FF2B5EF4-FFF2-40B4-BE49-F238E27FC236}">
                  <a16:creationId xmlns:a16="http://schemas.microsoft.com/office/drawing/2014/main" id="{973122C1-6F9C-A50B-D056-E5FE43F59BA0}"/>
                </a:ext>
              </a:extLst>
            </p:cNvPr>
            <p:cNvSpPr/>
            <p:nvPr/>
          </p:nvSpPr>
          <p:spPr>
            <a:xfrm>
              <a:off x="1154162" y="2263115"/>
              <a:ext cx="1132" cy="178964"/>
            </a:xfrm>
            <a:custGeom>
              <a:avLst/>
              <a:gdLst>
                <a:gd name="csX0" fmla="*/ 0 w 1132"/>
                <a:gd name="csY0" fmla="*/ 178965 h 178964"/>
                <a:gd name="csX1" fmla="*/ 0 w 1132"/>
                <a:gd name="csY1" fmla="*/ 0 h 178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8964">
                  <a:moveTo>
                    <a:pt x="0" y="17896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4" name="Freeform 973">
              <a:extLst>
                <a:ext uri="{FF2B5EF4-FFF2-40B4-BE49-F238E27FC236}">
                  <a16:creationId xmlns:a16="http://schemas.microsoft.com/office/drawing/2014/main" id="{90CD8019-E592-E340-D6A7-FA859B83A6E8}"/>
                </a:ext>
              </a:extLst>
            </p:cNvPr>
            <p:cNvSpPr/>
            <p:nvPr/>
          </p:nvSpPr>
          <p:spPr>
            <a:xfrm>
              <a:off x="1197923" y="2422171"/>
              <a:ext cx="1132" cy="210802"/>
            </a:xfrm>
            <a:custGeom>
              <a:avLst/>
              <a:gdLst>
                <a:gd name="csX0" fmla="*/ 0 w 1132"/>
                <a:gd name="csY0" fmla="*/ 210803 h 210802"/>
                <a:gd name="csX1" fmla="*/ 0 w 1132"/>
                <a:gd name="csY1" fmla="*/ 0 h 210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0802">
                  <a:moveTo>
                    <a:pt x="0" y="2108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EFD895DA-0EE4-FF1A-ED41-DBE028C41D82}"/>
                </a:ext>
              </a:extLst>
            </p:cNvPr>
            <p:cNvSpPr/>
            <p:nvPr/>
          </p:nvSpPr>
          <p:spPr>
            <a:xfrm>
              <a:off x="1241685" y="2405459"/>
              <a:ext cx="1132" cy="195985"/>
            </a:xfrm>
            <a:custGeom>
              <a:avLst/>
              <a:gdLst>
                <a:gd name="csX0" fmla="*/ 0 w 1132"/>
                <a:gd name="csY0" fmla="*/ 195985 h 195985"/>
                <a:gd name="csX1" fmla="*/ 0 w 1132"/>
                <a:gd name="csY1" fmla="*/ 0 h 195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5985">
                  <a:moveTo>
                    <a:pt x="0" y="1959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6" name="Freeform 975">
              <a:extLst>
                <a:ext uri="{FF2B5EF4-FFF2-40B4-BE49-F238E27FC236}">
                  <a16:creationId xmlns:a16="http://schemas.microsoft.com/office/drawing/2014/main" id="{E0C8B091-1FBC-ED84-1C0F-C5AC8D5838ED}"/>
                </a:ext>
              </a:extLst>
            </p:cNvPr>
            <p:cNvSpPr/>
            <p:nvPr/>
          </p:nvSpPr>
          <p:spPr>
            <a:xfrm>
              <a:off x="1285447" y="2396869"/>
              <a:ext cx="1132" cy="203148"/>
            </a:xfrm>
            <a:custGeom>
              <a:avLst/>
              <a:gdLst>
                <a:gd name="csX0" fmla="*/ 0 w 1132"/>
                <a:gd name="csY0" fmla="*/ 203148 h 203148"/>
                <a:gd name="csX1" fmla="*/ 0 w 1132"/>
                <a:gd name="csY1" fmla="*/ 0 h 2031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3148">
                  <a:moveTo>
                    <a:pt x="0" y="2031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7" name="Freeform 976">
              <a:extLst>
                <a:ext uri="{FF2B5EF4-FFF2-40B4-BE49-F238E27FC236}">
                  <a16:creationId xmlns:a16="http://schemas.microsoft.com/office/drawing/2014/main" id="{ED9F0FFE-7C9F-E463-3D33-6DFD75DBA11A}"/>
                </a:ext>
              </a:extLst>
            </p:cNvPr>
            <p:cNvSpPr/>
            <p:nvPr/>
          </p:nvSpPr>
          <p:spPr>
            <a:xfrm>
              <a:off x="1329207" y="2426938"/>
              <a:ext cx="1132" cy="205525"/>
            </a:xfrm>
            <a:custGeom>
              <a:avLst/>
              <a:gdLst>
                <a:gd name="csX0" fmla="*/ 0 w 1132"/>
                <a:gd name="csY0" fmla="*/ 205525 h 205525"/>
                <a:gd name="csX1" fmla="*/ 0 w 1132"/>
                <a:gd name="csY1" fmla="*/ 0 h 205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5525">
                  <a:moveTo>
                    <a:pt x="0" y="20552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8" name="Freeform 977">
              <a:extLst>
                <a:ext uri="{FF2B5EF4-FFF2-40B4-BE49-F238E27FC236}">
                  <a16:creationId xmlns:a16="http://schemas.microsoft.com/office/drawing/2014/main" id="{AF83A03B-BD79-B2FA-13A5-549FCE289659}"/>
                </a:ext>
              </a:extLst>
            </p:cNvPr>
            <p:cNvSpPr/>
            <p:nvPr/>
          </p:nvSpPr>
          <p:spPr>
            <a:xfrm>
              <a:off x="1372969" y="2138087"/>
              <a:ext cx="1132" cy="170479"/>
            </a:xfrm>
            <a:custGeom>
              <a:avLst/>
              <a:gdLst>
                <a:gd name="csX0" fmla="*/ 0 w 1132"/>
                <a:gd name="csY0" fmla="*/ 170479 h 170479"/>
                <a:gd name="csX1" fmla="*/ 0 w 1132"/>
                <a:gd name="csY1" fmla="*/ 0 h 170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0479">
                  <a:moveTo>
                    <a:pt x="0" y="17047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9" name="Freeform 978">
              <a:extLst>
                <a:ext uri="{FF2B5EF4-FFF2-40B4-BE49-F238E27FC236}">
                  <a16:creationId xmlns:a16="http://schemas.microsoft.com/office/drawing/2014/main" id="{20EB8983-06FF-D822-BBCB-1CF12A3F1686}"/>
                </a:ext>
              </a:extLst>
            </p:cNvPr>
            <p:cNvSpPr/>
            <p:nvPr/>
          </p:nvSpPr>
          <p:spPr>
            <a:xfrm>
              <a:off x="1416730" y="2341749"/>
              <a:ext cx="1132" cy="200047"/>
            </a:xfrm>
            <a:custGeom>
              <a:avLst/>
              <a:gdLst>
                <a:gd name="csX0" fmla="*/ 0 w 1132"/>
                <a:gd name="csY0" fmla="*/ 200048 h 200047"/>
                <a:gd name="csX1" fmla="*/ 0 w 1132"/>
                <a:gd name="csY1" fmla="*/ 0 h 200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0047">
                  <a:moveTo>
                    <a:pt x="0" y="200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0" name="Freeform 979">
              <a:extLst>
                <a:ext uri="{FF2B5EF4-FFF2-40B4-BE49-F238E27FC236}">
                  <a16:creationId xmlns:a16="http://schemas.microsoft.com/office/drawing/2014/main" id="{6B90DF43-1E8B-4D8E-B3B6-A135A9A69930}"/>
                </a:ext>
              </a:extLst>
            </p:cNvPr>
            <p:cNvSpPr/>
            <p:nvPr/>
          </p:nvSpPr>
          <p:spPr>
            <a:xfrm>
              <a:off x="1460492" y="2324744"/>
              <a:ext cx="1132" cy="185047"/>
            </a:xfrm>
            <a:custGeom>
              <a:avLst/>
              <a:gdLst>
                <a:gd name="csX0" fmla="*/ 0 w 1132"/>
                <a:gd name="csY0" fmla="*/ 185048 h 185047"/>
                <a:gd name="csX1" fmla="*/ 0 w 1132"/>
                <a:gd name="csY1" fmla="*/ 0 h 185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5047">
                  <a:moveTo>
                    <a:pt x="0" y="185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1" name="Freeform 980">
              <a:extLst>
                <a:ext uri="{FF2B5EF4-FFF2-40B4-BE49-F238E27FC236}">
                  <a16:creationId xmlns:a16="http://schemas.microsoft.com/office/drawing/2014/main" id="{57901622-BBB5-46A8-5A5D-44B4E12D6CBE}"/>
                </a:ext>
              </a:extLst>
            </p:cNvPr>
            <p:cNvSpPr/>
            <p:nvPr/>
          </p:nvSpPr>
          <p:spPr>
            <a:xfrm>
              <a:off x="1504253" y="2243720"/>
              <a:ext cx="1132" cy="182607"/>
            </a:xfrm>
            <a:custGeom>
              <a:avLst/>
              <a:gdLst>
                <a:gd name="csX0" fmla="*/ 0 w 1132"/>
                <a:gd name="csY0" fmla="*/ 182607 h 182607"/>
                <a:gd name="csX1" fmla="*/ 0 w 1132"/>
                <a:gd name="csY1" fmla="*/ 0 h 182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2607">
                  <a:moveTo>
                    <a:pt x="0" y="1826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5A6CF126-B100-3196-D93C-CE98BEDBB0AE}"/>
                </a:ext>
              </a:extLst>
            </p:cNvPr>
            <p:cNvSpPr/>
            <p:nvPr/>
          </p:nvSpPr>
          <p:spPr>
            <a:xfrm>
              <a:off x="1548015" y="2228704"/>
              <a:ext cx="1132" cy="182198"/>
            </a:xfrm>
            <a:custGeom>
              <a:avLst/>
              <a:gdLst>
                <a:gd name="csX0" fmla="*/ 0 w 1132"/>
                <a:gd name="csY0" fmla="*/ 182198 h 182198"/>
                <a:gd name="csX1" fmla="*/ 0 w 1132"/>
                <a:gd name="csY1" fmla="*/ 0 h 1821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2198">
                  <a:moveTo>
                    <a:pt x="0" y="18219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3" name="Freeform 982">
              <a:extLst>
                <a:ext uri="{FF2B5EF4-FFF2-40B4-BE49-F238E27FC236}">
                  <a16:creationId xmlns:a16="http://schemas.microsoft.com/office/drawing/2014/main" id="{59996278-F855-3BBF-3DB8-C52EB2D985CB}"/>
                </a:ext>
              </a:extLst>
            </p:cNvPr>
            <p:cNvSpPr/>
            <p:nvPr/>
          </p:nvSpPr>
          <p:spPr>
            <a:xfrm>
              <a:off x="1591777" y="2235289"/>
              <a:ext cx="1132" cy="179599"/>
            </a:xfrm>
            <a:custGeom>
              <a:avLst/>
              <a:gdLst>
                <a:gd name="csX0" fmla="*/ 0 w 1132"/>
                <a:gd name="csY0" fmla="*/ 179599 h 179599"/>
                <a:gd name="csX1" fmla="*/ 0 w 1132"/>
                <a:gd name="csY1" fmla="*/ 0 h 179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9599">
                  <a:moveTo>
                    <a:pt x="0" y="17959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4" name="Freeform 983">
              <a:extLst>
                <a:ext uri="{FF2B5EF4-FFF2-40B4-BE49-F238E27FC236}">
                  <a16:creationId xmlns:a16="http://schemas.microsoft.com/office/drawing/2014/main" id="{4DEECFC1-A802-1D12-5B48-DC09A2420503}"/>
                </a:ext>
              </a:extLst>
            </p:cNvPr>
            <p:cNvSpPr/>
            <p:nvPr/>
          </p:nvSpPr>
          <p:spPr>
            <a:xfrm>
              <a:off x="1635538" y="2180665"/>
              <a:ext cx="1132" cy="188250"/>
            </a:xfrm>
            <a:custGeom>
              <a:avLst/>
              <a:gdLst>
                <a:gd name="csX0" fmla="*/ 0 w 1132"/>
                <a:gd name="csY0" fmla="*/ 188250 h 188250"/>
                <a:gd name="csX1" fmla="*/ 0 w 1132"/>
                <a:gd name="csY1" fmla="*/ 0 h 188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8250">
                  <a:moveTo>
                    <a:pt x="0" y="1882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5" name="Freeform 984">
              <a:extLst>
                <a:ext uri="{FF2B5EF4-FFF2-40B4-BE49-F238E27FC236}">
                  <a16:creationId xmlns:a16="http://schemas.microsoft.com/office/drawing/2014/main" id="{B2F55849-EE13-4444-3131-5C6BA1BE8086}"/>
                </a:ext>
              </a:extLst>
            </p:cNvPr>
            <p:cNvSpPr/>
            <p:nvPr/>
          </p:nvSpPr>
          <p:spPr>
            <a:xfrm>
              <a:off x="1679297" y="2113240"/>
              <a:ext cx="1132" cy="183579"/>
            </a:xfrm>
            <a:custGeom>
              <a:avLst/>
              <a:gdLst>
                <a:gd name="csX0" fmla="*/ 0 w 1132"/>
                <a:gd name="csY0" fmla="*/ 183580 h 183579"/>
                <a:gd name="csX1" fmla="*/ 0 w 1132"/>
                <a:gd name="csY1" fmla="*/ 0 h 183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3579">
                  <a:moveTo>
                    <a:pt x="0" y="18358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6" name="Freeform 985">
              <a:extLst>
                <a:ext uri="{FF2B5EF4-FFF2-40B4-BE49-F238E27FC236}">
                  <a16:creationId xmlns:a16="http://schemas.microsoft.com/office/drawing/2014/main" id="{83293CDB-269A-99CD-93A2-74B05EC80877}"/>
                </a:ext>
              </a:extLst>
            </p:cNvPr>
            <p:cNvSpPr/>
            <p:nvPr/>
          </p:nvSpPr>
          <p:spPr>
            <a:xfrm>
              <a:off x="1723057" y="2183580"/>
              <a:ext cx="1132" cy="172333"/>
            </a:xfrm>
            <a:custGeom>
              <a:avLst/>
              <a:gdLst>
                <a:gd name="csX0" fmla="*/ 0 w 1132"/>
                <a:gd name="csY0" fmla="*/ 172333 h 172333"/>
                <a:gd name="csX1" fmla="*/ 0 w 1132"/>
                <a:gd name="csY1" fmla="*/ 0 h 17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333">
                  <a:moveTo>
                    <a:pt x="0" y="1723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7" name="Freeform 986">
              <a:extLst>
                <a:ext uri="{FF2B5EF4-FFF2-40B4-BE49-F238E27FC236}">
                  <a16:creationId xmlns:a16="http://schemas.microsoft.com/office/drawing/2014/main" id="{3B9BC14B-81DA-21B3-48CF-BFB3615BF8AE}"/>
                </a:ext>
              </a:extLst>
            </p:cNvPr>
            <p:cNvSpPr/>
            <p:nvPr/>
          </p:nvSpPr>
          <p:spPr>
            <a:xfrm>
              <a:off x="1766816" y="2167089"/>
              <a:ext cx="1132" cy="181047"/>
            </a:xfrm>
            <a:custGeom>
              <a:avLst/>
              <a:gdLst>
                <a:gd name="csX0" fmla="*/ 0 w 1132"/>
                <a:gd name="csY0" fmla="*/ 181048 h 181047"/>
                <a:gd name="csX1" fmla="*/ 0 w 1132"/>
                <a:gd name="csY1" fmla="*/ 0 h 181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047">
                  <a:moveTo>
                    <a:pt x="0" y="181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8" name="Freeform 987">
              <a:extLst>
                <a:ext uri="{FF2B5EF4-FFF2-40B4-BE49-F238E27FC236}">
                  <a16:creationId xmlns:a16="http://schemas.microsoft.com/office/drawing/2014/main" id="{C2DD23AA-19E9-2E4F-22F9-BE9B5DF4962B}"/>
                </a:ext>
              </a:extLst>
            </p:cNvPr>
            <p:cNvSpPr/>
            <p:nvPr/>
          </p:nvSpPr>
          <p:spPr>
            <a:xfrm>
              <a:off x="1810587" y="2047871"/>
              <a:ext cx="1132" cy="165721"/>
            </a:xfrm>
            <a:custGeom>
              <a:avLst/>
              <a:gdLst>
                <a:gd name="csX0" fmla="*/ 0 w 1132"/>
                <a:gd name="csY0" fmla="*/ 165722 h 165721"/>
                <a:gd name="csX1" fmla="*/ 0 w 1132"/>
                <a:gd name="csY1" fmla="*/ 0 h 165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5721">
                  <a:moveTo>
                    <a:pt x="0" y="16572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44F4E4F5-D03D-484D-C9C1-B79BE65C90D4}"/>
                </a:ext>
              </a:extLst>
            </p:cNvPr>
            <p:cNvSpPr/>
            <p:nvPr/>
          </p:nvSpPr>
          <p:spPr>
            <a:xfrm>
              <a:off x="1854347" y="2081270"/>
              <a:ext cx="1132" cy="173841"/>
            </a:xfrm>
            <a:custGeom>
              <a:avLst/>
              <a:gdLst>
                <a:gd name="csX0" fmla="*/ 0 w 1132"/>
                <a:gd name="csY0" fmla="*/ 173842 h 173841"/>
                <a:gd name="csX1" fmla="*/ 0 w 1132"/>
                <a:gd name="csY1" fmla="*/ 0 h 173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3841">
                  <a:moveTo>
                    <a:pt x="0" y="17384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0" name="Freeform 989">
              <a:extLst>
                <a:ext uri="{FF2B5EF4-FFF2-40B4-BE49-F238E27FC236}">
                  <a16:creationId xmlns:a16="http://schemas.microsoft.com/office/drawing/2014/main" id="{F8C62EC0-4699-B81B-E7B6-B16D63E9D8B2}"/>
                </a:ext>
              </a:extLst>
            </p:cNvPr>
            <p:cNvSpPr/>
            <p:nvPr/>
          </p:nvSpPr>
          <p:spPr>
            <a:xfrm>
              <a:off x="1898107" y="2043681"/>
              <a:ext cx="1132" cy="172512"/>
            </a:xfrm>
            <a:custGeom>
              <a:avLst/>
              <a:gdLst>
                <a:gd name="csX0" fmla="*/ 0 w 1132"/>
                <a:gd name="csY0" fmla="*/ 172512 h 172512"/>
                <a:gd name="csX1" fmla="*/ 0 w 1132"/>
                <a:gd name="csY1" fmla="*/ 0 h 17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512">
                  <a:moveTo>
                    <a:pt x="0" y="17251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1" name="Freeform 990">
              <a:extLst>
                <a:ext uri="{FF2B5EF4-FFF2-40B4-BE49-F238E27FC236}">
                  <a16:creationId xmlns:a16="http://schemas.microsoft.com/office/drawing/2014/main" id="{D0EFC90B-D2BA-6631-BA89-39DF1FB7B1D0}"/>
                </a:ext>
              </a:extLst>
            </p:cNvPr>
            <p:cNvSpPr/>
            <p:nvPr/>
          </p:nvSpPr>
          <p:spPr>
            <a:xfrm>
              <a:off x="1941866" y="2017573"/>
              <a:ext cx="1132" cy="178605"/>
            </a:xfrm>
            <a:custGeom>
              <a:avLst/>
              <a:gdLst>
                <a:gd name="csX0" fmla="*/ 0 w 1132"/>
                <a:gd name="csY0" fmla="*/ 178606 h 178605"/>
                <a:gd name="csX1" fmla="*/ 0 w 1132"/>
                <a:gd name="csY1" fmla="*/ 0 h 1786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8605">
                  <a:moveTo>
                    <a:pt x="0" y="17860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2" name="Freeform 991">
              <a:extLst>
                <a:ext uri="{FF2B5EF4-FFF2-40B4-BE49-F238E27FC236}">
                  <a16:creationId xmlns:a16="http://schemas.microsoft.com/office/drawing/2014/main" id="{0C284F94-4091-8BA2-2438-CC259076032E}"/>
                </a:ext>
              </a:extLst>
            </p:cNvPr>
            <p:cNvSpPr/>
            <p:nvPr/>
          </p:nvSpPr>
          <p:spPr>
            <a:xfrm>
              <a:off x="1985626" y="1970066"/>
              <a:ext cx="1132" cy="179744"/>
            </a:xfrm>
            <a:custGeom>
              <a:avLst/>
              <a:gdLst>
                <a:gd name="csX0" fmla="*/ 0 w 1132"/>
                <a:gd name="csY0" fmla="*/ 179744 h 179744"/>
                <a:gd name="csX1" fmla="*/ 0 w 1132"/>
                <a:gd name="csY1" fmla="*/ 0 h 1797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9744">
                  <a:moveTo>
                    <a:pt x="0" y="1797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3" name="Freeform 992">
              <a:extLst>
                <a:ext uri="{FF2B5EF4-FFF2-40B4-BE49-F238E27FC236}">
                  <a16:creationId xmlns:a16="http://schemas.microsoft.com/office/drawing/2014/main" id="{E17D9365-91C8-8F5F-5D85-35826B9D3D65}"/>
                </a:ext>
              </a:extLst>
            </p:cNvPr>
            <p:cNvSpPr/>
            <p:nvPr/>
          </p:nvSpPr>
          <p:spPr>
            <a:xfrm>
              <a:off x="2029386" y="2003678"/>
              <a:ext cx="1132" cy="168344"/>
            </a:xfrm>
            <a:custGeom>
              <a:avLst/>
              <a:gdLst>
                <a:gd name="csX0" fmla="*/ 0 w 1132"/>
                <a:gd name="csY0" fmla="*/ 168344 h 168344"/>
                <a:gd name="csX1" fmla="*/ 0 w 1132"/>
                <a:gd name="csY1" fmla="*/ 0 h 1683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344">
                  <a:moveTo>
                    <a:pt x="0" y="1683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4" name="Freeform 993">
              <a:extLst>
                <a:ext uri="{FF2B5EF4-FFF2-40B4-BE49-F238E27FC236}">
                  <a16:creationId xmlns:a16="http://schemas.microsoft.com/office/drawing/2014/main" id="{2A14FAEB-1A91-CB6F-5467-12BA032D0C2F}"/>
                </a:ext>
              </a:extLst>
            </p:cNvPr>
            <p:cNvSpPr/>
            <p:nvPr/>
          </p:nvSpPr>
          <p:spPr>
            <a:xfrm>
              <a:off x="2073157" y="1973919"/>
              <a:ext cx="1132" cy="177513"/>
            </a:xfrm>
            <a:custGeom>
              <a:avLst/>
              <a:gdLst>
                <a:gd name="csX0" fmla="*/ 0 w 1132"/>
                <a:gd name="csY0" fmla="*/ 177513 h 177513"/>
                <a:gd name="csX1" fmla="*/ 0 w 1132"/>
                <a:gd name="csY1" fmla="*/ 0 h 17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7513">
                  <a:moveTo>
                    <a:pt x="0" y="17751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5" name="Freeform 994">
              <a:extLst>
                <a:ext uri="{FF2B5EF4-FFF2-40B4-BE49-F238E27FC236}">
                  <a16:creationId xmlns:a16="http://schemas.microsoft.com/office/drawing/2014/main" id="{5F01A138-CC02-8704-1934-7F2B282E1838}"/>
                </a:ext>
              </a:extLst>
            </p:cNvPr>
            <p:cNvSpPr/>
            <p:nvPr/>
          </p:nvSpPr>
          <p:spPr>
            <a:xfrm>
              <a:off x="2116916" y="1935163"/>
              <a:ext cx="1132" cy="175317"/>
            </a:xfrm>
            <a:custGeom>
              <a:avLst/>
              <a:gdLst>
                <a:gd name="csX0" fmla="*/ 0 w 1132"/>
                <a:gd name="csY0" fmla="*/ 175317 h 175317"/>
                <a:gd name="csX1" fmla="*/ 0 w 1132"/>
                <a:gd name="csY1" fmla="*/ 0 h 175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5317">
                  <a:moveTo>
                    <a:pt x="0" y="1753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9A328D29-FE6D-65F4-FC79-A5C5C36834D8}"/>
                </a:ext>
              </a:extLst>
            </p:cNvPr>
            <p:cNvSpPr/>
            <p:nvPr/>
          </p:nvSpPr>
          <p:spPr>
            <a:xfrm>
              <a:off x="2160676" y="1958665"/>
              <a:ext cx="1132" cy="172859"/>
            </a:xfrm>
            <a:custGeom>
              <a:avLst/>
              <a:gdLst>
                <a:gd name="csX0" fmla="*/ 0 w 1132"/>
                <a:gd name="csY0" fmla="*/ 172860 h 172859"/>
                <a:gd name="csX1" fmla="*/ 0 w 1132"/>
                <a:gd name="csY1" fmla="*/ 0 h 1728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859">
                  <a:moveTo>
                    <a:pt x="0" y="1728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7" name="Freeform 996">
              <a:extLst>
                <a:ext uri="{FF2B5EF4-FFF2-40B4-BE49-F238E27FC236}">
                  <a16:creationId xmlns:a16="http://schemas.microsoft.com/office/drawing/2014/main" id="{BAC10CBB-CA8B-E06A-203B-7F167B5D3434}"/>
                </a:ext>
              </a:extLst>
            </p:cNvPr>
            <p:cNvSpPr/>
            <p:nvPr/>
          </p:nvSpPr>
          <p:spPr>
            <a:xfrm>
              <a:off x="2204436" y="1892708"/>
              <a:ext cx="1132" cy="184783"/>
            </a:xfrm>
            <a:custGeom>
              <a:avLst/>
              <a:gdLst>
                <a:gd name="csX0" fmla="*/ 0 w 1132"/>
                <a:gd name="csY0" fmla="*/ 184784 h 184783"/>
                <a:gd name="csX1" fmla="*/ 0 w 1132"/>
                <a:gd name="csY1" fmla="*/ 0 h 1847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4783">
                  <a:moveTo>
                    <a:pt x="0" y="1847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8" name="Freeform 997">
              <a:extLst>
                <a:ext uri="{FF2B5EF4-FFF2-40B4-BE49-F238E27FC236}">
                  <a16:creationId xmlns:a16="http://schemas.microsoft.com/office/drawing/2014/main" id="{9056BBD8-4389-D135-BE4E-B86BFD859D65}"/>
                </a:ext>
              </a:extLst>
            </p:cNvPr>
            <p:cNvSpPr/>
            <p:nvPr/>
          </p:nvSpPr>
          <p:spPr>
            <a:xfrm>
              <a:off x="2248195" y="1821192"/>
              <a:ext cx="1132" cy="189236"/>
            </a:xfrm>
            <a:custGeom>
              <a:avLst/>
              <a:gdLst>
                <a:gd name="csX0" fmla="*/ 0 w 1132"/>
                <a:gd name="csY0" fmla="*/ 189237 h 189236"/>
                <a:gd name="csX1" fmla="*/ 0 w 1132"/>
                <a:gd name="csY1" fmla="*/ 0 h 189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9236">
                  <a:moveTo>
                    <a:pt x="0" y="1892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9" name="Freeform 998">
              <a:extLst>
                <a:ext uri="{FF2B5EF4-FFF2-40B4-BE49-F238E27FC236}">
                  <a16:creationId xmlns:a16="http://schemas.microsoft.com/office/drawing/2014/main" id="{AAAD848A-8DEE-2AB1-4059-1680B643054B}"/>
                </a:ext>
              </a:extLst>
            </p:cNvPr>
            <p:cNvSpPr/>
            <p:nvPr/>
          </p:nvSpPr>
          <p:spPr>
            <a:xfrm>
              <a:off x="2291955" y="1868892"/>
              <a:ext cx="1132" cy="168093"/>
            </a:xfrm>
            <a:custGeom>
              <a:avLst/>
              <a:gdLst>
                <a:gd name="csX0" fmla="*/ 0 w 1132"/>
                <a:gd name="csY0" fmla="*/ 168093 h 168093"/>
                <a:gd name="csX1" fmla="*/ 0 w 1132"/>
                <a:gd name="csY1" fmla="*/ 0 h 168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093">
                  <a:moveTo>
                    <a:pt x="0" y="16809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0" name="Freeform 999">
              <a:extLst>
                <a:ext uri="{FF2B5EF4-FFF2-40B4-BE49-F238E27FC236}">
                  <a16:creationId xmlns:a16="http://schemas.microsoft.com/office/drawing/2014/main" id="{152AA97B-BF2E-E402-B2B1-9D9D297E9FAD}"/>
                </a:ext>
              </a:extLst>
            </p:cNvPr>
            <p:cNvSpPr/>
            <p:nvPr/>
          </p:nvSpPr>
          <p:spPr>
            <a:xfrm>
              <a:off x="2335726" y="1795352"/>
              <a:ext cx="1132" cy="181321"/>
            </a:xfrm>
            <a:custGeom>
              <a:avLst/>
              <a:gdLst>
                <a:gd name="csX0" fmla="*/ 0 w 1132"/>
                <a:gd name="csY0" fmla="*/ 181322 h 181321"/>
                <a:gd name="csX1" fmla="*/ 0 w 1132"/>
                <a:gd name="csY1" fmla="*/ 0 h 181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321">
                  <a:moveTo>
                    <a:pt x="0" y="18132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1" name="Freeform 1000">
              <a:extLst>
                <a:ext uri="{FF2B5EF4-FFF2-40B4-BE49-F238E27FC236}">
                  <a16:creationId xmlns:a16="http://schemas.microsoft.com/office/drawing/2014/main" id="{39DE0613-097E-E5FC-7119-DA6B037685DC}"/>
                </a:ext>
              </a:extLst>
            </p:cNvPr>
            <p:cNvSpPr/>
            <p:nvPr/>
          </p:nvSpPr>
          <p:spPr>
            <a:xfrm>
              <a:off x="2379486" y="1791043"/>
              <a:ext cx="1132" cy="186388"/>
            </a:xfrm>
            <a:custGeom>
              <a:avLst/>
              <a:gdLst>
                <a:gd name="csX0" fmla="*/ 0 w 1132"/>
                <a:gd name="csY0" fmla="*/ 186389 h 186388"/>
                <a:gd name="csX1" fmla="*/ 0 w 1132"/>
                <a:gd name="csY1" fmla="*/ 0 h 186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6388">
                  <a:moveTo>
                    <a:pt x="0" y="1863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2" name="Freeform 1001">
              <a:extLst>
                <a:ext uri="{FF2B5EF4-FFF2-40B4-BE49-F238E27FC236}">
                  <a16:creationId xmlns:a16="http://schemas.microsoft.com/office/drawing/2014/main" id="{2380DFEB-1817-95CC-C5A4-8FCFC7547B36}"/>
                </a:ext>
              </a:extLst>
            </p:cNvPr>
            <p:cNvSpPr/>
            <p:nvPr/>
          </p:nvSpPr>
          <p:spPr>
            <a:xfrm>
              <a:off x="2423245" y="1754052"/>
              <a:ext cx="1132" cy="171565"/>
            </a:xfrm>
            <a:custGeom>
              <a:avLst/>
              <a:gdLst>
                <a:gd name="csX0" fmla="*/ 0 w 1132"/>
                <a:gd name="csY0" fmla="*/ 171565 h 171565"/>
                <a:gd name="csX1" fmla="*/ 0 w 1132"/>
                <a:gd name="csY1" fmla="*/ 0 h 171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1565">
                  <a:moveTo>
                    <a:pt x="0" y="17156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A94D30C6-F2FB-CC1D-BBCF-04671AE07D89}"/>
                </a:ext>
              </a:extLst>
            </p:cNvPr>
            <p:cNvSpPr/>
            <p:nvPr/>
          </p:nvSpPr>
          <p:spPr>
            <a:xfrm>
              <a:off x="2467005" y="1728098"/>
              <a:ext cx="1132" cy="180890"/>
            </a:xfrm>
            <a:custGeom>
              <a:avLst/>
              <a:gdLst>
                <a:gd name="csX0" fmla="*/ 0 w 1132"/>
                <a:gd name="csY0" fmla="*/ 180890 h 180890"/>
                <a:gd name="csX1" fmla="*/ 0 w 1132"/>
                <a:gd name="csY1" fmla="*/ 0 h 180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0890">
                  <a:moveTo>
                    <a:pt x="0" y="18089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4" name="Freeform 1003">
              <a:extLst>
                <a:ext uri="{FF2B5EF4-FFF2-40B4-BE49-F238E27FC236}">
                  <a16:creationId xmlns:a16="http://schemas.microsoft.com/office/drawing/2014/main" id="{46461EB2-184B-7DEF-2CE0-FC1370B941D2}"/>
                </a:ext>
              </a:extLst>
            </p:cNvPr>
            <p:cNvSpPr/>
            <p:nvPr/>
          </p:nvSpPr>
          <p:spPr>
            <a:xfrm>
              <a:off x="2510765" y="1782991"/>
              <a:ext cx="1132" cy="165839"/>
            </a:xfrm>
            <a:custGeom>
              <a:avLst/>
              <a:gdLst>
                <a:gd name="csX0" fmla="*/ 0 w 1132"/>
                <a:gd name="csY0" fmla="*/ 165839 h 165839"/>
                <a:gd name="csX1" fmla="*/ 0 w 1132"/>
                <a:gd name="csY1" fmla="*/ 0 h 165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5839">
                  <a:moveTo>
                    <a:pt x="0" y="1658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5" name="Freeform 1004">
              <a:extLst>
                <a:ext uri="{FF2B5EF4-FFF2-40B4-BE49-F238E27FC236}">
                  <a16:creationId xmlns:a16="http://schemas.microsoft.com/office/drawing/2014/main" id="{B9A84EEC-38DA-9B22-5EAF-B59661202C81}"/>
                </a:ext>
              </a:extLst>
            </p:cNvPr>
            <p:cNvSpPr/>
            <p:nvPr/>
          </p:nvSpPr>
          <p:spPr>
            <a:xfrm>
              <a:off x="2554524" y="1669675"/>
              <a:ext cx="1132" cy="185935"/>
            </a:xfrm>
            <a:custGeom>
              <a:avLst/>
              <a:gdLst>
                <a:gd name="csX0" fmla="*/ 0 w 1132"/>
                <a:gd name="csY0" fmla="*/ 185936 h 185935"/>
                <a:gd name="csX1" fmla="*/ 0 w 1132"/>
                <a:gd name="csY1" fmla="*/ 0 h 185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5935">
                  <a:moveTo>
                    <a:pt x="0" y="18593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6" name="Freeform 1005">
              <a:extLst>
                <a:ext uri="{FF2B5EF4-FFF2-40B4-BE49-F238E27FC236}">
                  <a16:creationId xmlns:a16="http://schemas.microsoft.com/office/drawing/2014/main" id="{CC877D8D-1EAF-0854-694A-881623BA80A3}"/>
                </a:ext>
              </a:extLst>
            </p:cNvPr>
            <p:cNvSpPr/>
            <p:nvPr/>
          </p:nvSpPr>
          <p:spPr>
            <a:xfrm>
              <a:off x="2598284" y="1890330"/>
              <a:ext cx="1132" cy="162442"/>
            </a:xfrm>
            <a:custGeom>
              <a:avLst/>
              <a:gdLst>
                <a:gd name="csX0" fmla="*/ 0 w 1132"/>
                <a:gd name="csY0" fmla="*/ 162443 h 162442"/>
                <a:gd name="csX1" fmla="*/ 0 w 1132"/>
                <a:gd name="csY1" fmla="*/ 0 h 16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2442">
                  <a:moveTo>
                    <a:pt x="0" y="1624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7" name="Freeform 1006">
              <a:extLst>
                <a:ext uri="{FF2B5EF4-FFF2-40B4-BE49-F238E27FC236}">
                  <a16:creationId xmlns:a16="http://schemas.microsoft.com/office/drawing/2014/main" id="{B6730A19-79B1-F2C7-AD39-A31E46CAE2FA}"/>
                </a:ext>
              </a:extLst>
            </p:cNvPr>
            <p:cNvSpPr/>
            <p:nvPr/>
          </p:nvSpPr>
          <p:spPr>
            <a:xfrm>
              <a:off x="2642055" y="1704323"/>
              <a:ext cx="1132" cy="179082"/>
            </a:xfrm>
            <a:custGeom>
              <a:avLst/>
              <a:gdLst>
                <a:gd name="csX0" fmla="*/ 0 w 1132"/>
                <a:gd name="csY0" fmla="*/ 179083 h 179082"/>
                <a:gd name="csX1" fmla="*/ 0 w 1132"/>
                <a:gd name="csY1" fmla="*/ 0 h 179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9082">
                  <a:moveTo>
                    <a:pt x="0" y="1790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8" name="Freeform 1007">
              <a:extLst>
                <a:ext uri="{FF2B5EF4-FFF2-40B4-BE49-F238E27FC236}">
                  <a16:creationId xmlns:a16="http://schemas.microsoft.com/office/drawing/2014/main" id="{4450F56B-4084-58E0-19DF-340BAD30D6EE}"/>
                </a:ext>
              </a:extLst>
            </p:cNvPr>
            <p:cNvSpPr/>
            <p:nvPr/>
          </p:nvSpPr>
          <p:spPr>
            <a:xfrm>
              <a:off x="2685814" y="1586956"/>
              <a:ext cx="1132" cy="187487"/>
            </a:xfrm>
            <a:custGeom>
              <a:avLst/>
              <a:gdLst>
                <a:gd name="csX0" fmla="*/ 0 w 1132"/>
                <a:gd name="csY0" fmla="*/ 187487 h 187487"/>
                <a:gd name="csX1" fmla="*/ 0 w 1132"/>
                <a:gd name="csY1" fmla="*/ 0 h 187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7487">
                  <a:moveTo>
                    <a:pt x="0" y="1874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9" name="Freeform 1008">
              <a:extLst>
                <a:ext uri="{FF2B5EF4-FFF2-40B4-BE49-F238E27FC236}">
                  <a16:creationId xmlns:a16="http://schemas.microsoft.com/office/drawing/2014/main" id="{63E76FE3-2EC5-6BE9-830A-8FC2BE73F31D}"/>
                </a:ext>
              </a:extLst>
            </p:cNvPr>
            <p:cNvSpPr/>
            <p:nvPr/>
          </p:nvSpPr>
          <p:spPr>
            <a:xfrm>
              <a:off x="2729574" y="1697748"/>
              <a:ext cx="1132" cy="174387"/>
            </a:xfrm>
            <a:custGeom>
              <a:avLst/>
              <a:gdLst>
                <a:gd name="csX0" fmla="*/ 0 w 1132"/>
                <a:gd name="csY0" fmla="*/ 174387 h 174387"/>
                <a:gd name="csX1" fmla="*/ 0 w 1132"/>
                <a:gd name="csY1" fmla="*/ 0 h 1743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4387">
                  <a:moveTo>
                    <a:pt x="0" y="1743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431DD87D-849F-8ED4-A707-824B2D71ECAF}"/>
                </a:ext>
              </a:extLst>
            </p:cNvPr>
            <p:cNvSpPr/>
            <p:nvPr/>
          </p:nvSpPr>
          <p:spPr>
            <a:xfrm>
              <a:off x="2773334" y="1615860"/>
              <a:ext cx="1132" cy="192200"/>
            </a:xfrm>
            <a:custGeom>
              <a:avLst/>
              <a:gdLst>
                <a:gd name="csX0" fmla="*/ 0 w 1132"/>
                <a:gd name="csY0" fmla="*/ 192200 h 192200"/>
                <a:gd name="csX1" fmla="*/ 0 w 1132"/>
                <a:gd name="csY1" fmla="*/ 0 h 192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2200">
                  <a:moveTo>
                    <a:pt x="0" y="19220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1" name="Freeform 1010">
              <a:extLst>
                <a:ext uri="{FF2B5EF4-FFF2-40B4-BE49-F238E27FC236}">
                  <a16:creationId xmlns:a16="http://schemas.microsoft.com/office/drawing/2014/main" id="{C5C38AB2-8DAD-EE28-A344-AE19F1A9082C}"/>
                </a:ext>
              </a:extLst>
            </p:cNvPr>
            <p:cNvSpPr/>
            <p:nvPr/>
          </p:nvSpPr>
          <p:spPr>
            <a:xfrm>
              <a:off x="2817094" y="1518008"/>
              <a:ext cx="1132" cy="205807"/>
            </a:xfrm>
            <a:custGeom>
              <a:avLst/>
              <a:gdLst>
                <a:gd name="csX0" fmla="*/ 0 w 1132"/>
                <a:gd name="csY0" fmla="*/ 205807 h 205807"/>
                <a:gd name="csX1" fmla="*/ 0 w 1132"/>
                <a:gd name="csY1" fmla="*/ 0 h 2058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5807">
                  <a:moveTo>
                    <a:pt x="0" y="2058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40BA4536-00F3-40C7-C78C-D6A2A1DB4F08}"/>
                </a:ext>
              </a:extLst>
            </p:cNvPr>
            <p:cNvSpPr/>
            <p:nvPr/>
          </p:nvSpPr>
          <p:spPr>
            <a:xfrm>
              <a:off x="2860853" y="1612757"/>
              <a:ext cx="1132" cy="183197"/>
            </a:xfrm>
            <a:custGeom>
              <a:avLst/>
              <a:gdLst>
                <a:gd name="csX0" fmla="*/ 0 w 1132"/>
                <a:gd name="csY0" fmla="*/ 183197 h 183197"/>
                <a:gd name="csX1" fmla="*/ 0 w 1132"/>
                <a:gd name="csY1" fmla="*/ 0 h 1831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3197">
                  <a:moveTo>
                    <a:pt x="0" y="1831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F10BCEE6-95DB-37C3-B754-BD006EC3A343}"/>
                </a:ext>
              </a:extLst>
            </p:cNvPr>
            <p:cNvSpPr/>
            <p:nvPr/>
          </p:nvSpPr>
          <p:spPr>
            <a:xfrm>
              <a:off x="2904624" y="1561807"/>
              <a:ext cx="1132" cy="191629"/>
            </a:xfrm>
            <a:custGeom>
              <a:avLst/>
              <a:gdLst>
                <a:gd name="csX0" fmla="*/ 0 w 1132"/>
                <a:gd name="csY0" fmla="*/ 191630 h 191629"/>
                <a:gd name="csX1" fmla="*/ 0 w 1132"/>
                <a:gd name="csY1" fmla="*/ 0 h 191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1629">
                  <a:moveTo>
                    <a:pt x="0" y="19163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401457C3-059C-DC55-D875-96DB252961B2}"/>
                </a:ext>
              </a:extLst>
            </p:cNvPr>
            <p:cNvSpPr/>
            <p:nvPr/>
          </p:nvSpPr>
          <p:spPr>
            <a:xfrm>
              <a:off x="2948384" y="1497031"/>
              <a:ext cx="1132" cy="197587"/>
            </a:xfrm>
            <a:custGeom>
              <a:avLst/>
              <a:gdLst>
                <a:gd name="csX0" fmla="*/ 0 w 1132"/>
                <a:gd name="csY0" fmla="*/ 197588 h 197587"/>
                <a:gd name="csX1" fmla="*/ 0 w 1132"/>
                <a:gd name="csY1" fmla="*/ 0 h 197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7587">
                  <a:moveTo>
                    <a:pt x="0" y="19758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8F719584-2E06-5C8F-F755-8B2B88B9846D}"/>
                </a:ext>
              </a:extLst>
            </p:cNvPr>
            <p:cNvSpPr/>
            <p:nvPr/>
          </p:nvSpPr>
          <p:spPr>
            <a:xfrm>
              <a:off x="2992143" y="1444865"/>
              <a:ext cx="1132" cy="213815"/>
            </a:xfrm>
            <a:custGeom>
              <a:avLst/>
              <a:gdLst>
                <a:gd name="csX0" fmla="*/ 0 w 1132"/>
                <a:gd name="csY0" fmla="*/ 213815 h 213815"/>
                <a:gd name="csX1" fmla="*/ 0 w 1132"/>
                <a:gd name="csY1" fmla="*/ 0 h 213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3815">
                  <a:moveTo>
                    <a:pt x="0" y="21381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5E051E12-2FC0-3455-CDC7-5FBD1027AB70}"/>
                </a:ext>
              </a:extLst>
            </p:cNvPr>
            <p:cNvSpPr/>
            <p:nvPr/>
          </p:nvSpPr>
          <p:spPr>
            <a:xfrm>
              <a:off x="3035903" y="1531400"/>
              <a:ext cx="1132" cy="211267"/>
            </a:xfrm>
            <a:custGeom>
              <a:avLst/>
              <a:gdLst>
                <a:gd name="csX0" fmla="*/ 0 w 1132"/>
                <a:gd name="csY0" fmla="*/ 211267 h 211267"/>
                <a:gd name="csX1" fmla="*/ 0 w 1132"/>
                <a:gd name="csY1" fmla="*/ 0 h 21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1267">
                  <a:moveTo>
                    <a:pt x="0" y="2112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DBEEAA6B-6C99-B398-0DF3-B4FAF30822D4}"/>
                </a:ext>
              </a:extLst>
            </p:cNvPr>
            <p:cNvSpPr/>
            <p:nvPr/>
          </p:nvSpPr>
          <p:spPr>
            <a:xfrm>
              <a:off x="3079663" y="1626586"/>
              <a:ext cx="1132" cy="184219"/>
            </a:xfrm>
            <a:custGeom>
              <a:avLst/>
              <a:gdLst>
                <a:gd name="csX0" fmla="*/ 0 w 1132"/>
                <a:gd name="csY0" fmla="*/ 184220 h 184219"/>
                <a:gd name="csX1" fmla="*/ 0 w 1132"/>
                <a:gd name="csY1" fmla="*/ 0 h 184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4219">
                  <a:moveTo>
                    <a:pt x="0" y="1842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2A3C3514-A0E7-E6A8-69D7-0301AE04610A}"/>
                </a:ext>
              </a:extLst>
            </p:cNvPr>
            <p:cNvSpPr/>
            <p:nvPr/>
          </p:nvSpPr>
          <p:spPr>
            <a:xfrm>
              <a:off x="3123423" y="1441019"/>
              <a:ext cx="1132" cy="220147"/>
            </a:xfrm>
            <a:custGeom>
              <a:avLst/>
              <a:gdLst>
                <a:gd name="csX0" fmla="*/ 0 w 1132"/>
                <a:gd name="csY0" fmla="*/ 220147 h 220147"/>
                <a:gd name="csX1" fmla="*/ 0 w 1132"/>
                <a:gd name="csY1" fmla="*/ 0 h 2201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0147">
                  <a:moveTo>
                    <a:pt x="0" y="22014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D5DD7C13-F892-FBFC-8C85-940B1A122DFB}"/>
                </a:ext>
              </a:extLst>
            </p:cNvPr>
            <p:cNvSpPr/>
            <p:nvPr/>
          </p:nvSpPr>
          <p:spPr>
            <a:xfrm>
              <a:off x="956467" y="26381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D6DDDB89-395D-F2C1-31B0-4855C01B1694}"/>
                </a:ext>
              </a:extLst>
            </p:cNvPr>
            <p:cNvSpPr/>
            <p:nvPr/>
          </p:nvSpPr>
          <p:spPr>
            <a:xfrm>
              <a:off x="956467" y="24295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9034F8E2-1CF1-DA34-D2B9-91498EF14A9F}"/>
                </a:ext>
              </a:extLst>
            </p:cNvPr>
            <p:cNvSpPr/>
            <p:nvPr/>
          </p:nvSpPr>
          <p:spPr>
            <a:xfrm>
              <a:off x="1000228" y="26284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F74ED395-76D0-F027-3897-C05264B9C9FC}"/>
                </a:ext>
              </a:extLst>
            </p:cNvPr>
            <p:cNvSpPr/>
            <p:nvPr/>
          </p:nvSpPr>
          <p:spPr>
            <a:xfrm>
              <a:off x="1000228" y="24278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F56735A9-CB53-74C5-F9B7-AA5D18144E5C}"/>
                </a:ext>
              </a:extLst>
            </p:cNvPr>
            <p:cNvSpPr/>
            <p:nvPr/>
          </p:nvSpPr>
          <p:spPr>
            <a:xfrm>
              <a:off x="1043989" y="274195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1DB3E089-01A6-5465-C93F-67AC0E6B5E0E}"/>
                </a:ext>
              </a:extLst>
            </p:cNvPr>
            <p:cNvSpPr/>
            <p:nvPr/>
          </p:nvSpPr>
          <p:spPr>
            <a:xfrm>
              <a:off x="1043989" y="25232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FED1C4EA-CF7A-010E-798C-AEE9FFF907F6}"/>
                </a:ext>
              </a:extLst>
            </p:cNvPr>
            <p:cNvSpPr/>
            <p:nvPr/>
          </p:nvSpPr>
          <p:spPr>
            <a:xfrm>
              <a:off x="1087750" y="25870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3AEDA407-7ECC-5E3F-FF39-97D60B659D32}"/>
                </a:ext>
              </a:extLst>
            </p:cNvPr>
            <p:cNvSpPr/>
            <p:nvPr/>
          </p:nvSpPr>
          <p:spPr>
            <a:xfrm>
              <a:off x="1087750" y="239750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D2AEEFB2-942F-6080-54E7-449B85E7FA27}"/>
                </a:ext>
              </a:extLst>
            </p:cNvPr>
            <p:cNvSpPr/>
            <p:nvPr/>
          </p:nvSpPr>
          <p:spPr>
            <a:xfrm>
              <a:off x="1131512" y="24420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F33B8D58-AB2D-9ADC-26AA-EC71B48F9EB5}"/>
                </a:ext>
              </a:extLst>
            </p:cNvPr>
            <p:cNvSpPr/>
            <p:nvPr/>
          </p:nvSpPr>
          <p:spPr>
            <a:xfrm>
              <a:off x="1131512" y="22631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8BBAAEF-EB8F-0F7D-9457-482050083903}"/>
                </a:ext>
              </a:extLst>
            </p:cNvPr>
            <p:cNvSpPr/>
            <p:nvPr/>
          </p:nvSpPr>
          <p:spPr>
            <a:xfrm>
              <a:off x="1175273" y="263297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B1FDBE13-9358-92C4-4465-99C562C14462}"/>
                </a:ext>
              </a:extLst>
            </p:cNvPr>
            <p:cNvSpPr/>
            <p:nvPr/>
          </p:nvSpPr>
          <p:spPr>
            <a:xfrm>
              <a:off x="1175273" y="24221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4D240619-8468-74F8-A457-F70C5D8F6A1F}"/>
                </a:ext>
              </a:extLst>
            </p:cNvPr>
            <p:cNvSpPr/>
            <p:nvPr/>
          </p:nvSpPr>
          <p:spPr>
            <a:xfrm>
              <a:off x="1219035" y="260144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2DA3A1A5-FAF0-97CD-489F-7D411A11341C}"/>
                </a:ext>
              </a:extLst>
            </p:cNvPr>
            <p:cNvSpPr/>
            <p:nvPr/>
          </p:nvSpPr>
          <p:spPr>
            <a:xfrm>
              <a:off x="1219035" y="240545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443C5340-9BD4-653D-4492-9B391E4CD62A}"/>
                </a:ext>
              </a:extLst>
            </p:cNvPr>
            <p:cNvSpPr/>
            <p:nvPr/>
          </p:nvSpPr>
          <p:spPr>
            <a:xfrm>
              <a:off x="1262797" y="26000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A9C5C36E-A687-AE2E-CA9E-EA72F5F53EC1}"/>
                </a:ext>
              </a:extLst>
            </p:cNvPr>
            <p:cNvSpPr/>
            <p:nvPr/>
          </p:nvSpPr>
          <p:spPr>
            <a:xfrm>
              <a:off x="1262797" y="23968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0328977F-C3B7-323C-9D1C-015C55B6F81B}"/>
                </a:ext>
              </a:extLst>
            </p:cNvPr>
            <p:cNvSpPr/>
            <p:nvPr/>
          </p:nvSpPr>
          <p:spPr>
            <a:xfrm>
              <a:off x="1306558" y="26324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15E4AD6E-10B5-19FC-1C58-52714F33C59A}"/>
                </a:ext>
              </a:extLst>
            </p:cNvPr>
            <p:cNvSpPr/>
            <p:nvPr/>
          </p:nvSpPr>
          <p:spPr>
            <a:xfrm>
              <a:off x="1306558" y="242693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813A0AE9-6DD3-DE07-C2A3-4478BF2B18F5}"/>
                </a:ext>
              </a:extLst>
            </p:cNvPr>
            <p:cNvSpPr/>
            <p:nvPr/>
          </p:nvSpPr>
          <p:spPr>
            <a:xfrm>
              <a:off x="1350319" y="23085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E6CF6809-4FB1-C432-D041-A6D62787264A}"/>
                </a:ext>
              </a:extLst>
            </p:cNvPr>
            <p:cNvSpPr/>
            <p:nvPr/>
          </p:nvSpPr>
          <p:spPr>
            <a:xfrm>
              <a:off x="1350319" y="21380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E378B68C-00E1-E8FA-29DA-F07098B22B80}"/>
                </a:ext>
              </a:extLst>
            </p:cNvPr>
            <p:cNvSpPr/>
            <p:nvPr/>
          </p:nvSpPr>
          <p:spPr>
            <a:xfrm>
              <a:off x="1394080" y="25417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A037C136-979C-B0C3-0838-BC1E3AC336DC}"/>
                </a:ext>
              </a:extLst>
            </p:cNvPr>
            <p:cNvSpPr/>
            <p:nvPr/>
          </p:nvSpPr>
          <p:spPr>
            <a:xfrm>
              <a:off x="1394080" y="23417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6440E525-186B-0B3B-2E7E-B25484674791}"/>
                </a:ext>
              </a:extLst>
            </p:cNvPr>
            <p:cNvSpPr/>
            <p:nvPr/>
          </p:nvSpPr>
          <p:spPr>
            <a:xfrm>
              <a:off x="1437842" y="25097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C15266A4-0943-5044-BA02-6FC18F3D5DE8}"/>
                </a:ext>
              </a:extLst>
            </p:cNvPr>
            <p:cNvSpPr/>
            <p:nvPr/>
          </p:nvSpPr>
          <p:spPr>
            <a:xfrm>
              <a:off x="1437842" y="23247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F597AF29-33B6-084C-1718-4B12403F41CE}"/>
                </a:ext>
              </a:extLst>
            </p:cNvPr>
            <p:cNvSpPr/>
            <p:nvPr/>
          </p:nvSpPr>
          <p:spPr>
            <a:xfrm>
              <a:off x="1481603" y="242632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DF11061D-3FBD-3C9D-72C0-D32173A3AA47}"/>
                </a:ext>
              </a:extLst>
            </p:cNvPr>
            <p:cNvSpPr/>
            <p:nvPr/>
          </p:nvSpPr>
          <p:spPr>
            <a:xfrm>
              <a:off x="1481603" y="22437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DA2AA413-7A76-37A1-73D2-B232C8394105}"/>
                </a:ext>
              </a:extLst>
            </p:cNvPr>
            <p:cNvSpPr/>
            <p:nvPr/>
          </p:nvSpPr>
          <p:spPr>
            <a:xfrm>
              <a:off x="1525365" y="24109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9E842F73-1E3B-20E4-FAC6-70069B496CB1}"/>
                </a:ext>
              </a:extLst>
            </p:cNvPr>
            <p:cNvSpPr/>
            <p:nvPr/>
          </p:nvSpPr>
          <p:spPr>
            <a:xfrm>
              <a:off x="1525365" y="22287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10C2834F-A70D-E08F-028C-D2DD43B51124}"/>
                </a:ext>
              </a:extLst>
            </p:cNvPr>
            <p:cNvSpPr/>
            <p:nvPr/>
          </p:nvSpPr>
          <p:spPr>
            <a:xfrm>
              <a:off x="1569127" y="241488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64CBC693-F902-6480-22A2-A180AD6F3101}"/>
                </a:ext>
              </a:extLst>
            </p:cNvPr>
            <p:cNvSpPr/>
            <p:nvPr/>
          </p:nvSpPr>
          <p:spPr>
            <a:xfrm>
              <a:off x="1569127" y="223528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048">
              <a:extLst>
                <a:ext uri="{FF2B5EF4-FFF2-40B4-BE49-F238E27FC236}">
                  <a16:creationId xmlns:a16="http://schemas.microsoft.com/office/drawing/2014/main" id="{D4C72EB1-4941-FC2D-300F-E600B451A7DB}"/>
                </a:ext>
              </a:extLst>
            </p:cNvPr>
            <p:cNvSpPr/>
            <p:nvPr/>
          </p:nvSpPr>
          <p:spPr>
            <a:xfrm>
              <a:off x="1612888" y="23689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D9DDFFF9-75AC-13E4-29FD-A8A92203CB84}"/>
                </a:ext>
              </a:extLst>
            </p:cNvPr>
            <p:cNvSpPr/>
            <p:nvPr/>
          </p:nvSpPr>
          <p:spPr>
            <a:xfrm>
              <a:off x="1612888" y="21806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088098D9-7AE0-1166-BD4C-6D6A189BB1BF}"/>
                </a:ext>
              </a:extLst>
            </p:cNvPr>
            <p:cNvSpPr/>
            <p:nvPr/>
          </p:nvSpPr>
          <p:spPr>
            <a:xfrm>
              <a:off x="1656647" y="22968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E035137D-0163-6309-78C2-CC8623C9588B}"/>
                </a:ext>
              </a:extLst>
            </p:cNvPr>
            <p:cNvSpPr/>
            <p:nvPr/>
          </p:nvSpPr>
          <p:spPr>
            <a:xfrm>
              <a:off x="1656647" y="21132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09A7A7AD-DE78-0D42-339C-858B63C718C2}"/>
                </a:ext>
              </a:extLst>
            </p:cNvPr>
            <p:cNvSpPr/>
            <p:nvPr/>
          </p:nvSpPr>
          <p:spPr>
            <a:xfrm>
              <a:off x="1700407" y="235591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0C11268E-647D-14B5-BC36-458D37BE2F96}"/>
                </a:ext>
              </a:extLst>
            </p:cNvPr>
            <p:cNvSpPr/>
            <p:nvPr/>
          </p:nvSpPr>
          <p:spPr>
            <a:xfrm>
              <a:off x="1700407" y="21835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94D0BBDF-5264-B209-20FE-C8DB5BDA0363}"/>
                </a:ext>
              </a:extLst>
            </p:cNvPr>
            <p:cNvSpPr/>
            <p:nvPr/>
          </p:nvSpPr>
          <p:spPr>
            <a:xfrm>
              <a:off x="1744167" y="23481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7BCEBEF8-C652-B704-CB31-77A1FD61842F}"/>
                </a:ext>
              </a:extLst>
            </p:cNvPr>
            <p:cNvSpPr/>
            <p:nvPr/>
          </p:nvSpPr>
          <p:spPr>
            <a:xfrm>
              <a:off x="1744167" y="216708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21AA14EC-DAD9-5212-BB99-55DED5129A1E}"/>
                </a:ext>
              </a:extLst>
            </p:cNvPr>
            <p:cNvSpPr/>
            <p:nvPr/>
          </p:nvSpPr>
          <p:spPr>
            <a:xfrm>
              <a:off x="1787938" y="22135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1057">
              <a:extLst>
                <a:ext uri="{FF2B5EF4-FFF2-40B4-BE49-F238E27FC236}">
                  <a16:creationId xmlns:a16="http://schemas.microsoft.com/office/drawing/2014/main" id="{B8F0BD85-AF93-31F8-9C59-F2D500C417CF}"/>
                </a:ext>
              </a:extLst>
            </p:cNvPr>
            <p:cNvSpPr/>
            <p:nvPr/>
          </p:nvSpPr>
          <p:spPr>
            <a:xfrm>
              <a:off x="1787938" y="20478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1058">
              <a:extLst>
                <a:ext uri="{FF2B5EF4-FFF2-40B4-BE49-F238E27FC236}">
                  <a16:creationId xmlns:a16="http://schemas.microsoft.com/office/drawing/2014/main" id="{EF8CE84A-140D-6D72-51CB-8916825AF26E}"/>
                </a:ext>
              </a:extLst>
            </p:cNvPr>
            <p:cNvSpPr/>
            <p:nvPr/>
          </p:nvSpPr>
          <p:spPr>
            <a:xfrm>
              <a:off x="1831697" y="22551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1059">
              <a:extLst>
                <a:ext uri="{FF2B5EF4-FFF2-40B4-BE49-F238E27FC236}">
                  <a16:creationId xmlns:a16="http://schemas.microsoft.com/office/drawing/2014/main" id="{F9C1AE82-B823-A00C-B4E7-EE975262EC02}"/>
                </a:ext>
              </a:extLst>
            </p:cNvPr>
            <p:cNvSpPr/>
            <p:nvPr/>
          </p:nvSpPr>
          <p:spPr>
            <a:xfrm>
              <a:off x="1831697" y="208127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1060">
              <a:extLst>
                <a:ext uri="{FF2B5EF4-FFF2-40B4-BE49-F238E27FC236}">
                  <a16:creationId xmlns:a16="http://schemas.microsoft.com/office/drawing/2014/main" id="{5E846945-E0A9-C8C1-54F5-85EA8DF8153D}"/>
                </a:ext>
              </a:extLst>
            </p:cNvPr>
            <p:cNvSpPr/>
            <p:nvPr/>
          </p:nvSpPr>
          <p:spPr>
            <a:xfrm>
              <a:off x="1875457" y="22161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1061">
              <a:extLst>
                <a:ext uri="{FF2B5EF4-FFF2-40B4-BE49-F238E27FC236}">
                  <a16:creationId xmlns:a16="http://schemas.microsoft.com/office/drawing/2014/main" id="{D2D44F1C-0D1C-38DF-4870-8DAFE5398E61}"/>
                </a:ext>
              </a:extLst>
            </p:cNvPr>
            <p:cNvSpPr/>
            <p:nvPr/>
          </p:nvSpPr>
          <p:spPr>
            <a:xfrm>
              <a:off x="1875457" y="20436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3" name="Freeform 1062">
              <a:extLst>
                <a:ext uri="{FF2B5EF4-FFF2-40B4-BE49-F238E27FC236}">
                  <a16:creationId xmlns:a16="http://schemas.microsoft.com/office/drawing/2014/main" id="{CDFB8BE6-02BE-7369-2DA3-635227FAE08C}"/>
                </a:ext>
              </a:extLst>
            </p:cNvPr>
            <p:cNvSpPr/>
            <p:nvPr/>
          </p:nvSpPr>
          <p:spPr>
            <a:xfrm>
              <a:off x="1919217" y="21961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4" name="Freeform 1063">
              <a:extLst>
                <a:ext uri="{FF2B5EF4-FFF2-40B4-BE49-F238E27FC236}">
                  <a16:creationId xmlns:a16="http://schemas.microsoft.com/office/drawing/2014/main" id="{0EF417ED-352A-970A-98F4-E1C5DE426125}"/>
                </a:ext>
              </a:extLst>
            </p:cNvPr>
            <p:cNvSpPr/>
            <p:nvPr/>
          </p:nvSpPr>
          <p:spPr>
            <a:xfrm>
              <a:off x="1919217" y="201757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5" name="Freeform 1064">
              <a:extLst>
                <a:ext uri="{FF2B5EF4-FFF2-40B4-BE49-F238E27FC236}">
                  <a16:creationId xmlns:a16="http://schemas.microsoft.com/office/drawing/2014/main" id="{39CF32C5-B66A-7970-F039-AC92A76762BD}"/>
                </a:ext>
              </a:extLst>
            </p:cNvPr>
            <p:cNvSpPr/>
            <p:nvPr/>
          </p:nvSpPr>
          <p:spPr>
            <a:xfrm>
              <a:off x="1962976" y="214981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6" name="Freeform 1065">
              <a:extLst>
                <a:ext uri="{FF2B5EF4-FFF2-40B4-BE49-F238E27FC236}">
                  <a16:creationId xmlns:a16="http://schemas.microsoft.com/office/drawing/2014/main" id="{033FCD99-4941-32EB-A73D-9E1E4F24858F}"/>
                </a:ext>
              </a:extLst>
            </p:cNvPr>
            <p:cNvSpPr/>
            <p:nvPr/>
          </p:nvSpPr>
          <p:spPr>
            <a:xfrm>
              <a:off x="1962976" y="19700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7" name="Freeform 1066">
              <a:extLst>
                <a:ext uri="{FF2B5EF4-FFF2-40B4-BE49-F238E27FC236}">
                  <a16:creationId xmlns:a16="http://schemas.microsoft.com/office/drawing/2014/main" id="{E82B30E8-7A67-AF04-5173-DB60EBA6371C}"/>
                </a:ext>
              </a:extLst>
            </p:cNvPr>
            <p:cNvSpPr/>
            <p:nvPr/>
          </p:nvSpPr>
          <p:spPr>
            <a:xfrm>
              <a:off x="2006736" y="21720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8" name="Freeform 1067">
              <a:extLst>
                <a:ext uri="{FF2B5EF4-FFF2-40B4-BE49-F238E27FC236}">
                  <a16:creationId xmlns:a16="http://schemas.microsoft.com/office/drawing/2014/main" id="{E372060A-F7B6-EF4D-906C-8CA67AFA77CB}"/>
                </a:ext>
              </a:extLst>
            </p:cNvPr>
            <p:cNvSpPr/>
            <p:nvPr/>
          </p:nvSpPr>
          <p:spPr>
            <a:xfrm>
              <a:off x="2006736" y="20036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9" name="Freeform 1068">
              <a:extLst>
                <a:ext uri="{FF2B5EF4-FFF2-40B4-BE49-F238E27FC236}">
                  <a16:creationId xmlns:a16="http://schemas.microsoft.com/office/drawing/2014/main" id="{3E850AD3-189E-441F-2A36-BB327904B711}"/>
                </a:ext>
              </a:extLst>
            </p:cNvPr>
            <p:cNvSpPr/>
            <p:nvPr/>
          </p:nvSpPr>
          <p:spPr>
            <a:xfrm>
              <a:off x="2050507" y="215143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1A426A6F-BE42-B61F-0BD9-EE9DF869BEFB}"/>
                </a:ext>
              </a:extLst>
            </p:cNvPr>
            <p:cNvSpPr/>
            <p:nvPr/>
          </p:nvSpPr>
          <p:spPr>
            <a:xfrm>
              <a:off x="2050507" y="19739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10897884-CAEC-5FD4-B69C-C34A889A9939}"/>
                </a:ext>
              </a:extLst>
            </p:cNvPr>
            <p:cNvSpPr/>
            <p:nvPr/>
          </p:nvSpPr>
          <p:spPr>
            <a:xfrm>
              <a:off x="2094266" y="21104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0DF9EFA2-ADDE-BC03-BCB9-E6AE8CF4DFB2}"/>
                </a:ext>
              </a:extLst>
            </p:cNvPr>
            <p:cNvSpPr/>
            <p:nvPr/>
          </p:nvSpPr>
          <p:spPr>
            <a:xfrm>
              <a:off x="2094266" y="19351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E771E7A0-74C5-0AA6-7696-C36893190830}"/>
                </a:ext>
              </a:extLst>
            </p:cNvPr>
            <p:cNvSpPr/>
            <p:nvPr/>
          </p:nvSpPr>
          <p:spPr>
            <a:xfrm>
              <a:off x="2138026" y="21315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3E580DAF-7A2B-9038-6054-660DB1EE3C6C}"/>
                </a:ext>
              </a:extLst>
            </p:cNvPr>
            <p:cNvSpPr/>
            <p:nvPr/>
          </p:nvSpPr>
          <p:spPr>
            <a:xfrm>
              <a:off x="2138026" y="19586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0F97BAA1-BE5A-1F98-0F46-9576A7C52B24}"/>
                </a:ext>
              </a:extLst>
            </p:cNvPr>
            <p:cNvSpPr/>
            <p:nvPr/>
          </p:nvSpPr>
          <p:spPr>
            <a:xfrm>
              <a:off x="2181786" y="20774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5B3A1ABD-AB2E-5E80-CEEA-6251034F6F4A}"/>
                </a:ext>
              </a:extLst>
            </p:cNvPr>
            <p:cNvSpPr/>
            <p:nvPr/>
          </p:nvSpPr>
          <p:spPr>
            <a:xfrm>
              <a:off x="2181786" y="18927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7E50D3BC-AF07-1A4A-672C-F8CAE5F17366}"/>
                </a:ext>
              </a:extLst>
            </p:cNvPr>
            <p:cNvSpPr/>
            <p:nvPr/>
          </p:nvSpPr>
          <p:spPr>
            <a:xfrm>
              <a:off x="2225545" y="201042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9AC9486E-D960-E288-152F-A1A61067E0B5}"/>
                </a:ext>
              </a:extLst>
            </p:cNvPr>
            <p:cNvSpPr/>
            <p:nvPr/>
          </p:nvSpPr>
          <p:spPr>
            <a:xfrm>
              <a:off x="2225545" y="18211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3048560E-B20A-EEF5-280F-4F909C3BD8CA}"/>
                </a:ext>
              </a:extLst>
            </p:cNvPr>
            <p:cNvSpPr/>
            <p:nvPr/>
          </p:nvSpPr>
          <p:spPr>
            <a:xfrm>
              <a:off x="2269305" y="203698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40619202-A4F3-C318-FFD8-B7B05E87D247}"/>
                </a:ext>
              </a:extLst>
            </p:cNvPr>
            <p:cNvSpPr/>
            <p:nvPr/>
          </p:nvSpPr>
          <p:spPr>
            <a:xfrm>
              <a:off x="2269305" y="18688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9E5F8276-66BC-EA4C-C64A-BCD069A822FA}"/>
                </a:ext>
              </a:extLst>
            </p:cNvPr>
            <p:cNvSpPr/>
            <p:nvPr/>
          </p:nvSpPr>
          <p:spPr>
            <a:xfrm>
              <a:off x="2313076" y="197667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9AB7CC6E-7632-3030-CC45-59621D1EED86}"/>
                </a:ext>
              </a:extLst>
            </p:cNvPr>
            <p:cNvSpPr/>
            <p:nvPr/>
          </p:nvSpPr>
          <p:spPr>
            <a:xfrm>
              <a:off x="2313076" y="17953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3" name="Freeform 1082">
              <a:extLst>
                <a:ext uri="{FF2B5EF4-FFF2-40B4-BE49-F238E27FC236}">
                  <a16:creationId xmlns:a16="http://schemas.microsoft.com/office/drawing/2014/main" id="{635F4976-DE76-DE75-F803-AC76F1D1A146}"/>
                </a:ext>
              </a:extLst>
            </p:cNvPr>
            <p:cNvSpPr/>
            <p:nvPr/>
          </p:nvSpPr>
          <p:spPr>
            <a:xfrm>
              <a:off x="2356836" y="19774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4" name="Freeform 1083">
              <a:extLst>
                <a:ext uri="{FF2B5EF4-FFF2-40B4-BE49-F238E27FC236}">
                  <a16:creationId xmlns:a16="http://schemas.microsoft.com/office/drawing/2014/main" id="{ACA7AEEF-F84C-DF82-BC38-6DEDC68B0F87}"/>
                </a:ext>
              </a:extLst>
            </p:cNvPr>
            <p:cNvSpPr/>
            <p:nvPr/>
          </p:nvSpPr>
          <p:spPr>
            <a:xfrm>
              <a:off x="2356836" y="17910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5" name="Freeform 1084">
              <a:extLst>
                <a:ext uri="{FF2B5EF4-FFF2-40B4-BE49-F238E27FC236}">
                  <a16:creationId xmlns:a16="http://schemas.microsoft.com/office/drawing/2014/main" id="{7E86A8D2-AF59-D993-F343-6435BE21B48C}"/>
                </a:ext>
              </a:extLst>
            </p:cNvPr>
            <p:cNvSpPr/>
            <p:nvPr/>
          </p:nvSpPr>
          <p:spPr>
            <a:xfrm>
              <a:off x="2400595" y="19256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6" name="Freeform 1085">
              <a:extLst>
                <a:ext uri="{FF2B5EF4-FFF2-40B4-BE49-F238E27FC236}">
                  <a16:creationId xmlns:a16="http://schemas.microsoft.com/office/drawing/2014/main" id="{7B2B1371-88D4-6EFC-CE8A-706F7E906338}"/>
                </a:ext>
              </a:extLst>
            </p:cNvPr>
            <p:cNvSpPr/>
            <p:nvPr/>
          </p:nvSpPr>
          <p:spPr>
            <a:xfrm>
              <a:off x="2400595" y="17540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7" name="Freeform 1086">
              <a:extLst>
                <a:ext uri="{FF2B5EF4-FFF2-40B4-BE49-F238E27FC236}">
                  <a16:creationId xmlns:a16="http://schemas.microsoft.com/office/drawing/2014/main" id="{1C9703A9-493E-578E-98A9-99F0C381EAD9}"/>
                </a:ext>
              </a:extLst>
            </p:cNvPr>
            <p:cNvSpPr/>
            <p:nvPr/>
          </p:nvSpPr>
          <p:spPr>
            <a:xfrm>
              <a:off x="2444355" y="19089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8" name="Freeform 1087">
              <a:extLst>
                <a:ext uri="{FF2B5EF4-FFF2-40B4-BE49-F238E27FC236}">
                  <a16:creationId xmlns:a16="http://schemas.microsoft.com/office/drawing/2014/main" id="{E831F096-E0C9-7514-5A33-9C6253189BD2}"/>
                </a:ext>
              </a:extLst>
            </p:cNvPr>
            <p:cNvSpPr/>
            <p:nvPr/>
          </p:nvSpPr>
          <p:spPr>
            <a:xfrm>
              <a:off x="2444355" y="17280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9" name="Freeform 1088">
              <a:extLst>
                <a:ext uri="{FF2B5EF4-FFF2-40B4-BE49-F238E27FC236}">
                  <a16:creationId xmlns:a16="http://schemas.microsoft.com/office/drawing/2014/main" id="{8E526CE2-419E-5B0C-E4F8-0C5480D3125F}"/>
                </a:ext>
              </a:extLst>
            </p:cNvPr>
            <p:cNvSpPr/>
            <p:nvPr/>
          </p:nvSpPr>
          <p:spPr>
            <a:xfrm>
              <a:off x="2488115" y="19488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0" name="Freeform 1089">
              <a:extLst>
                <a:ext uri="{FF2B5EF4-FFF2-40B4-BE49-F238E27FC236}">
                  <a16:creationId xmlns:a16="http://schemas.microsoft.com/office/drawing/2014/main" id="{7A570270-1503-5881-4B10-A7E4F785D97B}"/>
                </a:ext>
              </a:extLst>
            </p:cNvPr>
            <p:cNvSpPr/>
            <p:nvPr/>
          </p:nvSpPr>
          <p:spPr>
            <a:xfrm>
              <a:off x="2488115" y="17829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1" name="Freeform 1090">
              <a:extLst>
                <a:ext uri="{FF2B5EF4-FFF2-40B4-BE49-F238E27FC236}">
                  <a16:creationId xmlns:a16="http://schemas.microsoft.com/office/drawing/2014/main" id="{EEEC8A7B-EDD9-5E34-D9B7-6B96BEB1F001}"/>
                </a:ext>
              </a:extLst>
            </p:cNvPr>
            <p:cNvSpPr/>
            <p:nvPr/>
          </p:nvSpPr>
          <p:spPr>
            <a:xfrm>
              <a:off x="2531874" y="18556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2" name="Freeform 1091">
              <a:extLst>
                <a:ext uri="{FF2B5EF4-FFF2-40B4-BE49-F238E27FC236}">
                  <a16:creationId xmlns:a16="http://schemas.microsoft.com/office/drawing/2014/main" id="{F3D1CE5B-456F-C98C-9275-38F5CF172789}"/>
                </a:ext>
              </a:extLst>
            </p:cNvPr>
            <p:cNvSpPr/>
            <p:nvPr/>
          </p:nvSpPr>
          <p:spPr>
            <a:xfrm>
              <a:off x="2531874" y="16696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3" name="Freeform 1092">
              <a:extLst>
                <a:ext uri="{FF2B5EF4-FFF2-40B4-BE49-F238E27FC236}">
                  <a16:creationId xmlns:a16="http://schemas.microsoft.com/office/drawing/2014/main" id="{AA9B0168-1891-6253-6BEF-EBA0519D594E}"/>
                </a:ext>
              </a:extLst>
            </p:cNvPr>
            <p:cNvSpPr/>
            <p:nvPr/>
          </p:nvSpPr>
          <p:spPr>
            <a:xfrm>
              <a:off x="2575634" y="205277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4" name="Freeform 1093">
              <a:extLst>
                <a:ext uri="{FF2B5EF4-FFF2-40B4-BE49-F238E27FC236}">
                  <a16:creationId xmlns:a16="http://schemas.microsoft.com/office/drawing/2014/main" id="{14E53AC4-C30C-2B1B-556F-E54350D52617}"/>
                </a:ext>
              </a:extLst>
            </p:cNvPr>
            <p:cNvSpPr/>
            <p:nvPr/>
          </p:nvSpPr>
          <p:spPr>
            <a:xfrm>
              <a:off x="2575634" y="18903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5" name="Freeform 1094">
              <a:extLst>
                <a:ext uri="{FF2B5EF4-FFF2-40B4-BE49-F238E27FC236}">
                  <a16:creationId xmlns:a16="http://schemas.microsoft.com/office/drawing/2014/main" id="{D0FA13E9-22BD-A125-8FB9-5A59B51D51B4}"/>
                </a:ext>
              </a:extLst>
            </p:cNvPr>
            <p:cNvSpPr/>
            <p:nvPr/>
          </p:nvSpPr>
          <p:spPr>
            <a:xfrm>
              <a:off x="2619405" y="18834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6" name="Freeform 1095">
              <a:extLst>
                <a:ext uri="{FF2B5EF4-FFF2-40B4-BE49-F238E27FC236}">
                  <a16:creationId xmlns:a16="http://schemas.microsoft.com/office/drawing/2014/main" id="{820FFE45-980D-88A5-2DF9-20D9FD7FE82F}"/>
                </a:ext>
              </a:extLst>
            </p:cNvPr>
            <p:cNvSpPr/>
            <p:nvPr/>
          </p:nvSpPr>
          <p:spPr>
            <a:xfrm>
              <a:off x="2619405" y="17043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7" name="Freeform 1096">
              <a:extLst>
                <a:ext uri="{FF2B5EF4-FFF2-40B4-BE49-F238E27FC236}">
                  <a16:creationId xmlns:a16="http://schemas.microsoft.com/office/drawing/2014/main" id="{0B2AD88C-E98A-274C-B43E-94AE4B196558}"/>
                </a:ext>
              </a:extLst>
            </p:cNvPr>
            <p:cNvSpPr/>
            <p:nvPr/>
          </p:nvSpPr>
          <p:spPr>
            <a:xfrm>
              <a:off x="2663165" y="17744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8" name="Freeform 1097">
              <a:extLst>
                <a:ext uri="{FF2B5EF4-FFF2-40B4-BE49-F238E27FC236}">
                  <a16:creationId xmlns:a16="http://schemas.microsoft.com/office/drawing/2014/main" id="{E8820C70-6977-C1FF-B41A-DD1374DC30BF}"/>
                </a:ext>
              </a:extLst>
            </p:cNvPr>
            <p:cNvSpPr/>
            <p:nvPr/>
          </p:nvSpPr>
          <p:spPr>
            <a:xfrm>
              <a:off x="2663165" y="158695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9" name="Freeform 1098">
              <a:extLst>
                <a:ext uri="{FF2B5EF4-FFF2-40B4-BE49-F238E27FC236}">
                  <a16:creationId xmlns:a16="http://schemas.microsoft.com/office/drawing/2014/main" id="{F2D9B68F-3203-3B4B-618D-9EF1BF068309}"/>
                </a:ext>
              </a:extLst>
            </p:cNvPr>
            <p:cNvSpPr/>
            <p:nvPr/>
          </p:nvSpPr>
          <p:spPr>
            <a:xfrm>
              <a:off x="2706924" y="18721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0" name="Freeform 1099">
              <a:extLst>
                <a:ext uri="{FF2B5EF4-FFF2-40B4-BE49-F238E27FC236}">
                  <a16:creationId xmlns:a16="http://schemas.microsoft.com/office/drawing/2014/main" id="{BAC8C318-D77C-5B8F-7F95-E285F025DF5B}"/>
                </a:ext>
              </a:extLst>
            </p:cNvPr>
            <p:cNvSpPr/>
            <p:nvPr/>
          </p:nvSpPr>
          <p:spPr>
            <a:xfrm>
              <a:off x="2706924" y="16977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1" name="Freeform 1100">
              <a:extLst>
                <a:ext uri="{FF2B5EF4-FFF2-40B4-BE49-F238E27FC236}">
                  <a16:creationId xmlns:a16="http://schemas.microsoft.com/office/drawing/2014/main" id="{5F1FB2B3-222F-AD1F-590E-4472897E2381}"/>
                </a:ext>
              </a:extLst>
            </p:cNvPr>
            <p:cNvSpPr/>
            <p:nvPr/>
          </p:nvSpPr>
          <p:spPr>
            <a:xfrm>
              <a:off x="2750684" y="180806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2" name="Freeform 1101">
              <a:extLst>
                <a:ext uri="{FF2B5EF4-FFF2-40B4-BE49-F238E27FC236}">
                  <a16:creationId xmlns:a16="http://schemas.microsoft.com/office/drawing/2014/main" id="{7AA8EE5D-9810-99C6-DB4D-4007537DB356}"/>
                </a:ext>
              </a:extLst>
            </p:cNvPr>
            <p:cNvSpPr/>
            <p:nvPr/>
          </p:nvSpPr>
          <p:spPr>
            <a:xfrm>
              <a:off x="2750684" y="16158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3" name="Freeform 1102">
              <a:extLst>
                <a:ext uri="{FF2B5EF4-FFF2-40B4-BE49-F238E27FC236}">
                  <a16:creationId xmlns:a16="http://schemas.microsoft.com/office/drawing/2014/main" id="{DB018FBE-9BF1-D6F2-B721-4A3C81FDDFAD}"/>
                </a:ext>
              </a:extLst>
            </p:cNvPr>
            <p:cNvSpPr/>
            <p:nvPr/>
          </p:nvSpPr>
          <p:spPr>
            <a:xfrm>
              <a:off x="2794444" y="17238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4" name="Freeform 1103">
              <a:extLst>
                <a:ext uri="{FF2B5EF4-FFF2-40B4-BE49-F238E27FC236}">
                  <a16:creationId xmlns:a16="http://schemas.microsoft.com/office/drawing/2014/main" id="{4AC4F084-8038-7D89-A762-9B7A9BA3F0CE}"/>
                </a:ext>
              </a:extLst>
            </p:cNvPr>
            <p:cNvSpPr/>
            <p:nvPr/>
          </p:nvSpPr>
          <p:spPr>
            <a:xfrm>
              <a:off x="2794444" y="15180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5" name="Freeform 1104">
              <a:extLst>
                <a:ext uri="{FF2B5EF4-FFF2-40B4-BE49-F238E27FC236}">
                  <a16:creationId xmlns:a16="http://schemas.microsoft.com/office/drawing/2014/main" id="{54872924-D5B2-39FD-C3C1-037FE67249EC}"/>
                </a:ext>
              </a:extLst>
            </p:cNvPr>
            <p:cNvSpPr/>
            <p:nvPr/>
          </p:nvSpPr>
          <p:spPr>
            <a:xfrm>
              <a:off x="2838203" y="179595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6" name="Freeform 1105">
              <a:extLst>
                <a:ext uri="{FF2B5EF4-FFF2-40B4-BE49-F238E27FC236}">
                  <a16:creationId xmlns:a16="http://schemas.microsoft.com/office/drawing/2014/main" id="{3EA548C8-4CB9-EABD-CE74-26D1AFC2D07F}"/>
                </a:ext>
              </a:extLst>
            </p:cNvPr>
            <p:cNvSpPr/>
            <p:nvPr/>
          </p:nvSpPr>
          <p:spPr>
            <a:xfrm>
              <a:off x="2838203" y="16127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7" name="Freeform 1106">
              <a:extLst>
                <a:ext uri="{FF2B5EF4-FFF2-40B4-BE49-F238E27FC236}">
                  <a16:creationId xmlns:a16="http://schemas.microsoft.com/office/drawing/2014/main" id="{DA0C5E9E-EFAA-4EBA-8C27-4F154B591109}"/>
                </a:ext>
              </a:extLst>
            </p:cNvPr>
            <p:cNvSpPr/>
            <p:nvPr/>
          </p:nvSpPr>
          <p:spPr>
            <a:xfrm>
              <a:off x="2881974" y="17534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8" name="Freeform 1107">
              <a:extLst>
                <a:ext uri="{FF2B5EF4-FFF2-40B4-BE49-F238E27FC236}">
                  <a16:creationId xmlns:a16="http://schemas.microsoft.com/office/drawing/2014/main" id="{DB2EB78B-17E6-544A-20F5-0ED3CD94FC51}"/>
                </a:ext>
              </a:extLst>
            </p:cNvPr>
            <p:cNvSpPr/>
            <p:nvPr/>
          </p:nvSpPr>
          <p:spPr>
            <a:xfrm>
              <a:off x="2881974" y="15618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9" name="Freeform 1108">
              <a:extLst>
                <a:ext uri="{FF2B5EF4-FFF2-40B4-BE49-F238E27FC236}">
                  <a16:creationId xmlns:a16="http://schemas.microsoft.com/office/drawing/2014/main" id="{29603E6F-8BB7-623E-60CA-912233528642}"/>
                </a:ext>
              </a:extLst>
            </p:cNvPr>
            <p:cNvSpPr/>
            <p:nvPr/>
          </p:nvSpPr>
          <p:spPr>
            <a:xfrm>
              <a:off x="2925734" y="16946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0" name="Freeform 1109">
              <a:extLst>
                <a:ext uri="{FF2B5EF4-FFF2-40B4-BE49-F238E27FC236}">
                  <a16:creationId xmlns:a16="http://schemas.microsoft.com/office/drawing/2014/main" id="{1A62E1E9-C60D-2427-C725-0E01C6FBC11E}"/>
                </a:ext>
              </a:extLst>
            </p:cNvPr>
            <p:cNvSpPr/>
            <p:nvPr/>
          </p:nvSpPr>
          <p:spPr>
            <a:xfrm>
              <a:off x="2925734" y="14970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1" name="Freeform 1110">
              <a:extLst>
                <a:ext uri="{FF2B5EF4-FFF2-40B4-BE49-F238E27FC236}">
                  <a16:creationId xmlns:a16="http://schemas.microsoft.com/office/drawing/2014/main" id="{AED24C03-9DD4-14D4-8C35-EFF2C5A5684A}"/>
                </a:ext>
              </a:extLst>
            </p:cNvPr>
            <p:cNvSpPr/>
            <p:nvPr/>
          </p:nvSpPr>
          <p:spPr>
            <a:xfrm>
              <a:off x="2969494" y="16586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2" name="Freeform 1111">
              <a:extLst>
                <a:ext uri="{FF2B5EF4-FFF2-40B4-BE49-F238E27FC236}">
                  <a16:creationId xmlns:a16="http://schemas.microsoft.com/office/drawing/2014/main" id="{F4EC37E6-4E29-6D22-D84D-6F75D5767D36}"/>
                </a:ext>
              </a:extLst>
            </p:cNvPr>
            <p:cNvSpPr/>
            <p:nvPr/>
          </p:nvSpPr>
          <p:spPr>
            <a:xfrm>
              <a:off x="2969494" y="14448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3" name="Freeform 1112">
              <a:extLst>
                <a:ext uri="{FF2B5EF4-FFF2-40B4-BE49-F238E27FC236}">
                  <a16:creationId xmlns:a16="http://schemas.microsoft.com/office/drawing/2014/main" id="{42C6EE81-09E9-63DA-871C-9ADCF12FD52F}"/>
                </a:ext>
              </a:extLst>
            </p:cNvPr>
            <p:cNvSpPr/>
            <p:nvPr/>
          </p:nvSpPr>
          <p:spPr>
            <a:xfrm>
              <a:off x="3013253" y="174266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4" name="Freeform 1113">
              <a:extLst>
                <a:ext uri="{FF2B5EF4-FFF2-40B4-BE49-F238E27FC236}">
                  <a16:creationId xmlns:a16="http://schemas.microsoft.com/office/drawing/2014/main" id="{EA146B32-7025-C835-391D-00DB06A83391}"/>
                </a:ext>
              </a:extLst>
            </p:cNvPr>
            <p:cNvSpPr/>
            <p:nvPr/>
          </p:nvSpPr>
          <p:spPr>
            <a:xfrm>
              <a:off x="3013253" y="15314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5" name="Freeform 1114">
              <a:extLst>
                <a:ext uri="{FF2B5EF4-FFF2-40B4-BE49-F238E27FC236}">
                  <a16:creationId xmlns:a16="http://schemas.microsoft.com/office/drawing/2014/main" id="{93E801D5-78F8-D284-6416-02903AC79EA2}"/>
                </a:ext>
              </a:extLst>
            </p:cNvPr>
            <p:cNvSpPr/>
            <p:nvPr/>
          </p:nvSpPr>
          <p:spPr>
            <a:xfrm>
              <a:off x="3057013" y="18108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6" name="Freeform 1115">
              <a:extLst>
                <a:ext uri="{FF2B5EF4-FFF2-40B4-BE49-F238E27FC236}">
                  <a16:creationId xmlns:a16="http://schemas.microsoft.com/office/drawing/2014/main" id="{C9AE9C5C-BBA1-EB5B-3293-9825E2DF09B6}"/>
                </a:ext>
              </a:extLst>
            </p:cNvPr>
            <p:cNvSpPr/>
            <p:nvPr/>
          </p:nvSpPr>
          <p:spPr>
            <a:xfrm>
              <a:off x="3057013" y="16265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7" name="Freeform 1116">
              <a:extLst>
                <a:ext uri="{FF2B5EF4-FFF2-40B4-BE49-F238E27FC236}">
                  <a16:creationId xmlns:a16="http://schemas.microsoft.com/office/drawing/2014/main" id="{3D0246A6-82C6-658F-8EDE-602AD820737D}"/>
                </a:ext>
              </a:extLst>
            </p:cNvPr>
            <p:cNvSpPr/>
            <p:nvPr/>
          </p:nvSpPr>
          <p:spPr>
            <a:xfrm>
              <a:off x="3100772" y="16611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8" name="Freeform 1117">
              <a:extLst>
                <a:ext uri="{FF2B5EF4-FFF2-40B4-BE49-F238E27FC236}">
                  <a16:creationId xmlns:a16="http://schemas.microsoft.com/office/drawing/2014/main" id="{37E2F99B-BD53-7B03-7140-C7CB357E6CA2}"/>
                </a:ext>
              </a:extLst>
            </p:cNvPr>
            <p:cNvSpPr/>
            <p:nvPr/>
          </p:nvSpPr>
          <p:spPr>
            <a:xfrm>
              <a:off x="3100772" y="14410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69" name="Group 1168">
            <a:extLst>
              <a:ext uri="{FF2B5EF4-FFF2-40B4-BE49-F238E27FC236}">
                <a16:creationId xmlns:a16="http://schemas.microsoft.com/office/drawing/2014/main" id="{51468218-2E09-D8C7-8265-56AD58E30633}"/>
              </a:ext>
            </a:extLst>
          </p:cNvPr>
          <p:cNvGrpSpPr/>
          <p:nvPr/>
        </p:nvGrpSpPr>
        <p:grpSpPr>
          <a:xfrm>
            <a:off x="958732" y="1530707"/>
            <a:ext cx="2185074" cy="1122288"/>
            <a:chOff x="958732" y="1530707"/>
            <a:chExt cx="2185074" cy="1122288"/>
          </a:xfrm>
        </p:grpSpPr>
        <p:sp>
          <p:nvSpPr>
            <p:cNvPr id="1119" name="Oval 1118">
              <a:extLst>
                <a:ext uri="{FF2B5EF4-FFF2-40B4-BE49-F238E27FC236}">
                  <a16:creationId xmlns:a16="http://schemas.microsoft.com/office/drawing/2014/main" id="{011B6CCB-6284-FA56-CD29-58E711CAF114}"/>
                </a:ext>
              </a:extLst>
            </p:cNvPr>
            <p:cNvSpPr/>
            <p:nvPr/>
          </p:nvSpPr>
          <p:spPr>
            <a:xfrm>
              <a:off x="958732" y="251348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0" name="Oval 1119">
              <a:extLst>
                <a:ext uri="{FF2B5EF4-FFF2-40B4-BE49-F238E27FC236}">
                  <a16:creationId xmlns:a16="http://schemas.microsoft.com/office/drawing/2014/main" id="{8C64CEF7-EE3D-C73A-4A54-49E33FA0BAEE}"/>
                </a:ext>
              </a:extLst>
            </p:cNvPr>
            <p:cNvSpPr/>
            <p:nvPr/>
          </p:nvSpPr>
          <p:spPr>
            <a:xfrm>
              <a:off x="1002493" y="25077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1" name="Oval 1120">
              <a:extLst>
                <a:ext uri="{FF2B5EF4-FFF2-40B4-BE49-F238E27FC236}">
                  <a16:creationId xmlns:a16="http://schemas.microsoft.com/office/drawing/2014/main" id="{789D8786-27A6-C3B1-DD08-BB5F949A3EC0}"/>
                </a:ext>
              </a:extLst>
            </p:cNvPr>
            <p:cNvSpPr/>
            <p:nvPr/>
          </p:nvSpPr>
          <p:spPr>
            <a:xfrm>
              <a:off x="1046254" y="261222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2" name="Oval 1121">
              <a:extLst>
                <a:ext uri="{FF2B5EF4-FFF2-40B4-BE49-F238E27FC236}">
                  <a16:creationId xmlns:a16="http://schemas.microsoft.com/office/drawing/2014/main" id="{2AB4F085-AC6F-916F-674D-8ECFEDD0F3CE}"/>
                </a:ext>
              </a:extLst>
            </p:cNvPr>
            <p:cNvSpPr/>
            <p:nvPr/>
          </p:nvSpPr>
          <p:spPr>
            <a:xfrm>
              <a:off x="1090015" y="24718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3" name="Oval 1122">
              <a:extLst>
                <a:ext uri="{FF2B5EF4-FFF2-40B4-BE49-F238E27FC236}">
                  <a16:creationId xmlns:a16="http://schemas.microsoft.com/office/drawing/2014/main" id="{C0E2CAF3-2FB9-6F46-3C78-176AE8DBF118}"/>
                </a:ext>
              </a:extLst>
            </p:cNvPr>
            <p:cNvSpPr/>
            <p:nvPr/>
          </p:nvSpPr>
          <p:spPr>
            <a:xfrm>
              <a:off x="1133777" y="233221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4" name="Oval 1123">
              <a:extLst>
                <a:ext uri="{FF2B5EF4-FFF2-40B4-BE49-F238E27FC236}">
                  <a16:creationId xmlns:a16="http://schemas.microsoft.com/office/drawing/2014/main" id="{AB52F977-AE2F-2C66-7072-EA74B99FF7BC}"/>
                </a:ext>
              </a:extLst>
            </p:cNvPr>
            <p:cNvSpPr/>
            <p:nvPr/>
          </p:nvSpPr>
          <p:spPr>
            <a:xfrm>
              <a:off x="1177538" y="250718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5" name="Oval 1124">
              <a:extLst>
                <a:ext uri="{FF2B5EF4-FFF2-40B4-BE49-F238E27FC236}">
                  <a16:creationId xmlns:a16="http://schemas.microsoft.com/office/drawing/2014/main" id="{0F93FDF7-AE29-C4C4-9D2B-4A5D36154C33}"/>
                </a:ext>
              </a:extLst>
            </p:cNvPr>
            <p:cNvSpPr/>
            <p:nvPr/>
          </p:nvSpPr>
          <p:spPr>
            <a:xfrm>
              <a:off x="1221300" y="24830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6" name="Oval 1125">
              <a:extLst>
                <a:ext uri="{FF2B5EF4-FFF2-40B4-BE49-F238E27FC236}">
                  <a16:creationId xmlns:a16="http://schemas.microsoft.com/office/drawing/2014/main" id="{BBD3834E-BB2E-370D-B936-83052905E67C}"/>
                </a:ext>
              </a:extLst>
            </p:cNvPr>
            <p:cNvSpPr/>
            <p:nvPr/>
          </p:nvSpPr>
          <p:spPr>
            <a:xfrm>
              <a:off x="1265062" y="247805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" name="Oval 1126">
              <a:extLst>
                <a:ext uri="{FF2B5EF4-FFF2-40B4-BE49-F238E27FC236}">
                  <a16:creationId xmlns:a16="http://schemas.microsoft.com/office/drawing/2014/main" id="{5896250A-7715-E5BB-A09B-3F9519AB5FE8}"/>
                </a:ext>
              </a:extLst>
            </p:cNvPr>
            <p:cNvSpPr/>
            <p:nvPr/>
          </p:nvSpPr>
          <p:spPr>
            <a:xfrm>
              <a:off x="1308823" y="250931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" name="Oval 1127">
              <a:extLst>
                <a:ext uri="{FF2B5EF4-FFF2-40B4-BE49-F238E27FC236}">
                  <a16:creationId xmlns:a16="http://schemas.microsoft.com/office/drawing/2014/main" id="{D8CC3D85-0BBB-71B8-8A49-61C4A2BE179D}"/>
                </a:ext>
              </a:extLst>
            </p:cNvPr>
            <p:cNvSpPr/>
            <p:nvPr/>
          </p:nvSpPr>
          <p:spPr>
            <a:xfrm>
              <a:off x="1352584" y="220294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9" name="Oval 1128">
              <a:extLst>
                <a:ext uri="{FF2B5EF4-FFF2-40B4-BE49-F238E27FC236}">
                  <a16:creationId xmlns:a16="http://schemas.microsoft.com/office/drawing/2014/main" id="{A2D020B7-64B0-95DA-4F0E-6BE11B257A6E}"/>
                </a:ext>
              </a:extLst>
            </p:cNvPr>
            <p:cNvSpPr/>
            <p:nvPr/>
          </p:nvSpPr>
          <p:spPr>
            <a:xfrm>
              <a:off x="1396345" y="242138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0" name="Oval 1129">
              <a:extLst>
                <a:ext uri="{FF2B5EF4-FFF2-40B4-BE49-F238E27FC236}">
                  <a16:creationId xmlns:a16="http://schemas.microsoft.com/office/drawing/2014/main" id="{1D62A71D-3279-A90C-FD2F-2CC0B2270073}"/>
                </a:ext>
              </a:extLst>
            </p:cNvPr>
            <p:cNvSpPr/>
            <p:nvPr/>
          </p:nvSpPr>
          <p:spPr>
            <a:xfrm>
              <a:off x="1440107" y="239688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1" name="Oval 1130">
              <a:extLst>
                <a:ext uri="{FF2B5EF4-FFF2-40B4-BE49-F238E27FC236}">
                  <a16:creationId xmlns:a16="http://schemas.microsoft.com/office/drawing/2014/main" id="{7F6166F5-F50A-03A9-299F-C57633BDD525}"/>
                </a:ext>
              </a:extLst>
            </p:cNvPr>
            <p:cNvSpPr/>
            <p:nvPr/>
          </p:nvSpPr>
          <p:spPr>
            <a:xfrm>
              <a:off x="1483868" y="231463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8625C116-2DD2-F71E-3BB7-936BA2038CFD}"/>
                </a:ext>
              </a:extLst>
            </p:cNvPr>
            <p:cNvSpPr/>
            <p:nvPr/>
          </p:nvSpPr>
          <p:spPr>
            <a:xfrm>
              <a:off x="1527630" y="229942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3" name="Oval 1132">
              <a:extLst>
                <a:ext uri="{FF2B5EF4-FFF2-40B4-BE49-F238E27FC236}">
                  <a16:creationId xmlns:a16="http://schemas.microsoft.com/office/drawing/2014/main" id="{F5C1B2D5-7F79-CC20-1CA0-A38B7F706BC1}"/>
                </a:ext>
              </a:extLst>
            </p:cNvPr>
            <p:cNvSpPr/>
            <p:nvPr/>
          </p:nvSpPr>
          <p:spPr>
            <a:xfrm>
              <a:off x="1571392" y="230470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4" name="Oval 1133">
              <a:extLst>
                <a:ext uri="{FF2B5EF4-FFF2-40B4-BE49-F238E27FC236}">
                  <a16:creationId xmlns:a16="http://schemas.microsoft.com/office/drawing/2014/main" id="{77CC3098-C591-58B5-0E06-5F56780C67B3}"/>
                </a:ext>
              </a:extLst>
            </p:cNvPr>
            <p:cNvSpPr/>
            <p:nvPr/>
          </p:nvSpPr>
          <p:spPr>
            <a:xfrm>
              <a:off x="1615153" y="225440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95596DA7-3F14-014D-90B7-8DF0F0A72D62}"/>
                </a:ext>
              </a:extLst>
            </p:cNvPr>
            <p:cNvSpPr/>
            <p:nvPr/>
          </p:nvSpPr>
          <p:spPr>
            <a:xfrm>
              <a:off x="1658912" y="218464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FC2FC625-CAD3-5CE8-5EF0-9CF2E8F41C4A}"/>
                </a:ext>
              </a:extLst>
            </p:cNvPr>
            <p:cNvSpPr/>
            <p:nvPr/>
          </p:nvSpPr>
          <p:spPr>
            <a:xfrm>
              <a:off x="1702672" y="224936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7" name="Oval 1136">
              <a:extLst>
                <a:ext uri="{FF2B5EF4-FFF2-40B4-BE49-F238E27FC236}">
                  <a16:creationId xmlns:a16="http://schemas.microsoft.com/office/drawing/2014/main" id="{6AC25948-DAA7-7C42-3057-EAA00833279D}"/>
                </a:ext>
              </a:extLst>
            </p:cNvPr>
            <p:cNvSpPr/>
            <p:nvPr/>
          </p:nvSpPr>
          <p:spPr>
            <a:xfrm>
              <a:off x="1746432" y="223722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8" name="Oval 1137">
              <a:extLst>
                <a:ext uri="{FF2B5EF4-FFF2-40B4-BE49-F238E27FC236}">
                  <a16:creationId xmlns:a16="http://schemas.microsoft.com/office/drawing/2014/main" id="{6A5C4D99-0265-2FAA-AA60-35F44A8DAB1B}"/>
                </a:ext>
              </a:extLst>
            </p:cNvPr>
            <p:cNvSpPr/>
            <p:nvPr/>
          </p:nvSpPr>
          <p:spPr>
            <a:xfrm>
              <a:off x="1790203" y="211034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2A8F9E1A-D316-D5F4-0DA4-34843A903065}"/>
                </a:ext>
              </a:extLst>
            </p:cNvPr>
            <p:cNvSpPr/>
            <p:nvPr/>
          </p:nvSpPr>
          <p:spPr>
            <a:xfrm>
              <a:off x="1833962" y="214780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0" name="Oval 1139">
              <a:extLst>
                <a:ext uri="{FF2B5EF4-FFF2-40B4-BE49-F238E27FC236}">
                  <a16:creationId xmlns:a16="http://schemas.microsoft.com/office/drawing/2014/main" id="{6D31E0F5-B1F5-42B1-4DFB-0580AC0E9623}"/>
                </a:ext>
              </a:extLst>
            </p:cNvPr>
            <p:cNvSpPr/>
            <p:nvPr/>
          </p:nvSpPr>
          <p:spPr>
            <a:xfrm>
              <a:off x="1877722" y="210955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1" name="Oval 1140">
              <a:extLst>
                <a:ext uri="{FF2B5EF4-FFF2-40B4-BE49-F238E27FC236}">
                  <a16:creationId xmlns:a16="http://schemas.microsoft.com/office/drawing/2014/main" id="{DE40DEBE-0CAD-7594-6087-ECB998D0BD0F}"/>
                </a:ext>
              </a:extLst>
            </p:cNvPr>
            <p:cNvSpPr/>
            <p:nvPr/>
          </p:nvSpPr>
          <p:spPr>
            <a:xfrm>
              <a:off x="1921481" y="208649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2" name="Oval 1141">
              <a:extLst>
                <a:ext uri="{FF2B5EF4-FFF2-40B4-BE49-F238E27FC236}">
                  <a16:creationId xmlns:a16="http://schemas.microsoft.com/office/drawing/2014/main" id="{CAB1C49A-BF12-AF0F-E072-5E7B3E857A3D}"/>
                </a:ext>
              </a:extLst>
            </p:cNvPr>
            <p:cNvSpPr/>
            <p:nvPr/>
          </p:nvSpPr>
          <p:spPr>
            <a:xfrm>
              <a:off x="1965241" y="2039553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3" name="Oval 1142">
              <a:extLst>
                <a:ext uri="{FF2B5EF4-FFF2-40B4-BE49-F238E27FC236}">
                  <a16:creationId xmlns:a16="http://schemas.microsoft.com/office/drawing/2014/main" id="{3F3C68E2-EC9B-5924-41D9-B53C7321A99B}"/>
                </a:ext>
              </a:extLst>
            </p:cNvPr>
            <p:cNvSpPr/>
            <p:nvPr/>
          </p:nvSpPr>
          <p:spPr>
            <a:xfrm>
              <a:off x="2009001" y="20674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099C4E2E-C1C7-6A5E-48F1-A6589E31B099}"/>
                </a:ext>
              </a:extLst>
            </p:cNvPr>
            <p:cNvSpPr/>
            <p:nvPr/>
          </p:nvSpPr>
          <p:spPr>
            <a:xfrm>
              <a:off x="2052772" y="204229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131019E8-3AFE-781C-AC23-AF2A7E35B93A}"/>
                </a:ext>
              </a:extLst>
            </p:cNvPr>
            <p:cNvSpPr/>
            <p:nvPr/>
          </p:nvSpPr>
          <p:spPr>
            <a:xfrm>
              <a:off x="2096531" y="200243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6" name="Oval 1145">
              <a:extLst>
                <a:ext uri="{FF2B5EF4-FFF2-40B4-BE49-F238E27FC236}">
                  <a16:creationId xmlns:a16="http://schemas.microsoft.com/office/drawing/2014/main" id="{02FCD465-0E88-AC8C-FCE4-FAA694349E79}"/>
                </a:ext>
              </a:extLst>
            </p:cNvPr>
            <p:cNvSpPr/>
            <p:nvPr/>
          </p:nvSpPr>
          <p:spPr>
            <a:xfrm>
              <a:off x="2140291" y="202471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7" name="Oval 1146">
              <a:extLst>
                <a:ext uri="{FF2B5EF4-FFF2-40B4-BE49-F238E27FC236}">
                  <a16:creationId xmlns:a16="http://schemas.microsoft.com/office/drawing/2014/main" id="{AB1722B9-E998-C1D7-05B6-5EE19C2142D1}"/>
                </a:ext>
              </a:extLst>
            </p:cNvPr>
            <p:cNvSpPr/>
            <p:nvPr/>
          </p:nvSpPr>
          <p:spPr>
            <a:xfrm>
              <a:off x="2184051" y="196471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8" name="Oval 1147">
              <a:extLst>
                <a:ext uri="{FF2B5EF4-FFF2-40B4-BE49-F238E27FC236}">
                  <a16:creationId xmlns:a16="http://schemas.microsoft.com/office/drawing/2014/main" id="{77884A44-89FA-94BE-4DC6-29DBC9BEEE75}"/>
                </a:ext>
              </a:extLst>
            </p:cNvPr>
            <p:cNvSpPr/>
            <p:nvPr/>
          </p:nvSpPr>
          <p:spPr>
            <a:xfrm>
              <a:off x="2227810" y="189542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9" name="Oval 1148">
              <a:extLst>
                <a:ext uri="{FF2B5EF4-FFF2-40B4-BE49-F238E27FC236}">
                  <a16:creationId xmlns:a16="http://schemas.microsoft.com/office/drawing/2014/main" id="{2536E907-D467-9CD2-E42E-F653C1108FE8}"/>
                </a:ext>
              </a:extLst>
            </p:cNvPr>
            <p:cNvSpPr/>
            <p:nvPr/>
          </p:nvSpPr>
          <p:spPr>
            <a:xfrm>
              <a:off x="2271570" y="193255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0" name="Oval 1149">
              <a:extLst>
                <a:ext uri="{FF2B5EF4-FFF2-40B4-BE49-F238E27FC236}">
                  <a16:creationId xmlns:a16="http://schemas.microsoft.com/office/drawing/2014/main" id="{19D0C1EE-A753-2A61-851A-F058D121B5DD}"/>
                </a:ext>
              </a:extLst>
            </p:cNvPr>
            <p:cNvSpPr/>
            <p:nvPr/>
          </p:nvSpPr>
          <p:spPr>
            <a:xfrm>
              <a:off x="2315341" y="186562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1" name="Oval 1150">
              <a:extLst>
                <a:ext uri="{FF2B5EF4-FFF2-40B4-BE49-F238E27FC236}">
                  <a16:creationId xmlns:a16="http://schemas.microsoft.com/office/drawing/2014/main" id="{EC47F95E-CABB-0D54-D951-1C8916A9C940}"/>
                </a:ext>
              </a:extLst>
            </p:cNvPr>
            <p:cNvSpPr/>
            <p:nvPr/>
          </p:nvSpPr>
          <p:spPr>
            <a:xfrm>
              <a:off x="2359101" y="186385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2" name="Oval 1151">
              <a:extLst>
                <a:ext uri="{FF2B5EF4-FFF2-40B4-BE49-F238E27FC236}">
                  <a16:creationId xmlns:a16="http://schemas.microsoft.com/office/drawing/2014/main" id="{FA96BAAE-7780-518C-B5CB-CD223EE2D76C}"/>
                </a:ext>
              </a:extLst>
            </p:cNvPr>
            <p:cNvSpPr/>
            <p:nvPr/>
          </p:nvSpPr>
          <p:spPr>
            <a:xfrm>
              <a:off x="2402860" y="181945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3" name="Oval 1152">
              <a:extLst>
                <a:ext uri="{FF2B5EF4-FFF2-40B4-BE49-F238E27FC236}">
                  <a16:creationId xmlns:a16="http://schemas.microsoft.com/office/drawing/2014/main" id="{C5E3F326-97F4-F67E-9862-AE4AFBDBCF81}"/>
                </a:ext>
              </a:extLst>
            </p:cNvPr>
            <p:cNvSpPr/>
            <p:nvPr/>
          </p:nvSpPr>
          <p:spPr>
            <a:xfrm>
              <a:off x="2446620" y="179815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4" name="Oval 1153">
              <a:extLst>
                <a:ext uri="{FF2B5EF4-FFF2-40B4-BE49-F238E27FC236}">
                  <a16:creationId xmlns:a16="http://schemas.microsoft.com/office/drawing/2014/main" id="{9351B911-05CA-B9A3-288B-9C385D933120}"/>
                </a:ext>
              </a:extLst>
            </p:cNvPr>
            <p:cNvSpPr/>
            <p:nvPr/>
          </p:nvSpPr>
          <p:spPr>
            <a:xfrm>
              <a:off x="2490380" y="184552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5" name="Oval 1154">
              <a:extLst>
                <a:ext uri="{FF2B5EF4-FFF2-40B4-BE49-F238E27FC236}">
                  <a16:creationId xmlns:a16="http://schemas.microsoft.com/office/drawing/2014/main" id="{4725FBE0-D450-5A76-D487-7B85E36B4647}"/>
                </a:ext>
              </a:extLst>
            </p:cNvPr>
            <p:cNvSpPr/>
            <p:nvPr/>
          </p:nvSpPr>
          <p:spPr>
            <a:xfrm>
              <a:off x="2534139" y="174225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6" name="Oval 1155">
              <a:extLst>
                <a:ext uri="{FF2B5EF4-FFF2-40B4-BE49-F238E27FC236}">
                  <a16:creationId xmlns:a16="http://schemas.microsoft.com/office/drawing/2014/main" id="{D43B41E5-D22B-6891-09DF-95CF8F3424BE}"/>
                </a:ext>
              </a:extLst>
            </p:cNvPr>
            <p:cNvSpPr/>
            <p:nvPr/>
          </p:nvSpPr>
          <p:spPr>
            <a:xfrm>
              <a:off x="2577899" y="195116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7" name="Oval 1156">
              <a:extLst>
                <a:ext uri="{FF2B5EF4-FFF2-40B4-BE49-F238E27FC236}">
                  <a16:creationId xmlns:a16="http://schemas.microsoft.com/office/drawing/2014/main" id="{12569B17-23C9-B31C-C6E4-D0BB3D0DDA28}"/>
                </a:ext>
              </a:extLst>
            </p:cNvPr>
            <p:cNvSpPr/>
            <p:nvPr/>
          </p:nvSpPr>
          <p:spPr>
            <a:xfrm>
              <a:off x="2621670" y="177347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8" name="Oval 1157">
              <a:extLst>
                <a:ext uri="{FF2B5EF4-FFF2-40B4-BE49-F238E27FC236}">
                  <a16:creationId xmlns:a16="http://schemas.microsoft.com/office/drawing/2014/main" id="{0E50A8B5-7529-3289-D372-C289847DE460}"/>
                </a:ext>
              </a:extLst>
            </p:cNvPr>
            <p:cNvSpPr/>
            <p:nvPr/>
          </p:nvSpPr>
          <p:spPr>
            <a:xfrm>
              <a:off x="2665430" y="166031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9" name="Oval 1158">
              <a:extLst>
                <a:ext uri="{FF2B5EF4-FFF2-40B4-BE49-F238E27FC236}">
                  <a16:creationId xmlns:a16="http://schemas.microsoft.com/office/drawing/2014/main" id="{B5F59708-C322-C645-0E0F-01DBD0BB2A29}"/>
                </a:ext>
              </a:extLst>
            </p:cNvPr>
            <p:cNvSpPr/>
            <p:nvPr/>
          </p:nvSpPr>
          <p:spPr>
            <a:xfrm>
              <a:off x="2709189" y="176455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0" name="Oval 1159">
              <a:extLst>
                <a:ext uri="{FF2B5EF4-FFF2-40B4-BE49-F238E27FC236}">
                  <a16:creationId xmlns:a16="http://schemas.microsoft.com/office/drawing/2014/main" id="{64FD73A4-D098-E718-FD05-09452089F5F4}"/>
                </a:ext>
              </a:extLst>
            </p:cNvPr>
            <p:cNvSpPr/>
            <p:nvPr/>
          </p:nvSpPr>
          <p:spPr>
            <a:xfrm>
              <a:off x="2752949" y="16915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1" name="Oval 1160">
              <a:extLst>
                <a:ext uri="{FF2B5EF4-FFF2-40B4-BE49-F238E27FC236}">
                  <a16:creationId xmlns:a16="http://schemas.microsoft.com/office/drawing/2014/main" id="{1A1D133C-8679-F16E-AE8E-BCC564EFA2F4}"/>
                </a:ext>
              </a:extLst>
            </p:cNvPr>
            <p:cNvSpPr/>
            <p:nvPr/>
          </p:nvSpPr>
          <p:spPr>
            <a:xfrm>
              <a:off x="2796709" y="160052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2" name="Oval 1161">
              <a:extLst>
                <a:ext uri="{FF2B5EF4-FFF2-40B4-BE49-F238E27FC236}">
                  <a16:creationId xmlns:a16="http://schemas.microsoft.com/office/drawing/2014/main" id="{871AC764-D4A8-A5F4-B53E-8457C3F05688}"/>
                </a:ext>
              </a:extLst>
            </p:cNvPr>
            <p:cNvSpPr/>
            <p:nvPr/>
          </p:nvSpPr>
          <p:spPr>
            <a:xfrm>
              <a:off x="2840468" y="168397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3" name="Oval 1162">
              <a:extLst>
                <a:ext uri="{FF2B5EF4-FFF2-40B4-BE49-F238E27FC236}">
                  <a16:creationId xmlns:a16="http://schemas.microsoft.com/office/drawing/2014/main" id="{87297640-7B5A-EE9C-C9AD-2851626B7318}"/>
                </a:ext>
              </a:extLst>
            </p:cNvPr>
            <p:cNvSpPr/>
            <p:nvPr/>
          </p:nvSpPr>
          <p:spPr>
            <a:xfrm>
              <a:off x="2884239" y="163723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4" name="Oval 1163">
              <a:extLst>
                <a:ext uri="{FF2B5EF4-FFF2-40B4-BE49-F238E27FC236}">
                  <a16:creationId xmlns:a16="http://schemas.microsoft.com/office/drawing/2014/main" id="{0367965B-39D8-32FD-E8BE-14B4014B6F64}"/>
                </a:ext>
              </a:extLst>
            </p:cNvPr>
            <p:cNvSpPr/>
            <p:nvPr/>
          </p:nvSpPr>
          <p:spPr>
            <a:xfrm>
              <a:off x="2927999" y="157544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5" name="Oval 1164">
              <a:extLst>
                <a:ext uri="{FF2B5EF4-FFF2-40B4-BE49-F238E27FC236}">
                  <a16:creationId xmlns:a16="http://schemas.microsoft.com/office/drawing/2014/main" id="{1A4B0E6A-69CB-04A8-9207-C2984CB89756}"/>
                </a:ext>
              </a:extLst>
            </p:cNvPr>
            <p:cNvSpPr/>
            <p:nvPr/>
          </p:nvSpPr>
          <p:spPr>
            <a:xfrm>
              <a:off x="2971759" y="153138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6" name="Oval 1165">
              <a:extLst>
                <a:ext uri="{FF2B5EF4-FFF2-40B4-BE49-F238E27FC236}">
                  <a16:creationId xmlns:a16="http://schemas.microsoft.com/office/drawing/2014/main" id="{8947BA54-2A92-76FD-ECE3-15F4547E617F}"/>
                </a:ext>
              </a:extLst>
            </p:cNvPr>
            <p:cNvSpPr/>
            <p:nvPr/>
          </p:nvSpPr>
          <p:spPr>
            <a:xfrm>
              <a:off x="3015518" y="161664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7" name="Oval 1166">
              <a:extLst>
                <a:ext uri="{FF2B5EF4-FFF2-40B4-BE49-F238E27FC236}">
                  <a16:creationId xmlns:a16="http://schemas.microsoft.com/office/drawing/2014/main" id="{759D67D2-6EE8-6DF5-028B-C232DDB40CEA}"/>
                </a:ext>
              </a:extLst>
            </p:cNvPr>
            <p:cNvSpPr/>
            <p:nvPr/>
          </p:nvSpPr>
          <p:spPr>
            <a:xfrm>
              <a:off x="3059278" y="169831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8" name="Oval 1167">
              <a:extLst>
                <a:ext uri="{FF2B5EF4-FFF2-40B4-BE49-F238E27FC236}">
                  <a16:creationId xmlns:a16="http://schemas.microsoft.com/office/drawing/2014/main" id="{658F1533-CB55-DD42-8820-2966A0A7727F}"/>
                </a:ext>
              </a:extLst>
            </p:cNvPr>
            <p:cNvSpPr/>
            <p:nvPr/>
          </p:nvSpPr>
          <p:spPr>
            <a:xfrm>
              <a:off x="3103037" y="153070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20" name="Group 1919">
            <a:extLst>
              <a:ext uri="{FF2B5EF4-FFF2-40B4-BE49-F238E27FC236}">
                <a16:creationId xmlns:a16="http://schemas.microsoft.com/office/drawing/2014/main" id="{2AD9C86F-59C3-69C1-77CA-C7709657D6DA}"/>
              </a:ext>
            </a:extLst>
          </p:cNvPr>
          <p:cNvGrpSpPr/>
          <p:nvPr/>
        </p:nvGrpSpPr>
        <p:grpSpPr>
          <a:xfrm>
            <a:off x="4081708" y="1278078"/>
            <a:ext cx="2717991" cy="1836988"/>
            <a:chOff x="4081708" y="1278078"/>
            <a:chExt cx="2717991" cy="1836988"/>
          </a:xfrm>
        </p:grpSpPr>
        <p:sp>
          <p:nvSpPr>
            <p:cNvPr id="1656" name="Freeform 1655">
              <a:extLst>
                <a:ext uri="{FF2B5EF4-FFF2-40B4-BE49-F238E27FC236}">
                  <a16:creationId xmlns:a16="http://schemas.microsoft.com/office/drawing/2014/main" id="{0C737603-77D9-238F-975E-D231F50C253B}"/>
                </a:ext>
              </a:extLst>
            </p:cNvPr>
            <p:cNvSpPr/>
            <p:nvPr/>
          </p:nvSpPr>
          <p:spPr>
            <a:xfrm>
              <a:off x="4081708" y="1278078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7" name="Freeform 1656">
              <a:extLst>
                <a:ext uri="{FF2B5EF4-FFF2-40B4-BE49-F238E27FC236}">
                  <a16:creationId xmlns:a16="http://schemas.microsoft.com/office/drawing/2014/main" id="{A6494E01-DD52-6D09-3836-B368BBC00601}"/>
                </a:ext>
              </a:extLst>
            </p:cNvPr>
            <p:cNvSpPr/>
            <p:nvPr/>
          </p:nvSpPr>
          <p:spPr>
            <a:xfrm>
              <a:off x="4360083" y="1331581"/>
              <a:ext cx="2386116" cy="1465286"/>
            </a:xfrm>
            <a:custGeom>
              <a:avLst/>
              <a:gdLst>
                <a:gd name="csX0" fmla="*/ 0 w 2386116"/>
                <a:gd name="csY0" fmla="*/ 1465287 h 1465286"/>
                <a:gd name="csX1" fmla="*/ 2386116 w 2386116"/>
                <a:gd name="csY1" fmla="*/ 1465287 h 1465286"/>
                <a:gd name="csX2" fmla="*/ 2386116 w 2386116"/>
                <a:gd name="csY2" fmla="*/ 0 h 1465286"/>
                <a:gd name="csX3" fmla="*/ 0 w 238611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86116" h="1465286">
                  <a:moveTo>
                    <a:pt x="0" y="1465287"/>
                  </a:moveTo>
                  <a:lnTo>
                    <a:pt x="2386116" y="1465287"/>
                  </a:lnTo>
                  <a:lnTo>
                    <a:pt x="23861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8" name="Freeform 1657">
              <a:extLst>
                <a:ext uri="{FF2B5EF4-FFF2-40B4-BE49-F238E27FC236}">
                  <a16:creationId xmlns:a16="http://schemas.microsoft.com/office/drawing/2014/main" id="{808821E0-EED1-4D3C-EF53-63E3502195DE}"/>
                </a:ext>
              </a:extLst>
            </p:cNvPr>
            <p:cNvSpPr/>
            <p:nvPr/>
          </p:nvSpPr>
          <p:spPr>
            <a:xfrm>
              <a:off x="4419461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9" name="Freeform 1658">
              <a:extLst>
                <a:ext uri="{FF2B5EF4-FFF2-40B4-BE49-F238E27FC236}">
                  <a16:creationId xmlns:a16="http://schemas.microsoft.com/office/drawing/2014/main" id="{6549D44E-9283-D843-44E6-8604238672A4}"/>
                </a:ext>
              </a:extLst>
            </p:cNvPr>
            <p:cNvSpPr/>
            <p:nvPr/>
          </p:nvSpPr>
          <p:spPr>
            <a:xfrm>
              <a:off x="5077464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0" name="Freeform 1659">
              <a:extLst>
                <a:ext uri="{FF2B5EF4-FFF2-40B4-BE49-F238E27FC236}">
                  <a16:creationId xmlns:a16="http://schemas.microsoft.com/office/drawing/2014/main" id="{AC912EDE-1AF0-52FC-BACF-B59471F45A37}"/>
                </a:ext>
              </a:extLst>
            </p:cNvPr>
            <p:cNvSpPr/>
            <p:nvPr/>
          </p:nvSpPr>
          <p:spPr>
            <a:xfrm>
              <a:off x="5735469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1" name="Freeform 1660">
              <a:extLst>
                <a:ext uri="{FF2B5EF4-FFF2-40B4-BE49-F238E27FC236}">
                  <a16:creationId xmlns:a16="http://schemas.microsoft.com/office/drawing/2014/main" id="{5990F45B-3159-7AA3-5028-B4A14B35C41A}"/>
                </a:ext>
              </a:extLst>
            </p:cNvPr>
            <p:cNvSpPr/>
            <p:nvPr/>
          </p:nvSpPr>
          <p:spPr>
            <a:xfrm>
              <a:off x="6393472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2" name="Freeform 1661">
              <a:extLst>
                <a:ext uri="{FF2B5EF4-FFF2-40B4-BE49-F238E27FC236}">
                  <a16:creationId xmlns:a16="http://schemas.microsoft.com/office/drawing/2014/main" id="{6430D64D-530C-4449-9C31-5377E87EDAD2}"/>
                </a:ext>
              </a:extLst>
            </p:cNvPr>
            <p:cNvSpPr/>
            <p:nvPr/>
          </p:nvSpPr>
          <p:spPr>
            <a:xfrm>
              <a:off x="4360083" y="2769813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3" name="Freeform 1662">
              <a:extLst>
                <a:ext uri="{FF2B5EF4-FFF2-40B4-BE49-F238E27FC236}">
                  <a16:creationId xmlns:a16="http://schemas.microsoft.com/office/drawing/2014/main" id="{643BB607-4B8F-22C5-4A66-62A7D0636815}"/>
                </a:ext>
              </a:extLst>
            </p:cNvPr>
            <p:cNvSpPr/>
            <p:nvPr/>
          </p:nvSpPr>
          <p:spPr>
            <a:xfrm>
              <a:off x="4360083" y="2444798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4" name="Freeform 1663">
              <a:extLst>
                <a:ext uri="{FF2B5EF4-FFF2-40B4-BE49-F238E27FC236}">
                  <a16:creationId xmlns:a16="http://schemas.microsoft.com/office/drawing/2014/main" id="{AEAD00AB-1B1A-3C52-BDD5-CA3C04353EC9}"/>
                </a:ext>
              </a:extLst>
            </p:cNvPr>
            <p:cNvSpPr/>
            <p:nvPr/>
          </p:nvSpPr>
          <p:spPr>
            <a:xfrm>
              <a:off x="4360083" y="2119782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5" name="Freeform 1664">
              <a:extLst>
                <a:ext uri="{FF2B5EF4-FFF2-40B4-BE49-F238E27FC236}">
                  <a16:creationId xmlns:a16="http://schemas.microsoft.com/office/drawing/2014/main" id="{EE0B53B2-849D-92DA-EE14-4CBF9B767B7B}"/>
                </a:ext>
              </a:extLst>
            </p:cNvPr>
            <p:cNvSpPr/>
            <p:nvPr/>
          </p:nvSpPr>
          <p:spPr>
            <a:xfrm>
              <a:off x="4360083" y="1794769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6" name="Freeform 1665">
              <a:extLst>
                <a:ext uri="{FF2B5EF4-FFF2-40B4-BE49-F238E27FC236}">
                  <a16:creationId xmlns:a16="http://schemas.microsoft.com/office/drawing/2014/main" id="{8D8B247E-6FEF-6CDF-0A86-6054FDC3F7EC}"/>
                </a:ext>
              </a:extLst>
            </p:cNvPr>
            <p:cNvSpPr/>
            <p:nvPr/>
          </p:nvSpPr>
          <p:spPr>
            <a:xfrm>
              <a:off x="4360083" y="1469755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7" name="Freeform 1666">
              <a:extLst>
                <a:ext uri="{FF2B5EF4-FFF2-40B4-BE49-F238E27FC236}">
                  <a16:creationId xmlns:a16="http://schemas.microsoft.com/office/drawing/2014/main" id="{D04B9BB5-AD9F-FCB0-E098-A339EE0D9D2C}"/>
                </a:ext>
              </a:extLst>
            </p:cNvPr>
            <p:cNvSpPr/>
            <p:nvPr/>
          </p:nvSpPr>
          <p:spPr>
            <a:xfrm>
              <a:off x="4360083" y="2796868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8" name="Freeform 1667">
              <a:extLst>
                <a:ext uri="{FF2B5EF4-FFF2-40B4-BE49-F238E27FC236}">
                  <a16:creationId xmlns:a16="http://schemas.microsoft.com/office/drawing/2014/main" id="{C7874A28-1D4B-7F9F-7E08-AA8140FB1F62}"/>
                </a:ext>
              </a:extLst>
            </p:cNvPr>
            <p:cNvSpPr/>
            <p:nvPr/>
          </p:nvSpPr>
          <p:spPr>
            <a:xfrm>
              <a:off x="4419461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9" name="Freeform 1668">
              <a:extLst>
                <a:ext uri="{FF2B5EF4-FFF2-40B4-BE49-F238E27FC236}">
                  <a16:creationId xmlns:a16="http://schemas.microsoft.com/office/drawing/2014/main" id="{27D10A80-C518-50CD-1A3F-2719087D3525}"/>
                </a:ext>
              </a:extLst>
            </p:cNvPr>
            <p:cNvSpPr/>
            <p:nvPr/>
          </p:nvSpPr>
          <p:spPr>
            <a:xfrm>
              <a:off x="5077464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0" name="Freeform 1669">
              <a:extLst>
                <a:ext uri="{FF2B5EF4-FFF2-40B4-BE49-F238E27FC236}">
                  <a16:creationId xmlns:a16="http://schemas.microsoft.com/office/drawing/2014/main" id="{31B08EEC-BF48-2816-632A-879959EEDFFB}"/>
                </a:ext>
              </a:extLst>
            </p:cNvPr>
            <p:cNvSpPr/>
            <p:nvPr/>
          </p:nvSpPr>
          <p:spPr>
            <a:xfrm>
              <a:off x="5735469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1" name="Freeform 1670">
              <a:extLst>
                <a:ext uri="{FF2B5EF4-FFF2-40B4-BE49-F238E27FC236}">
                  <a16:creationId xmlns:a16="http://schemas.microsoft.com/office/drawing/2014/main" id="{D0D17F33-90DB-D60E-3895-5A9151FFE471}"/>
                </a:ext>
              </a:extLst>
            </p:cNvPr>
            <p:cNvSpPr/>
            <p:nvPr/>
          </p:nvSpPr>
          <p:spPr>
            <a:xfrm>
              <a:off x="6393472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2" name="Freeform 1671">
              <a:extLst>
                <a:ext uri="{FF2B5EF4-FFF2-40B4-BE49-F238E27FC236}">
                  <a16:creationId xmlns:a16="http://schemas.microsoft.com/office/drawing/2014/main" id="{88E15372-DEDC-B08C-442E-FF925D6EC6A1}"/>
                </a:ext>
              </a:extLst>
            </p:cNvPr>
            <p:cNvSpPr/>
            <p:nvPr/>
          </p:nvSpPr>
          <p:spPr>
            <a:xfrm>
              <a:off x="4389025" y="2839031"/>
              <a:ext cx="60871" cy="91369"/>
            </a:xfrm>
            <a:custGeom>
              <a:avLst/>
              <a:gdLst>
                <a:gd name="csX0" fmla="*/ 30436 w 60871"/>
                <a:gd name="csY0" fmla="*/ 9445 h 91369"/>
                <a:gd name="csX1" fmla="*/ 16574 w 60871"/>
                <a:gd name="csY1" fmla="*/ 18528 h 91369"/>
                <a:gd name="csX2" fmla="*/ 11974 w 60871"/>
                <a:gd name="csY2" fmla="*/ 45719 h 91369"/>
                <a:gd name="csX3" fmla="*/ 16574 w 60871"/>
                <a:gd name="csY3" fmla="*/ 72910 h 91369"/>
                <a:gd name="csX4" fmla="*/ 30436 w 60871"/>
                <a:gd name="csY4" fmla="*/ 81936 h 91369"/>
                <a:gd name="csX5" fmla="*/ 44296 w 60871"/>
                <a:gd name="csY5" fmla="*/ 72910 h 91369"/>
                <a:gd name="csX6" fmla="*/ 48957 w 60871"/>
                <a:gd name="csY6" fmla="*/ 45719 h 91369"/>
                <a:gd name="csX7" fmla="*/ 44296 w 60871"/>
                <a:gd name="csY7" fmla="*/ 18528 h 91369"/>
                <a:gd name="csX8" fmla="*/ 30436 w 60871"/>
                <a:gd name="csY8" fmla="*/ 9445 h 91369"/>
                <a:gd name="csX9" fmla="*/ 30436 w 60871"/>
                <a:gd name="csY9" fmla="*/ 0 h 91369"/>
                <a:gd name="csX10" fmla="*/ 53027 w 60871"/>
                <a:gd name="csY10" fmla="*/ 11744 h 91369"/>
                <a:gd name="csX11" fmla="*/ 60872 w 60871"/>
                <a:gd name="csY11" fmla="*/ 45719 h 91369"/>
                <a:gd name="csX12" fmla="*/ 53027 w 60871"/>
                <a:gd name="csY12" fmla="*/ 79694 h 91369"/>
                <a:gd name="csX13" fmla="*/ 30436 w 60871"/>
                <a:gd name="csY13" fmla="*/ 91370 h 91369"/>
                <a:gd name="csX14" fmla="*/ 7786 w 60871"/>
                <a:gd name="csY14" fmla="*/ 79694 h 91369"/>
                <a:gd name="csX15" fmla="*/ 0 w 60871"/>
                <a:gd name="csY15" fmla="*/ 45719 h 91369"/>
                <a:gd name="csX16" fmla="*/ 7786 w 60871"/>
                <a:gd name="csY16" fmla="*/ 11744 h 91369"/>
                <a:gd name="csX17" fmla="*/ 30436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6" y="9445"/>
                  </a:moveTo>
                  <a:cubicBezTo>
                    <a:pt x="24301" y="9445"/>
                    <a:pt x="19681" y="12473"/>
                    <a:pt x="16574" y="18528"/>
                  </a:cubicBezTo>
                  <a:cubicBezTo>
                    <a:pt x="13507" y="24545"/>
                    <a:pt x="11974" y="33609"/>
                    <a:pt x="11974" y="45719"/>
                  </a:cubicBezTo>
                  <a:cubicBezTo>
                    <a:pt x="11974" y="57791"/>
                    <a:pt x="13507" y="66855"/>
                    <a:pt x="16574" y="72910"/>
                  </a:cubicBezTo>
                  <a:cubicBezTo>
                    <a:pt x="19681" y="78927"/>
                    <a:pt x="24301" y="81936"/>
                    <a:pt x="30436" y="81936"/>
                  </a:cubicBezTo>
                  <a:cubicBezTo>
                    <a:pt x="36609" y="81936"/>
                    <a:pt x="41230" y="78927"/>
                    <a:pt x="44296" y="72910"/>
                  </a:cubicBezTo>
                  <a:cubicBezTo>
                    <a:pt x="47403" y="66855"/>
                    <a:pt x="48957" y="57791"/>
                    <a:pt x="48957" y="45719"/>
                  </a:cubicBezTo>
                  <a:cubicBezTo>
                    <a:pt x="48957" y="33609"/>
                    <a:pt x="47403" y="24545"/>
                    <a:pt x="44296" y="18528"/>
                  </a:cubicBezTo>
                  <a:cubicBezTo>
                    <a:pt x="41230" y="12473"/>
                    <a:pt x="36609" y="9445"/>
                    <a:pt x="30436" y="9445"/>
                  </a:cubicBezTo>
                  <a:moveTo>
                    <a:pt x="30436" y="0"/>
                  </a:moveTo>
                  <a:cubicBezTo>
                    <a:pt x="40306" y="0"/>
                    <a:pt x="47836" y="3915"/>
                    <a:pt x="53027" y="11744"/>
                  </a:cubicBezTo>
                  <a:cubicBezTo>
                    <a:pt x="58257" y="19528"/>
                    <a:pt x="60872" y="30853"/>
                    <a:pt x="60872" y="45719"/>
                  </a:cubicBezTo>
                  <a:cubicBezTo>
                    <a:pt x="60872" y="60539"/>
                    <a:pt x="58257" y="71864"/>
                    <a:pt x="53027" y="79694"/>
                  </a:cubicBezTo>
                  <a:cubicBezTo>
                    <a:pt x="47836" y="87478"/>
                    <a:pt x="40306" y="91370"/>
                    <a:pt x="30436" y="91370"/>
                  </a:cubicBezTo>
                  <a:cubicBezTo>
                    <a:pt x="20566" y="91370"/>
                    <a:pt x="13016" y="87478"/>
                    <a:pt x="7786" y="79694"/>
                  </a:cubicBezTo>
                  <a:cubicBezTo>
                    <a:pt x="2595" y="71864"/>
                    <a:pt x="0" y="60539"/>
                    <a:pt x="0" y="45719"/>
                  </a:cubicBezTo>
                  <a:cubicBezTo>
                    <a:pt x="0" y="30853"/>
                    <a:pt x="2595" y="19528"/>
                    <a:pt x="7786" y="11744"/>
                  </a:cubicBezTo>
                  <a:cubicBezTo>
                    <a:pt x="13016" y="3915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3" name="Freeform 1672">
              <a:extLst>
                <a:ext uri="{FF2B5EF4-FFF2-40B4-BE49-F238E27FC236}">
                  <a16:creationId xmlns:a16="http://schemas.microsoft.com/office/drawing/2014/main" id="{E6A37618-3CB1-55DC-49A2-DEC0ED4492EF}"/>
                </a:ext>
              </a:extLst>
            </p:cNvPr>
            <p:cNvSpPr/>
            <p:nvPr/>
          </p:nvSpPr>
          <p:spPr>
            <a:xfrm>
              <a:off x="5049506" y="2839031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7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89 w 55915"/>
                <a:gd name="csY12" fmla="*/ 17871 h 89659"/>
                <a:gd name="csX13" fmla="*/ 589 w 55915"/>
                <a:gd name="csY13" fmla="*/ 5844 h 89659"/>
                <a:gd name="csX14" fmla="*/ 14037 w 55915"/>
                <a:gd name="csY14" fmla="*/ 1484 h 89659"/>
                <a:gd name="csX15" fmla="*/ 25480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7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7" y="45538"/>
                  </a:cubicBezTo>
                  <a:cubicBezTo>
                    <a:pt x="37021" y="41249"/>
                    <a:pt x="39676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87" y="3919"/>
                    <a:pt x="9870" y="2465"/>
                    <a:pt x="14037" y="1484"/>
                  </a:cubicBezTo>
                  <a:cubicBezTo>
                    <a:pt x="18206" y="495"/>
                    <a:pt x="22020" y="0"/>
                    <a:pt x="25480" y="0"/>
                  </a:cubicBezTo>
                  <a:cubicBezTo>
                    <a:pt x="34603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5" y="42495"/>
                    <a:pt x="46007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4" name="Freeform 1673">
              <a:extLst>
                <a:ext uri="{FF2B5EF4-FFF2-40B4-BE49-F238E27FC236}">
                  <a16:creationId xmlns:a16="http://schemas.microsoft.com/office/drawing/2014/main" id="{0F7E35CA-4B8D-F16A-6354-96BD430C49B0}"/>
                </a:ext>
              </a:extLst>
            </p:cNvPr>
            <p:cNvSpPr/>
            <p:nvPr/>
          </p:nvSpPr>
          <p:spPr>
            <a:xfrm>
              <a:off x="5703374" y="2840628"/>
              <a:ext cx="64178" cy="88062"/>
            </a:xfrm>
            <a:custGeom>
              <a:avLst/>
              <a:gdLst>
                <a:gd name="csX0" fmla="*/ 39762 w 64178"/>
                <a:gd name="csY0" fmla="*/ 10385 h 88062"/>
                <a:gd name="csX1" fmla="*/ 9683 w 64178"/>
                <a:gd name="csY1" fmla="*/ 57395 h 88062"/>
                <a:gd name="csX2" fmla="*/ 39762 w 64178"/>
                <a:gd name="csY2" fmla="*/ 57395 h 88062"/>
                <a:gd name="csX3" fmla="*/ 39762 w 64178"/>
                <a:gd name="csY3" fmla="*/ 10385 h 88062"/>
                <a:gd name="csX4" fmla="*/ 36636 w 64178"/>
                <a:gd name="csY4" fmla="*/ 0 h 88062"/>
                <a:gd name="csX5" fmla="*/ 51619 w 64178"/>
                <a:gd name="csY5" fmla="*/ 0 h 88062"/>
                <a:gd name="csX6" fmla="*/ 51619 w 64178"/>
                <a:gd name="csY6" fmla="*/ 57395 h 88062"/>
                <a:gd name="csX7" fmla="*/ 64179 w 64178"/>
                <a:gd name="csY7" fmla="*/ 57395 h 88062"/>
                <a:gd name="csX8" fmla="*/ 64179 w 64178"/>
                <a:gd name="csY8" fmla="*/ 67304 h 88062"/>
                <a:gd name="csX9" fmla="*/ 51619 w 64178"/>
                <a:gd name="csY9" fmla="*/ 67304 h 88062"/>
                <a:gd name="csX10" fmla="*/ 51619 w 64178"/>
                <a:gd name="csY10" fmla="*/ 88063 h 88062"/>
                <a:gd name="csX11" fmla="*/ 39762 w 64178"/>
                <a:gd name="csY11" fmla="*/ 88063 h 88062"/>
                <a:gd name="csX12" fmla="*/ 39762 w 64178"/>
                <a:gd name="csY12" fmla="*/ 67304 h 88062"/>
                <a:gd name="csX13" fmla="*/ 0 w 64178"/>
                <a:gd name="csY13" fmla="*/ 67304 h 88062"/>
                <a:gd name="csX14" fmla="*/ 0 w 64178"/>
                <a:gd name="csY14" fmla="*/ 55798 h 88062"/>
                <a:gd name="csX15" fmla="*/ 36636 w 64178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8" h="88062">
                  <a:moveTo>
                    <a:pt x="39762" y="10385"/>
                  </a:moveTo>
                  <a:lnTo>
                    <a:pt x="9683" y="57395"/>
                  </a:lnTo>
                  <a:lnTo>
                    <a:pt x="39762" y="57395"/>
                  </a:lnTo>
                  <a:lnTo>
                    <a:pt x="39762" y="10385"/>
                  </a:lnTo>
                  <a:moveTo>
                    <a:pt x="36636" y="0"/>
                  </a:moveTo>
                  <a:lnTo>
                    <a:pt x="51619" y="0"/>
                  </a:lnTo>
                  <a:lnTo>
                    <a:pt x="51619" y="57395"/>
                  </a:lnTo>
                  <a:lnTo>
                    <a:pt x="64179" y="57395"/>
                  </a:lnTo>
                  <a:lnTo>
                    <a:pt x="64179" y="67304"/>
                  </a:lnTo>
                  <a:lnTo>
                    <a:pt x="51619" y="67304"/>
                  </a:lnTo>
                  <a:lnTo>
                    <a:pt x="51619" y="88063"/>
                  </a:lnTo>
                  <a:lnTo>
                    <a:pt x="39762" y="88063"/>
                  </a:lnTo>
                  <a:lnTo>
                    <a:pt x="39762" y="67304"/>
                  </a:lnTo>
                  <a:lnTo>
                    <a:pt x="0" y="67304"/>
                  </a:lnTo>
                  <a:lnTo>
                    <a:pt x="0" y="55798"/>
                  </a:lnTo>
                  <a:lnTo>
                    <a:pt x="36636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5" name="Freeform 1674">
              <a:extLst>
                <a:ext uri="{FF2B5EF4-FFF2-40B4-BE49-F238E27FC236}">
                  <a16:creationId xmlns:a16="http://schemas.microsoft.com/office/drawing/2014/main" id="{E2A17ED6-02B5-A638-F309-494F49733648}"/>
                </a:ext>
              </a:extLst>
            </p:cNvPr>
            <p:cNvSpPr/>
            <p:nvPr/>
          </p:nvSpPr>
          <p:spPr>
            <a:xfrm>
              <a:off x="6363065" y="2839031"/>
              <a:ext cx="60814" cy="91369"/>
            </a:xfrm>
            <a:custGeom>
              <a:avLst/>
              <a:gdLst>
                <a:gd name="csX0" fmla="*/ 31438 w 60814"/>
                <a:gd name="csY0" fmla="*/ 40883 h 91369"/>
                <a:gd name="csX1" fmla="*/ 18698 w 60814"/>
                <a:gd name="csY1" fmla="*/ 46364 h 91369"/>
                <a:gd name="csX2" fmla="*/ 14032 w 60814"/>
                <a:gd name="csY2" fmla="*/ 61404 h 91369"/>
                <a:gd name="csX3" fmla="*/ 18698 w 60814"/>
                <a:gd name="csY3" fmla="*/ 76444 h 91369"/>
                <a:gd name="csX4" fmla="*/ 31438 w 60814"/>
                <a:gd name="csY4" fmla="*/ 81936 h 91369"/>
                <a:gd name="csX5" fmla="*/ 44122 w 60814"/>
                <a:gd name="csY5" fmla="*/ 76444 h 91369"/>
                <a:gd name="csX6" fmla="*/ 48833 w 60814"/>
                <a:gd name="csY6" fmla="*/ 61404 h 91369"/>
                <a:gd name="csX7" fmla="*/ 44122 w 60814"/>
                <a:gd name="csY7" fmla="*/ 46364 h 91369"/>
                <a:gd name="csX8" fmla="*/ 31438 w 60814"/>
                <a:gd name="csY8" fmla="*/ 40883 h 91369"/>
                <a:gd name="csX9" fmla="*/ 55085 w 60814"/>
                <a:gd name="csY9" fmla="*/ 3545 h 91369"/>
                <a:gd name="csX10" fmla="*/ 55085 w 60814"/>
                <a:gd name="csY10" fmla="*/ 14394 h 91369"/>
                <a:gd name="csX11" fmla="*/ 46002 w 60814"/>
                <a:gd name="csY11" fmla="*/ 11155 h 91369"/>
                <a:gd name="csX12" fmla="*/ 36987 w 60814"/>
                <a:gd name="csY12" fmla="*/ 10034 h 91369"/>
                <a:gd name="csX13" fmla="*/ 18935 w 60814"/>
                <a:gd name="csY13" fmla="*/ 17995 h 91369"/>
                <a:gd name="csX14" fmla="*/ 11857 w 60814"/>
                <a:gd name="csY14" fmla="*/ 42061 h 91369"/>
                <a:gd name="csX15" fmla="*/ 20589 w 60814"/>
                <a:gd name="csY15" fmla="*/ 34213 h 91369"/>
                <a:gd name="csX16" fmla="*/ 32140 w 60814"/>
                <a:gd name="csY16" fmla="*/ 31438 h 91369"/>
                <a:gd name="csX17" fmla="*/ 53080 w 60814"/>
                <a:gd name="csY17" fmla="*/ 39524 h 91369"/>
                <a:gd name="csX18" fmla="*/ 60815 w 60814"/>
                <a:gd name="csY18" fmla="*/ 61404 h 91369"/>
                <a:gd name="csX19" fmla="*/ 52786 w 60814"/>
                <a:gd name="csY19" fmla="*/ 83171 h 91369"/>
                <a:gd name="csX20" fmla="*/ 31438 w 60814"/>
                <a:gd name="csY20" fmla="*/ 91370 h 91369"/>
                <a:gd name="csX21" fmla="*/ 8075 w 60814"/>
                <a:gd name="csY21" fmla="*/ 79694 h 91369"/>
                <a:gd name="csX22" fmla="*/ 0 w 60814"/>
                <a:gd name="csY22" fmla="*/ 45719 h 91369"/>
                <a:gd name="csX23" fmla="*/ 9909 w 60814"/>
                <a:gd name="csY23" fmla="*/ 12446 h 91369"/>
                <a:gd name="csX24" fmla="*/ 36512 w 60814"/>
                <a:gd name="csY24" fmla="*/ 0 h 91369"/>
                <a:gd name="csX25" fmla="*/ 45538 w 60814"/>
                <a:gd name="csY25" fmla="*/ 883 h 91369"/>
                <a:gd name="csX26" fmla="*/ 55085 w 60814"/>
                <a:gd name="csY26" fmla="*/ 3545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814" h="91369">
                  <a:moveTo>
                    <a:pt x="31438" y="40883"/>
                  </a:moveTo>
                  <a:cubicBezTo>
                    <a:pt x="26093" y="40883"/>
                    <a:pt x="21846" y="42710"/>
                    <a:pt x="18698" y="46364"/>
                  </a:cubicBezTo>
                  <a:cubicBezTo>
                    <a:pt x="15587" y="50019"/>
                    <a:pt x="14032" y="55032"/>
                    <a:pt x="14032" y="61404"/>
                  </a:cubicBezTo>
                  <a:cubicBezTo>
                    <a:pt x="14032" y="67738"/>
                    <a:pt x="15587" y="72752"/>
                    <a:pt x="18698" y="76444"/>
                  </a:cubicBezTo>
                  <a:cubicBezTo>
                    <a:pt x="21846" y="80105"/>
                    <a:pt x="26093" y="81936"/>
                    <a:pt x="31438" y="81936"/>
                  </a:cubicBezTo>
                  <a:cubicBezTo>
                    <a:pt x="36783" y="81936"/>
                    <a:pt x="41012" y="80105"/>
                    <a:pt x="44122" y="76444"/>
                  </a:cubicBezTo>
                  <a:cubicBezTo>
                    <a:pt x="47263" y="72752"/>
                    <a:pt x="48833" y="67738"/>
                    <a:pt x="48833" y="61404"/>
                  </a:cubicBezTo>
                  <a:cubicBezTo>
                    <a:pt x="48833" y="55032"/>
                    <a:pt x="47263" y="50019"/>
                    <a:pt x="44122" y="46364"/>
                  </a:cubicBezTo>
                  <a:cubicBezTo>
                    <a:pt x="41012" y="42710"/>
                    <a:pt x="36784" y="40883"/>
                    <a:pt x="31438" y="40883"/>
                  </a:cubicBezTo>
                  <a:moveTo>
                    <a:pt x="55085" y="3545"/>
                  </a:moveTo>
                  <a:lnTo>
                    <a:pt x="55085" y="14394"/>
                  </a:lnTo>
                  <a:cubicBezTo>
                    <a:pt x="52103" y="12982"/>
                    <a:pt x="49075" y="11903"/>
                    <a:pt x="46002" y="11155"/>
                  </a:cubicBezTo>
                  <a:cubicBezTo>
                    <a:pt x="42975" y="10408"/>
                    <a:pt x="39970" y="10034"/>
                    <a:pt x="36987" y="10034"/>
                  </a:cubicBezTo>
                  <a:cubicBezTo>
                    <a:pt x="29120" y="10034"/>
                    <a:pt x="23103" y="12688"/>
                    <a:pt x="18935" y="17995"/>
                  </a:cubicBezTo>
                  <a:cubicBezTo>
                    <a:pt x="14806" y="23303"/>
                    <a:pt x="12446" y="31325"/>
                    <a:pt x="11857" y="42061"/>
                  </a:cubicBezTo>
                  <a:cubicBezTo>
                    <a:pt x="14175" y="38641"/>
                    <a:pt x="17086" y="36025"/>
                    <a:pt x="20589" y="34213"/>
                  </a:cubicBezTo>
                  <a:cubicBezTo>
                    <a:pt x="24084" y="32363"/>
                    <a:pt x="27935" y="31438"/>
                    <a:pt x="32140" y="31438"/>
                  </a:cubicBezTo>
                  <a:cubicBezTo>
                    <a:pt x="40989" y="31438"/>
                    <a:pt x="47969" y="34133"/>
                    <a:pt x="53080" y="39524"/>
                  </a:cubicBezTo>
                  <a:cubicBezTo>
                    <a:pt x="58237" y="44869"/>
                    <a:pt x="60815" y="52163"/>
                    <a:pt x="60815" y="61404"/>
                  </a:cubicBezTo>
                  <a:cubicBezTo>
                    <a:pt x="60815" y="70449"/>
                    <a:pt x="58139" y="77704"/>
                    <a:pt x="52786" y="83171"/>
                  </a:cubicBezTo>
                  <a:cubicBezTo>
                    <a:pt x="47440" y="88637"/>
                    <a:pt x="40324" y="91370"/>
                    <a:pt x="31438" y="91370"/>
                  </a:cubicBezTo>
                  <a:cubicBezTo>
                    <a:pt x="21253" y="91370"/>
                    <a:pt x="13465" y="87478"/>
                    <a:pt x="8075" y="79694"/>
                  </a:cubicBezTo>
                  <a:cubicBezTo>
                    <a:pt x="2692" y="71864"/>
                    <a:pt x="0" y="60539"/>
                    <a:pt x="0" y="45719"/>
                  </a:cubicBezTo>
                  <a:cubicBezTo>
                    <a:pt x="0" y="31797"/>
                    <a:pt x="3303" y="20706"/>
                    <a:pt x="9909" y="12446"/>
                  </a:cubicBezTo>
                  <a:cubicBezTo>
                    <a:pt x="16516" y="4149"/>
                    <a:pt x="25383" y="0"/>
                    <a:pt x="36512" y="0"/>
                  </a:cubicBezTo>
                  <a:cubicBezTo>
                    <a:pt x="39502" y="0"/>
                    <a:pt x="42510" y="294"/>
                    <a:pt x="45538" y="883"/>
                  </a:cubicBezTo>
                  <a:cubicBezTo>
                    <a:pt x="48603" y="1480"/>
                    <a:pt x="51785" y="2367"/>
                    <a:pt x="55085" y="3545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6" name="Freeform 1675">
              <a:extLst>
                <a:ext uri="{FF2B5EF4-FFF2-40B4-BE49-F238E27FC236}">
                  <a16:creationId xmlns:a16="http://schemas.microsoft.com/office/drawing/2014/main" id="{1E465E65-D2F1-C12D-76D0-7A68E5DB0F6B}"/>
                </a:ext>
              </a:extLst>
            </p:cNvPr>
            <p:cNvSpPr/>
            <p:nvPr/>
          </p:nvSpPr>
          <p:spPr>
            <a:xfrm>
              <a:off x="5092015" y="2989302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39 w 82774"/>
                <a:gd name="csY3" fmla="*/ 11144 h 97847"/>
                <a:gd name="csX4" fmla="*/ 48039 w 82774"/>
                <a:gd name="csY4" fmla="*/ 97848 h 97847"/>
                <a:gd name="csX5" fmla="*/ 34736 w 82774"/>
                <a:gd name="csY5" fmla="*/ 97848 h 97847"/>
                <a:gd name="csX6" fmla="*/ 34736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39" y="11144"/>
                  </a:lnTo>
                  <a:lnTo>
                    <a:pt x="48039" y="97848"/>
                  </a:lnTo>
                  <a:lnTo>
                    <a:pt x="34736" y="97848"/>
                  </a:lnTo>
                  <a:lnTo>
                    <a:pt x="34736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7" name="Freeform 1676">
              <a:extLst>
                <a:ext uri="{FF2B5EF4-FFF2-40B4-BE49-F238E27FC236}">
                  <a16:creationId xmlns:a16="http://schemas.microsoft.com/office/drawing/2014/main" id="{442C004D-86B8-6BF5-AF2E-7F6BAD0D66F1}"/>
                </a:ext>
              </a:extLst>
            </p:cNvPr>
            <p:cNvSpPr/>
            <p:nvPr/>
          </p:nvSpPr>
          <p:spPr>
            <a:xfrm>
              <a:off x="5166860" y="3011975"/>
              <a:ext cx="42992" cy="75175"/>
            </a:xfrm>
            <a:custGeom>
              <a:avLst/>
              <a:gdLst>
                <a:gd name="csX0" fmla="*/ 42993 w 42992"/>
                <a:gd name="csY0" fmla="*/ 13046 h 75175"/>
                <a:gd name="csX1" fmla="*/ 38537 w 42992"/>
                <a:gd name="csY1" fmla="*/ 11336 h 75175"/>
                <a:gd name="csX2" fmla="*/ 33293 w 42992"/>
                <a:gd name="csY2" fmla="*/ 10747 h 75175"/>
                <a:gd name="csX3" fmla="*/ 17564 w 42992"/>
                <a:gd name="csY3" fmla="*/ 17440 h 75175"/>
                <a:gd name="csX4" fmla="*/ 12124 w 42992"/>
                <a:gd name="csY4" fmla="*/ 36512 h 75175"/>
                <a:gd name="csX5" fmla="*/ 12124 w 42992"/>
                <a:gd name="csY5" fmla="*/ 75175 h 75175"/>
                <a:gd name="csX6" fmla="*/ 0 w 42992"/>
                <a:gd name="csY6" fmla="*/ 75175 h 75175"/>
                <a:gd name="csX7" fmla="*/ 0 w 42992"/>
                <a:gd name="csY7" fmla="*/ 1778 h 75175"/>
                <a:gd name="csX8" fmla="*/ 12124 w 42992"/>
                <a:gd name="csY8" fmla="*/ 1778 h 75175"/>
                <a:gd name="csX9" fmla="*/ 12124 w 42992"/>
                <a:gd name="csY9" fmla="*/ 13171 h 75175"/>
                <a:gd name="csX10" fmla="*/ 22020 w 42992"/>
                <a:gd name="csY10" fmla="*/ 3284 h 75175"/>
                <a:gd name="csX11" fmla="*/ 36832 w 42992"/>
                <a:gd name="csY11" fmla="*/ 0 h 75175"/>
                <a:gd name="csX12" fmla="*/ 39585 w 42992"/>
                <a:gd name="csY12" fmla="*/ 204 h 75175"/>
                <a:gd name="csX13" fmla="*/ 42927 w 42992"/>
                <a:gd name="csY13" fmla="*/ 657 h 75175"/>
                <a:gd name="csX14" fmla="*/ 42993 w 42992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92" h="75175">
                  <a:moveTo>
                    <a:pt x="42993" y="13046"/>
                  </a:moveTo>
                  <a:cubicBezTo>
                    <a:pt x="41639" y="12261"/>
                    <a:pt x="40153" y="11691"/>
                    <a:pt x="38537" y="11336"/>
                  </a:cubicBezTo>
                  <a:cubicBezTo>
                    <a:pt x="36963" y="10944"/>
                    <a:pt x="35215" y="10747"/>
                    <a:pt x="33293" y="10747"/>
                  </a:cubicBezTo>
                  <a:cubicBezTo>
                    <a:pt x="26477" y="10747"/>
                    <a:pt x="21234" y="12978"/>
                    <a:pt x="17564" y="17440"/>
                  </a:cubicBezTo>
                  <a:cubicBezTo>
                    <a:pt x="13938" y="21850"/>
                    <a:pt x="12124" y="28207"/>
                    <a:pt x="12124" y="36512"/>
                  </a:cubicBezTo>
                  <a:lnTo>
                    <a:pt x="12124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4" y="1778"/>
                  </a:lnTo>
                  <a:lnTo>
                    <a:pt x="12124" y="13171"/>
                  </a:lnTo>
                  <a:cubicBezTo>
                    <a:pt x="14659" y="8716"/>
                    <a:pt x="17958" y="5421"/>
                    <a:pt x="22020" y="3284"/>
                  </a:cubicBezTo>
                  <a:cubicBezTo>
                    <a:pt x="26084" y="1095"/>
                    <a:pt x="31021" y="0"/>
                    <a:pt x="36832" y="0"/>
                  </a:cubicBezTo>
                  <a:cubicBezTo>
                    <a:pt x="37663" y="0"/>
                    <a:pt x="38580" y="68"/>
                    <a:pt x="39585" y="204"/>
                  </a:cubicBezTo>
                  <a:cubicBezTo>
                    <a:pt x="40590" y="287"/>
                    <a:pt x="41704" y="438"/>
                    <a:pt x="42927" y="657"/>
                  </a:cubicBezTo>
                  <a:lnTo>
                    <a:pt x="42993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8" name="Freeform 1677">
              <a:extLst>
                <a:ext uri="{FF2B5EF4-FFF2-40B4-BE49-F238E27FC236}">
                  <a16:creationId xmlns:a16="http://schemas.microsoft.com/office/drawing/2014/main" id="{F5872A1A-35DF-F315-8518-D5E92D7CF6AE}"/>
                </a:ext>
              </a:extLst>
            </p:cNvPr>
            <p:cNvSpPr/>
            <p:nvPr/>
          </p:nvSpPr>
          <p:spPr>
            <a:xfrm>
              <a:off x="5221259" y="3011975"/>
              <a:ext cx="61471" cy="77077"/>
            </a:xfrm>
            <a:custGeom>
              <a:avLst/>
              <a:gdLst>
                <a:gd name="csX0" fmla="*/ 0 w 61471"/>
                <a:gd name="csY0" fmla="*/ 46206 h 77077"/>
                <a:gd name="csX1" fmla="*/ 0 w 61471"/>
                <a:gd name="csY1" fmla="*/ 1778 h 77077"/>
                <a:gd name="csX2" fmla="*/ 12061 w 61471"/>
                <a:gd name="csY2" fmla="*/ 1778 h 77077"/>
                <a:gd name="csX3" fmla="*/ 12061 w 61471"/>
                <a:gd name="csY3" fmla="*/ 45753 h 77077"/>
                <a:gd name="csX4" fmla="*/ 16115 w 61471"/>
                <a:gd name="csY4" fmla="*/ 61415 h 77077"/>
                <a:gd name="csX5" fmla="*/ 28312 w 61471"/>
                <a:gd name="csY5" fmla="*/ 66591 h 77077"/>
                <a:gd name="csX6" fmla="*/ 43714 w 61471"/>
                <a:gd name="csY6" fmla="*/ 60362 h 77077"/>
                <a:gd name="csX7" fmla="*/ 49411 w 61471"/>
                <a:gd name="csY7" fmla="*/ 43386 h 77077"/>
                <a:gd name="csX8" fmla="*/ 49411 w 61471"/>
                <a:gd name="csY8" fmla="*/ 1778 h 77077"/>
                <a:gd name="csX9" fmla="*/ 61472 w 61471"/>
                <a:gd name="csY9" fmla="*/ 1778 h 77077"/>
                <a:gd name="csX10" fmla="*/ 61472 w 61471"/>
                <a:gd name="csY10" fmla="*/ 75175 h 77077"/>
                <a:gd name="csX11" fmla="*/ 49411 w 61471"/>
                <a:gd name="csY11" fmla="*/ 75175 h 77077"/>
                <a:gd name="csX12" fmla="*/ 49411 w 61471"/>
                <a:gd name="csY12" fmla="*/ 63907 h 77077"/>
                <a:gd name="csX13" fmla="*/ 39184 w 61471"/>
                <a:gd name="csY13" fmla="*/ 73861 h 77077"/>
                <a:gd name="csX14" fmla="*/ 25753 w 61471"/>
                <a:gd name="csY14" fmla="*/ 77078 h 77077"/>
                <a:gd name="csX15" fmla="*/ 6546 w 61471"/>
                <a:gd name="csY15" fmla="*/ 69207 h 77077"/>
                <a:gd name="csX16" fmla="*/ 0 w 61471"/>
                <a:gd name="csY16" fmla="*/ 46206 h 77077"/>
                <a:gd name="csX17" fmla="*/ 30340 w 61471"/>
                <a:gd name="csY17" fmla="*/ 0 h 77077"/>
                <a:gd name="csX18" fmla="*/ 30340 w 61471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71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3" y="57920"/>
                    <a:pt x="16115" y="61415"/>
                  </a:cubicBezTo>
                  <a:cubicBezTo>
                    <a:pt x="18826" y="64866"/>
                    <a:pt x="22892" y="66591"/>
                    <a:pt x="28312" y="66591"/>
                  </a:cubicBezTo>
                  <a:cubicBezTo>
                    <a:pt x="34821" y="66591"/>
                    <a:pt x="39955" y="64515"/>
                    <a:pt x="43714" y="60362"/>
                  </a:cubicBezTo>
                  <a:cubicBezTo>
                    <a:pt x="47512" y="56210"/>
                    <a:pt x="49411" y="50551"/>
                    <a:pt x="49411" y="43386"/>
                  </a:cubicBezTo>
                  <a:lnTo>
                    <a:pt x="49411" y="1778"/>
                  </a:lnTo>
                  <a:lnTo>
                    <a:pt x="61472" y="1778"/>
                  </a:lnTo>
                  <a:lnTo>
                    <a:pt x="61472" y="75175"/>
                  </a:lnTo>
                  <a:lnTo>
                    <a:pt x="49411" y="75175"/>
                  </a:lnTo>
                  <a:lnTo>
                    <a:pt x="49411" y="63907"/>
                  </a:lnTo>
                  <a:cubicBezTo>
                    <a:pt x="46481" y="68361"/>
                    <a:pt x="43073" y="71679"/>
                    <a:pt x="39184" y="73861"/>
                  </a:cubicBezTo>
                  <a:cubicBezTo>
                    <a:pt x="35341" y="76006"/>
                    <a:pt x="30864" y="77078"/>
                    <a:pt x="25753" y="77078"/>
                  </a:cubicBezTo>
                  <a:cubicBezTo>
                    <a:pt x="17320" y="77078"/>
                    <a:pt x="10917" y="74454"/>
                    <a:pt x="6546" y="69207"/>
                  </a:cubicBezTo>
                  <a:cubicBezTo>
                    <a:pt x="2182" y="63967"/>
                    <a:pt x="0" y="56300"/>
                    <a:pt x="0" y="46206"/>
                  </a:cubicBezTo>
                  <a:moveTo>
                    <a:pt x="30340" y="0"/>
                  </a:moveTo>
                  <a:lnTo>
                    <a:pt x="3034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9" name="Freeform 1678">
              <a:extLst>
                <a:ext uri="{FF2B5EF4-FFF2-40B4-BE49-F238E27FC236}">
                  <a16:creationId xmlns:a16="http://schemas.microsoft.com/office/drawing/2014/main" id="{F343C73B-0D08-E784-B9B3-4843EDDD04D7}"/>
                </a:ext>
              </a:extLst>
            </p:cNvPr>
            <p:cNvSpPr/>
            <p:nvPr/>
          </p:nvSpPr>
          <p:spPr>
            <a:xfrm>
              <a:off x="5302323" y="3011975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14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705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11" y="49656"/>
                    <a:pt x="15602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35" y="66851"/>
                    <a:pt x="47912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51" y="74669"/>
                    <a:pt x="51914" y="75628"/>
                  </a:cubicBezTo>
                  <a:cubicBezTo>
                    <a:pt x="47369" y="76594"/>
                    <a:pt x="42755" y="77078"/>
                    <a:pt x="38075" y="77078"/>
                  </a:cubicBezTo>
                  <a:cubicBezTo>
                    <a:pt x="26372" y="77078"/>
                    <a:pt x="17089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5" y="17652"/>
                    <a:pt x="9705" y="10623"/>
                  </a:cubicBezTo>
                  <a:cubicBezTo>
                    <a:pt x="16214" y="3541"/>
                    <a:pt x="24971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85" y="25326"/>
                    <a:pt x="54028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8" y="10226"/>
                    <a:pt x="23990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0" name="Freeform 1679">
              <a:extLst>
                <a:ext uri="{FF2B5EF4-FFF2-40B4-BE49-F238E27FC236}">
                  <a16:creationId xmlns:a16="http://schemas.microsoft.com/office/drawing/2014/main" id="{FAC8A657-9FE9-5A0A-4CD8-43E143CA5497}"/>
                </a:ext>
              </a:extLst>
            </p:cNvPr>
            <p:cNvSpPr/>
            <p:nvPr/>
          </p:nvSpPr>
          <p:spPr>
            <a:xfrm>
              <a:off x="5432357" y="3011975"/>
              <a:ext cx="65662" cy="103091"/>
            </a:xfrm>
            <a:custGeom>
              <a:avLst/>
              <a:gdLst>
                <a:gd name="csX0" fmla="*/ 12118 w 65662"/>
                <a:gd name="csY0" fmla="*/ 64167 h 103091"/>
                <a:gd name="csX1" fmla="*/ 12118 w 65662"/>
                <a:gd name="csY1" fmla="*/ 103091 h 103091"/>
                <a:gd name="csX2" fmla="*/ 0 w 65662"/>
                <a:gd name="csY2" fmla="*/ 103091 h 103091"/>
                <a:gd name="csX3" fmla="*/ 0 w 65662"/>
                <a:gd name="csY3" fmla="*/ 1778 h 103091"/>
                <a:gd name="csX4" fmla="*/ 12118 w 65662"/>
                <a:gd name="csY4" fmla="*/ 1778 h 103091"/>
                <a:gd name="csX5" fmla="*/ 12118 w 65662"/>
                <a:gd name="csY5" fmla="*/ 12910 h 103091"/>
                <a:gd name="csX6" fmla="*/ 21687 w 65662"/>
                <a:gd name="csY6" fmla="*/ 3216 h 103091"/>
                <a:gd name="csX7" fmla="*/ 35583 w 65662"/>
                <a:gd name="csY7" fmla="*/ 0 h 103091"/>
                <a:gd name="csX8" fmla="*/ 57282 w 65662"/>
                <a:gd name="csY8" fmla="*/ 10623 h 103091"/>
                <a:gd name="csX9" fmla="*/ 65662 w 65662"/>
                <a:gd name="csY9" fmla="*/ 38539 h 103091"/>
                <a:gd name="csX10" fmla="*/ 57282 w 65662"/>
                <a:gd name="csY10" fmla="*/ 66455 h 103091"/>
                <a:gd name="csX11" fmla="*/ 35583 w 65662"/>
                <a:gd name="csY11" fmla="*/ 77078 h 103091"/>
                <a:gd name="csX12" fmla="*/ 21687 w 65662"/>
                <a:gd name="csY12" fmla="*/ 73929 h 103091"/>
                <a:gd name="csX13" fmla="*/ 12118 w 65662"/>
                <a:gd name="csY13" fmla="*/ 64167 h 103091"/>
                <a:gd name="csX14" fmla="*/ 53148 w 65662"/>
                <a:gd name="csY14" fmla="*/ 38539 h 103091"/>
                <a:gd name="csX15" fmla="*/ 47644 w 65662"/>
                <a:gd name="csY15" fmla="*/ 17701 h 103091"/>
                <a:gd name="csX16" fmla="*/ 32638 w 65662"/>
                <a:gd name="csY16" fmla="*/ 10090 h 103091"/>
                <a:gd name="csX17" fmla="*/ 17565 w 65662"/>
                <a:gd name="csY17" fmla="*/ 17701 h 103091"/>
                <a:gd name="csX18" fmla="*/ 12118 w 65662"/>
                <a:gd name="csY18" fmla="*/ 38539 h 103091"/>
                <a:gd name="csX19" fmla="*/ 17565 w 65662"/>
                <a:gd name="csY19" fmla="*/ 59445 h 103091"/>
                <a:gd name="csX20" fmla="*/ 32638 w 65662"/>
                <a:gd name="csY20" fmla="*/ 66987 h 103091"/>
                <a:gd name="csX21" fmla="*/ 47644 w 65662"/>
                <a:gd name="csY21" fmla="*/ 59445 h 103091"/>
                <a:gd name="csX22" fmla="*/ 53148 w 65662"/>
                <a:gd name="csY22" fmla="*/ 38539 h 103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5662" h="103091">
                  <a:moveTo>
                    <a:pt x="12118" y="64167"/>
                  </a:moveTo>
                  <a:lnTo>
                    <a:pt x="12118" y="103091"/>
                  </a:lnTo>
                  <a:lnTo>
                    <a:pt x="0" y="103091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2910"/>
                  </a:lnTo>
                  <a:cubicBezTo>
                    <a:pt x="14654" y="8547"/>
                    <a:pt x="17844" y="5315"/>
                    <a:pt x="21687" y="3216"/>
                  </a:cubicBezTo>
                  <a:cubicBezTo>
                    <a:pt x="25576" y="1072"/>
                    <a:pt x="30207" y="0"/>
                    <a:pt x="35583" y="0"/>
                  </a:cubicBezTo>
                  <a:cubicBezTo>
                    <a:pt x="44500" y="0"/>
                    <a:pt x="51732" y="3541"/>
                    <a:pt x="57282" y="10623"/>
                  </a:cubicBezTo>
                  <a:cubicBezTo>
                    <a:pt x="62869" y="17697"/>
                    <a:pt x="65662" y="27002"/>
                    <a:pt x="65662" y="38539"/>
                  </a:cubicBezTo>
                  <a:cubicBezTo>
                    <a:pt x="65662" y="50075"/>
                    <a:pt x="62869" y="59381"/>
                    <a:pt x="57282" y="66455"/>
                  </a:cubicBezTo>
                  <a:cubicBezTo>
                    <a:pt x="51732" y="73537"/>
                    <a:pt x="44500" y="77078"/>
                    <a:pt x="35583" y="77078"/>
                  </a:cubicBezTo>
                  <a:cubicBezTo>
                    <a:pt x="30207" y="77078"/>
                    <a:pt x="25576" y="76028"/>
                    <a:pt x="21687" y="73929"/>
                  </a:cubicBezTo>
                  <a:cubicBezTo>
                    <a:pt x="17844" y="71785"/>
                    <a:pt x="14654" y="68531"/>
                    <a:pt x="12118" y="64167"/>
                  </a:cubicBezTo>
                  <a:moveTo>
                    <a:pt x="53148" y="38539"/>
                  </a:moveTo>
                  <a:cubicBezTo>
                    <a:pt x="53148" y="29668"/>
                    <a:pt x="51313" y="22722"/>
                    <a:pt x="47644" y="17701"/>
                  </a:cubicBezTo>
                  <a:cubicBezTo>
                    <a:pt x="44020" y="12627"/>
                    <a:pt x="39018" y="10090"/>
                    <a:pt x="32638" y="10090"/>
                  </a:cubicBezTo>
                  <a:cubicBezTo>
                    <a:pt x="26259" y="10090"/>
                    <a:pt x="21234" y="12627"/>
                    <a:pt x="17565" y="17701"/>
                  </a:cubicBezTo>
                  <a:cubicBezTo>
                    <a:pt x="13933" y="22722"/>
                    <a:pt x="12118" y="29668"/>
                    <a:pt x="12118" y="38539"/>
                  </a:cubicBezTo>
                  <a:cubicBezTo>
                    <a:pt x="12118" y="47410"/>
                    <a:pt x="13933" y="54379"/>
                    <a:pt x="17565" y="59445"/>
                  </a:cubicBezTo>
                  <a:cubicBezTo>
                    <a:pt x="21234" y="64473"/>
                    <a:pt x="26259" y="66987"/>
                    <a:pt x="32638" y="66987"/>
                  </a:cubicBezTo>
                  <a:cubicBezTo>
                    <a:pt x="39018" y="66987"/>
                    <a:pt x="44020" y="64473"/>
                    <a:pt x="47644" y="59445"/>
                  </a:cubicBezTo>
                  <a:cubicBezTo>
                    <a:pt x="51313" y="54379"/>
                    <a:pt x="53148" y="47410"/>
                    <a:pt x="53148" y="38539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1" name="Freeform 1680">
              <a:extLst>
                <a:ext uri="{FF2B5EF4-FFF2-40B4-BE49-F238E27FC236}">
                  <a16:creationId xmlns:a16="http://schemas.microsoft.com/office/drawing/2014/main" id="{ACB7D3BE-9DAE-4E4D-26CF-CA1EDCD46982}"/>
                </a:ext>
              </a:extLst>
            </p:cNvPr>
            <p:cNvSpPr/>
            <p:nvPr/>
          </p:nvSpPr>
          <p:spPr>
            <a:xfrm>
              <a:off x="5517554" y="3011975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18 w 42989"/>
                <a:gd name="csY4" fmla="*/ 36512 h 75175"/>
                <a:gd name="csX5" fmla="*/ 12118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18 w 42989"/>
                <a:gd name="csY8" fmla="*/ 1778 h 75175"/>
                <a:gd name="csX9" fmla="*/ 12118 w 42989"/>
                <a:gd name="csY9" fmla="*/ 13171 h 75175"/>
                <a:gd name="csX10" fmla="*/ 22016 w 42989"/>
                <a:gd name="csY10" fmla="*/ 3284 h 75175"/>
                <a:gd name="csX11" fmla="*/ 36829 w 42989"/>
                <a:gd name="csY11" fmla="*/ 0 h 75175"/>
                <a:gd name="csX12" fmla="*/ 39581 w 42989"/>
                <a:gd name="csY12" fmla="*/ 204 h 75175"/>
                <a:gd name="csX13" fmla="*/ 42922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1" y="10944"/>
                    <a:pt x="35213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33" y="21850"/>
                    <a:pt x="12118" y="28207"/>
                    <a:pt x="12118" y="36512"/>
                  </a:cubicBezTo>
                  <a:lnTo>
                    <a:pt x="12118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3171"/>
                  </a:lnTo>
                  <a:cubicBezTo>
                    <a:pt x="14655" y="8716"/>
                    <a:pt x="17954" y="5421"/>
                    <a:pt x="22016" y="3284"/>
                  </a:cubicBezTo>
                  <a:cubicBezTo>
                    <a:pt x="26078" y="1095"/>
                    <a:pt x="31015" y="0"/>
                    <a:pt x="36829" y="0"/>
                  </a:cubicBezTo>
                  <a:cubicBezTo>
                    <a:pt x="37659" y="0"/>
                    <a:pt x="38577" y="68"/>
                    <a:pt x="39581" y="204"/>
                  </a:cubicBezTo>
                  <a:cubicBezTo>
                    <a:pt x="40585" y="287"/>
                    <a:pt x="41699" y="438"/>
                    <a:pt x="42922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2" name="Freeform 1681">
              <a:extLst>
                <a:ext uri="{FF2B5EF4-FFF2-40B4-BE49-F238E27FC236}">
                  <a16:creationId xmlns:a16="http://schemas.microsoft.com/office/drawing/2014/main" id="{B2D9A010-8344-96E6-8374-A1DD414932E5}"/>
                </a:ext>
              </a:extLst>
            </p:cNvPr>
            <p:cNvSpPr/>
            <p:nvPr/>
          </p:nvSpPr>
          <p:spPr>
            <a:xfrm>
              <a:off x="5565006" y="3011975"/>
              <a:ext cx="68017" cy="77077"/>
            </a:xfrm>
            <a:custGeom>
              <a:avLst/>
              <a:gdLst>
                <a:gd name="csX0" fmla="*/ 68018 w 68017"/>
                <a:gd name="csY0" fmla="*/ 35458 h 77077"/>
                <a:gd name="csX1" fmla="*/ 68018 w 68017"/>
                <a:gd name="csY1" fmla="*/ 41359 h 77077"/>
                <a:gd name="csX2" fmla="*/ 12582 w 68017"/>
                <a:gd name="csY2" fmla="*/ 41359 h 77077"/>
                <a:gd name="csX3" fmla="*/ 20045 w 68017"/>
                <a:gd name="csY3" fmla="*/ 60362 h 77077"/>
                <a:gd name="csX4" fmla="*/ 38788 w 68017"/>
                <a:gd name="csY4" fmla="*/ 66851 h 77077"/>
                <a:gd name="csX5" fmla="*/ 52231 w 68017"/>
                <a:gd name="csY5" fmla="*/ 65152 h 77077"/>
                <a:gd name="csX6" fmla="*/ 65209 w 68017"/>
                <a:gd name="csY6" fmla="*/ 60034 h 77077"/>
                <a:gd name="csX7" fmla="*/ 65209 w 68017"/>
                <a:gd name="csY7" fmla="*/ 71438 h 77077"/>
                <a:gd name="csX8" fmla="*/ 51902 w 68017"/>
                <a:gd name="csY8" fmla="*/ 75628 h 77077"/>
                <a:gd name="csX9" fmla="*/ 38075 w 68017"/>
                <a:gd name="csY9" fmla="*/ 77078 h 77077"/>
                <a:gd name="csX10" fmla="*/ 10215 w 68017"/>
                <a:gd name="csY10" fmla="*/ 66851 h 77077"/>
                <a:gd name="csX11" fmla="*/ 0 w 68017"/>
                <a:gd name="csY11" fmla="*/ 39196 h 77077"/>
                <a:gd name="csX12" fmla="*/ 9694 w 68017"/>
                <a:gd name="csY12" fmla="*/ 10623 h 77077"/>
                <a:gd name="csX13" fmla="*/ 35979 w 68017"/>
                <a:gd name="csY13" fmla="*/ 0 h 77077"/>
                <a:gd name="csX14" fmla="*/ 59377 w 68017"/>
                <a:gd name="csY14" fmla="*/ 9570 h 77077"/>
                <a:gd name="csX15" fmla="*/ 68018 w 68017"/>
                <a:gd name="csY15" fmla="*/ 35458 h 77077"/>
                <a:gd name="csX16" fmla="*/ 55968 w 68017"/>
                <a:gd name="csY16" fmla="*/ 31925 h 77077"/>
                <a:gd name="csX17" fmla="*/ 50396 w 68017"/>
                <a:gd name="csY17" fmla="*/ 16127 h 77077"/>
                <a:gd name="csX18" fmla="*/ 36104 w 68017"/>
                <a:gd name="csY18" fmla="*/ 10226 h 77077"/>
                <a:gd name="csX19" fmla="*/ 19921 w 68017"/>
                <a:gd name="csY19" fmla="*/ 15934 h 77077"/>
                <a:gd name="csX20" fmla="*/ 12967 w 68017"/>
                <a:gd name="csY20" fmla="*/ 31982 h 77077"/>
                <a:gd name="csX21" fmla="*/ 55968 w 68017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17" h="77077">
                  <a:moveTo>
                    <a:pt x="68018" y="35458"/>
                  </a:moveTo>
                  <a:lnTo>
                    <a:pt x="68018" y="41359"/>
                  </a:lnTo>
                  <a:lnTo>
                    <a:pt x="12582" y="41359"/>
                  </a:lnTo>
                  <a:cubicBezTo>
                    <a:pt x="13103" y="49656"/>
                    <a:pt x="15591" y="55991"/>
                    <a:pt x="20045" y="60362"/>
                  </a:cubicBezTo>
                  <a:cubicBezTo>
                    <a:pt x="24545" y="64688"/>
                    <a:pt x="30793" y="66851"/>
                    <a:pt x="38788" y="66851"/>
                  </a:cubicBezTo>
                  <a:cubicBezTo>
                    <a:pt x="43424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78" y="73669"/>
                    <a:pt x="10215" y="66851"/>
                  </a:cubicBezTo>
                  <a:cubicBezTo>
                    <a:pt x="3405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02" y="3541"/>
                    <a:pt x="24964" y="0"/>
                    <a:pt x="35979" y="0"/>
                  </a:cubicBezTo>
                  <a:cubicBezTo>
                    <a:pt x="45847" y="0"/>
                    <a:pt x="53646" y="3190"/>
                    <a:pt x="59377" y="9570"/>
                  </a:cubicBezTo>
                  <a:cubicBezTo>
                    <a:pt x="65137" y="15904"/>
                    <a:pt x="68018" y="24534"/>
                    <a:pt x="68018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0" y="12193"/>
                    <a:pt x="42046" y="10226"/>
                    <a:pt x="36104" y="10226"/>
                  </a:cubicBezTo>
                  <a:cubicBezTo>
                    <a:pt x="29377" y="10226"/>
                    <a:pt x="23982" y="12129"/>
                    <a:pt x="19921" y="15934"/>
                  </a:cubicBezTo>
                  <a:cubicBezTo>
                    <a:pt x="15896" y="19732"/>
                    <a:pt x="13579" y="25081"/>
                    <a:pt x="12967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3" name="Freeform 1682">
              <a:extLst>
                <a:ext uri="{FF2B5EF4-FFF2-40B4-BE49-F238E27FC236}">
                  <a16:creationId xmlns:a16="http://schemas.microsoft.com/office/drawing/2014/main" id="{AB18305A-F426-5187-53BA-FE3EEAD6F92D}"/>
                </a:ext>
              </a:extLst>
            </p:cNvPr>
            <p:cNvSpPr/>
            <p:nvPr/>
          </p:nvSpPr>
          <p:spPr>
            <a:xfrm>
              <a:off x="5647576" y="3011975"/>
              <a:ext cx="58062" cy="77077"/>
            </a:xfrm>
            <a:custGeom>
              <a:avLst/>
              <a:gdLst>
                <a:gd name="csX0" fmla="*/ 58063 w 58062"/>
                <a:gd name="csY0" fmla="*/ 4587 h 77077"/>
                <a:gd name="csX1" fmla="*/ 58063 w 58062"/>
                <a:gd name="csY1" fmla="*/ 15866 h 77077"/>
                <a:gd name="csX2" fmla="*/ 47780 w 58062"/>
                <a:gd name="csY2" fmla="*/ 11665 h 77077"/>
                <a:gd name="csX3" fmla="*/ 37429 w 58062"/>
                <a:gd name="csY3" fmla="*/ 10226 h 77077"/>
                <a:gd name="csX4" fmla="*/ 19207 w 58062"/>
                <a:gd name="csY4" fmla="*/ 17701 h 77077"/>
                <a:gd name="csX5" fmla="*/ 12718 w 58062"/>
                <a:gd name="csY5" fmla="*/ 38539 h 77077"/>
                <a:gd name="csX6" fmla="*/ 19207 w 58062"/>
                <a:gd name="csY6" fmla="*/ 59445 h 77077"/>
                <a:gd name="csX7" fmla="*/ 37429 w 58062"/>
                <a:gd name="csY7" fmla="*/ 66851 h 77077"/>
                <a:gd name="csX8" fmla="*/ 47780 w 58062"/>
                <a:gd name="csY8" fmla="*/ 65481 h 77077"/>
                <a:gd name="csX9" fmla="*/ 58063 w 58062"/>
                <a:gd name="csY9" fmla="*/ 61211 h 77077"/>
                <a:gd name="csX10" fmla="*/ 58063 w 58062"/>
                <a:gd name="csY10" fmla="*/ 72355 h 77077"/>
                <a:gd name="csX11" fmla="*/ 47587 w 58062"/>
                <a:gd name="csY11" fmla="*/ 75900 h 77077"/>
                <a:gd name="csX12" fmla="*/ 36115 w 58062"/>
                <a:gd name="csY12" fmla="*/ 77078 h 77077"/>
                <a:gd name="csX13" fmla="*/ 9762 w 58062"/>
                <a:gd name="csY13" fmla="*/ 66659 h 77077"/>
                <a:gd name="csX14" fmla="*/ 0 w 58062"/>
                <a:gd name="csY14" fmla="*/ 38539 h 77077"/>
                <a:gd name="csX15" fmla="*/ 9830 w 58062"/>
                <a:gd name="csY15" fmla="*/ 10294 h 77077"/>
                <a:gd name="csX16" fmla="*/ 36897 w 58062"/>
                <a:gd name="csY16" fmla="*/ 0 h 77077"/>
                <a:gd name="csX17" fmla="*/ 47780 w 58062"/>
                <a:gd name="csY17" fmla="*/ 1178 h 77077"/>
                <a:gd name="csX18" fmla="*/ 58063 w 58062"/>
                <a:gd name="csY18" fmla="*/ 4587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8062" h="77077">
                  <a:moveTo>
                    <a:pt x="58063" y="4587"/>
                  </a:moveTo>
                  <a:lnTo>
                    <a:pt x="58063" y="15866"/>
                  </a:lnTo>
                  <a:cubicBezTo>
                    <a:pt x="54658" y="13986"/>
                    <a:pt x="51230" y="12586"/>
                    <a:pt x="47780" y="11665"/>
                  </a:cubicBezTo>
                  <a:cubicBezTo>
                    <a:pt x="44375" y="10706"/>
                    <a:pt x="40925" y="10226"/>
                    <a:pt x="37429" y="10226"/>
                  </a:cubicBezTo>
                  <a:cubicBezTo>
                    <a:pt x="29607" y="10226"/>
                    <a:pt x="23533" y="12718"/>
                    <a:pt x="19207" y="17701"/>
                  </a:cubicBezTo>
                  <a:cubicBezTo>
                    <a:pt x="14881" y="22639"/>
                    <a:pt x="12718" y="29585"/>
                    <a:pt x="12718" y="38539"/>
                  </a:cubicBezTo>
                  <a:cubicBezTo>
                    <a:pt x="12718" y="47493"/>
                    <a:pt x="14881" y="54462"/>
                    <a:pt x="19207" y="59445"/>
                  </a:cubicBezTo>
                  <a:cubicBezTo>
                    <a:pt x="23533" y="64382"/>
                    <a:pt x="29607" y="66851"/>
                    <a:pt x="37429" y="66851"/>
                  </a:cubicBezTo>
                  <a:cubicBezTo>
                    <a:pt x="40925" y="66851"/>
                    <a:pt x="44375" y="66394"/>
                    <a:pt x="47780" y="65481"/>
                  </a:cubicBezTo>
                  <a:cubicBezTo>
                    <a:pt x="51230" y="64515"/>
                    <a:pt x="54658" y="63091"/>
                    <a:pt x="58063" y="61211"/>
                  </a:cubicBezTo>
                  <a:lnTo>
                    <a:pt x="58063" y="72355"/>
                  </a:lnTo>
                  <a:cubicBezTo>
                    <a:pt x="54703" y="73926"/>
                    <a:pt x="51211" y="75107"/>
                    <a:pt x="47587" y="75900"/>
                  </a:cubicBezTo>
                  <a:cubicBezTo>
                    <a:pt x="44001" y="76685"/>
                    <a:pt x="40177" y="77078"/>
                    <a:pt x="36115" y="77078"/>
                  </a:cubicBezTo>
                  <a:cubicBezTo>
                    <a:pt x="25062" y="77078"/>
                    <a:pt x="16278" y="73605"/>
                    <a:pt x="9762" y="66659"/>
                  </a:cubicBezTo>
                  <a:cubicBezTo>
                    <a:pt x="3254" y="59713"/>
                    <a:pt x="0" y="50339"/>
                    <a:pt x="0" y="38539"/>
                  </a:cubicBezTo>
                  <a:cubicBezTo>
                    <a:pt x="0" y="26565"/>
                    <a:pt x="3277" y="17150"/>
                    <a:pt x="9830" y="10294"/>
                  </a:cubicBezTo>
                  <a:cubicBezTo>
                    <a:pt x="16429" y="3431"/>
                    <a:pt x="25451" y="0"/>
                    <a:pt x="36897" y="0"/>
                  </a:cubicBezTo>
                  <a:cubicBezTo>
                    <a:pt x="40611" y="0"/>
                    <a:pt x="44239" y="393"/>
                    <a:pt x="47780" y="1178"/>
                  </a:cubicBezTo>
                  <a:cubicBezTo>
                    <a:pt x="51321" y="1925"/>
                    <a:pt x="54749" y="3061"/>
                    <a:pt x="58063" y="458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4" name="Freeform 1683">
              <a:extLst>
                <a:ext uri="{FF2B5EF4-FFF2-40B4-BE49-F238E27FC236}">
                  <a16:creationId xmlns:a16="http://schemas.microsoft.com/office/drawing/2014/main" id="{8C597568-6A53-998E-34DF-E9EDC37EDF7C}"/>
                </a:ext>
              </a:extLst>
            </p:cNvPr>
            <p:cNvSpPr/>
            <p:nvPr/>
          </p:nvSpPr>
          <p:spPr>
            <a:xfrm>
              <a:off x="5726613" y="2985168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5" name="Freeform 1684">
              <a:extLst>
                <a:ext uri="{FF2B5EF4-FFF2-40B4-BE49-F238E27FC236}">
                  <a16:creationId xmlns:a16="http://schemas.microsoft.com/office/drawing/2014/main" id="{663B7215-E913-C833-D632-11D98234F149}"/>
                </a:ext>
              </a:extLst>
            </p:cNvPr>
            <p:cNvSpPr/>
            <p:nvPr/>
          </p:nvSpPr>
          <p:spPr>
            <a:xfrm>
              <a:off x="5758538" y="3011975"/>
              <a:ext cx="56092" cy="77077"/>
            </a:xfrm>
            <a:custGeom>
              <a:avLst/>
              <a:gdLst>
                <a:gd name="csX0" fmla="*/ 52163 w 56092"/>
                <a:gd name="csY0" fmla="*/ 3941 h 77077"/>
                <a:gd name="csX1" fmla="*/ 52163 w 56092"/>
                <a:gd name="csY1" fmla="*/ 15334 h 77077"/>
                <a:gd name="csX2" fmla="*/ 41551 w 56092"/>
                <a:gd name="csY2" fmla="*/ 11404 h 77077"/>
                <a:gd name="csX3" fmla="*/ 30147 w 56092"/>
                <a:gd name="csY3" fmla="*/ 10090 h 77077"/>
                <a:gd name="csX4" fmla="*/ 16636 w 56092"/>
                <a:gd name="csY4" fmla="*/ 12854 h 77077"/>
                <a:gd name="csX5" fmla="*/ 12186 w 56092"/>
                <a:gd name="csY5" fmla="*/ 21110 h 77077"/>
                <a:gd name="csX6" fmla="*/ 15402 w 56092"/>
                <a:gd name="csY6" fmla="*/ 27723 h 77077"/>
                <a:gd name="csX7" fmla="*/ 28312 w 56092"/>
                <a:gd name="csY7" fmla="*/ 32242 h 77077"/>
                <a:gd name="csX8" fmla="*/ 32435 w 56092"/>
                <a:gd name="csY8" fmla="*/ 33171 h 77077"/>
                <a:gd name="csX9" fmla="*/ 50657 w 56092"/>
                <a:gd name="csY9" fmla="*/ 40962 h 77077"/>
                <a:gd name="csX10" fmla="*/ 56093 w 56092"/>
                <a:gd name="csY10" fmla="*/ 54926 h 77077"/>
                <a:gd name="csX11" fmla="*/ 47973 w 56092"/>
                <a:gd name="csY11" fmla="*/ 71109 h 77077"/>
                <a:gd name="csX12" fmla="*/ 25753 w 56092"/>
                <a:gd name="csY12" fmla="*/ 77078 h 77077"/>
                <a:gd name="csX13" fmla="*/ 13431 w 56092"/>
                <a:gd name="csY13" fmla="*/ 75900 h 77077"/>
                <a:gd name="csX14" fmla="*/ 0 w 56092"/>
                <a:gd name="csY14" fmla="*/ 72491 h 77077"/>
                <a:gd name="csX15" fmla="*/ 0 w 56092"/>
                <a:gd name="csY15" fmla="*/ 60034 h 77077"/>
                <a:gd name="csX16" fmla="*/ 13171 w 56092"/>
                <a:gd name="csY16" fmla="*/ 65277 h 77077"/>
                <a:gd name="csX17" fmla="*/ 26013 w 56092"/>
                <a:gd name="csY17" fmla="*/ 66987 h 77077"/>
                <a:gd name="csX18" fmla="*/ 39116 w 56092"/>
                <a:gd name="csY18" fmla="*/ 64099 h 77077"/>
                <a:gd name="csX19" fmla="*/ 43714 w 56092"/>
                <a:gd name="csY19" fmla="*/ 55843 h 77077"/>
                <a:gd name="csX20" fmla="*/ 40362 w 56092"/>
                <a:gd name="csY20" fmla="*/ 48301 h 77077"/>
                <a:gd name="csX21" fmla="*/ 25878 w 56092"/>
                <a:gd name="csY21" fmla="*/ 43261 h 77077"/>
                <a:gd name="csX22" fmla="*/ 21687 w 56092"/>
                <a:gd name="csY22" fmla="*/ 42276 h 77077"/>
                <a:gd name="csX23" fmla="*/ 5504 w 56092"/>
                <a:gd name="csY23" fmla="*/ 35062 h 77077"/>
                <a:gd name="csX24" fmla="*/ 521 w 56092"/>
                <a:gd name="csY24" fmla="*/ 21631 h 77077"/>
                <a:gd name="csX25" fmla="*/ 7859 w 56092"/>
                <a:gd name="csY25" fmla="*/ 5640 h 77077"/>
                <a:gd name="csX26" fmla="*/ 28697 w 56092"/>
                <a:gd name="csY26" fmla="*/ 0 h 77077"/>
                <a:gd name="csX27" fmla="*/ 41279 w 56092"/>
                <a:gd name="csY27" fmla="*/ 985 h 77077"/>
                <a:gd name="csX28" fmla="*/ 52163 w 56092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092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74" y="10528"/>
                    <a:pt x="34073" y="10090"/>
                    <a:pt x="30147" y="10090"/>
                  </a:cubicBezTo>
                  <a:cubicBezTo>
                    <a:pt x="24160" y="10090"/>
                    <a:pt x="19656" y="11012"/>
                    <a:pt x="16636" y="12854"/>
                  </a:cubicBezTo>
                  <a:cubicBezTo>
                    <a:pt x="13669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0996" y="35005"/>
                    <a:pt x="47070" y="37603"/>
                    <a:pt x="50657" y="40962"/>
                  </a:cubicBezTo>
                  <a:cubicBezTo>
                    <a:pt x="54280" y="44284"/>
                    <a:pt x="56093" y="48939"/>
                    <a:pt x="56093" y="54926"/>
                  </a:cubicBezTo>
                  <a:cubicBezTo>
                    <a:pt x="56093" y="61744"/>
                    <a:pt x="53386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1" y="66987"/>
                    <a:pt x="36059" y="66024"/>
                    <a:pt x="39116" y="64099"/>
                  </a:cubicBezTo>
                  <a:cubicBezTo>
                    <a:pt x="42182" y="62136"/>
                    <a:pt x="43714" y="59384"/>
                    <a:pt x="43714" y="55843"/>
                  </a:cubicBezTo>
                  <a:cubicBezTo>
                    <a:pt x="43714" y="52567"/>
                    <a:pt x="42597" y="50053"/>
                    <a:pt x="40362" y="48301"/>
                  </a:cubicBezTo>
                  <a:cubicBezTo>
                    <a:pt x="38180" y="46557"/>
                    <a:pt x="33352" y="44877"/>
                    <a:pt x="25878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698" y="0"/>
                    <a:pt x="28697" y="0"/>
                  </a:cubicBezTo>
                  <a:cubicBezTo>
                    <a:pt x="33160" y="0"/>
                    <a:pt x="37353" y="328"/>
                    <a:pt x="41279" y="985"/>
                  </a:cubicBezTo>
                  <a:cubicBezTo>
                    <a:pt x="45213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6" name="Freeform 1685">
              <a:extLst>
                <a:ext uri="{FF2B5EF4-FFF2-40B4-BE49-F238E27FC236}">
                  <a16:creationId xmlns:a16="http://schemas.microsoft.com/office/drawing/2014/main" id="{A2C8938D-44D4-4048-5028-6745742DE714}"/>
                </a:ext>
              </a:extLst>
            </p:cNvPr>
            <p:cNvSpPr/>
            <p:nvPr/>
          </p:nvSpPr>
          <p:spPr>
            <a:xfrm>
              <a:off x="5833838" y="2985168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7" name="Freeform 1686">
              <a:extLst>
                <a:ext uri="{FF2B5EF4-FFF2-40B4-BE49-F238E27FC236}">
                  <a16:creationId xmlns:a16="http://schemas.microsoft.com/office/drawing/2014/main" id="{38BFEAEA-4D8C-A80F-3889-D95AB866BA8F}"/>
                </a:ext>
              </a:extLst>
            </p:cNvPr>
            <p:cNvSpPr/>
            <p:nvPr/>
          </p:nvSpPr>
          <p:spPr>
            <a:xfrm>
              <a:off x="5865887" y="3011975"/>
              <a:ext cx="67372" cy="77077"/>
            </a:xfrm>
            <a:custGeom>
              <a:avLst/>
              <a:gdLst>
                <a:gd name="csX0" fmla="*/ 33681 w 67372"/>
                <a:gd name="csY0" fmla="*/ 10226 h 77077"/>
                <a:gd name="csX1" fmla="*/ 18347 w 67372"/>
                <a:gd name="csY1" fmla="*/ 17825 h 77077"/>
                <a:gd name="csX2" fmla="*/ 12707 w 67372"/>
                <a:gd name="csY2" fmla="*/ 38539 h 77077"/>
                <a:gd name="csX3" fmla="*/ 18279 w 67372"/>
                <a:gd name="csY3" fmla="*/ 59320 h 77077"/>
                <a:gd name="csX4" fmla="*/ 33681 w 67372"/>
                <a:gd name="csY4" fmla="*/ 66851 h 77077"/>
                <a:gd name="csX5" fmla="*/ 48958 w 67372"/>
                <a:gd name="csY5" fmla="*/ 59252 h 77077"/>
                <a:gd name="csX6" fmla="*/ 54586 w 67372"/>
                <a:gd name="csY6" fmla="*/ 38539 h 77077"/>
                <a:gd name="csX7" fmla="*/ 48958 w 67372"/>
                <a:gd name="csY7" fmla="*/ 17893 h 77077"/>
                <a:gd name="csX8" fmla="*/ 33681 w 67372"/>
                <a:gd name="csY8" fmla="*/ 10226 h 77077"/>
                <a:gd name="csX9" fmla="*/ 33681 w 67372"/>
                <a:gd name="csY9" fmla="*/ 0 h 77077"/>
                <a:gd name="csX10" fmla="*/ 58392 w 67372"/>
                <a:gd name="csY10" fmla="*/ 10226 h 77077"/>
                <a:gd name="csX11" fmla="*/ 67372 w 67372"/>
                <a:gd name="csY11" fmla="*/ 38539 h 77077"/>
                <a:gd name="csX12" fmla="*/ 58392 w 67372"/>
                <a:gd name="csY12" fmla="*/ 66851 h 77077"/>
                <a:gd name="csX13" fmla="*/ 33681 w 67372"/>
                <a:gd name="csY13" fmla="*/ 77078 h 77077"/>
                <a:gd name="csX14" fmla="*/ 8913 w 67372"/>
                <a:gd name="csY14" fmla="*/ 66851 h 77077"/>
                <a:gd name="csX15" fmla="*/ 0 w 67372"/>
                <a:gd name="csY15" fmla="*/ 38539 h 77077"/>
                <a:gd name="csX16" fmla="*/ 8913 w 67372"/>
                <a:gd name="csY16" fmla="*/ 10226 h 77077"/>
                <a:gd name="csX17" fmla="*/ 33681 w 67372"/>
                <a:gd name="csY17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7372" h="77077">
                  <a:moveTo>
                    <a:pt x="33681" y="10226"/>
                  </a:moveTo>
                  <a:cubicBezTo>
                    <a:pt x="27218" y="10226"/>
                    <a:pt x="22106" y="12759"/>
                    <a:pt x="18347" y="17825"/>
                  </a:cubicBezTo>
                  <a:cubicBezTo>
                    <a:pt x="14587" y="22854"/>
                    <a:pt x="12707" y="29758"/>
                    <a:pt x="12707" y="38539"/>
                  </a:cubicBezTo>
                  <a:cubicBezTo>
                    <a:pt x="12707" y="47319"/>
                    <a:pt x="14564" y="54246"/>
                    <a:pt x="18279" y="59320"/>
                  </a:cubicBezTo>
                  <a:cubicBezTo>
                    <a:pt x="22038" y="64341"/>
                    <a:pt x="27172" y="66851"/>
                    <a:pt x="33681" y="66851"/>
                  </a:cubicBezTo>
                  <a:cubicBezTo>
                    <a:pt x="40106" y="66851"/>
                    <a:pt x="45198" y="64318"/>
                    <a:pt x="48958" y="59252"/>
                  </a:cubicBezTo>
                  <a:cubicBezTo>
                    <a:pt x="52710" y="54179"/>
                    <a:pt x="54586" y="47274"/>
                    <a:pt x="54586" y="38539"/>
                  </a:cubicBezTo>
                  <a:cubicBezTo>
                    <a:pt x="54586" y="29841"/>
                    <a:pt x="52710" y="22959"/>
                    <a:pt x="48958" y="17893"/>
                  </a:cubicBezTo>
                  <a:cubicBezTo>
                    <a:pt x="45198" y="12782"/>
                    <a:pt x="40106" y="10226"/>
                    <a:pt x="33681" y="10226"/>
                  </a:cubicBezTo>
                  <a:moveTo>
                    <a:pt x="33681" y="0"/>
                  </a:moveTo>
                  <a:cubicBezTo>
                    <a:pt x="44167" y="0"/>
                    <a:pt x="52404" y="3409"/>
                    <a:pt x="58392" y="10226"/>
                  </a:cubicBezTo>
                  <a:cubicBezTo>
                    <a:pt x="64379" y="17044"/>
                    <a:pt x="67372" y="26482"/>
                    <a:pt x="67372" y="38539"/>
                  </a:cubicBezTo>
                  <a:cubicBezTo>
                    <a:pt x="67372" y="50551"/>
                    <a:pt x="64379" y="59988"/>
                    <a:pt x="58392" y="66851"/>
                  </a:cubicBezTo>
                  <a:cubicBezTo>
                    <a:pt x="52404" y="73669"/>
                    <a:pt x="44167" y="77078"/>
                    <a:pt x="33681" y="77078"/>
                  </a:cubicBezTo>
                  <a:cubicBezTo>
                    <a:pt x="23156" y="77078"/>
                    <a:pt x="14900" y="73669"/>
                    <a:pt x="8913" y="66851"/>
                  </a:cubicBezTo>
                  <a:cubicBezTo>
                    <a:pt x="2971" y="59988"/>
                    <a:pt x="0" y="50551"/>
                    <a:pt x="0" y="38539"/>
                  </a:cubicBezTo>
                  <a:cubicBezTo>
                    <a:pt x="0" y="26482"/>
                    <a:pt x="2971" y="17044"/>
                    <a:pt x="8913" y="10226"/>
                  </a:cubicBezTo>
                  <a:cubicBezTo>
                    <a:pt x="14900" y="3409"/>
                    <a:pt x="23156" y="0"/>
                    <a:pt x="33681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8" name="Freeform 1687">
              <a:extLst>
                <a:ext uri="{FF2B5EF4-FFF2-40B4-BE49-F238E27FC236}">
                  <a16:creationId xmlns:a16="http://schemas.microsoft.com/office/drawing/2014/main" id="{5203A30D-45BC-05BC-EEEA-151901C11AF5}"/>
                </a:ext>
              </a:extLst>
            </p:cNvPr>
            <p:cNvSpPr/>
            <p:nvPr/>
          </p:nvSpPr>
          <p:spPr>
            <a:xfrm>
              <a:off x="5952784" y="3011975"/>
              <a:ext cx="61471" cy="75175"/>
            </a:xfrm>
            <a:custGeom>
              <a:avLst/>
              <a:gdLst>
                <a:gd name="csX0" fmla="*/ 61472 w 61471"/>
                <a:gd name="csY0" fmla="*/ 30872 h 75175"/>
                <a:gd name="csX1" fmla="*/ 61472 w 61471"/>
                <a:gd name="csY1" fmla="*/ 75175 h 75175"/>
                <a:gd name="csX2" fmla="*/ 49422 w 61471"/>
                <a:gd name="csY2" fmla="*/ 75175 h 75175"/>
                <a:gd name="csX3" fmla="*/ 49422 w 61471"/>
                <a:gd name="csY3" fmla="*/ 31268 h 75175"/>
                <a:gd name="csX4" fmla="*/ 45356 w 61471"/>
                <a:gd name="csY4" fmla="*/ 15662 h 75175"/>
                <a:gd name="csX5" fmla="*/ 33171 w 61471"/>
                <a:gd name="csY5" fmla="*/ 10487 h 75175"/>
                <a:gd name="csX6" fmla="*/ 17769 w 61471"/>
                <a:gd name="csY6" fmla="*/ 16716 h 75175"/>
                <a:gd name="csX7" fmla="*/ 12129 w 61471"/>
                <a:gd name="csY7" fmla="*/ 33692 h 75175"/>
                <a:gd name="csX8" fmla="*/ 12129 w 61471"/>
                <a:gd name="csY8" fmla="*/ 75175 h 75175"/>
                <a:gd name="csX9" fmla="*/ 0 w 61471"/>
                <a:gd name="csY9" fmla="*/ 75175 h 75175"/>
                <a:gd name="csX10" fmla="*/ 0 w 61471"/>
                <a:gd name="csY10" fmla="*/ 1778 h 75175"/>
                <a:gd name="csX11" fmla="*/ 12129 w 61471"/>
                <a:gd name="csY11" fmla="*/ 1778 h 75175"/>
                <a:gd name="csX12" fmla="*/ 12129 w 61471"/>
                <a:gd name="csY12" fmla="*/ 13171 h 75175"/>
                <a:gd name="csX13" fmla="*/ 22287 w 61471"/>
                <a:gd name="csY13" fmla="*/ 3284 h 75175"/>
                <a:gd name="csX14" fmla="*/ 35855 w 61471"/>
                <a:gd name="csY14" fmla="*/ 0 h 75175"/>
                <a:gd name="csX15" fmla="*/ 54994 w 61471"/>
                <a:gd name="csY15" fmla="*/ 7871 h 75175"/>
                <a:gd name="csX16" fmla="*/ 61472 w 61471"/>
                <a:gd name="csY16" fmla="*/ 30872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1471" h="75175">
                  <a:moveTo>
                    <a:pt x="61472" y="30872"/>
                  </a:moveTo>
                  <a:lnTo>
                    <a:pt x="61472" y="75175"/>
                  </a:lnTo>
                  <a:lnTo>
                    <a:pt x="49422" y="75175"/>
                  </a:lnTo>
                  <a:lnTo>
                    <a:pt x="49422" y="31268"/>
                  </a:lnTo>
                  <a:cubicBezTo>
                    <a:pt x="49422" y="24322"/>
                    <a:pt x="48067" y="19120"/>
                    <a:pt x="45356" y="15662"/>
                  </a:cubicBezTo>
                  <a:cubicBezTo>
                    <a:pt x="42646" y="12212"/>
                    <a:pt x="38584" y="10487"/>
                    <a:pt x="33171" y="10487"/>
                  </a:cubicBezTo>
                  <a:cubicBezTo>
                    <a:pt x="26655" y="10487"/>
                    <a:pt x="21521" y="12563"/>
                    <a:pt x="17769" y="16716"/>
                  </a:cubicBezTo>
                  <a:cubicBezTo>
                    <a:pt x="14009" y="20868"/>
                    <a:pt x="12129" y="26527"/>
                    <a:pt x="12129" y="3369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5013" y="8762"/>
                    <a:pt x="18399" y="5466"/>
                    <a:pt x="22287" y="3284"/>
                  </a:cubicBezTo>
                  <a:cubicBezTo>
                    <a:pt x="26221" y="1095"/>
                    <a:pt x="30743" y="0"/>
                    <a:pt x="35855" y="0"/>
                  </a:cubicBezTo>
                  <a:cubicBezTo>
                    <a:pt x="44288" y="0"/>
                    <a:pt x="50668" y="2624"/>
                    <a:pt x="54994" y="7871"/>
                  </a:cubicBezTo>
                  <a:cubicBezTo>
                    <a:pt x="59313" y="13065"/>
                    <a:pt x="61472" y="20732"/>
                    <a:pt x="61472" y="3087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9" name="Freeform 1688">
              <a:extLst>
                <a:ext uri="{FF2B5EF4-FFF2-40B4-BE49-F238E27FC236}">
                  <a16:creationId xmlns:a16="http://schemas.microsoft.com/office/drawing/2014/main" id="{EA794B49-4CAE-A134-CECB-6334C03B7862}"/>
                </a:ext>
              </a:extLst>
            </p:cNvPr>
            <p:cNvSpPr/>
            <p:nvPr/>
          </p:nvSpPr>
          <p:spPr>
            <a:xfrm>
              <a:off x="4360083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0" name="Freeform 1689">
              <a:extLst>
                <a:ext uri="{FF2B5EF4-FFF2-40B4-BE49-F238E27FC236}">
                  <a16:creationId xmlns:a16="http://schemas.microsoft.com/office/drawing/2014/main" id="{C28A292F-8BFA-99DA-DF78-1C656D9800FA}"/>
                </a:ext>
              </a:extLst>
            </p:cNvPr>
            <p:cNvSpPr/>
            <p:nvPr/>
          </p:nvSpPr>
          <p:spPr>
            <a:xfrm>
              <a:off x="4360083" y="2769813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1" name="Freeform 1690">
              <a:extLst>
                <a:ext uri="{FF2B5EF4-FFF2-40B4-BE49-F238E27FC236}">
                  <a16:creationId xmlns:a16="http://schemas.microsoft.com/office/drawing/2014/main" id="{B14E6EB1-FC12-7238-095F-F22809DEC547}"/>
                </a:ext>
              </a:extLst>
            </p:cNvPr>
            <p:cNvSpPr/>
            <p:nvPr/>
          </p:nvSpPr>
          <p:spPr>
            <a:xfrm>
              <a:off x="4360083" y="2444798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2" name="Freeform 1691">
              <a:extLst>
                <a:ext uri="{FF2B5EF4-FFF2-40B4-BE49-F238E27FC236}">
                  <a16:creationId xmlns:a16="http://schemas.microsoft.com/office/drawing/2014/main" id="{96964E00-C384-C3C3-3A86-116352FD8864}"/>
                </a:ext>
              </a:extLst>
            </p:cNvPr>
            <p:cNvSpPr/>
            <p:nvPr/>
          </p:nvSpPr>
          <p:spPr>
            <a:xfrm>
              <a:off x="4360083" y="2119782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3" name="Freeform 1692">
              <a:extLst>
                <a:ext uri="{FF2B5EF4-FFF2-40B4-BE49-F238E27FC236}">
                  <a16:creationId xmlns:a16="http://schemas.microsoft.com/office/drawing/2014/main" id="{221946AD-8702-2E27-4CA4-52064A809D12}"/>
                </a:ext>
              </a:extLst>
            </p:cNvPr>
            <p:cNvSpPr/>
            <p:nvPr/>
          </p:nvSpPr>
          <p:spPr>
            <a:xfrm>
              <a:off x="4360083" y="1794769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4" name="Freeform 1693">
              <a:extLst>
                <a:ext uri="{FF2B5EF4-FFF2-40B4-BE49-F238E27FC236}">
                  <a16:creationId xmlns:a16="http://schemas.microsoft.com/office/drawing/2014/main" id="{8CB62D7D-14A8-CD80-1EF0-A7B9B41EECA3}"/>
                </a:ext>
              </a:extLst>
            </p:cNvPr>
            <p:cNvSpPr/>
            <p:nvPr/>
          </p:nvSpPr>
          <p:spPr>
            <a:xfrm>
              <a:off x="4360083" y="1469755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5" name="Freeform 1694">
              <a:extLst>
                <a:ext uri="{FF2B5EF4-FFF2-40B4-BE49-F238E27FC236}">
                  <a16:creationId xmlns:a16="http://schemas.microsoft.com/office/drawing/2014/main" id="{DB85BBFD-A7B9-DCF1-A8C5-F006204634D3}"/>
                </a:ext>
              </a:extLst>
            </p:cNvPr>
            <p:cNvSpPr/>
            <p:nvPr/>
          </p:nvSpPr>
          <p:spPr>
            <a:xfrm>
              <a:off x="4258441" y="2724185"/>
              <a:ext cx="60871" cy="91369"/>
            </a:xfrm>
            <a:custGeom>
              <a:avLst/>
              <a:gdLst>
                <a:gd name="csX0" fmla="*/ 30436 w 60871"/>
                <a:gd name="csY0" fmla="*/ 9434 h 91369"/>
                <a:gd name="csX1" fmla="*/ 16574 w 60871"/>
                <a:gd name="csY1" fmla="*/ 18516 h 91369"/>
                <a:gd name="csX2" fmla="*/ 11974 w 60871"/>
                <a:gd name="csY2" fmla="*/ 45708 h 91369"/>
                <a:gd name="csX3" fmla="*/ 16574 w 60871"/>
                <a:gd name="csY3" fmla="*/ 72899 h 91369"/>
                <a:gd name="csX4" fmla="*/ 30436 w 60871"/>
                <a:gd name="csY4" fmla="*/ 81925 h 91369"/>
                <a:gd name="csX5" fmla="*/ 44296 w 60871"/>
                <a:gd name="csY5" fmla="*/ 72899 h 91369"/>
                <a:gd name="csX6" fmla="*/ 48957 w 60871"/>
                <a:gd name="csY6" fmla="*/ 45708 h 91369"/>
                <a:gd name="csX7" fmla="*/ 44296 w 60871"/>
                <a:gd name="csY7" fmla="*/ 18516 h 91369"/>
                <a:gd name="csX8" fmla="*/ 30436 w 60871"/>
                <a:gd name="csY8" fmla="*/ 9434 h 91369"/>
                <a:gd name="csX9" fmla="*/ 30436 w 60871"/>
                <a:gd name="csY9" fmla="*/ 0 h 91369"/>
                <a:gd name="csX10" fmla="*/ 53026 w 60871"/>
                <a:gd name="csY10" fmla="*/ 11733 h 91369"/>
                <a:gd name="csX11" fmla="*/ 60872 w 60871"/>
                <a:gd name="csY11" fmla="*/ 45708 h 91369"/>
                <a:gd name="csX12" fmla="*/ 53026 w 60871"/>
                <a:gd name="csY12" fmla="*/ 79682 h 91369"/>
                <a:gd name="csX13" fmla="*/ 30436 w 60871"/>
                <a:gd name="csY13" fmla="*/ 91370 h 91369"/>
                <a:gd name="csX14" fmla="*/ 7786 w 60871"/>
                <a:gd name="csY14" fmla="*/ 79682 h 91369"/>
                <a:gd name="csX15" fmla="*/ 0 w 60871"/>
                <a:gd name="csY15" fmla="*/ 45708 h 91369"/>
                <a:gd name="csX16" fmla="*/ 7786 w 60871"/>
                <a:gd name="csY16" fmla="*/ 11733 h 91369"/>
                <a:gd name="csX17" fmla="*/ 30436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6" y="9434"/>
                  </a:moveTo>
                  <a:cubicBezTo>
                    <a:pt x="24301" y="9434"/>
                    <a:pt x="19681" y="12461"/>
                    <a:pt x="16574" y="18516"/>
                  </a:cubicBezTo>
                  <a:cubicBezTo>
                    <a:pt x="13507" y="24534"/>
                    <a:pt x="11974" y="33597"/>
                    <a:pt x="11974" y="45708"/>
                  </a:cubicBezTo>
                  <a:cubicBezTo>
                    <a:pt x="11974" y="57780"/>
                    <a:pt x="13507" y="66844"/>
                    <a:pt x="16574" y="72899"/>
                  </a:cubicBezTo>
                  <a:cubicBezTo>
                    <a:pt x="19681" y="78916"/>
                    <a:pt x="24301" y="81925"/>
                    <a:pt x="30436" y="81925"/>
                  </a:cubicBezTo>
                  <a:cubicBezTo>
                    <a:pt x="36609" y="81925"/>
                    <a:pt x="41230" y="78916"/>
                    <a:pt x="44296" y="72899"/>
                  </a:cubicBezTo>
                  <a:cubicBezTo>
                    <a:pt x="47403" y="66844"/>
                    <a:pt x="48957" y="57780"/>
                    <a:pt x="48957" y="45708"/>
                  </a:cubicBezTo>
                  <a:cubicBezTo>
                    <a:pt x="48957" y="33597"/>
                    <a:pt x="47403" y="24534"/>
                    <a:pt x="44296" y="18516"/>
                  </a:cubicBezTo>
                  <a:cubicBezTo>
                    <a:pt x="41230" y="12461"/>
                    <a:pt x="36609" y="9434"/>
                    <a:pt x="30436" y="9434"/>
                  </a:cubicBezTo>
                  <a:moveTo>
                    <a:pt x="30436" y="0"/>
                  </a:moveTo>
                  <a:cubicBezTo>
                    <a:pt x="40306" y="0"/>
                    <a:pt x="47836" y="3911"/>
                    <a:pt x="53026" y="11733"/>
                  </a:cubicBezTo>
                  <a:cubicBezTo>
                    <a:pt x="58256" y="19524"/>
                    <a:pt x="60872" y="30849"/>
                    <a:pt x="60872" y="45708"/>
                  </a:cubicBezTo>
                  <a:cubicBezTo>
                    <a:pt x="60872" y="60536"/>
                    <a:pt x="58256" y="71861"/>
                    <a:pt x="53026" y="79682"/>
                  </a:cubicBezTo>
                  <a:cubicBezTo>
                    <a:pt x="47836" y="87474"/>
                    <a:pt x="40306" y="91370"/>
                    <a:pt x="30436" y="91370"/>
                  </a:cubicBezTo>
                  <a:cubicBezTo>
                    <a:pt x="20566" y="91370"/>
                    <a:pt x="13016" y="87474"/>
                    <a:pt x="7786" y="79682"/>
                  </a:cubicBezTo>
                  <a:cubicBezTo>
                    <a:pt x="2595" y="71861"/>
                    <a:pt x="0" y="60536"/>
                    <a:pt x="0" y="45708"/>
                  </a:cubicBezTo>
                  <a:cubicBezTo>
                    <a:pt x="0" y="30849"/>
                    <a:pt x="2595" y="19524"/>
                    <a:pt x="7786" y="11733"/>
                  </a:cubicBezTo>
                  <a:cubicBezTo>
                    <a:pt x="13016" y="3911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6" name="Freeform 1695">
              <a:extLst>
                <a:ext uri="{FF2B5EF4-FFF2-40B4-BE49-F238E27FC236}">
                  <a16:creationId xmlns:a16="http://schemas.microsoft.com/office/drawing/2014/main" id="{E9148E52-495F-2258-02C2-38C1E1BED0CB}"/>
                </a:ext>
              </a:extLst>
            </p:cNvPr>
            <p:cNvSpPr/>
            <p:nvPr/>
          </p:nvSpPr>
          <p:spPr>
            <a:xfrm>
              <a:off x="4266876" y="2400764"/>
              <a:ext cx="52436" cy="88065"/>
            </a:xfrm>
            <a:custGeom>
              <a:avLst/>
              <a:gdLst>
                <a:gd name="csX0" fmla="*/ 1710 w 52436"/>
                <a:gd name="csY0" fmla="*/ 78031 h 88065"/>
                <a:gd name="csX1" fmla="*/ 21175 w 52436"/>
                <a:gd name="csY1" fmla="*/ 78031 h 88065"/>
                <a:gd name="csX2" fmla="*/ 21175 w 52436"/>
                <a:gd name="csY2" fmla="*/ 10852 h 88065"/>
                <a:gd name="csX3" fmla="*/ 0 w 52436"/>
                <a:gd name="csY3" fmla="*/ 15098 h 88065"/>
                <a:gd name="csX4" fmla="*/ 0 w 52436"/>
                <a:gd name="csY4" fmla="*/ 4247 h 88065"/>
                <a:gd name="csX5" fmla="*/ 21057 w 52436"/>
                <a:gd name="csY5" fmla="*/ 0 h 88065"/>
                <a:gd name="csX6" fmla="*/ 32971 w 52436"/>
                <a:gd name="csY6" fmla="*/ 0 h 88065"/>
                <a:gd name="csX7" fmla="*/ 32971 w 52436"/>
                <a:gd name="csY7" fmla="*/ 78031 h 88065"/>
                <a:gd name="csX8" fmla="*/ 52437 w 52436"/>
                <a:gd name="csY8" fmla="*/ 78031 h 88065"/>
                <a:gd name="csX9" fmla="*/ 52437 w 52436"/>
                <a:gd name="csY9" fmla="*/ 88065 h 88065"/>
                <a:gd name="csX10" fmla="*/ 1710 w 52436"/>
                <a:gd name="csY10" fmla="*/ 88065 h 88065"/>
                <a:gd name="csX11" fmla="*/ 1710 w 52436"/>
                <a:gd name="csY11" fmla="*/ 78031 h 88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5">
                  <a:moveTo>
                    <a:pt x="1710" y="78031"/>
                  </a:moveTo>
                  <a:lnTo>
                    <a:pt x="21175" y="78031"/>
                  </a:lnTo>
                  <a:lnTo>
                    <a:pt x="21175" y="10852"/>
                  </a:lnTo>
                  <a:lnTo>
                    <a:pt x="0" y="15098"/>
                  </a:lnTo>
                  <a:lnTo>
                    <a:pt x="0" y="4247"/>
                  </a:lnTo>
                  <a:lnTo>
                    <a:pt x="21057" y="0"/>
                  </a:lnTo>
                  <a:lnTo>
                    <a:pt x="32971" y="0"/>
                  </a:lnTo>
                  <a:lnTo>
                    <a:pt x="32971" y="78031"/>
                  </a:lnTo>
                  <a:lnTo>
                    <a:pt x="52437" y="78031"/>
                  </a:lnTo>
                  <a:lnTo>
                    <a:pt x="52437" y="88065"/>
                  </a:lnTo>
                  <a:lnTo>
                    <a:pt x="1710" y="88065"/>
                  </a:lnTo>
                  <a:lnTo>
                    <a:pt x="1710" y="78031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7" name="Freeform 1696">
              <a:extLst>
                <a:ext uri="{FF2B5EF4-FFF2-40B4-BE49-F238E27FC236}">
                  <a16:creationId xmlns:a16="http://schemas.microsoft.com/office/drawing/2014/main" id="{912DF37E-3B1A-835F-CC6F-D5AFDD29ADEA}"/>
                </a:ext>
              </a:extLst>
            </p:cNvPr>
            <p:cNvSpPr/>
            <p:nvPr/>
          </p:nvSpPr>
          <p:spPr>
            <a:xfrm>
              <a:off x="4263396" y="2074158"/>
              <a:ext cx="55917" cy="89655"/>
            </a:xfrm>
            <a:custGeom>
              <a:avLst/>
              <a:gdLst>
                <a:gd name="csX0" fmla="*/ 14333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3 h 89655"/>
                <a:gd name="csX6" fmla="*/ 33208 w 55917"/>
                <a:gd name="csY6" fmla="*/ 45535 h 89655"/>
                <a:gd name="csX7" fmla="*/ 41171 w 55917"/>
                <a:gd name="csY7" fmla="*/ 34683 h 89655"/>
                <a:gd name="csX8" fmla="*/ 43471 w 55917"/>
                <a:gd name="csY8" fmla="*/ 25893 h 89655"/>
                <a:gd name="csX9" fmla="*/ 38516 w 55917"/>
                <a:gd name="csY9" fmla="*/ 14451 h 89655"/>
                <a:gd name="csX10" fmla="*/ 25717 w 55917"/>
                <a:gd name="csY10" fmla="*/ 10027 h 89655"/>
                <a:gd name="csX11" fmla="*/ 13861 w 55917"/>
                <a:gd name="csY11" fmla="*/ 11974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4 w 55917"/>
                <a:gd name="csY16" fmla="*/ 6843 h 89655"/>
                <a:gd name="csX17" fmla="*/ 55445 w 55917"/>
                <a:gd name="csY17" fmla="*/ 25127 h 89655"/>
                <a:gd name="csX18" fmla="*/ 53380 w 55917"/>
                <a:gd name="csY18" fmla="*/ 35449 h 89655"/>
                <a:gd name="csX19" fmla="*/ 46008 w 55917"/>
                <a:gd name="csY19" fmla="*/ 46892 h 89655"/>
                <a:gd name="csX20" fmla="*/ 36628 w 55917"/>
                <a:gd name="csY20" fmla="*/ 56801 h 89655"/>
                <a:gd name="csX21" fmla="*/ 14333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3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7"/>
                    <a:pt x="18462" y="60813"/>
                  </a:cubicBezTo>
                  <a:cubicBezTo>
                    <a:pt x="26287" y="52909"/>
                    <a:pt x="31202" y="47816"/>
                    <a:pt x="33208" y="45535"/>
                  </a:cubicBezTo>
                  <a:cubicBezTo>
                    <a:pt x="37022" y="41249"/>
                    <a:pt x="39677" y="37632"/>
                    <a:pt x="41171" y="34683"/>
                  </a:cubicBezTo>
                  <a:cubicBezTo>
                    <a:pt x="42704" y="31694"/>
                    <a:pt x="43471" y="28764"/>
                    <a:pt x="43471" y="25893"/>
                  </a:cubicBezTo>
                  <a:cubicBezTo>
                    <a:pt x="43471" y="21215"/>
                    <a:pt x="41819" y="17400"/>
                    <a:pt x="38516" y="14451"/>
                  </a:cubicBezTo>
                  <a:cubicBezTo>
                    <a:pt x="35252" y="11502"/>
                    <a:pt x="30986" y="10027"/>
                    <a:pt x="25717" y="10027"/>
                  </a:cubicBezTo>
                  <a:cubicBezTo>
                    <a:pt x="21981" y="10027"/>
                    <a:pt x="18029" y="10676"/>
                    <a:pt x="13861" y="11974"/>
                  </a:cubicBezTo>
                  <a:cubicBezTo>
                    <a:pt x="9732" y="13272"/>
                    <a:pt x="5309" y="15238"/>
                    <a:pt x="590" y="17872"/>
                  </a:cubicBezTo>
                  <a:lnTo>
                    <a:pt x="590" y="5839"/>
                  </a:lnTo>
                  <a:cubicBezTo>
                    <a:pt x="5387" y="3912"/>
                    <a:pt x="9870" y="2457"/>
                    <a:pt x="14038" y="1475"/>
                  </a:cubicBezTo>
                  <a:cubicBezTo>
                    <a:pt x="18206" y="492"/>
                    <a:pt x="22020" y="0"/>
                    <a:pt x="25481" y="0"/>
                  </a:cubicBezTo>
                  <a:cubicBezTo>
                    <a:pt x="34604" y="0"/>
                    <a:pt x="41878" y="2281"/>
                    <a:pt x="47304" y="6843"/>
                  </a:cubicBezTo>
                  <a:cubicBezTo>
                    <a:pt x="52731" y="11403"/>
                    <a:pt x="55445" y="17498"/>
                    <a:pt x="55445" y="25127"/>
                  </a:cubicBezTo>
                  <a:cubicBezTo>
                    <a:pt x="55445" y="28745"/>
                    <a:pt x="54757" y="32186"/>
                    <a:pt x="53380" y="35449"/>
                  </a:cubicBezTo>
                  <a:cubicBezTo>
                    <a:pt x="52043" y="38674"/>
                    <a:pt x="49586" y="42488"/>
                    <a:pt x="46008" y="46892"/>
                  </a:cubicBezTo>
                  <a:cubicBezTo>
                    <a:pt x="45024" y="48032"/>
                    <a:pt x="41897" y="51335"/>
                    <a:pt x="36628" y="56801"/>
                  </a:cubicBezTo>
                  <a:cubicBezTo>
                    <a:pt x="31359" y="62228"/>
                    <a:pt x="23927" y="69837"/>
                    <a:pt x="14333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8" name="Freeform 1697">
              <a:extLst>
                <a:ext uri="{FF2B5EF4-FFF2-40B4-BE49-F238E27FC236}">
                  <a16:creationId xmlns:a16="http://schemas.microsoft.com/office/drawing/2014/main" id="{DA8DD37F-3F38-2A95-FD20-997828724308}"/>
                </a:ext>
              </a:extLst>
            </p:cNvPr>
            <p:cNvSpPr/>
            <p:nvPr/>
          </p:nvSpPr>
          <p:spPr>
            <a:xfrm>
              <a:off x="4261332" y="1749144"/>
              <a:ext cx="57981" cy="91366"/>
            </a:xfrm>
            <a:custGeom>
              <a:avLst/>
              <a:gdLst>
                <a:gd name="csX0" fmla="*/ 39814 w 57981"/>
                <a:gd name="csY0" fmla="*/ 42174 h 91366"/>
                <a:gd name="csX1" fmla="*/ 53145 w 57981"/>
                <a:gd name="csY1" fmla="*/ 49783 h 91366"/>
                <a:gd name="csX2" fmla="*/ 57982 w 57981"/>
                <a:gd name="csY2" fmla="*/ 64057 h 91366"/>
                <a:gd name="csX3" fmla="*/ 49016 w 57981"/>
                <a:gd name="csY3" fmla="*/ 84229 h 91366"/>
                <a:gd name="csX4" fmla="*/ 23534 w 57981"/>
                <a:gd name="csY4" fmla="*/ 91366 h 91366"/>
                <a:gd name="csX5" fmla="*/ 12092 w 57981"/>
                <a:gd name="csY5" fmla="*/ 90246 h 91366"/>
                <a:gd name="csX6" fmla="*/ 0 w 57981"/>
                <a:gd name="csY6" fmla="*/ 87002 h 91366"/>
                <a:gd name="csX7" fmla="*/ 0 w 57981"/>
                <a:gd name="csY7" fmla="*/ 75500 h 91366"/>
                <a:gd name="csX8" fmla="*/ 10853 w 57981"/>
                <a:gd name="csY8" fmla="*/ 79865 h 91366"/>
                <a:gd name="csX9" fmla="*/ 23181 w 57981"/>
                <a:gd name="csY9" fmla="*/ 81339 h 91366"/>
                <a:gd name="csX10" fmla="*/ 40227 w 57981"/>
                <a:gd name="csY10" fmla="*/ 76916 h 91366"/>
                <a:gd name="csX11" fmla="*/ 46125 w 57981"/>
                <a:gd name="csY11" fmla="*/ 64057 h 91366"/>
                <a:gd name="csX12" fmla="*/ 40640 w 57981"/>
                <a:gd name="csY12" fmla="*/ 51907 h 91366"/>
                <a:gd name="csX13" fmla="*/ 25481 w 57981"/>
                <a:gd name="csY13" fmla="*/ 47482 h 91366"/>
                <a:gd name="csX14" fmla="*/ 15217 w 57981"/>
                <a:gd name="csY14" fmla="*/ 47482 h 91366"/>
                <a:gd name="csX15" fmla="*/ 15217 w 57981"/>
                <a:gd name="csY15" fmla="*/ 37692 h 91366"/>
                <a:gd name="csX16" fmla="*/ 25952 w 57981"/>
                <a:gd name="csY16" fmla="*/ 37692 h 91366"/>
                <a:gd name="csX17" fmla="*/ 39401 w 57981"/>
                <a:gd name="csY17" fmla="*/ 34212 h 91366"/>
                <a:gd name="csX18" fmla="*/ 44061 w 57981"/>
                <a:gd name="csY18" fmla="*/ 24066 h 91366"/>
                <a:gd name="csX19" fmla="*/ 39224 w 57981"/>
                <a:gd name="csY19" fmla="*/ 13685 h 91366"/>
                <a:gd name="csX20" fmla="*/ 25481 w 57981"/>
                <a:gd name="csY20" fmla="*/ 10028 h 91366"/>
                <a:gd name="csX21" fmla="*/ 14982 w 57981"/>
                <a:gd name="csY21" fmla="*/ 11089 h 91366"/>
                <a:gd name="csX22" fmla="*/ 2655 w 57981"/>
                <a:gd name="csY22" fmla="*/ 14393 h 91366"/>
                <a:gd name="csX23" fmla="*/ 2655 w 57981"/>
                <a:gd name="csY23" fmla="*/ 3776 h 91366"/>
                <a:gd name="csX24" fmla="*/ 15335 w 57981"/>
                <a:gd name="csY24" fmla="*/ 944 h 91366"/>
                <a:gd name="csX25" fmla="*/ 26542 w 57981"/>
                <a:gd name="csY25" fmla="*/ 0 h 91366"/>
                <a:gd name="csX26" fmla="*/ 48012 w 57981"/>
                <a:gd name="csY26" fmla="*/ 6194 h 91366"/>
                <a:gd name="csX27" fmla="*/ 55917 w 57981"/>
                <a:gd name="csY27" fmla="*/ 22828 h 91366"/>
                <a:gd name="csX28" fmla="*/ 51729 w 57981"/>
                <a:gd name="csY28" fmla="*/ 35214 h 91366"/>
                <a:gd name="csX29" fmla="*/ 39814 w 57981"/>
                <a:gd name="csY29" fmla="*/ 42174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1" h="91366">
                  <a:moveTo>
                    <a:pt x="39814" y="42174"/>
                  </a:moveTo>
                  <a:cubicBezTo>
                    <a:pt x="45516" y="43393"/>
                    <a:pt x="49959" y="45929"/>
                    <a:pt x="53145" y="49783"/>
                  </a:cubicBezTo>
                  <a:cubicBezTo>
                    <a:pt x="56369" y="53637"/>
                    <a:pt x="57982" y="58395"/>
                    <a:pt x="57982" y="64057"/>
                  </a:cubicBezTo>
                  <a:cubicBezTo>
                    <a:pt x="57982" y="72747"/>
                    <a:pt x="54993" y="79471"/>
                    <a:pt x="49016" y="84229"/>
                  </a:cubicBezTo>
                  <a:cubicBezTo>
                    <a:pt x="43038" y="88987"/>
                    <a:pt x="34545" y="91366"/>
                    <a:pt x="23534" y="91366"/>
                  </a:cubicBezTo>
                  <a:cubicBezTo>
                    <a:pt x="19838" y="91366"/>
                    <a:pt x="16024" y="90993"/>
                    <a:pt x="12092" y="90246"/>
                  </a:cubicBezTo>
                  <a:cubicBezTo>
                    <a:pt x="8199" y="89538"/>
                    <a:pt x="4168" y="88457"/>
                    <a:pt x="0" y="87002"/>
                  </a:cubicBezTo>
                  <a:lnTo>
                    <a:pt x="0" y="75500"/>
                  </a:lnTo>
                  <a:cubicBezTo>
                    <a:pt x="3303" y="77427"/>
                    <a:pt x="6921" y="78882"/>
                    <a:pt x="10853" y="79865"/>
                  </a:cubicBezTo>
                  <a:cubicBezTo>
                    <a:pt x="14785" y="80848"/>
                    <a:pt x="18894" y="81339"/>
                    <a:pt x="23181" y="81339"/>
                  </a:cubicBezTo>
                  <a:cubicBezTo>
                    <a:pt x="30652" y="81339"/>
                    <a:pt x="36334" y="79865"/>
                    <a:pt x="40227" y="76916"/>
                  </a:cubicBezTo>
                  <a:cubicBezTo>
                    <a:pt x="44159" y="73967"/>
                    <a:pt x="46125" y="69681"/>
                    <a:pt x="46125" y="64057"/>
                  </a:cubicBezTo>
                  <a:cubicBezTo>
                    <a:pt x="46125" y="58867"/>
                    <a:pt x="44297" y="54817"/>
                    <a:pt x="40640" y="51907"/>
                  </a:cubicBezTo>
                  <a:cubicBezTo>
                    <a:pt x="37022" y="48957"/>
                    <a:pt x="31969" y="47482"/>
                    <a:pt x="25481" y="47482"/>
                  </a:cubicBezTo>
                  <a:lnTo>
                    <a:pt x="15217" y="47482"/>
                  </a:lnTo>
                  <a:lnTo>
                    <a:pt x="15217" y="37692"/>
                  </a:lnTo>
                  <a:lnTo>
                    <a:pt x="25952" y="37692"/>
                  </a:lnTo>
                  <a:cubicBezTo>
                    <a:pt x="31812" y="37692"/>
                    <a:pt x="36295" y="36532"/>
                    <a:pt x="39401" y="34212"/>
                  </a:cubicBezTo>
                  <a:cubicBezTo>
                    <a:pt x="42507" y="31852"/>
                    <a:pt x="44061" y="28470"/>
                    <a:pt x="44061" y="24066"/>
                  </a:cubicBezTo>
                  <a:cubicBezTo>
                    <a:pt x="44061" y="19544"/>
                    <a:pt x="42449" y="16084"/>
                    <a:pt x="39224" y="13685"/>
                  </a:cubicBezTo>
                  <a:cubicBezTo>
                    <a:pt x="36039" y="11247"/>
                    <a:pt x="31458" y="10028"/>
                    <a:pt x="25481" y="10028"/>
                  </a:cubicBezTo>
                  <a:cubicBezTo>
                    <a:pt x="22217" y="10028"/>
                    <a:pt x="18718" y="10382"/>
                    <a:pt x="14982" y="11089"/>
                  </a:cubicBezTo>
                  <a:cubicBezTo>
                    <a:pt x="11246" y="11798"/>
                    <a:pt x="7137" y="12899"/>
                    <a:pt x="2655" y="14393"/>
                  </a:cubicBezTo>
                  <a:lnTo>
                    <a:pt x="2655" y="3776"/>
                  </a:lnTo>
                  <a:cubicBezTo>
                    <a:pt x="7176" y="2517"/>
                    <a:pt x="11403" y="1573"/>
                    <a:pt x="15335" y="944"/>
                  </a:cubicBezTo>
                  <a:cubicBezTo>
                    <a:pt x="19307" y="315"/>
                    <a:pt x="23043" y="0"/>
                    <a:pt x="26542" y="0"/>
                  </a:cubicBezTo>
                  <a:cubicBezTo>
                    <a:pt x="35586" y="0"/>
                    <a:pt x="42743" y="2065"/>
                    <a:pt x="48012" y="6194"/>
                  </a:cubicBezTo>
                  <a:cubicBezTo>
                    <a:pt x="53282" y="10283"/>
                    <a:pt x="55917" y="15828"/>
                    <a:pt x="55917" y="22828"/>
                  </a:cubicBezTo>
                  <a:cubicBezTo>
                    <a:pt x="55917" y="27703"/>
                    <a:pt x="54521" y="31832"/>
                    <a:pt x="51729" y="35214"/>
                  </a:cubicBezTo>
                  <a:cubicBezTo>
                    <a:pt x="48937" y="38556"/>
                    <a:pt x="44965" y="40876"/>
                    <a:pt x="39814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9" name="Freeform 1698">
              <a:extLst>
                <a:ext uri="{FF2B5EF4-FFF2-40B4-BE49-F238E27FC236}">
                  <a16:creationId xmlns:a16="http://schemas.microsoft.com/office/drawing/2014/main" id="{16ABE84C-E39B-AAB5-7B1A-7B158A36B4F6}"/>
                </a:ext>
              </a:extLst>
            </p:cNvPr>
            <p:cNvSpPr/>
            <p:nvPr/>
          </p:nvSpPr>
          <p:spPr>
            <a:xfrm>
              <a:off x="4255138" y="1425723"/>
              <a:ext cx="64175" cy="88062"/>
            </a:xfrm>
            <a:custGeom>
              <a:avLst/>
              <a:gdLst>
                <a:gd name="csX0" fmla="*/ 39755 w 64175"/>
                <a:gd name="csY0" fmla="*/ 10382 h 88062"/>
                <a:gd name="csX1" fmla="*/ 9674 w 64175"/>
                <a:gd name="csY1" fmla="*/ 57392 h 88062"/>
                <a:gd name="csX2" fmla="*/ 39755 w 64175"/>
                <a:gd name="csY2" fmla="*/ 57392 h 88062"/>
                <a:gd name="csX3" fmla="*/ 39755 w 64175"/>
                <a:gd name="csY3" fmla="*/ 10382 h 88062"/>
                <a:gd name="csX4" fmla="*/ 36629 w 64175"/>
                <a:gd name="csY4" fmla="*/ 0 h 88062"/>
                <a:gd name="csX5" fmla="*/ 51611 w 64175"/>
                <a:gd name="csY5" fmla="*/ 0 h 88062"/>
                <a:gd name="csX6" fmla="*/ 51611 w 64175"/>
                <a:gd name="csY6" fmla="*/ 57392 h 88062"/>
                <a:gd name="csX7" fmla="*/ 64175 w 64175"/>
                <a:gd name="csY7" fmla="*/ 57392 h 88062"/>
                <a:gd name="csX8" fmla="*/ 64175 w 64175"/>
                <a:gd name="csY8" fmla="*/ 67301 h 88062"/>
                <a:gd name="csX9" fmla="*/ 51611 w 64175"/>
                <a:gd name="csY9" fmla="*/ 67301 h 88062"/>
                <a:gd name="csX10" fmla="*/ 51611 w 64175"/>
                <a:gd name="csY10" fmla="*/ 88063 h 88062"/>
                <a:gd name="csX11" fmla="*/ 39755 w 64175"/>
                <a:gd name="csY11" fmla="*/ 88063 h 88062"/>
                <a:gd name="csX12" fmla="*/ 39755 w 64175"/>
                <a:gd name="csY12" fmla="*/ 67301 h 88062"/>
                <a:gd name="csX13" fmla="*/ 0 w 64175"/>
                <a:gd name="csY13" fmla="*/ 67301 h 88062"/>
                <a:gd name="csX14" fmla="*/ 0 w 64175"/>
                <a:gd name="csY14" fmla="*/ 55799 h 88062"/>
                <a:gd name="csX15" fmla="*/ 36629 w 64175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5" h="88062">
                  <a:moveTo>
                    <a:pt x="39755" y="10382"/>
                  </a:moveTo>
                  <a:lnTo>
                    <a:pt x="9674" y="57392"/>
                  </a:lnTo>
                  <a:lnTo>
                    <a:pt x="39755" y="57392"/>
                  </a:lnTo>
                  <a:lnTo>
                    <a:pt x="39755" y="10382"/>
                  </a:lnTo>
                  <a:moveTo>
                    <a:pt x="36629" y="0"/>
                  </a:moveTo>
                  <a:lnTo>
                    <a:pt x="51611" y="0"/>
                  </a:lnTo>
                  <a:lnTo>
                    <a:pt x="51611" y="57392"/>
                  </a:lnTo>
                  <a:lnTo>
                    <a:pt x="64175" y="57392"/>
                  </a:lnTo>
                  <a:lnTo>
                    <a:pt x="64175" y="67301"/>
                  </a:lnTo>
                  <a:lnTo>
                    <a:pt x="51611" y="67301"/>
                  </a:lnTo>
                  <a:lnTo>
                    <a:pt x="51611" y="88063"/>
                  </a:lnTo>
                  <a:lnTo>
                    <a:pt x="39755" y="88063"/>
                  </a:lnTo>
                  <a:lnTo>
                    <a:pt x="39755" y="67301"/>
                  </a:lnTo>
                  <a:lnTo>
                    <a:pt x="0" y="67301"/>
                  </a:lnTo>
                  <a:lnTo>
                    <a:pt x="0" y="55799"/>
                  </a:lnTo>
                  <a:lnTo>
                    <a:pt x="36629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0" name="Freeform 1699">
              <a:extLst>
                <a:ext uri="{FF2B5EF4-FFF2-40B4-BE49-F238E27FC236}">
                  <a16:creationId xmlns:a16="http://schemas.microsoft.com/office/drawing/2014/main" id="{BB96D72C-EEF0-EADA-D4A2-9BE447DC04E9}"/>
                </a:ext>
              </a:extLst>
            </p:cNvPr>
            <p:cNvSpPr/>
            <p:nvPr/>
          </p:nvSpPr>
          <p:spPr>
            <a:xfrm>
              <a:off x="4087166" y="2651999"/>
              <a:ext cx="97847" cy="63045"/>
            </a:xfrm>
            <a:custGeom>
              <a:avLst/>
              <a:gdLst>
                <a:gd name="csX0" fmla="*/ 0 w 97847"/>
                <a:gd name="csY0" fmla="*/ 63046 h 63045"/>
                <a:gd name="csX1" fmla="*/ 0 w 97847"/>
                <a:gd name="csY1" fmla="*/ 1178 h 63045"/>
                <a:gd name="csX2" fmla="*/ 11141 w 97847"/>
                <a:gd name="csY2" fmla="*/ 1178 h 63045"/>
                <a:gd name="csX3" fmla="*/ 11141 w 97847"/>
                <a:gd name="csY3" fmla="*/ 49807 h 63045"/>
                <a:gd name="csX4" fmla="*/ 40109 w 97847"/>
                <a:gd name="csY4" fmla="*/ 49807 h 63045"/>
                <a:gd name="csX5" fmla="*/ 40109 w 97847"/>
                <a:gd name="csY5" fmla="*/ 3216 h 63045"/>
                <a:gd name="csX6" fmla="*/ 51250 w 97847"/>
                <a:gd name="csY6" fmla="*/ 3216 h 63045"/>
                <a:gd name="csX7" fmla="*/ 51250 w 97847"/>
                <a:gd name="csY7" fmla="*/ 49807 h 63045"/>
                <a:gd name="csX8" fmla="*/ 86706 w 97847"/>
                <a:gd name="csY8" fmla="*/ 49807 h 63045"/>
                <a:gd name="csX9" fmla="*/ 86706 w 97847"/>
                <a:gd name="csY9" fmla="*/ 0 h 63045"/>
                <a:gd name="csX10" fmla="*/ 97848 w 97847"/>
                <a:gd name="csY10" fmla="*/ 0 h 63045"/>
                <a:gd name="csX11" fmla="*/ 97848 w 97847"/>
                <a:gd name="csY11" fmla="*/ 63046 h 63045"/>
                <a:gd name="csX12" fmla="*/ 0 w 97847"/>
                <a:gd name="csY12" fmla="*/ 63046 h 6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5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16"/>
                  </a:lnTo>
                  <a:lnTo>
                    <a:pt x="51250" y="3216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1" name="Freeform 1700">
              <a:extLst>
                <a:ext uri="{FF2B5EF4-FFF2-40B4-BE49-F238E27FC236}">
                  <a16:creationId xmlns:a16="http://schemas.microsoft.com/office/drawing/2014/main" id="{31B71B01-D5FD-9321-8CB0-3A398FBBDB98}"/>
                </a:ext>
              </a:extLst>
            </p:cNvPr>
            <p:cNvSpPr/>
            <p:nvPr/>
          </p:nvSpPr>
          <p:spPr>
            <a:xfrm>
              <a:off x="4109842" y="2580041"/>
              <a:ext cx="77072" cy="56103"/>
            </a:xfrm>
            <a:custGeom>
              <a:avLst/>
              <a:gdLst>
                <a:gd name="csX0" fmla="*/ 3932 w 77072"/>
                <a:gd name="csY0" fmla="*/ 3930 h 56103"/>
                <a:gd name="csX1" fmla="*/ 15336 w 77072"/>
                <a:gd name="csY1" fmla="*/ 3930 h 56103"/>
                <a:gd name="csX2" fmla="*/ 11404 w 77072"/>
                <a:gd name="csY2" fmla="*/ 14553 h 56103"/>
                <a:gd name="csX3" fmla="*/ 10093 w 77072"/>
                <a:gd name="csY3" fmla="*/ 25946 h 56103"/>
                <a:gd name="csX4" fmla="*/ 12845 w 77072"/>
                <a:gd name="csY4" fmla="*/ 39456 h 56103"/>
                <a:gd name="csX5" fmla="*/ 21103 w 77072"/>
                <a:gd name="csY5" fmla="*/ 43907 h 56103"/>
                <a:gd name="csX6" fmla="*/ 27722 w 77072"/>
                <a:gd name="csY6" fmla="*/ 40702 h 56103"/>
                <a:gd name="csX7" fmla="*/ 32245 w 77072"/>
                <a:gd name="csY7" fmla="*/ 27792 h 56103"/>
                <a:gd name="csX8" fmla="*/ 33162 w 77072"/>
                <a:gd name="csY8" fmla="*/ 23658 h 56103"/>
                <a:gd name="csX9" fmla="*/ 40961 w 77072"/>
                <a:gd name="csY9" fmla="*/ 5436 h 56103"/>
                <a:gd name="csX10" fmla="*/ 54921 w 77072"/>
                <a:gd name="csY10" fmla="*/ 0 h 56103"/>
                <a:gd name="csX11" fmla="*/ 71108 w 77072"/>
                <a:gd name="csY11" fmla="*/ 8120 h 56103"/>
                <a:gd name="csX12" fmla="*/ 77072 w 77072"/>
                <a:gd name="csY12" fmla="*/ 30340 h 56103"/>
                <a:gd name="csX13" fmla="*/ 75893 w 77072"/>
                <a:gd name="csY13" fmla="*/ 42661 h 56103"/>
                <a:gd name="csX14" fmla="*/ 72485 w 77072"/>
                <a:gd name="csY14" fmla="*/ 56104 h 56103"/>
                <a:gd name="csX15" fmla="*/ 60032 w 77072"/>
                <a:gd name="csY15" fmla="*/ 56104 h 56103"/>
                <a:gd name="csX16" fmla="*/ 65275 w 77072"/>
                <a:gd name="csY16" fmla="*/ 42922 h 56103"/>
                <a:gd name="csX17" fmla="*/ 66979 w 77072"/>
                <a:gd name="csY17" fmla="*/ 30079 h 56103"/>
                <a:gd name="csX18" fmla="*/ 64096 w 77072"/>
                <a:gd name="csY18" fmla="*/ 16976 h 56103"/>
                <a:gd name="csX19" fmla="*/ 55838 w 77072"/>
                <a:gd name="csY19" fmla="*/ 12389 h 56103"/>
                <a:gd name="csX20" fmla="*/ 48301 w 77072"/>
                <a:gd name="csY20" fmla="*/ 15730 h 56103"/>
                <a:gd name="csX21" fmla="*/ 43255 w 77072"/>
                <a:gd name="csY21" fmla="*/ 30215 h 56103"/>
                <a:gd name="csX22" fmla="*/ 42272 w 77072"/>
                <a:gd name="csY22" fmla="*/ 34405 h 56103"/>
                <a:gd name="csX23" fmla="*/ 35063 w 77072"/>
                <a:gd name="csY23" fmla="*/ 50589 h 56103"/>
                <a:gd name="csX24" fmla="*/ 21627 w 77072"/>
                <a:gd name="csY24" fmla="*/ 55572 h 56103"/>
                <a:gd name="csX25" fmla="*/ 5636 w 77072"/>
                <a:gd name="csY25" fmla="*/ 48233 h 56103"/>
                <a:gd name="csX26" fmla="*/ 0 w 77072"/>
                <a:gd name="csY26" fmla="*/ 27395 h 56103"/>
                <a:gd name="csX27" fmla="*/ 983 w 77072"/>
                <a:gd name="csY27" fmla="*/ 14813 h 56103"/>
                <a:gd name="csX28" fmla="*/ 3932 w 77072"/>
                <a:gd name="csY28" fmla="*/ 3930 h 56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3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6"/>
                    <a:pt x="11404" y="14553"/>
                  </a:cubicBezTo>
                  <a:cubicBezTo>
                    <a:pt x="10530" y="18222"/>
                    <a:pt x="10093" y="22020"/>
                    <a:pt x="10093" y="25946"/>
                  </a:cubicBezTo>
                  <a:cubicBezTo>
                    <a:pt x="10093" y="31933"/>
                    <a:pt x="11010" y="36436"/>
                    <a:pt x="12845" y="39456"/>
                  </a:cubicBezTo>
                  <a:cubicBezTo>
                    <a:pt x="14680" y="42423"/>
                    <a:pt x="17433" y="43907"/>
                    <a:pt x="21103" y="43907"/>
                  </a:cubicBezTo>
                  <a:cubicBezTo>
                    <a:pt x="23899" y="43907"/>
                    <a:pt x="26106" y="42839"/>
                    <a:pt x="27722" y="40702"/>
                  </a:cubicBezTo>
                  <a:cubicBezTo>
                    <a:pt x="29295" y="38558"/>
                    <a:pt x="30803" y="34254"/>
                    <a:pt x="32245" y="27792"/>
                  </a:cubicBezTo>
                  <a:lnTo>
                    <a:pt x="33162" y="23658"/>
                  </a:lnTo>
                  <a:cubicBezTo>
                    <a:pt x="34997" y="15096"/>
                    <a:pt x="37597" y="9022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40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904"/>
                    <a:pt x="74014" y="51385"/>
                    <a:pt x="72485" y="56104"/>
                  </a:cubicBezTo>
                  <a:lnTo>
                    <a:pt x="60032" y="56104"/>
                  </a:lnTo>
                  <a:cubicBezTo>
                    <a:pt x="62348" y="51642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401"/>
                    <a:pt x="66018" y="20034"/>
                    <a:pt x="64096" y="16976"/>
                  </a:cubicBezTo>
                  <a:cubicBezTo>
                    <a:pt x="62130" y="13918"/>
                    <a:pt x="59377" y="12389"/>
                    <a:pt x="55838" y="12389"/>
                  </a:cubicBezTo>
                  <a:cubicBezTo>
                    <a:pt x="52561" y="12389"/>
                    <a:pt x="50049" y="13503"/>
                    <a:pt x="48301" y="15730"/>
                  </a:cubicBezTo>
                  <a:cubicBezTo>
                    <a:pt x="46554" y="17912"/>
                    <a:pt x="44871" y="22740"/>
                    <a:pt x="43255" y="30215"/>
                  </a:cubicBezTo>
                  <a:lnTo>
                    <a:pt x="42272" y="34405"/>
                  </a:lnTo>
                  <a:cubicBezTo>
                    <a:pt x="40699" y="41880"/>
                    <a:pt x="38296" y="47274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5"/>
                    <a:pt x="0" y="27395"/>
                  </a:cubicBezTo>
                  <a:cubicBezTo>
                    <a:pt x="0" y="22941"/>
                    <a:pt x="328" y="18747"/>
                    <a:pt x="983" y="14813"/>
                  </a:cubicBezTo>
                  <a:cubicBezTo>
                    <a:pt x="1638" y="10880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2" name="Freeform 1701">
              <a:extLst>
                <a:ext uri="{FF2B5EF4-FFF2-40B4-BE49-F238E27FC236}">
                  <a16:creationId xmlns:a16="http://schemas.microsoft.com/office/drawing/2014/main" id="{F62EEA78-0577-DE9D-A7FE-041E0ABC6296}"/>
                </a:ext>
              </a:extLst>
            </p:cNvPr>
            <p:cNvSpPr/>
            <p:nvPr/>
          </p:nvSpPr>
          <p:spPr>
            <a:xfrm>
              <a:off x="4090771" y="2524072"/>
              <a:ext cx="94243" cy="45809"/>
            </a:xfrm>
            <a:custGeom>
              <a:avLst/>
              <a:gdLst>
                <a:gd name="csX0" fmla="*/ 0 w 94243"/>
                <a:gd name="csY0" fmla="*/ 24836 h 45809"/>
                <a:gd name="csX1" fmla="*/ 20841 w 94243"/>
                <a:gd name="csY1" fmla="*/ 24836 h 45809"/>
                <a:gd name="csX2" fmla="*/ 20841 w 94243"/>
                <a:gd name="csY2" fmla="*/ 0 h 45809"/>
                <a:gd name="csX3" fmla="*/ 30213 w 94243"/>
                <a:gd name="csY3" fmla="*/ 0 h 45809"/>
                <a:gd name="csX4" fmla="*/ 30213 w 94243"/>
                <a:gd name="csY4" fmla="*/ 24836 h 45809"/>
                <a:gd name="csX5" fmla="*/ 70060 w 94243"/>
                <a:gd name="csY5" fmla="*/ 24836 h 45809"/>
                <a:gd name="csX6" fmla="*/ 81594 w 94243"/>
                <a:gd name="csY6" fmla="*/ 22412 h 45809"/>
                <a:gd name="csX7" fmla="*/ 84150 w 94243"/>
                <a:gd name="csY7" fmla="*/ 12378 h 45809"/>
                <a:gd name="csX8" fmla="*/ 84150 w 94243"/>
                <a:gd name="csY8" fmla="*/ 0 h 45809"/>
                <a:gd name="csX9" fmla="*/ 94243 w 94243"/>
                <a:gd name="csY9" fmla="*/ 0 h 45809"/>
                <a:gd name="csX10" fmla="*/ 94243 w 94243"/>
                <a:gd name="csY10" fmla="*/ 12378 h 45809"/>
                <a:gd name="csX11" fmla="*/ 89066 w 94243"/>
                <a:gd name="csY11" fmla="*/ 31653 h 45809"/>
                <a:gd name="csX12" fmla="*/ 70060 w 94243"/>
                <a:gd name="csY12" fmla="*/ 36965 h 45809"/>
                <a:gd name="csX13" fmla="*/ 30213 w 94243"/>
                <a:gd name="csY13" fmla="*/ 36965 h 45809"/>
                <a:gd name="csX14" fmla="*/ 30213 w 94243"/>
                <a:gd name="csY14" fmla="*/ 45810 h 45809"/>
                <a:gd name="csX15" fmla="*/ 20841 w 94243"/>
                <a:gd name="csY15" fmla="*/ 45810 h 45809"/>
                <a:gd name="csX16" fmla="*/ 20841 w 94243"/>
                <a:gd name="csY16" fmla="*/ 36965 h 45809"/>
                <a:gd name="csX17" fmla="*/ 0 w 94243"/>
                <a:gd name="csY17" fmla="*/ 36965 h 45809"/>
                <a:gd name="csX18" fmla="*/ 0 w 94243"/>
                <a:gd name="csY18" fmla="*/ 24836 h 45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09">
                  <a:moveTo>
                    <a:pt x="0" y="24836"/>
                  </a:moveTo>
                  <a:lnTo>
                    <a:pt x="20841" y="24836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6"/>
                  </a:lnTo>
                  <a:lnTo>
                    <a:pt x="70060" y="24836"/>
                  </a:lnTo>
                  <a:cubicBezTo>
                    <a:pt x="76045" y="24836"/>
                    <a:pt x="79890" y="24028"/>
                    <a:pt x="81594" y="22412"/>
                  </a:cubicBezTo>
                  <a:cubicBezTo>
                    <a:pt x="83298" y="20751"/>
                    <a:pt x="84150" y="17406"/>
                    <a:pt x="84150" y="12378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78"/>
                  </a:lnTo>
                  <a:cubicBezTo>
                    <a:pt x="94243" y="21687"/>
                    <a:pt x="92517" y="28112"/>
                    <a:pt x="89066" y="31653"/>
                  </a:cubicBezTo>
                  <a:cubicBezTo>
                    <a:pt x="85570" y="35194"/>
                    <a:pt x="79235" y="36965"/>
                    <a:pt x="70060" y="36965"/>
                  </a:cubicBezTo>
                  <a:lnTo>
                    <a:pt x="30213" y="36965"/>
                  </a:lnTo>
                  <a:lnTo>
                    <a:pt x="30213" y="45810"/>
                  </a:lnTo>
                  <a:lnTo>
                    <a:pt x="20841" y="45810"/>
                  </a:lnTo>
                  <a:lnTo>
                    <a:pt x="20841" y="36965"/>
                  </a:lnTo>
                  <a:lnTo>
                    <a:pt x="0" y="36965"/>
                  </a:lnTo>
                  <a:lnTo>
                    <a:pt x="0" y="248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3" name="Freeform 1702">
              <a:extLst>
                <a:ext uri="{FF2B5EF4-FFF2-40B4-BE49-F238E27FC236}">
                  <a16:creationId xmlns:a16="http://schemas.microsoft.com/office/drawing/2014/main" id="{7FA08BA8-F0FB-C14A-FC0A-E7DAE65B0118}"/>
                </a:ext>
              </a:extLst>
            </p:cNvPr>
            <p:cNvSpPr/>
            <p:nvPr/>
          </p:nvSpPr>
          <p:spPr>
            <a:xfrm>
              <a:off x="4083037" y="2496145"/>
              <a:ext cx="101976" cy="12060"/>
            </a:xfrm>
            <a:custGeom>
              <a:avLst/>
              <a:gdLst>
                <a:gd name="csX0" fmla="*/ 28574 w 101976"/>
                <a:gd name="csY0" fmla="*/ 12061 h 12060"/>
                <a:gd name="csX1" fmla="*/ 28574 w 101976"/>
                <a:gd name="csY1" fmla="*/ 0 h 12060"/>
                <a:gd name="csX2" fmla="*/ 101977 w 101976"/>
                <a:gd name="csY2" fmla="*/ 0 h 12060"/>
                <a:gd name="csX3" fmla="*/ 101977 w 101976"/>
                <a:gd name="csY3" fmla="*/ 12061 h 12060"/>
                <a:gd name="csX4" fmla="*/ 28574 w 101976"/>
                <a:gd name="csY4" fmla="*/ 12061 h 12060"/>
                <a:gd name="csX5" fmla="*/ 0 w 101976"/>
                <a:gd name="csY5" fmla="*/ 12061 h 12060"/>
                <a:gd name="csX6" fmla="*/ 0 w 101976"/>
                <a:gd name="csY6" fmla="*/ 0 h 12060"/>
                <a:gd name="csX7" fmla="*/ 15270 w 101976"/>
                <a:gd name="csY7" fmla="*/ 0 h 12060"/>
                <a:gd name="csX8" fmla="*/ 15270 w 101976"/>
                <a:gd name="csY8" fmla="*/ 12061 h 12060"/>
                <a:gd name="csX9" fmla="*/ 0 w 101976"/>
                <a:gd name="csY9" fmla="*/ 12061 h 12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60">
                  <a:moveTo>
                    <a:pt x="28574" y="12061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1"/>
                  </a:lnTo>
                  <a:lnTo>
                    <a:pt x="28574" y="12061"/>
                  </a:lnTo>
                  <a:moveTo>
                    <a:pt x="0" y="12061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1"/>
                  </a:lnTo>
                  <a:lnTo>
                    <a:pt x="0" y="12061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4" name="Freeform 1703">
              <a:extLst>
                <a:ext uri="{FF2B5EF4-FFF2-40B4-BE49-F238E27FC236}">
                  <a16:creationId xmlns:a16="http://schemas.microsoft.com/office/drawing/2014/main" id="{EB37C42F-37A9-8347-456D-3E060B343A9C}"/>
                </a:ext>
              </a:extLst>
            </p:cNvPr>
            <p:cNvSpPr/>
            <p:nvPr/>
          </p:nvSpPr>
          <p:spPr>
            <a:xfrm>
              <a:off x="4109842" y="2364223"/>
              <a:ext cx="75171" cy="107154"/>
            </a:xfrm>
            <a:custGeom>
              <a:avLst/>
              <a:gdLst>
                <a:gd name="csX0" fmla="*/ 15860 w 75171"/>
                <a:gd name="csY0" fmla="*/ 49544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7 h 107154"/>
                <a:gd name="csX12" fmla="*/ 75172 w 75171"/>
                <a:gd name="csY12" fmla="*/ 47517 h 107154"/>
                <a:gd name="csX13" fmla="*/ 75172 w 75171"/>
                <a:gd name="csY13" fmla="*/ 59635 h 107154"/>
                <a:gd name="csX14" fmla="*/ 31261 w 75171"/>
                <a:gd name="csY14" fmla="*/ 59635 h 107154"/>
                <a:gd name="csX15" fmla="*/ 15598 w 75171"/>
                <a:gd name="csY15" fmla="*/ 63372 h 107154"/>
                <a:gd name="csX16" fmla="*/ 10486 w 75171"/>
                <a:gd name="csY16" fmla="*/ 74912 h 107154"/>
                <a:gd name="csX17" fmla="*/ 16778 w 75171"/>
                <a:gd name="csY17" fmla="*/ 89590 h 107154"/>
                <a:gd name="csX18" fmla="*/ 33686 w 75171"/>
                <a:gd name="csY18" fmla="*/ 95025 h 107154"/>
                <a:gd name="csX19" fmla="*/ 75172 w 75171"/>
                <a:gd name="csY19" fmla="*/ 95025 h 107154"/>
                <a:gd name="csX20" fmla="*/ 75172 w 75171"/>
                <a:gd name="csY20" fmla="*/ 107154 h 107154"/>
                <a:gd name="csX21" fmla="*/ 1770 w 75171"/>
                <a:gd name="csY21" fmla="*/ 107154 h 107154"/>
                <a:gd name="csX22" fmla="*/ 1770 w 75171"/>
                <a:gd name="csY22" fmla="*/ 95025 h 107154"/>
                <a:gd name="csX23" fmla="*/ 13173 w 75171"/>
                <a:gd name="csY23" fmla="*/ 95025 h 107154"/>
                <a:gd name="csX24" fmla="*/ 3211 w 75171"/>
                <a:gd name="csY24" fmla="*/ 85139 h 107154"/>
                <a:gd name="csX25" fmla="*/ 0 w 75171"/>
                <a:gd name="csY25" fmla="*/ 71436 h 107154"/>
                <a:gd name="csX26" fmla="*/ 4063 w 75171"/>
                <a:gd name="csY26" fmla="*/ 57868 h 107154"/>
                <a:gd name="csX27" fmla="*/ 15860 w 75171"/>
                <a:gd name="csY27" fmla="*/ 49544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4"/>
                  </a:moveTo>
                  <a:cubicBezTo>
                    <a:pt x="10442" y="46531"/>
                    <a:pt x="6445" y="42927"/>
                    <a:pt x="3867" y="38732"/>
                  </a:cubicBezTo>
                  <a:cubicBezTo>
                    <a:pt x="1289" y="34538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2"/>
                    <a:pt x="12561" y="38449"/>
                    <a:pt x="16712" y="42076"/>
                  </a:cubicBezTo>
                  <a:cubicBezTo>
                    <a:pt x="20863" y="45703"/>
                    <a:pt x="26521" y="47517"/>
                    <a:pt x="33686" y="47517"/>
                  </a:cubicBezTo>
                  <a:lnTo>
                    <a:pt x="75172" y="47517"/>
                  </a:lnTo>
                  <a:lnTo>
                    <a:pt x="75172" y="59635"/>
                  </a:lnTo>
                  <a:lnTo>
                    <a:pt x="31261" y="59635"/>
                  </a:lnTo>
                  <a:cubicBezTo>
                    <a:pt x="24183" y="59635"/>
                    <a:pt x="18962" y="60881"/>
                    <a:pt x="15598" y="63372"/>
                  </a:cubicBezTo>
                  <a:cubicBezTo>
                    <a:pt x="12190" y="65864"/>
                    <a:pt x="10486" y="69710"/>
                    <a:pt x="10486" y="74912"/>
                  </a:cubicBezTo>
                  <a:cubicBezTo>
                    <a:pt x="10486" y="81073"/>
                    <a:pt x="12583" y="85965"/>
                    <a:pt x="16778" y="89590"/>
                  </a:cubicBezTo>
                  <a:cubicBezTo>
                    <a:pt x="20928" y="93213"/>
                    <a:pt x="26565" y="95025"/>
                    <a:pt x="33686" y="95025"/>
                  </a:cubicBezTo>
                  <a:lnTo>
                    <a:pt x="75172" y="95025"/>
                  </a:lnTo>
                  <a:lnTo>
                    <a:pt x="75172" y="107154"/>
                  </a:lnTo>
                  <a:lnTo>
                    <a:pt x="1770" y="107154"/>
                  </a:lnTo>
                  <a:lnTo>
                    <a:pt x="1770" y="95025"/>
                  </a:lnTo>
                  <a:lnTo>
                    <a:pt x="13173" y="95025"/>
                  </a:lnTo>
                  <a:cubicBezTo>
                    <a:pt x="8673" y="92277"/>
                    <a:pt x="5352" y="88982"/>
                    <a:pt x="3211" y="85139"/>
                  </a:cubicBezTo>
                  <a:cubicBezTo>
                    <a:pt x="1070" y="81288"/>
                    <a:pt x="0" y="76721"/>
                    <a:pt x="0" y="71436"/>
                  </a:cubicBezTo>
                  <a:cubicBezTo>
                    <a:pt x="0" y="66105"/>
                    <a:pt x="1354" y="61583"/>
                    <a:pt x="4063" y="57868"/>
                  </a:cubicBezTo>
                  <a:cubicBezTo>
                    <a:pt x="6772" y="54108"/>
                    <a:pt x="10705" y="51334"/>
                    <a:pt x="15860" y="4954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5" name="Freeform 1704">
              <a:extLst>
                <a:ext uri="{FF2B5EF4-FFF2-40B4-BE49-F238E27FC236}">
                  <a16:creationId xmlns:a16="http://schemas.microsoft.com/office/drawing/2014/main" id="{816A85FE-1748-1BBE-E4B1-BCD82AC9B974}"/>
                </a:ext>
              </a:extLst>
            </p:cNvPr>
            <p:cNvSpPr/>
            <p:nvPr/>
          </p:nvSpPr>
          <p:spPr>
            <a:xfrm>
              <a:off x="4109842" y="2282760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0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2"/>
                    <a:pt x="71786" y="18241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2"/>
                    <a:pt x="28837" y="39934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30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6" name="Freeform 1705">
              <a:extLst>
                <a:ext uri="{FF2B5EF4-FFF2-40B4-BE49-F238E27FC236}">
                  <a16:creationId xmlns:a16="http://schemas.microsoft.com/office/drawing/2014/main" id="{2FC98ECF-DC41-73D2-4202-8CBDFAF65D8F}"/>
                </a:ext>
              </a:extLst>
            </p:cNvPr>
            <p:cNvSpPr/>
            <p:nvPr/>
          </p:nvSpPr>
          <p:spPr>
            <a:xfrm>
              <a:off x="4090771" y="2221155"/>
              <a:ext cx="94243" cy="45810"/>
            </a:xfrm>
            <a:custGeom>
              <a:avLst/>
              <a:gdLst>
                <a:gd name="csX0" fmla="*/ 0 w 94243"/>
                <a:gd name="csY0" fmla="*/ 24839 h 45810"/>
                <a:gd name="csX1" fmla="*/ 20841 w 94243"/>
                <a:gd name="csY1" fmla="*/ 24839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9 h 45810"/>
                <a:gd name="csX5" fmla="*/ 70060 w 94243"/>
                <a:gd name="csY5" fmla="*/ 24839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4 h 45810"/>
                <a:gd name="csX13" fmla="*/ 30213 w 94243"/>
                <a:gd name="csY13" fmla="*/ 36964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4 h 45810"/>
                <a:gd name="csX17" fmla="*/ 0 w 94243"/>
                <a:gd name="csY17" fmla="*/ 36964 h 45810"/>
                <a:gd name="csX18" fmla="*/ 0 w 94243"/>
                <a:gd name="csY18" fmla="*/ 24839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9"/>
                  </a:moveTo>
                  <a:lnTo>
                    <a:pt x="20841" y="24839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9"/>
                  </a:lnTo>
                  <a:lnTo>
                    <a:pt x="70060" y="24839"/>
                  </a:lnTo>
                  <a:cubicBezTo>
                    <a:pt x="76045" y="24839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3"/>
                    <a:pt x="92517" y="28116"/>
                    <a:pt x="89066" y="31654"/>
                  </a:cubicBezTo>
                  <a:cubicBezTo>
                    <a:pt x="85570" y="35194"/>
                    <a:pt x="79235" y="36964"/>
                    <a:pt x="70060" y="36964"/>
                  </a:cubicBezTo>
                  <a:lnTo>
                    <a:pt x="30213" y="36964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4"/>
                  </a:lnTo>
                  <a:lnTo>
                    <a:pt x="0" y="36964"/>
                  </a:lnTo>
                  <a:lnTo>
                    <a:pt x="0" y="2483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7" name="Freeform 1706">
              <a:extLst>
                <a:ext uri="{FF2B5EF4-FFF2-40B4-BE49-F238E27FC236}">
                  <a16:creationId xmlns:a16="http://schemas.microsoft.com/office/drawing/2014/main" id="{ED727929-9E99-D00A-42AB-0A4A2F250277}"/>
                </a:ext>
              </a:extLst>
            </p:cNvPr>
            <p:cNvSpPr/>
            <p:nvPr/>
          </p:nvSpPr>
          <p:spPr>
            <a:xfrm>
              <a:off x="4109842" y="2142510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4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1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2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30"/>
                    <a:pt x="60360" y="47974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9"/>
                    <a:pt x="66280" y="20120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60"/>
                    <a:pt x="73664" y="50945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40"/>
                    <a:pt x="31982" y="55052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8" name="Freeform 1707">
              <a:extLst>
                <a:ext uri="{FF2B5EF4-FFF2-40B4-BE49-F238E27FC236}">
                  <a16:creationId xmlns:a16="http://schemas.microsoft.com/office/drawing/2014/main" id="{FEA5DD4F-714A-2856-5BFD-9A180210857D}"/>
                </a:ext>
              </a:extLst>
            </p:cNvPr>
            <p:cNvSpPr/>
            <p:nvPr/>
          </p:nvSpPr>
          <p:spPr>
            <a:xfrm>
              <a:off x="4083037" y="2062357"/>
              <a:ext cx="103877" cy="65603"/>
            </a:xfrm>
            <a:custGeom>
              <a:avLst/>
              <a:gdLst>
                <a:gd name="csX0" fmla="*/ 39716 w 103877"/>
                <a:gd name="csY0" fmla="*/ 12059 h 65603"/>
                <a:gd name="csX1" fmla="*/ 0 w 103877"/>
                <a:gd name="csY1" fmla="*/ 12059 h 65603"/>
                <a:gd name="csX2" fmla="*/ 0 w 103877"/>
                <a:gd name="csY2" fmla="*/ 0 h 65603"/>
                <a:gd name="csX3" fmla="*/ 101977 w 103877"/>
                <a:gd name="csY3" fmla="*/ 0 h 65603"/>
                <a:gd name="csX4" fmla="*/ 101977 w 103877"/>
                <a:gd name="csY4" fmla="*/ 12059 h 65603"/>
                <a:gd name="csX5" fmla="*/ 90966 w 103877"/>
                <a:gd name="csY5" fmla="*/ 12059 h 65603"/>
                <a:gd name="csX6" fmla="*/ 100731 w 103877"/>
                <a:gd name="csY6" fmla="*/ 21693 h 65603"/>
                <a:gd name="csX7" fmla="*/ 103877 w 103877"/>
                <a:gd name="csY7" fmla="*/ 35586 h 65603"/>
                <a:gd name="csX8" fmla="*/ 93260 w 103877"/>
                <a:gd name="csY8" fmla="*/ 57279 h 65603"/>
                <a:gd name="csX9" fmla="*/ 65341 w 103877"/>
                <a:gd name="csY9" fmla="*/ 65603 h 65603"/>
                <a:gd name="csX10" fmla="*/ 37422 w 103877"/>
                <a:gd name="csY10" fmla="*/ 57279 h 65603"/>
                <a:gd name="csX11" fmla="*/ 26805 w 103877"/>
                <a:gd name="csY11" fmla="*/ 35586 h 65603"/>
                <a:gd name="csX12" fmla="*/ 30016 w 103877"/>
                <a:gd name="csY12" fmla="*/ 21693 h 65603"/>
                <a:gd name="csX13" fmla="*/ 39716 w 103877"/>
                <a:gd name="csY13" fmla="*/ 12059 h 65603"/>
                <a:gd name="csX14" fmla="*/ 65341 w 103877"/>
                <a:gd name="csY14" fmla="*/ 53150 h 65603"/>
                <a:gd name="csX15" fmla="*/ 86247 w 103877"/>
                <a:gd name="csY15" fmla="*/ 47711 h 65603"/>
                <a:gd name="csX16" fmla="*/ 93784 w 103877"/>
                <a:gd name="csY16" fmla="*/ 32637 h 65603"/>
                <a:gd name="csX17" fmla="*/ 86247 w 103877"/>
                <a:gd name="csY17" fmla="*/ 17564 h 65603"/>
                <a:gd name="csX18" fmla="*/ 65341 w 103877"/>
                <a:gd name="csY18" fmla="*/ 12059 h 65603"/>
                <a:gd name="csX19" fmla="*/ 44500 w 103877"/>
                <a:gd name="csY19" fmla="*/ 17564 h 65603"/>
                <a:gd name="csX20" fmla="*/ 36898 w 103877"/>
                <a:gd name="csY20" fmla="*/ 32637 h 65603"/>
                <a:gd name="csX21" fmla="*/ 44500 w 103877"/>
                <a:gd name="csY21" fmla="*/ 47711 h 65603"/>
                <a:gd name="csX22" fmla="*/ 65341 w 103877"/>
                <a:gd name="csY22" fmla="*/ 53150 h 65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3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9"/>
                    <a:pt x="76876" y="65603"/>
                    <a:pt x="65341" y="65603"/>
                  </a:cubicBezTo>
                  <a:cubicBezTo>
                    <a:pt x="53806" y="65603"/>
                    <a:pt x="44500" y="62829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9" name="Freeform 1708">
              <a:extLst>
                <a:ext uri="{FF2B5EF4-FFF2-40B4-BE49-F238E27FC236}">
                  <a16:creationId xmlns:a16="http://schemas.microsoft.com/office/drawing/2014/main" id="{C5CAD41C-4B85-6077-BEEB-03B456EF176C}"/>
                </a:ext>
              </a:extLst>
            </p:cNvPr>
            <p:cNvSpPr/>
            <p:nvPr/>
          </p:nvSpPr>
          <p:spPr>
            <a:xfrm>
              <a:off x="4109842" y="1929643"/>
              <a:ext cx="103090" cy="65668"/>
            </a:xfrm>
            <a:custGeom>
              <a:avLst/>
              <a:gdLst>
                <a:gd name="csX0" fmla="*/ 64161 w 103090"/>
                <a:gd name="csY0" fmla="*/ 53544 h 65668"/>
                <a:gd name="csX1" fmla="*/ 103091 w 103090"/>
                <a:gd name="csY1" fmla="*/ 53544 h 65668"/>
                <a:gd name="csX2" fmla="*/ 103091 w 103090"/>
                <a:gd name="csY2" fmla="*/ 65669 h 65668"/>
                <a:gd name="csX3" fmla="*/ 1770 w 103090"/>
                <a:gd name="csY3" fmla="*/ 65669 h 65668"/>
                <a:gd name="csX4" fmla="*/ 1770 w 103090"/>
                <a:gd name="csY4" fmla="*/ 53544 h 65668"/>
                <a:gd name="csX5" fmla="*/ 12911 w 103090"/>
                <a:gd name="csY5" fmla="*/ 53544 h 65668"/>
                <a:gd name="csX6" fmla="*/ 3211 w 103090"/>
                <a:gd name="csY6" fmla="*/ 43976 h 65668"/>
                <a:gd name="csX7" fmla="*/ 0 w 103090"/>
                <a:gd name="csY7" fmla="*/ 30081 h 65668"/>
                <a:gd name="csX8" fmla="*/ 10617 w 103090"/>
                <a:gd name="csY8" fmla="*/ 8388 h 65668"/>
                <a:gd name="csX9" fmla="*/ 38536 w 103090"/>
                <a:gd name="csY9" fmla="*/ 0 h 65668"/>
                <a:gd name="csX10" fmla="*/ 66455 w 103090"/>
                <a:gd name="csY10" fmla="*/ 8388 h 65668"/>
                <a:gd name="csX11" fmla="*/ 77072 w 103090"/>
                <a:gd name="csY11" fmla="*/ 30081 h 65668"/>
                <a:gd name="csX12" fmla="*/ 73926 w 103090"/>
                <a:gd name="csY12" fmla="*/ 43976 h 65668"/>
                <a:gd name="csX13" fmla="*/ 64161 w 103090"/>
                <a:gd name="csY13" fmla="*/ 53544 h 65668"/>
                <a:gd name="csX14" fmla="*/ 38536 w 103090"/>
                <a:gd name="csY14" fmla="*/ 12517 h 65668"/>
                <a:gd name="csX15" fmla="*/ 17695 w 103090"/>
                <a:gd name="csY15" fmla="*/ 18023 h 65668"/>
                <a:gd name="csX16" fmla="*/ 10093 w 103090"/>
                <a:gd name="csY16" fmla="*/ 33030 h 65668"/>
                <a:gd name="csX17" fmla="*/ 17695 w 103090"/>
                <a:gd name="csY17" fmla="*/ 48104 h 65668"/>
                <a:gd name="csX18" fmla="*/ 38536 w 103090"/>
                <a:gd name="csY18" fmla="*/ 53544 h 65668"/>
                <a:gd name="csX19" fmla="*/ 59443 w 103090"/>
                <a:gd name="csY19" fmla="*/ 48104 h 65668"/>
                <a:gd name="csX20" fmla="*/ 66979 w 103090"/>
                <a:gd name="csY20" fmla="*/ 33030 h 65668"/>
                <a:gd name="csX21" fmla="*/ 59443 w 103090"/>
                <a:gd name="csY21" fmla="*/ 18023 h 65668"/>
                <a:gd name="csX22" fmla="*/ 38536 w 103090"/>
                <a:gd name="csY22" fmla="*/ 12517 h 65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090" h="65668">
                  <a:moveTo>
                    <a:pt x="64161" y="53544"/>
                  </a:moveTo>
                  <a:lnTo>
                    <a:pt x="103091" y="53544"/>
                  </a:lnTo>
                  <a:lnTo>
                    <a:pt x="103091" y="65669"/>
                  </a:lnTo>
                  <a:lnTo>
                    <a:pt x="1770" y="65669"/>
                  </a:lnTo>
                  <a:lnTo>
                    <a:pt x="1770" y="53544"/>
                  </a:lnTo>
                  <a:lnTo>
                    <a:pt x="12911" y="53544"/>
                  </a:lnTo>
                  <a:cubicBezTo>
                    <a:pt x="8542" y="51010"/>
                    <a:pt x="5309" y="47820"/>
                    <a:pt x="3211" y="43976"/>
                  </a:cubicBezTo>
                  <a:cubicBezTo>
                    <a:pt x="1070" y="40087"/>
                    <a:pt x="0" y="35455"/>
                    <a:pt x="0" y="30081"/>
                  </a:cubicBezTo>
                  <a:cubicBezTo>
                    <a:pt x="0" y="21169"/>
                    <a:pt x="3539" y="13938"/>
                    <a:pt x="10617" y="8388"/>
                  </a:cubicBezTo>
                  <a:cubicBezTo>
                    <a:pt x="17695" y="2796"/>
                    <a:pt x="27002" y="0"/>
                    <a:pt x="38536" y="0"/>
                  </a:cubicBezTo>
                  <a:cubicBezTo>
                    <a:pt x="50071" y="0"/>
                    <a:pt x="59377" y="2796"/>
                    <a:pt x="66455" y="8388"/>
                  </a:cubicBezTo>
                  <a:cubicBezTo>
                    <a:pt x="73533" y="13938"/>
                    <a:pt x="77072" y="21169"/>
                    <a:pt x="77072" y="30081"/>
                  </a:cubicBezTo>
                  <a:cubicBezTo>
                    <a:pt x="77072" y="35455"/>
                    <a:pt x="76024" y="40087"/>
                    <a:pt x="73926" y="43976"/>
                  </a:cubicBezTo>
                  <a:cubicBezTo>
                    <a:pt x="71786" y="47820"/>
                    <a:pt x="68531" y="51010"/>
                    <a:pt x="64161" y="53544"/>
                  </a:cubicBezTo>
                  <a:moveTo>
                    <a:pt x="38536" y="12517"/>
                  </a:moveTo>
                  <a:cubicBezTo>
                    <a:pt x="29667" y="12517"/>
                    <a:pt x="22720" y="14353"/>
                    <a:pt x="17695" y="18023"/>
                  </a:cubicBezTo>
                  <a:cubicBezTo>
                    <a:pt x="12627" y="21649"/>
                    <a:pt x="10093" y="26651"/>
                    <a:pt x="10093" y="33030"/>
                  </a:cubicBezTo>
                  <a:cubicBezTo>
                    <a:pt x="10093" y="39409"/>
                    <a:pt x="12627" y="44434"/>
                    <a:pt x="17695" y="48104"/>
                  </a:cubicBezTo>
                  <a:cubicBezTo>
                    <a:pt x="22720" y="51731"/>
                    <a:pt x="29667" y="53544"/>
                    <a:pt x="38536" y="53544"/>
                  </a:cubicBezTo>
                  <a:cubicBezTo>
                    <a:pt x="47406" y="53544"/>
                    <a:pt x="54374" y="51731"/>
                    <a:pt x="59443" y="48104"/>
                  </a:cubicBezTo>
                  <a:cubicBezTo>
                    <a:pt x="64467" y="44434"/>
                    <a:pt x="66979" y="39409"/>
                    <a:pt x="66979" y="33030"/>
                  </a:cubicBezTo>
                  <a:cubicBezTo>
                    <a:pt x="66979" y="26651"/>
                    <a:pt x="64467" y="21649"/>
                    <a:pt x="59443" y="18023"/>
                  </a:cubicBezTo>
                  <a:cubicBezTo>
                    <a:pt x="54374" y="14353"/>
                    <a:pt x="47406" y="12517"/>
                    <a:pt x="38536" y="1251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0" name="Freeform 1709">
              <a:extLst>
                <a:ext uri="{FF2B5EF4-FFF2-40B4-BE49-F238E27FC236}">
                  <a16:creationId xmlns:a16="http://schemas.microsoft.com/office/drawing/2014/main" id="{5CF39977-E73B-99CB-8D69-BA21F4F8B96B}"/>
                </a:ext>
              </a:extLst>
            </p:cNvPr>
            <p:cNvSpPr/>
            <p:nvPr/>
          </p:nvSpPr>
          <p:spPr>
            <a:xfrm>
              <a:off x="4109842" y="1867120"/>
              <a:ext cx="75171" cy="42992"/>
            </a:xfrm>
            <a:custGeom>
              <a:avLst/>
              <a:gdLst>
                <a:gd name="csX0" fmla="*/ 13042 w 75171"/>
                <a:gd name="csY0" fmla="*/ 0 h 42992"/>
                <a:gd name="csX1" fmla="*/ 11338 w 75171"/>
                <a:gd name="csY1" fmla="*/ 4456 h 42992"/>
                <a:gd name="csX2" fmla="*/ 10748 w 75171"/>
                <a:gd name="csY2" fmla="*/ 9700 h 42992"/>
                <a:gd name="csX3" fmla="*/ 17433 w 75171"/>
                <a:gd name="csY3" fmla="*/ 25428 h 42992"/>
                <a:gd name="csX4" fmla="*/ 36504 w 75171"/>
                <a:gd name="csY4" fmla="*/ 30868 h 42992"/>
                <a:gd name="csX5" fmla="*/ 75172 w 75171"/>
                <a:gd name="csY5" fmla="*/ 30868 h 42992"/>
                <a:gd name="csX6" fmla="*/ 75172 w 75171"/>
                <a:gd name="csY6" fmla="*/ 42993 h 42992"/>
                <a:gd name="csX7" fmla="*/ 1770 w 75171"/>
                <a:gd name="csY7" fmla="*/ 42993 h 42992"/>
                <a:gd name="csX8" fmla="*/ 1770 w 75171"/>
                <a:gd name="csY8" fmla="*/ 30868 h 42992"/>
                <a:gd name="csX9" fmla="*/ 13173 w 75171"/>
                <a:gd name="csY9" fmla="*/ 30868 h 42992"/>
                <a:gd name="csX10" fmla="*/ 3277 w 75171"/>
                <a:gd name="csY10" fmla="*/ 20972 h 42992"/>
                <a:gd name="csX11" fmla="*/ 0 w 75171"/>
                <a:gd name="csY11" fmla="*/ 6161 h 42992"/>
                <a:gd name="csX12" fmla="*/ 197 w 75171"/>
                <a:gd name="csY12" fmla="*/ 3408 h 42992"/>
                <a:gd name="csX13" fmla="*/ 655 w 75171"/>
                <a:gd name="csY13" fmla="*/ 66 h 42992"/>
                <a:gd name="csX14" fmla="*/ 13042 w 75171"/>
                <a:gd name="csY14" fmla="*/ 0 h 42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171" h="42992">
                  <a:moveTo>
                    <a:pt x="13042" y="0"/>
                  </a:moveTo>
                  <a:cubicBezTo>
                    <a:pt x="12256" y="1354"/>
                    <a:pt x="11688" y="2840"/>
                    <a:pt x="11338" y="4456"/>
                  </a:cubicBezTo>
                  <a:cubicBezTo>
                    <a:pt x="10945" y="6029"/>
                    <a:pt x="10748" y="7777"/>
                    <a:pt x="10748" y="9700"/>
                  </a:cubicBezTo>
                  <a:cubicBezTo>
                    <a:pt x="10748" y="16515"/>
                    <a:pt x="12976" y="21758"/>
                    <a:pt x="17433" y="25428"/>
                  </a:cubicBezTo>
                  <a:cubicBezTo>
                    <a:pt x="21846" y="29055"/>
                    <a:pt x="28203" y="30868"/>
                    <a:pt x="36504" y="30868"/>
                  </a:cubicBezTo>
                  <a:lnTo>
                    <a:pt x="75172" y="30868"/>
                  </a:lnTo>
                  <a:lnTo>
                    <a:pt x="75172" y="42993"/>
                  </a:lnTo>
                  <a:lnTo>
                    <a:pt x="1770" y="42993"/>
                  </a:lnTo>
                  <a:lnTo>
                    <a:pt x="1770" y="30868"/>
                  </a:lnTo>
                  <a:lnTo>
                    <a:pt x="13173" y="30868"/>
                  </a:lnTo>
                  <a:cubicBezTo>
                    <a:pt x="8716" y="28334"/>
                    <a:pt x="5418" y="25035"/>
                    <a:pt x="3277" y="20972"/>
                  </a:cubicBezTo>
                  <a:cubicBezTo>
                    <a:pt x="1092" y="16908"/>
                    <a:pt x="0" y="11971"/>
                    <a:pt x="0" y="6161"/>
                  </a:cubicBezTo>
                  <a:cubicBezTo>
                    <a:pt x="0" y="5330"/>
                    <a:pt x="66" y="4413"/>
                    <a:pt x="197" y="3408"/>
                  </a:cubicBezTo>
                  <a:cubicBezTo>
                    <a:pt x="284" y="2403"/>
                    <a:pt x="437" y="1289"/>
                    <a:pt x="655" y="66"/>
                  </a:cubicBezTo>
                  <a:lnTo>
                    <a:pt x="13042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1" name="Freeform 1710">
              <a:extLst>
                <a:ext uri="{FF2B5EF4-FFF2-40B4-BE49-F238E27FC236}">
                  <a16:creationId xmlns:a16="http://schemas.microsoft.com/office/drawing/2014/main" id="{47974E61-B323-22F4-FF55-75438C3D607B}"/>
                </a:ext>
              </a:extLst>
            </p:cNvPr>
            <p:cNvSpPr/>
            <p:nvPr/>
          </p:nvSpPr>
          <p:spPr>
            <a:xfrm>
              <a:off x="4109842" y="1794635"/>
              <a:ext cx="77072" cy="68029"/>
            </a:xfrm>
            <a:custGeom>
              <a:avLst/>
              <a:gdLst>
                <a:gd name="csX0" fmla="*/ 35456 w 77072"/>
                <a:gd name="csY0" fmla="*/ 0 h 68029"/>
                <a:gd name="csX1" fmla="*/ 41354 w 77072"/>
                <a:gd name="csY1" fmla="*/ 0 h 68029"/>
                <a:gd name="csX2" fmla="*/ 41354 w 77072"/>
                <a:gd name="csY2" fmla="*/ 55446 h 68029"/>
                <a:gd name="csX3" fmla="*/ 60360 w 77072"/>
                <a:gd name="csY3" fmla="*/ 47974 h 68029"/>
                <a:gd name="csX4" fmla="*/ 66848 w 77072"/>
                <a:gd name="csY4" fmla="*/ 29231 h 68029"/>
                <a:gd name="csX5" fmla="*/ 65144 w 77072"/>
                <a:gd name="csY5" fmla="*/ 15795 h 68029"/>
                <a:gd name="csX6" fmla="*/ 60032 w 77072"/>
                <a:gd name="csY6" fmla="*/ 2819 h 68029"/>
                <a:gd name="csX7" fmla="*/ 71436 w 77072"/>
                <a:gd name="csY7" fmla="*/ 2819 h 68029"/>
                <a:gd name="csX8" fmla="*/ 75630 w 77072"/>
                <a:gd name="csY8" fmla="*/ 16123 h 68029"/>
                <a:gd name="csX9" fmla="*/ 77072 w 77072"/>
                <a:gd name="csY9" fmla="*/ 29951 h 68029"/>
                <a:gd name="csX10" fmla="*/ 66848 w 77072"/>
                <a:gd name="csY10" fmla="*/ 57805 h 68029"/>
                <a:gd name="csX11" fmla="*/ 39192 w 77072"/>
                <a:gd name="csY11" fmla="*/ 68029 h 68029"/>
                <a:gd name="csX12" fmla="*/ 10617 w 77072"/>
                <a:gd name="csY12" fmla="*/ 58329 h 68029"/>
                <a:gd name="csX13" fmla="*/ 0 w 77072"/>
                <a:gd name="csY13" fmla="*/ 32049 h 68029"/>
                <a:gd name="csX14" fmla="*/ 9568 w 77072"/>
                <a:gd name="csY14" fmla="*/ 8651 h 68029"/>
                <a:gd name="csX15" fmla="*/ 35456 w 77072"/>
                <a:gd name="csY15" fmla="*/ 0 h 68029"/>
                <a:gd name="csX16" fmla="*/ 31917 w 77072"/>
                <a:gd name="csY16" fmla="*/ 12060 h 68029"/>
                <a:gd name="csX17" fmla="*/ 16122 w 77072"/>
                <a:gd name="csY17" fmla="*/ 17631 h 68029"/>
                <a:gd name="csX18" fmla="*/ 10224 w 77072"/>
                <a:gd name="csY18" fmla="*/ 31917 h 68029"/>
                <a:gd name="csX19" fmla="*/ 15926 w 77072"/>
                <a:gd name="csY19" fmla="*/ 48105 h 68029"/>
                <a:gd name="csX20" fmla="*/ 31982 w 77072"/>
                <a:gd name="csY20" fmla="*/ 55052 h 68029"/>
                <a:gd name="csX21" fmla="*/ 31917 w 77072"/>
                <a:gd name="csY21" fmla="*/ 12060 h 680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9">
                  <a:moveTo>
                    <a:pt x="35456" y="0"/>
                  </a:moveTo>
                  <a:lnTo>
                    <a:pt x="41354" y="0"/>
                  </a:lnTo>
                  <a:lnTo>
                    <a:pt x="41354" y="55446"/>
                  </a:lnTo>
                  <a:cubicBezTo>
                    <a:pt x="49656" y="54921"/>
                    <a:pt x="55991" y="52430"/>
                    <a:pt x="60360" y="47974"/>
                  </a:cubicBezTo>
                  <a:cubicBezTo>
                    <a:pt x="64686" y="43474"/>
                    <a:pt x="66848" y="37226"/>
                    <a:pt x="66848" y="29231"/>
                  </a:cubicBezTo>
                  <a:cubicBezTo>
                    <a:pt x="66848" y="24599"/>
                    <a:pt x="66280" y="20120"/>
                    <a:pt x="65144" y="15795"/>
                  </a:cubicBezTo>
                  <a:cubicBezTo>
                    <a:pt x="64008" y="11426"/>
                    <a:pt x="62304" y="7100"/>
                    <a:pt x="60032" y="2819"/>
                  </a:cubicBezTo>
                  <a:lnTo>
                    <a:pt x="71436" y="2819"/>
                  </a:lnTo>
                  <a:cubicBezTo>
                    <a:pt x="73271" y="7144"/>
                    <a:pt x="74669" y="11579"/>
                    <a:pt x="75630" y="16123"/>
                  </a:cubicBezTo>
                  <a:cubicBezTo>
                    <a:pt x="76592" y="20667"/>
                    <a:pt x="77072" y="25276"/>
                    <a:pt x="77072" y="29951"/>
                  </a:cubicBezTo>
                  <a:cubicBezTo>
                    <a:pt x="77072" y="41660"/>
                    <a:pt x="73664" y="50945"/>
                    <a:pt x="66848" y="57805"/>
                  </a:cubicBezTo>
                  <a:cubicBezTo>
                    <a:pt x="60032" y="64621"/>
                    <a:pt x="50813" y="68029"/>
                    <a:pt x="39192" y="68029"/>
                  </a:cubicBezTo>
                  <a:cubicBezTo>
                    <a:pt x="27176" y="68029"/>
                    <a:pt x="17651" y="64796"/>
                    <a:pt x="10617" y="58329"/>
                  </a:cubicBezTo>
                  <a:cubicBezTo>
                    <a:pt x="3539" y="51819"/>
                    <a:pt x="0" y="43059"/>
                    <a:pt x="0" y="32049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60"/>
                  </a:moveTo>
                  <a:cubicBezTo>
                    <a:pt x="25319" y="12147"/>
                    <a:pt x="20054" y="14004"/>
                    <a:pt x="16122" y="17631"/>
                  </a:cubicBezTo>
                  <a:cubicBezTo>
                    <a:pt x="12190" y="21213"/>
                    <a:pt x="10224" y="25975"/>
                    <a:pt x="10224" y="31917"/>
                  </a:cubicBezTo>
                  <a:cubicBezTo>
                    <a:pt x="10224" y="38646"/>
                    <a:pt x="12124" y="44042"/>
                    <a:pt x="15926" y="48105"/>
                  </a:cubicBezTo>
                  <a:cubicBezTo>
                    <a:pt x="19727" y="52125"/>
                    <a:pt x="25079" y="54440"/>
                    <a:pt x="31982" y="55052"/>
                  </a:cubicBezTo>
                  <a:lnTo>
                    <a:pt x="31917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2" name="Freeform 1711">
              <a:extLst>
                <a:ext uri="{FF2B5EF4-FFF2-40B4-BE49-F238E27FC236}">
                  <a16:creationId xmlns:a16="http://schemas.microsoft.com/office/drawing/2014/main" id="{19A0C9A5-16DE-78CA-3B85-84DC87CC5EB8}"/>
                </a:ext>
              </a:extLst>
            </p:cNvPr>
            <p:cNvSpPr/>
            <p:nvPr/>
          </p:nvSpPr>
          <p:spPr>
            <a:xfrm>
              <a:off x="4109842" y="1722019"/>
              <a:ext cx="77072" cy="58066"/>
            </a:xfrm>
            <a:custGeom>
              <a:avLst/>
              <a:gdLst>
                <a:gd name="csX0" fmla="*/ 4588 w 77072"/>
                <a:gd name="csY0" fmla="*/ 0 h 58066"/>
                <a:gd name="csX1" fmla="*/ 15860 w 77072"/>
                <a:gd name="csY1" fmla="*/ 0 h 58066"/>
                <a:gd name="csX2" fmla="*/ 11666 w 77072"/>
                <a:gd name="csY2" fmla="*/ 10290 h 58066"/>
                <a:gd name="csX3" fmla="*/ 10224 w 77072"/>
                <a:gd name="csY3" fmla="*/ 20645 h 58066"/>
                <a:gd name="csX4" fmla="*/ 17695 w 77072"/>
                <a:gd name="csY4" fmla="*/ 38864 h 58066"/>
                <a:gd name="csX5" fmla="*/ 38536 w 77072"/>
                <a:gd name="csY5" fmla="*/ 45353 h 58066"/>
                <a:gd name="csX6" fmla="*/ 59443 w 77072"/>
                <a:gd name="csY6" fmla="*/ 38864 h 58066"/>
                <a:gd name="csX7" fmla="*/ 66848 w 77072"/>
                <a:gd name="csY7" fmla="*/ 20645 h 58066"/>
                <a:gd name="csX8" fmla="*/ 65472 w 77072"/>
                <a:gd name="csY8" fmla="*/ 10290 h 58066"/>
                <a:gd name="csX9" fmla="*/ 61212 w 77072"/>
                <a:gd name="csY9" fmla="*/ 0 h 58066"/>
                <a:gd name="csX10" fmla="*/ 72353 w 77072"/>
                <a:gd name="csY10" fmla="*/ 0 h 58066"/>
                <a:gd name="csX11" fmla="*/ 75893 w 77072"/>
                <a:gd name="csY11" fmla="*/ 10487 h 58066"/>
                <a:gd name="csX12" fmla="*/ 77072 w 77072"/>
                <a:gd name="csY12" fmla="*/ 21956 h 58066"/>
                <a:gd name="csX13" fmla="*/ 66652 w 77072"/>
                <a:gd name="csY13" fmla="*/ 48302 h 58066"/>
                <a:gd name="csX14" fmla="*/ 38536 w 77072"/>
                <a:gd name="csY14" fmla="*/ 58066 h 58066"/>
                <a:gd name="csX15" fmla="*/ 10289 w 77072"/>
                <a:gd name="csY15" fmla="*/ 48236 h 58066"/>
                <a:gd name="csX16" fmla="*/ 0 w 77072"/>
                <a:gd name="csY16" fmla="*/ 21169 h 58066"/>
                <a:gd name="csX17" fmla="*/ 1180 w 77072"/>
                <a:gd name="csY17" fmla="*/ 10290 h 58066"/>
                <a:gd name="csX18" fmla="*/ 4588 w 77072"/>
                <a:gd name="csY18" fmla="*/ 0 h 58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7072" h="58066">
                  <a:moveTo>
                    <a:pt x="4588" y="0"/>
                  </a:moveTo>
                  <a:lnTo>
                    <a:pt x="15860" y="0"/>
                  </a:lnTo>
                  <a:cubicBezTo>
                    <a:pt x="13981" y="3408"/>
                    <a:pt x="12583" y="6838"/>
                    <a:pt x="11666" y="10290"/>
                  </a:cubicBezTo>
                  <a:cubicBezTo>
                    <a:pt x="10704" y="13698"/>
                    <a:pt x="10224" y="17150"/>
                    <a:pt x="10224" y="20645"/>
                  </a:cubicBezTo>
                  <a:cubicBezTo>
                    <a:pt x="10224" y="28466"/>
                    <a:pt x="12714" y="34539"/>
                    <a:pt x="17695" y="38864"/>
                  </a:cubicBezTo>
                  <a:cubicBezTo>
                    <a:pt x="22632" y="43190"/>
                    <a:pt x="29579" y="45353"/>
                    <a:pt x="38536" y="45353"/>
                  </a:cubicBezTo>
                  <a:cubicBezTo>
                    <a:pt x="47493" y="45353"/>
                    <a:pt x="54462" y="43190"/>
                    <a:pt x="59443" y="38864"/>
                  </a:cubicBezTo>
                  <a:cubicBezTo>
                    <a:pt x="64380" y="34539"/>
                    <a:pt x="66848" y="28466"/>
                    <a:pt x="66848" y="20645"/>
                  </a:cubicBezTo>
                  <a:cubicBezTo>
                    <a:pt x="66848" y="17150"/>
                    <a:pt x="66390" y="13698"/>
                    <a:pt x="65472" y="10290"/>
                  </a:cubicBezTo>
                  <a:cubicBezTo>
                    <a:pt x="64511" y="6838"/>
                    <a:pt x="63091" y="3408"/>
                    <a:pt x="61212" y="0"/>
                  </a:cubicBezTo>
                  <a:lnTo>
                    <a:pt x="72353" y="0"/>
                  </a:lnTo>
                  <a:cubicBezTo>
                    <a:pt x="73926" y="3364"/>
                    <a:pt x="75106" y="6860"/>
                    <a:pt x="75893" y="10487"/>
                  </a:cubicBezTo>
                  <a:cubicBezTo>
                    <a:pt x="76679" y="14069"/>
                    <a:pt x="77072" y="17892"/>
                    <a:pt x="77072" y="21956"/>
                  </a:cubicBezTo>
                  <a:cubicBezTo>
                    <a:pt x="77072" y="33010"/>
                    <a:pt x="73599" y="41792"/>
                    <a:pt x="66652" y="48302"/>
                  </a:cubicBezTo>
                  <a:cubicBezTo>
                    <a:pt x="59705" y="54812"/>
                    <a:pt x="50333" y="58066"/>
                    <a:pt x="38536" y="58066"/>
                  </a:cubicBezTo>
                  <a:cubicBezTo>
                    <a:pt x="26565" y="58066"/>
                    <a:pt x="17149" y="54790"/>
                    <a:pt x="10289" y="48236"/>
                  </a:cubicBezTo>
                  <a:cubicBezTo>
                    <a:pt x="3430" y="41638"/>
                    <a:pt x="0" y="32616"/>
                    <a:pt x="0" y="21169"/>
                  </a:cubicBezTo>
                  <a:cubicBezTo>
                    <a:pt x="0" y="17456"/>
                    <a:pt x="393" y="13829"/>
                    <a:pt x="1180" y="10290"/>
                  </a:cubicBezTo>
                  <a:cubicBezTo>
                    <a:pt x="1922" y="6751"/>
                    <a:pt x="3058" y="3321"/>
                    <a:pt x="458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3" name="Freeform 1712">
              <a:extLst>
                <a:ext uri="{FF2B5EF4-FFF2-40B4-BE49-F238E27FC236}">
                  <a16:creationId xmlns:a16="http://schemas.microsoft.com/office/drawing/2014/main" id="{50401C46-A9D5-DB58-B685-CC90573EFD45}"/>
                </a:ext>
              </a:extLst>
            </p:cNvPr>
            <p:cNvSpPr/>
            <p:nvPr/>
          </p:nvSpPr>
          <p:spPr>
            <a:xfrm>
              <a:off x="4083037" y="1688989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4" name="Freeform 1713">
              <a:extLst>
                <a:ext uri="{FF2B5EF4-FFF2-40B4-BE49-F238E27FC236}">
                  <a16:creationId xmlns:a16="http://schemas.microsoft.com/office/drawing/2014/main" id="{44144EEC-99D9-9DE0-46AD-5DA8D958A918}"/>
                </a:ext>
              </a:extLst>
            </p:cNvPr>
            <p:cNvSpPr/>
            <p:nvPr/>
          </p:nvSpPr>
          <p:spPr>
            <a:xfrm>
              <a:off x="4109842" y="1613031"/>
              <a:ext cx="77072" cy="56099"/>
            </a:xfrm>
            <a:custGeom>
              <a:avLst/>
              <a:gdLst>
                <a:gd name="csX0" fmla="*/ 3932 w 77072"/>
                <a:gd name="csY0" fmla="*/ 3932 h 56099"/>
                <a:gd name="csX1" fmla="*/ 15336 w 77072"/>
                <a:gd name="csY1" fmla="*/ 3932 h 56099"/>
                <a:gd name="csX2" fmla="*/ 11404 w 77072"/>
                <a:gd name="csY2" fmla="*/ 14549 h 56099"/>
                <a:gd name="csX3" fmla="*/ 10093 w 77072"/>
                <a:gd name="csY3" fmla="*/ 25952 h 56099"/>
                <a:gd name="csX4" fmla="*/ 12845 w 77072"/>
                <a:gd name="csY4" fmla="*/ 39453 h 56099"/>
                <a:gd name="csX5" fmla="*/ 21103 w 77072"/>
                <a:gd name="csY5" fmla="*/ 43909 h 56099"/>
                <a:gd name="csX6" fmla="*/ 27722 w 77072"/>
                <a:gd name="csY6" fmla="*/ 40699 h 56099"/>
                <a:gd name="csX7" fmla="*/ 32245 w 77072"/>
                <a:gd name="csY7" fmla="*/ 27787 h 56099"/>
                <a:gd name="csX8" fmla="*/ 33162 w 77072"/>
                <a:gd name="csY8" fmla="*/ 23659 h 56099"/>
                <a:gd name="csX9" fmla="*/ 40961 w 77072"/>
                <a:gd name="csY9" fmla="*/ 5439 h 56099"/>
                <a:gd name="csX10" fmla="*/ 54921 w 77072"/>
                <a:gd name="csY10" fmla="*/ 0 h 56099"/>
                <a:gd name="csX11" fmla="*/ 71108 w 77072"/>
                <a:gd name="csY11" fmla="*/ 8126 h 56099"/>
                <a:gd name="csX12" fmla="*/ 77072 w 77072"/>
                <a:gd name="csY12" fmla="*/ 30343 h 56099"/>
                <a:gd name="csX13" fmla="*/ 75893 w 77072"/>
                <a:gd name="csY13" fmla="*/ 42665 h 56099"/>
                <a:gd name="csX14" fmla="*/ 72485 w 77072"/>
                <a:gd name="csY14" fmla="*/ 56099 h 56099"/>
                <a:gd name="csX15" fmla="*/ 60032 w 77072"/>
                <a:gd name="csY15" fmla="*/ 56099 h 56099"/>
                <a:gd name="csX16" fmla="*/ 65275 w 77072"/>
                <a:gd name="csY16" fmla="*/ 42926 h 56099"/>
                <a:gd name="csX17" fmla="*/ 66979 w 77072"/>
                <a:gd name="csY17" fmla="*/ 30081 h 56099"/>
                <a:gd name="csX18" fmla="*/ 64096 w 77072"/>
                <a:gd name="csY18" fmla="*/ 16974 h 56099"/>
                <a:gd name="csX19" fmla="*/ 55838 w 77072"/>
                <a:gd name="csY19" fmla="*/ 12386 h 56099"/>
                <a:gd name="csX20" fmla="*/ 48301 w 77072"/>
                <a:gd name="csY20" fmla="*/ 15728 h 56099"/>
                <a:gd name="csX21" fmla="*/ 43255 w 77072"/>
                <a:gd name="csY21" fmla="*/ 30213 h 56099"/>
                <a:gd name="csX22" fmla="*/ 42272 w 77072"/>
                <a:gd name="csY22" fmla="*/ 34406 h 56099"/>
                <a:gd name="csX23" fmla="*/ 35063 w 77072"/>
                <a:gd name="csY23" fmla="*/ 50594 h 56099"/>
                <a:gd name="csX24" fmla="*/ 21627 w 77072"/>
                <a:gd name="csY24" fmla="*/ 55575 h 56099"/>
                <a:gd name="csX25" fmla="*/ 5636 w 77072"/>
                <a:gd name="csY25" fmla="*/ 48235 h 56099"/>
                <a:gd name="csX26" fmla="*/ 0 w 77072"/>
                <a:gd name="csY26" fmla="*/ 27394 h 56099"/>
                <a:gd name="csX27" fmla="*/ 983 w 77072"/>
                <a:gd name="csY27" fmla="*/ 14811 h 56099"/>
                <a:gd name="csX28" fmla="*/ 3932 w 77072"/>
                <a:gd name="csY28" fmla="*/ 3932 h 56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9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8"/>
                    <a:pt x="11010" y="36438"/>
                    <a:pt x="12845" y="39453"/>
                  </a:cubicBezTo>
                  <a:cubicBezTo>
                    <a:pt x="14680" y="42424"/>
                    <a:pt x="17433" y="43909"/>
                    <a:pt x="21103" y="43909"/>
                  </a:cubicBezTo>
                  <a:cubicBezTo>
                    <a:pt x="23899" y="43909"/>
                    <a:pt x="26106" y="42839"/>
                    <a:pt x="27722" y="40699"/>
                  </a:cubicBezTo>
                  <a:cubicBezTo>
                    <a:pt x="29295" y="38557"/>
                    <a:pt x="30803" y="34253"/>
                    <a:pt x="32245" y="27787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6"/>
                  </a:cubicBezTo>
                  <a:cubicBezTo>
                    <a:pt x="75084" y="13500"/>
                    <a:pt x="77072" y="20906"/>
                    <a:pt x="77072" y="30343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2"/>
                    <a:pt x="74014" y="51381"/>
                    <a:pt x="72485" y="56099"/>
                  </a:cubicBezTo>
                  <a:lnTo>
                    <a:pt x="60032" y="56099"/>
                  </a:lnTo>
                  <a:cubicBezTo>
                    <a:pt x="62348" y="51643"/>
                    <a:pt x="64096" y="47252"/>
                    <a:pt x="65275" y="42926"/>
                  </a:cubicBezTo>
                  <a:cubicBezTo>
                    <a:pt x="66411" y="38601"/>
                    <a:pt x="66979" y="34319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8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6"/>
                  </a:lnTo>
                  <a:cubicBezTo>
                    <a:pt x="40699" y="41878"/>
                    <a:pt x="38296" y="47274"/>
                    <a:pt x="35063" y="50594"/>
                  </a:cubicBezTo>
                  <a:cubicBezTo>
                    <a:pt x="31786" y="53915"/>
                    <a:pt x="27307" y="55575"/>
                    <a:pt x="21627" y="55575"/>
                  </a:cubicBezTo>
                  <a:cubicBezTo>
                    <a:pt x="14724" y="55575"/>
                    <a:pt x="9394" y="53128"/>
                    <a:pt x="5636" y="48235"/>
                  </a:cubicBezTo>
                  <a:cubicBezTo>
                    <a:pt x="1879" y="43341"/>
                    <a:pt x="0" y="36394"/>
                    <a:pt x="0" y="27394"/>
                  </a:cubicBezTo>
                  <a:cubicBezTo>
                    <a:pt x="0" y="22937"/>
                    <a:pt x="328" y="18743"/>
                    <a:pt x="983" y="14811"/>
                  </a:cubicBezTo>
                  <a:cubicBezTo>
                    <a:pt x="1638" y="10879"/>
                    <a:pt x="2622" y="7253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5" name="Freeform 1714">
              <a:extLst>
                <a:ext uri="{FF2B5EF4-FFF2-40B4-BE49-F238E27FC236}">
                  <a16:creationId xmlns:a16="http://schemas.microsoft.com/office/drawing/2014/main" id="{A1949658-D9A4-61A3-1338-7E05AFAFD8B0}"/>
                </a:ext>
              </a:extLst>
            </p:cNvPr>
            <p:cNvSpPr/>
            <p:nvPr/>
          </p:nvSpPr>
          <p:spPr>
            <a:xfrm>
              <a:off x="4083037" y="1581770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6" name="Freeform 1715">
              <a:extLst>
                <a:ext uri="{FF2B5EF4-FFF2-40B4-BE49-F238E27FC236}">
                  <a16:creationId xmlns:a16="http://schemas.microsoft.com/office/drawing/2014/main" id="{AC1101B2-FCDE-18B5-D653-099E47F57B7E}"/>
                </a:ext>
              </a:extLst>
            </p:cNvPr>
            <p:cNvSpPr/>
            <p:nvPr/>
          </p:nvSpPr>
          <p:spPr>
            <a:xfrm>
              <a:off x="4109842" y="1494408"/>
              <a:ext cx="77072" cy="67372"/>
            </a:xfrm>
            <a:custGeom>
              <a:avLst/>
              <a:gdLst>
                <a:gd name="csX0" fmla="*/ 10224 w 77072"/>
                <a:gd name="csY0" fmla="*/ 33686 h 67372"/>
                <a:gd name="csX1" fmla="*/ 17826 w 77072"/>
                <a:gd name="csY1" fmla="*/ 49022 h 67372"/>
                <a:gd name="csX2" fmla="*/ 38536 w 77072"/>
                <a:gd name="csY2" fmla="*/ 54658 h 67372"/>
                <a:gd name="csX3" fmla="*/ 59312 w 77072"/>
                <a:gd name="csY3" fmla="*/ 49087 h 67372"/>
                <a:gd name="csX4" fmla="*/ 66848 w 77072"/>
                <a:gd name="csY4" fmla="*/ 33686 h 67372"/>
                <a:gd name="csX5" fmla="*/ 59246 w 77072"/>
                <a:gd name="csY5" fmla="*/ 18416 h 67372"/>
                <a:gd name="csX6" fmla="*/ 38536 w 77072"/>
                <a:gd name="csY6" fmla="*/ 12779 h 67372"/>
                <a:gd name="csX7" fmla="*/ 17892 w 77072"/>
                <a:gd name="csY7" fmla="*/ 18416 h 67372"/>
                <a:gd name="csX8" fmla="*/ 10224 w 77072"/>
                <a:gd name="csY8" fmla="*/ 33686 h 67372"/>
                <a:gd name="csX9" fmla="*/ 0 w 77072"/>
                <a:gd name="csY9" fmla="*/ 33686 h 67372"/>
                <a:gd name="csX10" fmla="*/ 10224 w 77072"/>
                <a:gd name="csY10" fmla="*/ 8978 h 67372"/>
                <a:gd name="csX11" fmla="*/ 38536 w 77072"/>
                <a:gd name="csY11" fmla="*/ 0 h 67372"/>
                <a:gd name="csX12" fmla="*/ 66848 w 77072"/>
                <a:gd name="csY12" fmla="*/ 8978 h 67372"/>
                <a:gd name="csX13" fmla="*/ 77072 w 77072"/>
                <a:gd name="csY13" fmla="*/ 33686 h 67372"/>
                <a:gd name="csX14" fmla="*/ 66848 w 77072"/>
                <a:gd name="csY14" fmla="*/ 58459 h 67372"/>
                <a:gd name="csX15" fmla="*/ 38536 w 77072"/>
                <a:gd name="csY15" fmla="*/ 67372 h 67372"/>
                <a:gd name="csX16" fmla="*/ 10224 w 77072"/>
                <a:gd name="csY16" fmla="*/ 58459 h 67372"/>
                <a:gd name="csX17" fmla="*/ 0 w 77072"/>
                <a:gd name="csY17" fmla="*/ 33686 h 67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7072" h="67372">
                  <a:moveTo>
                    <a:pt x="10224" y="33686"/>
                  </a:moveTo>
                  <a:cubicBezTo>
                    <a:pt x="10224" y="40153"/>
                    <a:pt x="12758" y="45265"/>
                    <a:pt x="17826" y="49022"/>
                  </a:cubicBezTo>
                  <a:cubicBezTo>
                    <a:pt x="22851" y="52779"/>
                    <a:pt x="29754" y="54658"/>
                    <a:pt x="38536" y="54658"/>
                  </a:cubicBezTo>
                  <a:cubicBezTo>
                    <a:pt x="47318" y="54658"/>
                    <a:pt x="54243" y="52801"/>
                    <a:pt x="59312" y="49087"/>
                  </a:cubicBezTo>
                  <a:cubicBezTo>
                    <a:pt x="64336" y="45330"/>
                    <a:pt x="66848" y="40196"/>
                    <a:pt x="66848" y="33686"/>
                  </a:cubicBezTo>
                  <a:cubicBezTo>
                    <a:pt x="66848" y="27263"/>
                    <a:pt x="64314" y="22173"/>
                    <a:pt x="59246" y="18416"/>
                  </a:cubicBezTo>
                  <a:cubicBezTo>
                    <a:pt x="54178" y="14658"/>
                    <a:pt x="47274" y="12779"/>
                    <a:pt x="38536" y="12779"/>
                  </a:cubicBezTo>
                  <a:cubicBezTo>
                    <a:pt x="29842" y="12779"/>
                    <a:pt x="22960" y="14658"/>
                    <a:pt x="17892" y="18416"/>
                  </a:cubicBezTo>
                  <a:cubicBezTo>
                    <a:pt x="12780" y="22173"/>
                    <a:pt x="10224" y="27263"/>
                    <a:pt x="10224" y="33686"/>
                  </a:cubicBezTo>
                  <a:moveTo>
                    <a:pt x="0" y="33686"/>
                  </a:moveTo>
                  <a:cubicBezTo>
                    <a:pt x="0" y="23200"/>
                    <a:pt x="3408" y="14964"/>
                    <a:pt x="10224" y="8978"/>
                  </a:cubicBezTo>
                  <a:cubicBezTo>
                    <a:pt x="17040" y="2993"/>
                    <a:pt x="26477" y="0"/>
                    <a:pt x="38536" y="0"/>
                  </a:cubicBezTo>
                  <a:cubicBezTo>
                    <a:pt x="50551" y="0"/>
                    <a:pt x="59989" y="2993"/>
                    <a:pt x="66848" y="8978"/>
                  </a:cubicBezTo>
                  <a:cubicBezTo>
                    <a:pt x="73664" y="14964"/>
                    <a:pt x="77072" y="23200"/>
                    <a:pt x="77072" y="33686"/>
                  </a:cubicBezTo>
                  <a:cubicBezTo>
                    <a:pt x="77072" y="44216"/>
                    <a:pt x="73664" y="52474"/>
                    <a:pt x="66848" y="58459"/>
                  </a:cubicBezTo>
                  <a:cubicBezTo>
                    <a:pt x="59989" y="64401"/>
                    <a:pt x="50551" y="67372"/>
                    <a:pt x="38536" y="67372"/>
                  </a:cubicBezTo>
                  <a:cubicBezTo>
                    <a:pt x="26477" y="67372"/>
                    <a:pt x="17040" y="64401"/>
                    <a:pt x="10224" y="58459"/>
                  </a:cubicBezTo>
                  <a:cubicBezTo>
                    <a:pt x="3408" y="52474"/>
                    <a:pt x="0" y="44216"/>
                    <a:pt x="0" y="3368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7" name="Freeform 1716">
              <a:extLst>
                <a:ext uri="{FF2B5EF4-FFF2-40B4-BE49-F238E27FC236}">
                  <a16:creationId xmlns:a16="http://schemas.microsoft.com/office/drawing/2014/main" id="{04386EFE-DF81-5909-6400-2AE18EC11CF1}"/>
                </a:ext>
              </a:extLst>
            </p:cNvPr>
            <p:cNvSpPr/>
            <p:nvPr/>
          </p:nvSpPr>
          <p:spPr>
            <a:xfrm>
              <a:off x="4109842" y="1413403"/>
              <a:ext cx="75171" cy="61474"/>
            </a:xfrm>
            <a:custGeom>
              <a:avLst/>
              <a:gdLst>
                <a:gd name="csX0" fmla="*/ 30868 w 75171"/>
                <a:gd name="csY0" fmla="*/ 0 h 61474"/>
                <a:gd name="csX1" fmla="*/ 75172 w 75171"/>
                <a:gd name="csY1" fmla="*/ 0 h 61474"/>
                <a:gd name="csX2" fmla="*/ 75172 w 75171"/>
                <a:gd name="csY2" fmla="*/ 12059 h 61474"/>
                <a:gd name="csX3" fmla="*/ 31261 w 75171"/>
                <a:gd name="csY3" fmla="*/ 12059 h 61474"/>
                <a:gd name="csX4" fmla="*/ 15663 w 75171"/>
                <a:gd name="csY4" fmla="*/ 16122 h 61474"/>
                <a:gd name="csX5" fmla="*/ 10486 w 75171"/>
                <a:gd name="csY5" fmla="*/ 28312 h 61474"/>
                <a:gd name="csX6" fmla="*/ 16712 w 75171"/>
                <a:gd name="csY6" fmla="*/ 43714 h 61474"/>
                <a:gd name="csX7" fmla="*/ 33686 w 75171"/>
                <a:gd name="csY7" fmla="*/ 49350 h 61474"/>
                <a:gd name="csX8" fmla="*/ 75172 w 75171"/>
                <a:gd name="csY8" fmla="*/ 49350 h 61474"/>
                <a:gd name="csX9" fmla="*/ 75172 w 75171"/>
                <a:gd name="csY9" fmla="*/ 61474 h 61474"/>
                <a:gd name="csX10" fmla="*/ 1770 w 75171"/>
                <a:gd name="csY10" fmla="*/ 61474 h 61474"/>
                <a:gd name="csX11" fmla="*/ 1770 w 75171"/>
                <a:gd name="csY11" fmla="*/ 49350 h 61474"/>
                <a:gd name="csX12" fmla="*/ 13173 w 75171"/>
                <a:gd name="csY12" fmla="*/ 49350 h 61474"/>
                <a:gd name="csX13" fmla="*/ 3277 w 75171"/>
                <a:gd name="csY13" fmla="*/ 39192 h 61474"/>
                <a:gd name="csX14" fmla="*/ 0 w 75171"/>
                <a:gd name="csY14" fmla="*/ 25626 h 61474"/>
                <a:gd name="csX15" fmla="*/ 7865 w 75171"/>
                <a:gd name="csY15" fmla="*/ 6488 h 61474"/>
                <a:gd name="csX16" fmla="*/ 30868 w 75171"/>
                <a:gd name="csY16" fmla="*/ 0 h 61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5171" h="61474">
                  <a:moveTo>
                    <a:pt x="30868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31261" y="12059"/>
                  </a:lnTo>
                  <a:cubicBezTo>
                    <a:pt x="24314" y="12059"/>
                    <a:pt x="19115" y="13413"/>
                    <a:pt x="15663" y="16122"/>
                  </a:cubicBezTo>
                  <a:cubicBezTo>
                    <a:pt x="12212" y="18831"/>
                    <a:pt x="10486" y="22895"/>
                    <a:pt x="10486" y="28312"/>
                  </a:cubicBezTo>
                  <a:cubicBezTo>
                    <a:pt x="10486" y="34823"/>
                    <a:pt x="12561" y="39957"/>
                    <a:pt x="16712" y="43714"/>
                  </a:cubicBezTo>
                  <a:cubicBezTo>
                    <a:pt x="20863" y="47471"/>
                    <a:pt x="26521" y="49350"/>
                    <a:pt x="33686" y="49350"/>
                  </a:cubicBezTo>
                  <a:lnTo>
                    <a:pt x="75172" y="49350"/>
                  </a:lnTo>
                  <a:lnTo>
                    <a:pt x="75172" y="61474"/>
                  </a:lnTo>
                  <a:lnTo>
                    <a:pt x="1770" y="61474"/>
                  </a:lnTo>
                  <a:lnTo>
                    <a:pt x="1770" y="49350"/>
                  </a:lnTo>
                  <a:lnTo>
                    <a:pt x="13173" y="49350"/>
                  </a:lnTo>
                  <a:cubicBezTo>
                    <a:pt x="8760" y="46466"/>
                    <a:pt x="5461" y="43081"/>
                    <a:pt x="3277" y="39192"/>
                  </a:cubicBezTo>
                  <a:cubicBezTo>
                    <a:pt x="1092" y="35260"/>
                    <a:pt x="0" y="30737"/>
                    <a:pt x="0" y="25626"/>
                  </a:cubicBezTo>
                  <a:cubicBezTo>
                    <a:pt x="0" y="17194"/>
                    <a:pt x="2622" y="10814"/>
                    <a:pt x="7865" y="6488"/>
                  </a:cubicBezTo>
                  <a:cubicBezTo>
                    <a:pt x="13064" y="2163"/>
                    <a:pt x="20732" y="0"/>
                    <a:pt x="3086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19" name="Group 1918">
            <a:extLst>
              <a:ext uri="{FF2B5EF4-FFF2-40B4-BE49-F238E27FC236}">
                <a16:creationId xmlns:a16="http://schemas.microsoft.com/office/drawing/2014/main" id="{B16868DC-B2E0-B90D-0652-C56C8986F9BD}"/>
              </a:ext>
            </a:extLst>
          </p:cNvPr>
          <p:cNvGrpSpPr/>
          <p:nvPr/>
        </p:nvGrpSpPr>
        <p:grpSpPr>
          <a:xfrm>
            <a:off x="4409494" y="1373052"/>
            <a:ext cx="2287294" cy="1383476"/>
            <a:chOff x="4409494" y="1373052"/>
            <a:chExt cx="2287294" cy="1383476"/>
          </a:xfrm>
        </p:grpSpPr>
        <p:sp>
          <p:nvSpPr>
            <p:cNvPr id="1718" name="Freeform 1717">
              <a:extLst>
                <a:ext uri="{FF2B5EF4-FFF2-40B4-BE49-F238E27FC236}">
                  <a16:creationId xmlns:a16="http://schemas.microsoft.com/office/drawing/2014/main" id="{5543210D-4897-2DD5-47E9-259313C66277}"/>
                </a:ext>
              </a:extLst>
            </p:cNvPr>
            <p:cNvSpPr/>
            <p:nvPr/>
          </p:nvSpPr>
          <p:spPr>
            <a:xfrm>
              <a:off x="4526022" y="2339194"/>
              <a:ext cx="1132" cy="152783"/>
            </a:xfrm>
            <a:custGeom>
              <a:avLst/>
              <a:gdLst>
                <a:gd name="csX0" fmla="*/ 0 w 1132"/>
                <a:gd name="csY0" fmla="*/ 152784 h 152783"/>
                <a:gd name="csX1" fmla="*/ 0 w 1132"/>
                <a:gd name="csY1" fmla="*/ 0 h 1527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2783">
                  <a:moveTo>
                    <a:pt x="0" y="1527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9" name="Freeform 1718">
              <a:extLst>
                <a:ext uri="{FF2B5EF4-FFF2-40B4-BE49-F238E27FC236}">
                  <a16:creationId xmlns:a16="http://schemas.microsoft.com/office/drawing/2014/main" id="{EBAD6637-3BF2-A4DD-0980-F6DC379D1474}"/>
                </a:ext>
              </a:extLst>
            </p:cNvPr>
            <p:cNvSpPr/>
            <p:nvPr/>
          </p:nvSpPr>
          <p:spPr>
            <a:xfrm>
              <a:off x="4510907" y="2304961"/>
              <a:ext cx="1132" cy="162702"/>
            </a:xfrm>
            <a:custGeom>
              <a:avLst/>
              <a:gdLst>
                <a:gd name="csX0" fmla="*/ 0 w 1132"/>
                <a:gd name="csY0" fmla="*/ 162702 h 162702"/>
                <a:gd name="csX1" fmla="*/ 0 w 1132"/>
                <a:gd name="csY1" fmla="*/ 0 h 1627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2702">
                  <a:moveTo>
                    <a:pt x="0" y="1627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0" name="Freeform 1719">
              <a:extLst>
                <a:ext uri="{FF2B5EF4-FFF2-40B4-BE49-F238E27FC236}">
                  <a16:creationId xmlns:a16="http://schemas.microsoft.com/office/drawing/2014/main" id="{7BB59C91-AE58-49F4-B936-0B6BAFA6D39E}"/>
                </a:ext>
              </a:extLst>
            </p:cNvPr>
            <p:cNvSpPr/>
            <p:nvPr/>
          </p:nvSpPr>
          <p:spPr>
            <a:xfrm>
              <a:off x="4603103" y="2025635"/>
              <a:ext cx="1132" cy="262649"/>
            </a:xfrm>
            <a:custGeom>
              <a:avLst/>
              <a:gdLst>
                <a:gd name="csX0" fmla="*/ 0 w 1132"/>
                <a:gd name="csY0" fmla="*/ 262650 h 262649"/>
                <a:gd name="csX1" fmla="*/ 0 w 1132"/>
                <a:gd name="csY1" fmla="*/ 0 h 262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2649">
                  <a:moveTo>
                    <a:pt x="0" y="2626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1" name="Freeform 1720">
              <a:extLst>
                <a:ext uri="{FF2B5EF4-FFF2-40B4-BE49-F238E27FC236}">
                  <a16:creationId xmlns:a16="http://schemas.microsoft.com/office/drawing/2014/main" id="{2B827B66-ADFF-64A6-B789-78742971119C}"/>
                </a:ext>
              </a:extLst>
            </p:cNvPr>
            <p:cNvSpPr/>
            <p:nvPr/>
          </p:nvSpPr>
          <p:spPr>
            <a:xfrm>
              <a:off x="4488589" y="2661161"/>
              <a:ext cx="1132" cy="37530"/>
            </a:xfrm>
            <a:custGeom>
              <a:avLst/>
              <a:gdLst>
                <a:gd name="csX0" fmla="*/ 0 w 1132"/>
                <a:gd name="csY0" fmla="*/ 37531 h 37530"/>
                <a:gd name="csX1" fmla="*/ 0 w 1132"/>
                <a:gd name="csY1" fmla="*/ 0 h 37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7530">
                  <a:moveTo>
                    <a:pt x="0" y="375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2" name="Freeform 1721">
              <a:extLst>
                <a:ext uri="{FF2B5EF4-FFF2-40B4-BE49-F238E27FC236}">
                  <a16:creationId xmlns:a16="http://schemas.microsoft.com/office/drawing/2014/main" id="{58790282-A44B-EB46-B72D-A51A45A7CC4A}"/>
                </a:ext>
              </a:extLst>
            </p:cNvPr>
            <p:cNvSpPr/>
            <p:nvPr/>
          </p:nvSpPr>
          <p:spPr>
            <a:xfrm>
              <a:off x="4448093" y="2692237"/>
              <a:ext cx="1132" cy="27044"/>
            </a:xfrm>
            <a:custGeom>
              <a:avLst/>
              <a:gdLst>
                <a:gd name="csX0" fmla="*/ 0 w 1132"/>
                <a:gd name="csY0" fmla="*/ 27044 h 27044"/>
                <a:gd name="csX1" fmla="*/ 0 w 1132"/>
                <a:gd name="csY1" fmla="*/ 0 h 27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044">
                  <a:moveTo>
                    <a:pt x="0" y="270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3" name="Freeform 1722">
              <a:extLst>
                <a:ext uri="{FF2B5EF4-FFF2-40B4-BE49-F238E27FC236}">
                  <a16:creationId xmlns:a16="http://schemas.microsoft.com/office/drawing/2014/main" id="{78831A86-714A-E64E-CE76-119F62F3629B}"/>
                </a:ext>
              </a:extLst>
            </p:cNvPr>
            <p:cNvSpPr/>
            <p:nvPr/>
          </p:nvSpPr>
          <p:spPr>
            <a:xfrm>
              <a:off x="4632431" y="2333386"/>
              <a:ext cx="1132" cy="153868"/>
            </a:xfrm>
            <a:custGeom>
              <a:avLst/>
              <a:gdLst>
                <a:gd name="csX0" fmla="*/ 0 w 1132"/>
                <a:gd name="csY0" fmla="*/ 153869 h 153868"/>
                <a:gd name="csX1" fmla="*/ 0 w 1132"/>
                <a:gd name="csY1" fmla="*/ 0 h 1538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3868">
                  <a:moveTo>
                    <a:pt x="0" y="15386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4" name="Freeform 1723">
              <a:extLst>
                <a:ext uri="{FF2B5EF4-FFF2-40B4-BE49-F238E27FC236}">
                  <a16:creationId xmlns:a16="http://schemas.microsoft.com/office/drawing/2014/main" id="{48FA0969-A7D7-AB76-1688-5FEDCD46CB4A}"/>
                </a:ext>
              </a:extLst>
            </p:cNvPr>
            <p:cNvSpPr/>
            <p:nvPr/>
          </p:nvSpPr>
          <p:spPr>
            <a:xfrm>
              <a:off x="4696903" y="1920974"/>
              <a:ext cx="1132" cy="292037"/>
            </a:xfrm>
            <a:custGeom>
              <a:avLst/>
              <a:gdLst>
                <a:gd name="csX0" fmla="*/ 0 w 1132"/>
                <a:gd name="csY0" fmla="*/ 292038 h 292037"/>
                <a:gd name="csX1" fmla="*/ 0 w 1132"/>
                <a:gd name="csY1" fmla="*/ 0 h 292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92037">
                  <a:moveTo>
                    <a:pt x="0" y="29203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5" name="Freeform 1724">
              <a:extLst>
                <a:ext uri="{FF2B5EF4-FFF2-40B4-BE49-F238E27FC236}">
                  <a16:creationId xmlns:a16="http://schemas.microsoft.com/office/drawing/2014/main" id="{DDBA7DE4-6C6B-DEDC-D39E-6396F05CED1D}"/>
                </a:ext>
              </a:extLst>
            </p:cNvPr>
            <p:cNvSpPr/>
            <p:nvPr/>
          </p:nvSpPr>
          <p:spPr>
            <a:xfrm>
              <a:off x="4724098" y="2307840"/>
              <a:ext cx="1132" cy="164080"/>
            </a:xfrm>
            <a:custGeom>
              <a:avLst/>
              <a:gdLst>
                <a:gd name="csX0" fmla="*/ 0 w 1132"/>
                <a:gd name="csY0" fmla="*/ 164081 h 164080"/>
                <a:gd name="csX1" fmla="*/ 0 w 1132"/>
                <a:gd name="csY1" fmla="*/ 0 h 164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4080">
                  <a:moveTo>
                    <a:pt x="0" y="1640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6" name="Freeform 1725">
              <a:extLst>
                <a:ext uri="{FF2B5EF4-FFF2-40B4-BE49-F238E27FC236}">
                  <a16:creationId xmlns:a16="http://schemas.microsoft.com/office/drawing/2014/main" id="{E94CD55C-898A-32E4-E49B-D8BB9A0E42E8}"/>
                </a:ext>
              </a:extLst>
            </p:cNvPr>
            <p:cNvSpPr/>
            <p:nvPr/>
          </p:nvSpPr>
          <p:spPr>
            <a:xfrm>
              <a:off x="5076527" y="1868637"/>
              <a:ext cx="1132" cy="314452"/>
            </a:xfrm>
            <a:custGeom>
              <a:avLst/>
              <a:gdLst>
                <a:gd name="csX0" fmla="*/ 0 w 1132"/>
                <a:gd name="csY0" fmla="*/ 314452 h 314452"/>
                <a:gd name="csX1" fmla="*/ 0 w 1132"/>
                <a:gd name="csY1" fmla="*/ 0 h 314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14452">
                  <a:moveTo>
                    <a:pt x="0" y="3144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7" name="Freeform 1726">
              <a:extLst>
                <a:ext uri="{FF2B5EF4-FFF2-40B4-BE49-F238E27FC236}">
                  <a16:creationId xmlns:a16="http://schemas.microsoft.com/office/drawing/2014/main" id="{4C0A34CA-26DC-19CB-0B16-E15556B404F2}"/>
                </a:ext>
              </a:extLst>
            </p:cNvPr>
            <p:cNvSpPr/>
            <p:nvPr/>
          </p:nvSpPr>
          <p:spPr>
            <a:xfrm>
              <a:off x="4430533" y="2732508"/>
              <a:ext cx="1132" cy="13102"/>
            </a:xfrm>
            <a:custGeom>
              <a:avLst/>
              <a:gdLst>
                <a:gd name="csX0" fmla="*/ 0 w 1132"/>
                <a:gd name="csY0" fmla="*/ 13103 h 13102"/>
                <a:gd name="csX1" fmla="*/ 0 w 1132"/>
                <a:gd name="csY1" fmla="*/ 0 h 13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102">
                  <a:moveTo>
                    <a:pt x="0" y="131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8" name="Freeform 1727">
              <a:extLst>
                <a:ext uri="{FF2B5EF4-FFF2-40B4-BE49-F238E27FC236}">
                  <a16:creationId xmlns:a16="http://schemas.microsoft.com/office/drawing/2014/main" id="{C70FB5FB-6F26-F34A-9716-C7DA74A16822}"/>
                </a:ext>
              </a:extLst>
            </p:cNvPr>
            <p:cNvSpPr/>
            <p:nvPr/>
          </p:nvSpPr>
          <p:spPr>
            <a:xfrm>
              <a:off x="5473693" y="1805681"/>
              <a:ext cx="1132" cy="343546"/>
            </a:xfrm>
            <a:custGeom>
              <a:avLst/>
              <a:gdLst>
                <a:gd name="csX0" fmla="*/ 0 w 1132"/>
                <a:gd name="csY0" fmla="*/ 343546 h 343546"/>
                <a:gd name="csX1" fmla="*/ 0 w 1132"/>
                <a:gd name="csY1" fmla="*/ 0 h 343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43546">
                  <a:moveTo>
                    <a:pt x="0" y="34354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9" name="Freeform 1728">
              <a:extLst>
                <a:ext uri="{FF2B5EF4-FFF2-40B4-BE49-F238E27FC236}">
                  <a16:creationId xmlns:a16="http://schemas.microsoft.com/office/drawing/2014/main" id="{5208A308-0B68-10B4-7C17-5CFA8301143C}"/>
                </a:ext>
              </a:extLst>
            </p:cNvPr>
            <p:cNvSpPr/>
            <p:nvPr/>
          </p:nvSpPr>
          <p:spPr>
            <a:xfrm>
              <a:off x="4623741" y="2388450"/>
              <a:ext cx="1132" cy="132258"/>
            </a:xfrm>
            <a:custGeom>
              <a:avLst/>
              <a:gdLst>
                <a:gd name="csX0" fmla="*/ 0 w 1132"/>
                <a:gd name="csY0" fmla="*/ 132259 h 132258"/>
                <a:gd name="csX1" fmla="*/ 0 w 1132"/>
                <a:gd name="csY1" fmla="*/ 0 h 132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2258">
                  <a:moveTo>
                    <a:pt x="0" y="13225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0" name="Freeform 1729">
              <a:extLst>
                <a:ext uri="{FF2B5EF4-FFF2-40B4-BE49-F238E27FC236}">
                  <a16:creationId xmlns:a16="http://schemas.microsoft.com/office/drawing/2014/main" id="{D04D9AB1-CE01-9E0A-D0E6-34262B759F4F}"/>
                </a:ext>
              </a:extLst>
            </p:cNvPr>
            <p:cNvSpPr/>
            <p:nvPr/>
          </p:nvSpPr>
          <p:spPr>
            <a:xfrm>
              <a:off x="4540843" y="2449973"/>
              <a:ext cx="1132" cy="110474"/>
            </a:xfrm>
            <a:custGeom>
              <a:avLst/>
              <a:gdLst>
                <a:gd name="csX0" fmla="*/ 0 w 1132"/>
                <a:gd name="csY0" fmla="*/ 110475 h 110474"/>
                <a:gd name="csX1" fmla="*/ 0 w 1132"/>
                <a:gd name="csY1" fmla="*/ 0 h 11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0474">
                  <a:moveTo>
                    <a:pt x="0" y="1104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1" name="Freeform 1730">
              <a:extLst>
                <a:ext uri="{FF2B5EF4-FFF2-40B4-BE49-F238E27FC236}">
                  <a16:creationId xmlns:a16="http://schemas.microsoft.com/office/drawing/2014/main" id="{9D991352-002B-5C19-2003-02EEF0A743A6}"/>
                </a:ext>
              </a:extLst>
            </p:cNvPr>
            <p:cNvSpPr/>
            <p:nvPr/>
          </p:nvSpPr>
          <p:spPr>
            <a:xfrm>
              <a:off x="4542350" y="2312606"/>
              <a:ext cx="1132" cy="158080"/>
            </a:xfrm>
            <a:custGeom>
              <a:avLst/>
              <a:gdLst>
                <a:gd name="csX0" fmla="*/ 0 w 1132"/>
                <a:gd name="csY0" fmla="*/ 158081 h 158080"/>
                <a:gd name="csX1" fmla="*/ 0 w 1132"/>
                <a:gd name="csY1" fmla="*/ 0 h 158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8080">
                  <a:moveTo>
                    <a:pt x="0" y="1580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2" name="Freeform 1731">
              <a:extLst>
                <a:ext uri="{FF2B5EF4-FFF2-40B4-BE49-F238E27FC236}">
                  <a16:creationId xmlns:a16="http://schemas.microsoft.com/office/drawing/2014/main" id="{209356E5-9616-E9D1-E9BD-E47347D42A09}"/>
                </a:ext>
              </a:extLst>
            </p:cNvPr>
            <p:cNvSpPr/>
            <p:nvPr/>
          </p:nvSpPr>
          <p:spPr>
            <a:xfrm>
              <a:off x="4950469" y="2122686"/>
              <a:ext cx="1132" cy="224431"/>
            </a:xfrm>
            <a:custGeom>
              <a:avLst/>
              <a:gdLst>
                <a:gd name="csX0" fmla="*/ 0 w 1132"/>
                <a:gd name="csY0" fmla="*/ 224431 h 224431"/>
                <a:gd name="csX1" fmla="*/ 0 w 1132"/>
                <a:gd name="csY1" fmla="*/ 0 h 224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4431">
                  <a:moveTo>
                    <a:pt x="0" y="2244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3" name="Freeform 1732">
              <a:extLst>
                <a:ext uri="{FF2B5EF4-FFF2-40B4-BE49-F238E27FC236}">
                  <a16:creationId xmlns:a16="http://schemas.microsoft.com/office/drawing/2014/main" id="{70FC9169-0662-199A-E09B-A0B470C4D666}"/>
                </a:ext>
              </a:extLst>
            </p:cNvPr>
            <p:cNvSpPr/>
            <p:nvPr/>
          </p:nvSpPr>
          <p:spPr>
            <a:xfrm>
              <a:off x="4928891" y="1973483"/>
              <a:ext cx="1132" cy="286852"/>
            </a:xfrm>
            <a:custGeom>
              <a:avLst/>
              <a:gdLst>
                <a:gd name="csX0" fmla="*/ 0 w 1132"/>
                <a:gd name="csY0" fmla="*/ 286852 h 286852"/>
                <a:gd name="csX1" fmla="*/ 0 w 1132"/>
                <a:gd name="csY1" fmla="*/ 0 h 286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86852">
                  <a:moveTo>
                    <a:pt x="0" y="2868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4" name="Freeform 1733">
              <a:extLst>
                <a:ext uri="{FF2B5EF4-FFF2-40B4-BE49-F238E27FC236}">
                  <a16:creationId xmlns:a16="http://schemas.microsoft.com/office/drawing/2014/main" id="{5C7A5D97-6012-A157-68D7-22A03A849D1F}"/>
                </a:ext>
              </a:extLst>
            </p:cNvPr>
            <p:cNvSpPr/>
            <p:nvPr/>
          </p:nvSpPr>
          <p:spPr>
            <a:xfrm>
              <a:off x="4476976" y="2614548"/>
              <a:ext cx="1132" cy="56681"/>
            </a:xfrm>
            <a:custGeom>
              <a:avLst/>
              <a:gdLst>
                <a:gd name="csX0" fmla="*/ 0 w 1132"/>
                <a:gd name="csY0" fmla="*/ 56681 h 56681"/>
                <a:gd name="csX1" fmla="*/ 0 w 1132"/>
                <a:gd name="csY1" fmla="*/ 0 h 566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6681">
                  <a:moveTo>
                    <a:pt x="0" y="566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5" name="Freeform 1734">
              <a:extLst>
                <a:ext uri="{FF2B5EF4-FFF2-40B4-BE49-F238E27FC236}">
                  <a16:creationId xmlns:a16="http://schemas.microsoft.com/office/drawing/2014/main" id="{47D460F8-67EC-BAF8-44D1-F8C446AB3EE3}"/>
                </a:ext>
              </a:extLst>
            </p:cNvPr>
            <p:cNvSpPr/>
            <p:nvPr/>
          </p:nvSpPr>
          <p:spPr>
            <a:xfrm>
              <a:off x="5251689" y="1774209"/>
              <a:ext cx="1132" cy="336259"/>
            </a:xfrm>
            <a:custGeom>
              <a:avLst/>
              <a:gdLst>
                <a:gd name="csX0" fmla="*/ 0 w 1132"/>
                <a:gd name="csY0" fmla="*/ 336260 h 336259"/>
                <a:gd name="csX1" fmla="*/ 0 w 1132"/>
                <a:gd name="csY1" fmla="*/ 0 h 336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6259">
                  <a:moveTo>
                    <a:pt x="0" y="3362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6" name="Freeform 1735">
              <a:extLst>
                <a:ext uri="{FF2B5EF4-FFF2-40B4-BE49-F238E27FC236}">
                  <a16:creationId xmlns:a16="http://schemas.microsoft.com/office/drawing/2014/main" id="{B5ED4B65-DB9D-D5E2-DCF7-C7C4923E418D}"/>
                </a:ext>
              </a:extLst>
            </p:cNvPr>
            <p:cNvSpPr/>
            <p:nvPr/>
          </p:nvSpPr>
          <p:spPr>
            <a:xfrm>
              <a:off x="6678668" y="1882904"/>
              <a:ext cx="1132" cy="313025"/>
            </a:xfrm>
            <a:custGeom>
              <a:avLst/>
              <a:gdLst>
                <a:gd name="csX0" fmla="*/ 0 w 1132"/>
                <a:gd name="csY0" fmla="*/ 313025 h 313025"/>
                <a:gd name="csX1" fmla="*/ 0 w 1132"/>
                <a:gd name="csY1" fmla="*/ 0 h 31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13025">
                  <a:moveTo>
                    <a:pt x="0" y="31302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7" name="Freeform 1736">
              <a:extLst>
                <a:ext uri="{FF2B5EF4-FFF2-40B4-BE49-F238E27FC236}">
                  <a16:creationId xmlns:a16="http://schemas.microsoft.com/office/drawing/2014/main" id="{8FCA31D2-1BFF-1769-70A7-B42F6F0EA8BC}"/>
                </a:ext>
              </a:extLst>
            </p:cNvPr>
            <p:cNvSpPr/>
            <p:nvPr/>
          </p:nvSpPr>
          <p:spPr>
            <a:xfrm>
              <a:off x="4436158" y="2717367"/>
              <a:ext cx="1132" cy="18153"/>
            </a:xfrm>
            <a:custGeom>
              <a:avLst/>
              <a:gdLst>
                <a:gd name="csX0" fmla="*/ 0 w 1132"/>
                <a:gd name="csY0" fmla="*/ 18154 h 18153"/>
                <a:gd name="csX1" fmla="*/ 0 w 1132"/>
                <a:gd name="csY1" fmla="*/ 0 h 18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53">
                  <a:moveTo>
                    <a:pt x="0" y="181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8" name="Freeform 1737">
              <a:extLst>
                <a:ext uri="{FF2B5EF4-FFF2-40B4-BE49-F238E27FC236}">
                  <a16:creationId xmlns:a16="http://schemas.microsoft.com/office/drawing/2014/main" id="{02A37F38-9966-261B-2860-5C84569C35A9}"/>
                </a:ext>
              </a:extLst>
            </p:cNvPr>
            <p:cNvSpPr/>
            <p:nvPr/>
          </p:nvSpPr>
          <p:spPr>
            <a:xfrm>
              <a:off x="4857438" y="1995872"/>
              <a:ext cx="1132" cy="267602"/>
            </a:xfrm>
            <a:custGeom>
              <a:avLst/>
              <a:gdLst>
                <a:gd name="csX0" fmla="*/ 0 w 1132"/>
                <a:gd name="csY0" fmla="*/ 267602 h 267602"/>
                <a:gd name="csX1" fmla="*/ 0 w 1132"/>
                <a:gd name="csY1" fmla="*/ 0 h 267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7602">
                  <a:moveTo>
                    <a:pt x="0" y="2676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9" name="Freeform 1738">
              <a:extLst>
                <a:ext uri="{FF2B5EF4-FFF2-40B4-BE49-F238E27FC236}">
                  <a16:creationId xmlns:a16="http://schemas.microsoft.com/office/drawing/2014/main" id="{122EC572-7C95-D59D-6B40-C0DFEF324A3B}"/>
                </a:ext>
              </a:extLst>
            </p:cNvPr>
            <p:cNvSpPr/>
            <p:nvPr/>
          </p:nvSpPr>
          <p:spPr>
            <a:xfrm>
              <a:off x="4672304" y="2024023"/>
              <a:ext cx="1132" cy="254820"/>
            </a:xfrm>
            <a:custGeom>
              <a:avLst/>
              <a:gdLst>
                <a:gd name="csX0" fmla="*/ 0 w 1132"/>
                <a:gd name="csY0" fmla="*/ 254821 h 254820"/>
                <a:gd name="csX1" fmla="*/ 0 w 1132"/>
                <a:gd name="csY1" fmla="*/ 0 h 2548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4820">
                  <a:moveTo>
                    <a:pt x="0" y="25482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0" name="Freeform 1739">
              <a:extLst>
                <a:ext uri="{FF2B5EF4-FFF2-40B4-BE49-F238E27FC236}">
                  <a16:creationId xmlns:a16="http://schemas.microsoft.com/office/drawing/2014/main" id="{9E3F720F-4C43-1F8F-B179-D03EC12069B6}"/>
                </a:ext>
              </a:extLst>
            </p:cNvPr>
            <p:cNvSpPr/>
            <p:nvPr/>
          </p:nvSpPr>
          <p:spPr>
            <a:xfrm>
              <a:off x="4750428" y="1990362"/>
              <a:ext cx="1132" cy="276850"/>
            </a:xfrm>
            <a:custGeom>
              <a:avLst/>
              <a:gdLst>
                <a:gd name="csX0" fmla="*/ 0 w 1132"/>
                <a:gd name="csY0" fmla="*/ 276850 h 276850"/>
                <a:gd name="csX1" fmla="*/ 0 w 1132"/>
                <a:gd name="csY1" fmla="*/ 0 h 276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6850">
                  <a:moveTo>
                    <a:pt x="0" y="2768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1" name="Freeform 1740">
              <a:extLst>
                <a:ext uri="{FF2B5EF4-FFF2-40B4-BE49-F238E27FC236}">
                  <a16:creationId xmlns:a16="http://schemas.microsoft.com/office/drawing/2014/main" id="{2AD7BD31-74E8-4A02-DE14-C3D98FC0DC4E}"/>
                </a:ext>
              </a:extLst>
            </p:cNvPr>
            <p:cNvSpPr/>
            <p:nvPr/>
          </p:nvSpPr>
          <p:spPr>
            <a:xfrm>
              <a:off x="5454270" y="1685605"/>
              <a:ext cx="1132" cy="383062"/>
            </a:xfrm>
            <a:custGeom>
              <a:avLst/>
              <a:gdLst>
                <a:gd name="csX0" fmla="*/ 0 w 1132"/>
                <a:gd name="csY0" fmla="*/ 383062 h 383062"/>
                <a:gd name="csX1" fmla="*/ 0 w 1132"/>
                <a:gd name="csY1" fmla="*/ 0 h 383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83062">
                  <a:moveTo>
                    <a:pt x="0" y="38306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2" name="Freeform 1741">
              <a:extLst>
                <a:ext uri="{FF2B5EF4-FFF2-40B4-BE49-F238E27FC236}">
                  <a16:creationId xmlns:a16="http://schemas.microsoft.com/office/drawing/2014/main" id="{B0DF2707-3B85-8620-B05F-AEFBF20096A7}"/>
                </a:ext>
              </a:extLst>
            </p:cNvPr>
            <p:cNvSpPr/>
            <p:nvPr/>
          </p:nvSpPr>
          <p:spPr>
            <a:xfrm>
              <a:off x="4635488" y="2310714"/>
              <a:ext cx="1132" cy="155499"/>
            </a:xfrm>
            <a:custGeom>
              <a:avLst/>
              <a:gdLst>
                <a:gd name="csX0" fmla="*/ 0 w 1132"/>
                <a:gd name="csY0" fmla="*/ 155500 h 155499"/>
                <a:gd name="csX1" fmla="*/ 0 w 1132"/>
                <a:gd name="csY1" fmla="*/ 0 h 155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5499">
                  <a:moveTo>
                    <a:pt x="0" y="15550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3" name="Freeform 1742">
              <a:extLst>
                <a:ext uri="{FF2B5EF4-FFF2-40B4-BE49-F238E27FC236}">
                  <a16:creationId xmlns:a16="http://schemas.microsoft.com/office/drawing/2014/main" id="{AC68B026-390B-F8DC-CFC7-F6185EE2ED9C}"/>
                </a:ext>
              </a:extLst>
            </p:cNvPr>
            <p:cNvSpPr/>
            <p:nvPr/>
          </p:nvSpPr>
          <p:spPr>
            <a:xfrm>
              <a:off x="4752878" y="2048195"/>
              <a:ext cx="1132" cy="255223"/>
            </a:xfrm>
            <a:custGeom>
              <a:avLst/>
              <a:gdLst>
                <a:gd name="csX0" fmla="*/ 0 w 1132"/>
                <a:gd name="csY0" fmla="*/ 255224 h 255223"/>
                <a:gd name="csX1" fmla="*/ 0 w 1132"/>
                <a:gd name="csY1" fmla="*/ 0 h 25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5223">
                  <a:moveTo>
                    <a:pt x="0" y="25522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4" name="Freeform 1743">
              <a:extLst>
                <a:ext uri="{FF2B5EF4-FFF2-40B4-BE49-F238E27FC236}">
                  <a16:creationId xmlns:a16="http://schemas.microsoft.com/office/drawing/2014/main" id="{2FA09F5A-8E47-7C25-68F2-260FFF23FB60}"/>
                </a:ext>
              </a:extLst>
            </p:cNvPr>
            <p:cNvSpPr/>
            <p:nvPr/>
          </p:nvSpPr>
          <p:spPr>
            <a:xfrm>
              <a:off x="4587748" y="2351892"/>
              <a:ext cx="1132" cy="147344"/>
            </a:xfrm>
            <a:custGeom>
              <a:avLst/>
              <a:gdLst>
                <a:gd name="csX0" fmla="*/ 0 w 1132"/>
                <a:gd name="csY0" fmla="*/ 147345 h 147344"/>
                <a:gd name="csX1" fmla="*/ 0 w 1132"/>
                <a:gd name="csY1" fmla="*/ 0 h 1473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7344">
                  <a:moveTo>
                    <a:pt x="0" y="1473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5" name="Freeform 1744">
              <a:extLst>
                <a:ext uri="{FF2B5EF4-FFF2-40B4-BE49-F238E27FC236}">
                  <a16:creationId xmlns:a16="http://schemas.microsoft.com/office/drawing/2014/main" id="{708A8E34-39E8-261B-9F60-98A4492D955E}"/>
                </a:ext>
              </a:extLst>
            </p:cNvPr>
            <p:cNvSpPr/>
            <p:nvPr/>
          </p:nvSpPr>
          <p:spPr>
            <a:xfrm>
              <a:off x="4627369" y="2431298"/>
              <a:ext cx="1132" cy="118980"/>
            </a:xfrm>
            <a:custGeom>
              <a:avLst/>
              <a:gdLst>
                <a:gd name="csX0" fmla="*/ 0 w 1132"/>
                <a:gd name="csY0" fmla="*/ 118980 h 118980"/>
                <a:gd name="csX1" fmla="*/ 0 w 1132"/>
                <a:gd name="csY1" fmla="*/ 0 h 118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8980">
                  <a:moveTo>
                    <a:pt x="0" y="11898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6" name="Freeform 1745">
              <a:extLst>
                <a:ext uri="{FF2B5EF4-FFF2-40B4-BE49-F238E27FC236}">
                  <a16:creationId xmlns:a16="http://schemas.microsoft.com/office/drawing/2014/main" id="{E65131F9-60A1-F473-62FB-6676B070BAEA}"/>
                </a:ext>
              </a:extLst>
            </p:cNvPr>
            <p:cNvSpPr/>
            <p:nvPr/>
          </p:nvSpPr>
          <p:spPr>
            <a:xfrm>
              <a:off x="5184101" y="1498612"/>
              <a:ext cx="1132" cy="456906"/>
            </a:xfrm>
            <a:custGeom>
              <a:avLst/>
              <a:gdLst>
                <a:gd name="csX0" fmla="*/ 0 w 1132"/>
                <a:gd name="csY0" fmla="*/ 456907 h 456906"/>
                <a:gd name="csX1" fmla="*/ 0 w 1132"/>
                <a:gd name="csY1" fmla="*/ 0 h 4569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56906">
                  <a:moveTo>
                    <a:pt x="0" y="4569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7" name="Freeform 1746">
              <a:extLst>
                <a:ext uri="{FF2B5EF4-FFF2-40B4-BE49-F238E27FC236}">
                  <a16:creationId xmlns:a16="http://schemas.microsoft.com/office/drawing/2014/main" id="{2B6CED47-DDCA-727A-9072-4E72F4EF82CB}"/>
                </a:ext>
              </a:extLst>
            </p:cNvPr>
            <p:cNvSpPr/>
            <p:nvPr/>
          </p:nvSpPr>
          <p:spPr>
            <a:xfrm>
              <a:off x="4571385" y="2540686"/>
              <a:ext cx="1132" cy="85107"/>
            </a:xfrm>
            <a:custGeom>
              <a:avLst/>
              <a:gdLst>
                <a:gd name="csX0" fmla="*/ 0 w 1132"/>
                <a:gd name="csY0" fmla="*/ 85107 h 85107"/>
                <a:gd name="csX1" fmla="*/ 0 w 1132"/>
                <a:gd name="csY1" fmla="*/ 0 h 8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5107">
                  <a:moveTo>
                    <a:pt x="0" y="851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8" name="Freeform 1747">
              <a:extLst>
                <a:ext uri="{FF2B5EF4-FFF2-40B4-BE49-F238E27FC236}">
                  <a16:creationId xmlns:a16="http://schemas.microsoft.com/office/drawing/2014/main" id="{364C30A6-A67A-AE25-2C3F-834710797528}"/>
                </a:ext>
              </a:extLst>
            </p:cNvPr>
            <p:cNvSpPr/>
            <p:nvPr/>
          </p:nvSpPr>
          <p:spPr>
            <a:xfrm>
              <a:off x="4457169" y="2691365"/>
              <a:ext cx="1132" cy="27281"/>
            </a:xfrm>
            <a:custGeom>
              <a:avLst/>
              <a:gdLst>
                <a:gd name="csX0" fmla="*/ 0 w 1132"/>
                <a:gd name="csY0" fmla="*/ 27282 h 27281"/>
                <a:gd name="csX1" fmla="*/ 0 w 1132"/>
                <a:gd name="csY1" fmla="*/ 0 h 27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281">
                  <a:moveTo>
                    <a:pt x="0" y="272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9" name="Freeform 1748">
              <a:extLst>
                <a:ext uri="{FF2B5EF4-FFF2-40B4-BE49-F238E27FC236}">
                  <a16:creationId xmlns:a16="http://schemas.microsoft.com/office/drawing/2014/main" id="{328E7E0C-68FA-603A-4F60-7F5AF9BACE5F}"/>
                </a:ext>
              </a:extLst>
            </p:cNvPr>
            <p:cNvSpPr/>
            <p:nvPr/>
          </p:nvSpPr>
          <p:spPr>
            <a:xfrm>
              <a:off x="5050769" y="1373052"/>
              <a:ext cx="1132" cy="486881"/>
            </a:xfrm>
            <a:custGeom>
              <a:avLst/>
              <a:gdLst>
                <a:gd name="csX0" fmla="*/ 0 w 1132"/>
                <a:gd name="csY0" fmla="*/ 486882 h 486881"/>
                <a:gd name="csX1" fmla="*/ 0 w 1132"/>
                <a:gd name="csY1" fmla="*/ 0 h 486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86881">
                  <a:moveTo>
                    <a:pt x="0" y="4868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0" name="Freeform 1749">
              <a:extLst>
                <a:ext uri="{FF2B5EF4-FFF2-40B4-BE49-F238E27FC236}">
                  <a16:creationId xmlns:a16="http://schemas.microsoft.com/office/drawing/2014/main" id="{2E58434F-170B-D6E8-B5BE-B05A6562F57E}"/>
                </a:ext>
              </a:extLst>
            </p:cNvPr>
            <p:cNvSpPr/>
            <p:nvPr/>
          </p:nvSpPr>
          <p:spPr>
            <a:xfrm>
              <a:off x="5017708" y="1832574"/>
              <a:ext cx="1132" cy="336503"/>
            </a:xfrm>
            <a:custGeom>
              <a:avLst/>
              <a:gdLst>
                <a:gd name="csX0" fmla="*/ 0 w 1132"/>
                <a:gd name="csY0" fmla="*/ 336503 h 336503"/>
                <a:gd name="csX1" fmla="*/ 0 w 1132"/>
                <a:gd name="csY1" fmla="*/ 0 h 336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6503">
                  <a:moveTo>
                    <a:pt x="0" y="3365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1" name="Freeform 1750">
              <a:extLst>
                <a:ext uri="{FF2B5EF4-FFF2-40B4-BE49-F238E27FC236}">
                  <a16:creationId xmlns:a16="http://schemas.microsoft.com/office/drawing/2014/main" id="{A7E93751-4C05-15C9-3F5C-80064E434E19}"/>
                </a:ext>
              </a:extLst>
            </p:cNvPr>
            <p:cNvSpPr/>
            <p:nvPr/>
          </p:nvSpPr>
          <p:spPr>
            <a:xfrm>
              <a:off x="5193699" y="1846997"/>
              <a:ext cx="1132" cy="306753"/>
            </a:xfrm>
            <a:custGeom>
              <a:avLst/>
              <a:gdLst>
                <a:gd name="csX0" fmla="*/ 0 w 1132"/>
                <a:gd name="csY0" fmla="*/ 306754 h 306753"/>
                <a:gd name="csX1" fmla="*/ 0 w 1132"/>
                <a:gd name="csY1" fmla="*/ 0 h 3067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6753">
                  <a:moveTo>
                    <a:pt x="0" y="3067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2" name="Freeform 1751">
              <a:extLst>
                <a:ext uri="{FF2B5EF4-FFF2-40B4-BE49-F238E27FC236}">
                  <a16:creationId xmlns:a16="http://schemas.microsoft.com/office/drawing/2014/main" id="{11A9A641-44AE-1423-FA6D-D093BEE8781D}"/>
                </a:ext>
              </a:extLst>
            </p:cNvPr>
            <p:cNvSpPr/>
            <p:nvPr/>
          </p:nvSpPr>
          <p:spPr>
            <a:xfrm>
              <a:off x="4625786" y="2032652"/>
              <a:ext cx="1132" cy="254885"/>
            </a:xfrm>
            <a:custGeom>
              <a:avLst/>
              <a:gdLst>
                <a:gd name="csX0" fmla="*/ 0 w 1132"/>
                <a:gd name="csY0" fmla="*/ 254885 h 254885"/>
                <a:gd name="csX1" fmla="*/ 0 w 1132"/>
                <a:gd name="csY1" fmla="*/ 0 h 254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4885">
                  <a:moveTo>
                    <a:pt x="0" y="2548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3" name="Freeform 1752">
              <a:extLst>
                <a:ext uri="{FF2B5EF4-FFF2-40B4-BE49-F238E27FC236}">
                  <a16:creationId xmlns:a16="http://schemas.microsoft.com/office/drawing/2014/main" id="{744F8351-6306-C61B-C4BD-CFF28D9C062D}"/>
                </a:ext>
              </a:extLst>
            </p:cNvPr>
            <p:cNvSpPr/>
            <p:nvPr/>
          </p:nvSpPr>
          <p:spPr>
            <a:xfrm>
              <a:off x="4486427" y="2606088"/>
              <a:ext cx="1132" cy="54371"/>
            </a:xfrm>
            <a:custGeom>
              <a:avLst/>
              <a:gdLst>
                <a:gd name="csX0" fmla="*/ 0 w 1132"/>
                <a:gd name="csY0" fmla="*/ 54371 h 54371"/>
                <a:gd name="csX1" fmla="*/ 0 w 1132"/>
                <a:gd name="csY1" fmla="*/ 0 h 54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371">
                  <a:moveTo>
                    <a:pt x="0" y="543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4" name="Freeform 1753">
              <a:extLst>
                <a:ext uri="{FF2B5EF4-FFF2-40B4-BE49-F238E27FC236}">
                  <a16:creationId xmlns:a16="http://schemas.microsoft.com/office/drawing/2014/main" id="{866B1ABA-03E6-E254-0429-5D64DF7C9FDE}"/>
                </a:ext>
              </a:extLst>
            </p:cNvPr>
            <p:cNvSpPr/>
            <p:nvPr/>
          </p:nvSpPr>
          <p:spPr>
            <a:xfrm>
              <a:off x="4801032" y="1714872"/>
              <a:ext cx="1132" cy="368106"/>
            </a:xfrm>
            <a:custGeom>
              <a:avLst/>
              <a:gdLst>
                <a:gd name="csX0" fmla="*/ 0 w 1132"/>
                <a:gd name="csY0" fmla="*/ 368107 h 368106"/>
                <a:gd name="csX1" fmla="*/ 0 w 1132"/>
                <a:gd name="csY1" fmla="*/ 0 h 368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68106">
                  <a:moveTo>
                    <a:pt x="0" y="3681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5" name="Freeform 1754">
              <a:extLst>
                <a:ext uri="{FF2B5EF4-FFF2-40B4-BE49-F238E27FC236}">
                  <a16:creationId xmlns:a16="http://schemas.microsoft.com/office/drawing/2014/main" id="{C6EDD16B-0B09-CAA5-06DF-3B4BA2844965}"/>
                </a:ext>
              </a:extLst>
            </p:cNvPr>
            <p:cNvSpPr/>
            <p:nvPr/>
          </p:nvSpPr>
          <p:spPr>
            <a:xfrm>
              <a:off x="4427614" y="2747843"/>
              <a:ext cx="1132" cy="7553"/>
            </a:xfrm>
            <a:custGeom>
              <a:avLst/>
              <a:gdLst>
                <a:gd name="csX0" fmla="*/ 0 w 1132"/>
                <a:gd name="csY0" fmla="*/ 7554 h 7553"/>
                <a:gd name="csX1" fmla="*/ 0 w 1132"/>
                <a:gd name="csY1" fmla="*/ 0 h 7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553">
                  <a:moveTo>
                    <a:pt x="0" y="75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6" name="Freeform 1755">
              <a:extLst>
                <a:ext uri="{FF2B5EF4-FFF2-40B4-BE49-F238E27FC236}">
                  <a16:creationId xmlns:a16="http://schemas.microsoft.com/office/drawing/2014/main" id="{2CE14207-E8BE-9C58-0B20-6FAEC639B892}"/>
                </a:ext>
              </a:extLst>
            </p:cNvPr>
            <p:cNvSpPr/>
            <p:nvPr/>
          </p:nvSpPr>
          <p:spPr>
            <a:xfrm>
              <a:off x="4610343" y="2212200"/>
              <a:ext cx="1132" cy="190711"/>
            </a:xfrm>
            <a:custGeom>
              <a:avLst/>
              <a:gdLst>
                <a:gd name="csX0" fmla="*/ 0 w 1132"/>
                <a:gd name="csY0" fmla="*/ 190711 h 190711"/>
                <a:gd name="csX1" fmla="*/ 0 w 1132"/>
                <a:gd name="csY1" fmla="*/ 0 h 1907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0711">
                  <a:moveTo>
                    <a:pt x="0" y="19071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7" name="Freeform 1756">
              <a:extLst>
                <a:ext uri="{FF2B5EF4-FFF2-40B4-BE49-F238E27FC236}">
                  <a16:creationId xmlns:a16="http://schemas.microsoft.com/office/drawing/2014/main" id="{C0BBC570-6BD8-6A71-846F-50C26666A0D8}"/>
                </a:ext>
              </a:extLst>
            </p:cNvPr>
            <p:cNvSpPr/>
            <p:nvPr/>
          </p:nvSpPr>
          <p:spPr>
            <a:xfrm>
              <a:off x="5019491" y="1968741"/>
              <a:ext cx="1132" cy="275331"/>
            </a:xfrm>
            <a:custGeom>
              <a:avLst/>
              <a:gdLst>
                <a:gd name="csX0" fmla="*/ 0 w 1132"/>
                <a:gd name="csY0" fmla="*/ 275331 h 275331"/>
                <a:gd name="csX1" fmla="*/ 0 w 1132"/>
                <a:gd name="csY1" fmla="*/ 0 h 275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5331">
                  <a:moveTo>
                    <a:pt x="0" y="2753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8" name="Freeform 1757">
              <a:extLst>
                <a:ext uri="{FF2B5EF4-FFF2-40B4-BE49-F238E27FC236}">
                  <a16:creationId xmlns:a16="http://schemas.microsoft.com/office/drawing/2014/main" id="{DA167048-3342-B9AC-2BB4-B71CFA294E17}"/>
                </a:ext>
              </a:extLst>
            </p:cNvPr>
            <p:cNvSpPr/>
            <p:nvPr/>
          </p:nvSpPr>
          <p:spPr>
            <a:xfrm>
              <a:off x="4465791" y="2651195"/>
              <a:ext cx="1132" cy="40645"/>
            </a:xfrm>
            <a:custGeom>
              <a:avLst/>
              <a:gdLst>
                <a:gd name="csX0" fmla="*/ 0 w 1132"/>
                <a:gd name="csY0" fmla="*/ 40645 h 40645"/>
                <a:gd name="csX1" fmla="*/ 0 w 1132"/>
                <a:gd name="csY1" fmla="*/ 0 h 40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0645">
                  <a:moveTo>
                    <a:pt x="0" y="406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9" name="Freeform 1758">
              <a:extLst>
                <a:ext uri="{FF2B5EF4-FFF2-40B4-BE49-F238E27FC236}">
                  <a16:creationId xmlns:a16="http://schemas.microsoft.com/office/drawing/2014/main" id="{4C4912D5-E8D6-E915-978C-B2E807111CCB}"/>
                </a:ext>
              </a:extLst>
            </p:cNvPr>
            <p:cNvSpPr/>
            <p:nvPr/>
          </p:nvSpPr>
          <p:spPr>
            <a:xfrm>
              <a:off x="4501473" y="2562543"/>
              <a:ext cx="1132" cy="73306"/>
            </a:xfrm>
            <a:custGeom>
              <a:avLst/>
              <a:gdLst>
                <a:gd name="csX0" fmla="*/ 0 w 1132"/>
                <a:gd name="csY0" fmla="*/ 73307 h 73306"/>
                <a:gd name="csX1" fmla="*/ 0 w 1132"/>
                <a:gd name="csY1" fmla="*/ 0 h 733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306">
                  <a:moveTo>
                    <a:pt x="0" y="733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0" name="Freeform 1759">
              <a:extLst>
                <a:ext uri="{FF2B5EF4-FFF2-40B4-BE49-F238E27FC236}">
                  <a16:creationId xmlns:a16="http://schemas.microsoft.com/office/drawing/2014/main" id="{540DA1EA-2F85-9DED-3730-C3E2F1114BBE}"/>
                </a:ext>
              </a:extLst>
            </p:cNvPr>
            <p:cNvSpPr/>
            <p:nvPr/>
          </p:nvSpPr>
          <p:spPr>
            <a:xfrm>
              <a:off x="4662405" y="2093457"/>
              <a:ext cx="1132" cy="240233"/>
            </a:xfrm>
            <a:custGeom>
              <a:avLst/>
              <a:gdLst>
                <a:gd name="csX0" fmla="*/ 0 w 1132"/>
                <a:gd name="csY0" fmla="*/ 240233 h 240233"/>
                <a:gd name="csX1" fmla="*/ 0 w 1132"/>
                <a:gd name="csY1" fmla="*/ 0 h 240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40233">
                  <a:moveTo>
                    <a:pt x="0" y="2402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1" name="Freeform 1760">
              <a:extLst>
                <a:ext uri="{FF2B5EF4-FFF2-40B4-BE49-F238E27FC236}">
                  <a16:creationId xmlns:a16="http://schemas.microsoft.com/office/drawing/2014/main" id="{1621A412-388B-7F68-E293-18A7E13F0F50}"/>
                </a:ext>
              </a:extLst>
            </p:cNvPr>
            <p:cNvSpPr/>
            <p:nvPr/>
          </p:nvSpPr>
          <p:spPr>
            <a:xfrm>
              <a:off x="4480881" y="2599157"/>
              <a:ext cx="1132" cy="58946"/>
            </a:xfrm>
            <a:custGeom>
              <a:avLst/>
              <a:gdLst>
                <a:gd name="csX0" fmla="*/ 0 w 1132"/>
                <a:gd name="csY0" fmla="*/ 58946 h 58946"/>
                <a:gd name="csX1" fmla="*/ 0 w 1132"/>
                <a:gd name="csY1" fmla="*/ 0 h 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946">
                  <a:moveTo>
                    <a:pt x="0" y="5894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2" name="Freeform 1761">
              <a:extLst>
                <a:ext uri="{FF2B5EF4-FFF2-40B4-BE49-F238E27FC236}">
                  <a16:creationId xmlns:a16="http://schemas.microsoft.com/office/drawing/2014/main" id="{05595023-C01A-FA24-A0D0-1F25D5C7CD46}"/>
                </a:ext>
              </a:extLst>
            </p:cNvPr>
            <p:cNvSpPr/>
            <p:nvPr/>
          </p:nvSpPr>
          <p:spPr>
            <a:xfrm>
              <a:off x="4452830" y="2669009"/>
              <a:ext cx="1132" cy="35028"/>
            </a:xfrm>
            <a:custGeom>
              <a:avLst/>
              <a:gdLst>
                <a:gd name="csX0" fmla="*/ 0 w 1132"/>
                <a:gd name="csY0" fmla="*/ 35028 h 35028"/>
                <a:gd name="csX1" fmla="*/ 0 w 1132"/>
                <a:gd name="csY1" fmla="*/ 0 h 35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5028">
                  <a:moveTo>
                    <a:pt x="0" y="3502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3" name="Freeform 1762">
              <a:extLst>
                <a:ext uri="{FF2B5EF4-FFF2-40B4-BE49-F238E27FC236}">
                  <a16:creationId xmlns:a16="http://schemas.microsoft.com/office/drawing/2014/main" id="{0401BAF9-AC04-05AE-9287-AC7237F29CD6}"/>
                </a:ext>
              </a:extLst>
            </p:cNvPr>
            <p:cNvSpPr/>
            <p:nvPr/>
          </p:nvSpPr>
          <p:spPr>
            <a:xfrm>
              <a:off x="4731899" y="2220629"/>
              <a:ext cx="1132" cy="186915"/>
            </a:xfrm>
            <a:custGeom>
              <a:avLst/>
              <a:gdLst>
                <a:gd name="csX0" fmla="*/ 0 w 1132"/>
                <a:gd name="csY0" fmla="*/ 186915 h 186915"/>
                <a:gd name="csX1" fmla="*/ 0 w 1132"/>
                <a:gd name="csY1" fmla="*/ 0 h 186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6915">
                  <a:moveTo>
                    <a:pt x="0" y="18691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4" name="Freeform 1763">
              <a:extLst>
                <a:ext uri="{FF2B5EF4-FFF2-40B4-BE49-F238E27FC236}">
                  <a16:creationId xmlns:a16="http://schemas.microsoft.com/office/drawing/2014/main" id="{A2AF2F86-84E8-4977-B4B1-AFA5D0C4B258}"/>
                </a:ext>
              </a:extLst>
            </p:cNvPr>
            <p:cNvSpPr/>
            <p:nvPr/>
          </p:nvSpPr>
          <p:spPr>
            <a:xfrm>
              <a:off x="4581039" y="1916634"/>
              <a:ext cx="1132" cy="295296"/>
            </a:xfrm>
            <a:custGeom>
              <a:avLst/>
              <a:gdLst>
                <a:gd name="csX0" fmla="*/ 0 w 1132"/>
                <a:gd name="csY0" fmla="*/ 295296 h 295296"/>
                <a:gd name="csX1" fmla="*/ 0 w 1132"/>
                <a:gd name="csY1" fmla="*/ 0 h 2952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95296">
                  <a:moveTo>
                    <a:pt x="0" y="2952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5" name="Freeform 1764">
              <a:extLst>
                <a:ext uri="{FF2B5EF4-FFF2-40B4-BE49-F238E27FC236}">
                  <a16:creationId xmlns:a16="http://schemas.microsoft.com/office/drawing/2014/main" id="{92E27A4C-D529-6741-9A5D-F5167C370F23}"/>
                </a:ext>
              </a:extLst>
            </p:cNvPr>
            <p:cNvSpPr/>
            <p:nvPr/>
          </p:nvSpPr>
          <p:spPr>
            <a:xfrm>
              <a:off x="4475358" y="2508591"/>
              <a:ext cx="1132" cy="95254"/>
            </a:xfrm>
            <a:custGeom>
              <a:avLst/>
              <a:gdLst>
                <a:gd name="csX0" fmla="*/ 0 w 1132"/>
                <a:gd name="csY0" fmla="*/ 95254 h 95254"/>
                <a:gd name="csX1" fmla="*/ 0 w 1132"/>
                <a:gd name="csY1" fmla="*/ 0 h 9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5254">
                  <a:moveTo>
                    <a:pt x="0" y="952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6" name="Freeform 1765">
              <a:extLst>
                <a:ext uri="{FF2B5EF4-FFF2-40B4-BE49-F238E27FC236}">
                  <a16:creationId xmlns:a16="http://schemas.microsoft.com/office/drawing/2014/main" id="{FD6AFC38-5F57-C1E8-3B41-A507067C3FB2}"/>
                </a:ext>
              </a:extLst>
            </p:cNvPr>
            <p:cNvSpPr/>
            <p:nvPr/>
          </p:nvSpPr>
          <p:spPr>
            <a:xfrm>
              <a:off x="4464583" y="2605725"/>
              <a:ext cx="1132" cy="56681"/>
            </a:xfrm>
            <a:custGeom>
              <a:avLst/>
              <a:gdLst>
                <a:gd name="csX0" fmla="*/ 0 w 1132"/>
                <a:gd name="csY0" fmla="*/ 56681 h 56681"/>
                <a:gd name="csX1" fmla="*/ 0 w 1132"/>
                <a:gd name="csY1" fmla="*/ 0 h 566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6681">
                  <a:moveTo>
                    <a:pt x="0" y="566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7" name="Freeform 1766">
              <a:extLst>
                <a:ext uri="{FF2B5EF4-FFF2-40B4-BE49-F238E27FC236}">
                  <a16:creationId xmlns:a16="http://schemas.microsoft.com/office/drawing/2014/main" id="{C1B8EF59-9D84-80AD-91E2-BFF920E4CE4E}"/>
                </a:ext>
              </a:extLst>
            </p:cNvPr>
            <p:cNvSpPr/>
            <p:nvPr/>
          </p:nvSpPr>
          <p:spPr>
            <a:xfrm>
              <a:off x="4539755" y="2198437"/>
              <a:ext cx="1132" cy="207191"/>
            </a:xfrm>
            <a:custGeom>
              <a:avLst/>
              <a:gdLst>
                <a:gd name="csX0" fmla="*/ 0 w 1132"/>
                <a:gd name="csY0" fmla="*/ 207191 h 207191"/>
                <a:gd name="csX1" fmla="*/ 0 w 1132"/>
                <a:gd name="csY1" fmla="*/ 0 h 207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7191">
                  <a:moveTo>
                    <a:pt x="0" y="20719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8" name="Freeform 1767">
              <a:extLst>
                <a:ext uri="{FF2B5EF4-FFF2-40B4-BE49-F238E27FC236}">
                  <a16:creationId xmlns:a16="http://schemas.microsoft.com/office/drawing/2014/main" id="{BE5CC4D5-CDBF-4F0F-23F4-110D0B1820B1}"/>
                </a:ext>
              </a:extLst>
            </p:cNvPr>
            <p:cNvSpPr/>
            <p:nvPr/>
          </p:nvSpPr>
          <p:spPr>
            <a:xfrm>
              <a:off x="4507902" y="249197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9" name="Freeform 1768">
              <a:extLst>
                <a:ext uri="{FF2B5EF4-FFF2-40B4-BE49-F238E27FC236}">
                  <a16:creationId xmlns:a16="http://schemas.microsoft.com/office/drawing/2014/main" id="{E13E044C-7338-0094-F5C3-956EF2E7A528}"/>
                </a:ext>
              </a:extLst>
            </p:cNvPr>
            <p:cNvSpPr/>
            <p:nvPr/>
          </p:nvSpPr>
          <p:spPr>
            <a:xfrm>
              <a:off x="4507902" y="233919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0" name="Freeform 1769">
              <a:extLst>
                <a:ext uri="{FF2B5EF4-FFF2-40B4-BE49-F238E27FC236}">
                  <a16:creationId xmlns:a16="http://schemas.microsoft.com/office/drawing/2014/main" id="{FDE21108-BD96-FE61-1E55-9BBBC61DA4B1}"/>
                </a:ext>
              </a:extLst>
            </p:cNvPr>
            <p:cNvSpPr/>
            <p:nvPr/>
          </p:nvSpPr>
          <p:spPr>
            <a:xfrm>
              <a:off x="4492787" y="246766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1" name="Freeform 1770">
              <a:extLst>
                <a:ext uri="{FF2B5EF4-FFF2-40B4-BE49-F238E27FC236}">
                  <a16:creationId xmlns:a16="http://schemas.microsoft.com/office/drawing/2014/main" id="{27A78374-5B75-7998-C928-A97133B0ED86}"/>
                </a:ext>
              </a:extLst>
            </p:cNvPr>
            <p:cNvSpPr/>
            <p:nvPr/>
          </p:nvSpPr>
          <p:spPr>
            <a:xfrm>
              <a:off x="4492787" y="23049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2" name="Freeform 1771">
              <a:extLst>
                <a:ext uri="{FF2B5EF4-FFF2-40B4-BE49-F238E27FC236}">
                  <a16:creationId xmlns:a16="http://schemas.microsoft.com/office/drawing/2014/main" id="{78F592CD-CB98-53DA-1438-B085C1152DA1}"/>
                </a:ext>
              </a:extLst>
            </p:cNvPr>
            <p:cNvSpPr/>
            <p:nvPr/>
          </p:nvSpPr>
          <p:spPr>
            <a:xfrm>
              <a:off x="4584983" y="228828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3" name="Freeform 1772">
              <a:extLst>
                <a:ext uri="{FF2B5EF4-FFF2-40B4-BE49-F238E27FC236}">
                  <a16:creationId xmlns:a16="http://schemas.microsoft.com/office/drawing/2014/main" id="{AB2E0245-4032-48D8-B347-D457CCE7EC28}"/>
                </a:ext>
              </a:extLst>
            </p:cNvPr>
            <p:cNvSpPr/>
            <p:nvPr/>
          </p:nvSpPr>
          <p:spPr>
            <a:xfrm>
              <a:off x="4584983" y="20256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4" name="Freeform 1773">
              <a:extLst>
                <a:ext uri="{FF2B5EF4-FFF2-40B4-BE49-F238E27FC236}">
                  <a16:creationId xmlns:a16="http://schemas.microsoft.com/office/drawing/2014/main" id="{1DD524C3-74E9-06AE-DA98-2A7A8C10CA08}"/>
                </a:ext>
              </a:extLst>
            </p:cNvPr>
            <p:cNvSpPr/>
            <p:nvPr/>
          </p:nvSpPr>
          <p:spPr>
            <a:xfrm>
              <a:off x="4470469" y="269869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5" name="Freeform 1774">
              <a:extLst>
                <a:ext uri="{FF2B5EF4-FFF2-40B4-BE49-F238E27FC236}">
                  <a16:creationId xmlns:a16="http://schemas.microsoft.com/office/drawing/2014/main" id="{6FE9CCD1-70DA-85FB-6E8A-3F3DA103EA3A}"/>
                </a:ext>
              </a:extLst>
            </p:cNvPr>
            <p:cNvSpPr/>
            <p:nvPr/>
          </p:nvSpPr>
          <p:spPr>
            <a:xfrm>
              <a:off x="4470469" y="26611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6" name="Freeform 1775">
              <a:extLst>
                <a:ext uri="{FF2B5EF4-FFF2-40B4-BE49-F238E27FC236}">
                  <a16:creationId xmlns:a16="http://schemas.microsoft.com/office/drawing/2014/main" id="{C95BB94A-891B-A397-ED28-61D87530B651}"/>
                </a:ext>
              </a:extLst>
            </p:cNvPr>
            <p:cNvSpPr/>
            <p:nvPr/>
          </p:nvSpPr>
          <p:spPr>
            <a:xfrm>
              <a:off x="4429973" y="271928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7" name="Freeform 1776">
              <a:extLst>
                <a:ext uri="{FF2B5EF4-FFF2-40B4-BE49-F238E27FC236}">
                  <a16:creationId xmlns:a16="http://schemas.microsoft.com/office/drawing/2014/main" id="{1AA9E429-1BA5-15E0-5B8F-5893B4FCD9E3}"/>
                </a:ext>
              </a:extLst>
            </p:cNvPr>
            <p:cNvSpPr/>
            <p:nvPr/>
          </p:nvSpPr>
          <p:spPr>
            <a:xfrm>
              <a:off x="4429973" y="26922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8" name="Freeform 1777">
              <a:extLst>
                <a:ext uri="{FF2B5EF4-FFF2-40B4-BE49-F238E27FC236}">
                  <a16:creationId xmlns:a16="http://schemas.microsoft.com/office/drawing/2014/main" id="{80EA4C60-5C7B-3BEF-2452-A63B770E6D90}"/>
                </a:ext>
              </a:extLst>
            </p:cNvPr>
            <p:cNvSpPr/>
            <p:nvPr/>
          </p:nvSpPr>
          <p:spPr>
            <a:xfrm>
              <a:off x="4614311" y="24872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9" name="Freeform 1778">
              <a:extLst>
                <a:ext uri="{FF2B5EF4-FFF2-40B4-BE49-F238E27FC236}">
                  <a16:creationId xmlns:a16="http://schemas.microsoft.com/office/drawing/2014/main" id="{DA203675-B2ED-3547-39FE-87B5E22E82CF}"/>
                </a:ext>
              </a:extLst>
            </p:cNvPr>
            <p:cNvSpPr/>
            <p:nvPr/>
          </p:nvSpPr>
          <p:spPr>
            <a:xfrm>
              <a:off x="4614311" y="23333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0" name="Freeform 1779">
              <a:extLst>
                <a:ext uri="{FF2B5EF4-FFF2-40B4-BE49-F238E27FC236}">
                  <a16:creationId xmlns:a16="http://schemas.microsoft.com/office/drawing/2014/main" id="{DCDFCADD-1DDB-CEE6-B650-28AD3A62C4A5}"/>
                </a:ext>
              </a:extLst>
            </p:cNvPr>
            <p:cNvSpPr/>
            <p:nvPr/>
          </p:nvSpPr>
          <p:spPr>
            <a:xfrm>
              <a:off x="4678783" y="221301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1" name="Freeform 1780">
              <a:extLst>
                <a:ext uri="{FF2B5EF4-FFF2-40B4-BE49-F238E27FC236}">
                  <a16:creationId xmlns:a16="http://schemas.microsoft.com/office/drawing/2014/main" id="{14B3F4A7-7B8D-3F04-9687-5975B79F7CB5}"/>
                </a:ext>
              </a:extLst>
            </p:cNvPr>
            <p:cNvSpPr/>
            <p:nvPr/>
          </p:nvSpPr>
          <p:spPr>
            <a:xfrm>
              <a:off x="4678783" y="192097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2" name="Freeform 1781">
              <a:extLst>
                <a:ext uri="{FF2B5EF4-FFF2-40B4-BE49-F238E27FC236}">
                  <a16:creationId xmlns:a16="http://schemas.microsoft.com/office/drawing/2014/main" id="{5A58F839-D5B3-5BA7-4EDA-E98CF1972954}"/>
                </a:ext>
              </a:extLst>
            </p:cNvPr>
            <p:cNvSpPr/>
            <p:nvPr/>
          </p:nvSpPr>
          <p:spPr>
            <a:xfrm>
              <a:off x="4705978" y="247192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3" name="Freeform 1782">
              <a:extLst>
                <a:ext uri="{FF2B5EF4-FFF2-40B4-BE49-F238E27FC236}">
                  <a16:creationId xmlns:a16="http://schemas.microsoft.com/office/drawing/2014/main" id="{A7BA20D3-6EF3-DCFF-FF70-B63B29CF183F}"/>
                </a:ext>
              </a:extLst>
            </p:cNvPr>
            <p:cNvSpPr/>
            <p:nvPr/>
          </p:nvSpPr>
          <p:spPr>
            <a:xfrm>
              <a:off x="4705978" y="230784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4" name="Freeform 1783">
              <a:extLst>
                <a:ext uri="{FF2B5EF4-FFF2-40B4-BE49-F238E27FC236}">
                  <a16:creationId xmlns:a16="http://schemas.microsoft.com/office/drawing/2014/main" id="{AF2696CA-927D-54F4-A2DF-FB7E4B9FEFC4}"/>
                </a:ext>
              </a:extLst>
            </p:cNvPr>
            <p:cNvSpPr/>
            <p:nvPr/>
          </p:nvSpPr>
          <p:spPr>
            <a:xfrm>
              <a:off x="5058407" y="218308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5" name="Freeform 1784">
              <a:extLst>
                <a:ext uri="{FF2B5EF4-FFF2-40B4-BE49-F238E27FC236}">
                  <a16:creationId xmlns:a16="http://schemas.microsoft.com/office/drawing/2014/main" id="{26653AA2-9EE6-CFF2-D230-2FEF9BE5931D}"/>
                </a:ext>
              </a:extLst>
            </p:cNvPr>
            <p:cNvSpPr/>
            <p:nvPr/>
          </p:nvSpPr>
          <p:spPr>
            <a:xfrm>
              <a:off x="5058407" y="18686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6" name="Freeform 1785">
              <a:extLst>
                <a:ext uri="{FF2B5EF4-FFF2-40B4-BE49-F238E27FC236}">
                  <a16:creationId xmlns:a16="http://schemas.microsoft.com/office/drawing/2014/main" id="{4331517A-6D8D-D07A-194C-CA91BCC6E527}"/>
                </a:ext>
              </a:extLst>
            </p:cNvPr>
            <p:cNvSpPr/>
            <p:nvPr/>
          </p:nvSpPr>
          <p:spPr>
            <a:xfrm>
              <a:off x="4412413" y="274561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7" name="Freeform 1786">
              <a:extLst>
                <a:ext uri="{FF2B5EF4-FFF2-40B4-BE49-F238E27FC236}">
                  <a16:creationId xmlns:a16="http://schemas.microsoft.com/office/drawing/2014/main" id="{F9A5E6A8-F855-831A-45E9-34BD29C2CFF9}"/>
                </a:ext>
              </a:extLst>
            </p:cNvPr>
            <p:cNvSpPr/>
            <p:nvPr/>
          </p:nvSpPr>
          <p:spPr>
            <a:xfrm>
              <a:off x="4412413" y="273250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8" name="Freeform 1787">
              <a:extLst>
                <a:ext uri="{FF2B5EF4-FFF2-40B4-BE49-F238E27FC236}">
                  <a16:creationId xmlns:a16="http://schemas.microsoft.com/office/drawing/2014/main" id="{6832D1F7-7D82-55FE-EF9D-D46C3B86576D}"/>
                </a:ext>
              </a:extLst>
            </p:cNvPr>
            <p:cNvSpPr/>
            <p:nvPr/>
          </p:nvSpPr>
          <p:spPr>
            <a:xfrm>
              <a:off x="5455573" y="214922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9" name="Freeform 1788">
              <a:extLst>
                <a:ext uri="{FF2B5EF4-FFF2-40B4-BE49-F238E27FC236}">
                  <a16:creationId xmlns:a16="http://schemas.microsoft.com/office/drawing/2014/main" id="{92D68647-3530-447A-297B-A35DEED07491}"/>
                </a:ext>
              </a:extLst>
            </p:cNvPr>
            <p:cNvSpPr/>
            <p:nvPr/>
          </p:nvSpPr>
          <p:spPr>
            <a:xfrm>
              <a:off x="5455573" y="180568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0" name="Freeform 1789">
              <a:extLst>
                <a:ext uri="{FF2B5EF4-FFF2-40B4-BE49-F238E27FC236}">
                  <a16:creationId xmlns:a16="http://schemas.microsoft.com/office/drawing/2014/main" id="{A9B9EC48-8984-3D78-AF37-475890F70BFA}"/>
                </a:ext>
              </a:extLst>
            </p:cNvPr>
            <p:cNvSpPr/>
            <p:nvPr/>
          </p:nvSpPr>
          <p:spPr>
            <a:xfrm>
              <a:off x="4605621" y="25207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1" name="Freeform 1790">
              <a:extLst>
                <a:ext uri="{FF2B5EF4-FFF2-40B4-BE49-F238E27FC236}">
                  <a16:creationId xmlns:a16="http://schemas.microsoft.com/office/drawing/2014/main" id="{190E9477-ACCD-135C-EA26-2505742F8046}"/>
                </a:ext>
              </a:extLst>
            </p:cNvPr>
            <p:cNvSpPr/>
            <p:nvPr/>
          </p:nvSpPr>
          <p:spPr>
            <a:xfrm>
              <a:off x="4605621" y="23884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2" name="Freeform 1791">
              <a:extLst>
                <a:ext uri="{FF2B5EF4-FFF2-40B4-BE49-F238E27FC236}">
                  <a16:creationId xmlns:a16="http://schemas.microsoft.com/office/drawing/2014/main" id="{8FB75DFB-FBA2-DDF7-BEFE-74ACBFA1CE43}"/>
                </a:ext>
              </a:extLst>
            </p:cNvPr>
            <p:cNvSpPr/>
            <p:nvPr/>
          </p:nvSpPr>
          <p:spPr>
            <a:xfrm>
              <a:off x="4522723" y="256044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3" name="Freeform 1792">
              <a:extLst>
                <a:ext uri="{FF2B5EF4-FFF2-40B4-BE49-F238E27FC236}">
                  <a16:creationId xmlns:a16="http://schemas.microsoft.com/office/drawing/2014/main" id="{3102D332-F96A-71A1-9FD2-FFE060C6F459}"/>
                </a:ext>
              </a:extLst>
            </p:cNvPr>
            <p:cNvSpPr/>
            <p:nvPr/>
          </p:nvSpPr>
          <p:spPr>
            <a:xfrm>
              <a:off x="4522723" y="244997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4" name="Freeform 1793">
              <a:extLst>
                <a:ext uri="{FF2B5EF4-FFF2-40B4-BE49-F238E27FC236}">
                  <a16:creationId xmlns:a16="http://schemas.microsoft.com/office/drawing/2014/main" id="{823303BD-4E3C-5003-2A9D-9EDD094B6D57}"/>
                </a:ext>
              </a:extLst>
            </p:cNvPr>
            <p:cNvSpPr/>
            <p:nvPr/>
          </p:nvSpPr>
          <p:spPr>
            <a:xfrm>
              <a:off x="4524230" y="247068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5" name="Freeform 1794">
              <a:extLst>
                <a:ext uri="{FF2B5EF4-FFF2-40B4-BE49-F238E27FC236}">
                  <a16:creationId xmlns:a16="http://schemas.microsoft.com/office/drawing/2014/main" id="{AC786FB2-3DEF-AB79-A718-C0E692F0DE7A}"/>
                </a:ext>
              </a:extLst>
            </p:cNvPr>
            <p:cNvSpPr/>
            <p:nvPr/>
          </p:nvSpPr>
          <p:spPr>
            <a:xfrm>
              <a:off x="4524230" y="231260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6" name="Freeform 1795">
              <a:extLst>
                <a:ext uri="{FF2B5EF4-FFF2-40B4-BE49-F238E27FC236}">
                  <a16:creationId xmlns:a16="http://schemas.microsoft.com/office/drawing/2014/main" id="{87FA7994-7517-87E4-6375-49BB7ED98DB9}"/>
                </a:ext>
              </a:extLst>
            </p:cNvPr>
            <p:cNvSpPr/>
            <p:nvPr/>
          </p:nvSpPr>
          <p:spPr>
            <a:xfrm>
              <a:off x="4932349" y="234711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7" name="Freeform 1796">
              <a:extLst>
                <a:ext uri="{FF2B5EF4-FFF2-40B4-BE49-F238E27FC236}">
                  <a16:creationId xmlns:a16="http://schemas.microsoft.com/office/drawing/2014/main" id="{3FBC24B7-6575-034A-98CE-1C858D85C4A5}"/>
                </a:ext>
              </a:extLst>
            </p:cNvPr>
            <p:cNvSpPr/>
            <p:nvPr/>
          </p:nvSpPr>
          <p:spPr>
            <a:xfrm>
              <a:off x="4932349" y="21226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8" name="Freeform 1797">
              <a:extLst>
                <a:ext uri="{FF2B5EF4-FFF2-40B4-BE49-F238E27FC236}">
                  <a16:creationId xmlns:a16="http://schemas.microsoft.com/office/drawing/2014/main" id="{58EA73E2-CE07-0B32-2D16-428D32183A7C}"/>
                </a:ext>
              </a:extLst>
            </p:cNvPr>
            <p:cNvSpPr/>
            <p:nvPr/>
          </p:nvSpPr>
          <p:spPr>
            <a:xfrm>
              <a:off x="4910771" y="226033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9" name="Freeform 1798">
              <a:extLst>
                <a:ext uri="{FF2B5EF4-FFF2-40B4-BE49-F238E27FC236}">
                  <a16:creationId xmlns:a16="http://schemas.microsoft.com/office/drawing/2014/main" id="{1B30D9A8-0EE5-2980-520A-33D3A318F6D0}"/>
                </a:ext>
              </a:extLst>
            </p:cNvPr>
            <p:cNvSpPr/>
            <p:nvPr/>
          </p:nvSpPr>
          <p:spPr>
            <a:xfrm>
              <a:off x="4910771" y="197348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0" name="Freeform 1799">
              <a:extLst>
                <a:ext uri="{FF2B5EF4-FFF2-40B4-BE49-F238E27FC236}">
                  <a16:creationId xmlns:a16="http://schemas.microsoft.com/office/drawing/2014/main" id="{4CB1B5D0-854E-0242-4E8E-56023F21B36C}"/>
                </a:ext>
              </a:extLst>
            </p:cNvPr>
            <p:cNvSpPr/>
            <p:nvPr/>
          </p:nvSpPr>
          <p:spPr>
            <a:xfrm>
              <a:off x="4458856" y="267122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1" name="Freeform 1800">
              <a:extLst>
                <a:ext uri="{FF2B5EF4-FFF2-40B4-BE49-F238E27FC236}">
                  <a16:creationId xmlns:a16="http://schemas.microsoft.com/office/drawing/2014/main" id="{1B28B145-E614-D219-735A-594873A64F2E}"/>
                </a:ext>
              </a:extLst>
            </p:cNvPr>
            <p:cNvSpPr/>
            <p:nvPr/>
          </p:nvSpPr>
          <p:spPr>
            <a:xfrm>
              <a:off x="4458856" y="261454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2" name="Freeform 1801">
              <a:extLst>
                <a:ext uri="{FF2B5EF4-FFF2-40B4-BE49-F238E27FC236}">
                  <a16:creationId xmlns:a16="http://schemas.microsoft.com/office/drawing/2014/main" id="{35B6897A-4251-31AB-0FF7-3E2A4893FF8F}"/>
                </a:ext>
              </a:extLst>
            </p:cNvPr>
            <p:cNvSpPr/>
            <p:nvPr/>
          </p:nvSpPr>
          <p:spPr>
            <a:xfrm>
              <a:off x="5233569" y="211046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3" name="Freeform 1802">
              <a:extLst>
                <a:ext uri="{FF2B5EF4-FFF2-40B4-BE49-F238E27FC236}">
                  <a16:creationId xmlns:a16="http://schemas.microsoft.com/office/drawing/2014/main" id="{02409169-4CD7-AC72-A3EC-04370E8B193B}"/>
                </a:ext>
              </a:extLst>
            </p:cNvPr>
            <p:cNvSpPr/>
            <p:nvPr/>
          </p:nvSpPr>
          <p:spPr>
            <a:xfrm>
              <a:off x="5233569" y="17742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4" name="Freeform 1803">
              <a:extLst>
                <a:ext uri="{FF2B5EF4-FFF2-40B4-BE49-F238E27FC236}">
                  <a16:creationId xmlns:a16="http://schemas.microsoft.com/office/drawing/2014/main" id="{B068D381-F8E7-C098-3E4A-89F6E11CD3E2}"/>
                </a:ext>
              </a:extLst>
            </p:cNvPr>
            <p:cNvSpPr/>
            <p:nvPr/>
          </p:nvSpPr>
          <p:spPr>
            <a:xfrm>
              <a:off x="6660549" y="219592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5" name="Freeform 1804">
              <a:extLst>
                <a:ext uri="{FF2B5EF4-FFF2-40B4-BE49-F238E27FC236}">
                  <a16:creationId xmlns:a16="http://schemas.microsoft.com/office/drawing/2014/main" id="{4F50C06C-A8A5-B0F7-1A17-48E9FFE6F709}"/>
                </a:ext>
              </a:extLst>
            </p:cNvPr>
            <p:cNvSpPr/>
            <p:nvPr/>
          </p:nvSpPr>
          <p:spPr>
            <a:xfrm>
              <a:off x="6660549" y="18829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6" name="Freeform 1805">
              <a:extLst>
                <a:ext uri="{FF2B5EF4-FFF2-40B4-BE49-F238E27FC236}">
                  <a16:creationId xmlns:a16="http://schemas.microsoft.com/office/drawing/2014/main" id="{58172DAC-A2CB-B6A0-A589-3B60ACA60CFE}"/>
                </a:ext>
              </a:extLst>
            </p:cNvPr>
            <p:cNvSpPr/>
            <p:nvPr/>
          </p:nvSpPr>
          <p:spPr>
            <a:xfrm>
              <a:off x="4418039" y="273552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7" name="Freeform 1806">
              <a:extLst>
                <a:ext uri="{FF2B5EF4-FFF2-40B4-BE49-F238E27FC236}">
                  <a16:creationId xmlns:a16="http://schemas.microsoft.com/office/drawing/2014/main" id="{DCE4BDB2-684C-6555-5AB7-17B6880F50EB}"/>
                </a:ext>
              </a:extLst>
            </p:cNvPr>
            <p:cNvSpPr/>
            <p:nvPr/>
          </p:nvSpPr>
          <p:spPr>
            <a:xfrm>
              <a:off x="4418039" y="271736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8" name="Freeform 1807">
              <a:extLst>
                <a:ext uri="{FF2B5EF4-FFF2-40B4-BE49-F238E27FC236}">
                  <a16:creationId xmlns:a16="http://schemas.microsoft.com/office/drawing/2014/main" id="{D3639F04-611F-5279-A918-38C8D2BA0CB0}"/>
                </a:ext>
              </a:extLst>
            </p:cNvPr>
            <p:cNvSpPr/>
            <p:nvPr/>
          </p:nvSpPr>
          <p:spPr>
            <a:xfrm>
              <a:off x="4839318" y="226347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9" name="Freeform 1808">
              <a:extLst>
                <a:ext uri="{FF2B5EF4-FFF2-40B4-BE49-F238E27FC236}">
                  <a16:creationId xmlns:a16="http://schemas.microsoft.com/office/drawing/2014/main" id="{C65F61CF-B766-7C89-5D37-65EE5EEF8CE7}"/>
                </a:ext>
              </a:extLst>
            </p:cNvPr>
            <p:cNvSpPr/>
            <p:nvPr/>
          </p:nvSpPr>
          <p:spPr>
            <a:xfrm>
              <a:off x="4839318" y="19958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0" name="Freeform 1809">
              <a:extLst>
                <a:ext uri="{FF2B5EF4-FFF2-40B4-BE49-F238E27FC236}">
                  <a16:creationId xmlns:a16="http://schemas.microsoft.com/office/drawing/2014/main" id="{F88809CD-3FA2-7A5E-A49F-E29DA1EE774B}"/>
                </a:ext>
              </a:extLst>
            </p:cNvPr>
            <p:cNvSpPr/>
            <p:nvPr/>
          </p:nvSpPr>
          <p:spPr>
            <a:xfrm>
              <a:off x="4654184" y="227884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1" name="Freeform 1810">
              <a:extLst>
                <a:ext uri="{FF2B5EF4-FFF2-40B4-BE49-F238E27FC236}">
                  <a16:creationId xmlns:a16="http://schemas.microsoft.com/office/drawing/2014/main" id="{AB07B919-E200-91C7-C30B-F877A0175B8F}"/>
                </a:ext>
              </a:extLst>
            </p:cNvPr>
            <p:cNvSpPr/>
            <p:nvPr/>
          </p:nvSpPr>
          <p:spPr>
            <a:xfrm>
              <a:off x="4654184" y="202402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2" name="Freeform 1811">
              <a:extLst>
                <a:ext uri="{FF2B5EF4-FFF2-40B4-BE49-F238E27FC236}">
                  <a16:creationId xmlns:a16="http://schemas.microsoft.com/office/drawing/2014/main" id="{B41315CC-7F49-2216-9726-CFFC0CEC292C}"/>
                </a:ext>
              </a:extLst>
            </p:cNvPr>
            <p:cNvSpPr/>
            <p:nvPr/>
          </p:nvSpPr>
          <p:spPr>
            <a:xfrm>
              <a:off x="4732308" y="226721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3" name="Freeform 1812">
              <a:extLst>
                <a:ext uri="{FF2B5EF4-FFF2-40B4-BE49-F238E27FC236}">
                  <a16:creationId xmlns:a16="http://schemas.microsoft.com/office/drawing/2014/main" id="{D1491ED8-8084-6563-3F5D-949AE3D0CB53}"/>
                </a:ext>
              </a:extLst>
            </p:cNvPr>
            <p:cNvSpPr/>
            <p:nvPr/>
          </p:nvSpPr>
          <p:spPr>
            <a:xfrm>
              <a:off x="4732308" y="199036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4" name="Freeform 1813">
              <a:extLst>
                <a:ext uri="{FF2B5EF4-FFF2-40B4-BE49-F238E27FC236}">
                  <a16:creationId xmlns:a16="http://schemas.microsoft.com/office/drawing/2014/main" id="{87AE2B82-6AE9-08E0-85BF-59AD181F5FEA}"/>
                </a:ext>
              </a:extLst>
            </p:cNvPr>
            <p:cNvSpPr/>
            <p:nvPr/>
          </p:nvSpPr>
          <p:spPr>
            <a:xfrm>
              <a:off x="5436150" y="206866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5" name="Freeform 1814">
              <a:extLst>
                <a:ext uri="{FF2B5EF4-FFF2-40B4-BE49-F238E27FC236}">
                  <a16:creationId xmlns:a16="http://schemas.microsoft.com/office/drawing/2014/main" id="{DE3E419B-B607-9AC5-545C-8955218135BE}"/>
                </a:ext>
              </a:extLst>
            </p:cNvPr>
            <p:cNvSpPr/>
            <p:nvPr/>
          </p:nvSpPr>
          <p:spPr>
            <a:xfrm>
              <a:off x="5436150" y="16856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6" name="Freeform 1815">
              <a:extLst>
                <a:ext uri="{FF2B5EF4-FFF2-40B4-BE49-F238E27FC236}">
                  <a16:creationId xmlns:a16="http://schemas.microsoft.com/office/drawing/2014/main" id="{9CB57D0A-9A90-C42D-D6ED-4E0887657EED}"/>
                </a:ext>
              </a:extLst>
            </p:cNvPr>
            <p:cNvSpPr/>
            <p:nvPr/>
          </p:nvSpPr>
          <p:spPr>
            <a:xfrm>
              <a:off x="4617368" y="246621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7" name="Freeform 1816">
              <a:extLst>
                <a:ext uri="{FF2B5EF4-FFF2-40B4-BE49-F238E27FC236}">
                  <a16:creationId xmlns:a16="http://schemas.microsoft.com/office/drawing/2014/main" id="{D45E2F60-8E2F-793A-6A0E-2ADBEB1B3F37}"/>
                </a:ext>
              </a:extLst>
            </p:cNvPr>
            <p:cNvSpPr/>
            <p:nvPr/>
          </p:nvSpPr>
          <p:spPr>
            <a:xfrm>
              <a:off x="4617368" y="231071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8" name="Freeform 1817">
              <a:extLst>
                <a:ext uri="{FF2B5EF4-FFF2-40B4-BE49-F238E27FC236}">
                  <a16:creationId xmlns:a16="http://schemas.microsoft.com/office/drawing/2014/main" id="{182C3ECB-00E2-32EC-A8A8-0622EABBDCE2}"/>
                </a:ext>
              </a:extLst>
            </p:cNvPr>
            <p:cNvSpPr/>
            <p:nvPr/>
          </p:nvSpPr>
          <p:spPr>
            <a:xfrm>
              <a:off x="4734758" y="23034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9" name="Freeform 1818">
              <a:extLst>
                <a:ext uri="{FF2B5EF4-FFF2-40B4-BE49-F238E27FC236}">
                  <a16:creationId xmlns:a16="http://schemas.microsoft.com/office/drawing/2014/main" id="{D3168C11-5830-CF86-FBAC-FC7C248FCEC5}"/>
                </a:ext>
              </a:extLst>
            </p:cNvPr>
            <p:cNvSpPr/>
            <p:nvPr/>
          </p:nvSpPr>
          <p:spPr>
            <a:xfrm>
              <a:off x="4734758" y="20481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0" name="Freeform 1819">
              <a:extLst>
                <a:ext uri="{FF2B5EF4-FFF2-40B4-BE49-F238E27FC236}">
                  <a16:creationId xmlns:a16="http://schemas.microsoft.com/office/drawing/2014/main" id="{44659D38-D6E9-996B-C031-3AAAAC5EB243}"/>
                </a:ext>
              </a:extLst>
            </p:cNvPr>
            <p:cNvSpPr/>
            <p:nvPr/>
          </p:nvSpPr>
          <p:spPr>
            <a:xfrm>
              <a:off x="4569628" y="24992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1" name="Freeform 1820">
              <a:extLst>
                <a:ext uri="{FF2B5EF4-FFF2-40B4-BE49-F238E27FC236}">
                  <a16:creationId xmlns:a16="http://schemas.microsoft.com/office/drawing/2014/main" id="{54B5261C-6C2E-F805-8556-F78A2D0D8E4A}"/>
                </a:ext>
              </a:extLst>
            </p:cNvPr>
            <p:cNvSpPr/>
            <p:nvPr/>
          </p:nvSpPr>
          <p:spPr>
            <a:xfrm>
              <a:off x="4569628" y="235189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2" name="Freeform 1821">
              <a:extLst>
                <a:ext uri="{FF2B5EF4-FFF2-40B4-BE49-F238E27FC236}">
                  <a16:creationId xmlns:a16="http://schemas.microsoft.com/office/drawing/2014/main" id="{CF2EB6E6-1359-D72B-1E17-5E292CBE8594}"/>
                </a:ext>
              </a:extLst>
            </p:cNvPr>
            <p:cNvSpPr/>
            <p:nvPr/>
          </p:nvSpPr>
          <p:spPr>
            <a:xfrm>
              <a:off x="4609249" y="255027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3" name="Freeform 1822">
              <a:extLst>
                <a:ext uri="{FF2B5EF4-FFF2-40B4-BE49-F238E27FC236}">
                  <a16:creationId xmlns:a16="http://schemas.microsoft.com/office/drawing/2014/main" id="{46313A75-E1F3-721C-A66A-0931B98383E9}"/>
                </a:ext>
              </a:extLst>
            </p:cNvPr>
            <p:cNvSpPr/>
            <p:nvPr/>
          </p:nvSpPr>
          <p:spPr>
            <a:xfrm>
              <a:off x="4609249" y="243129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4" name="Freeform 1823">
              <a:extLst>
                <a:ext uri="{FF2B5EF4-FFF2-40B4-BE49-F238E27FC236}">
                  <a16:creationId xmlns:a16="http://schemas.microsoft.com/office/drawing/2014/main" id="{5EF6D0B9-304E-6E57-BF2B-6C3A13DD3E12}"/>
                </a:ext>
              </a:extLst>
            </p:cNvPr>
            <p:cNvSpPr/>
            <p:nvPr/>
          </p:nvSpPr>
          <p:spPr>
            <a:xfrm>
              <a:off x="5165981" y="19555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5" name="Freeform 1824">
              <a:extLst>
                <a:ext uri="{FF2B5EF4-FFF2-40B4-BE49-F238E27FC236}">
                  <a16:creationId xmlns:a16="http://schemas.microsoft.com/office/drawing/2014/main" id="{56B127C2-4524-AD54-5836-4DD7346EF1C6}"/>
                </a:ext>
              </a:extLst>
            </p:cNvPr>
            <p:cNvSpPr/>
            <p:nvPr/>
          </p:nvSpPr>
          <p:spPr>
            <a:xfrm>
              <a:off x="5165981" y="149861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6" name="Freeform 1825">
              <a:extLst>
                <a:ext uri="{FF2B5EF4-FFF2-40B4-BE49-F238E27FC236}">
                  <a16:creationId xmlns:a16="http://schemas.microsoft.com/office/drawing/2014/main" id="{CB814D94-FF72-F7D9-AD2B-9F2DDF6EF82F}"/>
                </a:ext>
              </a:extLst>
            </p:cNvPr>
            <p:cNvSpPr/>
            <p:nvPr/>
          </p:nvSpPr>
          <p:spPr>
            <a:xfrm>
              <a:off x="4553265" y="262579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7" name="Freeform 1826">
              <a:extLst>
                <a:ext uri="{FF2B5EF4-FFF2-40B4-BE49-F238E27FC236}">
                  <a16:creationId xmlns:a16="http://schemas.microsoft.com/office/drawing/2014/main" id="{9E08B0F2-E3EE-6984-4BEA-4AD7074024C4}"/>
                </a:ext>
              </a:extLst>
            </p:cNvPr>
            <p:cNvSpPr/>
            <p:nvPr/>
          </p:nvSpPr>
          <p:spPr>
            <a:xfrm>
              <a:off x="4553265" y="25406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8" name="Freeform 1827">
              <a:extLst>
                <a:ext uri="{FF2B5EF4-FFF2-40B4-BE49-F238E27FC236}">
                  <a16:creationId xmlns:a16="http://schemas.microsoft.com/office/drawing/2014/main" id="{A2D70D4C-D3C5-EA69-B610-E8B975CF642C}"/>
                </a:ext>
              </a:extLst>
            </p:cNvPr>
            <p:cNvSpPr/>
            <p:nvPr/>
          </p:nvSpPr>
          <p:spPr>
            <a:xfrm>
              <a:off x="4439049" y="271864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9" name="Freeform 1828">
              <a:extLst>
                <a:ext uri="{FF2B5EF4-FFF2-40B4-BE49-F238E27FC236}">
                  <a16:creationId xmlns:a16="http://schemas.microsoft.com/office/drawing/2014/main" id="{E27130DA-EC60-0006-2979-DF370E707E6B}"/>
                </a:ext>
              </a:extLst>
            </p:cNvPr>
            <p:cNvSpPr/>
            <p:nvPr/>
          </p:nvSpPr>
          <p:spPr>
            <a:xfrm>
              <a:off x="4439049" y="269136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0" name="Freeform 1829">
              <a:extLst>
                <a:ext uri="{FF2B5EF4-FFF2-40B4-BE49-F238E27FC236}">
                  <a16:creationId xmlns:a16="http://schemas.microsoft.com/office/drawing/2014/main" id="{CF651F75-3671-8DC8-69BF-FA1DA4F3218C}"/>
                </a:ext>
              </a:extLst>
            </p:cNvPr>
            <p:cNvSpPr/>
            <p:nvPr/>
          </p:nvSpPr>
          <p:spPr>
            <a:xfrm>
              <a:off x="5032649" y="185993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1" name="Freeform 1830">
              <a:extLst>
                <a:ext uri="{FF2B5EF4-FFF2-40B4-BE49-F238E27FC236}">
                  <a16:creationId xmlns:a16="http://schemas.microsoft.com/office/drawing/2014/main" id="{4FE5A2EB-86C9-25FE-9DA4-AAAD3732540B}"/>
                </a:ext>
              </a:extLst>
            </p:cNvPr>
            <p:cNvSpPr/>
            <p:nvPr/>
          </p:nvSpPr>
          <p:spPr>
            <a:xfrm>
              <a:off x="5032649" y="137305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2" name="Freeform 1831">
              <a:extLst>
                <a:ext uri="{FF2B5EF4-FFF2-40B4-BE49-F238E27FC236}">
                  <a16:creationId xmlns:a16="http://schemas.microsoft.com/office/drawing/2014/main" id="{D1BBAFB5-5E6A-7D7D-6763-58F46C069A15}"/>
                </a:ext>
              </a:extLst>
            </p:cNvPr>
            <p:cNvSpPr/>
            <p:nvPr/>
          </p:nvSpPr>
          <p:spPr>
            <a:xfrm>
              <a:off x="4999588" y="216907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3" name="Freeform 1832">
              <a:extLst>
                <a:ext uri="{FF2B5EF4-FFF2-40B4-BE49-F238E27FC236}">
                  <a16:creationId xmlns:a16="http://schemas.microsoft.com/office/drawing/2014/main" id="{CBA110A3-0A51-7C49-5152-F839759A5179}"/>
                </a:ext>
              </a:extLst>
            </p:cNvPr>
            <p:cNvSpPr/>
            <p:nvPr/>
          </p:nvSpPr>
          <p:spPr>
            <a:xfrm>
              <a:off x="4999588" y="183257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4" name="Freeform 1833">
              <a:extLst>
                <a:ext uri="{FF2B5EF4-FFF2-40B4-BE49-F238E27FC236}">
                  <a16:creationId xmlns:a16="http://schemas.microsoft.com/office/drawing/2014/main" id="{9E071E6F-F8A2-F506-E6C0-556E847FD507}"/>
                </a:ext>
              </a:extLst>
            </p:cNvPr>
            <p:cNvSpPr/>
            <p:nvPr/>
          </p:nvSpPr>
          <p:spPr>
            <a:xfrm>
              <a:off x="5175579" y="215375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5" name="Freeform 1834">
              <a:extLst>
                <a:ext uri="{FF2B5EF4-FFF2-40B4-BE49-F238E27FC236}">
                  <a16:creationId xmlns:a16="http://schemas.microsoft.com/office/drawing/2014/main" id="{39DEEB6A-D8D7-5A80-F435-9EFED3C37203}"/>
                </a:ext>
              </a:extLst>
            </p:cNvPr>
            <p:cNvSpPr/>
            <p:nvPr/>
          </p:nvSpPr>
          <p:spPr>
            <a:xfrm>
              <a:off x="5175579" y="184699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6" name="Freeform 1835">
              <a:extLst>
                <a:ext uri="{FF2B5EF4-FFF2-40B4-BE49-F238E27FC236}">
                  <a16:creationId xmlns:a16="http://schemas.microsoft.com/office/drawing/2014/main" id="{A6C11B3B-ECE7-AAA9-3A0D-06A4CDFE0CBB}"/>
                </a:ext>
              </a:extLst>
            </p:cNvPr>
            <p:cNvSpPr/>
            <p:nvPr/>
          </p:nvSpPr>
          <p:spPr>
            <a:xfrm>
              <a:off x="4607666" y="22875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7" name="Freeform 1836">
              <a:extLst>
                <a:ext uri="{FF2B5EF4-FFF2-40B4-BE49-F238E27FC236}">
                  <a16:creationId xmlns:a16="http://schemas.microsoft.com/office/drawing/2014/main" id="{BF33BAF3-3467-D0D5-29DB-E9E0D13E06FB}"/>
                </a:ext>
              </a:extLst>
            </p:cNvPr>
            <p:cNvSpPr/>
            <p:nvPr/>
          </p:nvSpPr>
          <p:spPr>
            <a:xfrm>
              <a:off x="4607666" y="203265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8" name="Freeform 1837">
              <a:extLst>
                <a:ext uri="{FF2B5EF4-FFF2-40B4-BE49-F238E27FC236}">
                  <a16:creationId xmlns:a16="http://schemas.microsoft.com/office/drawing/2014/main" id="{BDD56BC0-F25A-0257-95E0-E988C4D575DD}"/>
                </a:ext>
              </a:extLst>
            </p:cNvPr>
            <p:cNvSpPr/>
            <p:nvPr/>
          </p:nvSpPr>
          <p:spPr>
            <a:xfrm>
              <a:off x="4468307" y="266045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9" name="Freeform 1838">
              <a:extLst>
                <a:ext uri="{FF2B5EF4-FFF2-40B4-BE49-F238E27FC236}">
                  <a16:creationId xmlns:a16="http://schemas.microsoft.com/office/drawing/2014/main" id="{4C9B84BD-2224-F421-F4E0-05B80B9ECD34}"/>
                </a:ext>
              </a:extLst>
            </p:cNvPr>
            <p:cNvSpPr/>
            <p:nvPr/>
          </p:nvSpPr>
          <p:spPr>
            <a:xfrm>
              <a:off x="4468307" y="26060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0" name="Freeform 1839">
              <a:extLst>
                <a:ext uri="{FF2B5EF4-FFF2-40B4-BE49-F238E27FC236}">
                  <a16:creationId xmlns:a16="http://schemas.microsoft.com/office/drawing/2014/main" id="{A8B12F6D-B5F0-6675-4FB7-CA47F361947C}"/>
                </a:ext>
              </a:extLst>
            </p:cNvPr>
            <p:cNvSpPr/>
            <p:nvPr/>
          </p:nvSpPr>
          <p:spPr>
            <a:xfrm>
              <a:off x="4782912" y="208297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1" name="Freeform 1840">
              <a:extLst>
                <a:ext uri="{FF2B5EF4-FFF2-40B4-BE49-F238E27FC236}">
                  <a16:creationId xmlns:a16="http://schemas.microsoft.com/office/drawing/2014/main" id="{9116BABE-0FE8-8D14-8672-EDD5A0C6F6AE}"/>
                </a:ext>
              </a:extLst>
            </p:cNvPr>
            <p:cNvSpPr/>
            <p:nvPr/>
          </p:nvSpPr>
          <p:spPr>
            <a:xfrm>
              <a:off x="4782912" y="17148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2" name="Freeform 1841">
              <a:extLst>
                <a:ext uri="{FF2B5EF4-FFF2-40B4-BE49-F238E27FC236}">
                  <a16:creationId xmlns:a16="http://schemas.microsoft.com/office/drawing/2014/main" id="{19E0A509-8D61-8072-D888-22584568FFFF}"/>
                </a:ext>
              </a:extLst>
            </p:cNvPr>
            <p:cNvSpPr/>
            <p:nvPr/>
          </p:nvSpPr>
          <p:spPr>
            <a:xfrm>
              <a:off x="4409494" y="275539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3" name="Freeform 1842">
              <a:extLst>
                <a:ext uri="{FF2B5EF4-FFF2-40B4-BE49-F238E27FC236}">
                  <a16:creationId xmlns:a16="http://schemas.microsoft.com/office/drawing/2014/main" id="{D66BB972-77CF-D50D-3357-8B79AC7B7280}"/>
                </a:ext>
              </a:extLst>
            </p:cNvPr>
            <p:cNvSpPr/>
            <p:nvPr/>
          </p:nvSpPr>
          <p:spPr>
            <a:xfrm>
              <a:off x="4409494" y="274784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4" name="Freeform 1843">
              <a:extLst>
                <a:ext uri="{FF2B5EF4-FFF2-40B4-BE49-F238E27FC236}">
                  <a16:creationId xmlns:a16="http://schemas.microsoft.com/office/drawing/2014/main" id="{D699F13D-CEA3-8D7D-7E71-C3B4159EF994}"/>
                </a:ext>
              </a:extLst>
            </p:cNvPr>
            <p:cNvSpPr/>
            <p:nvPr/>
          </p:nvSpPr>
          <p:spPr>
            <a:xfrm>
              <a:off x="4592223" y="240291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5" name="Freeform 1844">
              <a:extLst>
                <a:ext uri="{FF2B5EF4-FFF2-40B4-BE49-F238E27FC236}">
                  <a16:creationId xmlns:a16="http://schemas.microsoft.com/office/drawing/2014/main" id="{D9EBCC3A-0B2B-7231-5B05-85F12D8E985B}"/>
                </a:ext>
              </a:extLst>
            </p:cNvPr>
            <p:cNvSpPr/>
            <p:nvPr/>
          </p:nvSpPr>
          <p:spPr>
            <a:xfrm>
              <a:off x="4592223" y="221220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6" name="Freeform 1845">
              <a:extLst>
                <a:ext uri="{FF2B5EF4-FFF2-40B4-BE49-F238E27FC236}">
                  <a16:creationId xmlns:a16="http://schemas.microsoft.com/office/drawing/2014/main" id="{9E609915-00BC-FAA4-F372-F33F921332E5}"/>
                </a:ext>
              </a:extLst>
            </p:cNvPr>
            <p:cNvSpPr/>
            <p:nvPr/>
          </p:nvSpPr>
          <p:spPr>
            <a:xfrm>
              <a:off x="5001371" y="22440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" name="Freeform 1846">
              <a:extLst>
                <a:ext uri="{FF2B5EF4-FFF2-40B4-BE49-F238E27FC236}">
                  <a16:creationId xmlns:a16="http://schemas.microsoft.com/office/drawing/2014/main" id="{FF7AF906-D43A-7695-901D-781A993EF3FF}"/>
                </a:ext>
              </a:extLst>
            </p:cNvPr>
            <p:cNvSpPr/>
            <p:nvPr/>
          </p:nvSpPr>
          <p:spPr>
            <a:xfrm>
              <a:off x="5001371" y="196874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8" name="Freeform 1847">
              <a:extLst>
                <a:ext uri="{FF2B5EF4-FFF2-40B4-BE49-F238E27FC236}">
                  <a16:creationId xmlns:a16="http://schemas.microsoft.com/office/drawing/2014/main" id="{603C3E92-509F-FB6D-EED5-0D32E245C762}"/>
                </a:ext>
              </a:extLst>
            </p:cNvPr>
            <p:cNvSpPr/>
            <p:nvPr/>
          </p:nvSpPr>
          <p:spPr>
            <a:xfrm>
              <a:off x="4447671" y="269184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" name="Freeform 1848">
              <a:extLst>
                <a:ext uri="{FF2B5EF4-FFF2-40B4-BE49-F238E27FC236}">
                  <a16:creationId xmlns:a16="http://schemas.microsoft.com/office/drawing/2014/main" id="{129DC2D8-D62D-D08B-09FA-DF3ACA8A82F0}"/>
                </a:ext>
              </a:extLst>
            </p:cNvPr>
            <p:cNvSpPr/>
            <p:nvPr/>
          </p:nvSpPr>
          <p:spPr>
            <a:xfrm>
              <a:off x="4447671" y="26511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0" name="Freeform 1849">
              <a:extLst>
                <a:ext uri="{FF2B5EF4-FFF2-40B4-BE49-F238E27FC236}">
                  <a16:creationId xmlns:a16="http://schemas.microsoft.com/office/drawing/2014/main" id="{0221C25C-1668-B3EE-35C0-FE463962AC07}"/>
                </a:ext>
              </a:extLst>
            </p:cNvPr>
            <p:cNvSpPr/>
            <p:nvPr/>
          </p:nvSpPr>
          <p:spPr>
            <a:xfrm>
              <a:off x="4483353" y="26358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" name="Freeform 1850">
              <a:extLst>
                <a:ext uri="{FF2B5EF4-FFF2-40B4-BE49-F238E27FC236}">
                  <a16:creationId xmlns:a16="http://schemas.microsoft.com/office/drawing/2014/main" id="{339DAA73-AA78-A61B-F45D-FCB8CFDEEB26}"/>
                </a:ext>
              </a:extLst>
            </p:cNvPr>
            <p:cNvSpPr/>
            <p:nvPr/>
          </p:nvSpPr>
          <p:spPr>
            <a:xfrm>
              <a:off x="4483353" y="256254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2" name="Freeform 1851">
              <a:extLst>
                <a:ext uri="{FF2B5EF4-FFF2-40B4-BE49-F238E27FC236}">
                  <a16:creationId xmlns:a16="http://schemas.microsoft.com/office/drawing/2014/main" id="{3AEDDB63-53DF-DF3C-6242-3936DCC4EC5A}"/>
                </a:ext>
              </a:extLst>
            </p:cNvPr>
            <p:cNvSpPr/>
            <p:nvPr/>
          </p:nvSpPr>
          <p:spPr>
            <a:xfrm>
              <a:off x="4644285" y="233369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" name="Freeform 1852">
              <a:extLst>
                <a:ext uri="{FF2B5EF4-FFF2-40B4-BE49-F238E27FC236}">
                  <a16:creationId xmlns:a16="http://schemas.microsoft.com/office/drawing/2014/main" id="{46B9C578-B599-96A9-93DE-CE9E60F2D8BB}"/>
                </a:ext>
              </a:extLst>
            </p:cNvPr>
            <p:cNvSpPr/>
            <p:nvPr/>
          </p:nvSpPr>
          <p:spPr>
            <a:xfrm>
              <a:off x="4644285" y="209345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4" name="Freeform 1853">
              <a:extLst>
                <a:ext uri="{FF2B5EF4-FFF2-40B4-BE49-F238E27FC236}">
                  <a16:creationId xmlns:a16="http://schemas.microsoft.com/office/drawing/2014/main" id="{22C3A711-9DAE-EFF0-EE94-E6259840657D}"/>
                </a:ext>
              </a:extLst>
            </p:cNvPr>
            <p:cNvSpPr/>
            <p:nvPr/>
          </p:nvSpPr>
          <p:spPr>
            <a:xfrm>
              <a:off x="4462761" y="265810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" name="Freeform 1854">
              <a:extLst>
                <a:ext uri="{FF2B5EF4-FFF2-40B4-BE49-F238E27FC236}">
                  <a16:creationId xmlns:a16="http://schemas.microsoft.com/office/drawing/2014/main" id="{11FA0A7C-5272-60BB-7CC1-27E034B65776}"/>
                </a:ext>
              </a:extLst>
            </p:cNvPr>
            <p:cNvSpPr/>
            <p:nvPr/>
          </p:nvSpPr>
          <p:spPr>
            <a:xfrm>
              <a:off x="4462761" y="259915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6" name="Freeform 1855">
              <a:extLst>
                <a:ext uri="{FF2B5EF4-FFF2-40B4-BE49-F238E27FC236}">
                  <a16:creationId xmlns:a16="http://schemas.microsoft.com/office/drawing/2014/main" id="{C7C27A62-7A7E-8622-5E56-342AE1537FF8}"/>
                </a:ext>
              </a:extLst>
            </p:cNvPr>
            <p:cNvSpPr/>
            <p:nvPr/>
          </p:nvSpPr>
          <p:spPr>
            <a:xfrm>
              <a:off x="4434710" y="270403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" name="Freeform 1856">
              <a:extLst>
                <a:ext uri="{FF2B5EF4-FFF2-40B4-BE49-F238E27FC236}">
                  <a16:creationId xmlns:a16="http://schemas.microsoft.com/office/drawing/2014/main" id="{DC7EF21D-13C3-78E6-E44A-C1F8B283772B}"/>
                </a:ext>
              </a:extLst>
            </p:cNvPr>
            <p:cNvSpPr/>
            <p:nvPr/>
          </p:nvSpPr>
          <p:spPr>
            <a:xfrm>
              <a:off x="4434710" y="26690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8" name="Freeform 1857">
              <a:extLst>
                <a:ext uri="{FF2B5EF4-FFF2-40B4-BE49-F238E27FC236}">
                  <a16:creationId xmlns:a16="http://schemas.microsoft.com/office/drawing/2014/main" id="{B3F52819-CF6D-70B7-635B-A5949AF1ACB6}"/>
                </a:ext>
              </a:extLst>
            </p:cNvPr>
            <p:cNvSpPr/>
            <p:nvPr/>
          </p:nvSpPr>
          <p:spPr>
            <a:xfrm>
              <a:off x="4713779" y="240754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" name="Freeform 1858">
              <a:extLst>
                <a:ext uri="{FF2B5EF4-FFF2-40B4-BE49-F238E27FC236}">
                  <a16:creationId xmlns:a16="http://schemas.microsoft.com/office/drawing/2014/main" id="{C7B5B930-7C0A-C261-6A3F-0A8CC01328CA}"/>
                </a:ext>
              </a:extLst>
            </p:cNvPr>
            <p:cNvSpPr/>
            <p:nvPr/>
          </p:nvSpPr>
          <p:spPr>
            <a:xfrm>
              <a:off x="4713779" y="222062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0" name="Freeform 1859">
              <a:extLst>
                <a:ext uri="{FF2B5EF4-FFF2-40B4-BE49-F238E27FC236}">
                  <a16:creationId xmlns:a16="http://schemas.microsoft.com/office/drawing/2014/main" id="{8FD145A1-D340-7A75-BDD7-A370E34034FE}"/>
                </a:ext>
              </a:extLst>
            </p:cNvPr>
            <p:cNvSpPr/>
            <p:nvPr/>
          </p:nvSpPr>
          <p:spPr>
            <a:xfrm>
              <a:off x="4562919" y="221193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" name="Freeform 1860">
              <a:extLst>
                <a:ext uri="{FF2B5EF4-FFF2-40B4-BE49-F238E27FC236}">
                  <a16:creationId xmlns:a16="http://schemas.microsoft.com/office/drawing/2014/main" id="{01D06316-6BA8-7F94-C72D-F961A925DB0D}"/>
                </a:ext>
              </a:extLst>
            </p:cNvPr>
            <p:cNvSpPr/>
            <p:nvPr/>
          </p:nvSpPr>
          <p:spPr>
            <a:xfrm>
              <a:off x="4562919" y="191663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2" name="Freeform 1861">
              <a:extLst>
                <a:ext uri="{FF2B5EF4-FFF2-40B4-BE49-F238E27FC236}">
                  <a16:creationId xmlns:a16="http://schemas.microsoft.com/office/drawing/2014/main" id="{12A2E8D0-9104-64E7-1F33-2A7FB888CF79}"/>
                </a:ext>
              </a:extLst>
            </p:cNvPr>
            <p:cNvSpPr/>
            <p:nvPr/>
          </p:nvSpPr>
          <p:spPr>
            <a:xfrm>
              <a:off x="4457238" y="260384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3" name="Freeform 1862">
              <a:extLst>
                <a:ext uri="{FF2B5EF4-FFF2-40B4-BE49-F238E27FC236}">
                  <a16:creationId xmlns:a16="http://schemas.microsoft.com/office/drawing/2014/main" id="{4E60EB4E-986E-96C2-EEA1-6F9E22BB3BD9}"/>
                </a:ext>
              </a:extLst>
            </p:cNvPr>
            <p:cNvSpPr/>
            <p:nvPr/>
          </p:nvSpPr>
          <p:spPr>
            <a:xfrm>
              <a:off x="4457238" y="250859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4" name="Freeform 1863">
              <a:extLst>
                <a:ext uri="{FF2B5EF4-FFF2-40B4-BE49-F238E27FC236}">
                  <a16:creationId xmlns:a16="http://schemas.microsoft.com/office/drawing/2014/main" id="{30870F40-12FA-E433-3593-EB0AF1C2D674}"/>
                </a:ext>
              </a:extLst>
            </p:cNvPr>
            <p:cNvSpPr/>
            <p:nvPr/>
          </p:nvSpPr>
          <p:spPr>
            <a:xfrm>
              <a:off x="4446463" y="266240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5" name="Freeform 1864">
              <a:extLst>
                <a:ext uri="{FF2B5EF4-FFF2-40B4-BE49-F238E27FC236}">
                  <a16:creationId xmlns:a16="http://schemas.microsoft.com/office/drawing/2014/main" id="{50E44A56-A6E6-5DA5-4692-790360F6E3CF}"/>
                </a:ext>
              </a:extLst>
            </p:cNvPr>
            <p:cNvSpPr/>
            <p:nvPr/>
          </p:nvSpPr>
          <p:spPr>
            <a:xfrm>
              <a:off x="4446463" y="260572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6" name="Freeform 1865">
              <a:extLst>
                <a:ext uri="{FF2B5EF4-FFF2-40B4-BE49-F238E27FC236}">
                  <a16:creationId xmlns:a16="http://schemas.microsoft.com/office/drawing/2014/main" id="{D0DC9A67-E8DF-68F3-8226-158FE766C1A3}"/>
                </a:ext>
              </a:extLst>
            </p:cNvPr>
            <p:cNvSpPr/>
            <p:nvPr/>
          </p:nvSpPr>
          <p:spPr>
            <a:xfrm>
              <a:off x="4521635" y="240562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7" name="Freeform 1866">
              <a:extLst>
                <a:ext uri="{FF2B5EF4-FFF2-40B4-BE49-F238E27FC236}">
                  <a16:creationId xmlns:a16="http://schemas.microsoft.com/office/drawing/2014/main" id="{67BCEC78-7B49-BDE7-6639-0868FFB130A8}"/>
                </a:ext>
              </a:extLst>
            </p:cNvPr>
            <p:cNvSpPr/>
            <p:nvPr/>
          </p:nvSpPr>
          <p:spPr>
            <a:xfrm>
              <a:off x="4521635" y="21984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18" name="Group 1917">
            <a:extLst>
              <a:ext uri="{FF2B5EF4-FFF2-40B4-BE49-F238E27FC236}">
                <a16:creationId xmlns:a16="http://schemas.microsoft.com/office/drawing/2014/main" id="{A4F59395-206E-FFDD-AD28-549E95C12A86}"/>
              </a:ext>
            </a:extLst>
          </p:cNvPr>
          <p:cNvGrpSpPr/>
          <p:nvPr/>
        </p:nvGrpSpPr>
        <p:grpSpPr>
          <a:xfrm>
            <a:off x="4411306" y="1600184"/>
            <a:ext cx="2283670" cy="1167737"/>
            <a:chOff x="4411306" y="1600184"/>
            <a:chExt cx="2283670" cy="1167737"/>
          </a:xfrm>
        </p:grpSpPr>
        <p:sp>
          <p:nvSpPr>
            <p:cNvPr id="1868" name="Oval 1867">
              <a:extLst>
                <a:ext uri="{FF2B5EF4-FFF2-40B4-BE49-F238E27FC236}">
                  <a16:creationId xmlns:a16="http://schemas.microsoft.com/office/drawing/2014/main" id="{36ADFCCF-6924-D3E1-5F09-D6F6CAE3EFD9}"/>
                </a:ext>
              </a:extLst>
            </p:cNvPr>
            <p:cNvSpPr/>
            <p:nvPr/>
          </p:nvSpPr>
          <p:spPr>
            <a:xfrm>
              <a:off x="4509714" y="23992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9" name="Oval 1868">
              <a:extLst>
                <a:ext uri="{FF2B5EF4-FFF2-40B4-BE49-F238E27FC236}">
                  <a16:creationId xmlns:a16="http://schemas.microsoft.com/office/drawing/2014/main" id="{A5B0063F-D7C9-4B3A-8DA8-5FCC825A8E47}"/>
                </a:ext>
              </a:extLst>
            </p:cNvPr>
            <p:cNvSpPr/>
            <p:nvPr/>
          </p:nvSpPr>
          <p:spPr>
            <a:xfrm>
              <a:off x="4494599" y="237000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0" name="Oval 1869">
              <a:extLst>
                <a:ext uri="{FF2B5EF4-FFF2-40B4-BE49-F238E27FC236}">
                  <a16:creationId xmlns:a16="http://schemas.microsoft.com/office/drawing/2014/main" id="{CCC062DA-B66B-B843-5BED-B6A483B27673}"/>
                </a:ext>
              </a:extLst>
            </p:cNvPr>
            <p:cNvSpPr/>
            <p:nvPr/>
          </p:nvSpPr>
          <p:spPr>
            <a:xfrm>
              <a:off x="4586795" y="214065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1" name="Oval 1870">
              <a:extLst>
                <a:ext uri="{FF2B5EF4-FFF2-40B4-BE49-F238E27FC236}">
                  <a16:creationId xmlns:a16="http://schemas.microsoft.com/office/drawing/2014/main" id="{EF1E2519-9D09-700B-3040-FF8587BAF23C}"/>
                </a:ext>
              </a:extLst>
            </p:cNvPr>
            <p:cNvSpPr/>
            <p:nvPr/>
          </p:nvSpPr>
          <p:spPr>
            <a:xfrm>
              <a:off x="4472281" y="266361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2" name="Oval 1871">
              <a:extLst>
                <a:ext uri="{FF2B5EF4-FFF2-40B4-BE49-F238E27FC236}">
                  <a16:creationId xmlns:a16="http://schemas.microsoft.com/office/drawing/2014/main" id="{4066EC4A-5C66-04B0-4CCD-C0E579E9A278}"/>
                </a:ext>
              </a:extLst>
            </p:cNvPr>
            <p:cNvSpPr/>
            <p:nvPr/>
          </p:nvSpPr>
          <p:spPr>
            <a:xfrm>
              <a:off x="4431785" y="268945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3" name="Oval 1872">
              <a:extLst>
                <a:ext uri="{FF2B5EF4-FFF2-40B4-BE49-F238E27FC236}">
                  <a16:creationId xmlns:a16="http://schemas.microsoft.com/office/drawing/2014/main" id="{AA2B4FF0-9C35-770B-92B1-3CA1C900524E}"/>
                </a:ext>
              </a:extLst>
            </p:cNvPr>
            <p:cNvSpPr/>
            <p:nvPr/>
          </p:nvSpPr>
          <p:spPr>
            <a:xfrm>
              <a:off x="4616123" y="239401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4" name="Oval 1873">
              <a:extLst>
                <a:ext uri="{FF2B5EF4-FFF2-40B4-BE49-F238E27FC236}">
                  <a16:creationId xmlns:a16="http://schemas.microsoft.com/office/drawing/2014/main" id="{EA381CFD-6D57-5E3A-9027-44E5E85DBAD8}"/>
                </a:ext>
              </a:extLst>
            </p:cNvPr>
            <p:cNvSpPr/>
            <p:nvPr/>
          </p:nvSpPr>
          <p:spPr>
            <a:xfrm>
              <a:off x="4680595" y="205068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5" name="Oval 1874">
              <a:extLst>
                <a:ext uri="{FF2B5EF4-FFF2-40B4-BE49-F238E27FC236}">
                  <a16:creationId xmlns:a16="http://schemas.microsoft.com/office/drawing/2014/main" id="{A34B5B53-20F5-E204-85FA-39718E92B0DF}"/>
                </a:ext>
              </a:extLst>
            </p:cNvPr>
            <p:cNvSpPr/>
            <p:nvPr/>
          </p:nvSpPr>
          <p:spPr>
            <a:xfrm>
              <a:off x="4707790" y="237357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6" name="Oval 1875">
              <a:extLst>
                <a:ext uri="{FF2B5EF4-FFF2-40B4-BE49-F238E27FC236}">
                  <a16:creationId xmlns:a16="http://schemas.microsoft.com/office/drawing/2014/main" id="{F99932A8-4764-AD84-67FA-D9602BC41734}"/>
                </a:ext>
              </a:extLst>
            </p:cNvPr>
            <p:cNvSpPr/>
            <p:nvPr/>
          </p:nvSpPr>
          <p:spPr>
            <a:xfrm>
              <a:off x="5060219" y="200955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7" name="Oval 1876">
              <a:extLst>
                <a:ext uri="{FF2B5EF4-FFF2-40B4-BE49-F238E27FC236}">
                  <a16:creationId xmlns:a16="http://schemas.microsoft.com/office/drawing/2014/main" id="{4FB83560-3AC6-63C8-495E-8E933F7AD182}"/>
                </a:ext>
              </a:extLst>
            </p:cNvPr>
            <p:cNvSpPr/>
            <p:nvPr/>
          </p:nvSpPr>
          <p:spPr>
            <a:xfrm>
              <a:off x="4414225" y="272274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8" name="Oval 1877">
              <a:extLst>
                <a:ext uri="{FF2B5EF4-FFF2-40B4-BE49-F238E27FC236}">
                  <a16:creationId xmlns:a16="http://schemas.microsoft.com/office/drawing/2014/main" id="{D82FBA45-2634-4576-1469-0AEC8FA0AAAB}"/>
                </a:ext>
              </a:extLst>
            </p:cNvPr>
            <p:cNvSpPr/>
            <p:nvPr/>
          </p:nvSpPr>
          <p:spPr>
            <a:xfrm>
              <a:off x="5457385" y="196114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9" name="Oval 1878">
              <a:extLst>
                <a:ext uri="{FF2B5EF4-FFF2-40B4-BE49-F238E27FC236}">
                  <a16:creationId xmlns:a16="http://schemas.microsoft.com/office/drawing/2014/main" id="{B0E18746-1B73-B9A1-4B37-DF9AA6C2DFAE}"/>
                </a:ext>
              </a:extLst>
            </p:cNvPr>
            <p:cNvSpPr/>
            <p:nvPr/>
          </p:nvSpPr>
          <p:spPr>
            <a:xfrm>
              <a:off x="4607433" y="243827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0" name="Oval 1879">
              <a:extLst>
                <a:ext uri="{FF2B5EF4-FFF2-40B4-BE49-F238E27FC236}">
                  <a16:creationId xmlns:a16="http://schemas.microsoft.com/office/drawing/2014/main" id="{8E201845-D236-3066-A7F0-5FBE1FCE65E1}"/>
                </a:ext>
              </a:extLst>
            </p:cNvPr>
            <p:cNvSpPr/>
            <p:nvPr/>
          </p:nvSpPr>
          <p:spPr>
            <a:xfrm>
              <a:off x="4524535" y="248890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1" name="Oval 1880">
              <a:extLst>
                <a:ext uri="{FF2B5EF4-FFF2-40B4-BE49-F238E27FC236}">
                  <a16:creationId xmlns:a16="http://schemas.microsoft.com/office/drawing/2014/main" id="{30A6C49F-86EF-3D9F-4356-7906697CFB3F}"/>
                </a:ext>
              </a:extLst>
            </p:cNvPr>
            <p:cNvSpPr/>
            <p:nvPr/>
          </p:nvSpPr>
          <p:spPr>
            <a:xfrm>
              <a:off x="4526042" y="237534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2" name="Oval 1881">
              <a:extLst>
                <a:ext uri="{FF2B5EF4-FFF2-40B4-BE49-F238E27FC236}">
                  <a16:creationId xmlns:a16="http://schemas.microsoft.com/office/drawing/2014/main" id="{53B80FF1-351D-5D98-E4C3-F081DBEEC5B2}"/>
                </a:ext>
              </a:extLst>
            </p:cNvPr>
            <p:cNvSpPr/>
            <p:nvPr/>
          </p:nvSpPr>
          <p:spPr>
            <a:xfrm>
              <a:off x="4934161" y="221859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3" name="Oval 1882">
              <a:extLst>
                <a:ext uri="{FF2B5EF4-FFF2-40B4-BE49-F238E27FC236}">
                  <a16:creationId xmlns:a16="http://schemas.microsoft.com/office/drawing/2014/main" id="{0D1F408B-1067-1B51-6341-668612830610}"/>
                </a:ext>
              </a:extLst>
            </p:cNvPr>
            <p:cNvSpPr/>
            <p:nvPr/>
          </p:nvSpPr>
          <p:spPr>
            <a:xfrm>
              <a:off x="4912583" y="210060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4" name="Oval 1883">
              <a:extLst>
                <a:ext uri="{FF2B5EF4-FFF2-40B4-BE49-F238E27FC236}">
                  <a16:creationId xmlns:a16="http://schemas.microsoft.com/office/drawing/2014/main" id="{D6208295-192D-971A-E67F-3056B4CA7BA8}"/>
                </a:ext>
              </a:extLst>
            </p:cNvPr>
            <p:cNvSpPr/>
            <p:nvPr/>
          </p:nvSpPr>
          <p:spPr>
            <a:xfrm>
              <a:off x="4460668" y="262657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5" name="Oval 1884">
              <a:extLst>
                <a:ext uri="{FF2B5EF4-FFF2-40B4-BE49-F238E27FC236}">
                  <a16:creationId xmlns:a16="http://schemas.microsoft.com/office/drawing/2014/main" id="{0BA065A3-E577-C6A1-CE35-BF1918E10530}"/>
                </a:ext>
              </a:extLst>
            </p:cNvPr>
            <p:cNvSpPr/>
            <p:nvPr/>
          </p:nvSpPr>
          <p:spPr>
            <a:xfrm>
              <a:off x="5235381" y="192603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6" name="Oval 1885">
              <a:extLst>
                <a:ext uri="{FF2B5EF4-FFF2-40B4-BE49-F238E27FC236}">
                  <a16:creationId xmlns:a16="http://schemas.microsoft.com/office/drawing/2014/main" id="{7F56ED6B-D7BD-8DB5-72FB-8D3C6734ECE1}"/>
                </a:ext>
              </a:extLst>
            </p:cNvPr>
            <p:cNvSpPr/>
            <p:nvPr/>
          </p:nvSpPr>
          <p:spPr>
            <a:xfrm>
              <a:off x="6662361" y="202310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7" name="Oval 1886">
              <a:extLst>
                <a:ext uri="{FF2B5EF4-FFF2-40B4-BE49-F238E27FC236}">
                  <a16:creationId xmlns:a16="http://schemas.microsoft.com/office/drawing/2014/main" id="{BB904A5B-E61A-72BA-693C-9CE6EE36DCAB}"/>
                </a:ext>
              </a:extLst>
            </p:cNvPr>
            <p:cNvSpPr/>
            <p:nvPr/>
          </p:nvSpPr>
          <p:spPr>
            <a:xfrm>
              <a:off x="4419850" y="271014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8" name="Oval 1887">
              <a:extLst>
                <a:ext uri="{FF2B5EF4-FFF2-40B4-BE49-F238E27FC236}">
                  <a16:creationId xmlns:a16="http://schemas.microsoft.com/office/drawing/2014/main" id="{FC415694-C9AB-AB3D-CF6F-B941445F5267}"/>
                </a:ext>
              </a:extLst>
            </p:cNvPr>
            <p:cNvSpPr/>
            <p:nvPr/>
          </p:nvSpPr>
          <p:spPr>
            <a:xfrm>
              <a:off x="4841130" y="211336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9" name="Oval 1888">
              <a:extLst>
                <a:ext uri="{FF2B5EF4-FFF2-40B4-BE49-F238E27FC236}">
                  <a16:creationId xmlns:a16="http://schemas.microsoft.com/office/drawing/2014/main" id="{7CBDADF0-0324-EA79-A18F-614A4C2956E2}"/>
                </a:ext>
              </a:extLst>
            </p:cNvPr>
            <p:cNvSpPr/>
            <p:nvPr/>
          </p:nvSpPr>
          <p:spPr>
            <a:xfrm>
              <a:off x="4655996" y="213512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0" name="Oval 1889">
              <a:extLst>
                <a:ext uri="{FF2B5EF4-FFF2-40B4-BE49-F238E27FC236}">
                  <a16:creationId xmlns:a16="http://schemas.microsoft.com/office/drawing/2014/main" id="{241E06C1-BF0C-12DA-59D6-481A66D558EA}"/>
                </a:ext>
              </a:extLst>
            </p:cNvPr>
            <p:cNvSpPr/>
            <p:nvPr/>
          </p:nvSpPr>
          <p:spPr>
            <a:xfrm>
              <a:off x="4734120" y="211247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1" name="Oval 1890">
              <a:extLst>
                <a:ext uri="{FF2B5EF4-FFF2-40B4-BE49-F238E27FC236}">
                  <a16:creationId xmlns:a16="http://schemas.microsoft.com/office/drawing/2014/main" id="{9A77BC95-0071-B48C-18F4-D123B2622506}"/>
                </a:ext>
              </a:extLst>
            </p:cNvPr>
            <p:cNvSpPr/>
            <p:nvPr/>
          </p:nvSpPr>
          <p:spPr>
            <a:xfrm>
              <a:off x="5437962" y="186082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2" name="Oval 1891">
              <a:extLst>
                <a:ext uri="{FF2B5EF4-FFF2-40B4-BE49-F238E27FC236}">
                  <a16:creationId xmlns:a16="http://schemas.microsoft.com/office/drawing/2014/main" id="{3DDA0416-D297-18BA-E8A8-31C44A0ABB6D}"/>
                </a:ext>
              </a:extLst>
            </p:cNvPr>
            <p:cNvSpPr/>
            <p:nvPr/>
          </p:nvSpPr>
          <p:spPr>
            <a:xfrm>
              <a:off x="4619180" y="237215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3" name="Oval 1892">
              <a:extLst>
                <a:ext uri="{FF2B5EF4-FFF2-40B4-BE49-F238E27FC236}">
                  <a16:creationId xmlns:a16="http://schemas.microsoft.com/office/drawing/2014/main" id="{394A684D-E375-02F4-9A67-EA6894A1AD50}"/>
                </a:ext>
              </a:extLst>
            </p:cNvPr>
            <p:cNvSpPr/>
            <p:nvPr/>
          </p:nvSpPr>
          <p:spPr>
            <a:xfrm>
              <a:off x="4736570" y="215949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4" name="Oval 1893">
              <a:extLst>
                <a:ext uri="{FF2B5EF4-FFF2-40B4-BE49-F238E27FC236}">
                  <a16:creationId xmlns:a16="http://schemas.microsoft.com/office/drawing/2014/main" id="{45DC5FB7-2933-9A32-6B39-1732B1759503}"/>
                </a:ext>
              </a:extLst>
            </p:cNvPr>
            <p:cNvSpPr/>
            <p:nvPr/>
          </p:nvSpPr>
          <p:spPr>
            <a:xfrm>
              <a:off x="4571440" y="240926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5" name="Oval 1894">
              <a:extLst>
                <a:ext uri="{FF2B5EF4-FFF2-40B4-BE49-F238E27FC236}">
                  <a16:creationId xmlns:a16="http://schemas.microsoft.com/office/drawing/2014/main" id="{11D12FA0-5FDF-C930-0088-C4620F2F786A}"/>
                </a:ext>
              </a:extLst>
            </p:cNvPr>
            <p:cNvSpPr/>
            <p:nvPr/>
          </p:nvSpPr>
          <p:spPr>
            <a:xfrm>
              <a:off x="4611061" y="247448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6" name="Oval 1895">
              <a:extLst>
                <a:ext uri="{FF2B5EF4-FFF2-40B4-BE49-F238E27FC236}">
                  <a16:creationId xmlns:a16="http://schemas.microsoft.com/office/drawing/2014/main" id="{B2925400-6DA4-F69F-58EA-03C5A151E0F6}"/>
                </a:ext>
              </a:extLst>
            </p:cNvPr>
            <p:cNvSpPr/>
            <p:nvPr/>
          </p:nvSpPr>
          <p:spPr>
            <a:xfrm>
              <a:off x="5167793" y="171075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7" name="Oval 1896">
              <a:extLst>
                <a:ext uri="{FF2B5EF4-FFF2-40B4-BE49-F238E27FC236}">
                  <a16:creationId xmlns:a16="http://schemas.microsoft.com/office/drawing/2014/main" id="{4DEABEAA-22C2-D930-375C-FB79E10A8BEA}"/>
                </a:ext>
              </a:extLst>
            </p:cNvPr>
            <p:cNvSpPr/>
            <p:nvPr/>
          </p:nvSpPr>
          <p:spPr>
            <a:xfrm>
              <a:off x="4555077" y="256692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8" name="Oval 1897">
              <a:extLst>
                <a:ext uri="{FF2B5EF4-FFF2-40B4-BE49-F238E27FC236}">
                  <a16:creationId xmlns:a16="http://schemas.microsoft.com/office/drawing/2014/main" id="{2303B943-BD9D-0504-1799-4CBC8EC2FFC1}"/>
                </a:ext>
              </a:extLst>
            </p:cNvPr>
            <p:cNvSpPr/>
            <p:nvPr/>
          </p:nvSpPr>
          <p:spPr>
            <a:xfrm>
              <a:off x="4440861" y="268870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9" name="Oval 1898">
              <a:extLst>
                <a:ext uri="{FF2B5EF4-FFF2-40B4-BE49-F238E27FC236}">
                  <a16:creationId xmlns:a16="http://schemas.microsoft.com/office/drawing/2014/main" id="{12459B0A-F82A-EFFD-366A-36625F490EFB}"/>
                </a:ext>
              </a:extLst>
            </p:cNvPr>
            <p:cNvSpPr/>
            <p:nvPr/>
          </p:nvSpPr>
          <p:spPr>
            <a:xfrm>
              <a:off x="5034461" y="160018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0" name="Oval 1899">
              <a:extLst>
                <a:ext uri="{FF2B5EF4-FFF2-40B4-BE49-F238E27FC236}">
                  <a16:creationId xmlns:a16="http://schemas.microsoft.com/office/drawing/2014/main" id="{F2E94E1C-34D8-A340-E7B7-2AFC6E7CA1DE}"/>
                </a:ext>
              </a:extLst>
            </p:cNvPr>
            <p:cNvSpPr/>
            <p:nvPr/>
          </p:nvSpPr>
          <p:spPr>
            <a:xfrm>
              <a:off x="5001400" y="198451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1" name="Oval 1900">
              <a:extLst>
                <a:ext uri="{FF2B5EF4-FFF2-40B4-BE49-F238E27FC236}">
                  <a16:creationId xmlns:a16="http://schemas.microsoft.com/office/drawing/2014/main" id="{7438EAA3-52A6-E7DA-32CC-D7DFB5490041}"/>
                </a:ext>
              </a:extLst>
            </p:cNvPr>
            <p:cNvSpPr/>
            <p:nvPr/>
          </p:nvSpPr>
          <p:spPr>
            <a:xfrm>
              <a:off x="5177391" y="198406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2" name="Oval 1901">
              <a:extLst>
                <a:ext uri="{FF2B5EF4-FFF2-40B4-BE49-F238E27FC236}">
                  <a16:creationId xmlns:a16="http://schemas.microsoft.com/office/drawing/2014/main" id="{B553C0B8-358E-7CF6-8FDA-D7D667997506}"/>
                </a:ext>
              </a:extLst>
            </p:cNvPr>
            <p:cNvSpPr/>
            <p:nvPr/>
          </p:nvSpPr>
          <p:spPr>
            <a:xfrm>
              <a:off x="4609478" y="214378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3" name="Oval 1902">
              <a:extLst>
                <a:ext uri="{FF2B5EF4-FFF2-40B4-BE49-F238E27FC236}">
                  <a16:creationId xmlns:a16="http://schemas.microsoft.com/office/drawing/2014/main" id="{AE15C342-6B0D-CB30-CC55-E4801D30B6C0}"/>
                </a:ext>
              </a:extLst>
            </p:cNvPr>
            <p:cNvSpPr/>
            <p:nvPr/>
          </p:nvSpPr>
          <p:spPr>
            <a:xfrm>
              <a:off x="4470119" y="261697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4" name="Oval 1903">
              <a:extLst>
                <a:ext uri="{FF2B5EF4-FFF2-40B4-BE49-F238E27FC236}">
                  <a16:creationId xmlns:a16="http://schemas.microsoft.com/office/drawing/2014/main" id="{2683B87D-2CBD-9EE1-DB47-738A246A7E0B}"/>
                </a:ext>
              </a:extLst>
            </p:cNvPr>
            <p:cNvSpPr/>
            <p:nvPr/>
          </p:nvSpPr>
          <p:spPr>
            <a:xfrm>
              <a:off x="4784724" y="188261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5" name="Oval 1904">
              <a:extLst>
                <a:ext uri="{FF2B5EF4-FFF2-40B4-BE49-F238E27FC236}">
                  <a16:creationId xmlns:a16="http://schemas.microsoft.com/office/drawing/2014/main" id="{8B38E783-C1F4-1383-D21B-6E0ACF83D049}"/>
                </a:ext>
              </a:extLst>
            </p:cNvPr>
            <p:cNvSpPr/>
            <p:nvPr/>
          </p:nvSpPr>
          <p:spPr>
            <a:xfrm>
              <a:off x="4411306" y="273530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6" name="Oval 1905">
              <a:extLst>
                <a:ext uri="{FF2B5EF4-FFF2-40B4-BE49-F238E27FC236}">
                  <a16:creationId xmlns:a16="http://schemas.microsoft.com/office/drawing/2014/main" id="{DDA17557-0F8B-9EE3-8E09-DDF0B75810B4}"/>
                </a:ext>
              </a:extLst>
            </p:cNvPr>
            <p:cNvSpPr/>
            <p:nvPr/>
          </p:nvSpPr>
          <p:spPr>
            <a:xfrm>
              <a:off x="4594035" y="229124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7" name="Oval 1906">
              <a:extLst>
                <a:ext uri="{FF2B5EF4-FFF2-40B4-BE49-F238E27FC236}">
                  <a16:creationId xmlns:a16="http://schemas.microsoft.com/office/drawing/2014/main" id="{42875579-416F-2693-7978-39B7DF2D1F1C}"/>
                </a:ext>
              </a:extLst>
            </p:cNvPr>
            <p:cNvSpPr/>
            <p:nvPr/>
          </p:nvSpPr>
          <p:spPr>
            <a:xfrm>
              <a:off x="5003183" y="209009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8" name="Oval 1907">
              <a:extLst>
                <a:ext uri="{FF2B5EF4-FFF2-40B4-BE49-F238E27FC236}">
                  <a16:creationId xmlns:a16="http://schemas.microsoft.com/office/drawing/2014/main" id="{ED1CFBD5-47EB-725D-A5EA-606E8E3353F2}"/>
                </a:ext>
              </a:extLst>
            </p:cNvPr>
            <p:cNvSpPr/>
            <p:nvPr/>
          </p:nvSpPr>
          <p:spPr>
            <a:xfrm>
              <a:off x="4449483" y="26552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9" name="Oval 1908">
              <a:extLst>
                <a:ext uri="{FF2B5EF4-FFF2-40B4-BE49-F238E27FC236}">
                  <a16:creationId xmlns:a16="http://schemas.microsoft.com/office/drawing/2014/main" id="{65ABBAB1-A823-74A8-7596-B9AD28CFA965}"/>
                </a:ext>
              </a:extLst>
            </p:cNvPr>
            <p:cNvSpPr/>
            <p:nvPr/>
          </p:nvSpPr>
          <p:spPr>
            <a:xfrm>
              <a:off x="4485165" y="25828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0" name="Oval 1909">
              <a:extLst>
                <a:ext uri="{FF2B5EF4-FFF2-40B4-BE49-F238E27FC236}">
                  <a16:creationId xmlns:a16="http://schemas.microsoft.com/office/drawing/2014/main" id="{2D514C2B-C2BC-D6E0-223A-4BB432676167}"/>
                </a:ext>
              </a:extLst>
            </p:cNvPr>
            <p:cNvSpPr/>
            <p:nvPr/>
          </p:nvSpPr>
          <p:spPr>
            <a:xfrm>
              <a:off x="4646097" y="21972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1" name="Oval 1910">
              <a:extLst>
                <a:ext uri="{FF2B5EF4-FFF2-40B4-BE49-F238E27FC236}">
                  <a16:creationId xmlns:a16="http://schemas.microsoft.com/office/drawing/2014/main" id="{C9AAC041-1A18-1936-D7BD-57E473F2D2FE}"/>
                </a:ext>
              </a:extLst>
            </p:cNvPr>
            <p:cNvSpPr/>
            <p:nvPr/>
          </p:nvSpPr>
          <p:spPr>
            <a:xfrm>
              <a:off x="4464573" y="261232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2" name="Oval 1911">
              <a:extLst>
                <a:ext uri="{FF2B5EF4-FFF2-40B4-BE49-F238E27FC236}">
                  <a16:creationId xmlns:a16="http://schemas.microsoft.com/office/drawing/2014/main" id="{C460CB6B-7DF9-4712-C6BD-7050DB5369DA}"/>
                </a:ext>
              </a:extLst>
            </p:cNvPr>
            <p:cNvSpPr/>
            <p:nvPr/>
          </p:nvSpPr>
          <p:spPr>
            <a:xfrm>
              <a:off x="4436522" y="267021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3" name="Oval 1912">
              <a:extLst>
                <a:ext uri="{FF2B5EF4-FFF2-40B4-BE49-F238E27FC236}">
                  <a16:creationId xmlns:a16="http://schemas.microsoft.com/office/drawing/2014/main" id="{8607BEAF-9AE9-686E-EAB8-66CE53A8461A}"/>
                </a:ext>
              </a:extLst>
            </p:cNvPr>
            <p:cNvSpPr/>
            <p:nvPr/>
          </p:nvSpPr>
          <p:spPr>
            <a:xfrm>
              <a:off x="4715591" y="229777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4" name="Oval 1913">
              <a:extLst>
                <a:ext uri="{FF2B5EF4-FFF2-40B4-BE49-F238E27FC236}">
                  <a16:creationId xmlns:a16="http://schemas.microsoft.com/office/drawing/2014/main" id="{3CE346BF-13BB-DB6A-068C-0BBF5407F5B8}"/>
                </a:ext>
              </a:extLst>
            </p:cNvPr>
            <p:cNvSpPr/>
            <p:nvPr/>
          </p:nvSpPr>
          <p:spPr>
            <a:xfrm>
              <a:off x="4564731" y="204797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5" name="Oval 1914">
              <a:extLst>
                <a:ext uri="{FF2B5EF4-FFF2-40B4-BE49-F238E27FC236}">
                  <a16:creationId xmlns:a16="http://schemas.microsoft.com/office/drawing/2014/main" id="{97273011-97CB-74A0-E7D1-EEE990E1E748}"/>
                </a:ext>
              </a:extLst>
            </p:cNvPr>
            <p:cNvSpPr/>
            <p:nvPr/>
          </p:nvSpPr>
          <p:spPr>
            <a:xfrm>
              <a:off x="4459050" y="25399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6" name="Oval 1915">
              <a:extLst>
                <a:ext uri="{FF2B5EF4-FFF2-40B4-BE49-F238E27FC236}">
                  <a16:creationId xmlns:a16="http://schemas.microsoft.com/office/drawing/2014/main" id="{1D7EA236-69E1-2500-EBC7-59EE0221BE61}"/>
                </a:ext>
              </a:extLst>
            </p:cNvPr>
            <p:cNvSpPr/>
            <p:nvPr/>
          </p:nvSpPr>
          <p:spPr>
            <a:xfrm>
              <a:off x="4448275" y="261775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7" name="Oval 1916">
              <a:extLst>
                <a:ext uri="{FF2B5EF4-FFF2-40B4-BE49-F238E27FC236}">
                  <a16:creationId xmlns:a16="http://schemas.microsoft.com/office/drawing/2014/main" id="{4CD56507-4D2C-3B5C-A247-575FEFC872B8}"/>
                </a:ext>
              </a:extLst>
            </p:cNvPr>
            <p:cNvSpPr/>
            <p:nvPr/>
          </p:nvSpPr>
          <p:spPr>
            <a:xfrm>
              <a:off x="4523447" y="228572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4" name="Group 1653">
            <a:extLst>
              <a:ext uri="{FF2B5EF4-FFF2-40B4-BE49-F238E27FC236}">
                <a16:creationId xmlns:a16="http://schemas.microsoft.com/office/drawing/2014/main" id="{8DEEF654-8D1B-53C2-0B30-8CB01429EA3D}"/>
              </a:ext>
            </a:extLst>
          </p:cNvPr>
          <p:cNvGrpSpPr/>
          <p:nvPr/>
        </p:nvGrpSpPr>
        <p:grpSpPr>
          <a:xfrm>
            <a:off x="523925" y="3285617"/>
            <a:ext cx="2717991" cy="1811993"/>
            <a:chOff x="523925" y="3285617"/>
            <a:chExt cx="2717991" cy="1811993"/>
          </a:xfrm>
        </p:grpSpPr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8553AB19-5023-19C5-654D-3ADD26406B06}"/>
                </a:ext>
              </a:extLst>
            </p:cNvPr>
            <p:cNvSpPr/>
            <p:nvPr/>
          </p:nvSpPr>
          <p:spPr>
            <a:xfrm>
              <a:off x="523925" y="3285617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285A6E1E-D7D0-BA8E-8301-CD7F0A6AE917}"/>
                </a:ext>
              </a:extLst>
            </p:cNvPr>
            <p:cNvSpPr/>
            <p:nvPr/>
          </p:nvSpPr>
          <p:spPr>
            <a:xfrm>
              <a:off x="892250" y="3339120"/>
              <a:ext cx="2296166" cy="1465286"/>
            </a:xfrm>
            <a:custGeom>
              <a:avLst/>
              <a:gdLst>
                <a:gd name="csX0" fmla="*/ 0 w 2296166"/>
                <a:gd name="csY0" fmla="*/ 1465287 h 1465286"/>
                <a:gd name="csX1" fmla="*/ 2296167 w 2296166"/>
                <a:gd name="csY1" fmla="*/ 1465287 h 1465286"/>
                <a:gd name="csX2" fmla="*/ 2296167 w 2296166"/>
                <a:gd name="csY2" fmla="*/ 0 h 1465286"/>
                <a:gd name="csX3" fmla="*/ 0 w 229616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296166" h="1465286">
                  <a:moveTo>
                    <a:pt x="0" y="1465287"/>
                  </a:moveTo>
                  <a:lnTo>
                    <a:pt x="2296167" y="1465287"/>
                  </a:lnTo>
                  <a:lnTo>
                    <a:pt x="22961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8" name="Freeform 1177">
              <a:extLst>
                <a:ext uri="{FF2B5EF4-FFF2-40B4-BE49-F238E27FC236}">
                  <a16:creationId xmlns:a16="http://schemas.microsoft.com/office/drawing/2014/main" id="{C8B6A7F4-A9CE-C631-5C7F-B6B1295B3807}"/>
                </a:ext>
              </a:extLst>
            </p:cNvPr>
            <p:cNvSpPr/>
            <p:nvPr/>
          </p:nvSpPr>
          <p:spPr>
            <a:xfrm>
              <a:off x="957236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9" name="Freeform 1178">
              <a:extLst>
                <a:ext uri="{FF2B5EF4-FFF2-40B4-BE49-F238E27FC236}">
                  <a16:creationId xmlns:a16="http://schemas.microsoft.com/office/drawing/2014/main" id="{3D59823E-1BB3-B0C0-4930-66BA78757E8B}"/>
                </a:ext>
              </a:extLst>
            </p:cNvPr>
            <p:cNvSpPr/>
            <p:nvPr/>
          </p:nvSpPr>
          <p:spPr>
            <a:xfrm>
              <a:off x="1314621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0" name="Freeform 1179">
              <a:extLst>
                <a:ext uri="{FF2B5EF4-FFF2-40B4-BE49-F238E27FC236}">
                  <a16:creationId xmlns:a16="http://schemas.microsoft.com/office/drawing/2014/main" id="{031747E7-0DAD-9836-F256-F4CDBE9CCF0D}"/>
                </a:ext>
              </a:extLst>
            </p:cNvPr>
            <p:cNvSpPr/>
            <p:nvPr/>
          </p:nvSpPr>
          <p:spPr>
            <a:xfrm>
              <a:off x="1672004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1" name="Freeform 1180">
              <a:extLst>
                <a:ext uri="{FF2B5EF4-FFF2-40B4-BE49-F238E27FC236}">
                  <a16:creationId xmlns:a16="http://schemas.microsoft.com/office/drawing/2014/main" id="{6AD10663-49C5-4FE6-954B-B4BECD71DE04}"/>
                </a:ext>
              </a:extLst>
            </p:cNvPr>
            <p:cNvSpPr/>
            <p:nvPr/>
          </p:nvSpPr>
          <p:spPr>
            <a:xfrm>
              <a:off x="2029386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2" name="Freeform 1181">
              <a:extLst>
                <a:ext uri="{FF2B5EF4-FFF2-40B4-BE49-F238E27FC236}">
                  <a16:creationId xmlns:a16="http://schemas.microsoft.com/office/drawing/2014/main" id="{A1C78D3F-5F4D-9D94-0694-D101D1CEBBEE}"/>
                </a:ext>
              </a:extLst>
            </p:cNvPr>
            <p:cNvSpPr/>
            <p:nvPr/>
          </p:nvSpPr>
          <p:spPr>
            <a:xfrm>
              <a:off x="2386779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3" name="Freeform 1182">
              <a:extLst>
                <a:ext uri="{FF2B5EF4-FFF2-40B4-BE49-F238E27FC236}">
                  <a16:creationId xmlns:a16="http://schemas.microsoft.com/office/drawing/2014/main" id="{8B22C710-C9AC-CFF1-0103-045CE2B2A24B}"/>
                </a:ext>
              </a:extLst>
            </p:cNvPr>
            <p:cNvSpPr/>
            <p:nvPr/>
          </p:nvSpPr>
          <p:spPr>
            <a:xfrm>
              <a:off x="2744161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4" name="Freeform 1183">
              <a:extLst>
                <a:ext uri="{FF2B5EF4-FFF2-40B4-BE49-F238E27FC236}">
                  <a16:creationId xmlns:a16="http://schemas.microsoft.com/office/drawing/2014/main" id="{D96627E0-A279-6DA2-AB70-88BC1C39E954}"/>
                </a:ext>
              </a:extLst>
            </p:cNvPr>
            <p:cNvSpPr/>
            <p:nvPr/>
          </p:nvSpPr>
          <p:spPr>
            <a:xfrm>
              <a:off x="3101543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5" name="Freeform 1184">
              <a:extLst>
                <a:ext uri="{FF2B5EF4-FFF2-40B4-BE49-F238E27FC236}">
                  <a16:creationId xmlns:a16="http://schemas.microsoft.com/office/drawing/2014/main" id="{737483D7-6C26-5CE3-BB16-DC1E80E8428C}"/>
                </a:ext>
              </a:extLst>
            </p:cNvPr>
            <p:cNvSpPr/>
            <p:nvPr/>
          </p:nvSpPr>
          <p:spPr>
            <a:xfrm>
              <a:off x="892250" y="4741769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6" name="Freeform 1185">
              <a:extLst>
                <a:ext uri="{FF2B5EF4-FFF2-40B4-BE49-F238E27FC236}">
                  <a16:creationId xmlns:a16="http://schemas.microsoft.com/office/drawing/2014/main" id="{47BB885B-86AD-5137-D953-C8061166D479}"/>
                </a:ext>
              </a:extLst>
            </p:cNvPr>
            <p:cNvSpPr/>
            <p:nvPr/>
          </p:nvSpPr>
          <p:spPr>
            <a:xfrm>
              <a:off x="892250" y="4411754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C65429D6-832D-C31C-8A9F-E46279443991}"/>
                </a:ext>
              </a:extLst>
            </p:cNvPr>
            <p:cNvSpPr/>
            <p:nvPr/>
          </p:nvSpPr>
          <p:spPr>
            <a:xfrm>
              <a:off x="892250" y="4081743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E13DD10A-D00E-804D-F69B-4974CA7E26A9}"/>
                </a:ext>
              </a:extLst>
            </p:cNvPr>
            <p:cNvSpPr/>
            <p:nvPr/>
          </p:nvSpPr>
          <p:spPr>
            <a:xfrm>
              <a:off x="892250" y="3751732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FAE5890C-AA14-DB08-313C-A3A36A459A9F}"/>
                </a:ext>
              </a:extLst>
            </p:cNvPr>
            <p:cNvSpPr/>
            <p:nvPr/>
          </p:nvSpPr>
          <p:spPr>
            <a:xfrm>
              <a:off x="892250" y="3421720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C0030599-3801-4F67-D2C0-176C1F837206}"/>
                </a:ext>
              </a:extLst>
            </p:cNvPr>
            <p:cNvSpPr/>
            <p:nvPr/>
          </p:nvSpPr>
          <p:spPr>
            <a:xfrm>
              <a:off x="892250" y="4804407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F8778DC3-D282-AF14-187E-0B31980570AD}"/>
                </a:ext>
              </a:extLst>
            </p:cNvPr>
            <p:cNvSpPr/>
            <p:nvPr/>
          </p:nvSpPr>
          <p:spPr>
            <a:xfrm>
              <a:off x="957236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DD14FC6F-8681-B674-399E-7CD480D39976}"/>
                </a:ext>
              </a:extLst>
            </p:cNvPr>
            <p:cNvSpPr/>
            <p:nvPr/>
          </p:nvSpPr>
          <p:spPr>
            <a:xfrm>
              <a:off x="1314621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06A8D62D-0466-87DD-F75A-6994E079D908}"/>
                </a:ext>
              </a:extLst>
            </p:cNvPr>
            <p:cNvSpPr/>
            <p:nvPr/>
          </p:nvSpPr>
          <p:spPr>
            <a:xfrm>
              <a:off x="1672004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7EBF4221-B6F0-3116-0A46-005BD550D928}"/>
                </a:ext>
              </a:extLst>
            </p:cNvPr>
            <p:cNvSpPr/>
            <p:nvPr/>
          </p:nvSpPr>
          <p:spPr>
            <a:xfrm>
              <a:off x="2029386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819759B5-7067-FAB2-EA78-D151EC5E1A12}"/>
                </a:ext>
              </a:extLst>
            </p:cNvPr>
            <p:cNvSpPr/>
            <p:nvPr/>
          </p:nvSpPr>
          <p:spPr>
            <a:xfrm>
              <a:off x="2386779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C650CF18-4FFE-78FD-EF9F-656F2B4E8AA3}"/>
                </a:ext>
              </a:extLst>
            </p:cNvPr>
            <p:cNvSpPr/>
            <p:nvPr/>
          </p:nvSpPr>
          <p:spPr>
            <a:xfrm>
              <a:off x="2744161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24BBDAF2-6C82-66FD-1D21-47EF20799D70}"/>
                </a:ext>
              </a:extLst>
            </p:cNvPr>
            <p:cNvSpPr/>
            <p:nvPr/>
          </p:nvSpPr>
          <p:spPr>
            <a:xfrm>
              <a:off x="3101543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22551A72-03FE-C132-34C2-FDE79C8D580A}"/>
                </a:ext>
              </a:extLst>
            </p:cNvPr>
            <p:cNvSpPr/>
            <p:nvPr/>
          </p:nvSpPr>
          <p:spPr>
            <a:xfrm>
              <a:off x="879435" y="4893353"/>
              <a:ext cx="75617" cy="10022"/>
            </a:xfrm>
            <a:custGeom>
              <a:avLst/>
              <a:gdLst>
                <a:gd name="csX0" fmla="*/ 0 w 75617"/>
                <a:gd name="csY0" fmla="*/ 0 h 10022"/>
                <a:gd name="csX1" fmla="*/ 75618 w 75617"/>
                <a:gd name="csY1" fmla="*/ 0 h 10022"/>
                <a:gd name="csX2" fmla="*/ 75618 w 75617"/>
                <a:gd name="csY2" fmla="*/ 10023 h 10022"/>
                <a:gd name="csX3" fmla="*/ 0 w 75617"/>
                <a:gd name="csY3" fmla="*/ 10023 h 10022"/>
                <a:gd name="csX4" fmla="*/ 0 w 75617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2">
                  <a:moveTo>
                    <a:pt x="0" y="0"/>
                  </a:moveTo>
                  <a:lnTo>
                    <a:pt x="75618" y="0"/>
                  </a:lnTo>
                  <a:lnTo>
                    <a:pt x="75618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1BF7257B-7AAD-097F-1204-E26E52B03073}"/>
                </a:ext>
              </a:extLst>
            </p:cNvPr>
            <p:cNvSpPr/>
            <p:nvPr/>
          </p:nvSpPr>
          <p:spPr>
            <a:xfrm>
              <a:off x="977054" y="4846570"/>
              <a:ext cx="57980" cy="91369"/>
            </a:xfrm>
            <a:custGeom>
              <a:avLst/>
              <a:gdLst>
                <a:gd name="csX0" fmla="*/ 39814 w 57980"/>
                <a:gd name="csY0" fmla="*/ 42174 h 91369"/>
                <a:gd name="csX1" fmla="*/ 53145 w 57980"/>
                <a:gd name="csY1" fmla="*/ 49785 h 91369"/>
                <a:gd name="csX2" fmla="*/ 57980 w 57980"/>
                <a:gd name="csY2" fmla="*/ 64065 h 91369"/>
                <a:gd name="csX3" fmla="*/ 49016 w 57980"/>
                <a:gd name="csY3" fmla="*/ 84235 h 91369"/>
                <a:gd name="csX4" fmla="*/ 23534 w 57980"/>
                <a:gd name="csY4" fmla="*/ 91370 h 91369"/>
                <a:gd name="csX5" fmla="*/ 12092 w 57980"/>
                <a:gd name="csY5" fmla="*/ 90249 h 91369"/>
                <a:gd name="csX6" fmla="*/ 0 w 57980"/>
                <a:gd name="csY6" fmla="*/ 87010 h 91369"/>
                <a:gd name="csX7" fmla="*/ 0 w 57980"/>
                <a:gd name="csY7" fmla="*/ 75504 h 91369"/>
                <a:gd name="csX8" fmla="*/ 10853 w 57980"/>
                <a:gd name="csY8" fmla="*/ 79864 h 91369"/>
                <a:gd name="csX9" fmla="*/ 23180 w 57980"/>
                <a:gd name="csY9" fmla="*/ 81347 h 91369"/>
                <a:gd name="csX10" fmla="*/ 40226 w 57980"/>
                <a:gd name="csY10" fmla="*/ 76919 h 91369"/>
                <a:gd name="csX11" fmla="*/ 46125 w 57980"/>
                <a:gd name="csY11" fmla="*/ 64065 h 91369"/>
                <a:gd name="csX12" fmla="*/ 40640 w 57980"/>
                <a:gd name="csY12" fmla="*/ 51914 h 91369"/>
                <a:gd name="csX13" fmla="*/ 25481 w 57980"/>
                <a:gd name="csY13" fmla="*/ 47486 h 91369"/>
                <a:gd name="csX14" fmla="*/ 15217 w 57980"/>
                <a:gd name="csY14" fmla="*/ 47486 h 91369"/>
                <a:gd name="csX15" fmla="*/ 15217 w 57980"/>
                <a:gd name="csY15" fmla="*/ 37690 h 91369"/>
                <a:gd name="csX16" fmla="*/ 25952 w 57980"/>
                <a:gd name="csY16" fmla="*/ 37690 h 91369"/>
                <a:gd name="csX17" fmla="*/ 39401 w 57980"/>
                <a:gd name="csY17" fmla="*/ 34213 h 91369"/>
                <a:gd name="csX18" fmla="*/ 44061 w 57980"/>
                <a:gd name="csY18" fmla="*/ 24066 h 91369"/>
                <a:gd name="csX19" fmla="*/ 39224 w 57980"/>
                <a:gd name="csY19" fmla="*/ 13692 h 91369"/>
                <a:gd name="csX20" fmla="*/ 25481 w 57980"/>
                <a:gd name="csY20" fmla="*/ 10034 h 91369"/>
                <a:gd name="csX21" fmla="*/ 14982 w 57980"/>
                <a:gd name="csY21" fmla="*/ 11099 h 91369"/>
                <a:gd name="csX22" fmla="*/ 2655 w 57980"/>
                <a:gd name="csY22" fmla="*/ 14394 h 91369"/>
                <a:gd name="csX23" fmla="*/ 2655 w 57980"/>
                <a:gd name="csY23" fmla="*/ 3783 h 91369"/>
                <a:gd name="csX24" fmla="*/ 15335 w 57980"/>
                <a:gd name="csY24" fmla="*/ 951 h 91369"/>
                <a:gd name="csX25" fmla="*/ 26542 w 57980"/>
                <a:gd name="csY25" fmla="*/ 0 h 91369"/>
                <a:gd name="csX26" fmla="*/ 48012 w 57980"/>
                <a:gd name="csY26" fmla="*/ 6195 h 91369"/>
                <a:gd name="csX27" fmla="*/ 55917 w 57980"/>
                <a:gd name="csY27" fmla="*/ 22831 h 91369"/>
                <a:gd name="csX28" fmla="*/ 51729 w 57980"/>
                <a:gd name="csY28" fmla="*/ 35221 h 91369"/>
                <a:gd name="csX29" fmla="*/ 39814 w 57980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0" h="91369">
                  <a:moveTo>
                    <a:pt x="39814" y="42174"/>
                  </a:moveTo>
                  <a:cubicBezTo>
                    <a:pt x="45516" y="43397"/>
                    <a:pt x="49959" y="45934"/>
                    <a:pt x="53145" y="49785"/>
                  </a:cubicBezTo>
                  <a:cubicBezTo>
                    <a:pt x="56369" y="53643"/>
                    <a:pt x="57980" y="58403"/>
                    <a:pt x="57980" y="64065"/>
                  </a:cubicBezTo>
                  <a:cubicBezTo>
                    <a:pt x="57980" y="72755"/>
                    <a:pt x="54992" y="79479"/>
                    <a:pt x="49016" y="84235"/>
                  </a:cubicBezTo>
                  <a:cubicBezTo>
                    <a:pt x="43038" y="88992"/>
                    <a:pt x="34545" y="91370"/>
                    <a:pt x="23534" y="91370"/>
                  </a:cubicBezTo>
                  <a:cubicBezTo>
                    <a:pt x="19838" y="91370"/>
                    <a:pt x="16024" y="90996"/>
                    <a:pt x="12092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3" y="77429"/>
                    <a:pt x="6921" y="78882"/>
                    <a:pt x="10853" y="79864"/>
                  </a:cubicBezTo>
                  <a:cubicBezTo>
                    <a:pt x="14785" y="80853"/>
                    <a:pt x="18894" y="81347"/>
                    <a:pt x="23180" y="81347"/>
                  </a:cubicBezTo>
                  <a:cubicBezTo>
                    <a:pt x="30651" y="81347"/>
                    <a:pt x="36334" y="79871"/>
                    <a:pt x="40226" y="76919"/>
                  </a:cubicBezTo>
                  <a:cubicBezTo>
                    <a:pt x="44159" y="73967"/>
                    <a:pt x="46125" y="69683"/>
                    <a:pt x="46125" y="64065"/>
                  </a:cubicBezTo>
                  <a:cubicBezTo>
                    <a:pt x="46125" y="58871"/>
                    <a:pt x="44297" y="54820"/>
                    <a:pt x="40640" y="51914"/>
                  </a:cubicBezTo>
                  <a:cubicBezTo>
                    <a:pt x="37022" y="48962"/>
                    <a:pt x="31969" y="47486"/>
                    <a:pt x="25481" y="47486"/>
                  </a:cubicBezTo>
                  <a:lnTo>
                    <a:pt x="15217" y="47486"/>
                  </a:lnTo>
                  <a:lnTo>
                    <a:pt x="15217" y="37690"/>
                  </a:lnTo>
                  <a:lnTo>
                    <a:pt x="25952" y="37690"/>
                  </a:lnTo>
                  <a:cubicBezTo>
                    <a:pt x="31812" y="37690"/>
                    <a:pt x="36295" y="36531"/>
                    <a:pt x="39401" y="34213"/>
                  </a:cubicBezTo>
                  <a:cubicBezTo>
                    <a:pt x="42507" y="31857"/>
                    <a:pt x="44061" y="28475"/>
                    <a:pt x="44061" y="24066"/>
                  </a:cubicBezTo>
                  <a:cubicBezTo>
                    <a:pt x="44061" y="19543"/>
                    <a:pt x="42449" y="16085"/>
                    <a:pt x="39224" y="13692"/>
                  </a:cubicBezTo>
                  <a:cubicBezTo>
                    <a:pt x="36039" y="11253"/>
                    <a:pt x="31458" y="10034"/>
                    <a:pt x="25481" y="10034"/>
                  </a:cubicBezTo>
                  <a:cubicBezTo>
                    <a:pt x="22217" y="10034"/>
                    <a:pt x="18718" y="10389"/>
                    <a:pt x="14982" y="11099"/>
                  </a:cubicBezTo>
                  <a:cubicBezTo>
                    <a:pt x="11246" y="11801"/>
                    <a:pt x="7137" y="12899"/>
                    <a:pt x="2655" y="14394"/>
                  </a:cubicBezTo>
                  <a:lnTo>
                    <a:pt x="2655" y="3783"/>
                  </a:lnTo>
                  <a:cubicBezTo>
                    <a:pt x="7176" y="2522"/>
                    <a:pt x="11403" y="1578"/>
                    <a:pt x="15335" y="951"/>
                  </a:cubicBezTo>
                  <a:cubicBezTo>
                    <a:pt x="19307" y="317"/>
                    <a:pt x="23043" y="0"/>
                    <a:pt x="26542" y="0"/>
                  </a:cubicBezTo>
                  <a:cubicBezTo>
                    <a:pt x="35586" y="0"/>
                    <a:pt x="42743" y="2065"/>
                    <a:pt x="48012" y="6195"/>
                  </a:cubicBezTo>
                  <a:cubicBezTo>
                    <a:pt x="53282" y="10287"/>
                    <a:pt x="55917" y="15832"/>
                    <a:pt x="55917" y="22831"/>
                  </a:cubicBezTo>
                  <a:cubicBezTo>
                    <a:pt x="55917" y="27708"/>
                    <a:pt x="54521" y="31838"/>
                    <a:pt x="51729" y="35221"/>
                  </a:cubicBezTo>
                  <a:cubicBezTo>
                    <a:pt x="48937" y="38558"/>
                    <a:pt x="44965" y="40876"/>
                    <a:pt x="39814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A4D5ED81-0179-A52D-0DF5-EC235968A9E8}"/>
                </a:ext>
              </a:extLst>
            </p:cNvPr>
            <p:cNvSpPr/>
            <p:nvPr/>
          </p:nvSpPr>
          <p:spPr>
            <a:xfrm>
              <a:off x="1238030" y="4893353"/>
              <a:ext cx="75616" cy="10022"/>
            </a:xfrm>
            <a:custGeom>
              <a:avLst/>
              <a:gdLst>
                <a:gd name="csX0" fmla="*/ 0 w 75616"/>
                <a:gd name="csY0" fmla="*/ 0 h 10022"/>
                <a:gd name="csX1" fmla="*/ 75617 w 75616"/>
                <a:gd name="csY1" fmla="*/ 0 h 10022"/>
                <a:gd name="csX2" fmla="*/ 75617 w 75616"/>
                <a:gd name="csY2" fmla="*/ 10023 h 10022"/>
                <a:gd name="csX3" fmla="*/ 0 w 75616"/>
                <a:gd name="csY3" fmla="*/ 10023 h 10022"/>
                <a:gd name="csX4" fmla="*/ 0 w 75616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6" h="10022">
                  <a:moveTo>
                    <a:pt x="0" y="0"/>
                  </a:moveTo>
                  <a:lnTo>
                    <a:pt x="75617" y="0"/>
                  </a:lnTo>
                  <a:lnTo>
                    <a:pt x="75617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F563DEA5-ABF7-3808-DC2D-0BD55BAD6E90}"/>
                </a:ext>
              </a:extLst>
            </p:cNvPr>
            <p:cNvSpPr/>
            <p:nvPr/>
          </p:nvSpPr>
          <p:spPr>
            <a:xfrm>
              <a:off x="1335295" y="4846570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8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90 w 55915"/>
                <a:gd name="csY12" fmla="*/ 17871 h 89659"/>
                <a:gd name="csX13" fmla="*/ 590 w 55915"/>
                <a:gd name="csY13" fmla="*/ 5844 h 89659"/>
                <a:gd name="csX14" fmla="*/ 14038 w 55915"/>
                <a:gd name="csY14" fmla="*/ 1484 h 89659"/>
                <a:gd name="csX15" fmla="*/ 25481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8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8" y="45538"/>
                  </a:cubicBezTo>
                  <a:cubicBezTo>
                    <a:pt x="37022" y="41249"/>
                    <a:pt x="39677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9" y="15243"/>
                    <a:pt x="590" y="17871"/>
                  </a:cubicBezTo>
                  <a:lnTo>
                    <a:pt x="590" y="5844"/>
                  </a:lnTo>
                  <a:cubicBezTo>
                    <a:pt x="5387" y="3919"/>
                    <a:pt x="9870" y="2465"/>
                    <a:pt x="14038" y="1484"/>
                  </a:cubicBezTo>
                  <a:cubicBezTo>
                    <a:pt x="18206" y="495"/>
                    <a:pt x="22020" y="0"/>
                    <a:pt x="25481" y="0"/>
                  </a:cubicBezTo>
                  <a:cubicBezTo>
                    <a:pt x="34604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6" y="42495"/>
                    <a:pt x="46008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60532F37-69CC-2483-16A6-03418D6F477F}"/>
                </a:ext>
              </a:extLst>
            </p:cNvPr>
            <p:cNvSpPr/>
            <p:nvPr/>
          </p:nvSpPr>
          <p:spPr>
            <a:xfrm>
              <a:off x="1594943" y="4893353"/>
              <a:ext cx="75622" cy="10022"/>
            </a:xfrm>
            <a:custGeom>
              <a:avLst/>
              <a:gdLst>
                <a:gd name="csX0" fmla="*/ 0 w 75622"/>
                <a:gd name="csY0" fmla="*/ 0 h 10022"/>
                <a:gd name="csX1" fmla="*/ 75622 w 75622"/>
                <a:gd name="csY1" fmla="*/ 0 h 10022"/>
                <a:gd name="csX2" fmla="*/ 75622 w 75622"/>
                <a:gd name="csY2" fmla="*/ 10023 h 10022"/>
                <a:gd name="csX3" fmla="*/ 0 w 75622"/>
                <a:gd name="csY3" fmla="*/ 10023 h 10022"/>
                <a:gd name="csX4" fmla="*/ 0 w 75622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22" h="10022">
                  <a:moveTo>
                    <a:pt x="0" y="0"/>
                  </a:moveTo>
                  <a:lnTo>
                    <a:pt x="75622" y="0"/>
                  </a:lnTo>
                  <a:lnTo>
                    <a:pt x="75622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0366657B-AE8F-28D3-6DAF-0F23CCB53250}"/>
                </a:ext>
              </a:extLst>
            </p:cNvPr>
            <p:cNvSpPr/>
            <p:nvPr/>
          </p:nvSpPr>
          <p:spPr>
            <a:xfrm>
              <a:off x="1696636" y="4848167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D898B3AB-78BD-6347-1D19-7FB29D176097}"/>
                </a:ext>
              </a:extLst>
            </p:cNvPr>
            <p:cNvSpPr/>
            <p:nvPr/>
          </p:nvSpPr>
          <p:spPr>
            <a:xfrm>
              <a:off x="1998956" y="4846570"/>
              <a:ext cx="60871" cy="91369"/>
            </a:xfrm>
            <a:custGeom>
              <a:avLst/>
              <a:gdLst>
                <a:gd name="csX0" fmla="*/ 30430 w 60871"/>
                <a:gd name="csY0" fmla="*/ 9445 h 91369"/>
                <a:gd name="csX1" fmla="*/ 16568 w 60871"/>
                <a:gd name="csY1" fmla="*/ 18528 h 91369"/>
                <a:gd name="csX2" fmla="*/ 11971 w 60871"/>
                <a:gd name="csY2" fmla="*/ 45719 h 91369"/>
                <a:gd name="csX3" fmla="*/ 16568 w 60871"/>
                <a:gd name="csY3" fmla="*/ 72910 h 91369"/>
                <a:gd name="csX4" fmla="*/ 30430 w 60871"/>
                <a:gd name="csY4" fmla="*/ 81936 h 91369"/>
                <a:gd name="csX5" fmla="*/ 44292 w 60871"/>
                <a:gd name="csY5" fmla="*/ 72910 h 91369"/>
                <a:gd name="csX6" fmla="*/ 48958 w 60871"/>
                <a:gd name="csY6" fmla="*/ 45719 h 91369"/>
                <a:gd name="csX7" fmla="*/ 44292 w 60871"/>
                <a:gd name="csY7" fmla="*/ 18528 h 91369"/>
                <a:gd name="csX8" fmla="*/ 30430 w 60871"/>
                <a:gd name="csY8" fmla="*/ 9445 h 91369"/>
                <a:gd name="csX9" fmla="*/ 30430 w 60871"/>
                <a:gd name="csY9" fmla="*/ 0 h 91369"/>
                <a:gd name="csX10" fmla="*/ 53024 w 60871"/>
                <a:gd name="csY10" fmla="*/ 11744 h 91369"/>
                <a:gd name="csX11" fmla="*/ 60872 w 60871"/>
                <a:gd name="csY11" fmla="*/ 45719 h 91369"/>
                <a:gd name="csX12" fmla="*/ 53024 w 60871"/>
                <a:gd name="csY12" fmla="*/ 79694 h 91369"/>
                <a:gd name="csX13" fmla="*/ 30430 w 60871"/>
                <a:gd name="csY13" fmla="*/ 91370 h 91369"/>
                <a:gd name="csX14" fmla="*/ 7780 w 60871"/>
                <a:gd name="csY14" fmla="*/ 79694 h 91369"/>
                <a:gd name="csX15" fmla="*/ 0 w 60871"/>
                <a:gd name="csY15" fmla="*/ 45719 h 91369"/>
                <a:gd name="csX16" fmla="*/ 7780 w 60871"/>
                <a:gd name="csY16" fmla="*/ 11744 h 91369"/>
                <a:gd name="csX17" fmla="*/ 30430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0" y="9445"/>
                  </a:moveTo>
                  <a:cubicBezTo>
                    <a:pt x="24300" y="9445"/>
                    <a:pt x="19679" y="12473"/>
                    <a:pt x="16568" y="18528"/>
                  </a:cubicBezTo>
                  <a:cubicBezTo>
                    <a:pt x="13503" y="24545"/>
                    <a:pt x="11971" y="33609"/>
                    <a:pt x="11971" y="45719"/>
                  </a:cubicBezTo>
                  <a:cubicBezTo>
                    <a:pt x="11971" y="57791"/>
                    <a:pt x="13503" y="66855"/>
                    <a:pt x="16568" y="72910"/>
                  </a:cubicBezTo>
                  <a:cubicBezTo>
                    <a:pt x="19679" y="78927"/>
                    <a:pt x="24300" y="81936"/>
                    <a:pt x="30430" y="81936"/>
                  </a:cubicBezTo>
                  <a:cubicBezTo>
                    <a:pt x="36606" y="81936"/>
                    <a:pt x="41227" y="78927"/>
                    <a:pt x="44292" y="72910"/>
                  </a:cubicBezTo>
                  <a:cubicBezTo>
                    <a:pt x="47403" y="66855"/>
                    <a:pt x="48958" y="57791"/>
                    <a:pt x="48958" y="45719"/>
                  </a:cubicBezTo>
                  <a:cubicBezTo>
                    <a:pt x="48958" y="33609"/>
                    <a:pt x="47403" y="24545"/>
                    <a:pt x="44292" y="18528"/>
                  </a:cubicBezTo>
                  <a:cubicBezTo>
                    <a:pt x="41227" y="12473"/>
                    <a:pt x="36606" y="9445"/>
                    <a:pt x="30430" y="9445"/>
                  </a:cubicBezTo>
                  <a:moveTo>
                    <a:pt x="30430" y="0"/>
                  </a:moveTo>
                  <a:cubicBezTo>
                    <a:pt x="40306" y="0"/>
                    <a:pt x="47837" y="3915"/>
                    <a:pt x="53024" y="11744"/>
                  </a:cubicBezTo>
                  <a:cubicBezTo>
                    <a:pt x="58256" y="19528"/>
                    <a:pt x="60872" y="30853"/>
                    <a:pt x="60872" y="45719"/>
                  </a:cubicBezTo>
                  <a:cubicBezTo>
                    <a:pt x="60872" y="60539"/>
                    <a:pt x="58256" y="71864"/>
                    <a:pt x="53024" y="79694"/>
                  </a:cubicBezTo>
                  <a:cubicBezTo>
                    <a:pt x="47837" y="87478"/>
                    <a:pt x="40306" y="91370"/>
                    <a:pt x="30430" y="91370"/>
                  </a:cubicBezTo>
                  <a:cubicBezTo>
                    <a:pt x="20562" y="91370"/>
                    <a:pt x="13012" y="87478"/>
                    <a:pt x="7780" y="79694"/>
                  </a:cubicBezTo>
                  <a:cubicBezTo>
                    <a:pt x="2593" y="71864"/>
                    <a:pt x="0" y="60539"/>
                    <a:pt x="0" y="45719"/>
                  </a:cubicBezTo>
                  <a:cubicBezTo>
                    <a:pt x="0" y="30853"/>
                    <a:pt x="2593" y="19528"/>
                    <a:pt x="7780" y="11744"/>
                  </a:cubicBezTo>
                  <a:cubicBezTo>
                    <a:pt x="13012" y="3915"/>
                    <a:pt x="20562" y="0"/>
                    <a:pt x="30430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DD0CFD32-53B9-335C-5466-1BDFFAA6A95B}"/>
                </a:ext>
              </a:extLst>
            </p:cNvPr>
            <p:cNvSpPr/>
            <p:nvPr/>
          </p:nvSpPr>
          <p:spPr>
            <a:xfrm>
              <a:off x="2360562" y="4848167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03737D37-2BD3-D7D1-0C93-00440338390E}"/>
                </a:ext>
              </a:extLst>
            </p:cNvPr>
            <p:cNvSpPr/>
            <p:nvPr/>
          </p:nvSpPr>
          <p:spPr>
            <a:xfrm>
              <a:off x="2716199" y="4846570"/>
              <a:ext cx="55922" cy="89659"/>
            </a:xfrm>
            <a:custGeom>
              <a:avLst/>
              <a:gdLst>
                <a:gd name="csX0" fmla="*/ 14337 w 55922"/>
                <a:gd name="csY0" fmla="*/ 79637 h 89659"/>
                <a:gd name="csX1" fmla="*/ 55923 w 55922"/>
                <a:gd name="csY1" fmla="*/ 79637 h 89659"/>
                <a:gd name="csX2" fmla="*/ 55923 w 55922"/>
                <a:gd name="csY2" fmla="*/ 89660 h 89659"/>
                <a:gd name="csX3" fmla="*/ 0 w 55922"/>
                <a:gd name="csY3" fmla="*/ 89660 h 89659"/>
                <a:gd name="csX4" fmla="*/ 0 w 55922"/>
                <a:gd name="csY4" fmla="*/ 79637 h 89659"/>
                <a:gd name="csX5" fmla="*/ 18460 w 55922"/>
                <a:gd name="csY5" fmla="*/ 60815 h 89659"/>
                <a:gd name="csX6" fmla="*/ 33216 w 55922"/>
                <a:gd name="csY6" fmla="*/ 45538 h 89659"/>
                <a:gd name="csX7" fmla="*/ 41178 w 55922"/>
                <a:gd name="csY7" fmla="*/ 34688 h 89659"/>
                <a:gd name="csX8" fmla="*/ 43477 w 55922"/>
                <a:gd name="csY8" fmla="*/ 25900 h 89659"/>
                <a:gd name="csX9" fmla="*/ 38516 w 55922"/>
                <a:gd name="csY9" fmla="*/ 14451 h 89659"/>
                <a:gd name="csX10" fmla="*/ 25719 w 55922"/>
                <a:gd name="csY10" fmla="*/ 10034 h 89659"/>
                <a:gd name="csX11" fmla="*/ 13862 w 55922"/>
                <a:gd name="csY11" fmla="*/ 11982 h 89659"/>
                <a:gd name="csX12" fmla="*/ 589 w 55922"/>
                <a:gd name="csY12" fmla="*/ 17871 h 89659"/>
                <a:gd name="csX13" fmla="*/ 589 w 55922"/>
                <a:gd name="csY13" fmla="*/ 5844 h 89659"/>
                <a:gd name="csX14" fmla="*/ 14043 w 55922"/>
                <a:gd name="csY14" fmla="*/ 1484 h 89659"/>
                <a:gd name="csX15" fmla="*/ 25481 w 55922"/>
                <a:gd name="csY15" fmla="*/ 0 h 89659"/>
                <a:gd name="csX16" fmla="*/ 47304 w 55922"/>
                <a:gd name="csY16" fmla="*/ 6852 h 89659"/>
                <a:gd name="csX17" fmla="*/ 55447 w 55922"/>
                <a:gd name="csY17" fmla="*/ 25130 h 89659"/>
                <a:gd name="csX18" fmla="*/ 53386 w 55922"/>
                <a:gd name="csY18" fmla="*/ 35459 h 89659"/>
                <a:gd name="csX19" fmla="*/ 46013 w 55922"/>
                <a:gd name="csY19" fmla="*/ 46897 h 89659"/>
                <a:gd name="csX20" fmla="*/ 36636 w 55922"/>
                <a:gd name="csY20" fmla="*/ 56806 h 89659"/>
                <a:gd name="csX21" fmla="*/ 14337 w 55922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22" h="89659">
                  <a:moveTo>
                    <a:pt x="14337" y="79637"/>
                  </a:moveTo>
                  <a:lnTo>
                    <a:pt x="55923" y="79637"/>
                  </a:lnTo>
                  <a:lnTo>
                    <a:pt x="55923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0" y="60815"/>
                  </a:cubicBezTo>
                  <a:cubicBezTo>
                    <a:pt x="26289" y="52910"/>
                    <a:pt x="31208" y="47818"/>
                    <a:pt x="33216" y="45538"/>
                  </a:cubicBezTo>
                  <a:cubicBezTo>
                    <a:pt x="37029" y="41249"/>
                    <a:pt x="39683" y="37633"/>
                    <a:pt x="41178" y="34688"/>
                  </a:cubicBezTo>
                  <a:cubicBezTo>
                    <a:pt x="42710" y="31699"/>
                    <a:pt x="43477" y="28769"/>
                    <a:pt x="43477" y="25900"/>
                  </a:cubicBezTo>
                  <a:cubicBezTo>
                    <a:pt x="43477" y="21219"/>
                    <a:pt x="41823" y="17403"/>
                    <a:pt x="38516" y="14451"/>
                  </a:cubicBezTo>
                  <a:cubicBezTo>
                    <a:pt x="35255" y="11506"/>
                    <a:pt x="30989" y="10034"/>
                    <a:pt x="25719" y="10034"/>
                  </a:cubicBezTo>
                  <a:cubicBezTo>
                    <a:pt x="21982" y="10034"/>
                    <a:pt x="18029" y="10683"/>
                    <a:pt x="13862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91" y="3919"/>
                    <a:pt x="9875" y="2465"/>
                    <a:pt x="14043" y="1484"/>
                  </a:cubicBezTo>
                  <a:cubicBezTo>
                    <a:pt x="18210" y="495"/>
                    <a:pt x="22023" y="0"/>
                    <a:pt x="25481" y="0"/>
                  </a:cubicBezTo>
                  <a:cubicBezTo>
                    <a:pt x="34609" y="0"/>
                    <a:pt x="41883" y="2284"/>
                    <a:pt x="47304" y="6852"/>
                  </a:cubicBezTo>
                  <a:cubicBezTo>
                    <a:pt x="52733" y="11412"/>
                    <a:pt x="55447" y="17505"/>
                    <a:pt x="55447" y="25130"/>
                  </a:cubicBezTo>
                  <a:cubicBezTo>
                    <a:pt x="55447" y="28747"/>
                    <a:pt x="54760" y="32189"/>
                    <a:pt x="53386" y="35459"/>
                  </a:cubicBezTo>
                  <a:cubicBezTo>
                    <a:pt x="52049" y="38682"/>
                    <a:pt x="49592" y="42495"/>
                    <a:pt x="46013" y="46897"/>
                  </a:cubicBezTo>
                  <a:cubicBezTo>
                    <a:pt x="45024" y="48037"/>
                    <a:pt x="41898" y="51340"/>
                    <a:pt x="36636" y="56806"/>
                  </a:cubicBezTo>
                  <a:cubicBezTo>
                    <a:pt x="31366" y="62234"/>
                    <a:pt x="23933" y="69845"/>
                    <a:pt x="14337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A2B1F0EA-B97F-063D-07BE-F58CDD844039}"/>
                </a:ext>
              </a:extLst>
            </p:cNvPr>
            <p:cNvSpPr/>
            <p:nvPr/>
          </p:nvSpPr>
          <p:spPr>
            <a:xfrm>
              <a:off x="3072551" y="4846570"/>
              <a:ext cx="57983" cy="91369"/>
            </a:xfrm>
            <a:custGeom>
              <a:avLst/>
              <a:gdLst>
                <a:gd name="csX0" fmla="*/ 39819 w 57983"/>
                <a:gd name="csY0" fmla="*/ 42174 h 91369"/>
                <a:gd name="csX1" fmla="*/ 53148 w 57983"/>
                <a:gd name="csY1" fmla="*/ 49785 h 91369"/>
                <a:gd name="csX2" fmla="*/ 57984 w 57983"/>
                <a:gd name="csY2" fmla="*/ 64065 h 91369"/>
                <a:gd name="csX3" fmla="*/ 49014 w 57983"/>
                <a:gd name="csY3" fmla="*/ 84235 h 91369"/>
                <a:gd name="csX4" fmla="*/ 23533 w 57983"/>
                <a:gd name="csY4" fmla="*/ 91370 h 91369"/>
                <a:gd name="csX5" fmla="*/ 12095 w 57983"/>
                <a:gd name="csY5" fmla="*/ 90249 h 91369"/>
                <a:gd name="csX6" fmla="*/ 0 w 57983"/>
                <a:gd name="csY6" fmla="*/ 87010 h 91369"/>
                <a:gd name="csX7" fmla="*/ 0 w 57983"/>
                <a:gd name="csY7" fmla="*/ 75504 h 91369"/>
                <a:gd name="csX8" fmla="*/ 10861 w 57983"/>
                <a:gd name="csY8" fmla="*/ 79864 h 91369"/>
                <a:gd name="csX9" fmla="*/ 23182 w 57983"/>
                <a:gd name="csY9" fmla="*/ 81347 h 91369"/>
                <a:gd name="csX10" fmla="*/ 40226 w 57983"/>
                <a:gd name="csY10" fmla="*/ 76919 h 91369"/>
                <a:gd name="csX11" fmla="*/ 46127 w 57983"/>
                <a:gd name="csY11" fmla="*/ 64065 h 91369"/>
                <a:gd name="csX12" fmla="*/ 40645 w 57983"/>
                <a:gd name="csY12" fmla="*/ 51914 h 91369"/>
                <a:gd name="csX13" fmla="*/ 25481 w 57983"/>
                <a:gd name="csY13" fmla="*/ 47486 h 91369"/>
                <a:gd name="csX14" fmla="*/ 15221 w 57983"/>
                <a:gd name="csY14" fmla="*/ 47486 h 91369"/>
                <a:gd name="csX15" fmla="*/ 15221 w 57983"/>
                <a:gd name="csY15" fmla="*/ 37690 h 91369"/>
                <a:gd name="csX16" fmla="*/ 25957 w 57983"/>
                <a:gd name="csY16" fmla="*/ 37690 h 91369"/>
                <a:gd name="csX17" fmla="*/ 39411 w 57983"/>
                <a:gd name="csY17" fmla="*/ 34213 h 91369"/>
                <a:gd name="csX18" fmla="*/ 44066 w 57983"/>
                <a:gd name="csY18" fmla="*/ 24066 h 91369"/>
                <a:gd name="csX19" fmla="*/ 39230 w 57983"/>
                <a:gd name="csY19" fmla="*/ 13692 h 91369"/>
                <a:gd name="csX20" fmla="*/ 25481 w 57983"/>
                <a:gd name="csY20" fmla="*/ 10034 h 91369"/>
                <a:gd name="csX21" fmla="*/ 14983 w 57983"/>
                <a:gd name="csY21" fmla="*/ 11099 h 91369"/>
                <a:gd name="csX22" fmla="*/ 2661 w 57983"/>
                <a:gd name="csY22" fmla="*/ 14394 h 91369"/>
                <a:gd name="csX23" fmla="*/ 2661 w 57983"/>
                <a:gd name="csY23" fmla="*/ 3783 h 91369"/>
                <a:gd name="csX24" fmla="*/ 15345 w 57983"/>
                <a:gd name="csY24" fmla="*/ 951 h 91369"/>
                <a:gd name="csX25" fmla="*/ 26546 w 57983"/>
                <a:gd name="csY25" fmla="*/ 0 h 91369"/>
                <a:gd name="csX26" fmla="*/ 48018 w 57983"/>
                <a:gd name="csY26" fmla="*/ 6195 h 91369"/>
                <a:gd name="csX27" fmla="*/ 55923 w 57983"/>
                <a:gd name="csY27" fmla="*/ 22831 h 91369"/>
                <a:gd name="csX28" fmla="*/ 51732 w 57983"/>
                <a:gd name="csY28" fmla="*/ 35221 h 91369"/>
                <a:gd name="csX29" fmla="*/ 39819 w 57983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3" h="91369">
                  <a:moveTo>
                    <a:pt x="39819" y="42174"/>
                  </a:moveTo>
                  <a:cubicBezTo>
                    <a:pt x="45519" y="43397"/>
                    <a:pt x="49962" y="45934"/>
                    <a:pt x="53148" y="49785"/>
                  </a:cubicBezTo>
                  <a:cubicBezTo>
                    <a:pt x="56372" y="53643"/>
                    <a:pt x="57984" y="58403"/>
                    <a:pt x="57984" y="64065"/>
                  </a:cubicBezTo>
                  <a:cubicBezTo>
                    <a:pt x="57984" y="72755"/>
                    <a:pt x="54994" y="79479"/>
                    <a:pt x="49014" y="84235"/>
                  </a:cubicBezTo>
                  <a:cubicBezTo>
                    <a:pt x="43042" y="88992"/>
                    <a:pt x="34549" y="91370"/>
                    <a:pt x="23533" y="91370"/>
                  </a:cubicBezTo>
                  <a:cubicBezTo>
                    <a:pt x="19841" y="91370"/>
                    <a:pt x="16029" y="90996"/>
                    <a:pt x="12095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7" y="77429"/>
                    <a:pt x="6927" y="78882"/>
                    <a:pt x="10861" y="79864"/>
                  </a:cubicBezTo>
                  <a:cubicBezTo>
                    <a:pt x="14794" y="80853"/>
                    <a:pt x="18901" y="81347"/>
                    <a:pt x="23182" y="81347"/>
                  </a:cubicBezTo>
                  <a:cubicBezTo>
                    <a:pt x="30657" y="81347"/>
                    <a:pt x="36338" y="79871"/>
                    <a:pt x="40226" y="76919"/>
                  </a:cubicBezTo>
                  <a:cubicBezTo>
                    <a:pt x="44160" y="73967"/>
                    <a:pt x="46127" y="69683"/>
                    <a:pt x="46127" y="64065"/>
                  </a:cubicBezTo>
                  <a:cubicBezTo>
                    <a:pt x="46127" y="58871"/>
                    <a:pt x="44300" y="54820"/>
                    <a:pt x="40645" y="51914"/>
                  </a:cubicBezTo>
                  <a:cubicBezTo>
                    <a:pt x="37029" y="48962"/>
                    <a:pt x="31974" y="47486"/>
                    <a:pt x="25481" y="47486"/>
                  </a:cubicBezTo>
                  <a:lnTo>
                    <a:pt x="15221" y="47486"/>
                  </a:lnTo>
                  <a:lnTo>
                    <a:pt x="15221" y="37690"/>
                  </a:lnTo>
                  <a:lnTo>
                    <a:pt x="25957" y="37690"/>
                  </a:lnTo>
                  <a:cubicBezTo>
                    <a:pt x="31816" y="37690"/>
                    <a:pt x="36300" y="36531"/>
                    <a:pt x="39411" y="34213"/>
                  </a:cubicBezTo>
                  <a:cubicBezTo>
                    <a:pt x="42514" y="31857"/>
                    <a:pt x="44066" y="28475"/>
                    <a:pt x="44066" y="24066"/>
                  </a:cubicBezTo>
                  <a:cubicBezTo>
                    <a:pt x="44066" y="19543"/>
                    <a:pt x="42454" y="16085"/>
                    <a:pt x="39230" y="13692"/>
                  </a:cubicBezTo>
                  <a:cubicBezTo>
                    <a:pt x="36044" y="11253"/>
                    <a:pt x="31461" y="10034"/>
                    <a:pt x="25481" y="10034"/>
                  </a:cubicBezTo>
                  <a:cubicBezTo>
                    <a:pt x="22220" y="10034"/>
                    <a:pt x="18720" y="10389"/>
                    <a:pt x="14983" y="11099"/>
                  </a:cubicBezTo>
                  <a:cubicBezTo>
                    <a:pt x="11246" y="11801"/>
                    <a:pt x="7139" y="12899"/>
                    <a:pt x="2661" y="14394"/>
                  </a:cubicBezTo>
                  <a:lnTo>
                    <a:pt x="2661" y="3783"/>
                  </a:lnTo>
                  <a:cubicBezTo>
                    <a:pt x="7184" y="2522"/>
                    <a:pt x="11412" y="1578"/>
                    <a:pt x="15345" y="951"/>
                  </a:cubicBezTo>
                  <a:cubicBezTo>
                    <a:pt x="19317" y="317"/>
                    <a:pt x="23050" y="0"/>
                    <a:pt x="26546" y="0"/>
                  </a:cubicBezTo>
                  <a:cubicBezTo>
                    <a:pt x="35591" y="0"/>
                    <a:pt x="42748" y="2065"/>
                    <a:pt x="48018" y="6195"/>
                  </a:cubicBezTo>
                  <a:cubicBezTo>
                    <a:pt x="53288" y="10287"/>
                    <a:pt x="55923" y="15832"/>
                    <a:pt x="55923" y="22831"/>
                  </a:cubicBezTo>
                  <a:cubicBezTo>
                    <a:pt x="55923" y="27708"/>
                    <a:pt x="54526" y="31838"/>
                    <a:pt x="51732" y="35221"/>
                  </a:cubicBezTo>
                  <a:cubicBezTo>
                    <a:pt x="48939" y="38558"/>
                    <a:pt x="44968" y="40876"/>
                    <a:pt x="39819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0FF7A6C6-5A8F-BDA8-6070-7B80C6F427A4}"/>
                </a:ext>
              </a:extLst>
            </p:cNvPr>
            <p:cNvSpPr/>
            <p:nvPr/>
          </p:nvSpPr>
          <p:spPr>
            <a:xfrm>
              <a:off x="1714801" y="4996841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40 w 82774"/>
                <a:gd name="csY3" fmla="*/ 11144 h 97847"/>
                <a:gd name="csX4" fmla="*/ 48040 w 82774"/>
                <a:gd name="csY4" fmla="*/ 97848 h 97847"/>
                <a:gd name="csX5" fmla="*/ 34745 w 82774"/>
                <a:gd name="csY5" fmla="*/ 97848 h 97847"/>
                <a:gd name="csX6" fmla="*/ 34745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40" y="11144"/>
                  </a:lnTo>
                  <a:lnTo>
                    <a:pt x="48040" y="97848"/>
                  </a:lnTo>
                  <a:lnTo>
                    <a:pt x="34745" y="97848"/>
                  </a:lnTo>
                  <a:lnTo>
                    <a:pt x="34745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24FA7CC6-DE58-D0FB-B764-D99BED1A4D10}"/>
                </a:ext>
              </a:extLst>
            </p:cNvPr>
            <p:cNvSpPr/>
            <p:nvPr/>
          </p:nvSpPr>
          <p:spPr>
            <a:xfrm>
              <a:off x="1789648" y="5019514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29 w 42989"/>
                <a:gd name="csY4" fmla="*/ 36512 h 75175"/>
                <a:gd name="csX5" fmla="*/ 12129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29 w 42989"/>
                <a:gd name="csY8" fmla="*/ 1778 h 75175"/>
                <a:gd name="csX9" fmla="*/ 12129 w 42989"/>
                <a:gd name="csY9" fmla="*/ 13171 h 75175"/>
                <a:gd name="csX10" fmla="*/ 22027 w 42989"/>
                <a:gd name="csY10" fmla="*/ 3284 h 75175"/>
                <a:gd name="csX11" fmla="*/ 36829 w 42989"/>
                <a:gd name="csY11" fmla="*/ 0 h 75175"/>
                <a:gd name="csX12" fmla="*/ 39592 w 42989"/>
                <a:gd name="csY12" fmla="*/ 204 h 75175"/>
                <a:gd name="csX13" fmla="*/ 42933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8" y="10944"/>
                    <a:pt x="35221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41" y="21850"/>
                    <a:pt x="12129" y="28207"/>
                    <a:pt x="12129" y="3651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4658" y="8716"/>
                    <a:pt x="17958" y="5421"/>
                    <a:pt x="22027" y="3284"/>
                  </a:cubicBezTo>
                  <a:cubicBezTo>
                    <a:pt x="26089" y="1095"/>
                    <a:pt x="31023" y="0"/>
                    <a:pt x="36829" y="0"/>
                  </a:cubicBezTo>
                  <a:cubicBezTo>
                    <a:pt x="37659" y="0"/>
                    <a:pt x="38580" y="68"/>
                    <a:pt x="39592" y="204"/>
                  </a:cubicBezTo>
                  <a:cubicBezTo>
                    <a:pt x="40596" y="287"/>
                    <a:pt x="41710" y="438"/>
                    <a:pt x="42933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70F3512B-05E9-3662-0DC0-56F388210ACD}"/>
                </a:ext>
              </a:extLst>
            </p:cNvPr>
            <p:cNvSpPr/>
            <p:nvPr/>
          </p:nvSpPr>
          <p:spPr>
            <a:xfrm>
              <a:off x="1844041" y="5019514"/>
              <a:ext cx="61483" cy="77077"/>
            </a:xfrm>
            <a:custGeom>
              <a:avLst/>
              <a:gdLst>
                <a:gd name="csX0" fmla="*/ 0 w 61483"/>
                <a:gd name="csY0" fmla="*/ 46206 h 77077"/>
                <a:gd name="csX1" fmla="*/ 0 w 61483"/>
                <a:gd name="csY1" fmla="*/ 1778 h 77077"/>
                <a:gd name="csX2" fmla="*/ 12061 w 61483"/>
                <a:gd name="csY2" fmla="*/ 1778 h 77077"/>
                <a:gd name="csX3" fmla="*/ 12061 w 61483"/>
                <a:gd name="csY3" fmla="*/ 45753 h 77077"/>
                <a:gd name="csX4" fmla="*/ 16127 w 61483"/>
                <a:gd name="csY4" fmla="*/ 61415 h 77077"/>
                <a:gd name="csX5" fmla="*/ 28312 w 61483"/>
                <a:gd name="csY5" fmla="*/ 66591 h 77077"/>
                <a:gd name="csX6" fmla="*/ 43714 w 61483"/>
                <a:gd name="csY6" fmla="*/ 60362 h 77077"/>
                <a:gd name="csX7" fmla="*/ 49422 w 61483"/>
                <a:gd name="csY7" fmla="*/ 43386 h 77077"/>
                <a:gd name="csX8" fmla="*/ 49422 w 61483"/>
                <a:gd name="csY8" fmla="*/ 1778 h 77077"/>
                <a:gd name="csX9" fmla="*/ 61483 w 61483"/>
                <a:gd name="csY9" fmla="*/ 1778 h 77077"/>
                <a:gd name="csX10" fmla="*/ 61483 w 61483"/>
                <a:gd name="csY10" fmla="*/ 75175 h 77077"/>
                <a:gd name="csX11" fmla="*/ 49422 w 61483"/>
                <a:gd name="csY11" fmla="*/ 75175 h 77077"/>
                <a:gd name="csX12" fmla="*/ 49422 w 61483"/>
                <a:gd name="csY12" fmla="*/ 63907 h 77077"/>
                <a:gd name="csX13" fmla="*/ 39196 w 61483"/>
                <a:gd name="csY13" fmla="*/ 73861 h 77077"/>
                <a:gd name="csX14" fmla="*/ 25764 w 61483"/>
                <a:gd name="csY14" fmla="*/ 77078 h 77077"/>
                <a:gd name="csX15" fmla="*/ 6557 w 61483"/>
                <a:gd name="csY15" fmla="*/ 69207 h 77077"/>
                <a:gd name="csX16" fmla="*/ 0 w 61483"/>
                <a:gd name="csY16" fmla="*/ 46206 h 77077"/>
                <a:gd name="csX17" fmla="*/ 30351 w 61483"/>
                <a:gd name="csY17" fmla="*/ 0 h 77077"/>
                <a:gd name="csX18" fmla="*/ 30351 w 61483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83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6" y="57920"/>
                    <a:pt x="16127" y="61415"/>
                  </a:cubicBezTo>
                  <a:cubicBezTo>
                    <a:pt x="18837" y="64866"/>
                    <a:pt x="22899" y="66591"/>
                    <a:pt x="28312" y="66591"/>
                  </a:cubicBezTo>
                  <a:cubicBezTo>
                    <a:pt x="34828" y="66591"/>
                    <a:pt x="39962" y="64515"/>
                    <a:pt x="43714" y="60362"/>
                  </a:cubicBezTo>
                  <a:cubicBezTo>
                    <a:pt x="47520" y="56210"/>
                    <a:pt x="49422" y="50551"/>
                    <a:pt x="49422" y="43386"/>
                  </a:cubicBezTo>
                  <a:lnTo>
                    <a:pt x="49422" y="1778"/>
                  </a:lnTo>
                  <a:lnTo>
                    <a:pt x="61483" y="1778"/>
                  </a:lnTo>
                  <a:lnTo>
                    <a:pt x="61483" y="75175"/>
                  </a:lnTo>
                  <a:lnTo>
                    <a:pt x="49422" y="75175"/>
                  </a:lnTo>
                  <a:lnTo>
                    <a:pt x="49422" y="63907"/>
                  </a:lnTo>
                  <a:cubicBezTo>
                    <a:pt x="46493" y="68361"/>
                    <a:pt x="43084" y="71679"/>
                    <a:pt x="39196" y="73861"/>
                  </a:cubicBezTo>
                  <a:cubicBezTo>
                    <a:pt x="35353" y="76006"/>
                    <a:pt x="30876" y="77078"/>
                    <a:pt x="25764" y="77078"/>
                  </a:cubicBezTo>
                  <a:cubicBezTo>
                    <a:pt x="17331" y="77078"/>
                    <a:pt x="10928" y="74454"/>
                    <a:pt x="6557" y="69207"/>
                  </a:cubicBezTo>
                  <a:cubicBezTo>
                    <a:pt x="2186" y="63967"/>
                    <a:pt x="0" y="56300"/>
                    <a:pt x="0" y="46206"/>
                  </a:cubicBezTo>
                  <a:moveTo>
                    <a:pt x="30351" y="0"/>
                  </a:moveTo>
                  <a:lnTo>
                    <a:pt x="30351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94508B29-EF11-5BCC-F2A3-3519DB1D3709}"/>
                </a:ext>
              </a:extLst>
            </p:cNvPr>
            <p:cNvSpPr/>
            <p:nvPr/>
          </p:nvSpPr>
          <p:spPr>
            <a:xfrm>
              <a:off x="1925117" y="5019514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02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694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03" y="49656"/>
                    <a:pt x="15594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27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82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10" y="3541"/>
                    <a:pt x="24972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1" y="10226"/>
                    <a:pt x="23982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9F2345ED-FDB6-63CD-11AC-685C918C79B5}"/>
                </a:ext>
              </a:extLst>
            </p:cNvPr>
            <p:cNvSpPr/>
            <p:nvPr/>
          </p:nvSpPr>
          <p:spPr>
            <a:xfrm>
              <a:off x="2050224" y="5019514"/>
              <a:ext cx="56103" cy="77077"/>
            </a:xfrm>
            <a:custGeom>
              <a:avLst/>
              <a:gdLst>
                <a:gd name="csX0" fmla="*/ 52174 w 56103"/>
                <a:gd name="csY0" fmla="*/ 3941 h 77077"/>
                <a:gd name="csX1" fmla="*/ 52174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97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46 w 56103"/>
                <a:gd name="csY8" fmla="*/ 33171 h 77077"/>
                <a:gd name="csX9" fmla="*/ 50668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64 w 56103"/>
                <a:gd name="csY12" fmla="*/ 77078 h 77077"/>
                <a:gd name="csX13" fmla="*/ 13443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25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99 w 56103"/>
                <a:gd name="csY22" fmla="*/ 42276 h 77077"/>
                <a:gd name="csX23" fmla="*/ 5504 w 56103"/>
                <a:gd name="csY23" fmla="*/ 35062 h 77077"/>
                <a:gd name="csX24" fmla="*/ 532 w 56103"/>
                <a:gd name="csY24" fmla="*/ 21631 h 77077"/>
                <a:gd name="csX25" fmla="*/ 7871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74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74" y="3941"/>
                  </a:moveTo>
                  <a:lnTo>
                    <a:pt x="52174" y="15334"/>
                  </a:lnTo>
                  <a:cubicBezTo>
                    <a:pt x="48762" y="13590"/>
                    <a:pt x="45221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81" y="14688"/>
                    <a:pt x="12197" y="17440"/>
                    <a:pt x="12197" y="21110"/>
                  </a:cubicBezTo>
                  <a:cubicBezTo>
                    <a:pt x="12197" y="23903"/>
                    <a:pt x="13265" y="26108"/>
                    <a:pt x="15402" y="27723"/>
                  </a:cubicBezTo>
                  <a:cubicBezTo>
                    <a:pt x="17546" y="29301"/>
                    <a:pt x="21850" y="30808"/>
                    <a:pt x="28312" y="32242"/>
                  </a:cubicBezTo>
                  <a:lnTo>
                    <a:pt x="32446" y="33171"/>
                  </a:lnTo>
                  <a:cubicBezTo>
                    <a:pt x="41008" y="35005"/>
                    <a:pt x="47082" y="37603"/>
                    <a:pt x="50668" y="40962"/>
                  </a:cubicBezTo>
                  <a:cubicBezTo>
                    <a:pt x="54292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605" y="75088"/>
                    <a:pt x="35202" y="77078"/>
                    <a:pt x="25764" y="77078"/>
                  </a:cubicBezTo>
                  <a:cubicBezTo>
                    <a:pt x="21831" y="77078"/>
                    <a:pt x="17724" y="76685"/>
                    <a:pt x="13443" y="75900"/>
                  </a:cubicBezTo>
                  <a:cubicBezTo>
                    <a:pt x="9200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62" y="62351"/>
                    <a:pt x="8852" y="64099"/>
                    <a:pt x="13171" y="65277"/>
                  </a:cubicBezTo>
                  <a:cubicBezTo>
                    <a:pt x="17497" y="66417"/>
                    <a:pt x="21782" y="66987"/>
                    <a:pt x="26025" y="66987"/>
                  </a:cubicBezTo>
                  <a:cubicBezTo>
                    <a:pt x="31702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92" y="46557"/>
                    <a:pt x="33363" y="44877"/>
                    <a:pt x="25889" y="43261"/>
                  </a:cubicBezTo>
                  <a:lnTo>
                    <a:pt x="21699" y="42276"/>
                  </a:lnTo>
                  <a:cubicBezTo>
                    <a:pt x="14224" y="40706"/>
                    <a:pt x="8826" y="38301"/>
                    <a:pt x="5504" y="35062"/>
                  </a:cubicBezTo>
                  <a:cubicBezTo>
                    <a:pt x="2190" y="31785"/>
                    <a:pt x="532" y="27308"/>
                    <a:pt x="532" y="21631"/>
                  </a:cubicBezTo>
                  <a:cubicBezTo>
                    <a:pt x="532" y="14730"/>
                    <a:pt x="2978" y="9400"/>
                    <a:pt x="7871" y="5640"/>
                  </a:cubicBezTo>
                  <a:cubicBezTo>
                    <a:pt x="12763" y="1880"/>
                    <a:pt x="19709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24" y="1642"/>
                    <a:pt x="48852" y="2627"/>
                    <a:pt x="52174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49E119C6-B662-2288-7934-A0966F836CC4}"/>
                </a:ext>
              </a:extLst>
            </p:cNvPr>
            <p:cNvSpPr/>
            <p:nvPr/>
          </p:nvSpPr>
          <p:spPr>
            <a:xfrm>
              <a:off x="2125070" y="4992707"/>
              <a:ext cx="65141" cy="101981"/>
            </a:xfrm>
            <a:custGeom>
              <a:avLst/>
              <a:gdLst>
                <a:gd name="csX0" fmla="*/ 0 w 65141"/>
                <a:gd name="csY0" fmla="*/ 0 h 101981"/>
                <a:gd name="csX1" fmla="*/ 12129 w 65141"/>
                <a:gd name="csY1" fmla="*/ 0 h 101981"/>
                <a:gd name="csX2" fmla="*/ 12129 w 65141"/>
                <a:gd name="csY2" fmla="*/ 60238 h 101981"/>
                <a:gd name="csX3" fmla="*/ 48109 w 65141"/>
                <a:gd name="csY3" fmla="*/ 28584 h 101981"/>
                <a:gd name="csX4" fmla="*/ 63510 w 65141"/>
                <a:gd name="csY4" fmla="*/ 28584 h 101981"/>
                <a:gd name="csX5" fmla="*/ 24575 w 65141"/>
                <a:gd name="csY5" fmla="*/ 62922 h 101981"/>
                <a:gd name="csX6" fmla="*/ 65141 w 65141"/>
                <a:gd name="csY6" fmla="*/ 101981 h 101981"/>
                <a:gd name="csX7" fmla="*/ 49411 w 65141"/>
                <a:gd name="csY7" fmla="*/ 101981 h 101981"/>
                <a:gd name="csX8" fmla="*/ 12129 w 65141"/>
                <a:gd name="csY8" fmla="*/ 66126 h 101981"/>
                <a:gd name="csX9" fmla="*/ 12129 w 65141"/>
                <a:gd name="csY9" fmla="*/ 101981 h 101981"/>
                <a:gd name="csX10" fmla="*/ 0 w 65141"/>
                <a:gd name="csY10" fmla="*/ 101981 h 101981"/>
                <a:gd name="csX11" fmla="*/ 0 w 65141"/>
                <a:gd name="csY11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5141" h="101981">
                  <a:moveTo>
                    <a:pt x="0" y="0"/>
                  </a:moveTo>
                  <a:lnTo>
                    <a:pt x="12129" y="0"/>
                  </a:lnTo>
                  <a:lnTo>
                    <a:pt x="12129" y="60238"/>
                  </a:lnTo>
                  <a:lnTo>
                    <a:pt x="48109" y="28584"/>
                  </a:lnTo>
                  <a:lnTo>
                    <a:pt x="63510" y="28584"/>
                  </a:lnTo>
                  <a:lnTo>
                    <a:pt x="24575" y="62922"/>
                  </a:lnTo>
                  <a:lnTo>
                    <a:pt x="65141" y="101981"/>
                  </a:lnTo>
                  <a:lnTo>
                    <a:pt x="49411" y="101981"/>
                  </a:lnTo>
                  <a:lnTo>
                    <a:pt x="12129" y="66126"/>
                  </a:lnTo>
                  <a:lnTo>
                    <a:pt x="12129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C3289E3C-BF53-5957-E237-8C243A6529F3}"/>
                </a:ext>
              </a:extLst>
            </p:cNvPr>
            <p:cNvSpPr/>
            <p:nvPr/>
          </p:nvSpPr>
          <p:spPr>
            <a:xfrm>
              <a:off x="2203258" y="4992707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ADDC228C-22A8-EE09-5849-B6FF44C4456A}"/>
                </a:ext>
              </a:extLst>
            </p:cNvPr>
            <p:cNvSpPr/>
            <p:nvPr/>
          </p:nvSpPr>
          <p:spPr>
            <a:xfrm>
              <a:off x="2240551" y="4992707"/>
              <a:ext cx="12060" cy="101981"/>
            </a:xfrm>
            <a:custGeom>
              <a:avLst/>
              <a:gdLst>
                <a:gd name="csX0" fmla="*/ 0 w 12060"/>
                <a:gd name="csY0" fmla="*/ 0 h 101981"/>
                <a:gd name="csX1" fmla="*/ 12061 w 12060"/>
                <a:gd name="csY1" fmla="*/ 0 h 101981"/>
                <a:gd name="csX2" fmla="*/ 12061 w 12060"/>
                <a:gd name="csY2" fmla="*/ 101981 h 101981"/>
                <a:gd name="csX3" fmla="*/ 0 w 12060"/>
                <a:gd name="csY3" fmla="*/ 101981 h 101981"/>
                <a:gd name="csX4" fmla="*/ 0 w 12060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60" h="101981">
                  <a:moveTo>
                    <a:pt x="0" y="0"/>
                  </a:moveTo>
                  <a:lnTo>
                    <a:pt x="12061" y="0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6" name="Freeform 1215">
              <a:extLst>
                <a:ext uri="{FF2B5EF4-FFF2-40B4-BE49-F238E27FC236}">
                  <a16:creationId xmlns:a16="http://schemas.microsoft.com/office/drawing/2014/main" id="{5893A5F3-F80C-3D17-46DD-59B7CC705414}"/>
                </a:ext>
              </a:extLst>
            </p:cNvPr>
            <p:cNvSpPr/>
            <p:nvPr/>
          </p:nvSpPr>
          <p:spPr>
            <a:xfrm>
              <a:off x="2277844" y="4992707"/>
              <a:ext cx="12049" cy="101981"/>
            </a:xfrm>
            <a:custGeom>
              <a:avLst/>
              <a:gdLst>
                <a:gd name="csX0" fmla="*/ 0 w 12049"/>
                <a:gd name="csY0" fmla="*/ 0 h 101981"/>
                <a:gd name="csX1" fmla="*/ 12050 w 12049"/>
                <a:gd name="csY1" fmla="*/ 0 h 101981"/>
                <a:gd name="csX2" fmla="*/ 12050 w 12049"/>
                <a:gd name="csY2" fmla="*/ 101981 h 101981"/>
                <a:gd name="csX3" fmla="*/ 0 w 12049"/>
                <a:gd name="csY3" fmla="*/ 101981 h 101981"/>
                <a:gd name="csX4" fmla="*/ 0 w 12049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49" h="101981">
                  <a:moveTo>
                    <a:pt x="0" y="0"/>
                  </a:moveTo>
                  <a:lnTo>
                    <a:pt x="12050" y="0"/>
                  </a:lnTo>
                  <a:lnTo>
                    <a:pt x="12050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7" name="Freeform 1216">
              <a:extLst>
                <a:ext uri="{FF2B5EF4-FFF2-40B4-BE49-F238E27FC236}">
                  <a16:creationId xmlns:a16="http://schemas.microsoft.com/office/drawing/2014/main" id="{01938C7E-D1C8-F042-F10E-74D9D5ACBE48}"/>
                </a:ext>
              </a:extLst>
            </p:cNvPr>
            <p:cNvSpPr/>
            <p:nvPr/>
          </p:nvSpPr>
          <p:spPr>
            <a:xfrm>
              <a:off x="2309758" y="5019514"/>
              <a:ext cx="56103" cy="77077"/>
            </a:xfrm>
            <a:custGeom>
              <a:avLst/>
              <a:gdLst>
                <a:gd name="csX0" fmla="*/ 52163 w 56103"/>
                <a:gd name="csY0" fmla="*/ 3941 h 77077"/>
                <a:gd name="csX1" fmla="*/ 52163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86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35 w 56103"/>
                <a:gd name="csY8" fmla="*/ 33171 h 77077"/>
                <a:gd name="csX9" fmla="*/ 50657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53 w 56103"/>
                <a:gd name="csY12" fmla="*/ 77078 h 77077"/>
                <a:gd name="csX13" fmla="*/ 13431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13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87 w 56103"/>
                <a:gd name="csY22" fmla="*/ 42276 h 77077"/>
                <a:gd name="csX23" fmla="*/ 5504 w 56103"/>
                <a:gd name="csY23" fmla="*/ 35062 h 77077"/>
                <a:gd name="csX24" fmla="*/ 521 w 56103"/>
                <a:gd name="csY24" fmla="*/ 21631 h 77077"/>
                <a:gd name="csX25" fmla="*/ 7859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63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73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1004" y="35005"/>
                    <a:pt x="47078" y="37603"/>
                    <a:pt x="50657" y="40962"/>
                  </a:cubicBezTo>
                  <a:cubicBezTo>
                    <a:pt x="54288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9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84" y="46557"/>
                    <a:pt x="33356" y="44877"/>
                    <a:pt x="25889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702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17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8" name="Freeform 1217">
              <a:extLst>
                <a:ext uri="{FF2B5EF4-FFF2-40B4-BE49-F238E27FC236}">
                  <a16:creationId xmlns:a16="http://schemas.microsoft.com/office/drawing/2014/main" id="{20457AE0-E016-EE70-62D7-89E1A236030D}"/>
                </a:ext>
              </a:extLst>
            </p:cNvPr>
            <p:cNvSpPr/>
            <p:nvPr/>
          </p:nvSpPr>
          <p:spPr>
            <a:xfrm>
              <a:off x="892250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9" name="Freeform 1218">
              <a:extLst>
                <a:ext uri="{FF2B5EF4-FFF2-40B4-BE49-F238E27FC236}">
                  <a16:creationId xmlns:a16="http://schemas.microsoft.com/office/drawing/2014/main" id="{4A008CEC-0D25-4D18-C2F6-2CF571108965}"/>
                </a:ext>
              </a:extLst>
            </p:cNvPr>
            <p:cNvSpPr/>
            <p:nvPr/>
          </p:nvSpPr>
          <p:spPr>
            <a:xfrm>
              <a:off x="892250" y="4741769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FE26A583-92C5-092B-1050-5DB8C8CCBF43}"/>
                </a:ext>
              </a:extLst>
            </p:cNvPr>
            <p:cNvSpPr/>
            <p:nvPr/>
          </p:nvSpPr>
          <p:spPr>
            <a:xfrm>
              <a:off x="892250" y="4411754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6CB56280-BFCF-6DC8-C977-5A0D7B597A1B}"/>
                </a:ext>
              </a:extLst>
            </p:cNvPr>
            <p:cNvSpPr/>
            <p:nvPr/>
          </p:nvSpPr>
          <p:spPr>
            <a:xfrm>
              <a:off x="892250" y="4081743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BEBDB5AC-F059-25CE-90D7-20288EBF851E}"/>
                </a:ext>
              </a:extLst>
            </p:cNvPr>
            <p:cNvSpPr/>
            <p:nvPr/>
          </p:nvSpPr>
          <p:spPr>
            <a:xfrm>
              <a:off x="892250" y="3751732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4391D88A-E2F9-68A5-529D-5F92ADF57A9E}"/>
                </a:ext>
              </a:extLst>
            </p:cNvPr>
            <p:cNvSpPr/>
            <p:nvPr/>
          </p:nvSpPr>
          <p:spPr>
            <a:xfrm>
              <a:off x="892250" y="3421720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E89D7FD3-EB7C-7687-81A8-3310D2DDEA6B}"/>
                </a:ext>
              </a:extLst>
            </p:cNvPr>
            <p:cNvSpPr/>
            <p:nvPr/>
          </p:nvSpPr>
          <p:spPr>
            <a:xfrm>
              <a:off x="698298" y="4742913"/>
              <a:ext cx="75617" cy="10033"/>
            </a:xfrm>
            <a:custGeom>
              <a:avLst/>
              <a:gdLst>
                <a:gd name="csX0" fmla="*/ 0 w 75617"/>
                <a:gd name="csY0" fmla="*/ 0 h 10033"/>
                <a:gd name="csX1" fmla="*/ 75618 w 75617"/>
                <a:gd name="csY1" fmla="*/ 0 h 10033"/>
                <a:gd name="csX2" fmla="*/ 75618 w 75617"/>
                <a:gd name="csY2" fmla="*/ 10034 h 10033"/>
                <a:gd name="csX3" fmla="*/ 0 w 75617"/>
                <a:gd name="csY3" fmla="*/ 10034 h 10033"/>
                <a:gd name="csX4" fmla="*/ 0 w 75617"/>
                <a:gd name="csY4" fmla="*/ 0 h 10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33">
                  <a:moveTo>
                    <a:pt x="0" y="0"/>
                  </a:moveTo>
                  <a:lnTo>
                    <a:pt x="75618" y="0"/>
                  </a:lnTo>
                  <a:lnTo>
                    <a:pt x="75618" y="10034"/>
                  </a:lnTo>
                  <a:lnTo>
                    <a:pt x="0" y="10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19141785-7846-1B60-F0E5-05AD46226AAF}"/>
                </a:ext>
              </a:extLst>
            </p:cNvPr>
            <p:cNvSpPr/>
            <p:nvPr/>
          </p:nvSpPr>
          <p:spPr>
            <a:xfrm>
              <a:off x="795563" y="4696141"/>
              <a:ext cx="55917" cy="89659"/>
            </a:xfrm>
            <a:custGeom>
              <a:avLst/>
              <a:gdLst>
                <a:gd name="csX0" fmla="*/ 14334 w 55917"/>
                <a:gd name="csY0" fmla="*/ 79626 h 89659"/>
                <a:gd name="csX1" fmla="*/ 55917 w 55917"/>
                <a:gd name="csY1" fmla="*/ 79626 h 89659"/>
                <a:gd name="csX2" fmla="*/ 55917 w 55917"/>
                <a:gd name="csY2" fmla="*/ 89660 h 89659"/>
                <a:gd name="csX3" fmla="*/ 0 w 55917"/>
                <a:gd name="csY3" fmla="*/ 89660 h 89659"/>
                <a:gd name="csX4" fmla="*/ 0 w 55917"/>
                <a:gd name="csY4" fmla="*/ 79626 h 89659"/>
                <a:gd name="csX5" fmla="*/ 18462 w 55917"/>
                <a:gd name="csY5" fmla="*/ 60815 h 89659"/>
                <a:gd name="csX6" fmla="*/ 33208 w 55917"/>
                <a:gd name="csY6" fmla="*/ 45538 h 89659"/>
                <a:gd name="csX7" fmla="*/ 41171 w 55917"/>
                <a:gd name="csY7" fmla="*/ 34688 h 89659"/>
                <a:gd name="csX8" fmla="*/ 43472 w 55917"/>
                <a:gd name="csY8" fmla="*/ 25900 h 89659"/>
                <a:gd name="csX9" fmla="*/ 38517 w 55917"/>
                <a:gd name="csY9" fmla="*/ 14451 h 89659"/>
                <a:gd name="csX10" fmla="*/ 25718 w 55917"/>
                <a:gd name="csY10" fmla="*/ 10034 h 89659"/>
                <a:gd name="csX11" fmla="*/ 13862 w 55917"/>
                <a:gd name="csY11" fmla="*/ 11970 h 89659"/>
                <a:gd name="csX12" fmla="*/ 590 w 55917"/>
                <a:gd name="csY12" fmla="*/ 17871 h 89659"/>
                <a:gd name="csX13" fmla="*/ 590 w 55917"/>
                <a:gd name="csY13" fmla="*/ 5844 h 89659"/>
                <a:gd name="csX14" fmla="*/ 14038 w 55917"/>
                <a:gd name="csY14" fmla="*/ 1472 h 89659"/>
                <a:gd name="csX15" fmla="*/ 25481 w 55917"/>
                <a:gd name="csY15" fmla="*/ 0 h 89659"/>
                <a:gd name="csX16" fmla="*/ 47305 w 55917"/>
                <a:gd name="csY16" fmla="*/ 6840 h 89659"/>
                <a:gd name="csX17" fmla="*/ 55446 w 55917"/>
                <a:gd name="csY17" fmla="*/ 25130 h 89659"/>
                <a:gd name="csX18" fmla="*/ 53381 w 55917"/>
                <a:gd name="csY18" fmla="*/ 35447 h 89659"/>
                <a:gd name="csX19" fmla="*/ 46008 w 55917"/>
                <a:gd name="csY19" fmla="*/ 46897 h 89659"/>
                <a:gd name="csX20" fmla="*/ 36629 w 55917"/>
                <a:gd name="csY20" fmla="*/ 56806 h 89659"/>
                <a:gd name="csX21" fmla="*/ 14334 w 55917"/>
                <a:gd name="csY21" fmla="*/ 79626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9">
                  <a:moveTo>
                    <a:pt x="14334" y="79626"/>
                  </a:moveTo>
                  <a:lnTo>
                    <a:pt x="55917" y="79626"/>
                  </a:lnTo>
                  <a:lnTo>
                    <a:pt x="55917" y="89660"/>
                  </a:lnTo>
                  <a:lnTo>
                    <a:pt x="0" y="89660"/>
                  </a:lnTo>
                  <a:lnTo>
                    <a:pt x="0" y="79626"/>
                  </a:lnTo>
                  <a:cubicBezTo>
                    <a:pt x="4522" y="74952"/>
                    <a:pt x="10676" y="68682"/>
                    <a:pt x="18462" y="60815"/>
                  </a:cubicBezTo>
                  <a:cubicBezTo>
                    <a:pt x="26288" y="52910"/>
                    <a:pt x="31203" y="47818"/>
                    <a:pt x="33208" y="45538"/>
                  </a:cubicBezTo>
                  <a:cubicBezTo>
                    <a:pt x="37022" y="41249"/>
                    <a:pt x="39677" y="37633"/>
                    <a:pt x="41171" y="34688"/>
                  </a:cubicBezTo>
                  <a:cubicBezTo>
                    <a:pt x="42705" y="31699"/>
                    <a:pt x="43472" y="28769"/>
                    <a:pt x="43472" y="25900"/>
                  </a:cubicBezTo>
                  <a:cubicBezTo>
                    <a:pt x="43472" y="21219"/>
                    <a:pt x="41820" y="17403"/>
                    <a:pt x="38517" y="14451"/>
                  </a:cubicBezTo>
                  <a:cubicBezTo>
                    <a:pt x="35253" y="11506"/>
                    <a:pt x="30987" y="10034"/>
                    <a:pt x="25718" y="10034"/>
                  </a:cubicBezTo>
                  <a:cubicBezTo>
                    <a:pt x="21982" y="10034"/>
                    <a:pt x="18030" y="10680"/>
                    <a:pt x="13862" y="11970"/>
                  </a:cubicBezTo>
                  <a:cubicBezTo>
                    <a:pt x="9733" y="13269"/>
                    <a:pt x="5309" y="15236"/>
                    <a:pt x="590" y="17871"/>
                  </a:cubicBezTo>
                  <a:lnTo>
                    <a:pt x="590" y="5844"/>
                  </a:lnTo>
                  <a:cubicBezTo>
                    <a:pt x="5387" y="3918"/>
                    <a:pt x="9870" y="2461"/>
                    <a:pt x="14038" y="1472"/>
                  </a:cubicBezTo>
                  <a:cubicBezTo>
                    <a:pt x="18207" y="491"/>
                    <a:pt x="22021" y="0"/>
                    <a:pt x="25481" y="0"/>
                  </a:cubicBezTo>
                  <a:cubicBezTo>
                    <a:pt x="34605" y="0"/>
                    <a:pt x="41879" y="2280"/>
                    <a:pt x="47305" y="6840"/>
                  </a:cubicBezTo>
                  <a:cubicBezTo>
                    <a:pt x="52732" y="11400"/>
                    <a:pt x="55446" y="17497"/>
                    <a:pt x="55446" y="25130"/>
                  </a:cubicBezTo>
                  <a:cubicBezTo>
                    <a:pt x="55446" y="28746"/>
                    <a:pt x="54758" y="32186"/>
                    <a:pt x="53381" y="35447"/>
                  </a:cubicBezTo>
                  <a:cubicBezTo>
                    <a:pt x="52044" y="38671"/>
                    <a:pt x="49586" y="42488"/>
                    <a:pt x="46008" y="46897"/>
                  </a:cubicBezTo>
                  <a:cubicBezTo>
                    <a:pt x="45025" y="48037"/>
                    <a:pt x="41899" y="51340"/>
                    <a:pt x="36629" y="56806"/>
                  </a:cubicBezTo>
                  <a:cubicBezTo>
                    <a:pt x="31360" y="62227"/>
                    <a:pt x="23929" y="69833"/>
                    <a:pt x="14334" y="7962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6" name="Freeform 1225">
              <a:extLst>
                <a:ext uri="{FF2B5EF4-FFF2-40B4-BE49-F238E27FC236}">
                  <a16:creationId xmlns:a16="http://schemas.microsoft.com/office/drawing/2014/main" id="{49E7D5E8-2597-A24D-D157-A1DE558E1B52}"/>
                </a:ext>
              </a:extLst>
            </p:cNvPr>
            <p:cNvSpPr/>
            <p:nvPr/>
          </p:nvSpPr>
          <p:spPr>
            <a:xfrm>
              <a:off x="697355" y="4412904"/>
              <a:ext cx="75617" cy="10032"/>
            </a:xfrm>
            <a:custGeom>
              <a:avLst/>
              <a:gdLst>
                <a:gd name="csX0" fmla="*/ 0 w 75617"/>
                <a:gd name="csY0" fmla="*/ 0 h 10032"/>
                <a:gd name="csX1" fmla="*/ 75618 w 75617"/>
                <a:gd name="csY1" fmla="*/ 0 h 10032"/>
                <a:gd name="csX2" fmla="*/ 75618 w 75617"/>
                <a:gd name="csY2" fmla="*/ 10033 h 10032"/>
                <a:gd name="csX3" fmla="*/ 0 w 75617"/>
                <a:gd name="csY3" fmla="*/ 10033 h 10032"/>
                <a:gd name="csX4" fmla="*/ 0 w 75617"/>
                <a:gd name="csY4" fmla="*/ 0 h 10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32">
                  <a:moveTo>
                    <a:pt x="0" y="0"/>
                  </a:moveTo>
                  <a:lnTo>
                    <a:pt x="75618" y="0"/>
                  </a:lnTo>
                  <a:lnTo>
                    <a:pt x="75618" y="10033"/>
                  </a:lnTo>
                  <a:lnTo>
                    <a:pt x="0" y="100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7" name="Freeform 1226">
              <a:extLst>
                <a:ext uri="{FF2B5EF4-FFF2-40B4-BE49-F238E27FC236}">
                  <a16:creationId xmlns:a16="http://schemas.microsoft.com/office/drawing/2014/main" id="{38B93F2C-1A75-2F95-7609-2ACF52523E81}"/>
                </a:ext>
              </a:extLst>
            </p:cNvPr>
            <p:cNvSpPr/>
            <p:nvPr/>
          </p:nvSpPr>
          <p:spPr>
            <a:xfrm>
              <a:off x="799043" y="4367722"/>
              <a:ext cx="52436" cy="88068"/>
            </a:xfrm>
            <a:custGeom>
              <a:avLst/>
              <a:gdLst>
                <a:gd name="csX0" fmla="*/ 1711 w 52436"/>
                <a:gd name="csY0" fmla="*/ 78035 h 88068"/>
                <a:gd name="csX1" fmla="*/ 21175 w 52436"/>
                <a:gd name="csY1" fmla="*/ 78035 h 88068"/>
                <a:gd name="csX2" fmla="*/ 21175 w 52436"/>
                <a:gd name="csY2" fmla="*/ 10854 h 88068"/>
                <a:gd name="csX3" fmla="*/ 0 w 52436"/>
                <a:gd name="csY3" fmla="*/ 15101 h 88068"/>
                <a:gd name="csX4" fmla="*/ 0 w 52436"/>
                <a:gd name="csY4" fmla="*/ 4247 h 88068"/>
                <a:gd name="csX5" fmla="*/ 21058 w 52436"/>
                <a:gd name="csY5" fmla="*/ 0 h 88068"/>
                <a:gd name="csX6" fmla="*/ 32973 w 52436"/>
                <a:gd name="csY6" fmla="*/ 0 h 88068"/>
                <a:gd name="csX7" fmla="*/ 32973 w 52436"/>
                <a:gd name="csY7" fmla="*/ 78035 h 88068"/>
                <a:gd name="csX8" fmla="*/ 52437 w 52436"/>
                <a:gd name="csY8" fmla="*/ 78035 h 88068"/>
                <a:gd name="csX9" fmla="*/ 52437 w 52436"/>
                <a:gd name="csY9" fmla="*/ 88069 h 88068"/>
                <a:gd name="csX10" fmla="*/ 1711 w 52436"/>
                <a:gd name="csY10" fmla="*/ 88069 h 88068"/>
                <a:gd name="csX11" fmla="*/ 1711 w 52436"/>
                <a:gd name="csY11" fmla="*/ 78035 h 880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8">
                  <a:moveTo>
                    <a:pt x="1711" y="78035"/>
                  </a:moveTo>
                  <a:lnTo>
                    <a:pt x="21175" y="78035"/>
                  </a:lnTo>
                  <a:lnTo>
                    <a:pt x="21175" y="10854"/>
                  </a:lnTo>
                  <a:lnTo>
                    <a:pt x="0" y="15101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5"/>
                  </a:lnTo>
                  <a:lnTo>
                    <a:pt x="52437" y="78035"/>
                  </a:lnTo>
                  <a:lnTo>
                    <a:pt x="52437" y="88069"/>
                  </a:lnTo>
                  <a:lnTo>
                    <a:pt x="1711" y="88069"/>
                  </a:lnTo>
                  <a:lnTo>
                    <a:pt x="1711" y="7803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8" name="Freeform 1227">
              <a:extLst>
                <a:ext uri="{FF2B5EF4-FFF2-40B4-BE49-F238E27FC236}">
                  <a16:creationId xmlns:a16="http://schemas.microsoft.com/office/drawing/2014/main" id="{F8CA2BB4-1BE0-927C-37EA-0414A3B7EA6E}"/>
                </a:ext>
              </a:extLst>
            </p:cNvPr>
            <p:cNvSpPr/>
            <p:nvPr/>
          </p:nvSpPr>
          <p:spPr>
            <a:xfrm>
              <a:off x="790608" y="4036118"/>
              <a:ext cx="60871" cy="91366"/>
            </a:xfrm>
            <a:custGeom>
              <a:avLst/>
              <a:gdLst>
                <a:gd name="csX0" fmla="*/ 30436 w 60871"/>
                <a:gd name="csY0" fmla="*/ 9438 h 91366"/>
                <a:gd name="csX1" fmla="*/ 16575 w 60871"/>
                <a:gd name="csY1" fmla="*/ 18521 h 91366"/>
                <a:gd name="csX2" fmla="*/ 11974 w 60871"/>
                <a:gd name="csY2" fmla="*/ 45713 h 91366"/>
                <a:gd name="csX3" fmla="*/ 16575 w 60871"/>
                <a:gd name="csY3" fmla="*/ 72904 h 91366"/>
                <a:gd name="csX4" fmla="*/ 30436 w 60871"/>
                <a:gd name="csY4" fmla="*/ 81929 h 91366"/>
                <a:gd name="csX5" fmla="*/ 44298 w 60871"/>
                <a:gd name="csY5" fmla="*/ 72904 h 91366"/>
                <a:gd name="csX6" fmla="*/ 48957 w 60871"/>
                <a:gd name="csY6" fmla="*/ 45713 h 91366"/>
                <a:gd name="csX7" fmla="*/ 44298 w 60871"/>
                <a:gd name="csY7" fmla="*/ 18521 h 91366"/>
                <a:gd name="csX8" fmla="*/ 30436 w 60871"/>
                <a:gd name="csY8" fmla="*/ 9438 h 91366"/>
                <a:gd name="csX9" fmla="*/ 30436 w 60871"/>
                <a:gd name="csY9" fmla="*/ 0 h 91366"/>
                <a:gd name="csX10" fmla="*/ 53027 w 60871"/>
                <a:gd name="csY10" fmla="*/ 11738 h 91366"/>
                <a:gd name="csX11" fmla="*/ 60872 w 60871"/>
                <a:gd name="csY11" fmla="*/ 45713 h 91366"/>
                <a:gd name="csX12" fmla="*/ 53027 w 60871"/>
                <a:gd name="csY12" fmla="*/ 79688 h 91366"/>
                <a:gd name="csX13" fmla="*/ 30436 w 60871"/>
                <a:gd name="csY13" fmla="*/ 91366 h 91366"/>
                <a:gd name="csX14" fmla="*/ 7786 w 60871"/>
                <a:gd name="csY14" fmla="*/ 79688 h 91366"/>
                <a:gd name="csX15" fmla="*/ 0 w 60871"/>
                <a:gd name="csY15" fmla="*/ 45713 h 91366"/>
                <a:gd name="csX16" fmla="*/ 7786 w 60871"/>
                <a:gd name="csY16" fmla="*/ 11738 h 91366"/>
                <a:gd name="csX17" fmla="*/ 30436 w 60871"/>
                <a:gd name="csY17" fmla="*/ 0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6">
                  <a:moveTo>
                    <a:pt x="30436" y="9438"/>
                  </a:moveTo>
                  <a:cubicBezTo>
                    <a:pt x="24301" y="9438"/>
                    <a:pt x="19681" y="12466"/>
                    <a:pt x="16575" y="18521"/>
                  </a:cubicBezTo>
                  <a:cubicBezTo>
                    <a:pt x="13508" y="24537"/>
                    <a:pt x="11974" y="33601"/>
                    <a:pt x="11974" y="45713"/>
                  </a:cubicBezTo>
                  <a:cubicBezTo>
                    <a:pt x="11974" y="57785"/>
                    <a:pt x="13508" y="66849"/>
                    <a:pt x="16575" y="72904"/>
                  </a:cubicBezTo>
                  <a:cubicBezTo>
                    <a:pt x="19681" y="78921"/>
                    <a:pt x="24301" y="81929"/>
                    <a:pt x="30436" y="81929"/>
                  </a:cubicBezTo>
                  <a:cubicBezTo>
                    <a:pt x="36609" y="81929"/>
                    <a:pt x="41230" y="78921"/>
                    <a:pt x="44298" y="72904"/>
                  </a:cubicBezTo>
                  <a:cubicBezTo>
                    <a:pt x="47404" y="66849"/>
                    <a:pt x="48957" y="57785"/>
                    <a:pt x="48957" y="45713"/>
                  </a:cubicBezTo>
                  <a:cubicBezTo>
                    <a:pt x="48957" y="33601"/>
                    <a:pt x="47404" y="24537"/>
                    <a:pt x="44298" y="18521"/>
                  </a:cubicBezTo>
                  <a:cubicBezTo>
                    <a:pt x="41230" y="12466"/>
                    <a:pt x="36609" y="9438"/>
                    <a:pt x="30436" y="9438"/>
                  </a:cubicBezTo>
                  <a:moveTo>
                    <a:pt x="30436" y="0"/>
                  </a:moveTo>
                  <a:cubicBezTo>
                    <a:pt x="40306" y="0"/>
                    <a:pt x="47836" y="3913"/>
                    <a:pt x="53027" y="11738"/>
                  </a:cubicBezTo>
                  <a:cubicBezTo>
                    <a:pt x="58257" y="19524"/>
                    <a:pt x="60872" y="30849"/>
                    <a:pt x="60872" y="45713"/>
                  </a:cubicBezTo>
                  <a:cubicBezTo>
                    <a:pt x="60872" y="60538"/>
                    <a:pt x="58257" y="71863"/>
                    <a:pt x="53027" y="79688"/>
                  </a:cubicBezTo>
                  <a:cubicBezTo>
                    <a:pt x="47836" y="87474"/>
                    <a:pt x="40306" y="91366"/>
                    <a:pt x="30436" y="91366"/>
                  </a:cubicBezTo>
                  <a:cubicBezTo>
                    <a:pt x="20566" y="91366"/>
                    <a:pt x="13016" y="87474"/>
                    <a:pt x="7786" y="79688"/>
                  </a:cubicBezTo>
                  <a:cubicBezTo>
                    <a:pt x="2595" y="71863"/>
                    <a:pt x="0" y="60538"/>
                    <a:pt x="0" y="45713"/>
                  </a:cubicBezTo>
                  <a:cubicBezTo>
                    <a:pt x="0" y="30849"/>
                    <a:pt x="2595" y="19524"/>
                    <a:pt x="7786" y="11738"/>
                  </a:cubicBezTo>
                  <a:cubicBezTo>
                    <a:pt x="13016" y="3913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9" name="Freeform 1228">
              <a:extLst>
                <a:ext uri="{FF2B5EF4-FFF2-40B4-BE49-F238E27FC236}">
                  <a16:creationId xmlns:a16="http://schemas.microsoft.com/office/drawing/2014/main" id="{22C99FD3-E3F0-E510-3600-96DA17957D6A}"/>
                </a:ext>
              </a:extLst>
            </p:cNvPr>
            <p:cNvSpPr/>
            <p:nvPr/>
          </p:nvSpPr>
          <p:spPr>
            <a:xfrm>
              <a:off x="799043" y="3707700"/>
              <a:ext cx="52436" cy="88062"/>
            </a:xfrm>
            <a:custGeom>
              <a:avLst/>
              <a:gdLst>
                <a:gd name="csX0" fmla="*/ 1711 w 52436"/>
                <a:gd name="csY0" fmla="*/ 78036 h 88062"/>
                <a:gd name="csX1" fmla="*/ 21175 w 52436"/>
                <a:gd name="csY1" fmla="*/ 78036 h 88062"/>
                <a:gd name="csX2" fmla="*/ 21175 w 52436"/>
                <a:gd name="csY2" fmla="*/ 10853 h 88062"/>
                <a:gd name="csX3" fmla="*/ 0 w 52436"/>
                <a:gd name="csY3" fmla="*/ 15100 h 88062"/>
                <a:gd name="csX4" fmla="*/ 0 w 52436"/>
                <a:gd name="csY4" fmla="*/ 4247 h 88062"/>
                <a:gd name="csX5" fmla="*/ 21058 w 52436"/>
                <a:gd name="csY5" fmla="*/ 0 h 88062"/>
                <a:gd name="csX6" fmla="*/ 32973 w 52436"/>
                <a:gd name="csY6" fmla="*/ 0 h 88062"/>
                <a:gd name="csX7" fmla="*/ 32973 w 52436"/>
                <a:gd name="csY7" fmla="*/ 78036 h 88062"/>
                <a:gd name="csX8" fmla="*/ 52437 w 52436"/>
                <a:gd name="csY8" fmla="*/ 78036 h 88062"/>
                <a:gd name="csX9" fmla="*/ 52437 w 52436"/>
                <a:gd name="csY9" fmla="*/ 88063 h 88062"/>
                <a:gd name="csX10" fmla="*/ 1711 w 52436"/>
                <a:gd name="csY10" fmla="*/ 88063 h 88062"/>
                <a:gd name="csX11" fmla="*/ 1711 w 52436"/>
                <a:gd name="csY11" fmla="*/ 78036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2">
                  <a:moveTo>
                    <a:pt x="1711" y="78036"/>
                  </a:moveTo>
                  <a:lnTo>
                    <a:pt x="21175" y="78036"/>
                  </a:lnTo>
                  <a:lnTo>
                    <a:pt x="21175" y="10853"/>
                  </a:lnTo>
                  <a:lnTo>
                    <a:pt x="0" y="15100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6"/>
                  </a:lnTo>
                  <a:lnTo>
                    <a:pt x="52437" y="78036"/>
                  </a:lnTo>
                  <a:lnTo>
                    <a:pt x="52437" y="88063"/>
                  </a:lnTo>
                  <a:lnTo>
                    <a:pt x="1711" y="88063"/>
                  </a:lnTo>
                  <a:lnTo>
                    <a:pt x="1711" y="780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" name="Freeform 1229">
              <a:extLst>
                <a:ext uri="{FF2B5EF4-FFF2-40B4-BE49-F238E27FC236}">
                  <a16:creationId xmlns:a16="http://schemas.microsoft.com/office/drawing/2014/main" id="{C46EA36B-47F6-9199-D072-A4FD798B0894}"/>
                </a:ext>
              </a:extLst>
            </p:cNvPr>
            <p:cNvSpPr/>
            <p:nvPr/>
          </p:nvSpPr>
          <p:spPr>
            <a:xfrm>
              <a:off x="795563" y="3376096"/>
              <a:ext cx="55917" cy="89655"/>
            </a:xfrm>
            <a:custGeom>
              <a:avLst/>
              <a:gdLst>
                <a:gd name="csX0" fmla="*/ 14334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2 h 89655"/>
                <a:gd name="csX6" fmla="*/ 33208 w 55917"/>
                <a:gd name="csY6" fmla="*/ 45536 h 89655"/>
                <a:gd name="csX7" fmla="*/ 41171 w 55917"/>
                <a:gd name="csY7" fmla="*/ 34683 h 89655"/>
                <a:gd name="csX8" fmla="*/ 43472 w 55917"/>
                <a:gd name="csY8" fmla="*/ 25894 h 89655"/>
                <a:gd name="csX9" fmla="*/ 38517 w 55917"/>
                <a:gd name="csY9" fmla="*/ 14451 h 89655"/>
                <a:gd name="csX10" fmla="*/ 25718 w 55917"/>
                <a:gd name="csY10" fmla="*/ 10027 h 89655"/>
                <a:gd name="csX11" fmla="*/ 13862 w 55917"/>
                <a:gd name="csY11" fmla="*/ 11974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5 w 55917"/>
                <a:gd name="csY16" fmla="*/ 6842 h 89655"/>
                <a:gd name="csX17" fmla="*/ 55446 w 55917"/>
                <a:gd name="csY17" fmla="*/ 25127 h 89655"/>
                <a:gd name="csX18" fmla="*/ 53381 w 55917"/>
                <a:gd name="csY18" fmla="*/ 35450 h 89655"/>
                <a:gd name="csX19" fmla="*/ 46008 w 55917"/>
                <a:gd name="csY19" fmla="*/ 46892 h 89655"/>
                <a:gd name="csX20" fmla="*/ 36629 w 55917"/>
                <a:gd name="csY20" fmla="*/ 56802 h 89655"/>
                <a:gd name="csX21" fmla="*/ 14334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4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7"/>
                    <a:pt x="18462" y="60812"/>
                  </a:cubicBezTo>
                  <a:cubicBezTo>
                    <a:pt x="26288" y="52909"/>
                    <a:pt x="31203" y="47816"/>
                    <a:pt x="33208" y="45536"/>
                  </a:cubicBezTo>
                  <a:cubicBezTo>
                    <a:pt x="37022" y="41250"/>
                    <a:pt x="39677" y="37632"/>
                    <a:pt x="41171" y="34683"/>
                  </a:cubicBezTo>
                  <a:cubicBezTo>
                    <a:pt x="42705" y="31694"/>
                    <a:pt x="43472" y="28764"/>
                    <a:pt x="43472" y="25894"/>
                  </a:cubicBezTo>
                  <a:cubicBezTo>
                    <a:pt x="43472" y="21214"/>
                    <a:pt x="41820" y="17400"/>
                    <a:pt x="38517" y="14451"/>
                  </a:cubicBezTo>
                  <a:cubicBezTo>
                    <a:pt x="35253" y="11502"/>
                    <a:pt x="30987" y="10027"/>
                    <a:pt x="25718" y="10027"/>
                  </a:cubicBezTo>
                  <a:cubicBezTo>
                    <a:pt x="21982" y="10027"/>
                    <a:pt x="18030" y="10676"/>
                    <a:pt x="13862" y="11974"/>
                  </a:cubicBezTo>
                  <a:cubicBezTo>
                    <a:pt x="9733" y="13271"/>
                    <a:pt x="5309" y="15238"/>
                    <a:pt x="590" y="17872"/>
                  </a:cubicBezTo>
                  <a:lnTo>
                    <a:pt x="590" y="5839"/>
                  </a:lnTo>
                  <a:cubicBezTo>
                    <a:pt x="5387" y="3913"/>
                    <a:pt x="9870" y="2458"/>
                    <a:pt x="14038" y="1475"/>
                  </a:cubicBezTo>
                  <a:cubicBezTo>
                    <a:pt x="18207" y="492"/>
                    <a:pt x="22021" y="0"/>
                    <a:pt x="25481" y="0"/>
                  </a:cubicBezTo>
                  <a:cubicBezTo>
                    <a:pt x="34605" y="0"/>
                    <a:pt x="41879" y="2281"/>
                    <a:pt x="47305" y="6842"/>
                  </a:cubicBezTo>
                  <a:cubicBezTo>
                    <a:pt x="52732" y="11404"/>
                    <a:pt x="55446" y="17499"/>
                    <a:pt x="55446" y="25127"/>
                  </a:cubicBezTo>
                  <a:cubicBezTo>
                    <a:pt x="55446" y="28745"/>
                    <a:pt x="54758" y="32186"/>
                    <a:pt x="53381" y="35450"/>
                  </a:cubicBezTo>
                  <a:cubicBezTo>
                    <a:pt x="52044" y="38674"/>
                    <a:pt x="49586" y="42488"/>
                    <a:pt x="46008" y="46892"/>
                  </a:cubicBezTo>
                  <a:cubicBezTo>
                    <a:pt x="45025" y="48032"/>
                    <a:pt x="41899" y="51336"/>
                    <a:pt x="36629" y="56802"/>
                  </a:cubicBezTo>
                  <a:cubicBezTo>
                    <a:pt x="31360" y="62228"/>
                    <a:pt x="23929" y="69837"/>
                    <a:pt x="14334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1" name="Freeform 1230">
              <a:extLst>
                <a:ext uri="{FF2B5EF4-FFF2-40B4-BE49-F238E27FC236}">
                  <a16:creationId xmlns:a16="http://schemas.microsoft.com/office/drawing/2014/main" id="{560A0593-3802-C5CA-0C91-2CCD3D148F7B}"/>
                </a:ext>
              </a:extLst>
            </p:cNvPr>
            <p:cNvSpPr/>
            <p:nvPr/>
          </p:nvSpPr>
          <p:spPr>
            <a:xfrm>
              <a:off x="529383" y="4523944"/>
              <a:ext cx="97847" cy="63046"/>
            </a:xfrm>
            <a:custGeom>
              <a:avLst/>
              <a:gdLst>
                <a:gd name="csX0" fmla="*/ 0 w 97847"/>
                <a:gd name="csY0" fmla="*/ 63046 h 63046"/>
                <a:gd name="csX1" fmla="*/ 0 w 97847"/>
                <a:gd name="csY1" fmla="*/ 1178 h 63046"/>
                <a:gd name="csX2" fmla="*/ 11141 w 97847"/>
                <a:gd name="csY2" fmla="*/ 1178 h 63046"/>
                <a:gd name="csX3" fmla="*/ 11141 w 97847"/>
                <a:gd name="csY3" fmla="*/ 49807 h 63046"/>
                <a:gd name="csX4" fmla="*/ 40109 w 97847"/>
                <a:gd name="csY4" fmla="*/ 49807 h 63046"/>
                <a:gd name="csX5" fmla="*/ 40109 w 97847"/>
                <a:gd name="csY5" fmla="*/ 3205 h 63046"/>
                <a:gd name="csX6" fmla="*/ 51250 w 97847"/>
                <a:gd name="csY6" fmla="*/ 3205 h 63046"/>
                <a:gd name="csX7" fmla="*/ 51250 w 97847"/>
                <a:gd name="csY7" fmla="*/ 49807 h 63046"/>
                <a:gd name="csX8" fmla="*/ 86706 w 97847"/>
                <a:gd name="csY8" fmla="*/ 49807 h 63046"/>
                <a:gd name="csX9" fmla="*/ 86706 w 97847"/>
                <a:gd name="csY9" fmla="*/ 0 h 63046"/>
                <a:gd name="csX10" fmla="*/ 97848 w 97847"/>
                <a:gd name="csY10" fmla="*/ 0 h 63046"/>
                <a:gd name="csX11" fmla="*/ 97848 w 97847"/>
                <a:gd name="csY11" fmla="*/ 63046 h 63046"/>
                <a:gd name="csX12" fmla="*/ 0 w 97847"/>
                <a:gd name="csY12" fmla="*/ 63046 h 63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6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05"/>
                  </a:lnTo>
                  <a:lnTo>
                    <a:pt x="51250" y="3205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2" name="Freeform 1231">
              <a:extLst>
                <a:ext uri="{FF2B5EF4-FFF2-40B4-BE49-F238E27FC236}">
                  <a16:creationId xmlns:a16="http://schemas.microsoft.com/office/drawing/2014/main" id="{72B28DE8-F635-3AE4-119C-58F19A1548A3}"/>
                </a:ext>
              </a:extLst>
            </p:cNvPr>
            <p:cNvSpPr/>
            <p:nvPr/>
          </p:nvSpPr>
          <p:spPr>
            <a:xfrm>
              <a:off x="552059" y="4451986"/>
              <a:ext cx="77072" cy="56092"/>
            </a:xfrm>
            <a:custGeom>
              <a:avLst/>
              <a:gdLst>
                <a:gd name="csX0" fmla="*/ 3932 w 77072"/>
                <a:gd name="csY0" fmla="*/ 3930 h 56092"/>
                <a:gd name="csX1" fmla="*/ 15336 w 77072"/>
                <a:gd name="csY1" fmla="*/ 3930 h 56092"/>
                <a:gd name="csX2" fmla="*/ 11404 w 77072"/>
                <a:gd name="csY2" fmla="*/ 14541 h 56092"/>
                <a:gd name="csX3" fmla="*/ 10093 w 77072"/>
                <a:gd name="csY3" fmla="*/ 25945 h 56092"/>
                <a:gd name="csX4" fmla="*/ 12845 w 77072"/>
                <a:gd name="csY4" fmla="*/ 39445 h 56092"/>
                <a:gd name="csX5" fmla="*/ 21103 w 77072"/>
                <a:gd name="csY5" fmla="*/ 43907 h 56092"/>
                <a:gd name="csX6" fmla="*/ 27722 w 77072"/>
                <a:gd name="csY6" fmla="*/ 40691 h 56092"/>
                <a:gd name="csX7" fmla="*/ 32245 w 77072"/>
                <a:gd name="csY7" fmla="*/ 27780 h 56092"/>
                <a:gd name="csX8" fmla="*/ 33162 w 77072"/>
                <a:gd name="csY8" fmla="*/ 23658 h 56092"/>
                <a:gd name="csX9" fmla="*/ 40961 w 77072"/>
                <a:gd name="csY9" fmla="*/ 5436 h 56092"/>
                <a:gd name="csX10" fmla="*/ 54921 w 77072"/>
                <a:gd name="csY10" fmla="*/ 0 h 56092"/>
                <a:gd name="csX11" fmla="*/ 71108 w 77072"/>
                <a:gd name="csY11" fmla="*/ 8120 h 56092"/>
                <a:gd name="csX12" fmla="*/ 77072 w 77072"/>
                <a:gd name="csY12" fmla="*/ 30339 h 56092"/>
                <a:gd name="csX13" fmla="*/ 75893 w 77072"/>
                <a:gd name="csY13" fmla="*/ 42661 h 56092"/>
                <a:gd name="csX14" fmla="*/ 72485 w 77072"/>
                <a:gd name="csY14" fmla="*/ 56092 h 56092"/>
                <a:gd name="csX15" fmla="*/ 60032 w 77072"/>
                <a:gd name="csY15" fmla="*/ 56092 h 56092"/>
                <a:gd name="csX16" fmla="*/ 65275 w 77072"/>
                <a:gd name="csY16" fmla="*/ 42922 h 56092"/>
                <a:gd name="csX17" fmla="*/ 66979 w 77072"/>
                <a:gd name="csY17" fmla="*/ 30079 h 56092"/>
                <a:gd name="csX18" fmla="*/ 64096 w 77072"/>
                <a:gd name="csY18" fmla="*/ 16965 h 56092"/>
                <a:gd name="csX19" fmla="*/ 55838 w 77072"/>
                <a:gd name="csY19" fmla="*/ 12378 h 56092"/>
                <a:gd name="csX20" fmla="*/ 48301 w 77072"/>
                <a:gd name="csY20" fmla="*/ 15719 h 56092"/>
                <a:gd name="csX21" fmla="*/ 43255 w 77072"/>
                <a:gd name="csY21" fmla="*/ 30204 h 56092"/>
                <a:gd name="csX22" fmla="*/ 42272 w 77072"/>
                <a:gd name="csY22" fmla="*/ 34405 h 56092"/>
                <a:gd name="csX23" fmla="*/ 35063 w 77072"/>
                <a:gd name="csY23" fmla="*/ 50589 h 56092"/>
                <a:gd name="csX24" fmla="*/ 21627 w 77072"/>
                <a:gd name="csY24" fmla="*/ 55572 h 56092"/>
                <a:gd name="csX25" fmla="*/ 5636 w 77072"/>
                <a:gd name="csY25" fmla="*/ 48233 h 56092"/>
                <a:gd name="csX26" fmla="*/ 0 w 77072"/>
                <a:gd name="csY26" fmla="*/ 27384 h 56092"/>
                <a:gd name="csX27" fmla="*/ 983 w 77072"/>
                <a:gd name="csY27" fmla="*/ 14802 h 56092"/>
                <a:gd name="csX28" fmla="*/ 3932 w 77072"/>
                <a:gd name="csY28" fmla="*/ 3930 h 560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2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2"/>
                    <a:pt x="11404" y="14541"/>
                  </a:cubicBezTo>
                  <a:cubicBezTo>
                    <a:pt x="10530" y="18210"/>
                    <a:pt x="10093" y="22012"/>
                    <a:pt x="10093" y="25945"/>
                  </a:cubicBezTo>
                  <a:cubicBezTo>
                    <a:pt x="10093" y="31933"/>
                    <a:pt x="11010" y="36432"/>
                    <a:pt x="12845" y="39445"/>
                  </a:cubicBezTo>
                  <a:cubicBezTo>
                    <a:pt x="14680" y="42420"/>
                    <a:pt x="17433" y="43907"/>
                    <a:pt x="21103" y="43907"/>
                  </a:cubicBezTo>
                  <a:cubicBezTo>
                    <a:pt x="23899" y="43907"/>
                    <a:pt x="26106" y="42835"/>
                    <a:pt x="27722" y="40691"/>
                  </a:cubicBezTo>
                  <a:cubicBezTo>
                    <a:pt x="29295" y="38554"/>
                    <a:pt x="30803" y="34250"/>
                    <a:pt x="32245" y="27780"/>
                  </a:cubicBezTo>
                  <a:lnTo>
                    <a:pt x="33162" y="23658"/>
                  </a:lnTo>
                  <a:cubicBezTo>
                    <a:pt x="34997" y="15089"/>
                    <a:pt x="37597" y="9015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39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897"/>
                    <a:pt x="74014" y="51374"/>
                    <a:pt x="72485" y="56092"/>
                  </a:cubicBezTo>
                  <a:lnTo>
                    <a:pt x="60032" y="56092"/>
                  </a:lnTo>
                  <a:cubicBezTo>
                    <a:pt x="62348" y="51638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394"/>
                    <a:pt x="66018" y="20022"/>
                    <a:pt x="64096" y="16965"/>
                  </a:cubicBezTo>
                  <a:cubicBezTo>
                    <a:pt x="62130" y="13907"/>
                    <a:pt x="59377" y="12378"/>
                    <a:pt x="55838" y="12378"/>
                  </a:cubicBezTo>
                  <a:cubicBezTo>
                    <a:pt x="52561" y="12378"/>
                    <a:pt x="50049" y="13492"/>
                    <a:pt x="48301" y="15719"/>
                  </a:cubicBezTo>
                  <a:cubicBezTo>
                    <a:pt x="46554" y="17909"/>
                    <a:pt x="44871" y="22737"/>
                    <a:pt x="43255" y="30204"/>
                  </a:cubicBezTo>
                  <a:lnTo>
                    <a:pt x="42272" y="34405"/>
                  </a:lnTo>
                  <a:cubicBezTo>
                    <a:pt x="40699" y="41872"/>
                    <a:pt x="38296" y="47267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1"/>
                    <a:pt x="0" y="27384"/>
                  </a:cubicBezTo>
                  <a:cubicBezTo>
                    <a:pt x="0" y="22929"/>
                    <a:pt x="328" y="18735"/>
                    <a:pt x="983" y="14802"/>
                  </a:cubicBezTo>
                  <a:cubicBezTo>
                    <a:pt x="1638" y="10876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5D0E2F6D-B33B-8A95-2C1C-F986BB14804D}"/>
                </a:ext>
              </a:extLst>
            </p:cNvPr>
            <p:cNvSpPr/>
            <p:nvPr/>
          </p:nvSpPr>
          <p:spPr>
            <a:xfrm>
              <a:off x="532988" y="4396011"/>
              <a:ext cx="94243" cy="45816"/>
            </a:xfrm>
            <a:custGeom>
              <a:avLst/>
              <a:gdLst>
                <a:gd name="csX0" fmla="*/ 0 w 94243"/>
                <a:gd name="csY0" fmla="*/ 24842 h 45816"/>
                <a:gd name="csX1" fmla="*/ 20841 w 94243"/>
                <a:gd name="csY1" fmla="*/ 24842 h 45816"/>
                <a:gd name="csX2" fmla="*/ 20841 w 94243"/>
                <a:gd name="csY2" fmla="*/ 0 h 45816"/>
                <a:gd name="csX3" fmla="*/ 30213 w 94243"/>
                <a:gd name="csY3" fmla="*/ 0 h 45816"/>
                <a:gd name="csX4" fmla="*/ 30213 w 94243"/>
                <a:gd name="csY4" fmla="*/ 24842 h 45816"/>
                <a:gd name="csX5" fmla="*/ 70060 w 94243"/>
                <a:gd name="csY5" fmla="*/ 24842 h 45816"/>
                <a:gd name="csX6" fmla="*/ 81594 w 94243"/>
                <a:gd name="csY6" fmla="*/ 22419 h 45816"/>
                <a:gd name="csX7" fmla="*/ 84150 w 94243"/>
                <a:gd name="csY7" fmla="*/ 12387 h 45816"/>
                <a:gd name="csX8" fmla="*/ 84150 w 94243"/>
                <a:gd name="csY8" fmla="*/ 0 h 45816"/>
                <a:gd name="csX9" fmla="*/ 94243 w 94243"/>
                <a:gd name="csY9" fmla="*/ 0 h 45816"/>
                <a:gd name="csX10" fmla="*/ 94243 w 94243"/>
                <a:gd name="csY10" fmla="*/ 12387 h 45816"/>
                <a:gd name="csX11" fmla="*/ 89066 w 94243"/>
                <a:gd name="csY11" fmla="*/ 31660 h 45816"/>
                <a:gd name="csX12" fmla="*/ 70060 w 94243"/>
                <a:gd name="csY12" fmla="*/ 36960 h 45816"/>
                <a:gd name="csX13" fmla="*/ 30213 w 94243"/>
                <a:gd name="csY13" fmla="*/ 36960 h 45816"/>
                <a:gd name="csX14" fmla="*/ 30213 w 94243"/>
                <a:gd name="csY14" fmla="*/ 45816 h 45816"/>
                <a:gd name="csX15" fmla="*/ 20841 w 94243"/>
                <a:gd name="csY15" fmla="*/ 45816 h 45816"/>
                <a:gd name="csX16" fmla="*/ 20841 w 94243"/>
                <a:gd name="csY16" fmla="*/ 36960 h 45816"/>
                <a:gd name="csX17" fmla="*/ 0 w 94243"/>
                <a:gd name="csY17" fmla="*/ 36960 h 45816"/>
                <a:gd name="csX18" fmla="*/ 0 w 94243"/>
                <a:gd name="csY18" fmla="*/ 24842 h 458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6">
                  <a:moveTo>
                    <a:pt x="0" y="24842"/>
                  </a:moveTo>
                  <a:lnTo>
                    <a:pt x="20841" y="24842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42"/>
                  </a:lnTo>
                  <a:lnTo>
                    <a:pt x="70060" y="24842"/>
                  </a:lnTo>
                  <a:cubicBezTo>
                    <a:pt x="76045" y="24842"/>
                    <a:pt x="79890" y="24035"/>
                    <a:pt x="81594" y="22419"/>
                  </a:cubicBezTo>
                  <a:cubicBezTo>
                    <a:pt x="83298" y="20756"/>
                    <a:pt x="84150" y="17412"/>
                    <a:pt x="84150" y="12387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7"/>
                  </a:lnTo>
                  <a:cubicBezTo>
                    <a:pt x="94243" y="21695"/>
                    <a:pt x="92517" y="28119"/>
                    <a:pt x="89066" y="31660"/>
                  </a:cubicBezTo>
                  <a:cubicBezTo>
                    <a:pt x="85570" y="35193"/>
                    <a:pt x="79235" y="36960"/>
                    <a:pt x="70060" y="36960"/>
                  </a:cubicBezTo>
                  <a:lnTo>
                    <a:pt x="30213" y="36960"/>
                  </a:lnTo>
                  <a:lnTo>
                    <a:pt x="30213" y="45816"/>
                  </a:lnTo>
                  <a:lnTo>
                    <a:pt x="20841" y="45816"/>
                  </a:lnTo>
                  <a:lnTo>
                    <a:pt x="20841" y="36960"/>
                  </a:lnTo>
                  <a:lnTo>
                    <a:pt x="0" y="36960"/>
                  </a:lnTo>
                  <a:lnTo>
                    <a:pt x="0" y="24842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54F85E85-1AFE-4538-6502-DAFBD36BA680}"/>
                </a:ext>
              </a:extLst>
            </p:cNvPr>
            <p:cNvSpPr/>
            <p:nvPr/>
          </p:nvSpPr>
          <p:spPr>
            <a:xfrm>
              <a:off x="525254" y="4368092"/>
              <a:ext cx="101976" cy="12059"/>
            </a:xfrm>
            <a:custGeom>
              <a:avLst/>
              <a:gdLst>
                <a:gd name="csX0" fmla="*/ 28574 w 101976"/>
                <a:gd name="csY0" fmla="*/ 12060 h 12059"/>
                <a:gd name="csX1" fmla="*/ 28574 w 101976"/>
                <a:gd name="csY1" fmla="*/ 0 h 12059"/>
                <a:gd name="csX2" fmla="*/ 101977 w 101976"/>
                <a:gd name="csY2" fmla="*/ 0 h 12059"/>
                <a:gd name="csX3" fmla="*/ 101977 w 101976"/>
                <a:gd name="csY3" fmla="*/ 12060 h 12059"/>
                <a:gd name="csX4" fmla="*/ 28574 w 101976"/>
                <a:gd name="csY4" fmla="*/ 12060 h 12059"/>
                <a:gd name="csX5" fmla="*/ 0 w 101976"/>
                <a:gd name="csY5" fmla="*/ 12060 h 12059"/>
                <a:gd name="csX6" fmla="*/ 0 w 101976"/>
                <a:gd name="csY6" fmla="*/ 0 h 12059"/>
                <a:gd name="csX7" fmla="*/ 15270 w 101976"/>
                <a:gd name="csY7" fmla="*/ 0 h 12059"/>
                <a:gd name="csX8" fmla="*/ 15270 w 101976"/>
                <a:gd name="csY8" fmla="*/ 12060 h 12059"/>
                <a:gd name="csX9" fmla="*/ 0 w 101976"/>
                <a:gd name="csY9" fmla="*/ 12060 h 12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9">
                  <a:moveTo>
                    <a:pt x="28574" y="12060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0"/>
                  </a:lnTo>
                  <a:lnTo>
                    <a:pt x="28574" y="12060"/>
                  </a:lnTo>
                  <a:moveTo>
                    <a:pt x="0" y="12060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0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93246791-B399-0890-07A7-6FA991266883}"/>
                </a:ext>
              </a:extLst>
            </p:cNvPr>
            <p:cNvSpPr/>
            <p:nvPr/>
          </p:nvSpPr>
          <p:spPr>
            <a:xfrm>
              <a:off x="552059" y="4236165"/>
              <a:ext cx="75171" cy="107154"/>
            </a:xfrm>
            <a:custGeom>
              <a:avLst/>
              <a:gdLst>
                <a:gd name="csX0" fmla="*/ 15860 w 75171"/>
                <a:gd name="csY0" fmla="*/ 49547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5 h 107154"/>
                <a:gd name="csX12" fmla="*/ 75172 w 75171"/>
                <a:gd name="csY12" fmla="*/ 47515 h 107154"/>
                <a:gd name="csX13" fmla="*/ 75172 w 75171"/>
                <a:gd name="csY13" fmla="*/ 59640 h 107154"/>
                <a:gd name="csX14" fmla="*/ 31261 w 75171"/>
                <a:gd name="csY14" fmla="*/ 59640 h 107154"/>
                <a:gd name="csX15" fmla="*/ 15598 w 75171"/>
                <a:gd name="csY15" fmla="*/ 63375 h 107154"/>
                <a:gd name="csX16" fmla="*/ 10486 w 75171"/>
                <a:gd name="csY16" fmla="*/ 74909 h 107154"/>
                <a:gd name="csX17" fmla="*/ 16778 w 75171"/>
                <a:gd name="csY17" fmla="*/ 89590 h 107154"/>
                <a:gd name="csX18" fmla="*/ 33686 w 75171"/>
                <a:gd name="csY18" fmla="*/ 95030 h 107154"/>
                <a:gd name="csX19" fmla="*/ 75172 w 75171"/>
                <a:gd name="csY19" fmla="*/ 95030 h 107154"/>
                <a:gd name="csX20" fmla="*/ 75172 w 75171"/>
                <a:gd name="csY20" fmla="*/ 107155 h 107154"/>
                <a:gd name="csX21" fmla="*/ 1770 w 75171"/>
                <a:gd name="csY21" fmla="*/ 107155 h 107154"/>
                <a:gd name="csX22" fmla="*/ 1770 w 75171"/>
                <a:gd name="csY22" fmla="*/ 95030 h 107154"/>
                <a:gd name="csX23" fmla="*/ 13173 w 75171"/>
                <a:gd name="csY23" fmla="*/ 95030 h 107154"/>
                <a:gd name="csX24" fmla="*/ 3211 w 75171"/>
                <a:gd name="csY24" fmla="*/ 85133 h 107154"/>
                <a:gd name="csX25" fmla="*/ 0 w 75171"/>
                <a:gd name="csY25" fmla="*/ 71436 h 107154"/>
                <a:gd name="csX26" fmla="*/ 4063 w 75171"/>
                <a:gd name="csY26" fmla="*/ 57869 h 107154"/>
                <a:gd name="csX27" fmla="*/ 15860 w 75171"/>
                <a:gd name="csY27" fmla="*/ 49547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7"/>
                  </a:moveTo>
                  <a:cubicBezTo>
                    <a:pt x="10442" y="46532"/>
                    <a:pt x="6445" y="42927"/>
                    <a:pt x="3867" y="38732"/>
                  </a:cubicBezTo>
                  <a:cubicBezTo>
                    <a:pt x="1289" y="34539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1"/>
                    <a:pt x="12561" y="38449"/>
                    <a:pt x="16712" y="42076"/>
                  </a:cubicBezTo>
                  <a:cubicBezTo>
                    <a:pt x="20863" y="45702"/>
                    <a:pt x="26521" y="47515"/>
                    <a:pt x="33686" y="47515"/>
                  </a:cubicBezTo>
                  <a:lnTo>
                    <a:pt x="75172" y="47515"/>
                  </a:lnTo>
                  <a:lnTo>
                    <a:pt x="75172" y="59640"/>
                  </a:lnTo>
                  <a:lnTo>
                    <a:pt x="31261" y="59640"/>
                  </a:lnTo>
                  <a:cubicBezTo>
                    <a:pt x="24183" y="59640"/>
                    <a:pt x="18962" y="60885"/>
                    <a:pt x="15598" y="63375"/>
                  </a:cubicBezTo>
                  <a:cubicBezTo>
                    <a:pt x="12190" y="65865"/>
                    <a:pt x="10486" y="69710"/>
                    <a:pt x="10486" y="74909"/>
                  </a:cubicBezTo>
                  <a:cubicBezTo>
                    <a:pt x="10486" y="81070"/>
                    <a:pt x="12583" y="85963"/>
                    <a:pt x="16778" y="89590"/>
                  </a:cubicBezTo>
                  <a:cubicBezTo>
                    <a:pt x="20928" y="93217"/>
                    <a:pt x="26565" y="95030"/>
                    <a:pt x="33686" y="95030"/>
                  </a:cubicBezTo>
                  <a:lnTo>
                    <a:pt x="75172" y="95030"/>
                  </a:lnTo>
                  <a:lnTo>
                    <a:pt x="75172" y="107155"/>
                  </a:lnTo>
                  <a:lnTo>
                    <a:pt x="1770" y="107155"/>
                  </a:lnTo>
                  <a:lnTo>
                    <a:pt x="1770" y="95030"/>
                  </a:lnTo>
                  <a:lnTo>
                    <a:pt x="13173" y="95030"/>
                  </a:lnTo>
                  <a:cubicBezTo>
                    <a:pt x="8673" y="92277"/>
                    <a:pt x="5352" y="88978"/>
                    <a:pt x="3211" y="85133"/>
                  </a:cubicBezTo>
                  <a:cubicBezTo>
                    <a:pt x="1070" y="81289"/>
                    <a:pt x="0" y="76723"/>
                    <a:pt x="0" y="71436"/>
                  </a:cubicBezTo>
                  <a:cubicBezTo>
                    <a:pt x="0" y="66105"/>
                    <a:pt x="1354" y="61583"/>
                    <a:pt x="4063" y="57869"/>
                  </a:cubicBezTo>
                  <a:cubicBezTo>
                    <a:pt x="6772" y="54112"/>
                    <a:pt x="10705" y="51338"/>
                    <a:pt x="15860" y="4954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AEE1DE92-99ED-1390-28E9-BD03108E896A}"/>
                </a:ext>
              </a:extLst>
            </p:cNvPr>
            <p:cNvSpPr/>
            <p:nvPr/>
          </p:nvSpPr>
          <p:spPr>
            <a:xfrm>
              <a:off x="552059" y="4154702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1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1"/>
                    <a:pt x="71786" y="18240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1"/>
                    <a:pt x="28837" y="39933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29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54043DA6-77C3-6217-5B5E-3EFDA31F8C2A}"/>
                </a:ext>
              </a:extLst>
            </p:cNvPr>
            <p:cNvSpPr/>
            <p:nvPr/>
          </p:nvSpPr>
          <p:spPr>
            <a:xfrm>
              <a:off x="532988" y="4093096"/>
              <a:ext cx="94243" cy="45810"/>
            </a:xfrm>
            <a:custGeom>
              <a:avLst/>
              <a:gdLst>
                <a:gd name="csX0" fmla="*/ 0 w 94243"/>
                <a:gd name="csY0" fmla="*/ 24838 h 45810"/>
                <a:gd name="csX1" fmla="*/ 20841 w 94243"/>
                <a:gd name="csY1" fmla="*/ 24838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8 h 45810"/>
                <a:gd name="csX5" fmla="*/ 70060 w 94243"/>
                <a:gd name="csY5" fmla="*/ 24838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2 h 45810"/>
                <a:gd name="csX13" fmla="*/ 30213 w 94243"/>
                <a:gd name="csY13" fmla="*/ 36962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2 h 45810"/>
                <a:gd name="csX17" fmla="*/ 0 w 94243"/>
                <a:gd name="csY17" fmla="*/ 36962 h 45810"/>
                <a:gd name="csX18" fmla="*/ 0 w 94243"/>
                <a:gd name="csY18" fmla="*/ 24838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8"/>
                  </a:moveTo>
                  <a:lnTo>
                    <a:pt x="20841" y="24838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8"/>
                  </a:lnTo>
                  <a:lnTo>
                    <a:pt x="70060" y="24838"/>
                  </a:lnTo>
                  <a:cubicBezTo>
                    <a:pt x="76045" y="24838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2"/>
                    <a:pt x="92517" y="28115"/>
                    <a:pt x="89066" y="31654"/>
                  </a:cubicBezTo>
                  <a:cubicBezTo>
                    <a:pt x="85570" y="35193"/>
                    <a:pt x="79235" y="36962"/>
                    <a:pt x="70060" y="36962"/>
                  </a:cubicBezTo>
                  <a:lnTo>
                    <a:pt x="30213" y="36962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2"/>
                  </a:lnTo>
                  <a:lnTo>
                    <a:pt x="0" y="36962"/>
                  </a:lnTo>
                  <a:lnTo>
                    <a:pt x="0" y="24838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91C0D2F8-E07A-55B5-3F2A-C559AE3D4A38}"/>
                </a:ext>
              </a:extLst>
            </p:cNvPr>
            <p:cNvSpPr/>
            <p:nvPr/>
          </p:nvSpPr>
          <p:spPr>
            <a:xfrm>
              <a:off x="552059" y="4014451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3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0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1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29"/>
                    <a:pt x="60360" y="47973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8"/>
                    <a:pt x="66280" y="20119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59"/>
                    <a:pt x="73664" y="50944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3"/>
                    <a:pt x="3189" y="14374"/>
                    <a:pt x="9568" y="8650"/>
                  </a:cubicBezTo>
                  <a:cubicBezTo>
                    <a:pt x="15904" y="2883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39"/>
                    <a:pt x="31982" y="55051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9" name="Freeform 1238">
              <a:extLst>
                <a:ext uri="{FF2B5EF4-FFF2-40B4-BE49-F238E27FC236}">
                  <a16:creationId xmlns:a16="http://schemas.microsoft.com/office/drawing/2014/main" id="{52135049-A783-469B-3901-91CABC5251A0}"/>
                </a:ext>
              </a:extLst>
            </p:cNvPr>
            <p:cNvSpPr/>
            <p:nvPr/>
          </p:nvSpPr>
          <p:spPr>
            <a:xfrm>
              <a:off x="525254" y="3934299"/>
              <a:ext cx="103877" cy="65602"/>
            </a:xfrm>
            <a:custGeom>
              <a:avLst/>
              <a:gdLst>
                <a:gd name="csX0" fmla="*/ 39716 w 103877"/>
                <a:gd name="csY0" fmla="*/ 12059 h 65602"/>
                <a:gd name="csX1" fmla="*/ 0 w 103877"/>
                <a:gd name="csY1" fmla="*/ 12059 h 65602"/>
                <a:gd name="csX2" fmla="*/ 0 w 103877"/>
                <a:gd name="csY2" fmla="*/ 0 h 65602"/>
                <a:gd name="csX3" fmla="*/ 101977 w 103877"/>
                <a:gd name="csY3" fmla="*/ 0 h 65602"/>
                <a:gd name="csX4" fmla="*/ 101977 w 103877"/>
                <a:gd name="csY4" fmla="*/ 12059 h 65602"/>
                <a:gd name="csX5" fmla="*/ 90966 w 103877"/>
                <a:gd name="csY5" fmla="*/ 12059 h 65602"/>
                <a:gd name="csX6" fmla="*/ 100731 w 103877"/>
                <a:gd name="csY6" fmla="*/ 21693 h 65602"/>
                <a:gd name="csX7" fmla="*/ 103877 w 103877"/>
                <a:gd name="csY7" fmla="*/ 35586 h 65602"/>
                <a:gd name="csX8" fmla="*/ 93260 w 103877"/>
                <a:gd name="csY8" fmla="*/ 57279 h 65602"/>
                <a:gd name="csX9" fmla="*/ 65341 w 103877"/>
                <a:gd name="csY9" fmla="*/ 65602 h 65602"/>
                <a:gd name="csX10" fmla="*/ 37422 w 103877"/>
                <a:gd name="csY10" fmla="*/ 57279 h 65602"/>
                <a:gd name="csX11" fmla="*/ 26805 w 103877"/>
                <a:gd name="csY11" fmla="*/ 35586 h 65602"/>
                <a:gd name="csX12" fmla="*/ 30016 w 103877"/>
                <a:gd name="csY12" fmla="*/ 21693 h 65602"/>
                <a:gd name="csX13" fmla="*/ 39716 w 103877"/>
                <a:gd name="csY13" fmla="*/ 12059 h 65602"/>
                <a:gd name="csX14" fmla="*/ 65341 w 103877"/>
                <a:gd name="csY14" fmla="*/ 53150 h 65602"/>
                <a:gd name="csX15" fmla="*/ 86247 w 103877"/>
                <a:gd name="csY15" fmla="*/ 47711 h 65602"/>
                <a:gd name="csX16" fmla="*/ 93784 w 103877"/>
                <a:gd name="csY16" fmla="*/ 32637 h 65602"/>
                <a:gd name="csX17" fmla="*/ 86247 w 103877"/>
                <a:gd name="csY17" fmla="*/ 17564 h 65602"/>
                <a:gd name="csX18" fmla="*/ 65341 w 103877"/>
                <a:gd name="csY18" fmla="*/ 12059 h 65602"/>
                <a:gd name="csX19" fmla="*/ 44500 w 103877"/>
                <a:gd name="csY19" fmla="*/ 17564 h 65602"/>
                <a:gd name="csX20" fmla="*/ 36898 w 103877"/>
                <a:gd name="csY20" fmla="*/ 32637 h 65602"/>
                <a:gd name="csX21" fmla="*/ 44500 w 103877"/>
                <a:gd name="csY21" fmla="*/ 47711 h 65602"/>
                <a:gd name="csX22" fmla="*/ 65341 w 103877"/>
                <a:gd name="csY22" fmla="*/ 53150 h 65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2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8"/>
                    <a:pt x="76876" y="65602"/>
                    <a:pt x="65341" y="65602"/>
                  </a:cubicBezTo>
                  <a:cubicBezTo>
                    <a:pt x="53806" y="65602"/>
                    <a:pt x="44500" y="62828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0" name="Freeform 1239">
              <a:extLst>
                <a:ext uri="{FF2B5EF4-FFF2-40B4-BE49-F238E27FC236}">
                  <a16:creationId xmlns:a16="http://schemas.microsoft.com/office/drawing/2014/main" id="{5684E278-2C5C-B96D-21CD-D8323416D6BB}"/>
                </a:ext>
              </a:extLst>
            </p:cNvPr>
            <p:cNvSpPr/>
            <p:nvPr/>
          </p:nvSpPr>
          <p:spPr>
            <a:xfrm>
              <a:off x="552059" y="3816069"/>
              <a:ext cx="77072" cy="56100"/>
            </a:xfrm>
            <a:custGeom>
              <a:avLst/>
              <a:gdLst>
                <a:gd name="csX0" fmla="*/ 3932 w 77072"/>
                <a:gd name="csY0" fmla="*/ 3932 h 56100"/>
                <a:gd name="csX1" fmla="*/ 15336 w 77072"/>
                <a:gd name="csY1" fmla="*/ 3932 h 56100"/>
                <a:gd name="csX2" fmla="*/ 11404 w 77072"/>
                <a:gd name="csY2" fmla="*/ 14549 h 56100"/>
                <a:gd name="csX3" fmla="*/ 10093 w 77072"/>
                <a:gd name="csY3" fmla="*/ 25952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699 h 56100"/>
                <a:gd name="csX7" fmla="*/ 32245 w 77072"/>
                <a:gd name="csY7" fmla="*/ 27788 h 56100"/>
                <a:gd name="csX8" fmla="*/ 33162 w 77072"/>
                <a:gd name="csY8" fmla="*/ 23659 h 56100"/>
                <a:gd name="csX9" fmla="*/ 40961 w 77072"/>
                <a:gd name="csY9" fmla="*/ 5439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5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1 h 56100"/>
                <a:gd name="csX18" fmla="*/ 64096 w 77072"/>
                <a:gd name="csY18" fmla="*/ 16974 h 56100"/>
                <a:gd name="csX19" fmla="*/ 55838 w 77072"/>
                <a:gd name="csY19" fmla="*/ 12386 h 56100"/>
                <a:gd name="csX20" fmla="*/ 48301 w 77072"/>
                <a:gd name="csY20" fmla="*/ 15729 h 56100"/>
                <a:gd name="csX21" fmla="*/ 43255 w 77072"/>
                <a:gd name="csY21" fmla="*/ 30213 h 56100"/>
                <a:gd name="csX22" fmla="*/ 42272 w 77072"/>
                <a:gd name="csY22" fmla="*/ 34407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5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2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699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9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7"/>
                  </a:lnTo>
                  <a:cubicBezTo>
                    <a:pt x="40699" y="41878"/>
                    <a:pt x="38296" y="47274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29"/>
                    <a:pt x="5636" y="48235"/>
                  </a:cubicBezTo>
                  <a:cubicBezTo>
                    <a:pt x="1879" y="43342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79"/>
                    <a:pt x="2622" y="7252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1" name="Freeform 1240">
              <a:extLst>
                <a:ext uri="{FF2B5EF4-FFF2-40B4-BE49-F238E27FC236}">
                  <a16:creationId xmlns:a16="http://schemas.microsoft.com/office/drawing/2014/main" id="{FA87031E-9F5D-1AB3-1033-3875D8694AF1}"/>
                </a:ext>
              </a:extLst>
            </p:cNvPr>
            <p:cNvSpPr/>
            <p:nvPr/>
          </p:nvSpPr>
          <p:spPr>
            <a:xfrm>
              <a:off x="525254" y="3732180"/>
              <a:ext cx="101976" cy="65144"/>
            </a:xfrm>
            <a:custGeom>
              <a:avLst/>
              <a:gdLst>
                <a:gd name="csX0" fmla="*/ 0 w 101976"/>
                <a:gd name="csY0" fmla="*/ 65145 h 65144"/>
                <a:gd name="csX1" fmla="*/ 0 w 101976"/>
                <a:gd name="csY1" fmla="*/ 53020 h 65144"/>
                <a:gd name="csX2" fmla="*/ 60229 w 101976"/>
                <a:gd name="csY2" fmla="*/ 53020 h 65144"/>
                <a:gd name="csX3" fmla="*/ 28574 w 101976"/>
                <a:gd name="csY3" fmla="*/ 17040 h 65144"/>
                <a:gd name="csX4" fmla="*/ 28574 w 101976"/>
                <a:gd name="csY4" fmla="*/ 1639 h 65144"/>
                <a:gd name="csX5" fmla="*/ 62916 w 101976"/>
                <a:gd name="csY5" fmla="*/ 40568 h 65144"/>
                <a:gd name="csX6" fmla="*/ 101977 w 101976"/>
                <a:gd name="csY6" fmla="*/ 0 h 65144"/>
                <a:gd name="csX7" fmla="*/ 101977 w 101976"/>
                <a:gd name="csY7" fmla="*/ 15729 h 65144"/>
                <a:gd name="csX8" fmla="*/ 66127 w 101976"/>
                <a:gd name="csY8" fmla="*/ 53020 h 65144"/>
                <a:gd name="csX9" fmla="*/ 101977 w 101976"/>
                <a:gd name="csY9" fmla="*/ 53020 h 65144"/>
                <a:gd name="csX10" fmla="*/ 101977 w 101976"/>
                <a:gd name="csY10" fmla="*/ 65145 h 65144"/>
                <a:gd name="csX11" fmla="*/ 0 w 101976"/>
                <a:gd name="csY11" fmla="*/ 65145 h 65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01976" h="65144">
                  <a:moveTo>
                    <a:pt x="0" y="65145"/>
                  </a:moveTo>
                  <a:lnTo>
                    <a:pt x="0" y="53020"/>
                  </a:lnTo>
                  <a:lnTo>
                    <a:pt x="60229" y="53020"/>
                  </a:lnTo>
                  <a:lnTo>
                    <a:pt x="28574" y="17040"/>
                  </a:lnTo>
                  <a:lnTo>
                    <a:pt x="28574" y="1639"/>
                  </a:lnTo>
                  <a:lnTo>
                    <a:pt x="62916" y="40568"/>
                  </a:lnTo>
                  <a:lnTo>
                    <a:pt x="101977" y="0"/>
                  </a:lnTo>
                  <a:lnTo>
                    <a:pt x="101977" y="15729"/>
                  </a:lnTo>
                  <a:lnTo>
                    <a:pt x="66127" y="53020"/>
                  </a:lnTo>
                  <a:lnTo>
                    <a:pt x="101977" y="53020"/>
                  </a:lnTo>
                  <a:lnTo>
                    <a:pt x="101977" y="65145"/>
                  </a:lnTo>
                  <a:lnTo>
                    <a:pt x="0" y="6514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2" name="Freeform 1241">
              <a:extLst>
                <a:ext uri="{FF2B5EF4-FFF2-40B4-BE49-F238E27FC236}">
                  <a16:creationId xmlns:a16="http://schemas.microsoft.com/office/drawing/2014/main" id="{3592C41E-E685-8569-181F-FE23F74C94CF}"/>
                </a:ext>
              </a:extLst>
            </p:cNvPr>
            <p:cNvSpPr/>
            <p:nvPr/>
          </p:nvSpPr>
          <p:spPr>
            <a:xfrm>
              <a:off x="525254" y="3707080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3" name="Freeform 1242">
              <a:extLst>
                <a:ext uri="{FF2B5EF4-FFF2-40B4-BE49-F238E27FC236}">
                  <a16:creationId xmlns:a16="http://schemas.microsoft.com/office/drawing/2014/main" id="{07E1E43D-7618-C843-F93D-0D74ADF2EA5F}"/>
                </a:ext>
              </a:extLst>
            </p:cNvPr>
            <p:cNvSpPr/>
            <p:nvPr/>
          </p:nvSpPr>
          <p:spPr>
            <a:xfrm>
              <a:off x="525254" y="3669789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4" name="Freeform 1243">
              <a:extLst>
                <a:ext uri="{FF2B5EF4-FFF2-40B4-BE49-F238E27FC236}">
                  <a16:creationId xmlns:a16="http://schemas.microsoft.com/office/drawing/2014/main" id="{9838A41D-B536-054E-447C-CE9449FB1BC0}"/>
                </a:ext>
              </a:extLst>
            </p:cNvPr>
            <p:cNvSpPr/>
            <p:nvPr/>
          </p:nvSpPr>
          <p:spPr>
            <a:xfrm>
              <a:off x="525254" y="3632498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5" name="Freeform 1244">
              <a:extLst>
                <a:ext uri="{FF2B5EF4-FFF2-40B4-BE49-F238E27FC236}">
                  <a16:creationId xmlns:a16="http://schemas.microsoft.com/office/drawing/2014/main" id="{2FBC7382-84FA-5B19-D718-8BC41AFBBD76}"/>
                </a:ext>
              </a:extLst>
            </p:cNvPr>
            <p:cNvSpPr/>
            <p:nvPr/>
          </p:nvSpPr>
          <p:spPr>
            <a:xfrm>
              <a:off x="552059" y="3556539"/>
              <a:ext cx="77072" cy="56100"/>
            </a:xfrm>
            <a:custGeom>
              <a:avLst/>
              <a:gdLst>
                <a:gd name="csX0" fmla="*/ 3932 w 77072"/>
                <a:gd name="csY0" fmla="*/ 3933 h 56100"/>
                <a:gd name="csX1" fmla="*/ 15336 w 77072"/>
                <a:gd name="csY1" fmla="*/ 3933 h 56100"/>
                <a:gd name="csX2" fmla="*/ 11404 w 77072"/>
                <a:gd name="csY2" fmla="*/ 14550 h 56100"/>
                <a:gd name="csX3" fmla="*/ 10093 w 77072"/>
                <a:gd name="csY3" fmla="*/ 25953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700 h 56100"/>
                <a:gd name="csX7" fmla="*/ 32245 w 77072"/>
                <a:gd name="csY7" fmla="*/ 27788 h 56100"/>
                <a:gd name="csX8" fmla="*/ 33162 w 77072"/>
                <a:gd name="csY8" fmla="*/ 23660 h 56100"/>
                <a:gd name="csX9" fmla="*/ 40961 w 77072"/>
                <a:gd name="csY9" fmla="*/ 5441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6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3 h 56100"/>
                <a:gd name="csX18" fmla="*/ 64096 w 77072"/>
                <a:gd name="csY18" fmla="*/ 16975 h 56100"/>
                <a:gd name="csX19" fmla="*/ 55838 w 77072"/>
                <a:gd name="csY19" fmla="*/ 12387 h 56100"/>
                <a:gd name="csX20" fmla="*/ 48301 w 77072"/>
                <a:gd name="csY20" fmla="*/ 15729 h 56100"/>
                <a:gd name="csX21" fmla="*/ 43255 w 77072"/>
                <a:gd name="csY21" fmla="*/ 30214 h 56100"/>
                <a:gd name="csX22" fmla="*/ 42272 w 77072"/>
                <a:gd name="csY22" fmla="*/ 34408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6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3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3"/>
                  </a:moveTo>
                  <a:lnTo>
                    <a:pt x="15336" y="3933"/>
                  </a:lnTo>
                  <a:cubicBezTo>
                    <a:pt x="13588" y="7341"/>
                    <a:pt x="12277" y="10880"/>
                    <a:pt x="11404" y="14550"/>
                  </a:cubicBezTo>
                  <a:cubicBezTo>
                    <a:pt x="10530" y="18220"/>
                    <a:pt x="10093" y="22021"/>
                    <a:pt x="10093" y="25953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700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60"/>
                  </a:lnTo>
                  <a:cubicBezTo>
                    <a:pt x="34997" y="15096"/>
                    <a:pt x="37597" y="9023"/>
                    <a:pt x="40961" y="5441"/>
                  </a:cubicBezTo>
                  <a:cubicBezTo>
                    <a:pt x="44282" y="1814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7"/>
                    <a:pt x="76679" y="38384"/>
                    <a:pt x="75893" y="42666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3"/>
                  </a:cubicBezTo>
                  <a:cubicBezTo>
                    <a:pt x="66979" y="24403"/>
                    <a:pt x="66018" y="20033"/>
                    <a:pt x="64096" y="16975"/>
                  </a:cubicBezTo>
                  <a:cubicBezTo>
                    <a:pt x="62130" y="13916"/>
                    <a:pt x="59377" y="12387"/>
                    <a:pt x="55838" y="12387"/>
                  </a:cubicBezTo>
                  <a:cubicBezTo>
                    <a:pt x="52561" y="12387"/>
                    <a:pt x="50049" y="13501"/>
                    <a:pt x="48301" y="15729"/>
                  </a:cubicBezTo>
                  <a:cubicBezTo>
                    <a:pt x="46554" y="17914"/>
                    <a:pt x="44871" y="22742"/>
                    <a:pt x="43255" y="30214"/>
                  </a:cubicBezTo>
                  <a:lnTo>
                    <a:pt x="42272" y="34408"/>
                  </a:lnTo>
                  <a:cubicBezTo>
                    <a:pt x="40699" y="41879"/>
                    <a:pt x="38296" y="47275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30"/>
                    <a:pt x="5636" y="48236"/>
                  </a:cubicBezTo>
                  <a:cubicBezTo>
                    <a:pt x="1879" y="43343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80"/>
                    <a:pt x="2622" y="7254"/>
                    <a:pt x="3932" y="3933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46" name="Freeform 1245">
            <a:extLst>
              <a:ext uri="{FF2B5EF4-FFF2-40B4-BE49-F238E27FC236}">
                <a16:creationId xmlns:a16="http://schemas.microsoft.com/office/drawing/2014/main" id="{81E6BD19-6618-D3E3-FDDE-ECEC89A4ED02}"/>
              </a:ext>
            </a:extLst>
          </p:cNvPr>
          <p:cNvSpPr/>
          <p:nvPr/>
        </p:nvSpPr>
        <p:spPr>
          <a:xfrm>
            <a:off x="957236" y="3380591"/>
            <a:ext cx="2144306" cy="1382344"/>
          </a:xfrm>
          <a:custGeom>
            <a:avLst/>
            <a:gdLst>
              <a:gd name="csX0" fmla="*/ 0 w 2144306"/>
              <a:gd name="csY0" fmla="*/ 1382345 h 1382344"/>
              <a:gd name="csX1" fmla="*/ 43761 w 2144306"/>
              <a:gd name="csY1" fmla="*/ 1351054 h 1382344"/>
              <a:gd name="csX2" fmla="*/ 87523 w 2144306"/>
              <a:gd name="csY2" fmla="*/ 1308019 h 1382344"/>
              <a:gd name="csX3" fmla="*/ 131285 w 2144306"/>
              <a:gd name="csY3" fmla="*/ 1353681 h 1382344"/>
              <a:gd name="csX4" fmla="*/ 175045 w 2144306"/>
              <a:gd name="csY4" fmla="*/ 1258551 h 1382344"/>
              <a:gd name="csX5" fmla="*/ 218807 w 2144306"/>
              <a:gd name="csY5" fmla="*/ 1278517 h 1382344"/>
              <a:gd name="csX6" fmla="*/ 262568 w 2144306"/>
              <a:gd name="csY6" fmla="*/ 1235732 h 1382344"/>
              <a:gd name="csX7" fmla="*/ 306330 w 2144306"/>
              <a:gd name="csY7" fmla="*/ 1211904 h 1382344"/>
              <a:gd name="csX8" fmla="*/ 350091 w 2144306"/>
              <a:gd name="csY8" fmla="*/ 1194815 h 1382344"/>
              <a:gd name="csX9" fmla="*/ 393853 w 2144306"/>
              <a:gd name="csY9" fmla="*/ 1121667 h 1382344"/>
              <a:gd name="csX10" fmla="*/ 437615 w 2144306"/>
              <a:gd name="csY10" fmla="*/ 1139356 h 1382344"/>
              <a:gd name="csX11" fmla="*/ 481375 w 2144306"/>
              <a:gd name="csY11" fmla="*/ 1099017 h 1382344"/>
              <a:gd name="csX12" fmla="*/ 525137 w 2144306"/>
              <a:gd name="csY12" fmla="*/ 1033413 h 1382344"/>
              <a:gd name="csX13" fmla="*/ 568898 w 2144306"/>
              <a:gd name="csY13" fmla="*/ 1039742 h 1382344"/>
              <a:gd name="csX14" fmla="*/ 612660 w 2144306"/>
              <a:gd name="csY14" fmla="*/ 993744 h 1382344"/>
              <a:gd name="csX15" fmla="*/ 656421 w 2144306"/>
              <a:gd name="csY15" fmla="*/ 971567 h 1382344"/>
              <a:gd name="csX16" fmla="*/ 700182 w 2144306"/>
              <a:gd name="csY16" fmla="*/ 971059 h 1382344"/>
              <a:gd name="csX17" fmla="*/ 743941 w 2144306"/>
              <a:gd name="csY17" fmla="*/ 917244 h 1382344"/>
              <a:gd name="csX18" fmla="*/ 787701 w 2144306"/>
              <a:gd name="csY18" fmla="*/ 880295 h 1382344"/>
              <a:gd name="csX19" fmla="*/ 831472 w 2144306"/>
              <a:gd name="csY19" fmla="*/ 878090 h 1382344"/>
              <a:gd name="csX20" fmla="*/ 875232 w 2144306"/>
              <a:gd name="csY20" fmla="*/ 807614 h 1382344"/>
              <a:gd name="csX21" fmla="*/ 918991 w 2144306"/>
              <a:gd name="csY21" fmla="*/ 783826 h 1382344"/>
              <a:gd name="csX22" fmla="*/ 962751 w 2144306"/>
              <a:gd name="csY22" fmla="*/ 755024 h 1382344"/>
              <a:gd name="csX23" fmla="*/ 1006511 w 2144306"/>
              <a:gd name="csY23" fmla="*/ 726541 h 1382344"/>
              <a:gd name="csX24" fmla="*/ 1050270 w 2144306"/>
              <a:gd name="csY24" fmla="*/ 701637 h 1382344"/>
              <a:gd name="csX25" fmla="*/ 1094030 w 2144306"/>
              <a:gd name="csY25" fmla="*/ 689251 h 1382344"/>
              <a:gd name="csX26" fmla="*/ 1137801 w 2144306"/>
              <a:gd name="csY26" fmla="*/ 645185 h 1382344"/>
              <a:gd name="csX27" fmla="*/ 1181561 w 2144306"/>
              <a:gd name="csY27" fmla="*/ 606831 h 1382344"/>
              <a:gd name="csX28" fmla="*/ 1225320 w 2144306"/>
              <a:gd name="csY28" fmla="*/ 599588 h 1382344"/>
              <a:gd name="csX29" fmla="*/ 1269080 w 2144306"/>
              <a:gd name="csY29" fmla="*/ 549968 h 1382344"/>
              <a:gd name="csX30" fmla="*/ 1312840 w 2144306"/>
              <a:gd name="csY30" fmla="*/ 555303 h 1382344"/>
              <a:gd name="csX31" fmla="*/ 1356599 w 2144306"/>
              <a:gd name="csY31" fmla="*/ 488694 h 1382344"/>
              <a:gd name="csX32" fmla="*/ 1400370 w 2144306"/>
              <a:gd name="csY32" fmla="*/ 462525 h 1382344"/>
              <a:gd name="csX33" fmla="*/ 1444130 w 2144306"/>
              <a:gd name="csY33" fmla="*/ 435811 h 1382344"/>
              <a:gd name="csX34" fmla="*/ 1487890 w 2144306"/>
              <a:gd name="csY34" fmla="*/ 399596 h 1382344"/>
              <a:gd name="csX35" fmla="*/ 1531649 w 2144306"/>
              <a:gd name="csY35" fmla="*/ 382218 h 1382344"/>
              <a:gd name="csX36" fmla="*/ 1575409 w 2144306"/>
              <a:gd name="csY36" fmla="*/ 335639 h 1382344"/>
              <a:gd name="csX37" fmla="*/ 1619168 w 2144306"/>
              <a:gd name="csY37" fmla="*/ 398846 h 1382344"/>
              <a:gd name="csX38" fmla="*/ 1662939 w 2144306"/>
              <a:gd name="csY38" fmla="*/ 319048 h 1382344"/>
              <a:gd name="csX39" fmla="*/ 1706699 w 2144306"/>
              <a:gd name="csY39" fmla="*/ 248039 h 1382344"/>
              <a:gd name="csX40" fmla="*/ 1750459 w 2144306"/>
              <a:gd name="csY40" fmla="*/ 263430 h 1382344"/>
              <a:gd name="csX41" fmla="*/ 1794218 w 2144306"/>
              <a:gd name="csY41" fmla="*/ 240101 h 1382344"/>
              <a:gd name="csX42" fmla="*/ 1837978 w 2144306"/>
              <a:gd name="csY42" fmla="*/ 181131 h 1382344"/>
              <a:gd name="csX43" fmla="*/ 1881738 w 2144306"/>
              <a:gd name="csY43" fmla="*/ 181372 h 1382344"/>
              <a:gd name="csX44" fmla="*/ 1925497 w 2144306"/>
              <a:gd name="csY44" fmla="*/ 130105 h 1382344"/>
              <a:gd name="csX45" fmla="*/ 1969268 w 2144306"/>
              <a:gd name="csY45" fmla="*/ 105116 h 1382344"/>
              <a:gd name="csX46" fmla="*/ 2013028 w 2144306"/>
              <a:gd name="csY46" fmla="*/ 75101 h 1382344"/>
              <a:gd name="csX47" fmla="*/ 2056788 w 2144306"/>
              <a:gd name="csY47" fmla="*/ 72987 h 1382344"/>
              <a:gd name="csX48" fmla="*/ 2100547 w 2144306"/>
              <a:gd name="csY48" fmla="*/ 58187 h 1382344"/>
              <a:gd name="csX49" fmla="*/ 2144307 w 2144306"/>
              <a:gd name="csY49" fmla="*/ 42270 h 1382344"/>
              <a:gd name="csX50" fmla="*/ 2144307 w 2144306"/>
              <a:gd name="csY50" fmla="*/ 10213 h 1382344"/>
              <a:gd name="csX51" fmla="*/ 2100547 w 2144306"/>
              <a:gd name="csY51" fmla="*/ 0 h 1382344"/>
              <a:gd name="csX52" fmla="*/ 2056788 w 2144306"/>
              <a:gd name="csY52" fmla="*/ 21179 h 1382344"/>
              <a:gd name="csX53" fmla="*/ 2013028 w 2144306"/>
              <a:gd name="csY53" fmla="*/ 48147 h 1382344"/>
              <a:gd name="csX54" fmla="*/ 1969268 w 2144306"/>
              <a:gd name="csY54" fmla="*/ 83945 h 1382344"/>
              <a:gd name="csX55" fmla="*/ 1925497 w 2144306"/>
              <a:gd name="csY55" fmla="*/ 62703 h 1382344"/>
              <a:gd name="csX56" fmla="*/ 1881738 w 2144306"/>
              <a:gd name="csY56" fmla="*/ 127323 h 1382344"/>
              <a:gd name="csX57" fmla="*/ 1837978 w 2144306"/>
              <a:gd name="csY57" fmla="*/ 158005 h 1382344"/>
              <a:gd name="csX58" fmla="*/ 1794218 w 2144306"/>
              <a:gd name="csY58" fmla="*/ 197081 h 1382344"/>
              <a:gd name="csX59" fmla="*/ 1750459 w 2144306"/>
              <a:gd name="csY59" fmla="*/ 201840 h 1382344"/>
              <a:gd name="csX60" fmla="*/ 1706699 w 2144306"/>
              <a:gd name="csY60" fmla="*/ 229868 h 1382344"/>
              <a:gd name="csX61" fmla="*/ 1662939 w 2144306"/>
              <a:gd name="csY61" fmla="*/ 291884 h 1382344"/>
              <a:gd name="csX62" fmla="*/ 1619168 w 2144306"/>
              <a:gd name="csY62" fmla="*/ 277514 h 1382344"/>
              <a:gd name="csX63" fmla="*/ 1575409 w 2144306"/>
              <a:gd name="csY63" fmla="*/ 316097 h 1382344"/>
              <a:gd name="csX64" fmla="*/ 1531649 w 2144306"/>
              <a:gd name="csY64" fmla="*/ 333561 h 1382344"/>
              <a:gd name="csX65" fmla="*/ 1487890 w 2144306"/>
              <a:gd name="csY65" fmla="*/ 373470 h 1382344"/>
              <a:gd name="csX66" fmla="*/ 1444130 w 2144306"/>
              <a:gd name="csY66" fmla="*/ 418522 h 1382344"/>
              <a:gd name="csX67" fmla="*/ 1400370 w 2144306"/>
              <a:gd name="csY67" fmla="*/ 443832 h 1382344"/>
              <a:gd name="csX68" fmla="*/ 1356599 w 2144306"/>
              <a:gd name="csY68" fmla="*/ 471823 h 1382344"/>
              <a:gd name="csX69" fmla="*/ 1312840 w 2144306"/>
              <a:gd name="csY69" fmla="*/ 494777 h 1382344"/>
              <a:gd name="csX70" fmla="*/ 1269080 w 2144306"/>
              <a:gd name="csY70" fmla="*/ 514927 h 1382344"/>
              <a:gd name="csX71" fmla="*/ 1225320 w 2144306"/>
              <a:gd name="csY71" fmla="*/ 584816 h 1382344"/>
              <a:gd name="csX72" fmla="*/ 1181561 w 2144306"/>
              <a:gd name="csY72" fmla="*/ 579012 h 1382344"/>
              <a:gd name="csX73" fmla="*/ 1137801 w 2144306"/>
              <a:gd name="csY73" fmla="*/ 612311 h 1382344"/>
              <a:gd name="csX74" fmla="*/ 1094030 w 2144306"/>
              <a:gd name="csY74" fmla="*/ 667294 h 1382344"/>
              <a:gd name="csX75" fmla="*/ 1050270 w 2144306"/>
              <a:gd name="csY75" fmla="*/ 671486 h 1382344"/>
              <a:gd name="csX76" fmla="*/ 1006511 w 2144306"/>
              <a:gd name="csY76" fmla="*/ 711282 h 1382344"/>
              <a:gd name="csX77" fmla="*/ 962751 w 2144306"/>
              <a:gd name="csY77" fmla="*/ 732793 h 1382344"/>
              <a:gd name="csX78" fmla="*/ 918991 w 2144306"/>
              <a:gd name="csY78" fmla="*/ 757529 h 1382344"/>
              <a:gd name="csX79" fmla="*/ 875232 w 2144306"/>
              <a:gd name="csY79" fmla="*/ 786039 h 1382344"/>
              <a:gd name="csX80" fmla="*/ 831472 w 2144306"/>
              <a:gd name="csY80" fmla="*/ 787503 h 1382344"/>
              <a:gd name="csX81" fmla="*/ 787701 w 2144306"/>
              <a:gd name="csY81" fmla="*/ 867062 h 1382344"/>
              <a:gd name="csX82" fmla="*/ 743941 w 2144306"/>
              <a:gd name="csY82" fmla="*/ 898926 h 1382344"/>
              <a:gd name="csX83" fmla="*/ 700182 w 2144306"/>
              <a:gd name="csY83" fmla="*/ 916675 h 1382344"/>
              <a:gd name="csX84" fmla="*/ 656421 w 2144306"/>
              <a:gd name="csY84" fmla="*/ 951374 h 1382344"/>
              <a:gd name="csX85" fmla="*/ 612660 w 2144306"/>
              <a:gd name="csY85" fmla="*/ 974942 h 1382344"/>
              <a:gd name="csX86" fmla="*/ 568898 w 2144306"/>
              <a:gd name="csY86" fmla="*/ 1003730 h 1382344"/>
              <a:gd name="csX87" fmla="*/ 525137 w 2144306"/>
              <a:gd name="csY87" fmla="*/ 999706 h 1382344"/>
              <a:gd name="csX88" fmla="*/ 481375 w 2144306"/>
              <a:gd name="csY88" fmla="*/ 1068473 h 1382344"/>
              <a:gd name="csX89" fmla="*/ 437615 w 2144306"/>
              <a:gd name="csY89" fmla="*/ 1121995 h 1382344"/>
              <a:gd name="csX90" fmla="*/ 393853 w 2144306"/>
              <a:gd name="csY90" fmla="*/ 1017812 h 1382344"/>
              <a:gd name="csX91" fmla="*/ 350091 w 2144306"/>
              <a:gd name="csY91" fmla="*/ 1175143 h 1382344"/>
              <a:gd name="csX92" fmla="*/ 306330 w 2144306"/>
              <a:gd name="csY92" fmla="*/ 1188586 h 1382344"/>
              <a:gd name="csX93" fmla="*/ 262568 w 2144306"/>
              <a:gd name="csY93" fmla="*/ 1213308 h 1382344"/>
              <a:gd name="csX94" fmla="*/ 218807 w 2144306"/>
              <a:gd name="csY94" fmla="*/ 1248778 h 1382344"/>
              <a:gd name="csX95" fmla="*/ 175045 w 2144306"/>
              <a:gd name="csY95" fmla="*/ 1179684 h 1382344"/>
              <a:gd name="csX96" fmla="*/ 131285 w 2144306"/>
              <a:gd name="csY96" fmla="*/ 1301881 h 1382344"/>
              <a:gd name="csX97" fmla="*/ 87523 w 2144306"/>
              <a:gd name="csY97" fmla="*/ 1281734 h 1382344"/>
              <a:gd name="csX98" fmla="*/ 43761 w 2144306"/>
              <a:gd name="csY98" fmla="*/ 1310272 h 1382344"/>
              <a:gd name="csX99" fmla="*/ 0 w 2144306"/>
              <a:gd name="csY99" fmla="*/ 1344734 h 13823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6" h="1382344">
                <a:moveTo>
                  <a:pt x="0" y="1382345"/>
                </a:moveTo>
                <a:lnTo>
                  <a:pt x="43761" y="1351054"/>
                </a:lnTo>
                <a:lnTo>
                  <a:pt x="87523" y="1308019"/>
                </a:lnTo>
                <a:lnTo>
                  <a:pt x="131285" y="1353681"/>
                </a:lnTo>
                <a:lnTo>
                  <a:pt x="175045" y="1258551"/>
                </a:lnTo>
                <a:lnTo>
                  <a:pt x="218807" y="1278517"/>
                </a:lnTo>
                <a:lnTo>
                  <a:pt x="262568" y="1235732"/>
                </a:lnTo>
                <a:lnTo>
                  <a:pt x="306330" y="1211904"/>
                </a:lnTo>
                <a:lnTo>
                  <a:pt x="350091" y="1194815"/>
                </a:lnTo>
                <a:lnTo>
                  <a:pt x="393853" y="1121667"/>
                </a:lnTo>
                <a:lnTo>
                  <a:pt x="437615" y="1139356"/>
                </a:lnTo>
                <a:lnTo>
                  <a:pt x="481375" y="1099017"/>
                </a:lnTo>
                <a:lnTo>
                  <a:pt x="525137" y="1033413"/>
                </a:lnTo>
                <a:lnTo>
                  <a:pt x="568898" y="1039742"/>
                </a:lnTo>
                <a:lnTo>
                  <a:pt x="612660" y="993744"/>
                </a:lnTo>
                <a:lnTo>
                  <a:pt x="656421" y="971567"/>
                </a:lnTo>
                <a:lnTo>
                  <a:pt x="700182" y="971059"/>
                </a:lnTo>
                <a:lnTo>
                  <a:pt x="743941" y="917244"/>
                </a:lnTo>
                <a:lnTo>
                  <a:pt x="787701" y="880295"/>
                </a:lnTo>
                <a:lnTo>
                  <a:pt x="831472" y="878090"/>
                </a:lnTo>
                <a:lnTo>
                  <a:pt x="875232" y="807614"/>
                </a:lnTo>
                <a:lnTo>
                  <a:pt x="918991" y="783826"/>
                </a:lnTo>
                <a:lnTo>
                  <a:pt x="962751" y="755024"/>
                </a:lnTo>
                <a:lnTo>
                  <a:pt x="1006511" y="726541"/>
                </a:lnTo>
                <a:lnTo>
                  <a:pt x="1050270" y="701637"/>
                </a:lnTo>
                <a:lnTo>
                  <a:pt x="1094030" y="689251"/>
                </a:lnTo>
                <a:lnTo>
                  <a:pt x="1137801" y="645185"/>
                </a:lnTo>
                <a:lnTo>
                  <a:pt x="1181561" y="606831"/>
                </a:lnTo>
                <a:lnTo>
                  <a:pt x="1225320" y="599588"/>
                </a:lnTo>
                <a:lnTo>
                  <a:pt x="1269080" y="549968"/>
                </a:lnTo>
                <a:lnTo>
                  <a:pt x="1312840" y="555303"/>
                </a:lnTo>
                <a:lnTo>
                  <a:pt x="1356599" y="488694"/>
                </a:lnTo>
                <a:lnTo>
                  <a:pt x="1400370" y="462525"/>
                </a:lnTo>
                <a:lnTo>
                  <a:pt x="1444130" y="435811"/>
                </a:lnTo>
                <a:lnTo>
                  <a:pt x="1487890" y="399596"/>
                </a:lnTo>
                <a:lnTo>
                  <a:pt x="1531649" y="382218"/>
                </a:lnTo>
                <a:lnTo>
                  <a:pt x="1575409" y="335639"/>
                </a:lnTo>
                <a:lnTo>
                  <a:pt x="1619168" y="398846"/>
                </a:lnTo>
                <a:lnTo>
                  <a:pt x="1662939" y="319048"/>
                </a:lnTo>
                <a:lnTo>
                  <a:pt x="1706699" y="248039"/>
                </a:lnTo>
                <a:lnTo>
                  <a:pt x="1750459" y="263430"/>
                </a:lnTo>
                <a:lnTo>
                  <a:pt x="1794218" y="240101"/>
                </a:lnTo>
                <a:lnTo>
                  <a:pt x="1837978" y="181131"/>
                </a:lnTo>
                <a:lnTo>
                  <a:pt x="1881738" y="181372"/>
                </a:lnTo>
                <a:lnTo>
                  <a:pt x="1925497" y="130105"/>
                </a:lnTo>
                <a:lnTo>
                  <a:pt x="1969268" y="105116"/>
                </a:lnTo>
                <a:lnTo>
                  <a:pt x="2013028" y="75101"/>
                </a:lnTo>
                <a:lnTo>
                  <a:pt x="2056788" y="72987"/>
                </a:lnTo>
                <a:lnTo>
                  <a:pt x="2100547" y="58187"/>
                </a:lnTo>
                <a:lnTo>
                  <a:pt x="2144307" y="42270"/>
                </a:lnTo>
                <a:lnTo>
                  <a:pt x="2144307" y="10213"/>
                </a:lnTo>
                <a:lnTo>
                  <a:pt x="2100547" y="0"/>
                </a:lnTo>
                <a:lnTo>
                  <a:pt x="2056788" y="21179"/>
                </a:lnTo>
                <a:lnTo>
                  <a:pt x="2013028" y="48147"/>
                </a:lnTo>
                <a:lnTo>
                  <a:pt x="1969268" y="83945"/>
                </a:lnTo>
                <a:lnTo>
                  <a:pt x="1925497" y="62703"/>
                </a:lnTo>
                <a:lnTo>
                  <a:pt x="1881738" y="127323"/>
                </a:lnTo>
                <a:lnTo>
                  <a:pt x="1837978" y="158005"/>
                </a:lnTo>
                <a:lnTo>
                  <a:pt x="1794218" y="197081"/>
                </a:lnTo>
                <a:lnTo>
                  <a:pt x="1750459" y="201840"/>
                </a:lnTo>
                <a:lnTo>
                  <a:pt x="1706699" y="229868"/>
                </a:lnTo>
                <a:lnTo>
                  <a:pt x="1662939" y="291884"/>
                </a:lnTo>
                <a:lnTo>
                  <a:pt x="1619168" y="277514"/>
                </a:lnTo>
                <a:lnTo>
                  <a:pt x="1575409" y="316097"/>
                </a:lnTo>
                <a:lnTo>
                  <a:pt x="1531649" y="333561"/>
                </a:lnTo>
                <a:lnTo>
                  <a:pt x="1487890" y="373470"/>
                </a:lnTo>
                <a:lnTo>
                  <a:pt x="1444130" y="418522"/>
                </a:lnTo>
                <a:lnTo>
                  <a:pt x="1400370" y="443832"/>
                </a:lnTo>
                <a:lnTo>
                  <a:pt x="1356599" y="471823"/>
                </a:lnTo>
                <a:lnTo>
                  <a:pt x="1312840" y="494777"/>
                </a:lnTo>
                <a:lnTo>
                  <a:pt x="1269080" y="514927"/>
                </a:lnTo>
                <a:lnTo>
                  <a:pt x="1225320" y="584816"/>
                </a:lnTo>
                <a:lnTo>
                  <a:pt x="1181561" y="579012"/>
                </a:lnTo>
                <a:lnTo>
                  <a:pt x="1137801" y="612311"/>
                </a:lnTo>
                <a:lnTo>
                  <a:pt x="1094030" y="667294"/>
                </a:lnTo>
                <a:lnTo>
                  <a:pt x="1050270" y="671486"/>
                </a:lnTo>
                <a:lnTo>
                  <a:pt x="1006511" y="711282"/>
                </a:lnTo>
                <a:lnTo>
                  <a:pt x="962751" y="732793"/>
                </a:lnTo>
                <a:lnTo>
                  <a:pt x="918991" y="757529"/>
                </a:lnTo>
                <a:lnTo>
                  <a:pt x="875232" y="786039"/>
                </a:lnTo>
                <a:lnTo>
                  <a:pt x="831472" y="787503"/>
                </a:lnTo>
                <a:lnTo>
                  <a:pt x="787701" y="867062"/>
                </a:lnTo>
                <a:lnTo>
                  <a:pt x="743941" y="898926"/>
                </a:lnTo>
                <a:lnTo>
                  <a:pt x="700182" y="916675"/>
                </a:lnTo>
                <a:lnTo>
                  <a:pt x="656421" y="951374"/>
                </a:lnTo>
                <a:lnTo>
                  <a:pt x="612660" y="974942"/>
                </a:lnTo>
                <a:lnTo>
                  <a:pt x="568898" y="1003730"/>
                </a:lnTo>
                <a:lnTo>
                  <a:pt x="525137" y="999706"/>
                </a:lnTo>
                <a:lnTo>
                  <a:pt x="481375" y="1068473"/>
                </a:lnTo>
                <a:lnTo>
                  <a:pt x="437615" y="1121995"/>
                </a:lnTo>
                <a:lnTo>
                  <a:pt x="393853" y="1017812"/>
                </a:lnTo>
                <a:lnTo>
                  <a:pt x="350091" y="1175143"/>
                </a:lnTo>
                <a:lnTo>
                  <a:pt x="306330" y="1188586"/>
                </a:lnTo>
                <a:lnTo>
                  <a:pt x="262568" y="1213308"/>
                </a:lnTo>
                <a:lnTo>
                  <a:pt x="218807" y="1248778"/>
                </a:lnTo>
                <a:lnTo>
                  <a:pt x="175045" y="1179684"/>
                </a:lnTo>
                <a:lnTo>
                  <a:pt x="131285" y="1301881"/>
                </a:lnTo>
                <a:lnTo>
                  <a:pt x="87523" y="1281734"/>
                </a:lnTo>
                <a:lnTo>
                  <a:pt x="43761" y="1310272"/>
                </a:lnTo>
                <a:lnTo>
                  <a:pt x="0" y="1344734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48" name="Freeform 1247">
            <a:extLst>
              <a:ext uri="{FF2B5EF4-FFF2-40B4-BE49-F238E27FC236}">
                <a16:creationId xmlns:a16="http://schemas.microsoft.com/office/drawing/2014/main" id="{2AF69D93-E3AE-CFD1-2999-DBD542D0FC26}"/>
              </a:ext>
            </a:extLst>
          </p:cNvPr>
          <p:cNvSpPr/>
          <p:nvPr/>
        </p:nvSpPr>
        <p:spPr>
          <a:xfrm>
            <a:off x="979117" y="3445779"/>
            <a:ext cx="2144305" cy="1241007"/>
          </a:xfrm>
          <a:custGeom>
            <a:avLst/>
            <a:gdLst>
              <a:gd name="csX0" fmla="*/ 0 w 2144305"/>
              <a:gd name="csY0" fmla="*/ 1234869 h 1241007"/>
              <a:gd name="csX1" fmla="*/ 43761 w 2144305"/>
              <a:gd name="csY1" fmla="*/ 1195436 h 1241007"/>
              <a:gd name="csX2" fmla="*/ 87523 w 2144305"/>
              <a:gd name="csY2" fmla="*/ 1241008 h 1241007"/>
              <a:gd name="csX3" fmla="*/ 131284 w 2144305"/>
              <a:gd name="csY3" fmla="*/ 1137690 h 1241007"/>
              <a:gd name="csX4" fmla="*/ 175045 w 2144305"/>
              <a:gd name="csY4" fmla="*/ 966584 h 1241007"/>
              <a:gd name="csX5" fmla="*/ 218806 w 2144305"/>
              <a:gd name="csY5" fmla="*/ 1193703 h 1241007"/>
              <a:gd name="csX6" fmla="*/ 262568 w 2144305"/>
              <a:gd name="csY6" fmla="*/ 1194609 h 1241007"/>
              <a:gd name="csX7" fmla="*/ 306330 w 2144305"/>
              <a:gd name="csY7" fmla="*/ 1161586 h 1241007"/>
              <a:gd name="csX8" fmla="*/ 350091 w 2144305"/>
              <a:gd name="csY8" fmla="*/ 1153805 h 1241007"/>
              <a:gd name="csX9" fmla="*/ 393853 w 2144305"/>
              <a:gd name="csY9" fmla="*/ 832125 h 1241007"/>
              <a:gd name="csX10" fmla="*/ 437614 w 2144305"/>
              <a:gd name="csY10" fmla="*/ 1103557 h 1241007"/>
              <a:gd name="csX11" fmla="*/ 481375 w 2144305"/>
              <a:gd name="csY11" fmla="*/ 1025584 h 1241007"/>
              <a:gd name="csX12" fmla="*/ 525136 w 2144305"/>
              <a:gd name="csY12" fmla="*/ 958248 h 1241007"/>
              <a:gd name="csX13" fmla="*/ 568898 w 2144305"/>
              <a:gd name="csY13" fmla="*/ 953785 h 1241007"/>
              <a:gd name="csX14" fmla="*/ 612660 w 2144305"/>
              <a:gd name="csY14" fmla="*/ 965889 h 1241007"/>
              <a:gd name="csX15" fmla="*/ 656421 w 2144305"/>
              <a:gd name="csY15" fmla="*/ 933877 h 1241007"/>
              <a:gd name="csX16" fmla="*/ 700181 w 2144305"/>
              <a:gd name="csY16" fmla="*/ 844270 h 1241007"/>
              <a:gd name="csX17" fmla="*/ 743940 w 2144305"/>
              <a:gd name="csY17" fmla="*/ 882291 h 1241007"/>
              <a:gd name="csX18" fmla="*/ 787700 w 2144305"/>
              <a:gd name="csY18" fmla="*/ 857527 h 1241007"/>
              <a:gd name="csX19" fmla="*/ 831471 w 2144305"/>
              <a:gd name="csY19" fmla="*/ 728145 h 1241007"/>
              <a:gd name="csX20" fmla="*/ 875231 w 2144305"/>
              <a:gd name="csY20" fmla="*/ 772459 h 1241007"/>
              <a:gd name="csX21" fmla="*/ 918990 w 2144305"/>
              <a:gd name="csY21" fmla="*/ 735490 h 1241007"/>
              <a:gd name="csX22" fmla="*/ 962750 w 2144305"/>
              <a:gd name="csY22" fmla="*/ 711621 h 1241007"/>
              <a:gd name="csX23" fmla="*/ 1006509 w 2144305"/>
              <a:gd name="csY23" fmla="*/ 683884 h 1241007"/>
              <a:gd name="csX24" fmla="*/ 1050269 w 2144305"/>
              <a:gd name="csY24" fmla="*/ 657593 h 1241007"/>
              <a:gd name="csX25" fmla="*/ 1094040 w 2144305"/>
              <a:gd name="csY25" fmla="*/ 649202 h 1241007"/>
              <a:gd name="csX26" fmla="*/ 1137800 w 2144305"/>
              <a:gd name="csY26" fmla="*/ 604108 h 1241007"/>
              <a:gd name="csX27" fmla="*/ 1181559 w 2144305"/>
              <a:gd name="csY27" fmla="*/ 571019 h 1241007"/>
              <a:gd name="csX28" fmla="*/ 1225319 w 2144305"/>
              <a:gd name="csY28" fmla="*/ 557333 h 1241007"/>
              <a:gd name="csX29" fmla="*/ 1269079 w 2144305"/>
              <a:gd name="csY29" fmla="*/ 520824 h 1241007"/>
              <a:gd name="csX30" fmla="*/ 1312838 w 2144305"/>
              <a:gd name="csY30" fmla="*/ 544749 h 1241007"/>
              <a:gd name="csX31" fmla="*/ 1356609 w 2144305"/>
              <a:gd name="csY31" fmla="*/ 447989 h 1241007"/>
              <a:gd name="csX32" fmla="*/ 1400369 w 2144305"/>
              <a:gd name="csY32" fmla="*/ 422888 h 1241007"/>
              <a:gd name="csX33" fmla="*/ 1444129 w 2144305"/>
              <a:gd name="csY33" fmla="*/ 398593 h 1241007"/>
              <a:gd name="csX34" fmla="*/ 1487888 w 2144305"/>
              <a:gd name="csY34" fmla="*/ 373122 h 1241007"/>
              <a:gd name="csX35" fmla="*/ 1531648 w 2144305"/>
              <a:gd name="csY35" fmla="*/ 408438 h 1241007"/>
              <a:gd name="csX36" fmla="*/ 1575408 w 2144305"/>
              <a:gd name="csY36" fmla="*/ 300276 h 1241007"/>
              <a:gd name="csX37" fmla="*/ 1619167 w 2144305"/>
              <a:gd name="csY37" fmla="*/ 513541 h 1241007"/>
              <a:gd name="csX38" fmla="*/ 1662938 w 2144305"/>
              <a:gd name="csY38" fmla="*/ 304004 h 1241007"/>
              <a:gd name="csX39" fmla="*/ 1706698 w 2144305"/>
              <a:gd name="csY39" fmla="*/ 218222 h 1241007"/>
              <a:gd name="csX40" fmla="*/ 1750458 w 2144305"/>
              <a:gd name="csY40" fmla="*/ 354137 h 1241007"/>
              <a:gd name="csX41" fmla="*/ 1794217 w 2144305"/>
              <a:gd name="csY41" fmla="*/ 282103 h 1241007"/>
              <a:gd name="csX42" fmla="*/ 1837977 w 2144305"/>
              <a:gd name="csY42" fmla="*/ 167910 h 1241007"/>
              <a:gd name="csX43" fmla="*/ 1881737 w 2144305"/>
              <a:gd name="csY43" fmla="*/ 277823 h 1241007"/>
              <a:gd name="csX44" fmla="*/ 1925507 w 2144305"/>
              <a:gd name="csY44" fmla="*/ 293898 h 1241007"/>
              <a:gd name="csX45" fmla="*/ 1969267 w 2144305"/>
              <a:gd name="csY45" fmla="*/ 103386 h 1241007"/>
              <a:gd name="csX46" fmla="*/ 2013027 w 2144305"/>
              <a:gd name="csY46" fmla="*/ 87457 h 1241007"/>
              <a:gd name="csX47" fmla="*/ 2056787 w 2144305"/>
              <a:gd name="csY47" fmla="*/ 189809 h 1241007"/>
              <a:gd name="csX48" fmla="*/ 2100546 w 2144305"/>
              <a:gd name="csY48" fmla="*/ 204330 h 1241007"/>
              <a:gd name="csX49" fmla="*/ 2144306 w 2144305"/>
              <a:gd name="csY49" fmla="*/ 75180 h 1241007"/>
              <a:gd name="csX50" fmla="*/ 2144306 w 2144305"/>
              <a:gd name="csY50" fmla="*/ 0 h 1241007"/>
              <a:gd name="csX51" fmla="*/ 2100546 w 2144305"/>
              <a:gd name="csY51" fmla="*/ 135958 h 1241007"/>
              <a:gd name="csX52" fmla="*/ 2056787 w 2144305"/>
              <a:gd name="csY52" fmla="*/ 120612 h 1241007"/>
              <a:gd name="csX53" fmla="*/ 2013027 w 2144305"/>
              <a:gd name="csY53" fmla="*/ 13117 h 1241007"/>
              <a:gd name="csX54" fmla="*/ 1969267 w 2144305"/>
              <a:gd name="csY54" fmla="*/ 29389 h 1241007"/>
              <a:gd name="csX55" fmla="*/ 1925507 w 2144305"/>
              <a:gd name="csY55" fmla="*/ 230069 h 1241007"/>
              <a:gd name="csX56" fmla="*/ 1881737 w 2144305"/>
              <a:gd name="csY56" fmla="*/ 212799 h 1241007"/>
              <a:gd name="csX57" fmla="*/ 1837977 w 2144305"/>
              <a:gd name="csY57" fmla="*/ 96964 h 1241007"/>
              <a:gd name="csX58" fmla="*/ 1794217 w 2144305"/>
              <a:gd name="csY58" fmla="*/ 215152 h 1241007"/>
              <a:gd name="csX59" fmla="*/ 1750458 w 2144305"/>
              <a:gd name="csY59" fmla="*/ 289761 h 1241007"/>
              <a:gd name="csX60" fmla="*/ 1706698 w 2144305"/>
              <a:gd name="csY60" fmla="*/ 148281 h 1241007"/>
              <a:gd name="csX61" fmla="*/ 1662938 w 2144305"/>
              <a:gd name="csY61" fmla="*/ 238070 h 1241007"/>
              <a:gd name="csX62" fmla="*/ 1619167 w 2144305"/>
              <a:gd name="csY62" fmla="*/ 453919 h 1241007"/>
              <a:gd name="csX63" fmla="*/ 1575408 w 2144305"/>
              <a:gd name="csY63" fmla="*/ 233319 h 1241007"/>
              <a:gd name="csX64" fmla="*/ 1531648 w 2144305"/>
              <a:gd name="csY64" fmla="*/ 346009 h 1241007"/>
              <a:gd name="csX65" fmla="*/ 1487888 w 2144305"/>
              <a:gd name="csY65" fmla="*/ 309108 h 1241007"/>
              <a:gd name="csX66" fmla="*/ 1444129 w 2144305"/>
              <a:gd name="csY66" fmla="*/ 334152 h 1241007"/>
              <a:gd name="csX67" fmla="*/ 1400369 w 2144305"/>
              <a:gd name="csY67" fmla="*/ 357758 h 1241007"/>
              <a:gd name="csX68" fmla="*/ 1356609 w 2144305"/>
              <a:gd name="csY68" fmla="*/ 383880 h 1241007"/>
              <a:gd name="csX69" fmla="*/ 1312838 w 2144305"/>
              <a:gd name="csY69" fmla="*/ 484565 h 1241007"/>
              <a:gd name="csX70" fmla="*/ 1269079 w 2144305"/>
              <a:gd name="csY70" fmla="*/ 458087 h 1241007"/>
              <a:gd name="csX71" fmla="*/ 1225319 w 2144305"/>
              <a:gd name="csY71" fmla="*/ 494147 h 1241007"/>
              <a:gd name="csX72" fmla="*/ 1181559 w 2144305"/>
              <a:gd name="csY72" fmla="*/ 509133 h 1241007"/>
              <a:gd name="csX73" fmla="*/ 1137800 w 2144305"/>
              <a:gd name="csY73" fmla="*/ 542779 h 1241007"/>
              <a:gd name="csX74" fmla="*/ 1094040 w 2144305"/>
              <a:gd name="csY74" fmla="*/ 586439 h 1241007"/>
              <a:gd name="csX75" fmla="*/ 1050269 w 2144305"/>
              <a:gd name="csY75" fmla="*/ 596207 h 1241007"/>
              <a:gd name="csX76" fmla="*/ 1006509 w 2144305"/>
              <a:gd name="csY76" fmla="*/ 620859 h 1241007"/>
              <a:gd name="csX77" fmla="*/ 962750 w 2144305"/>
              <a:gd name="csY77" fmla="*/ 649090 h 1241007"/>
              <a:gd name="csX78" fmla="*/ 918990 w 2144305"/>
              <a:gd name="csY78" fmla="*/ 673860 h 1241007"/>
              <a:gd name="csX79" fmla="*/ 875231 w 2144305"/>
              <a:gd name="csY79" fmla="*/ 709263 h 1241007"/>
              <a:gd name="csX80" fmla="*/ 831471 w 2144305"/>
              <a:gd name="csY80" fmla="*/ 668226 h 1241007"/>
              <a:gd name="csX81" fmla="*/ 787700 w 2144305"/>
              <a:gd name="csY81" fmla="*/ 793527 h 1241007"/>
              <a:gd name="csX82" fmla="*/ 743940 w 2144305"/>
              <a:gd name="csY82" fmla="*/ 818022 h 1241007"/>
              <a:gd name="csX83" fmla="*/ 700181 w 2144305"/>
              <a:gd name="csY83" fmla="*/ 782541 h 1241007"/>
              <a:gd name="csX84" fmla="*/ 656421 w 2144305"/>
              <a:gd name="csY84" fmla="*/ 868551 h 1241007"/>
              <a:gd name="csX85" fmla="*/ 612660 w 2144305"/>
              <a:gd name="csY85" fmla="*/ 900072 h 1241007"/>
              <a:gd name="csX86" fmla="*/ 568898 w 2144305"/>
              <a:gd name="csY86" fmla="*/ 888861 h 1241007"/>
              <a:gd name="csX87" fmla="*/ 525136 w 2144305"/>
              <a:gd name="csY87" fmla="*/ 892615 h 1241007"/>
              <a:gd name="csX88" fmla="*/ 481375 w 2144305"/>
              <a:gd name="csY88" fmla="*/ 958662 h 1241007"/>
              <a:gd name="csX89" fmla="*/ 437614 w 2144305"/>
              <a:gd name="csY89" fmla="*/ 1034214 h 1241007"/>
              <a:gd name="csX90" fmla="*/ 393853 w 2144305"/>
              <a:gd name="csY90" fmla="*/ 772391 h 1241007"/>
              <a:gd name="csX91" fmla="*/ 350091 w 2144305"/>
              <a:gd name="csY91" fmla="*/ 1081495 h 1241007"/>
              <a:gd name="csX92" fmla="*/ 306330 w 2144305"/>
              <a:gd name="csY92" fmla="*/ 1090204 h 1241007"/>
              <a:gd name="csX93" fmla="*/ 262568 w 2144305"/>
              <a:gd name="csY93" fmla="*/ 1121405 h 1241007"/>
              <a:gd name="csX94" fmla="*/ 218806 w 2144305"/>
              <a:gd name="csY94" fmla="*/ 1120782 h 1241007"/>
              <a:gd name="csX95" fmla="*/ 175045 w 2144305"/>
              <a:gd name="csY95" fmla="*/ 903118 h 1241007"/>
              <a:gd name="csX96" fmla="*/ 131284 w 2144305"/>
              <a:gd name="csY96" fmla="*/ 1068891 h 1241007"/>
              <a:gd name="csX97" fmla="*/ 87523 w 2144305"/>
              <a:gd name="csY97" fmla="*/ 1165368 h 1241007"/>
              <a:gd name="csX98" fmla="*/ 43761 w 2144305"/>
              <a:gd name="csY98" fmla="*/ 1123590 h 1241007"/>
              <a:gd name="csX99" fmla="*/ 0 w 2144305"/>
              <a:gd name="csY99" fmla="*/ 1161552 h 1241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5" h="1241007">
                <a:moveTo>
                  <a:pt x="0" y="1234869"/>
                </a:moveTo>
                <a:lnTo>
                  <a:pt x="43761" y="1195436"/>
                </a:lnTo>
                <a:lnTo>
                  <a:pt x="87523" y="1241008"/>
                </a:lnTo>
                <a:lnTo>
                  <a:pt x="131284" y="1137690"/>
                </a:lnTo>
                <a:lnTo>
                  <a:pt x="175045" y="966584"/>
                </a:lnTo>
                <a:lnTo>
                  <a:pt x="218806" y="1193703"/>
                </a:lnTo>
                <a:lnTo>
                  <a:pt x="262568" y="1194609"/>
                </a:lnTo>
                <a:lnTo>
                  <a:pt x="306330" y="1161586"/>
                </a:lnTo>
                <a:lnTo>
                  <a:pt x="350091" y="1153805"/>
                </a:lnTo>
                <a:lnTo>
                  <a:pt x="393853" y="832125"/>
                </a:lnTo>
                <a:lnTo>
                  <a:pt x="437614" y="1103557"/>
                </a:lnTo>
                <a:lnTo>
                  <a:pt x="481375" y="1025584"/>
                </a:lnTo>
                <a:lnTo>
                  <a:pt x="525136" y="958248"/>
                </a:lnTo>
                <a:lnTo>
                  <a:pt x="568898" y="953785"/>
                </a:lnTo>
                <a:lnTo>
                  <a:pt x="612660" y="965889"/>
                </a:lnTo>
                <a:lnTo>
                  <a:pt x="656421" y="933877"/>
                </a:lnTo>
                <a:lnTo>
                  <a:pt x="700181" y="844270"/>
                </a:lnTo>
                <a:lnTo>
                  <a:pt x="743940" y="882291"/>
                </a:lnTo>
                <a:lnTo>
                  <a:pt x="787700" y="857527"/>
                </a:lnTo>
                <a:lnTo>
                  <a:pt x="831471" y="728145"/>
                </a:lnTo>
                <a:lnTo>
                  <a:pt x="875231" y="772459"/>
                </a:lnTo>
                <a:lnTo>
                  <a:pt x="918990" y="735490"/>
                </a:lnTo>
                <a:lnTo>
                  <a:pt x="962750" y="711621"/>
                </a:lnTo>
                <a:lnTo>
                  <a:pt x="1006509" y="683884"/>
                </a:lnTo>
                <a:lnTo>
                  <a:pt x="1050269" y="657593"/>
                </a:lnTo>
                <a:lnTo>
                  <a:pt x="1094040" y="649202"/>
                </a:lnTo>
                <a:lnTo>
                  <a:pt x="1137800" y="604108"/>
                </a:lnTo>
                <a:lnTo>
                  <a:pt x="1181559" y="571019"/>
                </a:lnTo>
                <a:lnTo>
                  <a:pt x="1225319" y="557333"/>
                </a:lnTo>
                <a:lnTo>
                  <a:pt x="1269079" y="520824"/>
                </a:lnTo>
                <a:lnTo>
                  <a:pt x="1312838" y="544749"/>
                </a:lnTo>
                <a:lnTo>
                  <a:pt x="1356609" y="447989"/>
                </a:lnTo>
                <a:lnTo>
                  <a:pt x="1400369" y="422888"/>
                </a:lnTo>
                <a:lnTo>
                  <a:pt x="1444129" y="398593"/>
                </a:lnTo>
                <a:lnTo>
                  <a:pt x="1487888" y="373122"/>
                </a:lnTo>
                <a:lnTo>
                  <a:pt x="1531648" y="408438"/>
                </a:lnTo>
                <a:lnTo>
                  <a:pt x="1575408" y="300276"/>
                </a:lnTo>
                <a:lnTo>
                  <a:pt x="1619167" y="513541"/>
                </a:lnTo>
                <a:lnTo>
                  <a:pt x="1662938" y="304004"/>
                </a:lnTo>
                <a:lnTo>
                  <a:pt x="1706698" y="218222"/>
                </a:lnTo>
                <a:lnTo>
                  <a:pt x="1750458" y="354137"/>
                </a:lnTo>
                <a:lnTo>
                  <a:pt x="1794217" y="282103"/>
                </a:lnTo>
                <a:lnTo>
                  <a:pt x="1837977" y="167910"/>
                </a:lnTo>
                <a:lnTo>
                  <a:pt x="1881737" y="277823"/>
                </a:lnTo>
                <a:lnTo>
                  <a:pt x="1925507" y="293898"/>
                </a:lnTo>
                <a:lnTo>
                  <a:pt x="1969267" y="103386"/>
                </a:lnTo>
                <a:lnTo>
                  <a:pt x="2013027" y="87457"/>
                </a:lnTo>
                <a:lnTo>
                  <a:pt x="2056787" y="189809"/>
                </a:lnTo>
                <a:lnTo>
                  <a:pt x="2100546" y="204330"/>
                </a:lnTo>
                <a:lnTo>
                  <a:pt x="2144306" y="75180"/>
                </a:lnTo>
                <a:lnTo>
                  <a:pt x="2144306" y="0"/>
                </a:lnTo>
                <a:lnTo>
                  <a:pt x="2100546" y="135958"/>
                </a:lnTo>
                <a:lnTo>
                  <a:pt x="2056787" y="120612"/>
                </a:lnTo>
                <a:lnTo>
                  <a:pt x="2013027" y="13117"/>
                </a:lnTo>
                <a:lnTo>
                  <a:pt x="1969267" y="29389"/>
                </a:lnTo>
                <a:lnTo>
                  <a:pt x="1925507" y="230069"/>
                </a:lnTo>
                <a:lnTo>
                  <a:pt x="1881737" y="212799"/>
                </a:lnTo>
                <a:lnTo>
                  <a:pt x="1837977" y="96964"/>
                </a:lnTo>
                <a:lnTo>
                  <a:pt x="1794217" y="215152"/>
                </a:lnTo>
                <a:lnTo>
                  <a:pt x="1750458" y="289761"/>
                </a:lnTo>
                <a:lnTo>
                  <a:pt x="1706698" y="148281"/>
                </a:lnTo>
                <a:lnTo>
                  <a:pt x="1662938" y="238070"/>
                </a:lnTo>
                <a:lnTo>
                  <a:pt x="1619167" y="453919"/>
                </a:lnTo>
                <a:lnTo>
                  <a:pt x="1575408" y="233319"/>
                </a:lnTo>
                <a:lnTo>
                  <a:pt x="1531648" y="346009"/>
                </a:lnTo>
                <a:lnTo>
                  <a:pt x="1487888" y="309108"/>
                </a:lnTo>
                <a:lnTo>
                  <a:pt x="1444129" y="334152"/>
                </a:lnTo>
                <a:lnTo>
                  <a:pt x="1400369" y="357758"/>
                </a:lnTo>
                <a:lnTo>
                  <a:pt x="1356609" y="383880"/>
                </a:lnTo>
                <a:lnTo>
                  <a:pt x="1312838" y="484565"/>
                </a:lnTo>
                <a:lnTo>
                  <a:pt x="1269079" y="458087"/>
                </a:lnTo>
                <a:lnTo>
                  <a:pt x="1225319" y="494147"/>
                </a:lnTo>
                <a:lnTo>
                  <a:pt x="1181559" y="509133"/>
                </a:lnTo>
                <a:lnTo>
                  <a:pt x="1137800" y="542779"/>
                </a:lnTo>
                <a:lnTo>
                  <a:pt x="1094040" y="586439"/>
                </a:lnTo>
                <a:lnTo>
                  <a:pt x="1050269" y="596207"/>
                </a:lnTo>
                <a:lnTo>
                  <a:pt x="1006509" y="620859"/>
                </a:lnTo>
                <a:lnTo>
                  <a:pt x="962750" y="649090"/>
                </a:lnTo>
                <a:lnTo>
                  <a:pt x="918990" y="673860"/>
                </a:lnTo>
                <a:lnTo>
                  <a:pt x="875231" y="709263"/>
                </a:lnTo>
                <a:lnTo>
                  <a:pt x="831471" y="668226"/>
                </a:lnTo>
                <a:lnTo>
                  <a:pt x="787700" y="793527"/>
                </a:lnTo>
                <a:lnTo>
                  <a:pt x="743940" y="818022"/>
                </a:lnTo>
                <a:lnTo>
                  <a:pt x="700181" y="782541"/>
                </a:lnTo>
                <a:lnTo>
                  <a:pt x="656421" y="868551"/>
                </a:lnTo>
                <a:lnTo>
                  <a:pt x="612660" y="900072"/>
                </a:lnTo>
                <a:lnTo>
                  <a:pt x="568898" y="888861"/>
                </a:lnTo>
                <a:lnTo>
                  <a:pt x="525136" y="892615"/>
                </a:lnTo>
                <a:lnTo>
                  <a:pt x="481375" y="958662"/>
                </a:lnTo>
                <a:lnTo>
                  <a:pt x="437614" y="1034214"/>
                </a:lnTo>
                <a:lnTo>
                  <a:pt x="393853" y="772391"/>
                </a:lnTo>
                <a:lnTo>
                  <a:pt x="350091" y="1081495"/>
                </a:lnTo>
                <a:lnTo>
                  <a:pt x="306330" y="1090204"/>
                </a:lnTo>
                <a:lnTo>
                  <a:pt x="262568" y="1121405"/>
                </a:lnTo>
                <a:lnTo>
                  <a:pt x="218806" y="1120782"/>
                </a:lnTo>
                <a:lnTo>
                  <a:pt x="175045" y="903118"/>
                </a:lnTo>
                <a:lnTo>
                  <a:pt x="131284" y="1068891"/>
                </a:lnTo>
                <a:lnTo>
                  <a:pt x="87523" y="1165368"/>
                </a:lnTo>
                <a:lnTo>
                  <a:pt x="43761" y="1123590"/>
                </a:lnTo>
                <a:lnTo>
                  <a:pt x="0" y="1161552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653" name="Group 1652">
            <a:extLst>
              <a:ext uri="{FF2B5EF4-FFF2-40B4-BE49-F238E27FC236}">
                <a16:creationId xmlns:a16="http://schemas.microsoft.com/office/drawing/2014/main" id="{6803ED40-1DE7-35D1-D009-411977798EE1}"/>
              </a:ext>
            </a:extLst>
          </p:cNvPr>
          <p:cNvGrpSpPr/>
          <p:nvPr/>
        </p:nvGrpSpPr>
        <p:grpSpPr>
          <a:xfrm>
            <a:off x="934586" y="3380591"/>
            <a:ext cx="2189606" cy="1383476"/>
            <a:chOff x="934586" y="3380591"/>
            <a:chExt cx="2189606" cy="1383476"/>
          </a:xfrm>
        </p:grpSpPr>
        <p:sp>
          <p:nvSpPr>
            <p:cNvPr id="1250" name="Freeform 1249">
              <a:extLst>
                <a:ext uri="{FF2B5EF4-FFF2-40B4-BE49-F238E27FC236}">
                  <a16:creationId xmlns:a16="http://schemas.microsoft.com/office/drawing/2014/main" id="{DCE6D277-4414-E7F8-8A94-665E945F645A}"/>
                </a:ext>
              </a:extLst>
            </p:cNvPr>
            <p:cNvSpPr/>
            <p:nvPr/>
          </p:nvSpPr>
          <p:spPr>
            <a:xfrm>
              <a:off x="957236" y="4725325"/>
              <a:ext cx="1132" cy="37610"/>
            </a:xfrm>
            <a:custGeom>
              <a:avLst/>
              <a:gdLst>
                <a:gd name="csX0" fmla="*/ 0 w 1132"/>
                <a:gd name="csY0" fmla="*/ 37610 h 37610"/>
                <a:gd name="csX1" fmla="*/ 0 w 1132"/>
                <a:gd name="csY1" fmla="*/ 0 h 37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7610">
                  <a:moveTo>
                    <a:pt x="0" y="376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1" name="Freeform 1250">
              <a:extLst>
                <a:ext uri="{FF2B5EF4-FFF2-40B4-BE49-F238E27FC236}">
                  <a16:creationId xmlns:a16="http://schemas.microsoft.com/office/drawing/2014/main" id="{B46679B9-F1F7-739D-8763-EEBBB09C6615}"/>
                </a:ext>
              </a:extLst>
            </p:cNvPr>
            <p:cNvSpPr/>
            <p:nvPr/>
          </p:nvSpPr>
          <p:spPr>
            <a:xfrm>
              <a:off x="1000996" y="4690863"/>
              <a:ext cx="1132" cy="40781"/>
            </a:xfrm>
            <a:custGeom>
              <a:avLst/>
              <a:gdLst>
                <a:gd name="csX0" fmla="*/ 0 w 1132"/>
                <a:gd name="csY0" fmla="*/ 40781 h 40781"/>
                <a:gd name="csX1" fmla="*/ 0 w 1132"/>
                <a:gd name="csY1" fmla="*/ 0 h 40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0781">
                  <a:moveTo>
                    <a:pt x="0" y="407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2" name="Freeform 1251">
              <a:extLst>
                <a:ext uri="{FF2B5EF4-FFF2-40B4-BE49-F238E27FC236}">
                  <a16:creationId xmlns:a16="http://schemas.microsoft.com/office/drawing/2014/main" id="{3BB31DB3-0809-5B85-C336-A1B1721E2E81}"/>
                </a:ext>
              </a:extLst>
            </p:cNvPr>
            <p:cNvSpPr/>
            <p:nvPr/>
          </p:nvSpPr>
          <p:spPr>
            <a:xfrm>
              <a:off x="1044758" y="4662324"/>
              <a:ext cx="1132" cy="26285"/>
            </a:xfrm>
            <a:custGeom>
              <a:avLst/>
              <a:gdLst>
                <a:gd name="csX0" fmla="*/ 0 w 1132"/>
                <a:gd name="csY0" fmla="*/ 26285 h 26285"/>
                <a:gd name="csX1" fmla="*/ 0 w 1132"/>
                <a:gd name="csY1" fmla="*/ 0 h 26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285">
                  <a:moveTo>
                    <a:pt x="0" y="262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3" name="Freeform 1252">
              <a:extLst>
                <a:ext uri="{FF2B5EF4-FFF2-40B4-BE49-F238E27FC236}">
                  <a16:creationId xmlns:a16="http://schemas.microsoft.com/office/drawing/2014/main" id="{58B7CB22-DC99-17D8-B2ED-AC817266F061}"/>
                </a:ext>
              </a:extLst>
            </p:cNvPr>
            <p:cNvSpPr/>
            <p:nvPr/>
          </p:nvSpPr>
          <p:spPr>
            <a:xfrm>
              <a:off x="1088520" y="4682471"/>
              <a:ext cx="1132" cy="51800"/>
            </a:xfrm>
            <a:custGeom>
              <a:avLst/>
              <a:gdLst>
                <a:gd name="csX0" fmla="*/ 0 w 1132"/>
                <a:gd name="csY0" fmla="*/ 51800 h 51800"/>
                <a:gd name="csX1" fmla="*/ 0 w 1132"/>
                <a:gd name="csY1" fmla="*/ 0 h 51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1800">
                  <a:moveTo>
                    <a:pt x="0" y="5180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4" name="Freeform 1253">
              <a:extLst>
                <a:ext uri="{FF2B5EF4-FFF2-40B4-BE49-F238E27FC236}">
                  <a16:creationId xmlns:a16="http://schemas.microsoft.com/office/drawing/2014/main" id="{619DD6D0-A51B-6716-9283-D294D3FBF362}"/>
                </a:ext>
              </a:extLst>
            </p:cNvPr>
            <p:cNvSpPr/>
            <p:nvPr/>
          </p:nvSpPr>
          <p:spPr>
            <a:xfrm>
              <a:off x="1132281" y="4560275"/>
              <a:ext cx="1132" cy="78867"/>
            </a:xfrm>
            <a:custGeom>
              <a:avLst/>
              <a:gdLst>
                <a:gd name="csX0" fmla="*/ 0 w 1132"/>
                <a:gd name="csY0" fmla="*/ 78867 h 78867"/>
                <a:gd name="csX1" fmla="*/ 0 w 1132"/>
                <a:gd name="csY1" fmla="*/ 0 h 78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8867">
                  <a:moveTo>
                    <a:pt x="0" y="788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5" name="Freeform 1254">
              <a:extLst>
                <a:ext uri="{FF2B5EF4-FFF2-40B4-BE49-F238E27FC236}">
                  <a16:creationId xmlns:a16="http://schemas.microsoft.com/office/drawing/2014/main" id="{405E5B1F-9F75-218D-2711-3B45FC145477}"/>
                </a:ext>
              </a:extLst>
            </p:cNvPr>
            <p:cNvSpPr/>
            <p:nvPr/>
          </p:nvSpPr>
          <p:spPr>
            <a:xfrm>
              <a:off x="1176043" y="4629369"/>
              <a:ext cx="1132" cy="29739"/>
            </a:xfrm>
            <a:custGeom>
              <a:avLst/>
              <a:gdLst>
                <a:gd name="csX0" fmla="*/ 0 w 1132"/>
                <a:gd name="csY0" fmla="*/ 29739 h 29739"/>
                <a:gd name="csX1" fmla="*/ 0 w 1132"/>
                <a:gd name="csY1" fmla="*/ 0 h 29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9739">
                  <a:moveTo>
                    <a:pt x="0" y="297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6" name="Freeform 1255">
              <a:extLst>
                <a:ext uri="{FF2B5EF4-FFF2-40B4-BE49-F238E27FC236}">
                  <a16:creationId xmlns:a16="http://schemas.microsoft.com/office/drawing/2014/main" id="{B9705FB4-6000-BA4C-D26B-B38A0069F982}"/>
                </a:ext>
              </a:extLst>
            </p:cNvPr>
            <p:cNvSpPr/>
            <p:nvPr/>
          </p:nvSpPr>
          <p:spPr>
            <a:xfrm>
              <a:off x="1219804" y="4593899"/>
              <a:ext cx="1132" cy="22423"/>
            </a:xfrm>
            <a:custGeom>
              <a:avLst/>
              <a:gdLst>
                <a:gd name="csX0" fmla="*/ 0 w 1132"/>
                <a:gd name="csY0" fmla="*/ 22423 h 22423"/>
                <a:gd name="csX1" fmla="*/ 0 w 1132"/>
                <a:gd name="csY1" fmla="*/ 0 h 2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423">
                  <a:moveTo>
                    <a:pt x="0" y="224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7" name="Freeform 1256">
              <a:extLst>
                <a:ext uri="{FF2B5EF4-FFF2-40B4-BE49-F238E27FC236}">
                  <a16:creationId xmlns:a16="http://schemas.microsoft.com/office/drawing/2014/main" id="{CBC80166-EE8E-2D1C-D8E4-236815489B63}"/>
                </a:ext>
              </a:extLst>
            </p:cNvPr>
            <p:cNvSpPr/>
            <p:nvPr/>
          </p:nvSpPr>
          <p:spPr>
            <a:xfrm>
              <a:off x="1263566" y="4569176"/>
              <a:ext cx="1132" cy="23318"/>
            </a:xfrm>
            <a:custGeom>
              <a:avLst/>
              <a:gdLst>
                <a:gd name="csX0" fmla="*/ 0 w 1132"/>
                <a:gd name="csY0" fmla="*/ 23318 h 23318"/>
                <a:gd name="csX1" fmla="*/ 0 w 1132"/>
                <a:gd name="csY1" fmla="*/ 0 h 23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318">
                  <a:moveTo>
                    <a:pt x="0" y="233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8" name="Freeform 1257">
              <a:extLst>
                <a:ext uri="{FF2B5EF4-FFF2-40B4-BE49-F238E27FC236}">
                  <a16:creationId xmlns:a16="http://schemas.microsoft.com/office/drawing/2014/main" id="{66A161D6-A3CF-E3DB-0E11-F38172FBC5BB}"/>
                </a:ext>
              </a:extLst>
            </p:cNvPr>
            <p:cNvSpPr/>
            <p:nvPr/>
          </p:nvSpPr>
          <p:spPr>
            <a:xfrm>
              <a:off x="1307326" y="4555734"/>
              <a:ext cx="1132" cy="19671"/>
            </a:xfrm>
            <a:custGeom>
              <a:avLst/>
              <a:gdLst>
                <a:gd name="csX0" fmla="*/ 0 w 1132"/>
                <a:gd name="csY0" fmla="*/ 19671 h 19671"/>
                <a:gd name="csX1" fmla="*/ 0 w 1132"/>
                <a:gd name="csY1" fmla="*/ 0 h 19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671">
                  <a:moveTo>
                    <a:pt x="0" y="196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9" name="Freeform 1258">
              <a:extLst>
                <a:ext uri="{FF2B5EF4-FFF2-40B4-BE49-F238E27FC236}">
                  <a16:creationId xmlns:a16="http://schemas.microsoft.com/office/drawing/2014/main" id="{5C3002D6-0B0D-BC5C-B157-5A28C5B7D7C2}"/>
                </a:ext>
              </a:extLst>
            </p:cNvPr>
            <p:cNvSpPr/>
            <p:nvPr/>
          </p:nvSpPr>
          <p:spPr>
            <a:xfrm>
              <a:off x="1351088" y="4398403"/>
              <a:ext cx="1132" cy="103854"/>
            </a:xfrm>
            <a:custGeom>
              <a:avLst/>
              <a:gdLst>
                <a:gd name="csX0" fmla="*/ 0 w 1132"/>
                <a:gd name="csY0" fmla="*/ 103854 h 103854"/>
                <a:gd name="csX1" fmla="*/ 0 w 1132"/>
                <a:gd name="csY1" fmla="*/ 0 h 103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3854">
                  <a:moveTo>
                    <a:pt x="0" y="1038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0" name="Freeform 1259">
              <a:extLst>
                <a:ext uri="{FF2B5EF4-FFF2-40B4-BE49-F238E27FC236}">
                  <a16:creationId xmlns:a16="http://schemas.microsoft.com/office/drawing/2014/main" id="{DA4E3758-B50B-982A-ABAA-C5425332E1F8}"/>
                </a:ext>
              </a:extLst>
            </p:cNvPr>
            <p:cNvSpPr/>
            <p:nvPr/>
          </p:nvSpPr>
          <p:spPr>
            <a:xfrm>
              <a:off x="1394850" y="4502586"/>
              <a:ext cx="1132" cy="17361"/>
            </a:xfrm>
            <a:custGeom>
              <a:avLst/>
              <a:gdLst>
                <a:gd name="csX0" fmla="*/ 0 w 1132"/>
                <a:gd name="csY0" fmla="*/ 17361 h 17361"/>
                <a:gd name="csX1" fmla="*/ 0 w 1132"/>
                <a:gd name="csY1" fmla="*/ 0 h 17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361">
                  <a:moveTo>
                    <a:pt x="0" y="1736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1" name="Freeform 1260">
              <a:extLst>
                <a:ext uri="{FF2B5EF4-FFF2-40B4-BE49-F238E27FC236}">
                  <a16:creationId xmlns:a16="http://schemas.microsoft.com/office/drawing/2014/main" id="{151694DB-5C05-55E6-1BB4-9BC449700F9B}"/>
                </a:ext>
              </a:extLst>
            </p:cNvPr>
            <p:cNvSpPr/>
            <p:nvPr/>
          </p:nvSpPr>
          <p:spPr>
            <a:xfrm>
              <a:off x="1438611" y="4449064"/>
              <a:ext cx="1132" cy="30543"/>
            </a:xfrm>
            <a:custGeom>
              <a:avLst/>
              <a:gdLst>
                <a:gd name="csX0" fmla="*/ 0 w 1132"/>
                <a:gd name="csY0" fmla="*/ 30544 h 30543"/>
                <a:gd name="csX1" fmla="*/ 0 w 1132"/>
                <a:gd name="csY1" fmla="*/ 0 h 305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543">
                  <a:moveTo>
                    <a:pt x="0" y="305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2" name="Freeform 1261">
              <a:extLst>
                <a:ext uri="{FF2B5EF4-FFF2-40B4-BE49-F238E27FC236}">
                  <a16:creationId xmlns:a16="http://schemas.microsoft.com/office/drawing/2014/main" id="{7E2BE696-E0BE-A48E-EFB2-75D97DEF5C39}"/>
                </a:ext>
              </a:extLst>
            </p:cNvPr>
            <p:cNvSpPr/>
            <p:nvPr/>
          </p:nvSpPr>
          <p:spPr>
            <a:xfrm>
              <a:off x="1482373" y="4380296"/>
              <a:ext cx="1132" cy="33707"/>
            </a:xfrm>
            <a:custGeom>
              <a:avLst/>
              <a:gdLst>
                <a:gd name="csX0" fmla="*/ 0 w 1132"/>
                <a:gd name="csY0" fmla="*/ 33708 h 33707"/>
                <a:gd name="csX1" fmla="*/ 0 w 1132"/>
                <a:gd name="csY1" fmla="*/ 0 h 33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707">
                  <a:moveTo>
                    <a:pt x="0" y="3370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3" name="Freeform 1262">
              <a:extLst>
                <a:ext uri="{FF2B5EF4-FFF2-40B4-BE49-F238E27FC236}">
                  <a16:creationId xmlns:a16="http://schemas.microsoft.com/office/drawing/2014/main" id="{AA8A2AF3-FA64-EB87-97F8-385B2872173A}"/>
                </a:ext>
              </a:extLst>
            </p:cNvPr>
            <p:cNvSpPr/>
            <p:nvPr/>
          </p:nvSpPr>
          <p:spPr>
            <a:xfrm>
              <a:off x="1526134" y="4384320"/>
              <a:ext cx="1132" cy="36012"/>
            </a:xfrm>
            <a:custGeom>
              <a:avLst/>
              <a:gdLst>
                <a:gd name="csX0" fmla="*/ 0 w 1132"/>
                <a:gd name="csY0" fmla="*/ 36012 h 36012"/>
                <a:gd name="csX1" fmla="*/ 0 w 1132"/>
                <a:gd name="csY1" fmla="*/ 0 h 360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6012">
                  <a:moveTo>
                    <a:pt x="0" y="3601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4" name="Freeform 1263">
              <a:extLst>
                <a:ext uri="{FF2B5EF4-FFF2-40B4-BE49-F238E27FC236}">
                  <a16:creationId xmlns:a16="http://schemas.microsoft.com/office/drawing/2014/main" id="{8670C3F8-D86C-7145-7A0F-248AD77DFC17}"/>
                </a:ext>
              </a:extLst>
            </p:cNvPr>
            <p:cNvSpPr/>
            <p:nvPr/>
          </p:nvSpPr>
          <p:spPr>
            <a:xfrm>
              <a:off x="1569896" y="4355532"/>
              <a:ext cx="1132" cy="18802"/>
            </a:xfrm>
            <a:custGeom>
              <a:avLst/>
              <a:gdLst>
                <a:gd name="csX0" fmla="*/ 0 w 1132"/>
                <a:gd name="csY0" fmla="*/ 18803 h 18802"/>
                <a:gd name="csX1" fmla="*/ 0 w 1132"/>
                <a:gd name="csY1" fmla="*/ 0 h 18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802">
                  <a:moveTo>
                    <a:pt x="0" y="188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16CE18FF-21E7-1AF0-6546-6B1748947C58}"/>
                </a:ext>
              </a:extLst>
            </p:cNvPr>
            <p:cNvSpPr/>
            <p:nvPr/>
          </p:nvSpPr>
          <p:spPr>
            <a:xfrm>
              <a:off x="1613657" y="4331965"/>
              <a:ext cx="1132" cy="20192"/>
            </a:xfrm>
            <a:custGeom>
              <a:avLst/>
              <a:gdLst>
                <a:gd name="csX0" fmla="*/ 0 w 1132"/>
                <a:gd name="csY0" fmla="*/ 20192 h 20192"/>
                <a:gd name="csX1" fmla="*/ 0 w 1132"/>
                <a:gd name="csY1" fmla="*/ 0 h 20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192">
                  <a:moveTo>
                    <a:pt x="0" y="2019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6" name="Freeform 1265">
              <a:extLst>
                <a:ext uri="{FF2B5EF4-FFF2-40B4-BE49-F238E27FC236}">
                  <a16:creationId xmlns:a16="http://schemas.microsoft.com/office/drawing/2014/main" id="{F025A7D2-DB67-EC3D-00BD-DA0923C12418}"/>
                </a:ext>
              </a:extLst>
            </p:cNvPr>
            <p:cNvSpPr/>
            <p:nvPr/>
          </p:nvSpPr>
          <p:spPr>
            <a:xfrm>
              <a:off x="1657417" y="4297265"/>
              <a:ext cx="1132" cy="54384"/>
            </a:xfrm>
            <a:custGeom>
              <a:avLst/>
              <a:gdLst>
                <a:gd name="csX0" fmla="*/ 0 w 1132"/>
                <a:gd name="csY0" fmla="*/ 54385 h 54384"/>
                <a:gd name="csX1" fmla="*/ 0 w 1132"/>
                <a:gd name="csY1" fmla="*/ 0 h 54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384">
                  <a:moveTo>
                    <a:pt x="0" y="543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282D7A24-911A-F137-9740-6FE236C30192}"/>
                </a:ext>
              </a:extLst>
            </p:cNvPr>
            <p:cNvSpPr/>
            <p:nvPr/>
          </p:nvSpPr>
          <p:spPr>
            <a:xfrm>
              <a:off x="1701177" y="4279517"/>
              <a:ext cx="1132" cy="18318"/>
            </a:xfrm>
            <a:custGeom>
              <a:avLst/>
              <a:gdLst>
                <a:gd name="csX0" fmla="*/ 0 w 1132"/>
                <a:gd name="csY0" fmla="*/ 18318 h 18318"/>
                <a:gd name="csX1" fmla="*/ 0 w 1132"/>
                <a:gd name="csY1" fmla="*/ 0 h 18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318">
                  <a:moveTo>
                    <a:pt x="0" y="183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8" name="Freeform 1267">
              <a:extLst>
                <a:ext uri="{FF2B5EF4-FFF2-40B4-BE49-F238E27FC236}">
                  <a16:creationId xmlns:a16="http://schemas.microsoft.com/office/drawing/2014/main" id="{A05203CB-43B1-CD88-7D13-BDA615D963C8}"/>
                </a:ext>
              </a:extLst>
            </p:cNvPr>
            <p:cNvSpPr/>
            <p:nvPr/>
          </p:nvSpPr>
          <p:spPr>
            <a:xfrm>
              <a:off x="1744937" y="4247653"/>
              <a:ext cx="1132" cy="13233"/>
            </a:xfrm>
            <a:custGeom>
              <a:avLst/>
              <a:gdLst>
                <a:gd name="csX0" fmla="*/ 0 w 1132"/>
                <a:gd name="csY0" fmla="*/ 13233 h 13233"/>
                <a:gd name="csX1" fmla="*/ 0 w 1132"/>
                <a:gd name="csY1" fmla="*/ 0 h 13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233">
                  <a:moveTo>
                    <a:pt x="0" y="132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6F8B343C-C61D-57B7-BC36-4E99227D4D44}"/>
                </a:ext>
              </a:extLst>
            </p:cNvPr>
            <p:cNvSpPr/>
            <p:nvPr/>
          </p:nvSpPr>
          <p:spPr>
            <a:xfrm>
              <a:off x="1788708" y="4168094"/>
              <a:ext cx="1132" cy="90587"/>
            </a:xfrm>
            <a:custGeom>
              <a:avLst/>
              <a:gdLst>
                <a:gd name="csX0" fmla="*/ 0 w 1132"/>
                <a:gd name="csY0" fmla="*/ 90587 h 90587"/>
                <a:gd name="csX1" fmla="*/ 0 w 1132"/>
                <a:gd name="csY1" fmla="*/ 0 h 90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0587">
                  <a:moveTo>
                    <a:pt x="0" y="905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B4E7D62D-6D52-54FE-DA23-1FC5740EEBDD}"/>
                </a:ext>
              </a:extLst>
            </p:cNvPr>
            <p:cNvSpPr/>
            <p:nvPr/>
          </p:nvSpPr>
          <p:spPr>
            <a:xfrm>
              <a:off x="1832467" y="4166630"/>
              <a:ext cx="1132" cy="21575"/>
            </a:xfrm>
            <a:custGeom>
              <a:avLst/>
              <a:gdLst>
                <a:gd name="csX0" fmla="*/ 0 w 1132"/>
                <a:gd name="csY0" fmla="*/ 21575 h 21575"/>
                <a:gd name="csX1" fmla="*/ 0 w 1132"/>
                <a:gd name="csY1" fmla="*/ 0 h 21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575">
                  <a:moveTo>
                    <a:pt x="0" y="215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1" name="Freeform 1270">
              <a:extLst>
                <a:ext uri="{FF2B5EF4-FFF2-40B4-BE49-F238E27FC236}">
                  <a16:creationId xmlns:a16="http://schemas.microsoft.com/office/drawing/2014/main" id="{30C1D8B9-40C7-64A3-1250-E196C4B5FCA6}"/>
                </a:ext>
              </a:extLst>
            </p:cNvPr>
            <p:cNvSpPr/>
            <p:nvPr/>
          </p:nvSpPr>
          <p:spPr>
            <a:xfrm>
              <a:off x="1876227" y="4138120"/>
              <a:ext cx="1132" cy="26296"/>
            </a:xfrm>
            <a:custGeom>
              <a:avLst/>
              <a:gdLst>
                <a:gd name="csX0" fmla="*/ 0 w 1132"/>
                <a:gd name="csY0" fmla="*/ 26297 h 26296"/>
                <a:gd name="csX1" fmla="*/ 0 w 1132"/>
                <a:gd name="csY1" fmla="*/ 0 h 262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296">
                  <a:moveTo>
                    <a:pt x="0" y="262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6B99252E-14BE-FC0D-5FA4-9B519CE4B08E}"/>
                </a:ext>
              </a:extLst>
            </p:cNvPr>
            <p:cNvSpPr/>
            <p:nvPr/>
          </p:nvSpPr>
          <p:spPr>
            <a:xfrm>
              <a:off x="1919987" y="4113384"/>
              <a:ext cx="1132" cy="22230"/>
            </a:xfrm>
            <a:custGeom>
              <a:avLst/>
              <a:gdLst>
                <a:gd name="csX0" fmla="*/ 0 w 1132"/>
                <a:gd name="csY0" fmla="*/ 22231 h 22230"/>
                <a:gd name="csX1" fmla="*/ 0 w 1132"/>
                <a:gd name="csY1" fmla="*/ 0 h 22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230">
                  <a:moveTo>
                    <a:pt x="0" y="222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0899CA75-DA46-63A2-E40C-CE2CC64975A8}"/>
                </a:ext>
              </a:extLst>
            </p:cNvPr>
            <p:cNvSpPr/>
            <p:nvPr/>
          </p:nvSpPr>
          <p:spPr>
            <a:xfrm>
              <a:off x="1963746" y="4091872"/>
              <a:ext cx="1132" cy="15259"/>
            </a:xfrm>
            <a:custGeom>
              <a:avLst/>
              <a:gdLst>
                <a:gd name="csX0" fmla="*/ 0 w 1132"/>
                <a:gd name="csY0" fmla="*/ 15259 h 15259"/>
                <a:gd name="csX1" fmla="*/ 0 w 1132"/>
                <a:gd name="csY1" fmla="*/ 0 h 15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259">
                  <a:moveTo>
                    <a:pt x="0" y="1525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03D4012A-5B1B-DE0B-E258-1FDC71CD607B}"/>
                </a:ext>
              </a:extLst>
            </p:cNvPr>
            <p:cNvSpPr/>
            <p:nvPr/>
          </p:nvSpPr>
          <p:spPr>
            <a:xfrm>
              <a:off x="2007506" y="4052076"/>
              <a:ext cx="1132" cy="30151"/>
            </a:xfrm>
            <a:custGeom>
              <a:avLst/>
              <a:gdLst>
                <a:gd name="csX0" fmla="*/ 0 w 1132"/>
                <a:gd name="csY0" fmla="*/ 30152 h 30151"/>
                <a:gd name="csX1" fmla="*/ 0 w 1132"/>
                <a:gd name="csY1" fmla="*/ 0 h 30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151">
                  <a:moveTo>
                    <a:pt x="0" y="301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5" name="Freeform 1274">
              <a:extLst>
                <a:ext uri="{FF2B5EF4-FFF2-40B4-BE49-F238E27FC236}">
                  <a16:creationId xmlns:a16="http://schemas.microsoft.com/office/drawing/2014/main" id="{A8D927D2-111E-6295-51C0-8B2AC792561A}"/>
                </a:ext>
              </a:extLst>
            </p:cNvPr>
            <p:cNvSpPr/>
            <p:nvPr/>
          </p:nvSpPr>
          <p:spPr>
            <a:xfrm>
              <a:off x="2051266" y="4047885"/>
              <a:ext cx="1132" cy="21956"/>
            </a:xfrm>
            <a:custGeom>
              <a:avLst/>
              <a:gdLst>
                <a:gd name="csX0" fmla="*/ 0 w 1132"/>
                <a:gd name="csY0" fmla="*/ 21957 h 21956"/>
                <a:gd name="csX1" fmla="*/ 0 w 1132"/>
                <a:gd name="csY1" fmla="*/ 0 h 2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956">
                  <a:moveTo>
                    <a:pt x="0" y="219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DDEAC74F-AAC3-3340-79E6-167E56C68C94}"/>
                </a:ext>
              </a:extLst>
            </p:cNvPr>
            <p:cNvSpPr/>
            <p:nvPr/>
          </p:nvSpPr>
          <p:spPr>
            <a:xfrm>
              <a:off x="2095037" y="3992901"/>
              <a:ext cx="1132" cy="32874"/>
            </a:xfrm>
            <a:custGeom>
              <a:avLst/>
              <a:gdLst>
                <a:gd name="csX0" fmla="*/ 0 w 1132"/>
                <a:gd name="csY0" fmla="*/ 32874 h 32874"/>
                <a:gd name="csX1" fmla="*/ 0 w 1132"/>
                <a:gd name="csY1" fmla="*/ 0 h 32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2874">
                  <a:moveTo>
                    <a:pt x="0" y="3287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E0134220-C94C-4170-FAFC-D6F7223E69FC}"/>
                </a:ext>
              </a:extLst>
            </p:cNvPr>
            <p:cNvSpPr/>
            <p:nvPr/>
          </p:nvSpPr>
          <p:spPr>
            <a:xfrm>
              <a:off x="2138796" y="3959602"/>
              <a:ext cx="1132" cy="27819"/>
            </a:xfrm>
            <a:custGeom>
              <a:avLst/>
              <a:gdLst>
                <a:gd name="csX0" fmla="*/ 0 w 1132"/>
                <a:gd name="csY0" fmla="*/ 27820 h 27819"/>
                <a:gd name="csX1" fmla="*/ 0 w 1132"/>
                <a:gd name="csY1" fmla="*/ 0 h 278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819">
                  <a:moveTo>
                    <a:pt x="0" y="278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676344F1-5F05-6E1A-1EA1-F962DE09BC83}"/>
                </a:ext>
              </a:extLst>
            </p:cNvPr>
            <p:cNvSpPr/>
            <p:nvPr/>
          </p:nvSpPr>
          <p:spPr>
            <a:xfrm>
              <a:off x="2182556" y="3965406"/>
              <a:ext cx="1132" cy="14772"/>
            </a:xfrm>
            <a:custGeom>
              <a:avLst/>
              <a:gdLst>
                <a:gd name="csX0" fmla="*/ 0 w 1132"/>
                <a:gd name="csY0" fmla="*/ 14772 h 14772"/>
                <a:gd name="csX1" fmla="*/ 0 w 1132"/>
                <a:gd name="csY1" fmla="*/ 0 h 14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772">
                  <a:moveTo>
                    <a:pt x="0" y="1477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9" name="Freeform 1278">
              <a:extLst>
                <a:ext uri="{FF2B5EF4-FFF2-40B4-BE49-F238E27FC236}">
                  <a16:creationId xmlns:a16="http://schemas.microsoft.com/office/drawing/2014/main" id="{DD8500DC-EDE1-C36B-A502-9153C266A005}"/>
                </a:ext>
              </a:extLst>
            </p:cNvPr>
            <p:cNvSpPr/>
            <p:nvPr/>
          </p:nvSpPr>
          <p:spPr>
            <a:xfrm>
              <a:off x="2226315" y="3895518"/>
              <a:ext cx="1132" cy="35040"/>
            </a:xfrm>
            <a:custGeom>
              <a:avLst/>
              <a:gdLst>
                <a:gd name="csX0" fmla="*/ 0 w 1132"/>
                <a:gd name="csY0" fmla="*/ 35041 h 35040"/>
                <a:gd name="csX1" fmla="*/ 0 w 1132"/>
                <a:gd name="csY1" fmla="*/ 0 h 35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5040">
                  <a:moveTo>
                    <a:pt x="0" y="350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0" name="Freeform 1279">
              <a:extLst>
                <a:ext uri="{FF2B5EF4-FFF2-40B4-BE49-F238E27FC236}">
                  <a16:creationId xmlns:a16="http://schemas.microsoft.com/office/drawing/2014/main" id="{EB9453FF-4CE5-C0EC-2EE0-0F5F996A0D7D}"/>
                </a:ext>
              </a:extLst>
            </p:cNvPr>
            <p:cNvSpPr/>
            <p:nvPr/>
          </p:nvSpPr>
          <p:spPr>
            <a:xfrm>
              <a:off x="2270075" y="3875367"/>
              <a:ext cx="1132" cy="60526"/>
            </a:xfrm>
            <a:custGeom>
              <a:avLst/>
              <a:gdLst>
                <a:gd name="csX0" fmla="*/ 0 w 1132"/>
                <a:gd name="csY0" fmla="*/ 60526 h 60526"/>
                <a:gd name="csX1" fmla="*/ 0 w 1132"/>
                <a:gd name="csY1" fmla="*/ 0 h 60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526">
                  <a:moveTo>
                    <a:pt x="0" y="605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1" name="Freeform 1280">
              <a:extLst>
                <a:ext uri="{FF2B5EF4-FFF2-40B4-BE49-F238E27FC236}">
                  <a16:creationId xmlns:a16="http://schemas.microsoft.com/office/drawing/2014/main" id="{8515B619-7A70-03E4-04F7-843F011E31EE}"/>
                </a:ext>
              </a:extLst>
            </p:cNvPr>
            <p:cNvSpPr/>
            <p:nvPr/>
          </p:nvSpPr>
          <p:spPr>
            <a:xfrm>
              <a:off x="2313835" y="3852414"/>
              <a:ext cx="1132" cy="16870"/>
            </a:xfrm>
            <a:custGeom>
              <a:avLst/>
              <a:gdLst>
                <a:gd name="csX0" fmla="*/ 0 w 1132"/>
                <a:gd name="csY0" fmla="*/ 16871 h 16870"/>
                <a:gd name="csX1" fmla="*/ 0 w 1132"/>
                <a:gd name="csY1" fmla="*/ 0 h 168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70">
                  <a:moveTo>
                    <a:pt x="0" y="168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2" name="Freeform 1281">
              <a:extLst>
                <a:ext uri="{FF2B5EF4-FFF2-40B4-BE49-F238E27FC236}">
                  <a16:creationId xmlns:a16="http://schemas.microsoft.com/office/drawing/2014/main" id="{2F8A6AAC-217B-45F7-4C31-D61F49704A6B}"/>
                </a:ext>
              </a:extLst>
            </p:cNvPr>
            <p:cNvSpPr/>
            <p:nvPr/>
          </p:nvSpPr>
          <p:spPr>
            <a:xfrm>
              <a:off x="2357606" y="3824423"/>
              <a:ext cx="1132" cy="18692"/>
            </a:xfrm>
            <a:custGeom>
              <a:avLst/>
              <a:gdLst>
                <a:gd name="csX0" fmla="*/ 0 w 1132"/>
                <a:gd name="csY0" fmla="*/ 18693 h 18692"/>
                <a:gd name="csX1" fmla="*/ 0 w 1132"/>
                <a:gd name="csY1" fmla="*/ 0 h 18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692">
                  <a:moveTo>
                    <a:pt x="0" y="1869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3" name="Freeform 1282">
              <a:extLst>
                <a:ext uri="{FF2B5EF4-FFF2-40B4-BE49-F238E27FC236}">
                  <a16:creationId xmlns:a16="http://schemas.microsoft.com/office/drawing/2014/main" id="{B04F11FB-7749-437C-BFF5-E8FA521EA42A}"/>
                </a:ext>
              </a:extLst>
            </p:cNvPr>
            <p:cNvSpPr/>
            <p:nvPr/>
          </p:nvSpPr>
          <p:spPr>
            <a:xfrm>
              <a:off x="2401366" y="3799113"/>
              <a:ext cx="1132" cy="17288"/>
            </a:xfrm>
            <a:custGeom>
              <a:avLst/>
              <a:gdLst>
                <a:gd name="csX0" fmla="*/ 0 w 1132"/>
                <a:gd name="csY0" fmla="*/ 17289 h 17288"/>
                <a:gd name="csX1" fmla="*/ 0 w 1132"/>
                <a:gd name="csY1" fmla="*/ 0 h 17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88">
                  <a:moveTo>
                    <a:pt x="0" y="172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4" name="Freeform 1283">
              <a:extLst>
                <a:ext uri="{FF2B5EF4-FFF2-40B4-BE49-F238E27FC236}">
                  <a16:creationId xmlns:a16="http://schemas.microsoft.com/office/drawing/2014/main" id="{0EF2C0A8-5E90-305E-365C-5B5B7758CEB9}"/>
                </a:ext>
              </a:extLst>
            </p:cNvPr>
            <p:cNvSpPr/>
            <p:nvPr/>
          </p:nvSpPr>
          <p:spPr>
            <a:xfrm>
              <a:off x="2445125" y="3754061"/>
              <a:ext cx="1132" cy="26125"/>
            </a:xfrm>
            <a:custGeom>
              <a:avLst/>
              <a:gdLst>
                <a:gd name="csX0" fmla="*/ 0 w 1132"/>
                <a:gd name="csY0" fmla="*/ 26126 h 26125"/>
                <a:gd name="csX1" fmla="*/ 0 w 1132"/>
                <a:gd name="csY1" fmla="*/ 0 h 26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125">
                  <a:moveTo>
                    <a:pt x="0" y="261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5" name="Freeform 1284">
              <a:extLst>
                <a:ext uri="{FF2B5EF4-FFF2-40B4-BE49-F238E27FC236}">
                  <a16:creationId xmlns:a16="http://schemas.microsoft.com/office/drawing/2014/main" id="{372402FC-A85C-A942-E2A4-3B4C8AA0F5B1}"/>
                </a:ext>
              </a:extLst>
            </p:cNvPr>
            <p:cNvSpPr/>
            <p:nvPr/>
          </p:nvSpPr>
          <p:spPr>
            <a:xfrm>
              <a:off x="2488885" y="3714152"/>
              <a:ext cx="1132" cy="48656"/>
            </a:xfrm>
            <a:custGeom>
              <a:avLst/>
              <a:gdLst>
                <a:gd name="csX0" fmla="*/ 0 w 1132"/>
                <a:gd name="csY0" fmla="*/ 48657 h 48656"/>
                <a:gd name="csX1" fmla="*/ 0 w 1132"/>
                <a:gd name="csY1" fmla="*/ 0 h 48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8656">
                  <a:moveTo>
                    <a:pt x="0" y="486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6" name="Freeform 1285">
              <a:extLst>
                <a:ext uri="{FF2B5EF4-FFF2-40B4-BE49-F238E27FC236}">
                  <a16:creationId xmlns:a16="http://schemas.microsoft.com/office/drawing/2014/main" id="{31F0E225-0F50-2C46-FA42-9B4217BE5803}"/>
                </a:ext>
              </a:extLst>
            </p:cNvPr>
            <p:cNvSpPr/>
            <p:nvPr/>
          </p:nvSpPr>
          <p:spPr>
            <a:xfrm>
              <a:off x="2532644" y="3696688"/>
              <a:ext cx="1132" cy="19542"/>
            </a:xfrm>
            <a:custGeom>
              <a:avLst/>
              <a:gdLst>
                <a:gd name="csX0" fmla="*/ 0 w 1132"/>
                <a:gd name="csY0" fmla="*/ 19542 h 19542"/>
                <a:gd name="csX1" fmla="*/ 0 w 1132"/>
                <a:gd name="csY1" fmla="*/ 0 h 19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542">
                  <a:moveTo>
                    <a:pt x="0" y="1954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7" name="Freeform 1286">
              <a:extLst>
                <a:ext uri="{FF2B5EF4-FFF2-40B4-BE49-F238E27FC236}">
                  <a16:creationId xmlns:a16="http://schemas.microsoft.com/office/drawing/2014/main" id="{D4783368-9F67-3D03-8FAE-AFB9DC369DE5}"/>
                </a:ext>
              </a:extLst>
            </p:cNvPr>
            <p:cNvSpPr/>
            <p:nvPr/>
          </p:nvSpPr>
          <p:spPr>
            <a:xfrm>
              <a:off x="2576404" y="3658105"/>
              <a:ext cx="1132" cy="121332"/>
            </a:xfrm>
            <a:custGeom>
              <a:avLst/>
              <a:gdLst>
                <a:gd name="csX0" fmla="*/ 0 w 1132"/>
                <a:gd name="csY0" fmla="*/ 121332 h 121332"/>
                <a:gd name="csX1" fmla="*/ 0 w 1132"/>
                <a:gd name="csY1" fmla="*/ 0 h 12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1332">
                  <a:moveTo>
                    <a:pt x="0" y="12133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8" name="Freeform 1287">
              <a:extLst>
                <a:ext uri="{FF2B5EF4-FFF2-40B4-BE49-F238E27FC236}">
                  <a16:creationId xmlns:a16="http://schemas.microsoft.com/office/drawing/2014/main" id="{97E164BD-E515-86C4-EFCE-0BF1D043438B}"/>
                </a:ext>
              </a:extLst>
            </p:cNvPr>
            <p:cNvSpPr/>
            <p:nvPr/>
          </p:nvSpPr>
          <p:spPr>
            <a:xfrm>
              <a:off x="2620175" y="3672475"/>
              <a:ext cx="1132" cy="27164"/>
            </a:xfrm>
            <a:custGeom>
              <a:avLst/>
              <a:gdLst>
                <a:gd name="csX0" fmla="*/ 0 w 1132"/>
                <a:gd name="csY0" fmla="*/ 27164 h 27164"/>
                <a:gd name="csX1" fmla="*/ 0 w 1132"/>
                <a:gd name="csY1" fmla="*/ 0 h 27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164">
                  <a:moveTo>
                    <a:pt x="0" y="271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9" name="Freeform 1288">
              <a:extLst>
                <a:ext uri="{FF2B5EF4-FFF2-40B4-BE49-F238E27FC236}">
                  <a16:creationId xmlns:a16="http://schemas.microsoft.com/office/drawing/2014/main" id="{24CDA74C-80B7-8F53-92C7-C9FE7F436B24}"/>
                </a:ext>
              </a:extLst>
            </p:cNvPr>
            <p:cNvSpPr/>
            <p:nvPr/>
          </p:nvSpPr>
          <p:spPr>
            <a:xfrm>
              <a:off x="2663935" y="3610458"/>
              <a:ext cx="1132" cy="18170"/>
            </a:xfrm>
            <a:custGeom>
              <a:avLst/>
              <a:gdLst>
                <a:gd name="csX0" fmla="*/ 0 w 1132"/>
                <a:gd name="csY0" fmla="*/ 18171 h 18170"/>
                <a:gd name="csX1" fmla="*/ 0 w 1132"/>
                <a:gd name="csY1" fmla="*/ 0 h 18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70">
                  <a:moveTo>
                    <a:pt x="0" y="181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0" name="Freeform 1289">
              <a:extLst>
                <a:ext uri="{FF2B5EF4-FFF2-40B4-BE49-F238E27FC236}">
                  <a16:creationId xmlns:a16="http://schemas.microsoft.com/office/drawing/2014/main" id="{636655DB-2514-F7B4-0E68-D9A02CAB4718}"/>
                </a:ext>
              </a:extLst>
            </p:cNvPr>
            <p:cNvSpPr/>
            <p:nvPr/>
          </p:nvSpPr>
          <p:spPr>
            <a:xfrm>
              <a:off x="2707694" y="3582430"/>
              <a:ext cx="1132" cy="61590"/>
            </a:xfrm>
            <a:custGeom>
              <a:avLst/>
              <a:gdLst>
                <a:gd name="csX0" fmla="*/ 0 w 1132"/>
                <a:gd name="csY0" fmla="*/ 61591 h 61590"/>
                <a:gd name="csX1" fmla="*/ 0 w 1132"/>
                <a:gd name="csY1" fmla="*/ 0 h 6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590">
                  <a:moveTo>
                    <a:pt x="0" y="6159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1" name="Freeform 1290">
              <a:extLst>
                <a:ext uri="{FF2B5EF4-FFF2-40B4-BE49-F238E27FC236}">
                  <a16:creationId xmlns:a16="http://schemas.microsoft.com/office/drawing/2014/main" id="{9B1F5F28-4149-FA4C-EBFF-697DB24C5ACE}"/>
                </a:ext>
              </a:extLst>
            </p:cNvPr>
            <p:cNvSpPr/>
            <p:nvPr/>
          </p:nvSpPr>
          <p:spPr>
            <a:xfrm>
              <a:off x="2751454" y="3577671"/>
              <a:ext cx="1132" cy="43020"/>
            </a:xfrm>
            <a:custGeom>
              <a:avLst/>
              <a:gdLst>
                <a:gd name="csX0" fmla="*/ 0 w 1132"/>
                <a:gd name="csY0" fmla="*/ 43020 h 43020"/>
                <a:gd name="csX1" fmla="*/ 0 w 1132"/>
                <a:gd name="csY1" fmla="*/ 0 h 43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3020">
                  <a:moveTo>
                    <a:pt x="0" y="430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2" name="Freeform 1291">
              <a:extLst>
                <a:ext uri="{FF2B5EF4-FFF2-40B4-BE49-F238E27FC236}">
                  <a16:creationId xmlns:a16="http://schemas.microsoft.com/office/drawing/2014/main" id="{D8BFB0B2-1DAC-2F54-81FA-B5B2DF92C14C}"/>
                </a:ext>
              </a:extLst>
            </p:cNvPr>
            <p:cNvSpPr/>
            <p:nvPr/>
          </p:nvSpPr>
          <p:spPr>
            <a:xfrm>
              <a:off x="2795214" y="3538596"/>
              <a:ext cx="1132" cy="23125"/>
            </a:xfrm>
            <a:custGeom>
              <a:avLst/>
              <a:gdLst>
                <a:gd name="csX0" fmla="*/ 0 w 1132"/>
                <a:gd name="csY0" fmla="*/ 23126 h 23125"/>
                <a:gd name="csX1" fmla="*/ 0 w 1132"/>
                <a:gd name="csY1" fmla="*/ 0 h 23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125">
                  <a:moveTo>
                    <a:pt x="0" y="231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3" name="Freeform 1292">
              <a:extLst>
                <a:ext uri="{FF2B5EF4-FFF2-40B4-BE49-F238E27FC236}">
                  <a16:creationId xmlns:a16="http://schemas.microsoft.com/office/drawing/2014/main" id="{6B47BBD2-26BB-E838-3406-615DDA4661EE}"/>
                </a:ext>
              </a:extLst>
            </p:cNvPr>
            <p:cNvSpPr/>
            <p:nvPr/>
          </p:nvSpPr>
          <p:spPr>
            <a:xfrm>
              <a:off x="2838973" y="3507914"/>
              <a:ext cx="1132" cy="54048"/>
            </a:xfrm>
            <a:custGeom>
              <a:avLst/>
              <a:gdLst>
                <a:gd name="csX0" fmla="*/ 0 w 1132"/>
                <a:gd name="csY0" fmla="*/ 54048 h 54048"/>
                <a:gd name="csX1" fmla="*/ 0 w 1132"/>
                <a:gd name="csY1" fmla="*/ 0 h 54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048">
                  <a:moveTo>
                    <a:pt x="0" y="54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4" name="Freeform 1293">
              <a:extLst>
                <a:ext uri="{FF2B5EF4-FFF2-40B4-BE49-F238E27FC236}">
                  <a16:creationId xmlns:a16="http://schemas.microsoft.com/office/drawing/2014/main" id="{C4B94789-1E63-1C26-EA72-FCDD48B1C5FE}"/>
                </a:ext>
              </a:extLst>
            </p:cNvPr>
            <p:cNvSpPr/>
            <p:nvPr/>
          </p:nvSpPr>
          <p:spPr>
            <a:xfrm>
              <a:off x="2882733" y="3443294"/>
              <a:ext cx="1132" cy="67401"/>
            </a:xfrm>
            <a:custGeom>
              <a:avLst/>
              <a:gdLst>
                <a:gd name="csX0" fmla="*/ 0 w 1132"/>
                <a:gd name="csY0" fmla="*/ 67402 h 67401"/>
                <a:gd name="csX1" fmla="*/ 0 w 1132"/>
                <a:gd name="csY1" fmla="*/ 0 h 6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7401">
                  <a:moveTo>
                    <a:pt x="0" y="674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5" name="Freeform 1294">
              <a:extLst>
                <a:ext uri="{FF2B5EF4-FFF2-40B4-BE49-F238E27FC236}">
                  <a16:creationId xmlns:a16="http://schemas.microsoft.com/office/drawing/2014/main" id="{2030381B-4E76-491D-89FF-01E4A0E67E31}"/>
                </a:ext>
              </a:extLst>
            </p:cNvPr>
            <p:cNvSpPr/>
            <p:nvPr/>
          </p:nvSpPr>
          <p:spPr>
            <a:xfrm>
              <a:off x="2926504" y="3464536"/>
              <a:ext cx="1132" cy="21170"/>
            </a:xfrm>
            <a:custGeom>
              <a:avLst/>
              <a:gdLst>
                <a:gd name="csX0" fmla="*/ 0 w 1132"/>
                <a:gd name="csY0" fmla="*/ 21171 h 21170"/>
                <a:gd name="csX1" fmla="*/ 0 w 1132"/>
                <a:gd name="csY1" fmla="*/ 0 h 21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170">
                  <a:moveTo>
                    <a:pt x="0" y="211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6" name="Freeform 1295">
              <a:extLst>
                <a:ext uri="{FF2B5EF4-FFF2-40B4-BE49-F238E27FC236}">
                  <a16:creationId xmlns:a16="http://schemas.microsoft.com/office/drawing/2014/main" id="{EB7351FD-0939-2DEA-BC89-7C76ECFD9FC3}"/>
                </a:ext>
              </a:extLst>
            </p:cNvPr>
            <p:cNvSpPr/>
            <p:nvPr/>
          </p:nvSpPr>
          <p:spPr>
            <a:xfrm>
              <a:off x="2970263" y="3428738"/>
              <a:ext cx="1132" cy="26953"/>
            </a:xfrm>
            <a:custGeom>
              <a:avLst/>
              <a:gdLst>
                <a:gd name="csX0" fmla="*/ 0 w 1132"/>
                <a:gd name="csY0" fmla="*/ 26953 h 26953"/>
                <a:gd name="csX1" fmla="*/ 0 w 1132"/>
                <a:gd name="csY1" fmla="*/ 0 h 26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953">
                  <a:moveTo>
                    <a:pt x="0" y="2695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7" name="Freeform 1296">
              <a:extLst>
                <a:ext uri="{FF2B5EF4-FFF2-40B4-BE49-F238E27FC236}">
                  <a16:creationId xmlns:a16="http://schemas.microsoft.com/office/drawing/2014/main" id="{1930FAF0-514B-7E03-02A0-4279D026BC56}"/>
                </a:ext>
              </a:extLst>
            </p:cNvPr>
            <p:cNvSpPr/>
            <p:nvPr/>
          </p:nvSpPr>
          <p:spPr>
            <a:xfrm>
              <a:off x="3014023" y="3401770"/>
              <a:ext cx="1132" cy="51808"/>
            </a:xfrm>
            <a:custGeom>
              <a:avLst/>
              <a:gdLst>
                <a:gd name="csX0" fmla="*/ 0 w 1132"/>
                <a:gd name="csY0" fmla="*/ 51808 h 51808"/>
                <a:gd name="csX1" fmla="*/ 0 w 1132"/>
                <a:gd name="csY1" fmla="*/ 0 h 5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1808">
                  <a:moveTo>
                    <a:pt x="0" y="5180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8" name="Freeform 1297">
              <a:extLst>
                <a:ext uri="{FF2B5EF4-FFF2-40B4-BE49-F238E27FC236}">
                  <a16:creationId xmlns:a16="http://schemas.microsoft.com/office/drawing/2014/main" id="{CED10454-94D6-3C2A-7755-2C7FA790185B}"/>
                </a:ext>
              </a:extLst>
            </p:cNvPr>
            <p:cNvSpPr/>
            <p:nvPr/>
          </p:nvSpPr>
          <p:spPr>
            <a:xfrm>
              <a:off x="3057783" y="3380591"/>
              <a:ext cx="1132" cy="58186"/>
            </a:xfrm>
            <a:custGeom>
              <a:avLst/>
              <a:gdLst>
                <a:gd name="csX0" fmla="*/ 0 w 1132"/>
                <a:gd name="csY0" fmla="*/ 58187 h 58186"/>
                <a:gd name="csX1" fmla="*/ 0 w 1132"/>
                <a:gd name="csY1" fmla="*/ 0 h 581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186">
                  <a:moveTo>
                    <a:pt x="0" y="581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9" name="Freeform 1298">
              <a:extLst>
                <a:ext uri="{FF2B5EF4-FFF2-40B4-BE49-F238E27FC236}">
                  <a16:creationId xmlns:a16="http://schemas.microsoft.com/office/drawing/2014/main" id="{5CC64FC5-CC1D-FAF2-89E4-DAF40EFBB364}"/>
                </a:ext>
              </a:extLst>
            </p:cNvPr>
            <p:cNvSpPr/>
            <p:nvPr/>
          </p:nvSpPr>
          <p:spPr>
            <a:xfrm>
              <a:off x="3101543" y="3390803"/>
              <a:ext cx="1132" cy="32057"/>
            </a:xfrm>
            <a:custGeom>
              <a:avLst/>
              <a:gdLst>
                <a:gd name="csX0" fmla="*/ 0 w 1132"/>
                <a:gd name="csY0" fmla="*/ 32057 h 32057"/>
                <a:gd name="csX1" fmla="*/ 0 w 1132"/>
                <a:gd name="csY1" fmla="*/ 0 h 320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2057">
                  <a:moveTo>
                    <a:pt x="0" y="320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0" name="Freeform 1299">
              <a:extLst>
                <a:ext uri="{FF2B5EF4-FFF2-40B4-BE49-F238E27FC236}">
                  <a16:creationId xmlns:a16="http://schemas.microsoft.com/office/drawing/2014/main" id="{26DC57E1-BC63-95FC-45F2-6FCEB84EA142}"/>
                </a:ext>
              </a:extLst>
            </p:cNvPr>
            <p:cNvSpPr/>
            <p:nvPr/>
          </p:nvSpPr>
          <p:spPr>
            <a:xfrm>
              <a:off x="934586" y="47629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1" name="Freeform 1300">
              <a:extLst>
                <a:ext uri="{FF2B5EF4-FFF2-40B4-BE49-F238E27FC236}">
                  <a16:creationId xmlns:a16="http://schemas.microsoft.com/office/drawing/2014/main" id="{7C7DD308-E6DD-F238-C46C-1006CE4117BA}"/>
                </a:ext>
              </a:extLst>
            </p:cNvPr>
            <p:cNvSpPr/>
            <p:nvPr/>
          </p:nvSpPr>
          <p:spPr>
            <a:xfrm>
              <a:off x="934586" y="472532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2" name="Freeform 1301">
              <a:extLst>
                <a:ext uri="{FF2B5EF4-FFF2-40B4-BE49-F238E27FC236}">
                  <a16:creationId xmlns:a16="http://schemas.microsoft.com/office/drawing/2014/main" id="{72E8C5DD-1B93-D541-D3C8-CF2B019C71C1}"/>
                </a:ext>
              </a:extLst>
            </p:cNvPr>
            <p:cNvSpPr/>
            <p:nvPr/>
          </p:nvSpPr>
          <p:spPr>
            <a:xfrm>
              <a:off x="978347" y="47316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3" name="Freeform 1302">
              <a:extLst>
                <a:ext uri="{FF2B5EF4-FFF2-40B4-BE49-F238E27FC236}">
                  <a16:creationId xmlns:a16="http://schemas.microsoft.com/office/drawing/2014/main" id="{C79D496C-71C4-06F3-90F7-6DC72D1C8AF0}"/>
                </a:ext>
              </a:extLst>
            </p:cNvPr>
            <p:cNvSpPr/>
            <p:nvPr/>
          </p:nvSpPr>
          <p:spPr>
            <a:xfrm>
              <a:off x="978347" y="46908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4" name="Freeform 1303">
              <a:extLst>
                <a:ext uri="{FF2B5EF4-FFF2-40B4-BE49-F238E27FC236}">
                  <a16:creationId xmlns:a16="http://schemas.microsoft.com/office/drawing/2014/main" id="{80B94EA1-48D4-096D-CE62-9D16F62E764F}"/>
                </a:ext>
              </a:extLst>
            </p:cNvPr>
            <p:cNvSpPr/>
            <p:nvPr/>
          </p:nvSpPr>
          <p:spPr>
            <a:xfrm>
              <a:off x="1022108" y="468860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5" name="Freeform 1304">
              <a:extLst>
                <a:ext uri="{FF2B5EF4-FFF2-40B4-BE49-F238E27FC236}">
                  <a16:creationId xmlns:a16="http://schemas.microsoft.com/office/drawing/2014/main" id="{4103C219-AC9D-9BB4-2C16-EEAD751114CC}"/>
                </a:ext>
              </a:extLst>
            </p:cNvPr>
            <p:cNvSpPr/>
            <p:nvPr/>
          </p:nvSpPr>
          <p:spPr>
            <a:xfrm>
              <a:off x="1022108" y="46623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6" name="Freeform 1305">
              <a:extLst>
                <a:ext uri="{FF2B5EF4-FFF2-40B4-BE49-F238E27FC236}">
                  <a16:creationId xmlns:a16="http://schemas.microsoft.com/office/drawing/2014/main" id="{C2DD06B4-AF18-E54A-D2A7-4808F0A3BD17}"/>
                </a:ext>
              </a:extLst>
            </p:cNvPr>
            <p:cNvSpPr/>
            <p:nvPr/>
          </p:nvSpPr>
          <p:spPr>
            <a:xfrm>
              <a:off x="1065870" y="47342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7" name="Freeform 1306">
              <a:extLst>
                <a:ext uri="{FF2B5EF4-FFF2-40B4-BE49-F238E27FC236}">
                  <a16:creationId xmlns:a16="http://schemas.microsoft.com/office/drawing/2014/main" id="{1CBA1CD8-9E81-BA3C-CED7-122E69D41756}"/>
                </a:ext>
              </a:extLst>
            </p:cNvPr>
            <p:cNvSpPr/>
            <p:nvPr/>
          </p:nvSpPr>
          <p:spPr>
            <a:xfrm>
              <a:off x="1065870" y="46824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8" name="Freeform 1307">
              <a:extLst>
                <a:ext uri="{FF2B5EF4-FFF2-40B4-BE49-F238E27FC236}">
                  <a16:creationId xmlns:a16="http://schemas.microsoft.com/office/drawing/2014/main" id="{69A25418-604C-D372-4447-AE5994644EA0}"/>
                </a:ext>
              </a:extLst>
            </p:cNvPr>
            <p:cNvSpPr/>
            <p:nvPr/>
          </p:nvSpPr>
          <p:spPr>
            <a:xfrm>
              <a:off x="1109631" y="46391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9" name="Freeform 1308">
              <a:extLst>
                <a:ext uri="{FF2B5EF4-FFF2-40B4-BE49-F238E27FC236}">
                  <a16:creationId xmlns:a16="http://schemas.microsoft.com/office/drawing/2014/main" id="{E66040DE-D3E3-0E0B-A7D7-A4CC2A3BCB4F}"/>
                </a:ext>
              </a:extLst>
            </p:cNvPr>
            <p:cNvSpPr/>
            <p:nvPr/>
          </p:nvSpPr>
          <p:spPr>
            <a:xfrm>
              <a:off x="1109631" y="45602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0" name="Freeform 1309">
              <a:extLst>
                <a:ext uri="{FF2B5EF4-FFF2-40B4-BE49-F238E27FC236}">
                  <a16:creationId xmlns:a16="http://schemas.microsoft.com/office/drawing/2014/main" id="{9E88BF76-6C50-F612-09A1-B0478C5BFB5D}"/>
                </a:ext>
              </a:extLst>
            </p:cNvPr>
            <p:cNvSpPr/>
            <p:nvPr/>
          </p:nvSpPr>
          <p:spPr>
            <a:xfrm>
              <a:off x="1153393" y="46591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5482913A-03A1-C36D-DB53-09B0CAF4C449}"/>
                </a:ext>
              </a:extLst>
            </p:cNvPr>
            <p:cNvSpPr/>
            <p:nvPr/>
          </p:nvSpPr>
          <p:spPr>
            <a:xfrm>
              <a:off x="1153393" y="46293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2" name="Freeform 1311">
              <a:extLst>
                <a:ext uri="{FF2B5EF4-FFF2-40B4-BE49-F238E27FC236}">
                  <a16:creationId xmlns:a16="http://schemas.microsoft.com/office/drawing/2014/main" id="{7D3B5422-AB12-DCCF-A63F-EFDF76182694}"/>
                </a:ext>
              </a:extLst>
            </p:cNvPr>
            <p:cNvSpPr/>
            <p:nvPr/>
          </p:nvSpPr>
          <p:spPr>
            <a:xfrm>
              <a:off x="1197154" y="46163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4487EB3F-F3A0-DC50-0CD4-91898F5E44AE}"/>
                </a:ext>
              </a:extLst>
            </p:cNvPr>
            <p:cNvSpPr/>
            <p:nvPr/>
          </p:nvSpPr>
          <p:spPr>
            <a:xfrm>
              <a:off x="1197154" y="459389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3CA17807-91E3-2912-386B-F1665FEE46BB}"/>
                </a:ext>
              </a:extLst>
            </p:cNvPr>
            <p:cNvSpPr/>
            <p:nvPr/>
          </p:nvSpPr>
          <p:spPr>
            <a:xfrm>
              <a:off x="1240916" y="459249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FF716A92-B793-95DE-AA00-7AED3CAE5E72}"/>
                </a:ext>
              </a:extLst>
            </p:cNvPr>
            <p:cNvSpPr/>
            <p:nvPr/>
          </p:nvSpPr>
          <p:spPr>
            <a:xfrm>
              <a:off x="1240916" y="45691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6" name="Freeform 1315">
              <a:extLst>
                <a:ext uri="{FF2B5EF4-FFF2-40B4-BE49-F238E27FC236}">
                  <a16:creationId xmlns:a16="http://schemas.microsoft.com/office/drawing/2014/main" id="{E720EB52-8DFC-ED20-8235-67FEF0CD583C}"/>
                </a:ext>
              </a:extLst>
            </p:cNvPr>
            <p:cNvSpPr/>
            <p:nvPr/>
          </p:nvSpPr>
          <p:spPr>
            <a:xfrm>
              <a:off x="1284677" y="45754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293B2383-F232-ABF8-404C-BF704C1F80EB}"/>
                </a:ext>
              </a:extLst>
            </p:cNvPr>
            <p:cNvSpPr/>
            <p:nvPr/>
          </p:nvSpPr>
          <p:spPr>
            <a:xfrm>
              <a:off x="1284677" y="455573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EC10ED59-C4B3-9C39-5E9D-2A92DCF1DC3F}"/>
                </a:ext>
              </a:extLst>
            </p:cNvPr>
            <p:cNvSpPr/>
            <p:nvPr/>
          </p:nvSpPr>
          <p:spPr>
            <a:xfrm>
              <a:off x="1328439" y="45022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9" name="Freeform 1318">
              <a:extLst>
                <a:ext uri="{FF2B5EF4-FFF2-40B4-BE49-F238E27FC236}">
                  <a16:creationId xmlns:a16="http://schemas.microsoft.com/office/drawing/2014/main" id="{9B897C21-7162-F4AD-2C1F-C6BF294DD25D}"/>
                </a:ext>
              </a:extLst>
            </p:cNvPr>
            <p:cNvSpPr/>
            <p:nvPr/>
          </p:nvSpPr>
          <p:spPr>
            <a:xfrm>
              <a:off x="1328439" y="439840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21BFB318-2B6D-D520-229A-7C284642CA8F}"/>
                </a:ext>
              </a:extLst>
            </p:cNvPr>
            <p:cNvSpPr/>
            <p:nvPr/>
          </p:nvSpPr>
          <p:spPr>
            <a:xfrm>
              <a:off x="1372200" y="451994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33B5216B-3E62-4715-9498-9E46A0E88224}"/>
                </a:ext>
              </a:extLst>
            </p:cNvPr>
            <p:cNvSpPr/>
            <p:nvPr/>
          </p:nvSpPr>
          <p:spPr>
            <a:xfrm>
              <a:off x="1372200" y="45025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575803A9-5D08-842E-E881-27E685EF0F89}"/>
                </a:ext>
              </a:extLst>
            </p:cNvPr>
            <p:cNvSpPr/>
            <p:nvPr/>
          </p:nvSpPr>
          <p:spPr>
            <a:xfrm>
              <a:off x="1415961" y="44796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3" name="Freeform 1322">
              <a:extLst>
                <a:ext uri="{FF2B5EF4-FFF2-40B4-BE49-F238E27FC236}">
                  <a16:creationId xmlns:a16="http://schemas.microsoft.com/office/drawing/2014/main" id="{34C61741-5E20-6CCE-E6D0-C9C921E888FD}"/>
                </a:ext>
              </a:extLst>
            </p:cNvPr>
            <p:cNvSpPr/>
            <p:nvPr/>
          </p:nvSpPr>
          <p:spPr>
            <a:xfrm>
              <a:off x="1415961" y="44490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4F9BBD6F-8E74-42F1-045E-D5D80763FEEB}"/>
                </a:ext>
              </a:extLst>
            </p:cNvPr>
            <p:cNvSpPr/>
            <p:nvPr/>
          </p:nvSpPr>
          <p:spPr>
            <a:xfrm>
              <a:off x="1459723" y="44140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39F7AF4A-CF04-EDDA-D42C-B2401A730F07}"/>
                </a:ext>
              </a:extLst>
            </p:cNvPr>
            <p:cNvSpPr/>
            <p:nvPr/>
          </p:nvSpPr>
          <p:spPr>
            <a:xfrm>
              <a:off x="1459723" y="43802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4A60A97A-D5EF-1505-7704-AF689FB36F28}"/>
                </a:ext>
              </a:extLst>
            </p:cNvPr>
            <p:cNvSpPr/>
            <p:nvPr/>
          </p:nvSpPr>
          <p:spPr>
            <a:xfrm>
              <a:off x="1503484" y="44203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505639D3-BF16-93F3-B8A5-248C328CE24C}"/>
                </a:ext>
              </a:extLst>
            </p:cNvPr>
            <p:cNvSpPr/>
            <p:nvPr/>
          </p:nvSpPr>
          <p:spPr>
            <a:xfrm>
              <a:off x="1503484" y="43843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FDA977C7-C1A5-69F1-CBD7-8C00EB9962D3}"/>
                </a:ext>
              </a:extLst>
            </p:cNvPr>
            <p:cNvSpPr/>
            <p:nvPr/>
          </p:nvSpPr>
          <p:spPr>
            <a:xfrm>
              <a:off x="1547246" y="43743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56A8E257-2ABC-D63B-BC74-BB889D6656BB}"/>
                </a:ext>
              </a:extLst>
            </p:cNvPr>
            <p:cNvSpPr/>
            <p:nvPr/>
          </p:nvSpPr>
          <p:spPr>
            <a:xfrm>
              <a:off x="1547246" y="43555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0" name="Freeform 1329">
              <a:extLst>
                <a:ext uri="{FF2B5EF4-FFF2-40B4-BE49-F238E27FC236}">
                  <a16:creationId xmlns:a16="http://schemas.microsoft.com/office/drawing/2014/main" id="{7BFC2A1F-AD00-5FEA-6E1F-13BD65CB4FA2}"/>
                </a:ext>
              </a:extLst>
            </p:cNvPr>
            <p:cNvSpPr/>
            <p:nvPr/>
          </p:nvSpPr>
          <p:spPr>
            <a:xfrm>
              <a:off x="1591007" y="43521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1" name="Freeform 1330">
              <a:extLst>
                <a:ext uri="{FF2B5EF4-FFF2-40B4-BE49-F238E27FC236}">
                  <a16:creationId xmlns:a16="http://schemas.microsoft.com/office/drawing/2014/main" id="{2092465C-5EA8-077C-404C-132BBF452760}"/>
                </a:ext>
              </a:extLst>
            </p:cNvPr>
            <p:cNvSpPr/>
            <p:nvPr/>
          </p:nvSpPr>
          <p:spPr>
            <a:xfrm>
              <a:off x="1591007" y="43319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2" name="Freeform 1331">
              <a:extLst>
                <a:ext uri="{FF2B5EF4-FFF2-40B4-BE49-F238E27FC236}">
                  <a16:creationId xmlns:a16="http://schemas.microsoft.com/office/drawing/2014/main" id="{C1D2ED43-0D25-9FFA-A1E0-236E607FEA16}"/>
                </a:ext>
              </a:extLst>
            </p:cNvPr>
            <p:cNvSpPr/>
            <p:nvPr/>
          </p:nvSpPr>
          <p:spPr>
            <a:xfrm>
              <a:off x="1634769" y="4351650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3" name="Freeform 1332">
              <a:extLst>
                <a:ext uri="{FF2B5EF4-FFF2-40B4-BE49-F238E27FC236}">
                  <a16:creationId xmlns:a16="http://schemas.microsoft.com/office/drawing/2014/main" id="{68CF3FC7-D9C4-ADA0-76ED-1C4F01C3A3AF}"/>
                </a:ext>
              </a:extLst>
            </p:cNvPr>
            <p:cNvSpPr/>
            <p:nvPr/>
          </p:nvSpPr>
          <p:spPr>
            <a:xfrm>
              <a:off x="1634769" y="4297265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4" name="Freeform 1333">
              <a:extLst>
                <a:ext uri="{FF2B5EF4-FFF2-40B4-BE49-F238E27FC236}">
                  <a16:creationId xmlns:a16="http://schemas.microsoft.com/office/drawing/2014/main" id="{CCAE0450-111C-3E19-B3D1-EC687BDBFFF6}"/>
                </a:ext>
              </a:extLst>
            </p:cNvPr>
            <p:cNvSpPr/>
            <p:nvPr/>
          </p:nvSpPr>
          <p:spPr>
            <a:xfrm>
              <a:off x="1678527" y="42978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5" name="Freeform 1334">
              <a:extLst>
                <a:ext uri="{FF2B5EF4-FFF2-40B4-BE49-F238E27FC236}">
                  <a16:creationId xmlns:a16="http://schemas.microsoft.com/office/drawing/2014/main" id="{D53E7254-1FCB-19FB-195B-9ADC08948189}"/>
                </a:ext>
              </a:extLst>
            </p:cNvPr>
            <p:cNvSpPr/>
            <p:nvPr/>
          </p:nvSpPr>
          <p:spPr>
            <a:xfrm>
              <a:off x="1678527" y="42795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6" name="Freeform 1335">
              <a:extLst>
                <a:ext uri="{FF2B5EF4-FFF2-40B4-BE49-F238E27FC236}">
                  <a16:creationId xmlns:a16="http://schemas.microsoft.com/office/drawing/2014/main" id="{2A0E682B-EC01-FEA5-D872-6833DE07ED1E}"/>
                </a:ext>
              </a:extLst>
            </p:cNvPr>
            <p:cNvSpPr/>
            <p:nvPr/>
          </p:nvSpPr>
          <p:spPr>
            <a:xfrm>
              <a:off x="1722287" y="42608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7" name="Freeform 1336">
              <a:extLst>
                <a:ext uri="{FF2B5EF4-FFF2-40B4-BE49-F238E27FC236}">
                  <a16:creationId xmlns:a16="http://schemas.microsoft.com/office/drawing/2014/main" id="{21F3F6C4-FBE5-6759-2BBA-B27C36EF849B}"/>
                </a:ext>
              </a:extLst>
            </p:cNvPr>
            <p:cNvSpPr/>
            <p:nvPr/>
          </p:nvSpPr>
          <p:spPr>
            <a:xfrm>
              <a:off x="1722287" y="424765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8" name="Freeform 1337">
              <a:extLst>
                <a:ext uri="{FF2B5EF4-FFF2-40B4-BE49-F238E27FC236}">
                  <a16:creationId xmlns:a16="http://schemas.microsoft.com/office/drawing/2014/main" id="{51085F92-C327-7DFC-836C-A1071E617416}"/>
                </a:ext>
              </a:extLst>
            </p:cNvPr>
            <p:cNvSpPr/>
            <p:nvPr/>
          </p:nvSpPr>
          <p:spPr>
            <a:xfrm>
              <a:off x="1766058" y="42586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9" name="Freeform 1338">
              <a:extLst>
                <a:ext uri="{FF2B5EF4-FFF2-40B4-BE49-F238E27FC236}">
                  <a16:creationId xmlns:a16="http://schemas.microsoft.com/office/drawing/2014/main" id="{F37C7A1B-6880-4BE9-4D06-3F935E874C96}"/>
                </a:ext>
              </a:extLst>
            </p:cNvPr>
            <p:cNvSpPr/>
            <p:nvPr/>
          </p:nvSpPr>
          <p:spPr>
            <a:xfrm>
              <a:off x="1766058" y="41680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0" name="Freeform 1339">
              <a:extLst>
                <a:ext uri="{FF2B5EF4-FFF2-40B4-BE49-F238E27FC236}">
                  <a16:creationId xmlns:a16="http://schemas.microsoft.com/office/drawing/2014/main" id="{4389FD8A-F8D7-1B9C-6D8C-408CE428C2B8}"/>
                </a:ext>
              </a:extLst>
            </p:cNvPr>
            <p:cNvSpPr/>
            <p:nvPr/>
          </p:nvSpPr>
          <p:spPr>
            <a:xfrm>
              <a:off x="1809817" y="41882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1" name="Freeform 1340">
              <a:extLst>
                <a:ext uri="{FF2B5EF4-FFF2-40B4-BE49-F238E27FC236}">
                  <a16:creationId xmlns:a16="http://schemas.microsoft.com/office/drawing/2014/main" id="{F1E798AB-1C04-6978-3C32-E9498D2BEC91}"/>
                </a:ext>
              </a:extLst>
            </p:cNvPr>
            <p:cNvSpPr/>
            <p:nvPr/>
          </p:nvSpPr>
          <p:spPr>
            <a:xfrm>
              <a:off x="1809817" y="41666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2" name="Freeform 1341">
              <a:extLst>
                <a:ext uri="{FF2B5EF4-FFF2-40B4-BE49-F238E27FC236}">
                  <a16:creationId xmlns:a16="http://schemas.microsoft.com/office/drawing/2014/main" id="{AEF79D84-BA00-FE01-C727-F835F354C7ED}"/>
                </a:ext>
              </a:extLst>
            </p:cNvPr>
            <p:cNvSpPr/>
            <p:nvPr/>
          </p:nvSpPr>
          <p:spPr>
            <a:xfrm>
              <a:off x="1853577" y="41644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3" name="Freeform 1342">
              <a:extLst>
                <a:ext uri="{FF2B5EF4-FFF2-40B4-BE49-F238E27FC236}">
                  <a16:creationId xmlns:a16="http://schemas.microsoft.com/office/drawing/2014/main" id="{1FDCDC74-85F5-C097-96D7-AA7AB423104B}"/>
                </a:ext>
              </a:extLst>
            </p:cNvPr>
            <p:cNvSpPr/>
            <p:nvPr/>
          </p:nvSpPr>
          <p:spPr>
            <a:xfrm>
              <a:off x="1853577" y="41381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4" name="Freeform 1343">
              <a:extLst>
                <a:ext uri="{FF2B5EF4-FFF2-40B4-BE49-F238E27FC236}">
                  <a16:creationId xmlns:a16="http://schemas.microsoft.com/office/drawing/2014/main" id="{CB70C219-014C-BCF5-710B-8D5C0E075A48}"/>
                </a:ext>
              </a:extLst>
            </p:cNvPr>
            <p:cNvSpPr/>
            <p:nvPr/>
          </p:nvSpPr>
          <p:spPr>
            <a:xfrm>
              <a:off x="1897337" y="41356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5" name="Freeform 1344">
              <a:extLst>
                <a:ext uri="{FF2B5EF4-FFF2-40B4-BE49-F238E27FC236}">
                  <a16:creationId xmlns:a16="http://schemas.microsoft.com/office/drawing/2014/main" id="{295AB181-2962-3E88-0DE9-DAAEC2890848}"/>
                </a:ext>
              </a:extLst>
            </p:cNvPr>
            <p:cNvSpPr/>
            <p:nvPr/>
          </p:nvSpPr>
          <p:spPr>
            <a:xfrm>
              <a:off x="1897337" y="411338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6" name="Freeform 1345">
              <a:extLst>
                <a:ext uri="{FF2B5EF4-FFF2-40B4-BE49-F238E27FC236}">
                  <a16:creationId xmlns:a16="http://schemas.microsoft.com/office/drawing/2014/main" id="{3BED584D-7CC2-0DC9-0F28-2B2E8BFC7C18}"/>
                </a:ext>
              </a:extLst>
            </p:cNvPr>
            <p:cNvSpPr/>
            <p:nvPr/>
          </p:nvSpPr>
          <p:spPr>
            <a:xfrm>
              <a:off x="1941096" y="41071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7" name="Freeform 1346">
              <a:extLst>
                <a:ext uri="{FF2B5EF4-FFF2-40B4-BE49-F238E27FC236}">
                  <a16:creationId xmlns:a16="http://schemas.microsoft.com/office/drawing/2014/main" id="{411465D0-4C55-2F36-27AF-8654A3B72E1C}"/>
                </a:ext>
              </a:extLst>
            </p:cNvPr>
            <p:cNvSpPr/>
            <p:nvPr/>
          </p:nvSpPr>
          <p:spPr>
            <a:xfrm>
              <a:off x="1941096" y="40918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8" name="Freeform 1347">
              <a:extLst>
                <a:ext uri="{FF2B5EF4-FFF2-40B4-BE49-F238E27FC236}">
                  <a16:creationId xmlns:a16="http://schemas.microsoft.com/office/drawing/2014/main" id="{44DB3CF7-8A72-0434-8B1A-3C9D1A33262D}"/>
                </a:ext>
              </a:extLst>
            </p:cNvPr>
            <p:cNvSpPr/>
            <p:nvPr/>
          </p:nvSpPr>
          <p:spPr>
            <a:xfrm>
              <a:off x="1984856" y="408222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9" name="Freeform 1348">
              <a:extLst>
                <a:ext uri="{FF2B5EF4-FFF2-40B4-BE49-F238E27FC236}">
                  <a16:creationId xmlns:a16="http://schemas.microsoft.com/office/drawing/2014/main" id="{47D9232C-4971-FB63-75B6-78F364A22873}"/>
                </a:ext>
              </a:extLst>
            </p:cNvPr>
            <p:cNvSpPr/>
            <p:nvPr/>
          </p:nvSpPr>
          <p:spPr>
            <a:xfrm>
              <a:off x="1984856" y="40520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0" name="Freeform 1349">
              <a:extLst>
                <a:ext uri="{FF2B5EF4-FFF2-40B4-BE49-F238E27FC236}">
                  <a16:creationId xmlns:a16="http://schemas.microsoft.com/office/drawing/2014/main" id="{765440E4-B469-15E7-9FC5-1DBA7D5D7B28}"/>
                </a:ext>
              </a:extLst>
            </p:cNvPr>
            <p:cNvSpPr/>
            <p:nvPr/>
          </p:nvSpPr>
          <p:spPr>
            <a:xfrm>
              <a:off x="2028616" y="40698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1" name="Freeform 1350">
              <a:extLst>
                <a:ext uri="{FF2B5EF4-FFF2-40B4-BE49-F238E27FC236}">
                  <a16:creationId xmlns:a16="http://schemas.microsoft.com/office/drawing/2014/main" id="{96666AB5-71FD-1B06-4D51-C635BB7680ED}"/>
                </a:ext>
              </a:extLst>
            </p:cNvPr>
            <p:cNvSpPr/>
            <p:nvPr/>
          </p:nvSpPr>
          <p:spPr>
            <a:xfrm>
              <a:off x="2028616" y="404788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2" name="Freeform 1351">
              <a:extLst>
                <a:ext uri="{FF2B5EF4-FFF2-40B4-BE49-F238E27FC236}">
                  <a16:creationId xmlns:a16="http://schemas.microsoft.com/office/drawing/2014/main" id="{BCB1951B-5568-773B-BAAC-4180E7578BDF}"/>
                </a:ext>
              </a:extLst>
            </p:cNvPr>
            <p:cNvSpPr/>
            <p:nvPr/>
          </p:nvSpPr>
          <p:spPr>
            <a:xfrm>
              <a:off x="2072387" y="40257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3" name="Freeform 1352">
              <a:extLst>
                <a:ext uri="{FF2B5EF4-FFF2-40B4-BE49-F238E27FC236}">
                  <a16:creationId xmlns:a16="http://schemas.microsoft.com/office/drawing/2014/main" id="{7E7348E3-413B-D6C7-2335-56A36A241D71}"/>
                </a:ext>
              </a:extLst>
            </p:cNvPr>
            <p:cNvSpPr/>
            <p:nvPr/>
          </p:nvSpPr>
          <p:spPr>
            <a:xfrm>
              <a:off x="2072387" y="39929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4" name="Freeform 1353">
              <a:extLst>
                <a:ext uri="{FF2B5EF4-FFF2-40B4-BE49-F238E27FC236}">
                  <a16:creationId xmlns:a16="http://schemas.microsoft.com/office/drawing/2014/main" id="{BB89411C-EA2F-00D7-B810-6308E241C9A6}"/>
                </a:ext>
              </a:extLst>
            </p:cNvPr>
            <p:cNvSpPr/>
            <p:nvPr/>
          </p:nvSpPr>
          <p:spPr>
            <a:xfrm>
              <a:off x="2116146" y="39874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5" name="Freeform 1354">
              <a:extLst>
                <a:ext uri="{FF2B5EF4-FFF2-40B4-BE49-F238E27FC236}">
                  <a16:creationId xmlns:a16="http://schemas.microsoft.com/office/drawing/2014/main" id="{3BB0422B-1EA9-AABD-9C6E-DACD13EC3288}"/>
                </a:ext>
              </a:extLst>
            </p:cNvPr>
            <p:cNvSpPr/>
            <p:nvPr/>
          </p:nvSpPr>
          <p:spPr>
            <a:xfrm>
              <a:off x="2116146" y="39596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6" name="Freeform 1355">
              <a:extLst>
                <a:ext uri="{FF2B5EF4-FFF2-40B4-BE49-F238E27FC236}">
                  <a16:creationId xmlns:a16="http://schemas.microsoft.com/office/drawing/2014/main" id="{C015283E-881E-B4B5-41F3-ED3FDB5D70AD}"/>
                </a:ext>
              </a:extLst>
            </p:cNvPr>
            <p:cNvSpPr/>
            <p:nvPr/>
          </p:nvSpPr>
          <p:spPr>
            <a:xfrm>
              <a:off x="2159906" y="39801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7" name="Freeform 1356">
              <a:extLst>
                <a:ext uri="{FF2B5EF4-FFF2-40B4-BE49-F238E27FC236}">
                  <a16:creationId xmlns:a16="http://schemas.microsoft.com/office/drawing/2014/main" id="{F3EF56DA-E3C0-5A4C-D30F-941D78D5B5FC}"/>
                </a:ext>
              </a:extLst>
            </p:cNvPr>
            <p:cNvSpPr/>
            <p:nvPr/>
          </p:nvSpPr>
          <p:spPr>
            <a:xfrm>
              <a:off x="2159906" y="39654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8" name="Freeform 1357">
              <a:extLst>
                <a:ext uri="{FF2B5EF4-FFF2-40B4-BE49-F238E27FC236}">
                  <a16:creationId xmlns:a16="http://schemas.microsoft.com/office/drawing/2014/main" id="{AFBAECCA-B48A-AF3B-4C47-D57DF3554F4E}"/>
                </a:ext>
              </a:extLst>
            </p:cNvPr>
            <p:cNvSpPr/>
            <p:nvPr/>
          </p:nvSpPr>
          <p:spPr>
            <a:xfrm>
              <a:off x="2203666" y="39305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9" name="Freeform 1358">
              <a:extLst>
                <a:ext uri="{FF2B5EF4-FFF2-40B4-BE49-F238E27FC236}">
                  <a16:creationId xmlns:a16="http://schemas.microsoft.com/office/drawing/2014/main" id="{FB4BA28B-2A59-A4A8-FD4D-D73FF3F412D5}"/>
                </a:ext>
              </a:extLst>
            </p:cNvPr>
            <p:cNvSpPr/>
            <p:nvPr/>
          </p:nvSpPr>
          <p:spPr>
            <a:xfrm>
              <a:off x="2203666" y="38955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0" name="Freeform 1359">
              <a:extLst>
                <a:ext uri="{FF2B5EF4-FFF2-40B4-BE49-F238E27FC236}">
                  <a16:creationId xmlns:a16="http://schemas.microsoft.com/office/drawing/2014/main" id="{DCB4065E-1BCA-9255-4935-45818CFFA2A7}"/>
                </a:ext>
              </a:extLst>
            </p:cNvPr>
            <p:cNvSpPr/>
            <p:nvPr/>
          </p:nvSpPr>
          <p:spPr>
            <a:xfrm>
              <a:off x="2247425" y="39358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1" name="Freeform 1360">
              <a:extLst>
                <a:ext uri="{FF2B5EF4-FFF2-40B4-BE49-F238E27FC236}">
                  <a16:creationId xmlns:a16="http://schemas.microsoft.com/office/drawing/2014/main" id="{02361033-FAA9-129E-DDC4-71EC15E40D8A}"/>
                </a:ext>
              </a:extLst>
            </p:cNvPr>
            <p:cNvSpPr/>
            <p:nvPr/>
          </p:nvSpPr>
          <p:spPr>
            <a:xfrm>
              <a:off x="2247425" y="387536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2" name="Freeform 1361">
              <a:extLst>
                <a:ext uri="{FF2B5EF4-FFF2-40B4-BE49-F238E27FC236}">
                  <a16:creationId xmlns:a16="http://schemas.microsoft.com/office/drawing/2014/main" id="{AF28F71C-9415-98AB-0C85-7BEB96DEB755}"/>
                </a:ext>
              </a:extLst>
            </p:cNvPr>
            <p:cNvSpPr/>
            <p:nvPr/>
          </p:nvSpPr>
          <p:spPr>
            <a:xfrm>
              <a:off x="2291185" y="386928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3" name="Freeform 1362">
              <a:extLst>
                <a:ext uri="{FF2B5EF4-FFF2-40B4-BE49-F238E27FC236}">
                  <a16:creationId xmlns:a16="http://schemas.microsoft.com/office/drawing/2014/main" id="{1F5B146E-A3B2-4E84-D21D-6AB4AC020E1B}"/>
                </a:ext>
              </a:extLst>
            </p:cNvPr>
            <p:cNvSpPr/>
            <p:nvPr/>
          </p:nvSpPr>
          <p:spPr>
            <a:xfrm>
              <a:off x="2291185" y="385241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4" name="Freeform 1363">
              <a:extLst>
                <a:ext uri="{FF2B5EF4-FFF2-40B4-BE49-F238E27FC236}">
                  <a16:creationId xmlns:a16="http://schemas.microsoft.com/office/drawing/2014/main" id="{B3B21F94-C2D0-4EC7-560B-9CBE0F23C8D8}"/>
                </a:ext>
              </a:extLst>
            </p:cNvPr>
            <p:cNvSpPr/>
            <p:nvPr/>
          </p:nvSpPr>
          <p:spPr>
            <a:xfrm>
              <a:off x="2334956" y="38431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5" name="Freeform 1364">
              <a:extLst>
                <a:ext uri="{FF2B5EF4-FFF2-40B4-BE49-F238E27FC236}">
                  <a16:creationId xmlns:a16="http://schemas.microsoft.com/office/drawing/2014/main" id="{408050BF-67C5-7CB8-9469-F11B4C9DDFCD}"/>
                </a:ext>
              </a:extLst>
            </p:cNvPr>
            <p:cNvSpPr/>
            <p:nvPr/>
          </p:nvSpPr>
          <p:spPr>
            <a:xfrm>
              <a:off x="2334956" y="38244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6" name="Freeform 1365">
              <a:extLst>
                <a:ext uri="{FF2B5EF4-FFF2-40B4-BE49-F238E27FC236}">
                  <a16:creationId xmlns:a16="http://schemas.microsoft.com/office/drawing/2014/main" id="{8C1024D5-3258-8D68-8852-FC4056CCCE9A}"/>
                </a:ext>
              </a:extLst>
            </p:cNvPr>
            <p:cNvSpPr/>
            <p:nvPr/>
          </p:nvSpPr>
          <p:spPr>
            <a:xfrm>
              <a:off x="2378716" y="38164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7" name="Freeform 1366">
              <a:extLst>
                <a:ext uri="{FF2B5EF4-FFF2-40B4-BE49-F238E27FC236}">
                  <a16:creationId xmlns:a16="http://schemas.microsoft.com/office/drawing/2014/main" id="{D80E60CF-4FD7-C79E-2DB5-514D77DB3C67}"/>
                </a:ext>
              </a:extLst>
            </p:cNvPr>
            <p:cNvSpPr/>
            <p:nvPr/>
          </p:nvSpPr>
          <p:spPr>
            <a:xfrm>
              <a:off x="2378716" y="379911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8" name="Freeform 1367">
              <a:extLst>
                <a:ext uri="{FF2B5EF4-FFF2-40B4-BE49-F238E27FC236}">
                  <a16:creationId xmlns:a16="http://schemas.microsoft.com/office/drawing/2014/main" id="{4D9F9058-F472-0F34-278D-0447645F2EEC}"/>
                </a:ext>
              </a:extLst>
            </p:cNvPr>
            <p:cNvSpPr/>
            <p:nvPr/>
          </p:nvSpPr>
          <p:spPr>
            <a:xfrm>
              <a:off x="2422475" y="37801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9" name="Freeform 1368">
              <a:extLst>
                <a:ext uri="{FF2B5EF4-FFF2-40B4-BE49-F238E27FC236}">
                  <a16:creationId xmlns:a16="http://schemas.microsoft.com/office/drawing/2014/main" id="{9578AC43-C79B-2C3A-7FAA-8224A4C4ADCA}"/>
                </a:ext>
              </a:extLst>
            </p:cNvPr>
            <p:cNvSpPr/>
            <p:nvPr/>
          </p:nvSpPr>
          <p:spPr>
            <a:xfrm>
              <a:off x="2422475" y="375406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0" name="Freeform 1369">
              <a:extLst>
                <a:ext uri="{FF2B5EF4-FFF2-40B4-BE49-F238E27FC236}">
                  <a16:creationId xmlns:a16="http://schemas.microsoft.com/office/drawing/2014/main" id="{CAB4DCFC-595D-E63F-BBC9-7876AF30F2E8}"/>
                </a:ext>
              </a:extLst>
            </p:cNvPr>
            <p:cNvSpPr/>
            <p:nvPr/>
          </p:nvSpPr>
          <p:spPr>
            <a:xfrm>
              <a:off x="2466235" y="376280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1" name="Freeform 1370">
              <a:extLst>
                <a:ext uri="{FF2B5EF4-FFF2-40B4-BE49-F238E27FC236}">
                  <a16:creationId xmlns:a16="http://schemas.microsoft.com/office/drawing/2014/main" id="{9D01621F-189E-8F09-F95A-AEA98E9B035B}"/>
                </a:ext>
              </a:extLst>
            </p:cNvPr>
            <p:cNvSpPr/>
            <p:nvPr/>
          </p:nvSpPr>
          <p:spPr>
            <a:xfrm>
              <a:off x="2466235" y="37141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2" name="Freeform 1371">
              <a:extLst>
                <a:ext uri="{FF2B5EF4-FFF2-40B4-BE49-F238E27FC236}">
                  <a16:creationId xmlns:a16="http://schemas.microsoft.com/office/drawing/2014/main" id="{9BA0F6C3-C2FA-8AEE-8342-40C6B946591F}"/>
                </a:ext>
              </a:extLst>
            </p:cNvPr>
            <p:cNvSpPr/>
            <p:nvPr/>
          </p:nvSpPr>
          <p:spPr>
            <a:xfrm>
              <a:off x="2509994" y="37162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3" name="Freeform 1372">
              <a:extLst>
                <a:ext uri="{FF2B5EF4-FFF2-40B4-BE49-F238E27FC236}">
                  <a16:creationId xmlns:a16="http://schemas.microsoft.com/office/drawing/2014/main" id="{71A03C6B-16A1-B211-FA05-F9BBFB63A814}"/>
                </a:ext>
              </a:extLst>
            </p:cNvPr>
            <p:cNvSpPr/>
            <p:nvPr/>
          </p:nvSpPr>
          <p:spPr>
            <a:xfrm>
              <a:off x="2509994" y="36966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4" name="Freeform 1373">
              <a:extLst>
                <a:ext uri="{FF2B5EF4-FFF2-40B4-BE49-F238E27FC236}">
                  <a16:creationId xmlns:a16="http://schemas.microsoft.com/office/drawing/2014/main" id="{1A8F23D3-F7A9-1B7B-94A2-CA91FE1F7344}"/>
                </a:ext>
              </a:extLst>
            </p:cNvPr>
            <p:cNvSpPr/>
            <p:nvPr/>
          </p:nvSpPr>
          <p:spPr>
            <a:xfrm>
              <a:off x="2553754" y="37794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5" name="Freeform 1374">
              <a:extLst>
                <a:ext uri="{FF2B5EF4-FFF2-40B4-BE49-F238E27FC236}">
                  <a16:creationId xmlns:a16="http://schemas.microsoft.com/office/drawing/2014/main" id="{B1A612E6-B0F9-E751-1361-45BF0D4EA517}"/>
                </a:ext>
              </a:extLst>
            </p:cNvPr>
            <p:cNvSpPr/>
            <p:nvPr/>
          </p:nvSpPr>
          <p:spPr>
            <a:xfrm>
              <a:off x="2553754" y="36581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6" name="Freeform 1375">
              <a:extLst>
                <a:ext uri="{FF2B5EF4-FFF2-40B4-BE49-F238E27FC236}">
                  <a16:creationId xmlns:a16="http://schemas.microsoft.com/office/drawing/2014/main" id="{75014F68-6380-E475-A192-49804AEFCB12}"/>
                </a:ext>
              </a:extLst>
            </p:cNvPr>
            <p:cNvSpPr/>
            <p:nvPr/>
          </p:nvSpPr>
          <p:spPr>
            <a:xfrm>
              <a:off x="2597525" y="369963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7" name="Freeform 1376">
              <a:extLst>
                <a:ext uri="{FF2B5EF4-FFF2-40B4-BE49-F238E27FC236}">
                  <a16:creationId xmlns:a16="http://schemas.microsoft.com/office/drawing/2014/main" id="{99CD9C48-7DF8-1DFB-A284-80CEEFFCFEA1}"/>
                </a:ext>
              </a:extLst>
            </p:cNvPr>
            <p:cNvSpPr/>
            <p:nvPr/>
          </p:nvSpPr>
          <p:spPr>
            <a:xfrm>
              <a:off x="2597525" y="36724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8" name="Freeform 1377">
              <a:extLst>
                <a:ext uri="{FF2B5EF4-FFF2-40B4-BE49-F238E27FC236}">
                  <a16:creationId xmlns:a16="http://schemas.microsoft.com/office/drawing/2014/main" id="{E2205A13-4A7F-9595-E4F7-D04BA016893D}"/>
                </a:ext>
              </a:extLst>
            </p:cNvPr>
            <p:cNvSpPr/>
            <p:nvPr/>
          </p:nvSpPr>
          <p:spPr>
            <a:xfrm>
              <a:off x="2641285" y="362862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9" name="Freeform 1378">
              <a:extLst>
                <a:ext uri="{FF2B5EF4-FFF2-40B4-BE49-F238E27FC236}">
                  <a16:creationId xmlns:a16="http://schemas.microsoft.com/office/drawing/2014/main" id="{3DDEBAD0-AE49-3442-0D25-80E53C915761}"/>
                </a:ext>
              </a:extLst>
            </p:cNvPr>
            <p:cNvSpPr/>
            <p:nvPr/>
          </p:nvSpPr>
          <p:spPr>
            <a:xfrm>
              <a:off x="2641285" y="36104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0" name="Freeform 1379">
              <a:extLst>
                <a:ext uri="{FF2B5EF4-FFF2-40B4-BE49-F238E27FC236}">
                  <a16:creationId xmlns:a16="http://schemas.microsoft.com/office/drawing/2014/main" id="{5BA7C817-8632-0C8F-605D-5FCBC2E1F83B}"/>
                </a:ext>
              </a:extLst>
            </p:cNvPr>
            <p:cNvSpPr/>
            <p:nvPr/>
          </p:nvSpPr>
          <p:spPr>
            <a:xfrm>
              <a:off x="2685044" y="364402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1" name="Freeform 1380">
              <a:extLst>
                <a:ext uri="{FF2B5EF4-FFF2-40B4-BE49-F238E27FC236}">
                  <a16:creationId xmlns:a16="http://schemas.microsoft.com/office/drawing/2014/main" id="{F6B57C1F-44B7-FA1F-426B-16DCED89D7D4}"/>
                </a:ext>
              </a:extLst>
            </p:cNvPr>
            <p:cNvSpPr/>
            <p:nvPr/>
          </p:nvSpPr>
          <p:spPr>
            <a:xfrm>
              <a:off x="2685044" y="35824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2" name="Freeform 1381">
              <a:extLst>
                <a:ext uri="{FF2B5EF4-FFF2-40B4-BE49-F238E27FC236}">
                  <a16:creationId xmlns:a16="http://schemas.microsoft.com/office/drawing/2014/main" id="{C98D0EC7-5E10-A8A3-260D-7A3F2FF60783}"/>
                </a:ext>
              </a:extLst>
            </p:cNvPr>
            <p:cNvSpPr/>
            <p:nvPr/>
          </p:nvSpPr>
          <p:spPr>
            <a:xfrm>
              <a:off x="2728804" y="36206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3" name="Freeform 1382">
              <a:extLst>
                <a:ext uri="{FF2B5EF4-FFF2-40B4-BE49-F238E27FC236}">
                  <a16:creationId xmlns:a16="http://schemas.microsoft.com/office/drawing/2014/main" id="{F88D229E-01BC-A36E-7A05-431C9612EC62}"/>
                </a:ext>
              </a:extLst>
            </p:cNvPr>
            <p:cNvSpPr/>
            <p:nvPr/>
          </p:nvSpPr>
          <p:spPr>
            <a:xfrm>
              <a:off x="2728804" y="35776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4" name="Freeform 1383">
              <a:extLst>
                <a:ext uri="{FF2B5EF4-FFF2-40B4-BE49-F238E27FC236}">
                  <a16:creationId xmlns:a16="http://schemas.microsoft.com/office/drawing/2014/main" id="{86334BBA-6416-F4B2-1A05-34E31FC8D281}"/>
                </a:ext>
              </a:extLst>
            </p:cNvPr>
            <p:cNvSpPr/>
            <p:nvPr/>
          </p:nvSpPr>
          <p:spPr>
            <a:xfrm>
              <a:off x="2772564" y="356172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5" name="Freeform 1384">
              <a:extLst>
                <a:ext uri="{FF2B5EF4-FFF2-40B4-BE49-F238E27FC236}">
                  <a16:creationId xmlns:a16="http://schemas.microsoft.com/office/drawing/2014/main" id="{7DE3CD6F-2A00-B8A0-504B-0522C28DCCB2}"/>
                </a:ext>
              </a:extLst>
            </p:cNvPr>
            <p:cNvSpPr/>
            <p:nvPr/>
          </p:nvSpPr>
          <p:spPr>
            <a:xfrm>
              <a:off x="2772564" y="35385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6" name="Freeform 1385">
              <a:extLst>
                <a:ext uri="{FF2B5EF4-FFF2-40B4-BE49-F238E27FC236}">
                  <a16:creationId xmlns:a16="http://schemas.microsoft.com/office/drawing/2014/main" id="{5B18010B-6F06-1A11-0929-E4A7B173F82E}"/>
                </a:ext>
              </a:extLst>
            </p:cNvPr>
            <p:cNvSpPr/>
            <p:nvPr/>
          </p:nvSpPr>
          <p:spPr>
            <a:xfrm>
              <a:off x="2816323" y="35619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7" name="Freeform 1386">
              <a:extLst>
                <a:ext uri="{FF2B5EF4-FFF2-40B4-BE49-F238E27FC236}">
                  <a16:creationId xmlns:a16="http://schemas.microsoft.com/office/drawing/2014/main" id="{EB56FA4F-8D64-9C9C-0D8B-1C004285DFF5}"/>
                </a:ext>
              </a:extLst>
            </p:cNvPr>
            <p:cNvSpPr/>
            <p:nvPr/>
          </p:nvSpPr>
          <p:spPr>
            <a:xfrm>
              <a:off x="2816323" y="350791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8" name="Freeform 1387">
              <a:extLst>
                <a:ext uri="{FF2B5EF4-FFF2-40B4-BE49-F238E27FC236}">
                  <a16:creationId xmlns:a16="http://schemas.microsoft.com/office/drawing/2014/main" id="{6BA4EA07-0FD0-4F78-92C5-D6DBFE26485A}"/>
                </a:ext>
              </a:extLst>
            </p:cNvPr>
            <p:cNvSpPr/>
            <p:nvPr/>
          </p:nvSpPr>
          <p:spPr>
            <a:xfrm>
              <a:off x="2860083" y="35106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9" name="Freeform 1388">
              <a:extLst>
                <a:ext uri="{FF2B5EF4-FFF2-40B4-BE49-F238E27FC236}">
                  <a16:creationId xmlns:a16="http://schemas.microsoft.com/office/drawing/2014/main" id="{EFB22F16-7808-3A2F-1C58-FAD4D4084B0E}"/>
                </a:ext>
              </a:extLst>
            </p:cNvPr>
            <p:cNvSpPr/>
            <p:nvPr/>
          </p:nvSpPr>
          <p:spPr>
            <a:xfrm>
              <a:off x="2860083" y="34432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0" name="Freeform 1389">
              <a:extLst>
                <a:ext uri="{FF2B5EF4-FFF2-40B4-BE49-F238E27FC236}">
                  <a16:creationId xmlns:a16="http://schemas.microsoft.com/office/drawing/2014/main" id="{9DFCED39-CB94-DA4E-0D04-004B597129C8}"/>
                </a:ext>
              </a:extLst>
            </p:cNvPr>
            <p:cNvSpPr/>
            <p:nvPr/>
          </p:nvSpPr>
          <p:spPr>
            <a:xfrm>
              <a:off x="2903854" y="34857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1" name="Freeform 1390">
              <a:extLst>
                <a:ext uri="{FF2B5EF4-FFF2-40B4-BE49-F238E27FC236}">
                  <a16:creationId xmlns:a16="http://schemas.microsoft.com/office/drawing/2014/main" id="{CF8AC3A7-B2DB-6543-EC6A-101543E7AD16}"/>
                </a:ext>
              </a:extLst>
            </p:cNvPr>
            <p:cNvSpPr/>
            <p:nvPr/>
          </p:nvSpPr>
          <p:spPr>
            <a:xfrm>
              <a:off x="2903854" y="346453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2" name="Freeform 1391">
              <a:extLst>
                <a:ext uri="{FF2B5EF4-FFF2-40B4-BE49-F238E27FC236}">
                  <a16:creationId xmlns:a16="http://schemas.microsoft.com/office/drawing/2014/main" id="{A565C41B-C45D-2F07-A9F3-89828EFE2938}"/>
                </a:ext>
              </a:extLst>
            </p:cNvPr>
            <p:cNvSpPr/>
            <p:nvPr/>
          </p:nvSpPr>
          <p:spPr>
            <a:xfrm>
              <a:off x="2947614" y="34556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3" name="Freeform 1392">
              <a:extLst>
                <a:ext uri="{FF2B5EF4-FFF2-40B4-BE49-F238E27FC236}">
                  <a16:creationId xmlns:a16="http://schemas.microsoft.com/office/drawing/2014/main" id="{352FB70A-BB36-CD97-FC6B-DC671A0A5368}"/>
                </a:ext>
              </a:extLst>
            </p:cNvPr>
            <p:cNvSpPr/>
            <p:nvPr/>
          </p:nvSpPr>
          <p:spPr>
            <a:xfrm>
              <a:off x="2947614" y="342873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4" name="Freeform 1393">
              <a:extLst>
                <a:ext uri="{FF2B5EF4-FFF2-40B4-BE49-F238E27FC236}">
                  <a16:creationId xmlns:a16="http://schemas.microsoft.com/office/drawing/2014/main" id="{DF1B3AF2-0547-3AFF-830C-32FBE842E132}"/>
                </a:ext>
              </a:extLst>
            </p:cNvPr>
            <p:cNvSpPr/>
            <p:nvPr/>
          </p:nvSpPr>
          <p:spPr>
            <a:xfrm>
              <a:off x="2991373" y="34535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5" name="Freeform 1394">
              <a:extLst>
                <a:ext uri="{FF2B5EF4-FFF2-40B4-BE49-F238E27FC236}">
                  <a16:creationId xmlns:a16="http://schemas.microsoft.com/office/drawing/2014/main" id="{5F44BBF9-1971-D813-6331-F61313395690}"/>
                </a:ext>
              </a:extLst>
            </p:cNvPr>
            <p:cNvSpPr/>
            <p:nvPr/>
          </p:nvSpPr>
          <p:spPr>
            <a:xfrm>
              <a:off x="2991373" y="340177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6" name="Freeform 1395">
              <a:extLst>
                <a:ext uri="{FF2B5EF4-FFF2-40B4-BE49-F238E27FC236}">
                  <a16:creationId xmlns:a16="http://schemas.microsoft.com/office/drawing/2014/main" id="{D0F88A89-1DB2-0C47-5384-A278082DDBF4}"/>
                </a:ext>
              </a:extLst>
            </p:cNvPr>
            <p:cNvSpPr/>
            <p:nvPr/>
          </p:nvSpPr>
          <p:spPr>
            <a:xfrm>
              <a:off x="3035133" y="34387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7" name="Freeform 1396">
              <a:extLst>
                <a:ext uri="{FF2B5EF4-FFF2-40B4-BE49-F238E27FC236}">
                  <a16:creationId xmlns:a16="http://schemas.microsoft.com/office/drawing/2014/main" id="{689A6AFE-DD59-968A-F24C-7EADF8D76788}"/>
                </a:ext>
              </a:extLst>
            </p:cNvPr>
            <p:cNvSpPr/>
            <p:nvPr/>
          </p:nvSpPr>
          <p:spPr>
            <a:xfrm>
              <a:off x="3035133" y="33805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8" name="Freeform 1397">
              <a:extLst>
                <a:ext uri="{FF2B5EF4-FFF2-40B4-BE49-F238E27FC236}">
                  <a16:creationId xmlns:a16="http://schemas.microsoft.com/office/drawing/2014/main" id="{FB6DD033-1388-F553-8C8E-6B7E06EBDD40}"/>
                </a:ext>
              </a:extLst>
            </p:cNvPr>
            <p:cNvSpPr/>
            <p:nvPr/>
          </p:nvSpPr>
          <p:spPr>
            <a:xfrm>
              <a:off x="3078893" y="34228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9" name="Freeform 1398">
              <a:extLst>
                <a:ext uri="{FF2B5EF4-FFF2-40B4-BE49-F238E27FC236}">
                  <a16:creationId xmlns:a16="http://schemas.microsoft.com/office/drawing/2014/main" id="{29ABD35F-7586-F611-072F-BD5ACAC6BCDE}"/>
                </a:ext>
              </a:extLst>
            </p:cNvPr>
            <p:cNvSpPr/>
            <p:nvPr/>
          </p:nvSpPr>
          <p:spPr>
            <a:xfrm>
              <a:off x="3078893" y="339080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2" name="Group 1651">
            <a:extLst>
              <a:ext uri="{FF2B5EF4-FFF2-40B4-BE49-F238E27FC236}">
                <a16:creationId xmlns:a16="http://schemas.microsoft.com/office/drawing/2014/main" id="{F3AB316A-D17C-D65C-0853-A5DC2BBF2E3B}"/>
              </a:ext>
            </a:extLst>
          </p:cNvPr>
          <p:cNvGrpSpPr/>
          <p:nvPr/>
        </p:nvGrpSpPr>
        <p:grpSpPr>
          <a:xfrm>
            <a:off x="936851" y="3386447"/>
            <a:ext cx="2185076" cy="1378062"/>
            <a:chOff x="936851" y="3386447"/>
            <a:chExt cx="2185076" cy="1378062"/>
          </a:xfrm>
        </p:grpSpPr>
        <p:sp>
          <p:nvSpPr>
            <p:cNvPr id="1400" name="Oval 1399">
              <a:extLst>
                <a:ext uri="{FF2B5EF4-FFF2-40B4-BE49-F238E27FC236}">
                  <a16:creationId xmlns:a16="http://schemas.microsoft.com/office/drawing/2014/main" id="{0D2B5680-3A22-9BC9-947E-DFFA5769C622}"/>
                </a:ext>
              </a:extLst>
            </p:cNvPr>
            <p:cNvSpPr/>
            <p:nvPr/>
          </p:nvSpPr>
          <p:spPr>
            <a:xfrm>
              <a:off x="936851" y="472374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1" name="Oval 1400">
              <a:extLst>
                <a:ext uri="{FF2B5EF4-FFF2-40B4-BE49-F238E27FC236}">
                  <a16:creationId xmlns:a16="http://schemas.microsoft.com/office/drawing/2014/main" id="{98CE0D10-3672-F013-3BB9-0646DD724B73}"/>
                </a:ext>
              </a:extLst>
            </p:cNvPr>
            <p:cNvSpPr/>
            <p:nvPr/>
          </p:nvSpPr>
          <p:spPr>
            <a:xfrm>
              <a:off x="980612" y="46908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2" name="Oval 1401">
              <a:extLst>
                <a:ext uri="{FF2B5EF4-FFF2-40B4-BE49-F238E27FC236}">
                  <a16:creationId xmlns:a16="http://schemas.microsoft.com/office/drawing/2014/main" id="{76D967ED-B807-38B3-5631-4E06E1A54E5C}"/>
                </a:ext>
              </a:extLst>
            </p:cNvPr>
            <p:cNvSpPr/>
            <p:nvPr/>
          </p:nvSpPr>
          <p:spPr>
            <a:xfrm>
              <a:off x="1024373" y="465507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3" name="Oval 1402">
              <a:extLst>
                <a:ext uri="{FF2B5EF4-FFF2-40B4-BE49-F238E27FC236}">
                  <a16:creationId xmlns:a16="http://schemas.microsoft.com/office/drawing/2014/main" id="{ECA515BB-B873-EF82-1B19-9805C37627F0}"/>
                </a:ext>
              </a:extLst>
            </p:cNvPr>
            <p:cNvSpPr/>
            <p:nvPr/>
          </p:nvSpPr>
          <p:spPr>
            <a:xfrm>
              <a:off x="1068135" y="468798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4" name="Oval 1403">
              <a:extLst>
                <a:ext uri="{FF2B5EF4-FFF2-40B4-BE49-F238E27FC236}">
                  <a16:creationId xmlns:a16="http://schemas.microsoft.com/office/drawing/2014/main" id="{309C7C30-33E7-0570-D1A9-9BD9B39855B1}"/>
                </a:ext>
              </a:extLst>
            </p:cNvPr>
            <p:cNvSpPr/>
            <p:nvPr/>
          </p:nvSpPr>
          <p:spPr>
            <a:xfrm>
              <a:off x="1111896" y="457932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5" name="Oval 1404">
              <a:extLst>
                <a:ext uri="{FF2B5EF4-FFF2-40B4-BE49-F238E27FC236}">
                  <a16:creationId xmlns:a16="http://schemas.microsoft.com/office/drawing/2014/main" id="{503FF84C-837C-6EE1-A0D2-1D22BA4B72D2}"/>
                </a:ext>
              </a:extLst>
            </p:cNvPr>
            <p:cNvSpPr/>
            <p:nvPr/>
          </p:nvSpPr>
          <p:spPr>
            <a:xfrm>
              <a:off x="1155658" y="462385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6" name="Oval 1405">
              <a:extLst>
                <a:ext uri="{FF2B5EF4-FFF2-40B4-BE49-F238E27FC236}">
                  <a16:creationId xmlns:a16="http://schemas.microsoft.com/office/drawing/2014/main" id="{B877F395-81BD-660E-D8C2-32B19D8C29B0}"/>
                </a:ext>
              </a:extLst>
            </p:cNvPr>
            <p:cNvSpPr/>
            <p:nvPr/>
          </p:nvSpPr>
          <p:spPr>
            <a:xfrm>
              <a:off x="1199419" y="458472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7" name="Oval 1406">
              <a:extLst>
                <a:ext uri="{FF2B5EF4-FFF2-40B4-BE49-F238E27FC236}">
                  <a16:creationId xmlns:a16="http://schemas.microsoft.com/office/drawing/2014/main" id="{0A251BF5-E8C9-4D8D-1F54-36A493A01D46}"/>
                </a:ext>
              </a:extLst>
            </p:cNvPr>
            <p:cNvSpPr/>
            <p:nvPr/>
          </p:nvSpPr>
          <p:spPr>
            <a:xfrm>
              <a:off x="1243181" y="456044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8" name="Oval 1407">
              <a:extLst>
                <a:ext uri="{FF2B5EF4-FFF2-40B4-BE49-F238E27FC236}">
                  <a16:creationId xmlns:a16="http://schemas.microsoft.com/office/drawing/2014/main" id="{A420D052-5D68-1072-5646-B40A1B37FBE1}"/>
                </a:ext>
              </a:extLst>
            </p:cNvPr>
            <p:cNvSpPr/>
            <p:nvPr/>
          </p:nvSpPr>
          <p:spPr>
            <a:xfrm>
              <a:off x="1286942" y="454519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9" name="Oval 1408">
              <a:extLst>
                <a:ext uri="{FF2B5EF4-FFF2-40B4-BE49-F238E27FC236}">
                  <a16:creationId xmlns:a16="http://schemas.microsoft.com/office/drawing/2014/main" id="{3C15FBFB-88EA-F354-8BFC-AF3AF87F84AC}"/>
                </a:ext>
              </a:extLst>
            </p:cNvPr>
            <p:cNvSpPr/>
            <p:nvPr/>
          </p:nvSpPr>
          <p:spPr>
            <a:xfrm>
              <a:off x="1330704" y="442994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0" name="Oval 1409">
              <a:extLst>
                <a:ext uri="{FF2B5EF4-FFF2-40B4-BE49-F238E27FC236}">
                  <a16:creationId xmlns:a16="http://schemas.microsoft.com/office/drawing/2014/main" id="{B0034758-94F0-F768-064F-23B23D8BE3D9}"/>
                </a:ext>
              </a:extLst>
            </p:cNvPr>
            <p:cNvSpPr/>
            <p:nvPr/>
          </p:nvSpPr>
          <p:spPr>
            <a:xfrm>
              <a:off x="1374465" y="449088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1" name="Oval 1410">
              <a:extLst>
                <a:ext uri="{FF2B5EF4-FFF2-40B4-BE49-F238E27FC236}">
                  <a16:creationId xmlns:a16="http://schemas.microsoft.com/office/drawing/2014/main" id="{F8BC92E0-B623-549F-8573-02F6BF4247BA}"/>
                </a:ext>
              </a:extLst>
            </p:cNvPr>
            <p:cNvSpPr/>
            <p:nvPr/>
          </p:nvSpPr>
          <p:spPr>
            <a:xfrm>
              <a:off x="1418226" y="444395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2" name="Oval 1411">
              <a:extLst>
                <a:ext uri="{FF2B5EF4-FFF2-40B4-BE49-F238E27FC236}">
                  <a16:creationId xmlns:a16="http://schemas.microsoft.com/office/drawing/2014/main" id="{25D40BC5-EC1F-A70A-8811-4AC9E4730041}"/>
                </a:ext>
              </a:extLst>
            </p:cNvPr>
            <p:cNvSpPr/>
            <p:nvPr/>
          </p:nvSpPr>
          <p:spPr>
            <a:xfrm>
              <a:off x="1461988" y="437676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3" name="Oval 1412">
              <a:extLst>
                <a:ext uri="{FF2B5EF4-FFF2-40B4-BE49-F238E27FC236}">
                  <a16:creationId xmlns:a16="http://schemas.microsoft.com/office/drawing/2014/main" id="{ED445EFA-D74A-BE4C-CBEE-69E1B2E08133}"/>
                </a:ext>
              </a:extLst>
            </p:cNvPr>
            <p:cNvSpPr/>
            <p:nvPr/>
          </p:nvSpPr>
          <p:spPr>
            <a:xfrm>
              <a:off x="1505749" y="438194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4" name="Oval 1413">
              <a:extLst>
                <a:ext uri="{FF2B5EF4-FFF2-40B4-BE49-F238E27FC236}">
                  <a16:creationId xmlns:a16="http://schemas.microsoft.com/office/drawing/2014/main" id="{A06A55FA-47CD-BA54-D302-F9A1EC454ED6}"/>
                </a:ext>
              </a:extLst>
            </p:cNvPr>
            <p:cNvSpPr/>
            <p:nvPr/>
          </p:nvSpPr>
          <p:spPr>
            <a:xfrm>
              <a:off x="1549511" y="434454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5" name="Oval 1414">
              <a:extLst>
                <a:ext uri="{FF2B5EF4-FFF2-40B4-BE49-F238E27FC236}">
                  <a16:creationId xmlns:a16="http://schemas.microsoft.com/office/drawing/2014/main" id="{A0A1D031-5190-737B-F95D-FD325F68A157}"/>
                </a:ext>
              </a:extLst>
            </p:cNvPr>
            <p:cNvSpPr/>
            <p:nvPr/>
          </p:nvSpPr>
          <p:spPr>
            <a:xfrm>
              <a:off x="1593272" y="432167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6" name="Oval 1415">
              <a:extLst>
                <a:ext uri="{FF2B5EF4-FFF2-40B4-BE49-F238E27FC236}">
                  <a16:creationId xmlns:a16="http://schemas.microsoft.com/office/drawing/2014/main" id="{8CA294E8-55BB-C220-E2FC-F7804A59D048}"/>
                </a:ext>
              </a:extLst>
            </p:cNvPr>
            <p:cNvSpPr/>
            <p:nvPr/>
          </p:nvSpPr>
          <p:spPr>
            <a:xfrm>
              <a:off x="1637032" y="430407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7" name="Oval 1416">
              <a:extLst>
                <a:ext uri="{FF2B5EF4-FFF2-40B4-BE49-F238E27FC236}">
                  <a16:creationId xmlns:a16="http://schemas.microsoft.com/office/drawing/2014/main" id="{604A020D-AF98-A43F-69DC-4072198A6DB5}"/>
                </a:ext>
              </a:extLst>
            </p:cNvPr>
            <p:cNvSpPr/>
            <p:nvPr/>
          </p:nvSpPr>
          <p:spPr>
            <a:xfrm>
              <a:off x="1680792" y="426829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8" name="Oval 1417">
              <a:extLst>
                <a:ext uri="{FF2B5EF4-FFF2-40B4-BE49-F238E27FC236}">
                  <a16:creationId xmlns:a16="http://schemas.microsoft.com/office/drawing/2014/main" id="{13B1018C-5FF7-BB62-B0F3-3BB84299CF98}"/>
                </a:ext>
              </a:extLst>
            </p:cNvPr>
            <p:cNvSpPr/>
            <p:nvPr/>
          </p:nvSpPr>
          <p:spPr>
            <a:xfrm>
              <a:off x="1724552" y="423388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9" name="Oval 1418">
              <a:extLst>
                <a:ext uri="{FF2B5EF4-FFF2-40B4-BE49-F238E27FC236}">
                  <a16:creationId xmlns:a16="http://schemas.microsoft.com/office/drawing/2014/main" id="{D302238B-6F35-D127-2D3E-B8EE5BFC2A03}"/>
                </a:ext>
              </a:extLst>
            </p:cNvPr>
            <p:cNvSpPr/>
            <p:nvPr/>
          </p:nvSpPr>
          <p:spPr>
            <a:xfrm>
              <a:off x="1768323" y="419300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0" name="Oval 1419">
              <a:extLst>
                <a:ext uri="{FF2B5EF4-FFF2-40B4-BE49-F238E27FC236}">
                  <a16:creationId xmlns:a16="http://schemas.microsoft.com/office/drawing/2014/main" id="{527DE264-AAC6-552B-1CE9-29240CFA7AD0}"/>
                </a:ext>
              </a:extLst>
            </p:cNvPr>
            <p:cNvSpPr/>
            <p:nvPr/>
          </p:nvSpPr>
          <p:spPr>
            <a:xfrm>
              <a:off x="1812082" y="415703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1" name="Oval 1420">
              <a:extLst>
                <a:ext uri="{FF2B5EF4-FFF2-40B4-BE49-F238E27FC236}">
                  <a16:creationId xmlns:a16="http://schemas.microsoft.com/office/drawing/2014/main" id="{F703E3B9-779E-CD8D-1A63-B1C29E2C261D}"/>
                </a:ext>
              </a:extLst>
            </p:cNvPr>
            <p:cNvSpPr/>
            <p:nvPr/>
          </p:nvSpPr>
          <p:spPr>
            <a:xfrm>
              <a:off x="1855842" y="413088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2" name="Oval 1421">
              <a:extLst>
                <a:ext uri="{FF2B5EF4-FFF2-40B4-BE49-F238E27FC236}">
                  <a16:creationId xmlns:a16="http://schemas.microsoft.com/office/drawing/2014/main" id="{29D04153-A33E-DEAB-2F03-F6B597E586FD}"/>
                </a:ext>
              </a:extLst>
            </p:cNvPr>
            <p:cNvSpPr/>
            <p:nvPr/>
          </p:nvSpPr>
          <p:spPr>
            <a:xfrm>
              <a:off x="1899602" y="410411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3" name="Oval 1422">
              <a:extLst>
                <a:ext uri="{FF2B5EF4-FFF2-40B4-BE49-F238E27FC236}">
                  <a16:creationId xmlns:a16="http://schemas.microsoft.com/office/drawing/2014/main" id="{221EC4BB-C6B5-7895-D72B-32671777A096}"/>
                </a:ext>
              </a:extLst>
            </p:cNvPr>
            <p:cNvSpPr/>
            <p:nvPr/>
          </p:nvSpPr>
          <p:spPr>
            <a:xfrm>
              <a:off x="1943361" y="407911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4" name="Oval 1423">
              <a:extLst>
                <a:ext uri="{FF2B5EF4-FFF2-40B4-BE49-F238E27FC236}">
                  <a16:creationId xmlns:a16="http://schemas.microsoft.com/office/drawing/2014/main" id="{B1B18048-4E59-EE65-7B41-E99982A7530A}"/>
                </a:ext>
              </a:extLst>
            </p:cNvPr>
            <p:cNvSpPr/>
            <p:nvPr/>
          </p:nvSpPr>
          <p:spPr>
            <a:xfrm>
              <a:off x="1987121" y="404676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5" name="Oval 1424">
              <a:extLst>
                <a:ext uri="{FF2B5EF4-FFF2-40B4-BE49-F238E27FC236}">
                  <a16:creationId xmlns:a16="http://schemas.microsoft.com/office/drawing/2014/main" id="{081054B8-F058-3839-58B1-D9A4A2270B2A}"/>
                </a:ext>
              </a:extLst>
            </p:cNvPr>
            <p:cNvSpPr/>
            <p:nvPr/>
          </p:nvSpPr>
          <p:spPr>
            <a:xfrm>
              <a:off x="2030881" y="403847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6" name="Oval 1425">
              <a:extLst>
                <a:ext uri="{FF2B5EF4-FFF2-40B4-BE49-F238E27FC236}">
                  <a16:creationId xmlns:a16="http://schemas.microsoft.com/office/drawing/2014/main" id="{712267BC-1D02-E480-F861-16EEEFB9B3C5}"/>
                </a:ext>
              </a:extLst>
            </p:cNvPr>
            <p:cNvSpPr/>
            <p:nvPr/>
          </p:nvSpPr>
          <p:spPr>
            <a:xfrm>
              <a:off x="2074652" y="398895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7" name="Oval 1426">
              <a:extLst>
                <a:ext uri="{FF2B5EF4-FFF2-40B4-BE49-F238E27FC236}">
                  <a16:creationId xmlns:a16="http://schemas.microsoft.com/office/drawing/2014/main" id="{44D752CC-4DA4-35F0-B581-6A3B5764E4E4}"/>
                </a:ext>
              </a:extLst>
            </p:cNvPr>
            <p:cNvSpPr/>
            <p:nvPr/>
          </p:nvSpPr>
          <p:spPr>
            <a:xfrm>
              <a:off x="2118411" y="395312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8" name="Oval 1427">
              <a:extLst>
                <a:ext uri="{FF2B5EF4-FFF2-40B4-BE49-F238E27FC236}">
                  <a16:creationId xmlns:a16="http://schemas.microsoft.com/office/drawing/2014/main" id="{B6E4011A-9CAF-4D51-737F-160230AC18F5}"/>
                </a:ext>
              </a:extLst>
            </p:cNvPr>
            <p:cNvSpPr/>
            <p:nvPr/>
          </p:nvSpPr>
          <p:spPr>
            <a:xfrm>
              <a:off x="2162171" y="395240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9" name="Oval 1428">
              <a:extLst>
                <a:ext uri="{FF2B5EF4-FFF2-40B4-BE49-F238E27FC236}">
                  <a16:creationId xmlns:a16="http://schemas.microsoft.com/office/drawing/2014/main" id="{8DED5E14-A005-E5B9-9D01-0BF67678B880}"/>
                </a:ext>
              </a:extLst>
            </p:cNvPr>
            <p:cNvSpPr/>
            <p:nvPr/>
          </p:nvSpPr>
          <p:spPr>
            <a:xfrm>
              <a:off x="2205931" y="389265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0" name="Oval 1429">
              <a:extLst>
                <a:ext uri="{FF2B5EF4-FFF2-40B4-BE49-F238E27FC236}">
                  <a16:creationId xmlns:a16="http://schemas.microsoft.com/office/drawing/2014/main" id="{8A6534A7-1024-8AF6-22E6-5F75BE6012E0}"/>
                </a:ext>
              </a:extLst>
            </p:cNvPr>
            <p:cNvSpPr/>
            <p:nvPr/>
          </p:nvSpPr>
          <p:spPr>
            <a:xfrm>
              <a:off x="2249690" y="388524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1" name="Oval 1430">
              <a:extLst>
                <a:ext uri="{FF2B5EF4-FFF2-40B4-BE49-F238E27FC236}">
                  <a16:creationId xmlns:a16="http://schemas.microsoft.com/office/drawing/2014/main" id="{358EAEE7-8DAE-3753-1CA2-1D3FF8765ED7}"/>
                </a:ext>
              </a:extLst>
            </p:cNvPr>
            <p:cNvSpPr/>
            <p:nvPr/>
          </p:nvSpPr>
          <p:spPr>
            <a:xfrm>
              <a:off x="2293450" y="384046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2" name="Oval 1431">
              <a:extLst>
                <a:ext uri="{FF2B5EF4-FFF2-40B4-BE49-F238E27FC236}">
                  <a16:creationId xmlns:a16="http://schemas.microsoft.com/office/drawing/2014/main" id="{AD3FE948-3806-E277-058A-9F53AC0647CA}"/>
                </a:ext>
              </a:extLst>
            </p:cNvPr>
            <p:cNvSpPr/>
            <p:nvPr/>
          </p:nvSpPr>
          <p:spPr>
            <a:xfrm>
              <a:off x="2337221" y="381338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3" name="Oval 1432">
              <a:extLst>
                <a:ext uri="{FF2B5EF4-FFF2-40B4-BE49-F238E27FC236}">
                  <a16:creationId xmlns:a16="http://schemas.microsoft.com/office/drawing/2014/main" id="{EE2A6B53-0ABF-8466-95B0-61A4C203E019}"/>
                </a:ext>
              </a:extLst>
            </p:cNvPr>
            <p:cNvSpPr/>
            <p:nvPr/>
          </p:nvSpPr>
          <p:spPr>
            <a:xfrm>
              <a:off x="2380981" y="378737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4" name="Oval 1433">
              <a:extLst>
                <a:ext uri="{FF2B5EF4-FFF2-40B4-BE49-F238E27FC236}">
                  <a16:creationId xmlns:a16="http://schemas.microsoft.com/office/drawing/2014/main" id="{8B80BCB6-619D-24AB-F3E3-E33E0B8C00D3}"/>
                </a:ext>
              </a:extLst>
            </p:cNvPr>
            <p:cNvSpPr/>
            <p:nvPr/>
          </p:nvSpPr>
          <p:spPr>
            <a:xfrm>
              <a:off x="2424740" y="374673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5" name="Oval 1434">
              <a:extLst>
                <a:ext uri="{FF2B5EF4-FFF2-40B4-BE49-F238E27FC236}">
                  <a16:creationId xmlns:a16="http://schemas.microsoft.com/office/drawing/2014/main" id="{67947258-C0E2-9BB3-E05A-F4D2DF27C23E}"/>
                </a:ext>
              </a:extLst>
            </p:cNvPr>
            <p:cNvSpPr/>
            <p:nvPr/>
          </p:nvSpPr>
          <p:spPr>
            <a:xfrm>
              <a:off x="2468500" y="371809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6" name="Oval 1435">
              <a:extLst>
                <a:ext uri="{FF2B5EF4-FFF2-40B4-BE49-F238E27FC236}">
                  <a16:creationId xmlns:a16="http://schemas.microsoft.com/office/drawing/2014/main" id="{4B13C272-84A8-FDA4-9D01-535E6307FF4F}"/>
                </a:ext>
              </a:extLst>
            </p:cNvPr>
            <p:cNvSpPr/>
            <p:nvPr/>
          </p:nvSpPr>
          <p:spPr>
            <a:xfrm>
              <a:off x="2512259" y="36860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7" name="Oval 1436">
              <a:extLst>
                <a:ext uri="{FF2B5EF4-FFF2-40B4-BE49-F238E27FC236}">
                  <a16:creationId xmlns:a16="http://schemas.microsoft.com/office/drawing/2014/main" id="{B76A092C-59E5-2E1A-E1B2-6F0619CD0E3D}"/>
                </a:ext>
              </a:extLst>
            </p:cNvPr>
            <p:cNvSpPr/>
            <p:nvPr/>
          </p:nvSpPr>
          <p:spPr>
            <a:xfrm>
              <a:off x="2556019" y="369838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8" name="Oval 1437">
              <a:extLst>
                <a:ext uri="{FF2B5EF4-FFF2-40B4-BE49-F238E27FC236}">
                  <a16:creationId xmlns:a16="http://schemas.microsoft.com/office/drawing/2014/main" id="{927E8CDF-6BF2-5F1F-7D72-9A5BF07A4A86}"/>
                </a:ext>
              </a:extLst>
            </p:cNvPr>
            <p:cNvSpPr/>
            <p:nvPr/>
          </p:nvSpPr>
          <p:spPr>
            <a:xfrm>
              <a:off x="2599790" y="366567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9" name="Oval 1438">
              <a:extLst>
                <a:ext uri="{FF2B5EF4-FFF2-40B4-BE49-F238E27FC236}">
                  <a16:creationId xmlns:a16="http://schemas.microsoft.com/office/drawing/2014/main" id="{ADA3CEC1-B5E6-5D36-6A0A-EAEF9839AEA7}"/>
                </a:ext>
              </a:extLst>
            </p:cNvPr>
            <p:cNvSpPr/>
            <p:nvPr/>
          </p:nvSpPr>
          <p:spPr>
            <a:xfrm>
              <a:off x="2643550" y="359915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0" name="Oval 1439">
              <a:extLst>
                <a:ext uri="{FF2B5EF4-FFF2-40B4-BE49-F238E27FC236}">
                  <a16:creationId xmlns:a16="http://schemas.microsoft.com/office/drawing/2014/main" id="{8C70CF50-FD83-C0D7-D1F0-0EF897644A9E}"/>
                </a:ext>
              </a:extLst>
            </p:cNvPr>
            <p:cNvSpPr/>
            <p:nvPr/>
          </p:nvSpPr>
          <p:spPr>
            <a:xfrm>
              <a:off x="2687309" y="359284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1" name="Oval 1440">
              <a:extLst>
                <a:ext uri="{FF2B5EF4-FFF2-40B4-BE49-F238E27FC236}">
                  <a16:creationId xmlns:a16="http://schemas.microsoft.com/office/drawing/2014/main" id="{D5BF570A-4942-ED74-269C-2FAFC2D538BB}"/>
                </a:ext>
              </a:extLst>
            </p:cNvPr>
            <p:cNvSpPr/>
            <p:nvPr/>
          </p:nvSpPr>
          <p:spPr>
            <a:xfrm>
              <a:off x="2731069" y="357879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2" name="Oval 1441">
              <a:extLst>
                <a:ext uri="{FF2B5EF4-FFF2-40B4-BE49-F238E27FC236}">
                  <a16:creationId xmlns:a16="http://schemas.microsoft.com/office/drawing/2014/main" id="{CA4089F3-F328-C590-1A67-AC628BB384E8}"/>
                </a:ext>
              </a:extLst>
            </p:cNvPr>
            <p:cNvSpPr/>
            <p:nvPr/>
          </p:nvSpPr>
          <p:spPr>
            <a:xfrm>
              <a:off x="2774829" y="35297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3" name="Oval 1442">
              <a:extLst>
                <a:ext uri="{FF2B5EF4-FFF2-40B4-BE49-F238E27FC236}">
                  <a16:creationId xmlns:a16="http://schemas.microsoft.com/office/drawing/2014/main" id="{BCB904BF-81D0-2264-8795-409B5A239CB8}"/>
                </a:ext>
              </a:extLst>
            </p:cNvPr>
            <p:cNvSpPr/>
            <p:nvPr/>
          </p:nvSpPr>
          <p:spPr>
            <a:xfrm>
              <a:off x="2818588" y="351455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4" name="Oval 1443">
              <a:extLst>
                <a:ext uri="{FF2B5EF4-FFF2-40B4-BE49-F238E27FC236}">
                  <a16:creationId xmlns:a16="http://schemas.microsoft.com/office/drawing/2014/main" id="{4ECD2428-A3E1-09EC-438E-7F07BC3755C5}"/>
                </a:ext>
              </a:extLst>
            </p:cNvPr>
            <p:cNvSpPr/>
            <p:nvPr/>
          </p:nvSpPr>
          <p:spPr>
            <a:xfrm>
              <a:off x="2862348" y="345661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5" name="Oval 1444">
              <a:extLst>
                <a:ext uri="{FF2B5EF4-FFF2-40B4-BE49-F238E27FC236}">
                  <a16:creationId xmlns:a16="http://schemas.microsoft.com/office/drawing/2014/main" id="{9686F9CD-4640-D7A4-4899-F6EC9293E7F5}"/>
                </a:ext>
              </a:extLst>
            </p:cNvPr>
            <p:cNvSpPr/>
            <p:nvPr/>
          </p:nvSpPr>
          <p:spPr>
            <a:xfrm>
              <a:off x="2906119" y="345473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6" name="Oval 1445">
              <a:extLst>
                <a:ext uri="{FF2B5EF4-FFF2-40B4-BE49-F238E27FC236}">
                  <a16:creationId xmlns:a16="http://schemas.microsoft.com/office/drawing/2014/main" id="{9BB351CC-B969-5705-B89D-5667B2119EC4}"/>
                </a:ext>
              </a:extLst>
            </p:cNvPr>
            <p:cNvSpPr/>
            <p:nvPr/>
          </p:nvSpPr>
          <p:spPr>
            <a:xfrm>
              <a:off x="2949879" y="34218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7" name="Oval 1446">
              <a:extLst>
                <a:ext uri="{FF2B5EF4-FFF2-40B4-BE49-F238E27FC236}">
                  <a16:creationId xmlns:a16="http://schemas.microsoft.com/office/drawing/2014/main" id="{67CD0444-D83D-6691-953F-E4439D5B1D68}"/>
                </a:ext>
              </a:extLst>
            </p:cNvPr>
            <p:cNvSpPr/>
            <p:nvPr/>
          </p:nvSpPr>
          <p:spPr>
            <a:xfrm>
              <a:off x="2993638" y="340729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8" name="Oval 1447">
              <a:extLst>
                <a:ext uri="{FF2B5EF4-FFF2-40B4-BE49-F238E27FC236}">
                  <a16:creationId xmlns:a16="http://schemas.microsoft.com/office/drawing/2014/main" id="{5E7829B8-01B7-39BB-708F-B3AE998C01C5}"/>
                </a:ext>
              </a:extLst>
            </p:cNvPr>
            <p:cNvSpPr/>
            <p:nvPr/>
          </p:nvSpPr>
          <p:spPr>
            <a:xfrm>
              <a:off x="3037398" y="338929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9" name="Oval 1448">
              <a:extLst>
                <a:ext uri="{FF2B5EF4-FFF2-40B4-BE49-F238E27FC236}">
                  <a16:creationId xmlns:a16="http://schemas.microsoft.com/office/drawing/2014/main" id="{E1834FB7-5B46-B969-0715-0D78518C6E26}"/>
                </a:ext>
              </a:extLst>
            </p:cNvPr>
            <p:cNvSpPr/>
            <p:nvPr/>
          </p:nvSpPr>
          <p:spPr>
            <a:xfrm>
              <a:off x="3081158" y="338644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1" name="Group 1650">
            <a:extLst>
              <a:ext uri="{FF2B5EF4-FFF2-40B4-BE49-F238E27FC236}">
                <a16:creationId xmlns:a16="http://schemas.microsoft.com/office/drawing/2014/main" id="{9813122A-009E-3B5C-C59A-314F62E05ADA}"/>
              </a:ext>
            </a:extLst>
          </p:cNvPr>
          <p:cNvGrpSpPr/>
          <p:nvPr/>
        </p:nvGrpSpPr>
        <p:grpSpPr>
          <a:xfrm>
            <a:off x="956467" y="3445779"/>
            <a:ext cx="2189604" cy="1242139"/>
            <a:chOff x="956467" y="3445779"/>
            <a:chExt cx="2189604" cy="1242139"/>
          </a:xfrm>
        </p:grpSpPr>
        <p:sp>
          <p:nvSpPr>
            <p:cNvPr id="1450" name="Freeform 1449">
              <a:extLst>
                <a:ext uri="{FF2B5EF4-FFF2-40B4-BE49-F238E27FC236}">
                  <a16:creationId xmlns:a16="http://schemas.microsoft.com/office/drawing/2014/main" id="{3A86C386-3193-BC17-B29D-3272435770EE}"/>
                </a:ext>
              </a:extLst>
            </p:cNvPr>
            <p:cNvSpPr/>
            <p:nvPr/>
          </p:nvSpPr>
          <p:spPr>
            <a:xfrm>
              <a:off x="979117" y="4607330"/>
              <a:ext cx="1132" cy="73317"/>
            </a:xfrm>
            <a:custGeom>
              <a:avLst/>
              <a:gdLst>
                <a:gd name="csX0" fmla="*/ 0 w 1132"/>
                <a:gd name="csY0" fmla="*/ 73318 h 73317"/>
                <a:gd name="csX1" fmla="*/ 0 w 1132"/>
                <a:gd name="csY1" fmla="*/ 0 h 73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317">
                  <a:moveTo>
                    <a:pt x="0" y="733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1" name="Freeform 1450">
              <a:extLst>
                <a:ext uri="{FF2B5EF4-FFF2-40B4-BE49-F238E27FC236}">
                  <a16:creationId xmlns:a16="http://schemas.microsoft.com/office/drawing/2014/main" id="{4ED35B66-5E44-5296-F5B1-69973482E50A}"/>
                </a:ext>
              </a:extLst>
            </p:cNvPr>
            <p:cNvSpPr/>
            <p:nvPr/>
          </p:nvSpPr>
          <p:spPr>
            <a:xfrm>
              <a:off x="1022877" y="4569369"/>
              <a:ext cx="1132" cy="71845"/>
            </a:xfrm>
            <a:custGeom>
              <a:avLst/>
              <a:gdLst>
                <a:gd name="csX0" fmla="*/ 0 w 1132"/>
                <a:gd name="csY0" fmla="*/ 71845 h 71845"/>
                <a:gd name="csX1" fmla="*/ 0 w 1132"/>
                <a:gd name="csY1" fmla="*/ 0 h 71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1845">
                  <a:moveTo>
                    <a:pt x="0" y="718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2" name="Freeform 1451">
              <a:extLst>
                <a:ext uri="{FF2B5EF4-FFF2-40B4-BE49-F238E27FC236}">
                  <a16:creationId xmlns:a16="http://schemas.microsoft.com/office/drawing/2014/main" id="{67EAC2A8-D358-74B3-9B55-2C678F14E0F0}"/>
                </a:ext>
              </a:extLst>
            </p:cNvPr>
            <p:cNvSpPr/>
            <p:nvPr/>
          </p:nvSpPr>
          <p:spPr>
            <a:xfrm>
              <a:off x="1066639" y="4611147"/>
              <a:ext cx="1132" cy="75639"/>
            </a:xfrm>
            <a:custGeom>
              <a:avLst/>
              <a:gdLst>
                <a:gd name="csX0" fmla="*/ 0 w 1132"/>
                <a:gd name="csY0" fmla="*/ 75639 h 75639"/>
                <a:gd name="csX1" fmla="*/ 0 w 1132"/>
                <a:gd name="csY1" fmla="*/ 0 h 756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5639">
                  <a:moveTo>
                    <a:pt x="0" y="756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3" name="Freeform 1452">
              <a:extLst>
                <a:ext uri="{FF2B5EF4-FFF2-40B4-BE49-F238E27FC236}">
                  <a16:creationId xmlns:a16="http://schemas.microsoft.com/office/drawing/2014/main" id="{472799C2-7CAD-AE8E-AF37-C90077A92D36}"/>
                </a:ext>
              </a:extLst>
            </p:cNvPr>
            <p:cNvSpPr/>
            <p:nvPr/>
          </p:nvSpPr>
          <p:spPr>
            <a:xfrm>
              <a:off x="1110400" y="4514669"/>
              <a:ext cx="1132" cy="68799"/>
            </a:xfrm>
            <a:custGeom>
              <a:avLst/>
              <a:gdLst>
                <a:gd name="csX0" fmla="*/ 0 w 1132"/>
                <a:gd name="csY0" fmla="*/ 68799 h 68799"/>
                <a:gd name="csX1" fmla="*/ 0 w 1132"/>
                <a:gd name="csY1" fmla="*/ 0 h 68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799">
                  <a:moveTo>
                    <a:pt x="0" y="6879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4" name="Freeform 1453">
              <a:extLst>
                <a:ext uri="{FF2B5EF4-FFF2-40B4-BE49-F238E27FC236}">
                  <a16:creationId xmlns:a16="http://schemas.microsoft.com/office/drawing/2014/main" id="{2E5426D2-9673-83C7-37AF-7F8EB4D6CA43}"/>
                </a:ext>
              </a:extLst>
            </p:cNvPr>
            <p:cNvSpPr/>
            <p:nvPr/>
          </p:nvSpPr>
          <p:spPr>
            <a:xfrm>
              <a:off x="1154162" y="4348897"/>
              <a:ext cx="1132" cy="63466"/>
            </a:xfrm>
            <a:custGeom>
              <a:avLst/>
              <a:gdLst>
                <a:gd name="csX0" fmla="*/ 0 w 1132"/>
                <a:gd name="csY0" fmla="*/ 63466 h 63466"/>
                <a:gd name="csX1" fmla="*/ 0 w 1132"/>
                <a:gd name="csY1" fmla="*/ 0 h 63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466">
                  <a:moveTo>
                    <a:pt x="0" y="6346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5" name="Freeform 1454">
              <a:extLst>
                <a:ext uri="{FF2B5EF4-FFF2-40B4-BE49-F238E27FC236}">
                  <a16:creationId xmlns:a16="http://schemas.microsoft.com/office/drawing/2014/main" id="{1EB6E506-7168-5F44-96D2-2252C28017A8}"/>
                </a:ext>
              </a:extLst>
            </p:cNvPr>
            <p:cNvSpPr/>
            <p:nvPr/>
          </p:nvSpPr>
          <p:spPr>
            <a:xfrm>
              <a:off x="1197923" y="4566560"/>
              <a:ext cx="1132" cy="72921"/>
            </a:xfrm>
            <a:custGeom>
              <a:avLst/>
              <a:gdLst>
                <a:gd name="csX0" fmla="*/ 0 w 1132"/>
                <a:gd name="csY0" fmla="*/ 72921 h 72921"/>
                <a:gd name="csX1" fmla="*/ 0 w 1132"/>
                <a:gd name="csY1" fmla="*/ 0 h 72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921">
                  <a:moveTo>
                    <a:pt x="0" y="7292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6" name="Freeform 1455">
              <a:extLst>
                <a:ext uri="{FF2B5EF4-FFF2-40B4-BE49-F238E27FC236}">
                  <a16:creationId xmlns:a16="http://schemas.microsoft.com/office/drawing/2014/main" id="{83842DF1-0A1D-0B26-890A-DBA62C2D9974}"/>
                </a:ext>
              </a:extLst>
            </p:cNvPr>
            <p:cNvSpPr/>
            <p:nvPr/>
          </p:nvSpPr>
          <p:spPr>
            <a:xfrm>
              <a:off x="1241685" y="4567183"/>
              <a:ext cx="1132" cy="73204"/>
            </a:xfrm>
            <a:custGeom>
              <a:avLst/>
              <a:gdLst>
                <a:gd name="csX0" fmla="*/ 0 w 1132"/>
                <a:gd name="csY0" fmla="*/ 73205 h 73204"/>
                <a:gd name="csX1" fmla="*/ 0 w 1132"/>
                <a:gd name="csY1" fmla="*/ 0 h 732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204">
                  <a:moveTo>
                    <a:pt x="0" y="7320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7" name="Freeform 1456">
              <a:extLst>
                <a:ext uri="{FF2B5EF4-FFF2-40B4-BE49-F238E27FC236}">
                  <a16:creationId xmlns:a16="http://schemas.microsoft.com/office/drawing/2014/main" id="{1B06878E-67AD-1831-FB88-9991C731BE31}"/>
                </a:ext>
              </a:extLst>
            </p:cNvPr>
            <p:cNvSpPr/>
            <p:nvPr/>
          </p:nvSpPr>
          <p:spPr>
            <a:xfrm>
              <a:off x="1285447" y="4535983"/>
              <a:ext cx="1132" cy="71381"/>
            </a:xfrm>
            <a:custGeom>
              <a:avLst/>
              <a:gdLst>
                <a:gd name="csX0" fmla="*/ 0 w 1132"/>
                <a:gd name="csY0" fmla="*/ 71381 h 71381"/>
                <a:gd name="csX1" fmla="*/ 0 w 1132"/>
                <a:gd name="csY1" fmla="*/ 0 h 713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1381">
                  <a:moveTo>
                    <a:pt x="0" y="713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8" name="Freeform 1457">
              <a:extLst>
                <a:ext uri="{FF2B5EF4-FFF2-40B4-BE49-F238E27FC236}">
                  <a16:creationId xmlns:a16="http://schemas.microsoft.com/office/drawing/2014/main" id="{699FA915-74BC-5C7D-3570-B180160698F2}"/>
                </a:ext>
              </a:extLst>
            </p:cNvPr>
            <p:cNvSpPr/>
            <p:nvPr/>
          </p:nvSpPr>
          <p:spPr>
            <a:xfrm>
              <a:off x="1329207" y="4527274"/>
              <a:ext cx="1132" cy="72309"/>
            </a:xfrm>
            <a:custGeom>
              <a:avLst/>
              <a:gdLst>
                <a:gd name="csX0" fmla="*/ 0 w 1132"/>
                <a:gd name="csY0" fmla="*/ 72310 h 72309"/>
                <a:gd name="csX1" fmla="*/ 0 w 1132"/>
                <a:gd name="csY1" fmla="*/ 0 h 72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309">
                  <a:moveTo>
                    <a:pt x="0" y="723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9" name="Freeform 1458">
              <a:extLst>
                <a:ext uri="{FF2B5EF4-FFF2-40B4-BE49-F238E27FC236}">
                  <a16:creationId xmlns:a16="http://schemas.microsoft.com/office/drawing/2014/main" id="{40B8459F-A621-BC72-58D9-A61146239648}"/>
                </a:ext>
              </a:extLst>
            </p:cNvPr>
            <p:cNvSpPr/>
            <p:nvPr/>
          </p:nvSpPr>
          <p:spPr>
            <a:xfrm>
              <a:off x="1372969" y="4218169"/>
              <a:ext cx="1132" cy="59734"/>
            </a:xfrm>
            <a:custGeom>
              <a:avLst/>
              <a:gdLst>
                <a:gd name="csX0" fmla="*/ 0 w 1132"/>
                <a:gd name="csY0" fmla="*/ 59735 h 59734"/>
                <a:gd name="csX1" fmla="*/ 0 w 1132"/>
                <a:gd name="csY1" fmla="*/ 0 h 59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734">
                  <a:moveTo>
                    <a:pt x="0" y="5973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0" name="Freeform 1459">
              <a:extLst>
                <a:ext uri="{FF2B5EF4-FFF2-40B4-BE49-F238E27FC236}">
                  <a16:creationId xmlns:a16="http://schemas.microsoft.com/office/drawing/2014/main" id="{54C47063-3C4D-18DA-BE3C-C8E028C7B7F9}"/>
                </a:ext>
              </a:extLst>
            </p:cNvPr>
            <p:cNvSpPr/>
            <p:nvPr/>
          </p:nvSpPr>
          <p:spPr>
            <a:xfrm>
              <a:off x="1416730" y="4479992"/>
              <a:ext cx="1132" cy="69342"/>
            </a:xfrm>
            <a:custGeom>
              <a:avLst/>
              <a:gdLst>
                <a:gd name="csX0" fmla="*/ 0 w 1132"/>
                <a:gd name="csY0" fmla="*/ 69343 h 69342"/>
                <a:gd name="csX1" fmla="*/ 0 w 1132"/>
                <a:gd name="csY1" fmla="*/ 0 h 69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342">
                  <a:moveTo>
                    <a:pt x="0" y="693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1" name="Freeform 1460">
              <a:extLst>
                <a:ext uri="{FF2B5EF4-FFF2-40B4-BE49-F238E27FC236}">
                  <a16:creationId xmlns:a16="http://schemas.microsoft.com/office/drawing/2014/main" id="{385497A2-5AD8-E71B-FD30-F83BF7784B13}"/>
                </a:ext>
              </a:extLst>
            </p:cNvPr>
            <p:cNvSpPr/>
            <p:nvPr/>
          </p:nvSpPr>
          <p:spPr>
            <a:xfrm>
              <a:off x="1460492" y="4404440"/>
              <a:ext cx="1132" cy="66922"/>
            </a:xfrm>
            <a:custGeom>
              <a:avLst/>
              <a:gdLst>
                <a:gd name="csX0" fmla="*/ 0 w 1132"/>
                <a:gd name="csY0" fmla="*/ 66923 h 66922"/>
                <a:gd name="csX1" fmla="*/ 0 w 1132"/>
                <a:gd name="csY1" fmla="*/ 0 h 669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922">
                  <a:moveTo>
                    <a:pt x="0" y="669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2" name="Freeform 1461">
              <a:extLst>
                <a:ext uri="{FF2B5EF4-FFF2-40B4-BE49-F238E27FC236}">
                  <a16:creationId xmlns:a16="http://schemas.microsoft.com/office/drawing/2014/main" id="{416DD801-9CD0-F3DD-B506-3F71BCAB083A}"/>
                </a:ext>
              </a:extLst>
            </p:cNvPr>
            <p:cNvSpPr/>
            <p:nvPr/>
          </p:nvSpPr>
          <p:spPr>
            <a:xfrm>
              <a:off x="1504253" y="4338394"/>
              <a:ext cx="1132" cy="65632"/>
            </a:xfrm>
            <a:custGeom>
              <a:avLst/>
              <a:gdLst>
                <a:gd name="csX0" fmla="*/ 0 w 1132"/>
                <a:gd name="csY0" fmla="*/ 65633 h 65632"/>
                <a:gd name="csX1" fmla="*/ 0 w 1132"/>
                <a:gd name="csY1" fmla="*/ 0 h 656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632">
                  <a:moveTo>
                    <a:pt x="0" y="656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3" name="Freeform 1462">
              <a:extLst>
                <a:ext uri="{FF2B5EF4-FFF2-40B4-BE49-F238E27FC236}">
                  <a16:creationId xmlns:a16="http://schemas.microsoft.com/office/drawing/2014/main" id="{631CF364-5094-DA09-C77B-B33F81733652}"/>
                </a:ext>
              </a:extLst>
            </p:cNvPr>
            <p:cNvSpPr/>
            <p:nvPr/>
          </p:nvSpPr>
          <p:spPr>
            <a:xfrm>
              <a:off x="1548015" y="4334640"/>
              <a:ext cx="1132" cy="64923"/>
            </a:xfrm>
            <a:custGeom>
              <a:avLst/>
              <a:gdLst>
                <a:gd name="csX0" fmla="*/ 0 w 1132"/>
                <a:gd name="csY0" fmla="*/ 64924 h 64923"/>
                <a:gd name="csX1" fmla="*/ 0 w 1132"/>
                <a:gd name="csY1" fmla="*/ 0 h 64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923">
                  <a:moveTo>
                    <a:pt x="0" y="6492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4" name="Freeform 1463">
              <a:extLst>
                <a:ext uri="{FF2B5EF4-FFF2-40B4-BE49-F238E27FC236}">
                  <a16:creationId xmlns:a16="http://schemas.microsoft.com/office/drawing/2014/main" id="{366FEB44-0D0E-1223-21BF-9A61668FF3FD}"/>
                </a:ext>
              </a:extLst>
            </p:cNvPr>
            <p:cNvSpPr/>
            <p:nvPr/>
          </p:nvSpPr>
          <p:spPr>
            <a:xfrm>
              <a:off x="1591777" y="4345850"/>
              <a:ext cx="1132" cy="65817"/>
            </a:xfrm>
            <a:custGeom>
              <a:avLst/>
              <a:gdLst>
                <a:gd name="csX0" fmla="*/ 0 w 1132"/>
                <a:gd name="csY0" fmla="*/ 65817 h 65817"/>
                <a:gd name="csX1" fmla="*/ 0 w 1132"/>
                <a:gd name="csY1" fmla="*/ 0 h 65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817">
                  <a:moveTo>
                    <a:pt x="0" y="658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5" name="Freeform 1464">
              <a:extLst>
                <a:ext uri="{FF2B5EF4-FFF2-40B4-BE49-F238E27FC236}">
                  <a16:creationId xmlns:a16="http://schemas.microsoft.com/office/drawing/2014/main" id="{55575175-8E07-7CB2-5CDB-22CC56F11955}"/>
                </a:ext>
              </a:extLst>
            </p:cNvPr>
            <p:cNvSpPr/>
            <p:nvPr/>
          </p:nvSpPr>
          <p:spPr>
            <a:xfrm>
              <a:off x="1635538" y="4314330"/>
              <a:ext cx="1132" cy="65325"/>
            </a:xfrm>
            <a:custGeom>
              <a:avLst/>
              <a:gdLst>
                <a:gd name="csX0" fmla="*/ 0 w 1132"/>
                <a:gd name="csY0" fmla="*/ 65326 h 65325"/>
                <a:gd name="csX1" fmla="*/ 0 w 1132"/>
                <a:gd name="csY1" fmla="*/ 0 h 6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325">
                  <a:moveTo>
                    <a:pt x="0" y="653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8E61A104-70F3-3683-B20E-9A746BFE2D35}"/>
                </a:ext>
              </a:extLst>
            </p:cNvPr>
            <p:cNvSpPr/>
            <p:nvPr/>
          </p:nvSpPr>
          <p:spPr>
            <a:xfrm>
              <a:off x="1679297" y="4228320"/>
              <a:ext cx="1132" cy="61728"/>
            </a:xfrm>
            <a:custGeom>
              <a:avLst/>
              <a:gdLst>
                <a:gd name="csX0" fmla="*/ 0 w 1132"/>
                <a:gd name="csY0" fmla="*/ 61729 h 61728"/>
                <a:gd name="csX1" fmla="*/ 0 w 1132"/>
                <a:gd name="csY1" fmla="*/ 0 h 61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728">
                  <a:moveTo>
                    <a:pt x="0" y="617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7" name="Freeform 1466">
              <a:extLst>
                <a:ext uri="{FF2B5EF4-FFF2-40B4-BE49-F238E27FC236}">
                  <a16:creationId xmlns:a16="http://schemas.microsoft.com/office/drawing/2014/main" id="{C479B172-024C-2584-BDDA-23F365A17CFC}"/>
                </a:ext>
              </a:extLst>
            </p:cNvPr>
            <p:cNvSpPr/>
            <p:nvPr/>
          </p:nvSpPr>
          <p:spPr>
            <a:xfrm>
              <a:off x="1723057" y="4263801"/>
              <a:ext cx="1132" cy="64268"/>
            </a:xfrm>
            <a:custGeom>
              <a:avLst/>
              <a:gdLst>
                <a:gd name="csX0" fmla="*/ 0 w 1132"/>
                <a:gd name="csY0" fmla="*/ 64268 h 64268"/>
                <a:gd name="csX1" fmla="*/ 0 w 1132"/>
                <a:gd name="csY1" fmla="*/ 0 h 64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268">
                  <a:moveTo>
                    <a:pt x="0" y="6426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8" name="Freeform 1467">
              <a:extLst>
                <a:ext uri="{FF2B5EF4-FFF2-40B4-BE49-F238E27FC236}">
                  <a16:creationId xmlns:a16="http://schemas.microsoft.com/office/drawing/2014/main" id="{B42878E1-053F-C97F-E1CD-7DA96E497A33}"/>
                </a:ext>
              </a:extLst>
            </p:cNvPr>
            <p:cNvSpPr/>
            <p:nvPr/>
          </p:nvSpPr>
          <p:spPr>
            <a:xfrm>
              <a:off x="1766816" y="4239305"/>
              <a:ext cx="1132" cy="64000"/>
            </a:xfrm>
            <a:custGeom>
              <a:avLst/>
              <a:gdLst>
                <a:gd name="csX0" fmla="*/ 0 w 1132"/>
                <a:gd name="csY0" fmla="*/ 64001 h 64000"/>
                <a:gd name="csX1" fmla="*/ 0 w 1132"/>
                <a:gd name="csY1" fmla="*/ 0 h 64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000">
                  <a:moveTo>
                    <a:pt x="0" y="6400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9" name="Freeform 1468">
              <a:extLst>
                <a:ext uri="{FF2B5EF4-FFF2-40B4-BE49-F238E27FC236}">
                  <a16:creationId xmlns:a16="http://schemas.microsoft.com/office/drawing/2014/main" id="{6EFB3089-8DC9-14C2-A090-CA16AD54B8C8}"/>
                </a:ext>
              </a:extLst>
            </p:cNvPr>
            <p:cNvSpPr/>
            <p:nvPr/>
          </p:nvSpPr>
          <p:spPr>
            <a:xfrm>
              <a:off x="1810587" y="4114005"/>
              <a:ext cx="1132" cy="59919"/>
            </a:xfrm>
            <a:custGeom>
              <a:avLst/>
              <a:gdLst>
                <a:gd name="csX0" fmla="*/ 0 w 1132"/>
                <a:gd name="csY0" fmla="*/ 59919 h 59919"/>
                <a:gd name="csX1" fmla="*/ 0 w 1132"/>
                <a:gd name="csY1" fmla="*/ 0 h 59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919">
                  <a:moveTo>
                    <a:pt x="0" y="5991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0" name="Freeform 1469">
              <a:extLst>
                <a:ext uri="{FF2B5EF4-FFF2-40B4-BE49-F238E27FC236}">
                  <a16:creationId xmlns:a16="http://schemas.microsoft.com/office/drawing/2014/main" id="{F754668F-CAB3-5C85-1A1B-BD0E34C3C069}"/>
                </a:ext>
              </a:extLst>
            </p:cNvPr>
            <p:cNvSpPr/>
            <p:nvPr/>
          </p:nvSpPr>
          <p:spPr>
            <a:xfrm>
              <a:off x="1854347" y="4155042"/>
              <a:ext cx="1132" cy="63195"/>
            </a:xfrm>
            <a:custGeom>
              <a:avLst/>
              <a:gdLst>
                <a:gd name="csX0" fmla="*/ 0 w 1132"/>
                <a:gd name="csY0" fmla="*/ 63196 h 63195"/>
                <a:gd name="csX1" fmla="*/ 0 w 1132"/>
                <a:gd name="csY1" fmla="*/ 0 h 63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195">
                  <a:moveTo>
                    <a:pt x="0" y="631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1" name="Freeform 1470">
              <a:extLst>
                <a:ext uri="{FF2B5EF4-FFF2-40B4-BE49-F238E27FC236}">
                  <a16:creationId xmlns:a16="http://schemas.microsoft.com/office/drawing/2014/main" id="{43D8E8F6-6E3C-0EA7-7D5D-058771936355}"/>
                </a:ext>
              </a:extLst>
            </p:cNvPr>
            <p:cNvSpPr/>
            <p:nvPr/>
          </p:nvSpPr>
          <p:spPr>
            <a:xfrm>
              <a:off x="1898107" y="4119639"/>
              <a:ext cx="1132" cy="61629"/>
            </a:xfrm>
            <a:custGeom>
              <a:avLst/>
              <a:gdLst>
                <a:gd name="csX0" fmla="*/ 0 w 1132"/>
                <a:gd name="csY0" fmla="*/ 61629 h 61629"/>
                <a:gd name="csX1" fmla="*/ 0 w 1132"/>
                <a:gd name="csY1" fmla="*/ 0 h 61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629">
                  <a:moveTo>
                    <a:pt x="0" y="616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2" name="Freeform 1471">
              <a:extLst>
                <a:ext uri="{FF2B5EF4-FFF2-40B4-BE49-F238E27FC236}">
                  <a16:creationId xmlns:a16="http://schemas.microsoft.com/office/drawing/2014/main" id="{234968DD-D326-BC9C-A5CF-3D072394CFF1}"/>
                </a:ext>
              </a:extLst>
            </p:cNvPr>
            <p:cNvSpPr/>
            <p:nvPr/>
          </p:nvSpPr>
          <p:spPr>
            <a:xfrm>
              <a:off x="1941866" y="4094869"/>
              <a:ext cx="1132" cy="62530"/>
            </a:xfrm>
            <a:custGeom>
              <a:avLst/>
              <a:gdLst>
                <a:gd name="csX0" fmla="*/ 0 w 1132"/>
                <a:gd name="csY0" fmla="*/ 62531 h 62530"/>
                <a:gd name="csX1" fmla="*/ 0 w 1132"/>
                <a:gd name="csY1" fmla="*/ 0 h 62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530">
                  <a:moveTo>
                    <a:pt x="0" y="625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3" name="Freeform 1472">
              <a:extLst>
                <a:ext uri="{FF2B5EF4-FFF2-40B4-BE49-F238E27FC236}">
                  <a16:creationId xmlns:a16="http://schemas.microsoft.com/office/drawing/2014/main" id="{9B392669-FC7B-60D2-FF05-E0B73FC83A76}"/>
                </a:ext>
              </a:extLst>
            </p:cNvPr>
            <p:cNvSpPr/>
            <p:nvPr/>
          </p:nvSpPr>
          <p:spPr>
            <a:xfrm>
              <a:off x="1985626" y="4066638"/>
              <a:ext cx="1132" cy="63024"/>
            </a:xfrm>
            <a:custGeom>
              <a:avLst/>
              <a:gdLst>
                <a:gd name="csX0" fmla="*/ 0 w 1132"/>
                <a:gd name="csY0" fmla="*/ 63025 h 63024"/>
                <a:gd name="csX1" fmla="*/ 0 w 1132"/>
                <a:gd name="csY1" fmla="*/ 0 h 63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024">
                  <a:moveTo>
                    <a:pt x="0" y="6302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4" name="Freeform 1473">
              <a:extLst>
                <a:ext uri="{FF2B5EF4-FFF2-40B4-BE49-F238E27FC236}">
                  <a16:creationId xmlns:a16="http://schemas.microsoft.com/office/drawing/2014/main" id="{60425014-2661-BB5F-A988-8EEB90AE02B2}"/>
                </a:ext>
              </a:extLst>
            </p:cNvPr>
            <p:cNvSpPr/>
            <p:nvPr/>
          </p:nvSpPr>
          <p:spPr>
            <a:xfrm>
              <a:off x="2029386" y="4041986"/>
              <a:ext cx="1132" cy="61385"/>
            </a:xfrm>
            <a:custGeom>
              <a:avLst/>
              <a:gdLst>
                <a:gd name="csX0" fmla="*/ 0 w 1132"/>
                <a:gd name="csY0" fmla="*/ 61386 h 61385"/>
                <a:gd name="csX1" fmla="*/ 0 w 1132"/>
                <a:gd name="csY1" fmla="*/ 0 h 61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385">
                  <a:moveTo>
                    <a:pt x="0" y="613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5" name="Freeform 1474">
              <a:extLst>
                <a:ext uri="{FF2B5EF4-FFF2-40B4-BE49-F238E27FC236}">
                  <a16:creationId xmlns:a16="http://schemas.microsoft.com/office/drawing/2014/main" id="{F0487D16-7EE8-4DE4-10D0-9C9CB128C662}"/>
                </a:ext>
              </a:extLst>
            </p:cNvPr>
            <p:cNvSpPr/>
            <p:nvPr/>
          </p:nvSpPr>
          <p:spPr>
            <a:xfrm>
              <a:off x="2073157" y="4032218"/>
              <a:ext cx="1132" cy="62762"/>
            </a:xfrm>
            <a:custGeom>
              <a:avLst/>
              <a:gdLst>
                <a:gd name="csX0" fmla="*/ 0 w 1132"/>
                <a:gd name="csY0" fmla="*/ 62763 h 62762"/>
                <a:gd name="csX1" fmla="*/ 0 w 1132"/>
                <a:gd name="csY1" fmla="*/ 0 h 627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762">
                  <a:moveTo>
                    <a:pt x="0" y="6276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6" name="Freeform 1475">
              <a:extLst>
                <a:ext uri="{FF2B5EF4-FFF2-40B4-BE49-F238E27FC236}">
                  <a16:creationId xmlns:a16="http://schemas.microsoft.com/office/drawing/2014/main" id="{FA0472A8-C7FD-8DB4-573D-DCCBC6099E53}"/>
                </a:ext>
              </a:extLst>
            </p:cNvPr>
            <p:cNvSpPr/>
            <p:nvPr/>
          </p:nvSpPr>
          <p:spPr>
            <a:xfrm>
              <a:off x="2116916" y="3988558"/>
              <a:ext cx="1132" cy="61328"/>
            </a:xfrm>
            <a:custGeom>
              <a:avLst/>
              <a:gdLst>
                <a:gd name="csX0" fmla="*/ 0 w 1132"/>
                <a:gd name="csY0" fmla="*/ 61328 h 61328"/>
                <a:gd name="csX1" fmla="*/ 0 w 1132"/>
                <a:gd name="csY1" fmla="*/ 0 h 61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328">
                  <a:moveTo>
                    <a:pt x="0" y="6132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7" name="Freeform 1476">
              <a:extLst>
                <a:ext uri="{FF2B5EF4-FFF2-40B4-BE49-F238E27FC236}">
                  <a16:creationId xmlns:a16="http://schemas.microsoft.com/office/drawing/2014/main" id="{0C8F80CA-3B21-6233-CC72-DDD39CD923DA}"/>
                </a:ext>
              </a:extLst>
            </p:cNvPr>
            <p:cNvSpPr/>
            <p:nvPr/>
          </p:nvSpPr>
          <p:spPr>
            <a:xfrm>
              <a:off x="2160676" y="3954912"/>
              <a:ext cx="1132" cy="61886"/>
            </a:xfrm>
            <a:custGeom>
              <a:avLst/>
              <a:gdLst>
                <a:gd name="csX0" fmla="*/ 0 w 1132"/>
                <a:gd name="csY0" fmla="*/ 61886 h 61886"/>
                <a:gd name="csX1" fmla="*/ 0 w 1132"/>
                <a:gd name="csY1" fmla="*/ 0 h 6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886">
                  <a:moveTo>
                    <a:pt x="0" y="618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8" name="Freeform 1477">
              <a:extLst>
                <a:ext uri="{FF2B5EF4-FFF2-40B4-BE49-F238E27FC236}">
                  <a16:creationId xmlns:a16="http://schemas.microsoft.com/office/drawing/2014/main" id="{A8E4E213-6D6D-B668-5429-FDFC03EB3D22}"/>
                </a:ext>
              </a:extLst>
            </p:cNvPr>
            <p:cNvSpPr/>
            <p:nvPr/>
          </p:nvSpPr>
          <p:spPr>
            <a:xfrm>
              <a:off x="2204436" y="3939925"/>
              <a:ext cx="1132" cy="63186"/>
            </a:xfrm>
            <a:custGeom>
              <a:avLst/>
              <a:gdLst>
                <a:gd name="csX0" fmla="*/ 0 w 1132"/>
                <a:gd name="csY0" fmla="*/ 63187 h 63186"/>
                <a:gd name="csX1" fmla="*/ 0 w 1132"/>
                <a:gd name="csY1" fmla="*/ 0 h 631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186">
                  <a:moveTo>
                    <a:pt x="0" y="631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9" name="Freeform 1478">
              <a:extLst>
                <a:ext uri="{FF2B5EF4-FFF2-40B4-BE49-F238E27FC236}">
                  <a16:creationId xmlns:a16="http://schemas.microsoft.com/office/drawing/2014/main" id="{1B72CF57-10EF-B841-1BE9-B2536689465A}"/>
                </a:ext>
              </a:extLst>
            </p:cNvPr>
            <p:cNvSpPr/>
            <p:nvPr/>
          </p:nvSpPr>
          <p:spPr>
            <a:xfrm>
              <a:off x="2248195" y="3903865"/>
              <a:ext cx="1132" cy="62736"/>
            </a:xfrm>
            <a:custGeom>
              <a:avLst/>
              <a:gdLst>
                <a:gd name="csX0" fmla="*/ 0 w 1132"/>
                <a:gd name="csY0" fmla="*/ 62737 h 62736"/>
                <a:gd name="csX1" fmla="*/ 0 w 1132"/>
                <a:gd name="csY1" fmla="*/ 0 h 6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736">
                  <a:moveTo>
                    <a:pt x="0" y="627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0" name="Freeform 1479">
              <a:extLst>
                <a:ext uri="{FF2B5EF4-FFF2-40B4-BE49-F238E27FC236}">
                  <a16:creationId xmlns:a16="http://schemas.microsoft.com/office/drawing/2014/main" id="{75BE5ED9-23B6-D403-8B1F-1F08D01EDED7}"/>
                </a:ext>
              </a:extLst>
            </p:cNvPr>
            <p:cNvSpPr/>
            <p:nvPr/>
          </p:nvSpPr>
          <p:spPr>
            <a:xfrm>
              <a:off x="2291955" y="3930343"/>
              <a:ext cx="1132" cy="60184"/>
            </a:xfrm>
            <a:custGeom>
              <a:avLst/>
              <a:gdLst>
                <a:gd name="csX0" fmla="*/ 0 w 1132"/>
                <a:gd name="csY0" fmla="*/ 60184 h 60184"/>
                <a:gd name="csX1" fmla="*/ 0 w 1132"/>
                <a:gd name="csY1" fmla="*/ 0 h 6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184">
                  <a:moveTo>
                    <a:pt x="0" y="601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1" name="Freeform 1480">
              <a:extLst>
                <a:ext uri="{FF2B5EF4-FFF2-40B4-BE49-F238E27FC236}">
                  <a16:creationId xmlns:a16="http://schemas.microsoft.com/office/drawing/2014/main" id="{765FDD36-BCB3-E279-D767-0B495D3A1B4C}"/>
                </a:ext>
              </a:extLst>
            </p:cNvPr>
            <p:cNvSpPr/>
            <p:nvPr/>
          </p:nvSpPr>
          <p:spPr>
            <a:xfrm>
              <a:off x="2335726" y="3829659"/>
              <a:ext cx="1132" cy="64109"/>
            </a:xfrm>
            <a:custGeom>
              <a:avLst/>
              <a:gdLst>
                <a:gd name="csX0" fmla="*/ 0 w 1132"/>
                <a:gd name="csY0" fmla="*/ 64109 h 64109"/>
                <a:gd name="csX1" fmla="*/ 0 w 1132"/>
                <a:gd name="csY1" fmla="*/ 0 h 64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109">
                  <a:moveTo>
                    <a:pt x="0" y="6410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2" name="Freeform 1481">
              <a:extLst>
                <a:ext uri="{FF2B5EF4-FFF2-40B4-BE49-F238E27FC236}">
                  <a16:creationId xmlns:a16="http://schemas.microsoft.com/office/drawing/2014/main" id="{B8F64F83-5A58-2227-761A-BC32017E0F3B}"/>
                </a:ext>
              </a:extLst>
            </p:cNvPr>
            <p:cNvSpPr/>
            <p:nvPr/>
          </p:nvSpPr>
          <p:spPr>
            <a:xfrm>
              <a:off x="2379486" y="3803536"/>
              <a:ext cx="1132" cy="65129"/>
            </a:xfrm>
            <a:custGeom>
              <a:avLst/>
              <a:gdLst>
                <a:gd name="csX0" fmla="*/ 0 w 1132"/>
                <a:gd name="csY0" fmla="*/ 65130 h 65129"/>
                <a:gd name="csX1" fmla="*/ 0 w 1132"/>
                <a:gd name="csY1" fmla="*/ 0 h 65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129">
                  <a:moveTo>
                    <a:pt x="0" y="6513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3" name="Freeform 1482">
              <a:extLst>
                <a:ext uri="{FF2B5EF4-FFF2-40B4-BE49-F238E27FC236}">
                  <a16:creationId xmlns:a16="http://schemas.microsoft.com/office/drawing/2014/main" id="{7CFB95CF-711E-2FCD-2A67-EA8FFEC60C36}"/>
                </a:ext>
              </a:extLst>
            </p:cNvPr>
            <p:cNvSpPr/>
            <p:nvPr/>
          </p:nvSpPr>
          <p:spPr>
            <a:xfrm>
              <a:off x="2423245" y="3779931"/>
              <a:ext cx="1132" cy="64441"/>
            </a:xfrm>
            <a:custGeom>
              <a:avLst/>
              <a:gdLst>
                <a:gd name="csX0" fmla="*/ 0 w 1132"/>
                <a:gd name="csY0" fmla="*/ 64441 h 64441"/>
                <a:gd name="csX1" fmla="*/ 0 w 1132"/>
                <a:gd name="csY1" fmla="*/ 0 h 6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441">
                  <a:moveTo>
                    <a:pt x="0" y="644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4" name="Freeform 1483">
              <a:extLst>
                <a:ext uri="{FF2B5EF4-FFF2-40B4-BE49-F238E27FC236}">
                  <a16:creationId xmlns:a16="http://schemas.microsoft.com/office/drawing/2014/main" id="{ECFE1A84-C03C-7DA2-21F4-AF0E9FE66FD8}"/>
                </a:ext>
              </a:extLst>
            </p:cNvPr>
            <p:cNvSpPr/>
            <p:nvPr/>
          </p:nvSpPr>
          <p:spPr>
            <a:xfrm>
              <a:off x="2467005" y="3754887"/>
              <a:ext cx="1132" cy="64014"/>
            </a:xfrm>
            <a:custGeom>
              <a:avLst/>
              <a:gdLst>
                <a:gd name="csX0" fmla="*/ 0 w 1132"/>
                <a:gd name="csY0" fmla="*/ 64014 h 64014"/>
                <a:gd name="csX1" fmla="*/ 0 w 1132"/>
                <a:gd name="csY1" fmla="*/ 0 h 6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014">
                  <a:moveTo>
                    <a:pt x="0" y="640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5" name="Freeform 1484">
              <a:extLst>
                <a:ext uri="{FF2B5EF4-FFF2-40B4-BE49-F238E27FC236}">
                  <a16:creationId xmlns:a16="http://schemas.microsoft.com/office/drawing/2014/main" id="{16A1AE1C-F1DD-63A3-E6A0-5A0BB2A860C1}"/>
                </a:ext>
              </a:extLst>
            </p:cNvPr>
            <p:cNvSpPr/>
            <p:nvPr/>
          </p:nvSpPr>
          <p:spPr>
            <a:xfrm>
              <a:off x="2510765" y="3791788"/>
              <a:ext cx="1132" cy="62428"/>
            </a:xfrm>
            <a:custGeom>
              <a:avLst/>
              <a:gdLst>
                <a:gd name="csX0" fmla="*/ 0 w 1132"/>
                <a:gd name="csY0" fmla="*/ 62429 h 62428"/>
                <a:gd name="csX1" fmla="*/ 0 w 1132"/>
                <a:gd name="csY1" fmla="*/ 0 h 62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428">
                  <a:moveTo>
                    <a:pt x="0" y="624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6" name="Freeform 1485">
              <a:extLst>
                <a:ext uri="{FF2B5EF4-FFF2-40B4-BE49-F238E27FC236}">
                  <a16:creationId xmlns:a16="http://schemas.microsoft.com/office/drawing/2014/main" id="{A263870E-9176-E8FC-014B-6FFF382D1B05}"/>
                </a:ext>
              </a:extLst>
            </p:cNvPr>
            <p:cNvSpPr/>
            <p:nvPr/>
          </p:nvSpPr>
          <p:spPr>
            <a:xfrm>
              <a:off x="2554524" y="3679098"/>
              <a:ext cx="1132" cy="66956"/>
            </a:xfrm>
            <a:custGeom>
              <a:avLst/>
              <a:gdLst>
                <a:gd name="csX0" fmla="*/ 0 w 1132"/>
                <a:gd name="csY0" fmla="*/ 66957 h 66956"/>
                <a:gd name="csX1" fmla="*/ 0 w 1132"/>
                <a:gd name="csY1" fmla="*/ 0 h 6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956">
                  <a:moveTo>
                    <a:pt x="0" y="669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7" name="Freeform 1486">
              <a:extLst>
                <a:ext uri="{FF2B5EF4-FFF2-40B4-BE49-F238E27FC236}">
                  <a16:creationId xmlns:a16="http://schemas.microsoft.com/office/drawing/2014/main" id="{B2373980-6A1E-3BD1-1DAB-278336E4042C}"/>
                </a:ext>
              </a:extLst>
            </p:cNvPr>
            <p:cNvSpPr/>
            <p:nvPr/>
          </p:nvSpPr>
          <p:spPr>
            <a:xfrm>
              <a:off x="2598284" y="3899698"/>
              <a:ext cx="1132" cy="59621"/>
            </a:xfrm>
            <a:custGeom>
              <a:avLst/>
              <a:gdLst>
                <a:gd name="csX0" fmla="*/ 0 w 1132"/>
                <a:gd name="csY0" fmla="*/ 59621 h 59621"/>
                <a:gd name="csX1" fmla="*/ 0 w 1132"/>
                <a:gd name="csY1" fmla="*/ 0 h 5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621">
                  <a:moveTo>
                    <a:pt x="0" y="5962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8" name="Freeform 1487">
              <a:extLst>
                <a:ext uri="{FF2B5EF4-FFF2-40B4-BE49-F238E27FC236}">
                  <a16:creationId xmlns:a16="http://schemas.microsoft.com/office/drawing/2014/main" id="{6E958B0D-CCF5-F0C5-FF73-2B5ED7F7052C}"/>
                </a:ext>
              </a:extLst>
            </p:cNvPr>
            <p:cNvSpPr/>
            <p:nvPr/>
          </p:nvSpPr>
          <p:spPr>
            <a:xfrm>
              <a:off x="2642055" y="3683849"/>
              <a:ext cx="1132" cy="65933"/>
            </a:xfrm>
            <a:custGeom>
              <a:avLst/>
              <a:gdLst>
                <a:gd name="csX0" fmla="*/ 0 w 1132"/>
                <a:gd name="csY0" fmla="*/ 65934 h 65933"/>
                <a:gd name="csX1" fmla="*/ 0 w 1132"/>
                <a:gd name="csY1" fmla="*/ 0 h 659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933">
                  <a:moveTo>
                    <a:pt x="0" y="6593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9" name="Freeform 1488">
              <a:extLst>
                <a:ext uri="{FF2B5EF4-FFF2-40B4-BE49-F238E27FC236}">
                  <a16:creationId xmlns:a16="http://schemas.microsoft.com/office/drawing/2014/main" id="{CD64EDF9-A329-BA44-3452-508110BCCAAC}"/>
                </a:ext>
              </a:extLst>
            </p:cNvPr>
            <p:cNvSpPr/>
            <p:nvPr/>
          </p:nvSpPr>
          <p:spPr>
            <a:xfrm>
              <a:off x="2685814" y="3594060"/>
              <a:ext cx="1132" cy="69940"/>
            </a:xfrm>
            <a:custGeom>
              <a:avLst/>
              <a:gdLst>
                <a:gd name="csX0" fmla="*/ 0 w 1132"/>
                <a:gd name="csY0" fmla="*/ 69941 h 69940"/>
                <a:gd name="csX1" fmla="*/ 0 w 1132"/>
                <a:gd name="csY1" fmla="*/ 0 h 69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940">
                  <a:moveTo>
                    <a:pt x="0" y="699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0" name="Freeform 1489">
              <a:extLst>
                <a:ext uri="{FF2B5EF4-FFF2-40B4-BE49-F238E27FC236}">
                  <a16:creationId xmlns:a16="http://schemas.microsoft.com/office/drawing/2014/main" id="{3C0D5212-B121-87A9-95B2-DE6BC7BFC249}"/>
                </a:ext>
              </a:extLst>
            </p:cNvPr>
            <p:cNvSpPr/>
            <p:nvPr/>
          </p:nvSpPr>
          <p:spPr>
            <a:xfrm>
              <a:off x="2729574" y="3735539"/>
              <a:ext cx="1132" cy="64376"/>
            </a:xfrm>
            <a:custGeom>
              <a:avLst/>
              <a:gdLst>
                <a:gd name="csX0" fmla="*/ 0 w 1132"/>
                <a:gd name="csY0" fmla="*/ 64377 h 64376"/>
                <a:gd name="csX1" fmla="*/ 0 w 1132"/>
                <a:gd name="csY1" fmla="*/ 0 h 64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376">
                  <a:moveTo>
                    <a:pt x="0" y="6437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1" name="Freeform 1490">
              <a:extLst>
                <a:ext uri="{FF2B5EF4-FFF2-40B4-BE49-F238E27FC236}">
                  <a16:creationId xmlns:a16="http://schemas.microsoft.com/office/drawing/2014/main" id="{C1D9F315-9AB5-4EAA-BF64-9F58C3B818E0}"/>
                </a:ext>
              </a:extLst>
            </p:cNvPr>
            <p:cNvSpPr/>
            <p:nvPr/>
          </p:nvSpPr>
          <p:spPr>
            <a:xfrm>
              <a:off x="2773334" y="3660930"/>
              <a:ext cx="1132" cy="66950"/>
            </a:xfrm>
            <a:custGeom>
              <a:avLst/>
              <a:gdLst>
                <a:gd name="csX0" fmla="*/ 0 w 1132"/>
                <a:gd name="csY0" fmla="*/ 66951 h 66950"/>
                <a:gd name="csX1" fmla="*/ 0 w 1132"/>
                <a:gd name="csY1" fmla="*/ 0 h 66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950">
                  <a:moveTo>
                    <a:pt x="0" y="6695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2" name="Freeform 1491">
              <a:extLst>
                <a:ext uri="{FF2B5EF4-FFF2-40B4-BE49-F238E27FC236}">
                  <a16:creationId xmlns:a16="http://schemas.microsoft.com/office/drawing/2014/main" id="{19A0CFB8-27C8-A239-8988-AAA73807E124}"/>
                </a:ext>
              </a:extLst>
            </p:cNvPr>
            <p:cNvSpPr/>
            <p:nvPr/>
          </p:nvSpPr>
          <p:spPr>
            <a:xfrm>
              <a:off x="2817094" y="3542743"/>
              <a:ext cx="1132" cy="70945"/>
            </a:xfrm>
            <a:custGeom>
              <a:avLst/>
              <a:gdLst>
                <a:gd name="csX0" fmla="*/ 0 w 1132"/>
                <a:gd name="csY0" fmla="*/ 70945 h 70945"/>
                <a:gd name="csX1" fmla="*/ 0 w 1132"/>
                <a:gd name="csY1" fmla="*/ 0 h 709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0945">
                  <a:moveTo>
                    <a:pt x="0" y="709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3" name="Freeform 1492">
              <a:extLst>
                <a:ext uri="{FF2B5EF4-FFF2-40B4-BE49-F238E27FC236}">
                  <a16:creationId xmlns:a16="http://schemas.microsoft.com/office/drawing/2014/main" id="{90CBA87C-1734-7735-520E-9D7A1B3F1998}"/>
                </a:ext>
              </a:extLst>
            </p:cNvPr>
            <p:cNvSpPr/>
            <p:nvPr/>
          </p:nvSpPr>
          <p:spPr>
            <a:xfrm>
              <a:off x="2860853" y="3658578"/>
              <a:ext cx="1132" cy="65023"/>
            </a:xfrm>
            <a:custGeom>
              <a:avLst/>
              <a:gdLst>
                <a:gd name="csX0" fmla="*/ 0 w 1132"/>
                <a:gd name="csY0" fmla="*/ 65023 h 65023"/>
                <a:gd name="csX1" fmla="*/ 0 w 1132"/>
                <a:gd name="csY1" fmla="*/ 0 h 6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023">
                  <a:moveTo>
                    <a:pt x="0" y="650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4" name="Freeform 1493">
              <a:extLst>
                <a:ext uri="{FF2B5EF4-FFF2-40B4-BE49-F238E27FC236}">
                  <a16:creationId xmlns:a16="http://schemas.microsoft.com/office/drawing/2014/main" id="{F44D759A-DC42-A0D7-5D02-317037C39878}"/>
                </a:ext>
              </a:extLst>
            </p:cNvPr>
            <p:cNvSpPr/>
            <p:nvPr/>
          </p:nvSpPr>
          <p:spPr>
            <a:xfrm>
              <a:off x="2904624" y="3675848"/>
              <a:ext cx="1132" cy="63828"/>
            </a:xfrm>
            <a:custGeom>
              <a:avLst/>
              <a:gdLst>
                <a:gd name="csX0" fmla="*/ 0 w 1132"/>
                <a:gd name="csY0" fmla="*/ 63829 h 63828"/>
                <a:gd name="csX1" fmla="*/ 0 w 1132"/>
                <a:gd name="csY1" fmla="*/ 0 h 63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828">
                  <a:moveTo>
                    <a:pt x="0" y="638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5" name="Freeform 1494">
              <a:extLst>
                <a:ext uri="{FF2B5EF4-FFF2-40B4-BE49-F238E27FC236}">
                  <a16:creationId xmlns:a16="http://schemas.microsoft.com/office/drawing/2014/main" id="{0D1DE51F-F4EF-F0F2-F25D-EA0F5C312606}"/>
                </a:ext>
              </a:extLst>
            </p:cNvPr>
            <p:cNvSpPr/>
            <p:nvPr/>
          </p:nvSpPr>
          <p:spPr>
            <a:xfrm>
              <a:off x="2948384" y="3475168"/>
              <a:ext cx="1132" cy="73996"/>
            </a:xfrm>
            <a:custGeom>
              <a:avLst/>
              <a:gdLst>
                <a:gd name="csX0" fmla="*/ 0 w 1132"/>
                <a:gd name="csY0" fmla="*/ 73996 h 73996"/>
                <a:gd name="csX1" fmla="*/ 0 w 1132"/>
                <a:gd name="csY1" fmla="*/ 0 h 73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996">
                  <a:moveTo>
                    <a:pt x="0" y="739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6" name="Freeform 1495">
              <a:extLst>
                <a:ext uri="{FF2B5EF4-FFF2-40B4-BE49-F238E27FC236}">
                  <a16:creationId xmlns:a16="http://schemas.microsoft.com/office/drawing/2014/main" id="{3B93EDBE-135E-69AB-68FB-4BF8E445290F}"/>
                </a:ext>
              </a:extLst>
            </p:cNvPr>
            <p:cNvSpPr/>
            <p:nvPr/>
          </p:nvSpPr>
          <p:spPr>
            <a:xfrm>
              <a:off x="2992143" y="3458895"/>
              <a:ext cx="1132" cy="74340"/>
            </a:xfrm>
            <a:custGeom>
              <a:avLst/>
              <a:gdLst>
                <a:gd name="csX0" fmla="*/ 0 w 1132"/>
                <a:gd name="csY0" fmla="*/ 74340 h 74340"/>
                <a:gd name="csX1" fmla="*/ 0 w 1132"/>
                <a:gd name="csY1" fmla="*/ 0 h 74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4340">
                  <a:moveTo>
                    <a:pt x="0" y="7434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7" name="Freeform 1496">
              <a:extLst>
                <a:ext uri="{FF2B5EF4-FFF2-40B4-BE49-F238E27FC236}">
                  <a16:creationId xmlns:a16="http://schemas.microsoft.com/office/drawing/2014/main" id="{AFDFBBEB-958B-E55A-44DC-ADB5F802B9A7}"/>
                </a:ext>
              </a:extLst>
            </p:cNvPr>
            <p:cNvSpPr/>
            <p:nvPr/>
          </p:nvSpPr>
          <p:spPr>
            <a:xfrm>
              <a:off x="3035903" y="3566391"/>
              <a:ext cx="1132" cy="69196"/>
            </a:xfrm>
            <a:custGeom>
              <a:avLst/>
              <a:gdLst>
                <a:gd name="csX0" fmla="*/ 0 w 1132"/>
                <a:gd name="csY0" fmla="*/ 69197 h 69196"/>
                <a:gd name="csX1" fmla="*/ 0 w 1132"/>
                <a:gd name="csY1" fmla="*/ 0 h 69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196">
                  <a:moveTo>
                    <a:pt x="0" y="691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8" name="Freeform 1497">
              <a:extLst>
                <a:ext uri="{FF2B5EF4-FFF2-40B4-BE49-F238E27FC236}">
                  <a16:creationId xmlns:a16="http://schemas.microsoft.com/office/drawing/2014/main" id="{4E6F0F0E-83C2-EBCE-1488-3531C692346A}"/>
                </a:ext>
              </a:extLst>
            </p:cNvPr>
            <p:cNvSpPr/>
            <p:nvPr/>
          </p:nvSpPr>
          <p:spPr>
            <a:xfrm>
              <a:off x="3079663" y="3581737"/>
              <a:ext cx="1132" cy="68371"/>
            </a:xfrm>
            <a:custGeom>
              <a:avLst/>
              <a:gdLst>
                <a:gd name="csX0" fmla="*/ 0 w 1132"/>
                <a:gd name="csY0" fmla="*/ 68371 h 68371"/>
                <a:gd name="csX1" fmla="*/ 0 w 1132"/>
                <a:gd name="csY1" fmla="*/ 0 h 6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371">
                  <a:moveTo>
                    <a:pt x="0" y="683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9" name="Freeform 1498">
              <a:extLst>
                <a:ext uri="{FF2B5EF4-FFF2-40B4-BE49-F238E27FC236}">
                  <a16:creationId xmlns:a16="http://schemas.microsoft.com/office/drawing/2014/main" id="{F5DDA647-69C2-5130-7D74-BF8CC8F7F235}"/>
                </a:ext>
              </a:extLst>
            </p:cNvPr>
            <p:cNvSpPr/>
            <p:nvPr/>
          </p:nvSpPr>
          <p:spPr>
            <a:xfrm>
              <a:off x="3123423" y="3445779"/>
              <a:ext cx="1132" cy="75179"/>
            </a:xfrm>
            <a:custGeom>
              <a:avLst/>
              <a:gdLst>
                <a:gd name="csX0" fmla="*/ 0 w 1132"/>
                <a:gd name="csY0" fmla="*/ 75180 h 75179"/>
                <a:gd name="csX1" fmla="*/ 0 w 1132"/>
                <a:gd name="csY1" fmla="*/ 0 h 75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5179">
                  <a:moveTo>
                    <a:pt x="0" y="7518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0" name="Freeform 1499">
              <a:extLst>
                <a:ext uri="{FF2B5EF4-FFF2-40B4-BE49-F238E27FC236}">
                  <a16:creationId xmlns:a16="http://schemas.microsoft.com/office/drawing/2014/main" id="{55B464F7-D7E8-62E7-B8EF-AEEAB76EA195}"/>
                </a:ext>
              </a:extLst>
            </p:cNvPr>
            <p:cNvSpPr/>
            <p:nvPr/>
          </p:nvSpPr>
          <p:spPr>
            <a:xfrm>
              <a:off x="956467" y="46806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1" name="Freeform 1500">
              <a:extLst>
                <a:ext uri="{FF2B5EF4-FFF2-40B4-BE49-F238E27FC236}">
                  <a16:creationId xmlns:a16="http://schemas.microsoft.com/office/drawing/2014/main" id="{04C54FA3-4BCB-CFD7-7D77-73AA49424C81}"/>
                </a:ext>
              </a:extLst>
            </p:cNvPr>
            <p:cNvSpPr/>
            <p:nvPr/>
          </p:nvSpPr>
          <p:spPr>
            <a:xfrm>
              <a:off x="956467" y="46073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2" name="Freeform 1501">
              <a:extLst>
                <a:ext uri="{FF2B5EF4-FFF2-40B4-BE49-F238E27FC236}">
                  <a16:creationId xmlns:a16="http://schemas.microsoft.com/office/drawing/2014/main" id="{A69C802A-D62E-52E7-1B2E-82D9A9C86DAC}"/>
                </a:ext>
              </a:extLst>
            </p:cNvPr>
            <p:cNvSpPr/>
            <p:nvPr/>
          </p:nvSpPr>
          <p:spPr>
            <a:xfrm>
              <a:off x="1000228" y="46412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3" name="Freeform 1502">
              <a:extLst>
                <a:ext uri="{FF2B5EF4-FFF2-40B4-BE49-F238E27FC236}">
                  <a16:creationId xmlns:a16="http://schemas.microsoft.com/office/drawing/2014/main" id="{75F4D764-E84C-A7CC-BC00-CC5CFDC3633D}"/>
                </a:ext>
              </a:extLst>
            </p:cNvPr>
            <p:cNvSpPr/>
            <p:nvPr/>
          </p:nvSpPr>
          <p:spPr>
            <a:xfrm>
              <a:off x="1000228" y="45693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4" name="Freeform 1503">
              <a:extLst>
                <a:ext uri="{FF2B5EF4-FFF2-40B4-BE49-F238E27FC236}">
                  <a16:creationId xmlns:a16="http://schemas.microsoft.com/office/drawing/2014/main" id="{E0BBE70E-AEF2-DB2F-070E-479C897B2A07}"/>
                </a:ext>
              </a:extLst>
            </p:cNvPr>
            <p:cNvSpPr/>
            <p:nvPr/>
          </p:nvSpPr>
          <p:spPr>
            <a:xfrm>
              <a:off x="1043989" y="46867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5" name="Freeform 1504">
              <a:extLst>
                <a:ext uri="{FF2B5EF4-FFF2-40B4-BE49-F238E27FC236}">
                  <a16:creationId xmlns:a16="http://schemas.microsoft.com/office/drawing/2014/main" id="{37C3CA67-5442-425E-BC3D-EEAA2C61D1FE}"/>
                </a:ext>
              </a:extLst>
            </p:cNvPr>
            <p:cNvSpPr/>
            <p:nvPr/>
          </p:nvSpPr>
          <p:spPr>
            <a:xfrm>
              <a:off x="1043989" y="461114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6" name="Freeform 1505">
              <a:extLst>
                <a:ext uri="{FF2B5EF4-FFF2-40B4-BE49-F238E27FC236}">
                  <a16:creationId xmlns:a16="http://schemas.microsoft.com/office/drawing/2014/main" id="{A939F8DD-D841-20A8-3065-52B526EE8CE5}"/>
                </a:ext>
              </a:extLst>
            </p:cNvPr>
            <p:cNvSpPr/>
            <p:nvPr/>
          </p:nvSpPr>
          <p:spPr>
            <a:xfrm>
              <a:off x="1087750" y="45834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7" name="Freeform 1506">
              <a:extLst>
                <a:ext uri="{FF2B5EF4-FFF2-40B4-BE49-F238E27FC236}">
                  <a16:creationId xmlns:a16="http://schemas.microsoft.com/office/drawing/2014/main" id="{7A85AC0C-44DB-752E-73C0-A113A129EA8D}"/>
                </a:ext>
              </a:extLst>
            </p:cNvPr>
            <p:cNvSpPr/>
            <p:nvPr/>
          </p:nvSpPr>
          <p:spPr>
            <a:xfrm>
              <a:off x="1087750" y="45146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8" name="Freeform 1507">
              <a:extLst>
                <a:ext uri="{FF2B5EF4-FFF2-40B4-BE49-F238E27FC236}">
                  <a16:creationId xmlns:a16="http://schemas.microsoft.com/office/drawing/2014/main" id="{0DDE68E8-E46A-2401-25A2-0B17212ECE26}"/>
                </a:ext>
              </a:extLst>
            </p:cNvPr>
            <p:cNvSpPr/>
            <p:nvPr/>
          </p:nvSpPr>
          <p:spPr>
            <a:xfrm>
              <a:off x="1131512" y="44123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9" name="Freeform 1508">
              <a:extLst>
                <a:ext uri="{FF2B5EF4-FFF2-40B4-BE49-F238E27FC236}">
                  <a16:creationId xmlns:a16="http://schemas.microsoft.com/office/drawing/2014/main" id="{260FB351-72FA-4BE1-601D-BECA6AB6B849}"/>
                </a:ext>
              </a:extLst>
            </p:cNvPr>
            <p:cNvSpPr/>
            <p:nvPr/>
          </p:nvSpPr>
          <p:spPr>
            <a:xfrm>
              <a:off x="1131512" y="434889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0" name="Freeform 1509">
              <a:extLst>
                <a:ext uri="{FF2B5EF4-FFF2-40B4-BE49-F238E27FC236}">
                  <a16:creationId xmlns:a16="http://schemas.microsoft.com/office/drawing/2014/main" id="{3FACC046-428A-AF76-4B1D-3DA37927B4D3}"/>
                </a:ext>
              </a:extLst>
            </p:cNvPr>
            <p:cNvSpPr/>
            <p:nvPr/>
          </p:nvSpPr>
          <p:spPr>
            <a:xfrm>
              <a:off x="1175273" y="463948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1" name="Freeform 1510">
              <a:extLst>
                <a:ext uri="{FF2B5EF4-FFF2-40B4-BE49-F238E27FC236}">
                  <a16:creationId xmlns:a16="http://schemas.microsoft.com/office/drawing/2014/main" id="{55857D56-9468-BEE9-1345-A5D5CEDE83E4}"/>
                </a:ext>
              </a:extLst>
            </p:cNvPr>
            <p:cNvSpPr/>
            <p:nvPr/>
          </p:nvSpPr>
          <p:spPr>
            <a:xfrm>
              <a:off x="1175273" y="45665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2" name="Freeform 1511">
              <a:extLst>
                <a:ext uri="{FF2B5EF4-FFF2-40B4-BE49-F238E27FC236}">
                  <a16:creationId xmlns:a16="http://schemas.microsoft.com/office/drawing/2014/main" id="{4F172025-7C14-1005-1829-E135E711304A}"/>
                </a:ext>
              </a:extLst>
            </p:cNvPr>
            <p:cNvSpPr/>
            <p:nvPr/>
          </p:nvSpPr>
          <p:spPr>
            <a:xfrm>
              <a:off x="1219035" y="46403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3" name="Freeform 1512">
              <a:extLst>
                <a:ext uri="{FF2B5EF4-FFF2-40B4-BE49-F238E27FC236}">
                  <a16:creationId xmlns:a16="http://schemas.microsoft.com/office/drawing/2014/main" id="{3ADA86A3-3FC5-022B-7522-A77A7FC43ED9}"/>
                </a:ext>
              </a:extLst>
            </p:cNvPr>
            <p:cNvSpPr/>
            <p:nvPr/>
          </p:nvSpPr>
          <p:spPr>
            <a:xfrm>
              <a:off x="1219035" y="456718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4" name="Freeform 1513">
              <a:extLst>
                <a:ext uri="{FF2B5EF4-FFF2-40B4-BE49-F238E27FC236}">
                  <a16:creationId xmlns:a16="http://schemas.microsoft.com/office/drawing/2014/main" id="{2E35CF8C-CC70-544A-C79C-2A1C04CC16D3}"/>
                </a:ext>
              </a:extLst>
            </p:cNvPr>
            <p:cNvSpPr/>
            <p:nvPr/>
          </p:nvSpPr>
          <p:spPr>
            <a:xfrm>
              <a:off x="1262797" y="46073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5" name="Freeform 1514">
              <a:extLst>
                <a:ext uri="{FF2B5EF4-FFF2-40B4-BE49-F238E27FC236}">
                  <a16:creationId xmlns:a16="http://schemas.microsoft.com/office/drawing/2014/main" id="{8BF3A0EB-8684-7AB2-7554-A95A06C732E0}"/>
                </a:ext>
              </a:extLst>
            </p:cNvPr>
            <p:cNvSpPr/>
            <p:nvPr/>
          </p:nvSpPr>
          <p:spPr>
            <a:xfrm>
              <a:off x="1262797" y="453598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6" name="Freeform 1515">
              <a:extLst>
                <a:ext uri="{FF2B5EF4-FFF2-40B4-BE49-F238E27FC236}">
                  <a16:creationId xmlns:a16="http://schemas.microsoft.com/office/drawing/2014/main" id="{04CFC7A3-490E-D4BC-D988-C2B6EA9E7404}"/>
                </a:ext>
              </a:extLst>
            </p:cNvPr>
            <p:cNvSpPr/>
            <p:nvPr/>
          </p:nvSpPr>
          <p:spPr>
            <a:xfrm>
              <a:off x="1306558" y="459958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7" name="Freeform 1516">
              <a:extLst>
                <a:ext uri="{FF2B5EF4-FFF2-40B4-BE49-F238E27FC236}">
                  <a16:creationId xmlns:a16="http://schemas.microsoft.com/office/drawing/2014/main" id="{A793AD8E-AA9A-3C92-80C2-1E93C3318E69}"/>
                </a:ext>
              </a:extLst>
            </p:cNvPr>
            <p:cNvSpPr/>
            <p:nvPr/>
          </p:nvSpPr>
          <p:spPr>
            <a:xfrm>
              <a:off x="1306558" y="452727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8" name="Freeform 1517">
              <a:extLst>
                <a:ext uri="{FF2B5EF4-FFF2-40B4-BE49-F238E27FC236}">
                  <a16:creationId xmlns:a16="http://schemas.microsoft.com/office/drawing/2014/main" id="{76DBF3FF-8D5D-1279-2D43-DAD6C958E9E4}"/>
                </a:ext>
              </a:extLst>
            </p:cNvPr>
            <p:cNvSpPr/>
            <p:nvPr/>
          </p:nvSpPr>
          <p:spPr>
            <a:xfrm>
              <a:off x="1350319" y="42779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9" name="Freeform 1518">
              <a:extLst>
                <a:ext uri="{FF2B5EF4-FFF2-40B4-BE49-F238E27FC236}">
                  <a16:creationId xmlns:a16="http://schemas.microsoft.com/office/drawing/2014/main" id="{9378DA6A-0806-F0BD-9D39-29BE36005D45}"/>
                </a:ext>
              </a:extLst>
            </p:cNvPr>
            <p:cNvSpPr/>
            <p:nvPr/>
          </p:nvSpPr>
          <p:spPr>
            <a:xfrm>
              <a:off x="1350319" y="42181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0" name="Freeform 1519">
              <a:extLst>
                <a:ext uri="{FF2B5EF4-FFF2-40B4-BE49-F238E27FC236}">
                  <a16:creationId xmlns:a16="http://schemas.microsoft.com/office/drawing/2014/main" id="{AB4BAD34-F14F-C53F-64D3-6EF9D88BF2A4}"/>
                </a:ext>
              </a:extLst>
            </p:cNvPr>
            <p:cNvSpPr/>
            <p:nvPr/>
          </p:nvSpPr>
          <p:spPr>
            <a:xfrm>
              <a:off x="1394080" y="45493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1" name="Freeform 1520">
              <a:extLst>
                <a:ext uri="{FF2B5EF4-FFF2-40B4-BE49-F238E27FC236}">
                  <a16:creationId xmlns:a16="http://schemas.microsoft.com/office/drawing/2014/main" id="{35DC03FD-37E0-06CE-8165-2F113B79169A}"/>
                </a:ext>
              </a:extLst>
            </p:cNvPr>
            <p:cNvSpPr/>
            <p:nvPr/>
          </p:nvSpPr>
          <p:spPr>
            <a:xfrm>
              <a:off x="1394080" y="44799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2" name="Freeform 1521">
              <a:extLst>
                <a:ext uri="{FF2B5EF4-FFF2-40B4-BE49-F238E27FC236}">
                  <a16:creationId xmlns:a16="http://schemas.microsoft.com/office/drawing/2014/main" id="{6D8F30E0-6954-4625-690A-32E5E4F1F03D}"/>
                </a:ext>
              </a:extLst>
            </p:cNvPr>
            <p:cNvSpPr/>
            <p:nvPr/>
          </p:nvSpPr>
          <p:spPr>
            <a:xfrm>
              <a:off x="1437842" y="44713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3" name="Freeform 1522">
              <a:extLst>
                <a:ext uri="{FF2B5EF4-FFF2-40B4-BE49-F238E27FC236}">
                  <a16:creationId xmlns:a16="http://schemas.microsoft.com/office/drawing/2014/main" id="{CA837D67-6E70-F2D5-1565-B6831C27CFAE}"/>
                </a:ext>
              </a:extLst>
            </p:cNvPr>
            <p:cNvSpPr/>
            <p:nvPr/>
          </p:nvSpPr>
          <p:spPr>
            <a:xfrm>
              <a:off x="1437842" y="44044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4" name="Freeform 1523">
              <a:extLst>
                <a:ext uri="{FF2B5EF4-FFF2-40B4-BE49-F238E27FC236}">
                  <a16:creationId xmlns:a16="http://schemas.microsoft.com/office/drawing/2014/main" id="{2023D397-E919-FB23-3B80-D4C2AD165C1F}"/>
                </a:ext>
              </a:extLst>
            </p:cNvPr>
            <p:cNvSpPr/>
            <p:nvPr/>
          </p:nvSpPr>
          <p:spPr>
            <a:xfrm>
              <a:off x="1481603" y="440402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" name="Freeform 1524">
              <a:extLst>
                <a:ext uri="{FF2B5EF4-FFF2-40B4-BE49-F238E27FC236}">
                  <a16:creationId xmlns:a16="http://schemas.microsoft.com/office/drawing/2014/main" id="{84894211-FF26-8B3B-304D-5686BDBC3A55}"/>
                </a:ext>
              </a:extLst>
            </p:cNvPr>
            <p:cNvSpPr/>
            <p:nvPr/>
          </p:nvSpPr>
          <p:spPr>
            <a:xfrm>
              <a:off x="1481603" y="43383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6" name="Freeform 1525">
              <a:extLst>
                <a:ext uri="{FF2B5EF4-FFF2-40B4-BE49-F238E27FC236}">
                  <a16:creationId xmlns:a16="http://schemas.microsoft.com/office/drawing/2014/main" id="{2D6445DB-B811-081B-AB83-D86CCC666EC1}"/>
                </a:ext>
              </a:extLst>
            </p:cNvPr>
            <p:cNvSpPr/>
            <p:nvPr/>
          </p:nvSpPr>
          <p:spPr>
            <a:xfrm>
              <a:off x="1525365" y="43995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7" name="Freeform 1526">
              <a:extLst>
                <a:ext uri="{FF2B5EF4-FFF2-40B4-BE49-F238E27FC236}">
                  <a16:creationId xmlns:a16="http://schemas.microsoft.com/office/drawing/2014/main" id="{557E3413-6121-21A6-4A72-84274816A71D}"/>
                </a:ext>
              </a:extLst>
            </p:cNvPr>
            <p:cNvSpPr/>
            <p:nvPr/>
          </p:nvSpPr>
          <p:spPr>
            <a:xfrm>
              <a:off x="1525365" y="43346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8" name="Freeform 1527">
              <a:extLst>
                <a:ext uri="{FF2B5EF4-FFF2-40B4-BE49-F238E27FC236}">
                  <a16:creationId xmlns:a16="http://schemas.microsoft.com/office/drawing/2014/main" id="{0C406C5F-E2A9-2430-3072-DAA9C0422862}"/>
                </a:ext>
              </a:extLst>
            </p:cNvPr>
            <p:cNvSpPr/>
            <p:nvPr/>
          </p:nvSpPr>
          <p:spPr>
            <a:xfrm>
              <a:off x="1569127" y="44116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9" name="Freeform 1528">
              <a:extLst>
                <a:ext uri="{FF2B5EF4-FFF2-40B4-BE49-F238E27FC236}">
                  <a16:creationId xmlns:a16="http://schemas.microsoft.com/office/drawing/2014/main" id="{C121DAE2-92CB-E179-5C1E-D512F85A31A6}"/>
                </a:ext>
              </a:extLst>
            </p:cNvPr>
            <p:cNvSpPr/>
            <p:nvPr/>
          </p:nvSpPr>
          <p:spPr>
            <a:xfrm>
              <a:off x="1569127" y="434585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0" name="Freeform 1529">
              <a:extLst>
                <a:ext uri="{FF2B5EF4-FFF2-40B4-BE49-F238E27FC236}">
                  <a16:creationId xmlns:a16="http://schemas.microsoft.com/office/drawing/2014/main" id="{437A64D2-322E-4B1A-8671-650244D161DC}"/>
                </a:ext>
              </a:extLst>
            </p:cNvPr>
            <p:cNvSpPr/>
            <p:nvPr/>
          </p:nvSpPr>
          <p:spPr>
            <a:xfrm>
              <a:off x="1612888" y="43796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1" name="Freeform 1530">
              <a:extLst>
                <a:ext uri="{FF2B5EF4-FFF2-40B4-BE49-F238E27FC236}">
                  <a16:creationId xmlns:a16="http://schemas.microsoft.com/office/drawing/2014/main" id="{966D557D-2C13-90E1-9A67-F45F3C8D346D}"/>
                </a:ext>
              </a:extLst>
            </p:cNvPr>
            <p:cNvSpPr/>
            <p:nvPr/>
          </p:nvSpPr>
          <p:spPr>
            <a:xfrm>
              <a:off x="1612888" y="43143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2" name="Freeform 1531">
              <a:extLst>
                <a:ext uri="{FF2B5EF4-FFF2-40B4-BE49-F238E27FC236}">
                  <a16:creationId xmlns:a16="http://schemas.microsoft.com/office/drawing/2014/main" id="{E24597D2-805C-7CDE-BF9D-665F4D8E8E3A}"/>
                </a:ext>
              </a:extLst>
            </p:cNvPr>
            <p:cNvSpPr/>
            <p:nvPr/>
          </p:nvSpPr>
          <p:spPr>
            <a:xfrm>
              <a:off x="1656647" y="42900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3" name="Freeform 1532">
              <a:extLst>
                <a:ext uri="{FF2B5EF4-FFF2-40B4-BE49-F238E27FC236}">
                  <a16:creationId xmlns:a16="http://schemas.microsoft.com/office/drawing/2014/main" id="{BCC1664F-7E65-C647-FBC5-27162CDD4E4F}"/>
                </a:ext>
              </a:extLst>
            </p:cNvPr>
            <p:cNvSpPr/>
            <p:nvPr/>
          </p:nvSpPr>
          <p:spPr>
            <a:xfrm>
              <a:off x="1656647" y="42283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4" name="Freeform 1533">
              <a:extLst>
                <a:ext uri="{FF2B5EF4-FFF2-40B4-BE49-F238E27FC236}">
                  <a16:creationId xmlns:a16="http://schemas.microsoft.com/office/drawing/2014/main" id="{174A3B14-A4D5-12CE-AC0C-B144213BB6D4}"/>
                </a:ext>
              </a:extLst>
            </p:cNvPr>
            <p:cNvSpPr/>
            <p:nvPr/>
          </p:nvSpPr>
          <p:spPr>
            <a:xfrm>
              <a:off x="1700407" y="43280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5" name="Freeform 1534">
              <a:extLst>
                <a:ext uri="{FF2B5EF4-FFF2-40B4-BE49-F238E27FC236}">
                  <a16:creationId xmlns:a16="http://schemas.microsoft.com/office/drawing/2014/main" id="{DC951A92-BDD8-487A-EA82-C6AE9A3A3F71}"/>
                </a:ext>
              </a:extLst>
            </p:cNvPr>
            <p:cNvSpPr/>
            <p:nvPr/>
          </p:nvSpPr>
          <p:spPr>
            <a:xfrm>
              <a:off x="1700407" y="42638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6" name="Freeform 1535">
              <a:extLst>
                <a:ext uri="{FF2B5EF4-FFF2-40B4-BE49-F238E27FC236}">
                  <a16:creationId xmlns:a16="http://schemas.microsoft.com/office/drawing/2014/main" id="{22928AA3-7FE0-C7D8-68E2-1983C9562479}"/>
                </a:ext>
              </a:extLst>
            </p:cNvPr>
            <p:cNvSpPr/>
            <p:nvPr/>
          </p:nvSpPr>
          <p:spPr>
            <a:xfrm>
              <a:off x="1744167" y="43033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7" name="Freeform 1536">
              <a:extLst>
                <a:ext uri="{FF2B5EF4-FFF2-40B4-BE49-F238E27FC236}">
                  <a16:creationId xmlns:a16="http://schemas.microsoft.com/office/drawing/2014/main" id="{837C769A-6393-A762-3F39-F9CEBE6E3E99}"/>
                </a:ext>
              </a:extLst>
            </p:cNvPr>
            <p:cNvSpPr/>
            <p:nvPr/>
          </p:nvSpPr>
          <p:spPr>
            <a:xfrm>
              <a:off x="1744167" y="42393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8" name="Freeform 1537">
              <a:extLst>
                <a:ext uri="{FF2B5EF4-FFF2-40B4-BE49-F238E27FC236}">
                  <a16:creationId xmlns:a16="http://schemas.microsoft.com/office/drawing/2014/main" id="{24C10CBD-CEC2-9B0B-CC00-2859405C60E3}"/>
                </a:ext>
              </a:extLst>
            </p:cNvPr>
            <p:cNvSpPr/>
            <p:nvPr/>
          </p:nvSpPr>
          <p:spPr>
            <a:xfrm>
              <a:off x="1787938" y="41739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9" name="Freeform 1538">
              <a:extLst>
                <a:ext uri="{FF2B5EF4-FFF2-40B4-BE49-F238E27FC236}">
                  <a16:creationId xmlns:a16="http://schemas.microsoft.com/office/drawing/2014/main" id="{AEC82D18-D1C7-A402-FAD7-2971EE05F7B6}"/>
                </a:ext>
              </a:extLst>
            </p:cNvPr>
            <p:cNvSpPr/>
            <p:nvPr/>
          </p:nvSpPr>
          <p:spPr>
            <a:xfrm>
              <a:off x="1787938" y="41140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0" name="Freeform 1539">
              <a:extLst>
                <a:ext uri="{FF2B5EF4-FFF2-40B4-BE49-F238E27FC236}">
                  <a16:creationId xmlns:a16="http://schemas.microsoft.com/office/drawing/2014/main" id="{D21268C3-6340-74D4-8C80-03DB9E57BC93}"/>
                </a:ext>
              </a:extLst>
            </p:cNvPr>
            <p:cNvSpPr/>
            <p:nvPr/>
          </p:nvSpPr>
          <p:spPr>
            <a:xfrm>
              <a:off x="1831697" y="42182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1" name="Freeform 1540">
              <a:extLst>
                <a:ext uri="{FF2B5EF4-FFF2-40B4-BE49-F238E27FC236}">
                  <a16:creationId xmlns:a16="http://schemas.microsoft.com/office/drawing/2014/main" id="{40A53434-9FBB-F896-3C7C-7CF5A36F7C4A}"/>
                </a:ext>
              </a:extLst>
            </p:cNvPr>
            <p:cNvSpPr/>
            <p:nvPr/>
          </p:nvSpPr>
          <p:spPr>
            <a:xfrm>
              <a:off x="1831697" y="41550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2" name="Freeform 1541">
              <a:extLst>
                <a:ext uri="{FF2B5EF4-FFF2-40B4-BE49-F238E27FC236}">
                  <a16:creationId xmlns:a16="http://schemas.microsoft.com/office/drawing/2014/main" id="{3735E18B-F6AC-F2E1-DDFD-FBC2533356ED}"/>
                </a:ext>
              </a:extLst>
            </p:cNvPr>
            <p:cNvSpPr/>
            <p:nvPr/>
          </p:nvSpPr>
          <p:spPr>
            <a:xfrm>
              <a:off x="1875457" y="41812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3" name="Freeform 1542">
              <a:extLst>
                <a:ext uri="{FF2B5EF4-FFF2-40B4-BE49-F238E27FC236}">
                  <a16:creationId xmlns:a16="http://schemas.microsoft.com/office/drawing/2014/main" id="{C0A74C84-4841-4C7E-21E4-C6F62A3A4728}"/>
                </a:ext>
              </a:extLst>
            </p:cNvPr>
            <p:cNvSpPr/>
            <p:nvPr/>
          </p:nvSpPr>
          <p:spPr>
            <a:xfrm>
              <a:off x="1875457" y="411963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4" name="Freeform 1543">
              <a:extLst>
                <a:ext uri="{FF2B5EF4-FFF2-40B4-BE49-F238E27FC236}">
                  <a16:creationId xmlns:a16="http://schemas.microsoft.com/office/drawing/2014/main" id="{DFA37327-C6A3-F157-76A6-D31A9B154BC1}"/>
                </a:ext>
              </a:extLst>
            </p:cNvPr>
            <p:cNvSpPr/>
            <p:nvPr/>
          </p:nvSpPr>
          <p:spPr>
            <a:xfrm>
              <a:off x="1919217" y="41574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5" name="Freeform 1544">
              <a:extLst>
                <a:ext uri="{FF2B5EF4-FFF2-40B4-BE49-F238E27FC236}">
                  <a16:creationId xmlns:a16="http://schemas.microsoft.com/office/drawing/2014/main" id="{7B507F57-C907-72B5-773B-32C07F305B3B}"/>
                </a:ext>
              </a:extLst>
            </p:cNvPr>
            <p:cNvSpPr/>
            <p:nvPr/>
          </p:nvSpPr>
          <p:spPr>
            <a:xfrm>
              <a:off x="1919217" y="40948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6" name="Freeform 1545">
              <a:extLst>
                <a:ext uri="{FF2B5EF4-FFF2-40B4-BE49-F238E27FC236}">
                  <a16:creationId xmlns:a16="http://schemas.microsoft.com/office/drawing/2014/main" id="{07B7FAEA-B0DF-BDE3-7231-5E9B7E56037C}"/>
                </a:ext>
              </a:extLst>
            </p:cNvPr>
            <p:cNvSpPr/>
            <p:nvPr/>
          </p:nvSpPr>
          <p:spPr>
            <a:xfrm>
              <a:off x="1962976" y="41296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7" name="Freeform 1546">
              <a:extLst>
                <a:ext uri="{FF2B5EF4-FFF2-40B4-BE49-F238E27FC236}">
                  <a16:creationId xmlns:a16="http://schemas.microsoft.com/office/drawing/2014/main" id="{5A4212CD-C074-A216-584D-EC0DE1ED134B}"/>
                </a:ext>
              </a:extLst>
            </p:cNvPr>
            <p:cNvSpPr/>
            <p:nvPr/>
          </p:nvSpPr>
          <p:spPr>
            <a:xfrm>
              <a:off x="1962976" y="406663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8" name="Freeform 1547">
              <a:extLst>
                <a:ext uri="{FF2B5EF4-FFF2-40B4-BE49-F238E27FC236}">
                  <a16:creationId xmlns:a16="http://schemas.microsoft.com/office/drawing/2014/main" id="{907ECBD2-8017-B9CD-28D8-9FA81CEAFE8C}"/>
                </a:ext>
              </a:extLst>
            </p:cNvPr>
            <p:cNvSpPr/>
            <p:nvPr/>
          </p:nvSpPr>
          <p:spPr>
            <a:xfrm>
              <a:off x="2006736" y="41033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9" name="Freeform 1548">
              <a:extLst>
                <a:ext uri="{FF2B5EF4-FFF2-40B4-BE49-F238E27FC236}">
                  <a16:creationId xmlns:a16="http://schemas.microsoft.com/office/drawing/2014/main" id="{3032C7F6-F7F8-928F-9C2C-C70B87260975}"/>
                </a:ext>
              </a:extLst>
            </p:cNvPr>
            <p:cNvSpPr/>
            <p:nvPr/>
          </p:nvSpPr>
          <p:spPr>
            <a:xfrm>
              <a:off x="2006736" y="40419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0" name="Freeform 1549">
              <a:extLst>
                <a:ext uri="{FF2B5EF4-FFF2-40B4-BE49-F238E27FC236}">
                  <a16:creationId xmlns:a16="http://schemas.microsoft.com/office/drawing/2014/main" id="{DBF356E5-E8EB-CB5D-796B-88FF59E68500}"/>
                </a:ext>
              </a:extLst>
            </p:cNvPr>
            <p:cNvSpPr/>
            <p:nvPr/>
          </p:nvSpPr>
          <p:spPr>
            <a:xfrm>
              <a:off x="2050507" y="40949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1" name="Freeform 1550">
              <a:extLst>
                <a:ext uri="{FF2B5EF4-FFF2-40B4-BE49-F238E27FC236}">
                  <a16:creationId xmlns:a16="http://schemas.microsoft.com/office/drawing/2014/main" id="{94BE2452-BA9D-5E5B-6B3B-0A3463CC41C5}"/>
                </a:ext>
              </a:extLst>
            </p:cNvPr>
            <p:cNvSpPr/>
            <p:nvPr/>
          </p:nvSpPr>
          <p:spPr>
            <a:xfrm>
              <a:off x="2050507" y="40322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2" name="Freeform 1551">
              <a:extLst>
                <a:ext uri="{FF2B5EF4-FFF2-40B4-BE49-F238E27FC236}">
                  <a16:creationId xmlns:a16="http://schemas.microsoft.com/office/drawing/2014/main" id="{ABF00939-ABAA-0163-AA5A-7E640E9486A8}"/>
                </a:ext>
              </a:extLst>
            </p:cNvPr>
            <p:cNvSpPr/>
            <p:nvPr/>
          </p:nvSpPr>
          <p:spPr>
            <a:xfrm>
              <a:off x="2094266" y="40498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3" name="Freeform 1552">
              <a:extLst>
                <a:ext uri="{FF2B5EF4-FFF2-40B4-BE49-F238E27FC236}">
                  <a16:creationId xmlns:a16="http://schemas.microsoft.com/office/drawing/2014/main" id="{191F42BD-B91C-3A79-3CC5-3A8E3C0BB076}"/>
                </a:ext>
              </a:extLst>
            </p:cNvPr>
            <p:cNvSpPr/>
            <p:nvPr/>
          </p:nvSpPr>
          <p:spPr>
            <a:xfrm>
              <a:off x="2094266" y="39885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4" name="Freeform 1553">
              <a:extLst>
                <a:ext uri="{FF2B5EF4-FFF2-40B4-BE49-F238E27FC236}">
                  <a16:creationId xmlns:a16="http://schemas.microsoft.com/office/drawing/2014/main" id="{5828EC8B-426C-E381-583C-503B720FA3A4}"/>
                </a:ext>
              </a:extLst>
            </p:cNvPr>
            <p:cNvSpPr/>
            <p:nvPr/>
          </p:nvSpPr>
          <p:spPr>
            <a:xfrm>
              <a:off x="2138026" y="40167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5" name="Freeform 1554">
              <a:extLst>
                <a:ext uri="{FF2B5EF4-FFF2-40B4-BE49-F238E27FC236}">
                  <a16:creationId xmlns:a16="http://schemas.microsoft.com/office/drawing/2014/main" id="{CC6F7D26-7191-F2FE-708F-5DD6C5C2B44F}"/>
                </a:ext>
              </a:extLst>
            </p:cNvPr>
            <p:cNvSpPr/>
            <p:nvPr/>
          </p:nvSpPr>
          <p:spPr>
            <a:xfrm>
              <a:off x="2138026" y="395491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6" name="Freeform 1555">
              <a:extLst>
                <a:ext uri="{FF2B5EF4-FFF2-40B4-BE49-F238E27FC236}">
                  <a16:creationId xmlns:a16="http://schemas.microsoft.com/office/drawing/2014/main" id="{C5FD8811-E257-AA44-3B73-517103EE75C6}"/>
                </a:ext>
              </a:extLst>
            </p:cNvPr>
            <p:cNvSpPr/>
            <p:nvPr/>
          </p:nvSpPr>
          <p:spPr>
            <a:xfrm>
              <a:off x="2181786" y="400311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7" name="Freeform 1556">
              <a:extLst>
                <a:ext uri="{FF2B5EF4-FFF2-40B4-BE49-F238E27FC236}">
                  <a16:creationId xmlns:a16="http://schemas.microsoft.com/office/drawing/2014/main" id="{B633FF2C-A2C5-1F25-4EF5-1EC7F9C4E2C3}"/>
                </a:ext>
              </a:extLst>
            </p:cNvPr>
            <p:cNvSpPr/>
            <p:nvPr/>
          </p:nvSpPr>
          <p:spPr>
            <a:xfrm>
              <a:off x="2181786" y="393992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8" name="Freeform 1557">
              <a:extLst>
                <a:ext uri="{FF2B5EF4-FFF2-40B4-BE49-F238E27FC236}">
                  <a16:creationId xmlns:a16="http://schemas.microsoft.com/office/drawing/2014/main" id="{1DB65D58-F953-C80B-4A90-18D7C8DFC904}"/>
                </a:ext>
              </a:extLst>
            </p:cNvPr>
            <p:cNvSpPr/>
            <p:nvPr/>
          </p:nvSpPr>
          <p:spPr>
            <a:xfrm>
              <a:off x="2225545" y="39666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9" name="Freeform 1558">
              <a:extLst>
                <a:ext uri="{FF2B5EF4-FFF2-40B4-BE49-F238E27FC236}">
                  <a16:creationId xmlns:a16="http://schemas.microsoft.com/office/drawing/2014/main" id="{8C162B2E-C424-7E83-44BA-D3290A1899C0}"/>
                </a:ext>
              </a:extLst>
            </p:cNvPr>
            <p:cNvSpPr/>
            <p:nvPr/>
          </p:nvSpPr>
          <p:spPr>
            <a:xfrm>
              <a:off x="2225545" y="39038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0" name="Freeform 1559">
              <a:extLst>
                <a:ext uri="{FF2B5EF4-FFF2-40B4-BE49-F238E27FC236}">
                  <a16:creationId xmlns:a16="http://schemas.microsoft.com/office/drawing/2014/main" id="{179AD803-5ABC-7896-0C2F-6B0AE71C2E45}"/>
                </a:ext>
              </a:extLst>
            </p:cNvPr>
            <p:cNvSpPr/>
            <p:nvPr/>
          </p:nvSpPr>
          <p:spPr>
            <a:xfrm>
              <a:off x="2269305" y="399052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1" name="Freeform 1560">
              <a:extLst>
                <a:ext uri="{FF2B5EF4-FFF2-40B4-BE49-F238E27FC236}">
                  <a16:creationId xmlns:a16="http://schemas.microsoft.com/office/drawing/2014/main" id="{6C713F50-01AA-ECA9-32F3-CA23F61DE33B}"/>
                </a:ext>
              </a:extLst>
            </p:cNvPr>
            <p:cNvSpPr/>
            <p:nvPr/>
          </p:nvSpPr>
          <p:spPr>
            <a:xfrm>
              <a:off x="2269305" y="39303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2" name="Freeform 1561">
              <a:extLst>
                <a:ext uri="{FF2B5EF4-FFF2-40B4-BE49-F238E27FC236}">
                  <a16:creationId xmlns:a16="http://schemas.microsoft.com/office/drawing/2014/main" id="{5749280A-34CE-E4F6-15BE-73B18701C5EE}"/>
                </a:ext>
              </a:extLst>
            </p:cNvPr>
            <p:cNvSpPr/>
            <p:nvPr/>
          </p:nvSpPr>
          <p:spPr>
            <a:xfrm>
              <a:off x="2313076" y="38937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3" name="Freeform 1562">
              <a:extLst>
                <a:ext uri="{FF2B5EF4-FFF2-40B4-BE49-F238E27FC236}">
                  <a16:creationId xmlns:a16="http://schemas.microsoft.com/office/drawing/2014/main" id="{528AE4B4-97D1-502D-6484-A182A63FD620}"/>
                </a:ext>
              </a:extLst>
            </p:cNvPr>
            <p:cNvSpPr/>
            <p:nvPr/>
          </p:nvSpPr>
          <p:spPr>
            <a:xfrm>
              <a:off x="2313076" y="382965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4" name="Freeform 1563">
              <a:extLst>
                <a:ext uri="{FF2B5EF4-FFF2-40B4-BE49-F238E27FC236}">
                  <a16:creationId xmlns:a16="http://schemas.microsoft.com/office/drawing/2014/main" id="{66ECB705-AFD1-F256-3077-C27FA2226FB0}"/>
                </a:ext>
              </a:extLst>
            </p:cNvPr>
            <p:cNvSpPr/>
            <p:nvPr/>
          </p:nvSpPr>
          <p:spPr>
            <a:xfrm>
              <a:off x="2356836" y="38686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5" name="Freeform 1564">
              <a:extLst>
                <a:ext uri="{FF2B5EF4-FFF2-40B4-BE49-F238E27FC236}">
                  <a16:creationId xmlns:a16="http://schemas.microsoft.com/office/drawing/2014/main" id="{CA5A0914-ADF4-B653-95C3-5EBCB9E27867}"/>
                </a:ext>
              </a:extLst>
            </p:cNvPr>
            <p:cNvSpPr/>
            <p:nvPr/>
          </p:nvSpPr>
          <p:spPr>
            <a:xfrm>
              <a:off x="2356836" y="380353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6" name="Freeform 1565">
              <a:extLst>
                <a:ext uri="{FF2B5EF4-FFF2-40B4-BE49-F238E27FC236}">
                  <a16:creationId xmlns:a16="http://schemas.microsoft.com/office/drawing/2014/main" id="{FCDC9B58-05DE-3BF2-B69E-B312BC25590A}"/>
                </a:ext>
              </a:extLst>
            </p:cNvPr>
            <p:cNvSpPr/>
            <p:nvPr/>
          </p:nvSpPr>
          <p:spPr>
            <a:xfrm>
              <a:off x="2400595" y="38443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7" name="Freeform 1566">
              <a:extLst>
                <a:ext uri="{FF2B5EF4-FFF2-40B4-BE49-F238E27FC236}">
                  <a16:creationId xmlns:a16="http://schemas.microsoft.com/office/drawing/2014/main" id="{4938136B-9369-BF0A-664E-EB6A30635083}"/>
                </a:ext>
              </a:extLst>
            </p:cNvPr>
            <p:cNvSpPr/>
            <p:nvPr/>
          </p:nvSpPr>
          <p:spPr>
            <a:xfrm>
              <a:off x="2400595" y="37799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8" name="Freeform 1567">
              <a:extLst>
                <a:ext uri="{FF2B5EF4-FFF2-40B4-BE49-F238E27FC236}">
                  <a16:creationId xmlns:a16="http://schemas.microsoft.com/office/drawing/2014/main" id="{B03CED45-4A41-4A02-ECD0-A37F874C5E99}"/>
                </a:ext>
              </a:extLst>
            </p:cNvPr>
            <p:cNvSpPr/>
            <p:nvPr/>
          </p:nvSpPr>
          <p:spPr>
            <a:xfrm>
              <a:off x="2444355" y="38189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9" name="Freeform 1568">
              <a:extLst>
                <a:ext uri="{FF2B5EF4-FFF2-40B4-BE49-F238E27FC236}">
                  <a16:creationId xmlns:a16="http://schemas.microsoft.com/office/drawing/2014/main" id="{292BAD03-1165-ECDB-A0C0-2ABDFEBBAC45}"/>
                </a:ext>
              </a:extLst>
            </p:cNvPr>
            <p:cNvSpPr/>
            <p:nvPr/>
          </p:nvSpPr>
          <p:spPr>
            <a:xfrm>
              <a:off x="2444355" y="37548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0" name="Freeform 1569">
              <a:extLst>
                <a:ext uri="{FF2B5EF4-FFF2-40B4-BE49-F238E27FC236}">
                  <a16:creationId xmlns:a16="http://schemas.microsoft.com/office/drawing/2014/main" id="{CD3600E7-7355-BAB7-5AF5-E1DB43D22601}"/>
                </a:ext>
              </a:extLst>
            </p:cNvPr>
            <p:cNvSpPr/>
            <p:nvPr/>
          </p:nvSpPr>
          <p:spPr>
            <a:xfrm>
              <a:off x="2488115" y="38542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1" name="Freeform 1570">
              <a:extLst>
                <a:ext uri="{FF2B5EF4-FFF2-40B4-BE49-F238E27FC236}">
                  <a16:creationId xmlns:a16="http://schemas.microsoft.com/office/drawing/2014/main" id="{68A77890-FC31-EF1E-C8C8-71E6E20E516C}"/>
                </a:ext>
              </a:extLst>
            </p:cNvPr>
            <p:cNvSpPr/>
            <p:nvPr/>
          </p:nvSpPr>
          <p:spPr>
            <a:xfrm>
              <a:off x="2488115" y="37917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2" name="Freeform 1571">
              <a:extLst>
                <a:ext uri="{FF2B5EF4-FFF2-40B4-BE49-F238E27FC236}">
                  <a16:creationId xmlns:a16="http://schemas.microsoft.com/office/drawing/2014/main" id="{1B8C9302-6154-75ED-1D2D-6DB24710CE6F}"/>
                </a:ext>
              </a:extLst>
            </p:cNvPr>
            <p:cNvSpPr/>
            <p:nvPr/>
          </p:nvSpPr>
          <p:spPr>
            <a:xfrm>
              <a:off x="2531874" y="374605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3" name="Freeform 1572">
              <a:extLst>
                <a:ext uri="{FF2B5EF4-FFF2-40B4-BE49-F238E27FC236}">
                  <a16:creationId xmlns:a16="http://schemas.microsoft.com/office/drawing/2014/main" id="{E676E116-9D45-B373-8356-DF2436CFFE62}"/>
                </a:ext>
              </a:extLst>
            </p:cNvPr>
            <p:cNvSpPr/>
            <p:nvPr/>
          </p:nvSpPr>
          <p:spPr>
            <a:xfrm>
              <a:off x="2531874" y="36790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4" name="Freeform 1573">
              <a:extLst>
                <a:ext uri="{FF2B5EF4-FFF2-40B4-BE49-F238E27FC236}">
                  <a16:creationId xmlns:a16="http://schemas.microsoft.com/office/drawing/2014/main" id="{26C4729E-05D7-6244-6B3A-C5C161FCEE9D}"/>
                </a:ext>
              </a:extLst>
            </p:cNvPr>
            <p:cNvSpPr/>
            <p:nvPr/>
          </p:nvSpPr>
          <p:spPr>
            <a:xfrm>
              <a:off x="2575634" y="39593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5" name="Freeform 1574">
              <a:extLst>
                <a:ext uri="{FF2B5EF4-FFF2-40B4-BE49-F238E27FC236}">
                  <a16:creationId xmlns:a16="http://schemas.microsoft.com/office/drawing/2014/main" id="{D9BAEFF5-CB32-0F64-D899-0177672B4898}"/>
                </a:ext>
              </a:extLst>
            </p:cNvPr>
            <p:cNvSpPr/>
            <p:nvPr/>
          </p:nvSpPr>
          <p:spPr>
            <a:xfrm>
              <a:off x="2575634" y="38996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6" name="Freeform 1575">
              <a:extLst>
                <a:ext uri="{FF2B5EF4-FFF2-40B4-BE49-F238E27FC236}">
                  <a16:creationId xmlns:a16="http://schemas.microsoft.com/office/drawing/2014/main" id="{D422B58A-C135-BBB9-73F8-AC89FD187BE7}"/>
                </a:ext>
              </a:extLst>
            </p:cNvPr>
            <p:cNvSpPr/>
            <p:nvPr/>
          </p:nvSpPr>
          <p:spPr>
            <a:xfrm>
              <a:off x="2619405" y="374978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7" name="Freeform 1576">
              <a:extLst>
                <a:ext uri="{FF2B5EF4-FFF2-40B4-BE49-F238E27FC236}">
                  <a16:creationId xmlns:a16="http://schemas.microsoft.com/office/drawing/2014/main" id="{60D92805-EFCD-491A-5061-FA70FB42A4DE}"/>
                </a:ext>
              </a:extLst>
            </p:cNvPr>
            <p:cNvSpPr/>
            <p:nvPr/>
          </p:nvSpPr>
          <p:spPr>
            <a:xfrm>
              <a:off x="2619405" y="36838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8" name="Freeform 1577">
              <a:extLst>
                <a:ext uri="{FF2B5EF4-FFF2-40B4-BE49-F238E27FC236}">
                  <a16:creationId xmlns:a16="http://schemas.microsoft.com/office/drawing/2014/main" id="{316E221D-C458-511E-E4BE-391EF5F53519}"/>
                </a:ext>
              </a:extLst>
            </p:cNvPr>
            <p:cNvSpPr/>
            <p:nvPr/>
          </p:nvSpPr>
          <p:spPr>
            <a:xfrm>
              <a:off x="2663165" y="36640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9" name="Freeform 1578">
              <a:extLst>
                <a:ext uri="{FF2B5EF4-FFF2-40B4-BE49-F238E27FC236}">
                  <a16:creationId xmlns:a16="http://schemas.microsoft.com/office/drawing/2014/main" id="{E1C81DF9-09CD-17A1-E741-335C212842D1}"/>
                </a:ext>
              </a:extLst>
            </p:cNvPr>
            <p:cNvSpPr/>
            <p:nvPr/>
          </p:nvSpPr>
          <p:spPr>
            <a:xfrm>
              <a:off x="2663165" y="35940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0" name="Freeform 1579">
              <a:extLst>
                <a:ext uri="{FF2B5EF4-FFF2-40B4-BE49-F238E27FC236}">
                  <a16:creationId xmlns:a16="http://schemas.microsoft.com/office/drawing/2014/main" id="{5600656B-523E-3C67-AAD4-3BEDA11E3DBA}"/>
                </a:ext>
              </a:extLst>
            </p:cNvPr>
            <p:cNvSpPr/>
            <p:nvPr/>
          </p:nvSpPr>
          <p:spPr>
            <a:xfrm>
              <a:off x="2706924" y="37999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1" name="Freeform 1580">
              <a:extLst>
                <a:ext uri="{FF2B5EF4-FFF2-40B4-BE49-F238E27FC236}">
                  <a16:creationId xmlns:a16="http://schemas.microsoft.com/office/drawing/2014/main" id="{EADE913F-6AF7-9437-6A7F-EA39DDEB2DFA}"/>
                </a:ext>
              </a:extLst>
            </p:cNvPr>
            <p:cNvSpPr/>
            <p:nvPr/>
          </p:nvSpPr>
          <p:spPr>
            <a:xfrm>
              <a:off x="2706924" y="373553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2" name="Freeform 1581">
              <a:extLst>
                <a:ext uri="{FF2B5EF4-FFF2-40B4-BE49-F238E27FC236}">
                  <a16:creationId xmlns:a16="http://schemas.microsoft.com/office/drawing/2014/main" id="{C9ECCBF4-1350-D948-2BCA-A40592507921}"/>
                </a:ext>
              </a:extLst>
            </p:cNvPr>
            <p:cNvSpPr/>
            <p:nvPr/>
          </p:nvSpPr>
          <p:spPr>
            <a:xfrm>
              <a:off x="2750684" y="37278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3" name="Freeform 1582">
              <a:extLst>
                <a:ext uri="{FF2B5EF4-FFF2-40B4-BE49-F238E27FC236}">
                  <a16:creationId xmlns:a16="http://schemas.microsoft.com/office/drawing/2014/main" id="{EEA31463-6DBA-9525-8540-4F3711A0DB0F}"/>
                </a:ext>
              </a:extLst>
            </p:cNvPr>
            <p:cNvSpPr/>
            <p:nvPr/>
          </p:nvSpPr>
          <p:spPr>
            <a:xfrm>
              <a:off x="2750684" y="36609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4" name="Freeform 1583">
              <a:extLst>
                <a:ext uri="{FF2B5EF4-FFF2-40B4-BE49-F238E27FC236}">
                  <a16:creationId xmlns:a16="http://schemas.microsoft.com/office/drawing/2014/main" id="{21F37394-D0DD-8F59-CE27-922A5E3035E1}"/>
                </a:ext>
              </a:extLst>
            </p:cNvPr>
            <p:cNvSpPr/>
            <p:nvPr/>
          </p:nvSpPr>
          <p:spPr>
            <a:xfrm>
              <a:off x="2794444" y="36136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5" name="Freeform 1584">
              <a:extLst>
                <a:ext uri="{FF2B5EF4-FFF2-40B4-BE49-F238E27FC236}">
                  <a16:creationId xmlns:a16="http://schemas.microsoft.com/office/drawing/2014/main" id="{F9B83250-BB25-1214-4F51-B8A8C9E9D935}"/>
                </a:ext>
              </a:extLst>
            </p:cNvPr>
            <p:cNvSpPr/>
            <p:nvPr/>
          </p:nvSpPr>
          <p:spPr>
            <a:xfrm>
              <a:off x="2794444" y="35427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6" name="Freeform 1585">
              <a:extLst>
                <a:ext uri="{FF2B5EF4-FFF2-40B4-BE49-F238E27FC236}">
                  <a16:creationId xmlns:a16="http://schemas.microsoft.com/office/drawing/2014/main" id="{C1F845A9-C671-56C8-E6AE-6AEF0CCCA7E4}"/>
                </a:ext>
              </a:extLst>
            </p:cNvPr>
            <p:cNvSpPr/>
            <p:nvPr/>
          </p:nvSpPr>
          <p:spPr>
            <a:xfrm>
              <a:off x="2838203" y="37236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7" name="Freeform 1586">
              <a:extLst>
                <a:ext uri="{FF2B5EF4-FFF2-40B4-BE49-F238E27FC236}">
                  <a16:creationId xmlns:a16="http://schemas.microsoft.com/office/drawing/2014/main" id="{153FECFF-44FD-1E11-C808-55279066E494}"/>
                </a:ext>
              </a:extLst>
            </p:cNvPr>
            <p:cNvSpPr/>
            <p:nvPr/>
          </p:nvSpPr>
          <p:spPr>
            <a:xfrm>
              <a:off x="2838203" y="36585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8" name="Freeform 1587">
              <a:extLst>
                <a:ext uri="{FF2B5EF4-FFF2-40B4-BE49-F238E27FC236}">
                  <a16:creationId xmlns:a16="http://schemas.microsoft.com/office/drawing/2014/main" id="{82FA3872-92C9-106A-D732-343E92881258}"/>
                </a:ext>
              </a:extLst>
            </p:cNvPr>
            <p:cNvSpPr/>
            <p:nvPr/>
          </p:nvSpPr>
          <p:spPr>
            <a:xfrm>
              <a:off x="2881974" y="37396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9" name="Freeform 1588">
              <a:extLst>
                <a:ext uri="{FF2B5EF4-FFF2-40B4-BE49-F238E27FC236}">
                  <a16:creationId xmlns:a16="http://schemas.microsoft.com/office/drawing/2014/main" id="{F8C5419E-14CC-A293-D3B3-3D22601F596E}"/>
                </a:ext>
              </a:extLst>
            </p:cNvPr>
            <p:cNvSpPr/>
            <p:nvPr/>
          </p:nvSpPr>
          <p:spPr>
            <a:xfrm>
              <a:off x="2881974" y="36758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0" name="Freeform 1589">
              <a:extLst>
                <a:ext uri="{FF2B5EF4-FFF2-40B4-BE49-F238E27FC236}">
                  <a16:creationId xmlns:a16="http://schemas.microsoft.com/office/drawing/2014/main" id="{B6FBEDAF-C80F-6EF0-C5D4-7169E59353EE}"/>
                </a:ext>
              </a:extLst>
            </p:cNvPr>
            <p:cNvSpPr/>
            <p:nvPr/>
          </p:nvSpPr>
          <p:spPr>
            <a:xfrm>
              <a:off x="2925734" y="35491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1" name="Freeform 1590">
              <a:extLst>
                <a:ext uri="{FF2B5EF4-FFF2-40B4-BE49-F238E27FC236}">
                  <a16:creationId xmlns:a16="http://schemas.microsoft.com/office/drawing/2014/main" id="{775BEE8F-789A-4862-83BE-818FB617AF8D}"/>
                </a:ext>
              </a:extLst>
            </p:cNvPr>
            <p:cNvSpPr/>
            <p:nvPr/>
          </p:nvSpPr>
          <p:spPr>
            <a:xfrm>
              <a:off x="2925734" y="34751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2" name="Freeform 1591">
              <a:extLst>
                <a:ext uri="{FF2B5EF4-FFF2-40B4-BE49-F238E27FC236}">
                  <a16:creationId xmlns:a16="http://schemas.microsoft.com/office/drawing/2014/main" id="{DCAAC43E-351F-6916-0EA8-C64C1E2FA328}"/>
                </a:ext>
              </a:extLst>
            </p:cNvPr>
            <p:cNvSpPr/>
            <p:nvPr/>
          </p:nvSpPr>
          <p:spPr>
            <a:xfrm>
              <a:off x="2969494" y="353323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3" name="Freeform 1592">
              <a:extLst>
                <a:ext uri="{FF2B5EF4-FFF2-40B4-BE49-F238E27FC236}">
                  <a16:creationId xmlns:a16="http://schemas.microsoft.com/office/drawing/2014/main" id="{1AC537CA-47E9-61BA-250D-1A7B5F98727E}"/>
                </a:ext>
              </a:extLst>
            </p:cNvPr>
            <p:cNvSpPr/>
            <p:nvPr/>
          </p:nvSpPr>
          <p:spPr>
            <a:xfrm>
              <a:off x="2969494" y="345889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4" name="Freeform 1593">
              <a:extLst>
                <a:ext uri="{FF2B5EF4-FFF2-40B4-BE49-F238E27FC236}">
                  <a16:creationId xmlns:a16="http://schemas.microsoft.com/office/drawing/2014/main" id="{1A5F1A0D-6C19-113C-AA76-EF76602AA75A}"/>
                </a:ext>
              </a:extLst>
            </p:cNvPr>
            <p:cNvSpPr/>
            <p:nvPr/>
          </p:nvSpPr>
          <p:spPr>
            <a:xfrm>
              <a:off x="3013253" y="36355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5" name="Freeform 1594">
              <a:extLst>
                <a:ext uri="{FF2B5EF4-FFF2-40B4-BE49-F238E27FC236}">
                  <a16:creationId xmlns:a16="http://schemas.microsoft.com/office/drawing/2014/main" id="{DAE61C35-BDD5-F6B1-4B82-DECBCCCF914F}"/>
                </a:ext>
              </a:extLst>
            </p:cNvPr>
            <p:cNvSpPr/>
            <p:nvPr/>
          </p:nvSpPr>
          <p:spPr>
            <a:xfrm>
              <a:off x="3013253" y="35663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6" name="Freeform 1595">
              <a:extLst>
                <a:ext uri="{FF2B5EF4-FFF2-40B4-BE49-F238E27FC236}">
                  <a16:creationId xmlns:a16="http://schemas.microsoft.com/office/drawing/2014/main" id="{876B3BB2-B2CA-409D-6DE6-390792080BFF}"/>
                </a:ext>
              </a:extLst>
            </p:cNvPr>
            <p:cNvSpPr/>
            <p:nvPr/>
          </p:nvSpPr>
          <p:spPr>
            <a:xfrm>
              <a:off x="3057013" y="36501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7" name="Freeform 1596">
              <a:extLst>
                <a:ext uri="{FF2B5EF4-FFF2-40B4-BE49-F238E27FC236}">
                  <a16:creationId xmlns:a16="http://schemas.microsoft.com/office/drawing/2014/main" id="{E29C5471-7E05-DF59-10FD-67ACD9657421}"/>
                </a:ext>
              </a:extLst>
            </p:cNvPr>
            <p:cNvSpPr/>
            <p:nvPr/>
          </p:nvSpPr>
          <p:spPr>
            <a:xfrm>
              <a:off x="3057013" y="35817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8" name="Freeform 1597">
              <a:extLst>
                <a:ext uri="{FF2B5EF4-FFF2-40B4-BE49-F238E27FC236}">
                  <a16:creationId xmlns:a16="http://schemas.microsoft.com/office/drawing/2014/main" id="{240BA428-647C-347A-7465-9356B0624C9F}"/>
                </a:ext>
              </a:extLst>
            </p:cNvPr>
            <p:cNvSpPr/>
            <p:nvPr/>
          </p:nvSpPr>
          <p:spPr>
            <a:xfrm>
              <a:off x="3100772" y="35209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9" name="Freeform 1598">
              <a:extLst>
                <a:ext uri="{FF2B5EF4-FFF2-40B4-BE49-F238E27FC236}">
                  <a16:creationId xmlns:a16="http://schemas.microsoft.com/office/drawing/2014/main" id="{F9C2A1B1-9FF4-2648-4113-5218BBC36851}"/>
                </a:ext>
              </a:extLst>
            </p:cNvPr>
            <p:cNvSpPr/>
            <p:nvPr/>
          </p:nvSpPr>
          <p:spPr>
            <a:xfrm>
              <a:off x="3100772" y="34457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0" name="Group 1649">
            <a:extLst>
              <a:ext uri="{FF2B5EF4-FFF2-40B4-BE49-F238E27FC236}">
                <a16:creationId xmlns:a16="http://schemas.microsoft.com/office/drawing/2014/main" id="{42A8E2EE-79FF-B440-E614-C8D8EF01ED05}"/>
              </a:ext>
            </a:extLst>
          </p:cNvPr>
          <p:cNvGrpSpPr/>
          <p:nvPr/>
        </p:nvGrpSpPr>
        <p:grpSpPr>
          <a:xfrm>
            <a:off x="958732" y="3462984"/>
            <a:ext cx="2185074" cy="1206361"/>
            <a:chOff x="958732" y="3462984"/>
            <a:chExt cx="2185074" cy="1206361"/>
          </a:xfrm>
        </p:grpSpPr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691D47F2-D041-B25A-2B8F-E2AB131117B7}"/>
                </a:ext>
              </a:extLst>
            </p:cNvPr>
            <p:cNvSpPr/>
            <p:nvPr/>
          </p:nvSpPr>
          <p:spPr>
            <a:xfrm>
              <a:off x="958732" y="462360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1" name="Oval 1600">
              <a:extLst>
                <a:ext uri="{FF2B5EF4-FFF2-40B4-BE49-F238E27FC236}">
                  <a16:creationId xmlns:a16="http://schemas.microsoft.com/office/drawing/2014/main" id="{4DCB792F-2E82-E8FB-6A81-DDDCD960431C}"/>
                </a:ext>
              </a:extLst>
            </p:cNvPr>
            <p:cNvSpPr/>
            <p:nvPr/>
          </p:nvSpPr>
          <p:spPr>
            <a:xfrm>
              <a:off x="1002493" y="458490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2" name="Oval 1601">
              <a:extLst>
                <a:ext uri="{FF2B5EF4-FFF2-40B4-BE49-F238E27FC236}">
                  <a16:creationId xmlns:a16="http://schemas.microsoft.com/office/drawing/2014/main" id="{2068453A-7FB1-A472-A309-84268A639963}"/>
                </a:ext>
              </a:extLst>
            </p:cNvPr>
            <p:cNvSpPr/>
            <p:nvPr/>
          </p:nvSpPr>
          <p:spPr>
            <a:xfrm>
              <a:off x="1046254" y="46285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3" name="Oval 1602">
              <a:extLst>
                <a:ext uri="{FF2B5EF4-FFF2-40B4-BE49-F238E27FC236}">
                  <a16:creationId xmlns:a16="http://schemas.microsoft.com/office/drawing/2014/main" id="{12FCE495-A3E5-2DC0-9801-0E0F57EE3027}"/>
                </a:ext>
              </a:extLst>
            </p:cNvPr>
            <p:cNvSpPr/>
            <p:nvPr/>
          </p:nvSpPr>
          <p:spPr>
            <a:xfrm>
              <a:off x="1090015" y="452869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4" name="Oval 1603">
              <a:extLst>
                <a:ext uri="{FF2B5EF4-FFF2-40B4-BE49-F238E27FC236}">
                  <a16:creationId xmlns:a16="http://schemas.microsoft.com/office/drawing/2014/main" id="{F2D34A1C-18BE-CA50-7015-CC42E8725562}"/>
                </a:ext>
              </a:extLst>
            </p:cNvPr>
            <p:cNvSpPr/>
            <p:nvPr/>
          </p:nvSpPr>
          <p:spPr>
            <a:xfrm>
              <a:off x="1133777" y="436024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5" name="Oval 1604">
              <a:extLst>
                <a:ext uri="{FF2B5EF4-FFF2-40B4-BE49-F238E27FC236}">
                  <a16:creationId xmlns:a16="http://schemas.microsoft.com/office/drawing/2014/main" id="{6CC7DEB6-2443-6781-878F-23E856804209}"/>
                </a:ext>
              </a:extLst>
            </p:cNvPr>
            <p:cNvSpPr/>
            <p:nvPr/>
          </p:nvSpPr>
          <p:spPr>
            <a:xfrm>
              <a:off x="1177538" y="458263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6" name="Oval 1605">
              <a:extLst>
                <a:ext uri="{FF2B5EF4-FFF2-40B4-BE49-F238E27FC236}">
                  <a16:creationId xmlns:a16="http://schemas.microsoft.com/office/drawing/2014/main" id="{CC7D442F-C782-15D3-EFC8-4FC5923067E2}"/>
                </a:ext>
              </a:extLst>
            </p:cNvPr>
            <p:cNvSpPr/>
            <p:nvPr/>
          </p:nvSpPr>
          <p:spPr>
            <a:xfrm>
              <a:off x="1221300" y="458340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7" name="Oval 1606">
              <a:extLst>
                <a:ext uri="{FF2B5EF4-FFF2-40B4-BE49-F238E27FC236}">
                  <a16:creationId xmlns:a16="http://schemas.microsoft.com/office/drawing/2014/main" id="{79E5FC0E-13A8-2F88-8798-D9B8BB4239B2}"/>
                </a:ext>
              </a:extLst>
            </p:cNvPr>
            <p:cNvSpPr/>
            <p:nvPr/>
          </p:nvSpPr>
          <p:spPr>
            <a:xfrm>
              <a:off x="1265062" y="455129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8" name="Oval 1607">
              <a:extLst>
                <a:ext uri="{FF2B5EF4-FFF2-40B4-BE49-F238E27FC236}">
                  <a16:creationId xmlns:a16="http://schemas.microsoft.com/office/drawing/2014/main" id="{88213748-B1EA-2B9D-114A-87C5A1619FF0}"/>
                </a:ext>
              </a:extLst>
            </p:cNvPr>
            <p:cNvSpPr/>
            <p:nvPr/>
          </p:nvSpPr>
          <p:spPr>
            <a:xfrm>
              <a:off x="1308823" y="454303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1C535A0E-5396-374D-CDC1-44F8D9B16A0E}"/>
                </a:ext>
              </a:extLst>
            </p:cNvPr>
            <p:cNvSpPr/>
            <p:nvPr/>
          </p:nvSpPr>
          <p:spPr>
            <a:xfrm>
              <a:off x="1352584" y="422765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0" name="Oval 1609">
              <a:extLst>
                <a:ext uri="{FF2B5EF4-FFF2-40B4-BE49-F238E27FC236}">
                  <a16:creationId xmlns:a16="http://schemas.microsoft.com/office/drawing/2014/main" id="{E6CFE0E1-1FAB-7931-F188-850736B7F795}"/>
                </a:ext>
              </a:extLst>
            </p:cNvPr>
            <p:cNvSpPr/>
            <p:nvPr/>
          </p:nvSpPr>
          <p:spPr>
            <a:xfrm>
              <a:off x="1396345" y="4494273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1" name="Oval 1610">
              <a:extLst>
                <a:ext uri="{FF2B5EF4-FFF2-40B4-BE49-F238E27FC236}">
                  <a16:creationId xmlns:a16="http://schemas.microsoft.com/office/drawing/2014/main" id="{C526638F-A121-6372-BC65-0AFF09944D37}"/>
                </a:ext>
              </a:extLst>
            </p:cNvPr>
            <p:cNvSpPr/>
            <p:nvPr/>
          </p:nvSpPr>
          <p:spPr>
            <a:xfrm>
              <a:off x="1440107" y="4417513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2" name="Oval 1611">
              <a:extLst>
                <a:ext uri="{FF2B5EF4-FFF2-40B4-BE49-F238E27FC236}">
                  <a16:creationId xmlns:a16="http://schemas.microsoft.com/office/drawing/2014/main" id="{AF504396-583C-86BB-A5AF-98BFAD6EEA98}"/>
                </a:ext>
              </a:extLst>
            </p:cNvPr>
            <p:cNvSpPr/>
            <p:nvPr/>
          </p:nvSpPr>
          <p:spPr>
            <a:xfrm>
              <a:off x="1483868" y="435082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3" name="Oval 1612">
              <a:extLst>
                <a:ext uri="{FF2B5EF4-FFF2-40B4-BE49-F238E27FC236}">
                  <a16:creationId xmlns:a16="http://schemas.microsoft.com/office/drawing/2014/main" id="{AD1642F5-A129-F311-4884-8980D81C9AB5}"/>
                </a:ext>
              </a:extLst>
            </p:cNvPr>
            <p:cNvSpPr/>
            <p:nvPr/>
          </p:nvSpPr>
          <p:spPr>
            <a:xfrm>
              <a:off x="1527630" y="434671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4" name="Oval 1613">
              <a:extLst>
                <a:ext uri="{FF2B5EF4-FFF2-40B4-BE49-F238E27FC236}">
                  <a16:creationId xmlns:a16="http://schemas.microsoft.com/office/drawing/2014/main" id="{D65E10BC-0AEF-36B3-0773-74730603EB55}"/>
                </a:ext>
              </a:extLst>
            </p:cNvPr>
            <p:cNvSpPr/>
            <p:nvPr/>
          </p:nvSpPr>
          <p:spPr>
            <a:xfrm>
              <a:off x="1571392" y="435837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5" name="Oval 1614">
              <a:extLst>
                <a:ext uri="{FF2B5EF4-FFF2-40B4-BE49-F238E27FC236}">
                  <a16:creationId xmlns:a16="http://schemas.microsoft.com/office/drawing/2014/main" id="{1513D41B-9407-A575-F040-830ACAC4E38F}"/>
                </a:ext>
              </a:extLst>
            </p:cNvPr>
            <p:cNvSpPr/>
            <p:nvPr/>
          </p:nvSpPr>
          <p:spPr>
            <a:xfrm>
              <a:off x="1615153" y="432660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563CDA8D-E051-43D9-6241-C9836A1E06C7}"/>
                </a:ext>
              </a:extLst>
            </p:cNvPr>
            <p:cNvSpPr/>
            <p:nvPr/>
          </p:nvSpPr>
          <p:spPr>
            <a:xfrm>
              <a:off x="1658912" y="423879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32A06990-20C2-3EC4-042B-572BD232913C}"/>
                </a:ext>
              </a:extLst>
            </p:cNvPr>
            <p:cNvSpPr/>
            <p:nvPr/>
          </p:nvSpPr>
          <p:spPr>
            <a:xfrm>
              <a:off x="1702672" y="427555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39064C73-8F40-BA9B-626C-138C0325A66E}"/>
                </a:ext>
              </a:extLst>
            </p:cNvPr>
            <p:cNvSpPr/>
            <p:nvPr/>
          </p:nvSpPr>
          <p:spPr>
            <a:xfrm>
              <a:off x="1746432" y="425092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9" name="Oval 1618">
              <a:extLst>
                <a:ext uri="{FF2B5EF4-FFF2-40B4-BE49-F238E27FC236}">
                  <a16:creationId xmlns:a16="http://schemas.microsoft.com/office/drawing/2014/main" id="{65A6DA9F-CACF-2D20-E7A1-8E40F3801962}"/>
                </a:ext>
              </a:extLst>
            </p:cNvPr>
            <p:cNvSpPr/>
            <p:nvPr/>
          </p:nvSpPr>
          <p:spPr>
            <a:xfrm>
              <a:off x="1790203" y="412358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0" name="Oval 1619">
              <a:extLst>
                <a:ext uri="{FF2B5EF4-FFF2-40B4-BE49-F238E27FC236}">
                  <a16:creationId xmlns:a16="http://schemas.microsoft.com/office/drawing/2014/main" id="{3D7D5264-810F-9272-E115-F5D61587CED0}"/>
                </a:ext>
              </a:extLst>
            </p:cNvPr>
            <p:cNvSpPr/>
            <p:nvPr/>
          </p:nvSpPr>
          <p:spPr>
            <a:xfrm>
              <a:off x="1833962" y="416625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1" name="Oval 1620">
              <a:extLst>
                <a:ext uri="{FF2B5EF4-FFF2-40B4-BE49-F238E27FC236}">
                  <a16:creationId xmlns:a16="http://schemas.microsoft.com/office/drawing/2014/main" id="{D297013C-3F19-F69E-9716-49B48533861C}"/>
                </a:ext>
              </a:extLst>
            </p:cNvPr>
            <p:cNvSpPr/>
            <p:nvPr/>
          </p:nvSpPr>
          <p:spPr>
            <a:xfrm>
              <a:off x="1877722" y="413006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2" name="Oval 1621">
              <a:extLst>
                <a:ext uri="{FF2B5EF4-FFF2-40B4-BE49-F238E27FC236}">
                  <a16:creationId xmlns:a16="http://schemas.microsoft.com/office/drawing/2014/main" id="{6E0F9B0A-44C1-937C-A7BE-B5DAC2B77A9F}"/>
                </a:ext>
              </a:extLst>
            </p:cNvPr>
            <p:cNvSpPr/>
            <p:nvPr/>
          </p:nvSpPr>
          <p:spPr>
            <a:xfrm>
              <a:off x="1921481" y="410575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3" name="Oval 1622">
              <a:extLst>
                <a:ext uri="{FF2B5EF4-FFF2-40B4-BE49-F238E27FC236}">
                  <a16:creationId xmlns:a16="http://schemas.microsoft.com/office/drawing/2014/main" id="{C6FB2893-D5A4-CB98-ADAB-7F353930FE23}"/>
                </a:ext>
              </a:extLst>
            </p:cNvPr>
            <p:cNvSpPr/>
            <p:nvPr/>
          </p:nvSpPr>
          <p:spPr>
            <a:xfrm>
              <a:off x="1965241" y="40777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4" name="Oval 1623">
              <a:extLst>
                <a:ext uri="{FF2B5EF4-FFF2-40B4-BE49-F238E27FC236}">
                  <a16:creationId xmlns:a16="http://schemas.microsoft.com/office/drawing/2014/main" id="{3474A2D1-BB54-D40A-32CC-7D4CF98C535B}"/>
                </a:ext>
              </a:extLst>
            </p:cNvPr>
            <p:cNvSpPr/>
            <p:nvPr/>
          </p:nvSpPr>
          <p:spPr>
            <a:xfrm>
              <a:off x="2009001" y="405229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5" name="Oval 1624">
              <a:extLst>
                <a:ext uri="{FF2B5EF4-FFF2-40B4-BE49-F238E27FC236}">
                  <a16:creationId xmlns:a16="http://schemas.microsoft.com/office/drawing/2014/main" id="{0BA1B3C6-90D4-F50E-F5CE-9D6E60499367}"/>
                </a:ext>
              </a:extLst>
            </p:cNvPr>
            <p:cNvSpPr/>
            <p:nvPr/>
          </p:nvSpPr>
          <p:spPr>
            <a:xfrm>
              <a:off x="2052772" y="404321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6" name="Oval 1625">
              <a:extLst>
                <a:ext uri="{FF2B5EF4-FFF2-40B4-BE49-F238E27FC236}">
                  <a16:creationId xmlns:a16="http://schemas.microsoft.com/office/drawing/2014/main" id="{28A28DDF-F4B6-C577-F859-2E9D2F4A79FE}"/>
                </a:ext>
              </a:extLst>
            </p:cNvPr>
            <p:cNvSpPr/>
            <p:nvPr/>
          </p:nvSpPr>
          <p:spPr>
            <a:xfrm>
              <a:off x="2096531" y="399883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7" name="Oval 1626">
              <a:extLst>
                <a:ext uri="{FF2B5EF4-FFF2-40B4-BE49-F238E27FC236}">
                  <a16:creationId xmlns:a16="http://schemas.microsoft.com/office/drawing/2014/main" id="{4741D946-8599-A8D2-5C56-2C78D78C0543}"/>
                </a:ext>
              </a:extLst>
            </p:cNvPr>
            <p:cNvSpPr/>
            <p:nvPr/>
          </p:nvSpPr>
          <p:spPr>
            <a:xfrm>
              <a:off x="2140291" y="396547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8" name="Oval 1627">
              <a:extLst>
                <a:ext uri="{FF2B5EF4-FFF2-40B4-BE49-F238E27FC236}">
                  <a16:creationId xmlns:a16="http://schemas.microsoft.com/office/drawing/2014/main" id="{14F1A7BB-00DA-1CB9-06B1-0799B91E0843}"/>
                </a:ext>
              </a:extLst>
            </p:cNvPr>
            <p:cNvSpPr/>
            <p:nvPr/>
          </p:nvSpPr>
          <p:spPr>
            <a:xfrm>
              <a:off x="2184051" y="395113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9" name="Oval 1628">
              <a:extLst>
                <a:ext uri="{FF2B5EF4-FFF2-40B4-BE49-F238E27FC236}">
                  <a16:creationId xmlns:a16="http://schemas.microsoft.com/office/drawing/2014/main" id="{1B9CEFC8-C0C1-8FE7-D3AC-E473221DDE3D}"/>
                </a:ext>
              </a:extLst>
            </p:cNvPr>
            <p:cNvSpPr/>
            <p:nvPr/>
          </p:nvSpPr>
          <p:spPr>
            <a:xfrm>
              <a:off x="2227810" y="391485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0" name="Oval 1629">
              <a:extLst>
                <a:ext uri="{FF2B5EF4-FFF2-40B4-BE49-F238E27FC236}">
                  <a16:creationId xmlns:a16="http://schemas.microsoft.com/office/drawing/2014/main" id="{37C73F07-B5B3-91F1-6C13-CBF6385E4094}"/>
                </a:ext>
              </a:extLst>
            </p:cNvPr>
            <p:cNvSpPr/>
            <p:nvPr/>
          </p:nvSpPr>
          <p:spPr>
            <a:xfrm>
              <a:off x="2271570" y="394005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1" name="Oval 1630">
              <a:extLst>
                <a:ext uri="{FF2B5EF4-FFF2-40B4-BE49-F238E27FC236}">
                  <a16:creationId xmlns:a16="http://schemas.microsoft.com/office/drawing/2014/main" id="{2AA3AF27-F37D-8055-3168-2290C3B8730E}"/>
                </a:ext>
              </a:extLst>
            </p:cNvPr>
            <p:cNvSpPr/>
            <p:nvPr/>
          </p:nvSpPr>
          <p:spPr>
            <a:xfrm>
              <a:off x="2315341" y="384132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2" name="Oval 1631">
              <a:extLst>
                <a:ext uri="{FF2B5EF4-FFF2-40B4-BE49-F238E27FC236}">
                  <a16:creationId xmlns:a16="http://schemas.microsoft.com/office/drawing/2014/main" id="{2B521FCA-D8ED-9E2E-C7D5-C9B4ECBAA326}"/>
                </a:ext>
              </a:extLst>
            </p:cNvPr>
            <p:cNvSpPr/>
            <p:nvPr/>
          </p:nvSpPr>
          <p:spPr>
            <a:xfrm>
              <a:off x="2359101" y="381571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3" name="Oval 1632">
              <a:extLst>
                <a:ext uri="{FF2B5EF4-FFF2-40B4-BE49-F238E27FC236}">
                  <a16:creationId xmlns:a16="http://schemas.microsoft.com/office/drawing/2014/main" id="{A37FB7CA-0E42-7E27-74E9-F3BD05993BFB}"/>
                </a:ext>
              </a:extLst>
            </p:cNvPr>
            <p:cNvSpPr/>
            <p:nvPr/>
          </p:nvSpPr>
          <p:spPr>
            <a:xfrm>
              <a:off x="2402860" y="379176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4" name="Oval 1633">
              <a:extLst>
                <a:ext uri="{FF2B5EF4-FFF2-40B4-BE49-F238E27FC236}">
                  <a16:creationId xmlns:a16="http://schemas.microsoft.com/office/drawing/2014/main" id="{2DEF7CF0-3DD5-3E61-F2AE-4B718C1D2AAA}"/>
                </a:ext>
              </a:extLst>
            </p:cNvPr>
            <p:cNvSpPr/>
            <p:nvPr/>
          </p:nvSpPr>
          <p:spPr>
            <a:xfrm>
              <a:off x="2446620" y="376651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5" name="Oval 1634">
              <a:extLst>
                <a:ext uri="{FF2B5EF4-FFF2-40B4-BE49-F238E27FC236}">
                  <a16:creationId xmlns:a16="http://schemas.microsoft.com/office/drawing/2014/main" id="{C30F244E-371C-14EE-9D1F-EBCBEB4E44C8}"/>
                </a:ext>
              </a:extLst>
            </p:cNvPr>
            <p:cNvSpPr/>
            <p:nvPr/>
          </p:nvSpPr>
          <p:spPr>
            <a:xfrm>
              <a:off x="2490380" y="380261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6" name="Oval 1635">
              <a:extLst>
                <a:ext uri="{FF2B5EF4-FFF2-40B4-BE49-F238E27FC236}">
                  <a16:creationId xmlns:a16="http://schemas.microsoft.com/office/drawing/2014/main" id="{E1C514D7-C1EF-1EE8-A5F8-DBDB0FAD0B7E}"/>
                </a:ext>
              </a:extLst>
            </p:cNvPr>
            <p:cNvSpPr/>
            <p:nvPr/>
          </p:nvSpPr>
          <p:spPr>
            <a:xfrm>
              <a:off x="2534139" y="369219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7" name="Oval 1636">
              <a:extLst>
                <a:ext uri="{FF2B5EF4-FFF2-40B4-BE49-F238E27FC236}">
                  <a16:creationId xmlns:a16="http://schemas.microsoft.com/office/drawing/2014/main" id="{E7F7A14A-3679-4BEA-5BE4-AA2C1B4EA137}"/>
                </a:ext>
              </a:extLst>
            </p:cNvPr>
            <p:cNvSpPr/>
            <p:nvPr/>
          </p:nvSpPr>
          <p:spPr>
            <a:xfrm>
              <a:off x="2577899" y="390912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8" name="Oval 1637">
              <a:extLst>
                <a:ext uri="{FF2B5EF4-FFF2-40B4-BE49-F238E27FC236}">
                  <a16:creationId xmlns:a16="http://schemas.microsoft.com/office/drawing/2014/main" id="{25A995C4-0980-28C2-6BFC-31E7B5366448}"/>
                </a:ext>
              </a:extLst>
            </p:cNvPr>
            <p:cNvSpPr/>
            <p:nvPr/>
          </p:nvSpPr>
          <p:spPr>
            <a:xfrm>
              <a:off x="2621670" y="369643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9" name="Oval 1638">
              <a:extLst>
                <a:ext uri="{FF2B5EF4-FFF2-40B4-BE49-F238E27FC236}">
                  <a16:creationId xmlns:a16="http://schemas.microsoft.com/office/drawing/2014/main" id="{BCABBC90-F867-3729-7ACD-581B2403F034}"/>
                </a:ext>
              </a:extLst>
            </p:cNvPr>
            <p:cNvSpPr/>
            <p:nvPr/>
          </p:nvSpPr>
          <p:spPr>
            <a:xfrm>
              <a:off x="2665430" y="360864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0" name="Oval 1639">
              <a:extLst>
                <a:ext uri="{FF2B5EF4-FFF2-40B4-BE49-F238E27FC236}">
                  <a16:creationId xmlns:a16="http://schemas.microsoft.com/office/drawing/2014/main" id="{4722BF6F-7D7A-D115-F03F-3E5DDDECFDDF}"/>
                </a:ext>
              </a:extLst>
            </p:cNvPr>
            <p:cNvSpPr/>
            <p:nvPr/>
          </p:nvSpPr>
          <p:spPr>
            <a:xfrm>
              <a:off x="2709189" y="374734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1" name="Oval 1640">
              <a:extLst>
                <a:ext uri="{FF2B5EF4-FFF2-40B4-BE49-F238E27FC236}">
                  <a16:creationId xmlns:a16="http://schemas.microsoft.com/office/drawing/2014/main" id="{65EC2D92-A484-A352-9371-FD44360F7F03}"/>
                </a:ext>
              </a:extLst>
            </p:cNvPr>
            <p:cNvSpPr/>
            <p:nvPr/>
          </p:nvSpPr>
          <p:spPr>
            <a:xfrm>
              <a:off x="2752949" y="367402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2" name="Oval 1641">
              <a:extLst>
                <a:ext uri="{FF2B5EF4-FFF2-40B4-BE49-F238E27FC236}">
                  <a16:creationId xmlns:a16="http://schemas.microsoft.com/office/drawing/2014/main" id="{581789D3-1AE3-B366-2F10-26202B5D23E9}"/>
                </a:ext>
              </a:extLst>
            </p:cNvPr>
            <p:cNvSpPr/>
            <p:nvPr/>
          </p:nvSpPr>
          <p:spPr>
            <a:xfrm>
              <a:off x="2796709" y="355783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3" name="Oval 1642">
              <a:extLst>
                <a:ext uri="{FF2B5EF4-FFF2-40B4-BE49-F238E27FC236}">
                  <a16:creationId xmlns:a16="http://schemas.microsoft.com/office/drawing/2014/main" id="{8B571F1F-FF0E-0F81-5602-088135E24091}"/>
                </a:ext>
              </a:extLst>
            </p:cNvPr>
            <p:cNvSpPr/>
            <p:nvPr/>
          </p:nvSpPr>
          <p:spPr>
            <a:xfrm>
              <a:off x="2840468" y="367070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4" name="Oval 1643">
              <a:extLst>
                <a:ext uri="{FF2B5EF4-FFF2-40B4-BE49-F238E27FC236}">
                  <a16:creationId xmlns:a16="http://schemas.microsoft.com/office/drawing/2014/main" id="{8069F155-77A7-4F2D-99C5-CF8FD81D4653}"/>
                </a:ext>
              </a:extLst>
            </p:cNvPr>
            <p:cNvSpPr/>
            <p:nvPr/>
          </p:nvSpPr>
          <p:spPr>
            <a:xfrm>
              <a:off x="2884239" y="36873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5" name="Oval 1644">
              <a:extLst>
                <a:ext uri="{FF2B5EF4-FFF2-40B4-BE49-F238E27FC236}">
                  <a16:creationId xmlns:a16="http://schemas.microsoft.com/office/drawing/2014/main" id="{79E08F25-5C15-0292-BADB-B496DC947E4A}"/>
                </a:ext>
              </a:extLst>
            </p:cNvPr>
            <p:cNvSpPr/>
            <p:nvPr/>
          </p:nvSpPr>
          <p:spPr>
            <a:xfrm>
              <a:off x="2927999" y="349178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6" name="Oval 1645">
              <a:extLst>
                <a:ext uri="{FF2B5EF4-FFF2-40B4-BE49-F238E27FC236}">
                  <a16:creationId xmlns:a16="http://schemas.microsoft.com/office/drawing/2014/main" id="{BC8704C4-705F-31F6-B52E-9D5EBF38DE8E}"/>
                </a:ext>
              </a:extLst>
            </p:cNvPr>
            <p:cNvSpPr/>
            <p:nvPr/>
          </p:nvSpPr>
          <p:spPr>
            <a:xfrm>
              <a:off x="2971759" y="347568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7" name="Oval 1646">
              <a:extLst>
                <a:ext uri="{FF2B5EF4-FFF2-40B4-BE49-F238E27FC236}">
                  <a16:creationId xmlns:a16="http://schemas.microsoft.com/office/drawing/2014/main" id="{0BFC5B59-334A-49CE-ED68-FFC4249AA2DB}"/>
                </a:ext>
              </a:extLst>
            </p:cNvPr>
            <p:cNvSpPr/>
            <p:nvPr/>
          </p:nvSpPr>
          <p:spPr>
            <a:xfrm>
              <a:off x="3015518" y="358060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8" name="Oval 1647">
              <a:extLst>
                <a:ext uri="{FF2B5EF4-FFF2-40B4-BE49-F238E27FC236}">
                  <a16:creationId xmlns:a16="http://schemas.microsoft.com/office/drawing/2014/main" id="{21E7D67C-566E-2ADC-E9B1-8D4A57C97D37}"/>
                </a:ext>
              </a:extLst>
            </p:cNvPr>
            <p:cNvSpPr/>
            <p:nvPr/>
          </p:nvSpPr>
          <p:spPr>
            <a:xfrm>
              <a:off x="3059278" y="359553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9" name="Oval 1648">
              <a:extLst>
                <a:ext uri="{FF2B5EF4-FFF2-40B4-BE49-F238E27FC236}">
                  <a16:creationId xmlns:a16="http://schemas.microsoft.com/office/drawing/2014/main" id="{A565772E-6251-5D1D-FD23-E25B618C3D8B}"/>
                </a:ext>
              </a:extLst>
            </p:cNvPr>
            <p:cNvSpPr/>
            <p:nvPr/>
          </p:nvSpPr>
          <p:spPr>
            <a:xfrm>
              <a:off x="3103037" y="346298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2" name="Group 2191">
            <a:extLst>
              <a:ext uri="{FF2B5EF4-FFF2-40B4-BE49-F238E27FC236}">
                <a16:creationId xmlns:a16="http://schemas.microsoft.com/office/drawing/2014/main" id="{4F63113E-380F-53B6-36A4-0D184DA272FC}"/>
              </a:ext>
            </a:extLst>
          </p:cNvPr>
          <p:cNvGrpSpPr/>
          <p:nvPr/>
        </p:nvGrpSpPr>
        <p:grpSpPr>
          <a:xfrm>
            <a:off x="4081708" y="3285617"/>
            <a:ext cx="2717991" cy="1836988"/>
            <a:chOff x="4081708" y="3285617"/>
            <a:chExt cx="2717991" cy="1836988"/>
          </a:xfrm>
        </p:grpSpPr>
        <p:sp>
          <p:nvSpPr>
            <p:cNvPr id="1922" name="Freeform 1921">
              <a:extLst>
                <a:ext uri="{FF2B5EF4-FFF2-40B4-BE49-F238E27FC236}">
                  <a16:creationId xmlns:a16="http://schemas.microsoft.com/office/drawing/2014/main" id="{6833970E-C659-2067-F08B-52A486BED22A}"/>
                </a:ext>
              </a:extLst>
            </p:cNvPr>
            <p:cNvSpPr/>
            <p:nvPr/>
          </p:nvSpPr>
          <p:spPr>
            <a:xfrm>
              <a:off x="4081708" y="3285617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3" name="Freeform 1922">
              <a:extLst>
                <a:ext uri="{FF2B5EF4-FFF2-40B4-BE49-F238E27FC236}">
                  <a16:creationId xmlns:a16="http://schemas.microsoft.com/office/drawing/2014/main" id="{D2C3FC00-99E4-C5A9-4794-DAA102421EAE}"/>
                </a:ext>
              </a:extLst>
            </p:cNvPr>
            <p:cNvSpPr/>
            <p:nvPr/>
          </p:nvSpPr>
          <p:spPr>
            <a:xfrm>
              <a:off x="4360083" y="3339120"/>
              <a:ext cx="2386116" cy="1465286"/>
            </a:xfrm>
            <a:custGeom>
              <a:avLst/>
              <a:gdLst>
                <a:gd name="csX0" fmla="*/ 0 w 2386116"/>
                <a:gd name="csY0" fmla="*/ 1465287 h 1465286"/>
                <a:gd name="csX1" fmla="*/ 2386116 w 2386116"/>
                <a:gd name="csY1" fmla="*/ 1465287 h 1465286"/>
                <a:gd name="csX2" fmla="*/ 2386116 w 2386116"/>
                <a:gd name="csY2" fmla="*/ 0 h 1465286"/>
                <a:gd name="csX3" fmla="*/ 0 w 238611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86116" h="1465286">
                  <a:moveTo>
                    <a:pt x="0" y="1465287"/>
                  </a:moveTo>
                  <a:lnTo>
                    <a:pt x="2386116" y="1465287"/>
                  </a:lnTo>
                  <a:lnTo>
                    <a:pt x="23861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4" name="Freeform 1923">
              <a:extLst>
                <a:ext uri="{FF2B5EF4-FFF2-40B4-BE49-F238E27FC236}">
                  <a16:creationId xmlns:a16="http://schemas.microsoft.com/office/drawing/2014/main" id="{E3977AB4-C959-1E81-78A6-18489E765BBE}"/>
                </a:ext>
              </a:extLst>
            </p:cNvPr>
            <p:cNvSpPr/>
            <p:nvPr/>
          </p:nvSpPr>
          <p:spPr>
            <a:xfrm>
              <a:off x="4419461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5" name="Freeform 1924">
              <a:extLst>
                <a:ext uri="{FF2B5EF4-FFF2-40B4-BE49-F238E27FC236}">
                  <a16:creationId xmlns:a16="http://schemas.microsoft.com/office/drawing/2014/main" id="{B7D84EA8-98CD-563C-9065-CFCD8D629B7E}"/>
                </a:ext>
              </a:extLst>
            </p:cNvPr>
            <p:cNvSpPr/>
            <p:nvPr/>
          </p:nvSpPr>
          <p:spPr>
            <a:xfrm>
              <a:off x="5077464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6" name="Freeform 1925">
              <a:extLst>
                <a:ext uri="{FF2B5EF4-FFF2-40B4-BE49-F238E27FC236}">
                  <a16:creationId xmlns:a16="http://schemas.microsoft.com/office/drawing/2014/main" id="{E7454533-58A3-1B23-0702-4CA0DC4C886E}"/>
                </a:ext>
              </a:extLst>
            </p:cNvPr>
            <p:cNvSpPr/>
            <p:nvPr/>
          </p:nvSpPr>
          <p:spPr>
            <a:xfrm>
              <a:off x="5735469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7" name="Freeform 1926">
              <a:extLst>
                <a:ext uri="{FF2B5EF4-FFF2-40B4-BE49-F238E27FC236}">
                  <a16:creationId xmlns:a16="http://schemas.microsoft.com/office/drawing/2014/main" id="{84649826-7DC4-8CCD-4FBC-909A39838A86}"/>
                </a:ext>
              </a:extLst>
            </p:cNvPr>
            <p:cNvSpPr/>
            <p:nvPr/>
          </p:nvSpPr>
          <p:spPr>
            <a:xfrm>
              <a:off x="6393472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8" name="Freeform 1927">
              <a:extLst>
                <a:ext uri="{FF2B5EF4-FFF2-40B4-BE49-F238E27FC236}">
                  <a16:creationId xmlns:a16="http://schemas.microsoft.com/office/drawing/2014/main" id="{24E6A3D9-FB08-8F39-C13C-6C6396C0968E}"/>
                </a:ext>
              </a:extLst>
            </p:cNvPr>
            <p:cNvSpPr/>
            <p:nvPr/>
          </p:nvSpPr>
          <p:spPr>
            <a:xfrm>
              <a:off x="4360083" y="4777601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9" name="Freeform 1928">
              <a:extLst>
                <a:ext uri="{FF2B5EF4-FFF2-40B4-BE49-F238E27FC236}">
                  <a16:creationId xmlns:a16="http://schemas.microsoft.com/office/drawing/2014/main" id="{288F4077-F358-72F5-27E1-354FA91198EA}"/>
                </a:ext>
              </a:extLst>
            </p:cNvPr>
            <p:cNvSpPr/>
            <p:nvPr/>
          </p:nvSpPr>
          <p:spPr>
            <a:xfrm>
              <a:off x="4360083" y="4542450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0" name="Freeform 1929">
              <a:extLst>
                <a:ext uri="{FF2B5EF4-FFF2-40B4-BE49-F238E27FC236}">
                  <a16:creationId xmlns:a16="http://schemas.microsoft.com/office/drawing/2014/main" id="{2B66F950-F0CF-18BE-C8D7-588FED90C955}"/>
                </a:ext>
              </a:extLst>
            </p:cNvPr>
            <p:cNvSpPr/>
            <p:nvPr/>
          </p:nvSpPr>
          <p:spPr>
            <a:xfrm>
              <a:off x="4360083" y="4307282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1" name="Freeform 1930">
              <a:extLst>
                <a:ext uri="{FF2B5EF4-FFF2-40B4-BE49-F238E27FC236}">
                  <a16:creationId xmlns:a16="http://schemas.microsoft.com/office/drawing/2014/main" id="{C2C64CAA-8C18-7EE1-ED6B-B9C21DD36BA8}"/>
                </a:ext>
              </a:extLst>
            </p:cNvPr>
            <p:cNvSpPr/>
            <p:nvPr/>
          </p:nvSpPr>
          <p:spPr>
            <a:xfrm>
              <a:off x="4360083" y="4072122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2" name="Freeform 1931">
              <a:extLst>
                <a:ext uri="{FF2B5EF4-FFF2-40B4-BE49-F238E27FC236}">
                  <a16:creationId xmlns:a16="http://schemas.microsoft.com/office/drawing/2014/main" id="{EF7437CC-485D-FB7B-E5FF-CDEF899927D7}"/>
                </a:ext>
              </a:extLst>
            </p:cNvPr>
            <p:cNvSpPr/>
            <p:nvPr/>
          </p:nvSpPr>
          <p:spPr>
            <a:xfrm>
              <a:off x="4360083" y="3836960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3" name="Freeform 1932">
              <a:extLst>
                <a:ext uri="{FF2B5EF4-FFF2-40B4-BE49-F238E27FC236}">
                  <a16:creationId xmlns:a16="http://schemas.microsoft.com/office/drawing/2014/main" id="{C790CBFE-CB2F-6E69-FE0E-983A4A83D801}"/>
                </a:ext>
              </a:extLst>
            </p:cNvPr>
            <p:cNvSpPr/>
            <p:nvPr/>
          </p:nvSpPr>
          <p:spPr>
            <a:xfrm>
              <a:off x="4360083" y="3601799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4" name="Freeform 1933">
              <a:extLst>
                <a:ext uri="{FF2B5EF4-FFF2-40B4-BE49-F238E27FC236}">
                  <a16:creationId xmlns:a16="http://schemas.microsoft.com/office/drawing/2014/main" id="{A3EF24C0-3A0F-3B19-B882-71778FF07163}"/>
                </a:ext>
              </a:extLst>
            </p:cNvPr>
            <p:cNvSpPr/>
            <p:nvPr/>
          </p:nvSpPr>
          <p:spPr>
            <a:xfrm>
              <a:off x="4360083" y="3366638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5" name="Freeform 1934">
              <a:extLst>
                <a:ext uri="{FF2B5EF4-FFF2-40B4-BE49-F238E27FC236}">
                  <a16:creationId xmlns:a16="http://schemas.microsoft.com/office/drawing/2014/main" id="{BC529D5F-8A07-9214-C63A-9892A32378AD}"/>
                </a:ext>
              </a:extLst>
            </p:cNvPr>
            <p:cNvSpPr/>
            <p:nvPr/>
          </p:nvSpPr>
          <p:spPr>
            <a:xfrm>
              <a:off x="4360083" y="4804407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6" name="Freeform 1935">
              <a:extLst>
                <a:ext uri="{FF2B5EF4-FFF2-40B4-BE49-F238E27FC236}">
                  <a16:creationId xmlns:a16="http://schemas.microsoft.com/office/drawing/2014/main" id="{A4C1AEA8-600F-D8DF-F6BA-CFCCDF7B16AB}"/>
                </a:ext>
              </a:extLst>
            </p:cNvPr>
            <p:cNvSpPr/>
            <p:nvPr/>
          </p:nvSpPr>
          <p:spPr>
            <a:xfrm>
              <a:off x="4419461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7" name="Freeform 1936">
              <a:extLst>
                <a:ext uri="{FF2B5EF4-FFF2-40B4-BE49-F238E27FC236}">
                  <a16:creationId xmlns:a16="http://schemas.microsoft.com/office/drawing/2014/main" id="{46DBEDD5-A34A-4EC4-892C-1A402BDC91C9}"/>
                </a:ext>
              </a:extLst>
            </p:cNvPr>
            <p:cNvSpPr/>
            <p:nvPr/>
          </p:nvSpPr>
          <p:spPr>
            <a:xfrm>
              <a:off x="5077464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8" name="Freeform 1937">
              <a:extLst>
                <a:ext uri="{FF2B5EF4-FFF2-40B4-BE49-F238E27FC236}">
                  <a16:creationId xmlns:a16="http://schemas.microsoft.com/office/drawing/2014/main" id="{44A2727D-080A-1665-0EF4-AE3FD74F8E8B}"/>
                </a:ext>
              </a:extLst>
            </p:cNvPr>
            <p:cNvSpPr/>
            <p:nvPr/>
          </p:nvSpPr>
          <p:spPr>
            <a:xfrm>
              <a:off x="5735469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9" name="Freeform 1938">
              <a:extLst>
                <a:ext uri="{FF2B5EF4-FFF2-40B4-BE49-F238E27FC236}">
                  <a16:creationId xmlns:a16="http://schemas.microsoft.com/office/drawing/2014/main" id="{2015BAC7-FF7E-F3F0-5310-5465E9F70840}"/>
                </a:ext>
              </a:extLst>
            </p:cNvPr>
            <p:cNvSpPr/>
            <p:nvPr/>
          </p:nvSpPr>
          <p:spPr>
            <a:xfrm>
              <a:off x="6393472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0" name="Freeform 1939">
              <a:extLst>
                <a:ext uri="{FF2B5EF4-FFF2-40B4-BE49-F238E27FC236}">
                  <a16:creationId xmlns:a16="http://schemas.microsoft.com/office/drawing/2014/main" id="{C5E0BDDC-B4E0-80F6-CAD0-FA79B34F6800}"/>
                </a:ext>
              </a:extLst>
            </p:cNvPr>
            <p:cNvSpPr/>
            <p:nvPr/>
          </p:nvSpPr>
          <p:spPr>
            <a:xfrm>
              <a:off x="4389025" y="4846570"/>
              <a:ext cx="60871" cy="91369"/>
            </a:xfrm>
            <a:custGeom>
              <a:avLst/>
              <a:gdLst>
                <a:gd name="csX0" fmla="*/ 30436 w 60871"/>
                <a:gd name="csY0" fmla="*/ 9445 h 91369"/>
                <a:gd name="csX1" fmla="*/ 16574 w 60871"/>
                <a:gd name="csY1" fmla="*/ 18528 h 91369"/>
                <a:gd name="csX2" fmla="*/ 11974 w 60871"/>
                <a:gd name="csY2" fmla="*/ 45719 h 91369"/>
                <a:gd name="csX3" fmla="*/ 16574 w 60871"/>
                <a:gd name="csY3" fmla="*/ 72910 h 91369"/>
                <a:gd name="csX4" fmla="*/ 30436 w 60871"/>
                <a:gd name="csY4" fmla="*/ 81936 h 91369"/>
                <a:gd name="csX5" fmla="*/ 44296 w 60871"/>
                <a:gd name="csY5" fmla="*/ 72910 h 91369"/>
                <a:gd name="csX6" fmla="*/ 48957 w 60871"/>
                <a:gd name="csY6" fmla="*/ 45719 h 91369"/>
                <a:gd name="csX7" fmla="*/ 44296 w 60871"/>
                <a:gd name="csY7" fmla="*/ 18528 h 91369"/>
                <a:gd name="csX8" fmla="*/ 30436 w 60871"/>
                <a:gd name="csY8" fmla="*/ 9445 h 91369"/>
                <a:gd name="csX9" fmla="*/ 30436 w 60871"/>
                <a:gd name="csY9" fmla="*/ 0 h 91369"/>
                <a:gd name="csX10" fmla="*/ 53027 w 60871"/>
                <a:gd name="csY10" fmla="*/ 11744 h 91369"/>
                <a:gd name="csX11" fmla="*/ 60872 w 60871"/>
                <a:gd name="csY11" fmla="*/ 45719 h 91369"/>
                <a:gd name="csX12" fmla="*/ 53027 w 60871"/>
                <a:gd name="csY12" fmla="*/ 79694 h 91369"/>
                <a:gd name="csX13" fmla="*/ 30436 w 60871"/>
                <a:gd name="csY13" fmla="*/ 91370 h 91369"/>
                <a:gd name="csX14" fmla="*/ 7786 w 60871"/>
                <a:gd name="csY14" fmla="*/ 79694 h 91369"/>
                <a:gd name="csX15" fmla="*/ 0 w 60871"/>
                <a:gd name="csY15" fmla="*/ 45719 h 91369"/>
                <a:gd name="csX16" fmla="*/ 7786 w 60871"/>
                <a:gd name="csY16" fmla="*/ 11744 h 91369"/>
                <a:gd name="csX17" fmla="*/ 30436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6" y="9445"/>
                  </a:moveTo>
                  <a:cubicBezTo>
                    <a:pt x="24301" y="9445"/>
                    <a:pt x="19681" y="12473"/>
                    <a:pt x="16574" y="18528"/>
                  </a:cubicBezTo>
                  <a:cubicBezTo>
                    <a:pt x="13507" y="24545"/>
                    <a:pt x="11974" y="33609"/>
                    <a:pt x="11974" y="45719"/>
                  </a:cubicBezTo>
                  <a:cubicBezTo>
                    <a:pt x="11974" y="57791"/>
                    <a:pt x="13507" y="66855"/>
                    <a:pt x="16574" y="72910"/>
                  </a:cubicBezTo>
                  <a:cubicBezTo>
                    <a:pt x="19681" y="78927"/>
                    <a:pt x="24301" y="81936"/>
                    <a:pt x="30436" y="81936"/>
                  </a:cubicBezTo>
                  <a:cubicBezTo>
                    <a:pt x="36609" y="81936"/>
                    <a:pt x="41230" y="78927"/>
                    <a:pt x="44296" y="72910"/>
                  </a:cubicBezTo>
                  <a:cubicBezTo>
                    <a:pt x="47403" y="66855"/>
                    <a:pt x="48957" y="57791"/>
                    <a:pt x="48957" y="45719"/>
                  </a:cubicBezTo>
                  <a:cubicBezTo>
                    <a:pt x="48957" y="33609"/>
                    <a:pt x="47403" y="24545"/>
                    <a:pt x="44296" y="18528"/>
                  </a:cubicBezTo>
                  <a:cubicBezTo>
                    <a:pt x="41230" y="12473"/>
                    <a:pt x="36609" y="9445"/>
                    <a:pt x="30436" y="9445"/>
                  </a:cubicBezTo>
                  <a:moveTo>
                    <a:pt x="30436" y="0"/>
                  </a:moveTo>
                  <a:cubicBezTo>
                    <a:pt x="40306" y="0"/>
                    <a:pt x="47836" y="3915"/>
                    <a:pt x="53027" y="11744"/>
                  </a:cubicBezTo>
                  <a:cubicBezTo>
                    <a:pt x="58257" y="19528"/>
                    <a:pt x="60872" y="30853"/>
                    <a:pt x="60872" y="45719"/>
                  </a:cubicBezTo>
                  <a:cubicBezTo>
                    <a:pt x="60872" y="60539"/>
                    <a:pt x="58257" y="71864"/>
                    <a:pt x="53027" y="79694"/>
                  </a:cubicBezTo>
                  <a:cubicBezTo>
                    <a:pt x="47836" y="87478"/>
                    <a:pt x="40306" y="91370"/>
                    <a:pt x="30436" y="91370"/>
                  </a:cubicBezTo>
                  <a:cubicBezTo>
                    <a:pt x="20566" y="91370"/>
                    <a:pt x="13016" y="87478"/>
                    <a:pt x="7786" y="79694"/>
                  </a:cubicBezTo>
                  <a:cubicBezTo>
                    <a:pt x="2595" y="71864"/>
                    <a:pt x="0" y="60539"/>
                    <a:pt x="0" y="45719"/>
                  </a:cubicBezTo>
                  <a:cubicBezTo>
                    <a:pt x="0" y="30853"/>
                    <a:pt x="2595" y="19528"/>
                    <a:pt x="7786" y="11744"/>
                  </a:cubicBezTo>
                  <a:cubicBezTo>
                    <a:pt x="13016" y="3915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1" name="Freeform 1940">
              <a:extLst>
                <a:ext uri="{FF2B5EF4-FFF2-40B4-BE49-F238E27FC236}">
                  <a16:creationId xmlns:a16="http://schemas.microsoft.com/office/drawing/2014/main" id="{95E08F3B-9402-F21B-9357-F93A3FDA51CC}"/>
                </a:ext>
              </a:extLst>
            </p:cNvPr>
            <p:cNvSpPr/>
            <p:nvPr/>
          </p:nvSpPr>
          <p:spPr>
            <a:xfrm>
              <a:off x="5049506" y="4846570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7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89 w 55915"/>
                <a:gd name="csY12" fmla="*/ 17871 h 89659"/>
                <a:gd name="csX13" fmla="*/ 589 w 55915"/>
                <a:gd name="csY13" fmla="*/ 5844 h 89659"/>
                <a:gd name="csX14" fmla="*/ 14037 w 55915"/>
                <a:gd name="csY14" fmla="*/ 1484 h 89659"/>
                <a:gd name="csX15" fmla="*/ 25480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7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7" y="45538"/>
                  </a:cubicBezTo>
                  <a:cubicBezTo>
                    <a:pt x="37021" y="41249"/>
                    <a:pt x="39676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87" y="3919"/>
                    <a:pt x="9870" y="2465"/>
                    <a:pt x="14037" y="1484"/>
                  </a:cubicBezTo>
                  <a:cubicBezTo>
                    <a:pt x="18206" y="495"/>
                    <a:pt x="22020" y="0"/>
                    <a:pt x="25480" y="0"/>
                  </a:cubicBezTo>
                  <a:cubicBezTo>
                    <a:pt x="34603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5" y="42495"/>
                    <a:pt x="46007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2" name="Freeform 1941">
              <a:extLst>
                <a:ext uri="{FF2B5EF4-FFF2-40B4-BE49-F238E27FC236}">
                  <a16:creationId xmlns:a16="http://schemas.microsoft.com/office/drawing/2014/main" id="{E572152E-E9D5-F9F2-40FE-E8E2FE90FCD7}"/>
                </a:ext>
              </a:extLst>
            </p:cNvPr>
            <p:cNvSpPr/>
            <p:nvPr/>
          </p:nvSpPr>
          <p:spPr>
            <a:xfrm>
              <a:off x="5703374" y="4848167"/>
              <a:ext cx="64178" cy="88062"/>
            </a:xfrm>
            <a:custGeom>
              <a:avLst/>
              <a:gdLst>
                <a:gd name="csX0" fmla="*/ 39762 w 64178"/>
                <a:gd name="csY0" fmla="*/ 10385 h 88062"/>
                <a:gd name="csX1" fmla="*/ 9683 w 64178"/>
                <a:gd name="csY1" fmla="*/ 57395 h 88062"/>
                <a:gd name="csX2" fmla="*/ 39762 w 64178"/>
                <a:gd name="csY2" fmla="*/ 57395 h 88062"/>
                <a:gd name="csX3" fmla="*/ 39762 w 64178"/>
                <a:gd name="csY3" fmla="*/ 10385 h 88062"/>
                <a:gd name="csX4" fmla="*/ 36636 w 64178"/>
                <a:gd name="csY4" fmla="*/ 0 h 88062"/>
                <a:gd name="csX5" fmla="*/ 51619 w 64178"/>
                <a:gd name="csY5" fmla="*/ 0 h 88062"/>
                <a:gd name="csX6" fmla="*/ 51619 w 64178"/>
                <a:gd name="csY6" fmla="*/ 57395 h 88062"/>
                <a:gd name="csX7" fmla="*/ 64179 w 64178"/>
                <a:gd name="csY7" fmla="*/ 57395 h 88062"/>
                <a:gd name="csX8" fmla="*/ 64179 w 64178"/>
                <a:gd name="csY8" fmla="*/ 67304 h 88062"/>
                <a:gd name="csX9" fmla="*/ 51619 w 64178"/>
                <a:gd name="csY9" fmla="*/ 67304 h 88062"/>
                <a:gd name="csX10" fmla="*/ 51619 w 64178"/>
                <a:gd name="csY10" fmla="*/ 88063 h 88062"/>
                <a:gd name="csX11" fmla="*/ 39762 w 64178"/>
                <a:gd name="csY11" fmla="*/ 88063 h 88062"/>
                <a:gd name="csX12" fmla="*/ 39762 w 64178"/>
                <a:gd name="csY12" fmla="*/ 67304 h 88062"/>
                <a:gd name="csX13" fmla="*/ 0 w 64178"/>
                <a:gd name="csY13" fmla="*/ 67304 h 88062"/>
                <a:gd name="csX14" fmla="*/ 0 w 64178"/>
                <a:gd name="csY14" fmla="*/ 55798 h 88062"/>
                <a:gd name="csX15" fmla="*/ 36636 w 64178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8" h="88062">
                  <a:moveTo>
                    <a:pt x="39762" y="10385"/>
                  </a:moveTo>
                  <a:lnTo>
                    <a:pt x="9683" y="57395"/>
                  </a:lnTo>
                  <a:lnTo>
                    <a:pt x="39762" y="57395"/>
                  </a:lnTo>
                  <a:lnTo>
                    <a:pt x="39762" y="10385"/>
                  </a:lnTo>
                  <a:moveTo>
                    <a:pt x="36636" y="0"/>
                  </a:moveTo>
                  <a:lnTo>
                    <a:pt x="51619" y="0"/>
                  </a:lnTo>
                  <a:lnTo>
                    <a:pt x="51619" y="57395"/>
                  </a:lnTo>
                  <a:lnTo>
                    <a:pt x="64179" y="57395"/>
                  </a:lnTo>
                  <a:lnTo>
                    <a:pt x="64179" y="67304"/>
                  </a:lnTo>
                  <a:lnTo>
                    <a:pt x="51619" y="67304"/>
                  </a:lnTo>
                  <a:lnTo>
                    <a:pt x="51619" y="88063"/>
                  </a:lnTo>
                  <a:lnTo>
                    <a:pt x="39762" y="88063"/>
                  </a:lnTo>
                  <a:lnTo>
                    <a:pt x="39762" y="67304"/>
                  </a:lnTo>
                  <a:lnTo>
                    <a:pt x="0" y="67304"/>
                  </a:lnTo>
                  <a:lnTo>
                    <a:pt x="0" y="55798"/>
                  </a:lnTo>
                  <a:lnTo>
                    <a:pt x="36636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3" name="Freeform 1942">
              <a:extLst>
                <a:ext uri="{FF2B5EF4-FFF2-40B4-BE49-F238E27FC236}">
                  <a16:creationId xmlns:a16="http://schemas.microsoft.com/office/drawing/2014/main" id="{DF71655F-C8CA-EC51-21CB-58A780562AF3}"/>
                </a:ext>
              </a:extLst>
            </p:cNvPr>
            <p:cNvSpPr/>
            <p:nvPr/>
          </p:nvSpPr>
          <p:spPr>
            <a:xfrm>
              <a:off x="6363065" y="4846570"/>
              <a:ext cx="60814" cy="91369"/>
            </a:xfrm>
            <a:custGeom>
              <a:avLst/>
              <a:gdLst>
                <a:gd name="csX0" fmla="*/ 31438 w 60814"/>
                <a:gd name="csY0" fmla="*/ 40883 h 91369"/>
                <a:gd name="csX1" fmla="*/ 18698 w 60814"/>
                <a:gd name="csY1" fmla="*/ 46364 h 91369"/>
                <a:gd name="csX2" fmla="*/ 14032 w 60814"/>
                <a:gd name="csY2" fmla="*/ 61404 h 91369"/>
                <a:gd name="csX3" fmla="*/ 18698 w 60814"/>
                <a:gd name="csY3" fmla="*/ 76444 h 91369"/>
                <a:gd name="csX4" fmla="*/ 31438 w 60814"/>
                <a:gd name="csY4" fmla="*/ 81936 h 91369"/>
                <a:gd name="csX5" fmla="*/ 44122 w 60814"/>
                <a:gd name="csY5" fmla="*/ 76444 h 91369"/>
                <a:gd name="csX6" fmla="*/ 48833 w 60814"/>
                <a:gd name="csY6" fmla="*/ 61404 h 91369"/>
                <a:gd name="csX7" fmla="*/ 44122 w 60814"/>
                <a:gd name="csY7" fmla="*/ 46364 h 91369"/>
                <a:gd name="csX8" fmla="*/ 31438 w 60814"/>
                <a:gd name="csY8" fmla="*/ 40883 h 91369"/>
                <a:gd name="csX9" fmla="*/ 55085 w 60814"/>
                <a:gd name="csY9" fmla="*/ 3545 h 91369"/>
                <a:gd name="csX10" fmla="*/ 55085 w 60814"/>
                <a:gd name="csY10" fmla="*/ 14394 h 91369"/>
                <a:gd name="csX11" fmla="*/ 46002 w 60814"/>
                <a:gd name="csY11" fmla="*/ 11155 h 91369"/>
                <a:gd name="csX12" fmla="*/ 36987 w 60814"/>
                <a:gd name="csY12" fmla="*/ 10034 h 91369"/>
                <a:gd name="csX13" fmla="*/ 18935 w 60814"/>
                <a:gd name="csY13" fmla="*/ 17995 h 91369"/>
                <a:gd name="csX14" fmla="*/ 11857 w 60814"/>
                <a:gd name="csY14" fmla="*/ 42061 h 91369"/>
                <a:gd name="csX15" fmla="*/ 20589 w 60814"/>
                <a:gd name="csY15" fmla="*/ 34213 h 91369"/>
                <a:gd name="csX16" fmla="*/ 32140 w 60814"/>
                <a:gd name="csY16" fmla="*/ 31438 h 91369"/>
                <a:gd name="csX17" fmla="*/ 53080 w 60814"/>
                <a:gd name="csY17" fmla="*/ 39524 h 91369"/>
                <a:gd name="csX18" fmla="*/ 60815 w 60814"/>
                <a:gd name="csY18" fmla="*/ 61404 h 91369"/>
                <a:gd name="csX19" fmla="*/ 52786 w 60814"/>
                <a:gd name="csY19" fmla="*/ 83171 h 91369"/>
                <a:gd name="csX20" fmla="*/ 31438 w 60814"/>
                <a:gd name="csY20" fmla="*/ 91370 h 91369"/>
                <a:gd name="csX21" fmla="*/ 8075 w 60814"/>
                <a:gd name="csY21" fmla="*/ 79694 h 91369"/>
                <a:gd name="csX22" fmla="*/ 0 w 60814"/>
                <a:gd name="csY22" fmla="*/ 45719 h 91369"/>
                <a:gd name="csX23" fmla="*/ 9909 w 60814"/>
                <a:gd name="csY23" fmla="*/ 12446 h 91369"/>
                <a:gd name="csX24" fmla="*/ 36512 w 60814"/>
                <a:gd name="csY24" fmla="*/ 0 h 91369"/>
                <a:gd name="csX25" fmla="*/ 45538 w 60814"/>
                <a:gd name="csY25" fmla="*/ 883 h 91369"/>
                <a:gd name="csX26" fmla="*/ 55085 w 60814"/>
                <a:gd name="csY26" fmla="*/ 3545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814" h="91369">
                  <a:moveTo>
                    <a:pt x="31438" y="40883"/>
                  </a:moveTo>
                  <a:cubicBezTo>
                    <a:pt x="26093" y="40883"/>
                    <a:pt x="21846" y="42710"/>
                    <a:pt x="18698" y="46364"/>
                  </a:cubicBezTo>
                  <a:cubicBezTo>
                    <a:pt x="15587" y="50019"/>
                    <a:pt x="14032" y="55032"/>
                    <a:pt x="14032" y="61404"/>
                  </a:cubicBezTo>
                  <a:cubicBezTo>
                    <a:pt x="14032" y="67738"/>
                    <a:pt x="15587" y="72752"/>
                    <a:pt x="18698" y="76444"/>
                  </a:cubicBezTo>
                  <a:cubicBezTo>
                    <a:pt x="21846" y="80105"/>
                    <a:pt x="26093" y="81936"/>
                    <a:pt x="31438" y="81936"/>
                  </a:cubicBezTo>
                  <a:cubicBezTo>
                    <a:pt x="36783" y="81936"/>
                    <a:pt x="41012" y="80105"/>
                    <a:pt x="44122" y="76444"/>
                  </a:cubicBezTo>
                  <a:cubicBezTo>
                    <a:pt x="47263" y="72752"/>
                    <a:pt x="48833" y="67738"/>
                    <a:pt x="48833" y="61404"/>
                  </a:cubicBezTo>
                  <a:cubicBezTo>
                    <a:pt x="48833" y="55032"/>
                    <a:pt x="47263" y="50019"/>
                    <a:pt x="44122" y="46364"/>
                  </a:cubicBezTo>
                  <a:cubicBezTo>
                    <a:pt x="41012" y="42710"/>
                    <a:pt x="36784" y="40883"/>
                    <a:pt x="31438" y="40883"/>
                  </a:cubicBezTo>
                  <a:moveTo>
                    <a:pt x="55085" y="3545"/>
                  </a:moveTo>
                  <a:lnTo>
                    <a:pt x="55085" y="14394"/>
                  </a:lnTo>
                  <a:cubicBezTo>
                    <a:pt x="52103" y="12982"/>
                    <a:pt x="49075" y="11903"/>
                    <a:pt x="46002" y="11155"/>
                  </a:cubicBezTo>
                  <a:cubicBezTo>
                    <a:pt x="42975" y="10408"/>
                    <a:pt x="39970" y="10034"/>
                    <a:pt x="36987" y="10034"/>
                  </a:cubicBezTo>
                  <a:cubicBezTo>
                    <a:pt x="29120" y="10034"/>
                    <a:pt x="23103" y="12688"/>
                    <a:pt x="18935" y="17995"/>
                  </a:cubicBezTo>
                  <a:cubicBezTo>
                    <a:pt x="14806" y="23303"/>
                    <a:pt x="12446" y="31325"/>
                    <a:pt x="11857" y="42061"/>
                  </a:cubicBezTo>
                  <a:cubicBezTo>
                    <a:pt x="14175" y="38641"/>
                    <a:pt x="17086" y="36025"/>
                    <a:pt x="20589" y="34213"/>
                  </a:cubicBezTo>
                  <a:cubicBezTo>
                    <a:pt x="24084" y="32363"/>
                    <a:pt x="27935" y="31438"/>
                    <a:pt x="32140" y="31438"/>
                  </a:cubicBezTo>
                  <a:cubicBezTo>
                    <a:pt x="40989" y="31438"/>
                    <a:pt x="47969" y="34133"/>
                    <a:pt x="53080" y="39524"/>
                  </a:cubicBezTo>
                  <a:cubicBezTo>
                    <a:pt x="58237" y="44869"/>
                    <a:pt x="60815" y="52163"/>
                    <a:pt x="60815" y="61404"/>
                  </a:cubicBezTo>
                  <a:cubicBezTo>
                    <a:pt x="60815" y="70449"/>
                    <a:pt x="58139" y="77704"/>
                    <a:pt x="52786" y="83171"/>
                  </a:cubicBezTo>
                  <a:cubicBezTo>
                    <a:pt x="47440" y="88637"/>
                    <a:pt x="40324" y="91370"/>
                    <a:pt x="31438" y="91370"/>
                  </a:cubicBezTo>
                  <a:cubicBezTo>
                    <a:pt x="21253" y="91370"/>
                    <a:pt x="13465" y="87478"/>
                    <a:pt x="8075" y="79694"/>
                  </a:cubicBezTo>
                  <a:cubicBezTo>
                    <a:pt x="2692" y="71864"/>
                    <a:pt x="0" y="60539"/>
                    <a:pt x="0" y="45719"/>
                  </a:cubicBezTo>
                  <a:cubicBezTo>
                    <a:pt x="0" y="31797"/>
                    <a:pt x="3303" y="20706"/>
                    <a:pt x="9909" y="12446"/>
                  </a:cubicBezTo>
                  <a:cubicBezTo>
                    <a:pt x="16516" y="4149"/>
                    <a:pt x="25383" y="0"/>
                    <a:pt x="36512" y="0"/>
                  </a:cubicBezTo>
                  <a:cubicBezTo>
                    <a:pt x="39502" y="0"/>
                    <a:pt x="42510" y="294"/>
                    <a:pt x="45538" y="883"/>
                  </a:cubicBezTo>
                  <a:cubicBezTo>
                    <a:pt x="48603" y="1480"/>
                    <a:pt x="51785" y="2367"/>
                    <a:pt x="55085" y="3545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4" name="Freeform 1943">
              <a:extLst>
                <a:ext uri="{FF2B5EF4-FFF2-40B4-BE49-F238E27FC236}">
                  <a16:creationId xmlns:a16="http://schemas.microsoft.com/office/drawing/2014/main" id="{95539262-6980-089B-CC81-2C10A8784B51}"/>
                </a:ext>
              </a:extLst>
            </p:cNvPr>
            <p:cNvSpPr/>
            <p:nvPr/>
          </p:nvSpPr>
          <p:spPr>
            <a:xfrm>
              <a:off x="5092015" y="4996841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39 w 82774"/>
                <a:gd name="csY3" fmla="*/ 11144 h 97847"/>
                <a:gd name="csX4" fmla="*/ 48039 w 82774"/>
                <a:gd name="csY4" fmla="*/ 97848 h 97847"/>
                <a:gd name="csX5" fmla="*/ 34736 w 82774"/>
                <a:gd name="csY5" fmla="*/ 97848 h 97847"/>
                <a:gd name="csX6" fmla="*/ 34736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39" y="11144"/>
                  </a:lnTo>
                  <a:lnTo>
                    <a:pt x="48039" y="97848"/>
                  </a:lnTo>
                  <a:lnTo>
                    <a:pt x="34736" y="97848"/>
                  </a:lnTo>
                  <a:lnTo>
                    <a:pt x="34736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5" name="Freeform 1944">
              <a:extLst>
                <a:ext uri="{FF2B5EF4-FFF2-40B4-BE49-F238E27FC236}">
                  <a16:creationId xmlns:a16="http://schemas.microsoft.com/office/drawing/2014/main" id="{376A5304-A0B7-CB74-A12F-D6096D12A394}"/>
                </a:ext>
              </a:extLst>
            </p:cNvPr>
            <p:cNvSpPr/>
            <p:nvPr/>
          </p:nvSpPr>
          <p:spPr>
            <a:xfrm>
              <a:off x="5166860" y="5019514"/>
              <a:ext cx="42992" cy="75175"/>
            </a:xfrm>
            <a:custGeom>
              <a:avLst/>
              <a:gdLst>
                <a:gd name="csX0" fmla="*/ 42993 w 42992"/>
                <a:gd name="csY0" fmla="*/ 13046 h 75175"/>
                <a:gd name="csX1" fmla="*/ 38537 w 42992"/>
                <a:gd name="csY1" fmla="*/ 11336 h 75175"/>
                <a:gd name="csX2" fmla="*/ 33293 w 42992"/>
                <a:gd name="csY2" fmla="*/ 10747 h 75175"/>
                <a:gd name="csX3" fmla="*/ 17564 w 42992"/>
                <a:gd name="csY3" fmla="*/ 17440 h 75175"/>
                <a:gd name="csX4" fmla="*/ 12124 w 42992"/>
                <a:gd name="csY4" fmla="*/ 36512 h 75175"/>
                <a:gd name="csX5" fmla="*/ 12124 w 42992"/>
                <a:gd name="csY5" fmla="*/ 75175 h 75175"/>
                <a:gd name="csX6" fmla="*/ 0 w 42992"/>
                <a:gd name="csY6" fmla="*/ 75175 h 75175"/>
                <a:gd name="csX7" fmla="*/ 0 w 42992"/>
                <a:gd name="csY7" fmla="*/ 1778 h 75175"/>
                <a:gd name="csX8" fmla="*/ 12124 w 42992"/>
                <a:gd name="csY8" fmla="*/ 1778 h 75175"/>
                <a:gd name="csX9" fmla="*/ 12124 w 42992"/>
                <a:gd name="csY9" fmla="*/ 13171 h 75175"/>
                <a:gd name="csX10" fmla="*/ 22020 w 42992"/>
                <a:gd name="csY10" fmla="*/ 3284 h 75175"/>
                <a:gd name="csX11" fmla="*/ 36832 w 42992"/>
                <a:gd name="csY11" fmla="*/ 0 h 75175"/>
                <a:gd name="csX12" fmla="*/ 39585 w 42992"/>
                <a:gd name="csY12" fmla="*/ 204 h 75175"/>
                <a:gd name="csX13" fmla="*/ 42927 w 42992"/>
                <a:gd name="csY13" fmla="*/ 657 h 75175"/>
                <a:gd name="csX14" fmla="*/ 42993 w 42992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92" h="75175">
                  <a:moveTo>
                    <a:pt x="42993" y="13046"/>
                  </a:moveTo>
                  <a:cubicBezTo>
                    <a:pt x="41639" y="12261"/>
                    <a:pt x="40153" y="11691"/>
                    <a:pt x="38537" y="11336"/>
                  </a:cubicBezTo>
                  <a:cubicBezTo>
                    <a:pt x="36963" y="10944"/>
                    <a:pt x="35215" y="10747"/>
                    <a:pt x="33293" y="10747"/>
                  </a:cubicBezTo>
                  <a:cubicBezTo>
                    <a:pt x="26477" y="10747"/>
                    <a:pt x="21234" y="12978"/>
                    <a:pt x="17564" y="17440"/>
                  </a:cubicBezTo>
                  <a:cubicBezTo>
                    <a:pt x="13938" y="21850"/>
                    <a:pt x="12124" y="28207"/>
                    <a:pt x="12124" y="36512"/>
                  </a:cubicBezTo>
                  <a:lnTo>
                    <a:pt x="12124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4" y="1778"/>
                  </a:lnTo>
                  <a:lnTo>
                    <a:pt x="12124" y="13171"/>
                  </a:lnTo>
                  <a:cubicBezTo>
                    <a:pt x="14659" y="8716"/>
                    <a:pt x="17958" y="5421"/>
                    <a:pt x="22020" y="3284"/>
                  </a:cubicBezTo>
                  <a:cubicBezTo>
                    <a:pt x="26084" y="1095"/>
                    <a:pt x="31021" y="0"/>
                    <a:pt x="36832" y="0"/>
                  </a:cubicBezTo>
                  <a:cubicBezTo>
                    <a:pt x="37663" y="0"/>
                    <a:pt x="38580" y="68"/>
                    <a:pt x="39585" y="204"/>
                  </a:cubicBezTo>
                  <a:cubicBezTo>
                    <a:pt x="40590" y="287"/>
                    <a:pt x="41704" y="438"/>
                    <a:pt x="42927" y="657"/>
                  </a:cubicBezTo>
                  <a:lnTo>
                    <a:pt x="42993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6" name="Freeform 1945">
              <a:extLst>
                <a:ext uri="{FF2B5EF4-FFF2-40B4-BE49-F238E27FC236}">
                  <a16:creationId xmlns:a16="http://schemas.microsoft.com/office/drawing/2014/main" id="{28E57747-9C2F-BB0E-9226-A2C8E8DC43A6}"/>
                </a:ext>
              </a:extLst>
            </p:cNvPr>
            <p:cNvSpPr/>
            <p:nvPr/>
          </p:nvSpPr>
          <p:spPr>
            <a:xfrm>
              <a:off x="5221259" y="5019514"/>
              <a:ext cx="61471" cy="77077"/>
            </a:xfrm>
            <a:custGeom>
              <a:avLst/>
              <a:gdLst>
                <a:gd name="csX0" fmla="*/ 0 w 61471"/>
                <a:gd name="csY0" fmla="*/ 46206 h 77077"/>
                <a:gd name="csX1" fmla="*/ 0 w 61471"/>
                <a:gd name="csY1" fmla="*/ 1778 h 77077"/>
                <a:gd name="csX2" fmla="*/ 12061 w 61471"/>
                <a:gd name="csY2" fmla="*/ 1778 h 77077"/>
                <a:gd name="csX3" fmla="*/ 12061 w 61471"/>
                <a:gd name="csY3" fmla="*/ 45753 h 77077"/>
                <a:gd name="csX4" fmla="*/ 16115 w 61471"/>
                <a:gd name="csY4" fmla="*/ 61415 h 77077"/>
                <a:gd name="csX5" fmla="*/ 28312 w 61471"/>
                <a:gd name="csY5" fmla="*/ 66591 h 77077"/>
                <a:gd name="csX6" fmla="*/ 43714 w 61471"/>
                <a:gd name="csY6" fmla="*/ 60362 h 77077"/>
                <a:gd name="csX7" fmla="*/ 49411 w 61471"/>
                <a:gd name="csY7" fmla="*/ 43386 h 77077"/>
                <a:gd name="csX8" fmla="*/ 49411 w 61471"/>
                <a:gd name="csY8" fmla="*/ 1778 h 77077"/>
                <a:gd name="csX9" fmla="*/ 61472 w 61471"/>
                <a:gd name="csY9" fmla="*/ 1778 h 77077"/>
                <a:gd name="csX10" fmla="*/ 61472 w 61471"/>
                <a:gd name="csY10" fmla="*/ 75175 h 77077"/>
                <a:gd name="csX11" fmla="*/ 49411 w 61471"/>
                <a:gd name="csY11" fmla="*/ 75175 h 77077"/>
                <a:gd name="csX12" fmla="*/ 49411 w 61471"/>
                <a:gd name="csY12" fmla="*/ 63907 h 77077"/>
                <a:gd name="csX13" fmla="*/ 39184 w 61471"/>
                <a:gd name="csY13" fmla="*/ 73861 h 77077"/>
                <a:gd name="csX14" fmla="*/ 25753 w 61471"/>
                <a:gd name="csY14" fmla="*/ 77078 h 77077"/>
                <a:gd name="csX15" fmla="*/ 6546 w 61471"/>
                <a:gd name="csY15" fmla="*/ 69207 h 77077"/>
                <a:gd name="csX16" fmla="*/ 0 w 61471"/>
                <a:gd name="csY16" fmla="*/ 46206 h 77077"/>
                <a:gd name="csX17" fmla="*/ 30340 w 61471"/>
                <a:gd name="csY17" fmla="*/ 0 h 77077"/>
                <a:gd name="csX18" fmla="*/ 30340 w 61471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71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3" y="57920"/>
                    <a:pt x="16115" y="61415"/>
                  </a:cubicBezTo>
                  <a:cubicBezTo>
                    <a:pt x="18826" y="64866"/>
                    <a:pt x="22892" y="66591"/>
                    <a:pt x="28312" y="66591"/>
                  </a:cubicBezTo>
                  <a:cubicBezTo>
                    <a:pt x="34821" y="66591"/>
                    <a:pt x="39955" y="64515"/>
                    <a:pt x="43714" y="60362"/>
                  </a:cubicBezTo>
                  <a:cubicBezTo>
                    <a:pt x="47512" y="56210"/>
                    <a:pt x="49411" y="50551"/>
                    <a:pt x="49411" y="43386"/>
                  </a:cubicBezTo>
                  <a:lnTo>
                    <a:pt x="49411" y="1778"/>
                  </a:lnTo>
                  <a:lnTo>
                    <a:pt x="61472" y="1778"/>
                  </a:lnTo>
                  <a:lnTo>
                    <a:pt x="61472" y="75175"/>
                  </a:lnTo>
                  <a:lnTo>
                    <a:pt x="49411" y="75175"/>
                  </a:lnTo>
                  <a:lnTo>
                    <a:pt x="49411" y="63907"/>
                  </a:lnTo>
                  <a:cubicBezTo>
                    <a:pt x="46481" y="68361"/>
                    <a:pt x="43073" y="71679"/>
                    <a:pt x="39184" y="73861"/>
                  </a:cubicBezTo>
                  <a:cubicBezTo>
                    <a:pt x="35341" y="76006"/>
                    <a:pt x="30864" y="77078"/>
                    <a:pt x="25753" y="77078"/>
                  </a:cubicBezTo>
                  <a:cubicBezTo>
                    <a:pt x="17320" y="77078"/>
                    <a:pt x="10917" y="74454"/>
                    <a:pt x="6546" y="69207"/>
                  </a:cubicBezTo>
                  <a:cubicBezTo>
                    <a:pt x="2182" y="63967"/>
                    <a:pt x="0" y="56300"/>
                    <a:pt x="0" y="46206"/>
                  </a:cubicBezTo>
                  <a:moveTo>
                    <a:pt x="30340" y="0"/>
                  </a:moveTo>
                  <a:lnTo>
                    <a:pt x="3034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7" name="Freeform 1946">
              <a:extLst>
                <a:ext uri="{FF2B5EF4-FFF2-40B4-BE49-F238E27FC236}">
                  <a16:creationId xmlns:a16="http://schemas.microsoft.com/office/drawing/2014/main" id="{4B087E62-D2F5-C466-D5A9-E8F501D6CA35}"/>
                </a:ext>
              </a:extLst>
            </p:cNvPr>
            <p:cNvSpPr/>
            <p:nvPr/>
          </p:nvSpPr>
          <p:spPr>
            <a:xfrm>
              <a:off x="5302323" y="5019514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14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705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11" y="49656"/>
                    <a:pt x="15602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35" y="66851"/>
                    <a:pt x="47912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51" y="74669"/>
                    <a:pt x="51914" y="75628"/>
                  </a:cubicBezTo>
                  <a:cubicBezTo>
                    <a:pt x="47369" y="76594"/>
                    <a:pt x="42755" y="77078"/>
                    <a:pt x="38075" y="77078"/>
                  </a:cubicBezTo>
                  <a:cubicBezTo>
                    <a:pt x="26372" y="77078"/>
                    <a:pt x="17089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5" y="17652"/>
                    <a:pt x="9705" y="10623"/>
                  </a:cubicBezTo>
                  <a:cubicBezTo>
                    <a:pt x="16214" y="3541"/>
                    <a:pt x="24971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85" y="25326"/>
                    <a:pt x="54028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8" y="10226"/>
                    <a:pt x="23990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8" name="Freeform 1947">
              <a:extLst>
                <a:ext uri="{FF2B5EF4-FFF2-40B4-BE49-F238E27FC236}">
                  <a16:creationId xmlns:a16="http://schemas.microsoft.com/office/drawing/2014/main" id="{645C5F0F-D014-0485-D21E-081595889947}"/>
                </a:ext>
              </a:extLst>
            </p:cNvPr>
            <p:cNvSpPr/>
            <p:nvPr/>
          </p:nvSpPr>
          <p:spPr>
            <a:xfrm>
              <a:off x="5432357" y="5019514"/>
              <a:ext cx="65662" cy="103091"/>
            </a:xfrm>
            <a:custGeom>
              <a:avLst/>
              <a:gdLst>
                <a:gd name="csX0" fmla="*/ 12118 w 65662"/>
                <a:gd name="csY0" fmla="*/ 64167 h 103091"/>
                <a:gd name="csX1" fmla="*/ 12118 w 65662"/>
                <a:gd name="csY1" fmla="*/ 103091 h 103091"/>
                <a:gd name="csX2" fmla="*/ 0 w 65662"/>
                <a:gd name="csY2" fmla="*/ 103091 h 103091"/>
                <a:gd name="csX3" fmla="*/ 0 w 65662"/>
                <a:gd name="csY3" fmla="*/ 1778 h 103091"/>
                <a:gd name="csX4" fmla="*/ 12118 w 65662"/>
                <a:gd name="csY4" fmla="*/ 1778 h 103091"/>
                <a:gd name="csX5" fmla="*/ 12118 w 65662"/>
                <a:gd name="csY5" fmla="*/ 12910 h 103091"/>
                <a:gd name="csX6" fmla="*/ 21687 w 65662"/>
                <a:gd name="csY6" fmla="*/ 3216 h 103091"/>
                <a:gd name="csX7" fmla="*/ 35583 w 65662"/>
                <a:gd name="csY7" fmla="*/ 0 h 103091"/>
                <a:gd name="csX8" fmla="*/ 57282 w 65662"/>
                <a:gd name="csY8" fmla="*/ 10623 h 103091"/>
                <a:gd name="csX9" fmla="*/ 65662 w 65662"/>
                <a:gd name="csY9" fmla="*/ 38539 h 103091"/>
                <a:gd name="csX10" fmla="*/ 57282 w 65662"/>
                <a:gd name="csY10" fmla="*/ 66455 h 103091"/>
                <a:gd name="csX11" fmla="*/ 35583 w 65662"/>
                <a:gd name="csY11" fmla="*/ 77078 h 103091"/>
                <a:gd name="csX12" fmla="*/ 21687 w 65662"/>
                <a:gd name="csY12" fmla="*/ 73929 h 103091"/>
                <a:gd name="csX13" fmla="*/ 12118 w 65662"/>
                <a:gd name="csY13" fmla="*/ 64167 h 103091"/>
                <a:gd name="csX14" fmla="*/ 53148 w 65662"/>
                <a:gd name="csY14" fmla="*/ 38539 h 103091"/>
                <a:gd name="csX15" fmla="*/ 47644 w 65662"/>
                <a:gd name="csY15" fmla="*/ 17701 h 103091"/>
                <a:gd name="csX16" fmla="*/ 32638 w 65662"/>
                <a:gd name="csY16" fmla="*/ 10090 h 103091"/>
                <a:gd name="csX17" fmla="*/ 17565 w 65662"/>
                <a:gd name="csY17" fmla="*/ 17701 h 103091"/>
                <a:gd name="csX18" fmla="*/ 12118 w 65662"/>
                <a:gd name="csY18" fmla="*/ 38539 h 103091"/>
                <a:gd name="csX19" fmla="*/ 17565 w 65662"/>
                <a:gd name="csY19" fmla="*/ 59445 h 103091"/>
                <a:gd name="csX20" fmla="*/ 32638 w 65662"/>
                <a:gd name="csY20" fmla="*/ 66987 h 103091"/>
                <a:gd name="csX21" fmla="*/ 47644 w 65662"/>
                <a:gd name="csY21" fmla="*/ 59445 h 103091"/>
                <a:gd name="csX22" fmla="*/ 53148 w 65662"/>
                <a:gd name="csY22" fmla="*/ 38539 h 103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5662" h="103091">
                  <a:moveTo>
                    <a:pt x="12118" y="64167"/>
                  </a:moveTo>
                  <a:lnTo>
                    <a:pt x="12118" y="103091"/>
                  </a:lnTo>
                  <a:lnTo>
                    <a:pt x="0" y="103091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2910"/>
                  </a:lnTo>
                  <a:cubicBezTo>
                    <a:pt x="14654" y="8547"/>
                    <a:pt x="17844" y="5315"/>
                    <a:pt x="21687" y="3216"/>
                  </a:cubicBezTo>
                  <a:cubicBezTo>
                    <a:pt x="25576" y="1072"/>
                    <a:pt x="30207" y="0"/>
                    <a:pt x="35583" y="0"/>
                  </a:cubicBezTo>
                  <a:cubicBezTo>
                    <a:pt x="44500" y="0"/>
                    <a:pt x="51732" y="3541"/>
                    <a:pt x="57282" y="10623"/>
                  </a:cubicBezTo>
                  <a:cubicBezTo>
                    <a:pt x="62869" y="17697"/>
                    <a:pt x="65662" y="27002"/>
                    <a:pt x="65662" y="38539"/>
                  </a:cubicBezTo>
                  <a:cubicBezTo>
                    <a:pt x="65662" y="50075"/>
                    <a:pt x="62869" y="59381"/>
                    <a:pt x="57282" y="66455"/>
                  </a:cubicBezTo>
                  <a:cubicBezTo>
                    <a:pt x="51732" y="73537"/>
                    <a:pt x="44500" y="77078"/>
                    <a:pt x="35583" y="77078"/>
                  </a:cubicBezTo>
                  <a:cubicBezTo>
                    <a:pt x="30207" y="77078"/>
                    <a:pt x="25576" y="76028"/>
                    <a:pt x="21687" y="73929"/>
                  </a:cubicBezTo>
                  <a:cubicBezTo>
                    <a:pt x="17844" y="71785"/>
                    <a:pt x="14654" y="68531"/>
                    <a:pt x="12118" y="64167"/>
                  </a:cubicBezTo>
                  <a:moveTo>
                    <a:pt x="53148" y="38539"/>
                  </a:moveTo>
                  <a:cubicBezTo>
                    <a:pt x="53148" y="29668"/>
                    <a:pt x="51313" y="22722"/>
                    <a:pt x="47644" y="17701"/>
                  </a:cubicBezTo>
                  <a:cubicBezTo>
                    <a:pt x="44020" y="12627"/>
                    <a:pt x="39018" y="10090"/>
                    <a:pt x="32638" y="10090"/>
                  </a:cubicBezTo>
                  <a:cubicBezTo>
                    <a:pt x="26259" y="10090"/>
                    <a:pt x="21234" y="12627"/>
                    <a:pt x="17565" y="17701"/>
                  </a:cubicBezTo>
                  <a:cubicBezTo>
                    <a:pt x="13933" y="22722"/>
                    <a:pt x="12118" y="29668"/>
                    <a:pt x="12118" y="38539"/>
                  </a:cubicBezTo>
                  <a:cubicBezTo>
                    <a:pt x="12118" y="47410"/>
                    <a:pt x="13933" y="54379"/>
                    <a:pt x="17565" y="59445"/>
                  </a:cubicBezTo>
                  <a:cubicBezTo>
                    <a:pt x="21234" y="64473"/>
                    <a:pt x="26259" y="66987"/>
                    <a:pt x="32638" y="66987"/>
                  </a:cubicBezTo>
                  <a:cubicBezTo>
                    <a:pt x="39018" y="66987"/>
                    <a:pt x="44020" y="64473"/>
                    <a:pt x="47644" y="59445"/>
                  </a:cubicBezTo>
                  <a:cubicBezTo>
                    <a:pt x="51313" y="54379"/>
                    <a:pt x="53148" y="47410"/>
                    <a:pt x="53148" y="38539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9" name="Freeform 1948">
              <a:extLst>
                <a:ext uri="{FF2B5EF4-FFF2-40B4-BE49-F238E27FC236}">
                  <a16:creationId xmlns:a16="http://schemas.microsoft.com/office/drawing/2014/main" id="{86F3F361-95BB-1CEE-4DB5-7F5C0CE9F397}"/>
                </a:ext>
              </a:extLst>
            </p:cNvPr>
            <p:cNvSpPr/>
            <p:nvPr/>
          </p:nvSpPr>
          <p:spPr>
            <a:xfrm>
              <a:off x="5517554" y="5019514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18 w 42989"/>
                <a:gd name="csY4" fmla="*/ 36512 h 75175"/>
                <a:gd name="csX5" fmla="*/ 12118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18 w 42989"/>
                <a:gd name="csY8" fmla="*/ 1778 h 75175"/>
                <a:gd name="csX9" fmla="*/ 12118 w 42989"/>
                <a:gd name="csY9" fmla="*/ 13171 h 75175"/>
                <a:gd name="csX10" fmla="*/ 22016 w 42989"/>
                <a:gd name="csY10" fmla="*/ 3284 h 75175"/>
                <a:gd name="csX11" fmla="*/ 36829 w 42989"/>
                <a:gd name="csY11" fmla="*/ 0 h 75175"/>
                <a:gd name="csX12" fmla="*/ 39581 w 42989"/>
                <a:gd name="csY12" fmla="*/ 204 h 75175"/>
                <a:gd name="csX13" fmla="*/ 42922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1" y="10944"/>
                    <a:pt x="35213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33" y="21850"/>
                    <a:pt x="12118" y="28207"/>
                    <a:pt x="12118" y="36512"/>
                  </a:cubicBezTo>
                  <a:lnTo>
                    <a:pt x="12118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3171"/>
                  </a:lnTo>
                  <a:cubicBezTo>
                    <a:pt x="14655" y="8716"/>
                    <a:pt x="17954" y="5421"/>
                    <a:pt x="22016" y="3284"/>
                  </a:cubicBezTo>
                  <a:cubicBezTo>
                    <a:pt x="26078" y="1095"/>
                    <a:pt x="31015" y="0"/>
                    <a:pt x="36829" y="0"/>
                  </a:cubicBezTo>
                  <a:cubicBezTo>
                    <a:pt x="37659" y="0"/>
                    <a:pt x="38577" y="68"/>
                    <a:pt x="39581" y="204"/>
                  </a:cubicBezTo>
                  <a:cubicBezTo>
                    <a:pt x="40585" y="287"/>
                    <a:pt x="41699" y="438"/>
                    <a:pt x="42922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0" name="Freeform 1949">
              <a:extLst>
                <a:ext uri="{FF2B5EF4-FFF2-40B4-BE49-F238E27FC236}">
                  <a16:creationId xmlns:a16="http://schemas.microsoft.com/office/drawing/2014/main" id="{F1D56A15-4452-8B8B-ABA6-700442EEEC09}"/>
                </a:ext>
              </a:extLst>
            </p:cNvPr>
            <p:cNvSpPr/>
            <p:nvPr/>
          </p:nvSpPr>
          <p:spPr>
            <a:xfrm>
              <a:off x="5565006" y="5019514"/>
              <a:ext cx="68017" cy="77077"/>
            </a:xfrm>
            <a:custGeom>
              <a:avLst/>
              <a:gdLst>
                <a:gd name="csX0" fmla="*/ 68018 w 68017"/>
                <a:gd name="csY0" fmla="*/ 35458 h 77077"/>
                <a:gd name="csX1" fmla="*/ 68018 w 68017"/>
                <a:gd name="csY1" fmla="*/ 41359 h 77077"/>
                <a:gd name="csX2" fmla="*/ 12582 w 68017"/>
                <a:gd name="csY2" fmla="*/ 41359 h 77077"/>
                <a:gd name="csX3" fmla="*/ 20045 w 68017"/>
                <a:gd name="csY3" fmla="*/ 60362 h 77077"/>
                <a:gd name="csX4" fmla="*/ 38788 w 68017"/>
                <a:gd name="csY4" fmla="*/ 66851 h 77077"/>
                <a:gd name="csX5" fmla="*/ 52231 w 68017"/>
                <a:gd name="csY5" fmla="*/ 65152 h 77077"/>
                <a:gd name="csX6" fmla="*/ 65209 w 68017"/>
                <a:gd name="csY6" fmla="*/ 60034 h 77077"/>
                <a:gd name="csX7" fmla="*/ 65209 w 68017"/>
                <a:gd name="csY7" fmla="*/ 71438 h 77077"/>
                <a:gd name="csX8" fmla="*/ 51902 w 68017"/>
                <a:gd name="csY8" fmla="*/ 75628 h 77077"/>
                <a:gd name="csX9" fmla="*/ 38075 w 68017"/>
                <a:gd name="csY9" fmla="*/ 77078 h 77077"/>
                <a:gd name="csX10" fmla="*/ 10215 w 68017"/>
                <a:gd name="csY10" fmla="*/ 66851 h 77077"/>
                <a:gd name="csX11" fmla="*/ 0 w 68017"/>
                <a:gd name="csY11" fmla="*/ 39196 h 77077"/>
                <a:gd name="csX12" fmla="*/ 9694 w 68017"/>
                <a:gd name="csY12" fmla="*/ 10623 h 77077"/>
                <a:gd name="csX13" fmla="*/ 35979 w 68017"/>
                <a:gd name="csY13" fmla="*/ 0 h 77077"/>
                <a:gd name="csX14" fmla="*/ 59377 w 68017"/>
                <a:gd name="csY14" fmla="*/ 9570 h 77077"/>
                <a:gd name="csX15" fmla="*/ 68018 w 68017"/>
                <a:gd name="csY15" fmla="*/ 35458 h 77077"/>
                <a:gd name="csX16" fmla="*/ 55968 w 68017"/>
                <a:gd name="csY16" fmla="*/ 31925 h 77077"/>
                <a:gd name="csX17" fmla="*/ 50396 w 68017"/>
                <a:gd name="csY17" fmla="*/ 16127 h 77077"/>
                <a:gd name="csX18" fmla="*/ 36104 w 68017"/>
                <a:gd name="csY18" fmla="*/ 10226 h 77077"/>
                <a:gd name="csX19" fmla="*/ 19921 w 68017"/>
                <a:gd name="csY19" fmla="*/ 15934 h 77077"/>
                <a:gd name="csX20" fmla="*/ 12967 w 68017"/>
                <a:gd name="csY20" fmla="*/ 31982 h 77077"/>
                <a:gd name="csX21" fmla="*/ 55968 w 68017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17" h="77077">
                  <a:moveTo>
                    <a:pt x="68018" y="35458"/>
                  </a:moveTo>
                  <a:lnTo>
                    <a:pt x="68018" y="41359"/>
                  </a:lnTo>
                  <a:lnTo>
                    <a:pt x="12582" y="41359"/>
                  </a:lnTo>
                  <a:cubicBezTo>
                    <a:pt x="13103" y="49656"/>
                    <a:pt x="15591" y="55991"/>
                    <a:pt x="20045" y="60362"/>
                  </a:cubicBezTo>
                  <a:cubicBezTo>
                    <a:pt x="24545" y="64688"/>
                    <a:pt x="30793" y="66851"/>
                    <a:pt x="38788" y="66851"/>
                  </a:cubicBezTo>
                  <a:cubicBezTo>
                    <a:pt x="43424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78" y="73669"/>
                    <a:pt x="10215" y="66851"/>
                  </a:cubicBezTo>
                  <a:cubicBezTo>
                    <a:pt x="3405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02" y="3541"/>
                    <a:pt x="24964" y="0"/>
                    <a:pt x="35979" y="0"/>
                  </a:cubicBezTo>
                  <a:cubicBezTo>
                    <a:pt x="45847" y="0"/>
                    <a:pt x="53646" y="3190"/>
                    <a:pt x="59377" y="9570"/>
                  </a:cubicBezTo>
                  <a:cubicBezTo>
                    <a:pt x="65137" y="15904"/>
                    <a:pt x="68018" y="24534"/>
                    <a:pt x="68018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0" y="12193"/>
                    <a:pt x="42046" y="10226"/>
                    <a:pt x="36104" y="10226"/>
                  </a:cubicBezTo>
                  <a:cubicBezTo>
                    <a:pt x="29377" y="10226"/>
                    <a:pt x="23982" y="12129"/>
                    <a:pt x="19921" y="15934"/>
                  </a:cubicBezTo>
                  <a:cubicBezTo>
                    <a:pt x="15896" y="19732"/>
                    <a:pt x="13579" y="25081"/>
                    <a:pt x="12967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1" name="Freeform 1950">
              <a:extLst>
                <a:ext uri="{FF2B5EF4-FFF2-40B4-BE49-F238E27FC236}">
                  <a16:creationId xmlns:a16="http://schemas.microsoft.com/office/drawing/2014/main" id="{3DF881C1-A1CB-6F1A-C6EA-0166A7114FE9}"/>
                </a:ext>
              </a:extLst>
            </p:cNvPr>
            <p:cNvSpPr/>
            <p:nvPr/>
          </p:nvSpPr>
          <p:spPr>
            <a:xfrm>
              <a:off x="5647576" y="5019514"/>
              <a:ext cx="58062" cy="77077"/>
            </a:xfrm>
            <a:custGeom>
              <a:avLst/>
              <a:gdLst>
                <a:gd name="csX0" fmla="*/ 58063 w 58062"/>
                <a:gd name="csY0" fmla="*/ 4587 h 77077"/>
                <a:gd name="csX1" fmla="*/ 58063 w 58062"/>
                <a:gd name="csY1" fmla="*/ 15866 h 77077"/>
                <a:gd name="csX2" fmla="*/ 47780 w 58062"/>
                <a:gd name="csY2" fmla="*/ 11665 h 77077"/>
                <a:gd name="csX3" fmla="*/ 37429 w 58062"/>
                <a:gd name="csY3" fmla="*/ 10226 h 77077"/>
                <a:gd name="csX4" fmla="*/ 19207 w 58062"/>
                <a:gd name="csY4" fmla="*/ 17701 h 77077"/>
                <a:gd name="csX5" fmla="*/ 12718 w 58062"/>
                <a:gd name="csY5" fmla="*/ 38539 h 77077"/>
                <a:gd name="csX6" fmla="*/ 19207 w 58062"/>
                <a:gd name="csY6" fmla="*/ 59445 h 77077"/>
                <a:gd name="csX7" fmla="*/ 37429 w 58062"/>
                <a:gd name="csY7" fmla="*/ 66851 h 77077"/>
                <a:gd name="csX8" fmla="*/ 47780 w 58062"/>
                <a:gd name="csY8" fmla="*/ 65481 h 77077"/>
                <a:gd name="csX9" fmla="*/ 58063 w 58062"/>
                <a:gd name="csY9" fmla="*/ 61211 h 77077"/>
                <a:gd name="csX10" fmla="*/ 58063 w 58062"/>
                <a:gd name="csY10" fmla="*/ 72355 h 77077"/>
                <a:gd name="csX11" fmla="*/ 47587 w 58062"/>
                <a:gd name="csY11" fmla="*/ 75900 h 77077"/>
                <a:gd name="csX12" fmla="*/ 36115 w 58062"/>
                <a:gd name="csY12" fmla="*/ 77078 h 77077"/>
                <a:gd name="csX13" fmla="*/ 9762 w 58062"/>
                <a:gd name="csY13" fmla="*/ 66659 h 77077"/>
                <a:gd name="csX14" fmla="*/ 0 w 58062"/>
                <a:gd name="csY14" fmla="*/ 38539 h 77077"/>
                <a:gd name="csX15" fmla="*/ 9830 w 58062"/>
                <a:gd name="csY15" fmla="*/ 10294 h 77077"/>
                <a:gd name="csX16" fmla="*/ 36897 w 58062"/>
                <a:gd name="csY16" fmla="*/ 0 h 77077"/>
                <a:gd name="csX17" fmla="*/ 47780 w 58062"/>
                <a:gd name="csY17" fmla="*/ 1178 h 77077"/>
                <a:gd name="csX18" fmla="*/ 58063 w 58062"/>
                <a:gd name="csY18" fmla="*/ 4587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8062" h="77077">
                  <a:moveTo>
                    <a:pt x="58063" y="4587"/>
                  </a:moveTo>
                  <a:lnTo>
                    <a:pt x="58063" y="15866"/>
                  </a:lnTo>
                  <a:cubicBezTo>
                    <a:pt x="54658" y="13986"/>
                    <a:pt x="51230" y="12586"/>
                    <a:pt x="47780" y="11665"/>
                  </a:cubicBezTo>
                  <a:cubicBezTo>
                    <a:pt x="44375" y="10706"/>
                    <a:pt x="40925" y="10226"/>
                    <a:pt x="37429" y="10226"/>
                  </a:cubicBezTo>
                  <a:cubicBezTo>
                    <a:pt x="29607" y="10226"/>
                    <a:pt x="23533" y="12718"/>
                    <a:pt x="19207" y="17701"/>
                  </a:cubicBezTo>
                  <a:cubicBezTo>
                    <a:pt x="14881" y="22639"/>
                    <a:pt x="12718" y="29585"/>
                    <a:pt x="12718" y="38539"/>
                  </a:cubicBezTo>
                  <a:cubicBezTo>
                    <a:pt x="12718" y="47493"/>
                    <a:pt x="14881" y="54462"/>
                    <a:pt x="19207" y="59445"/>
                  </a:cubicBezTo>
                  <a:cubicBezTo>
                    <a:pt x="23533" y="64382"/>
                    <a:pt x="29607" y="66851"/>
                    <a:pt x="37429" y="66851"/>
                  </a:cubicBezTo>
                  <a:cubicBezTo>
                    <a:pt x="40925" y="66851"/>
                    <a:pt x="44375" y="66394"/>
                    <a:pt x="47780" y="65481"/>
                  </a:cubicBezTo>
                  <a:cubicBezTo>
                    <a:pt x="51230" y="64515"/>
                    <a:pt x="54658" y="63091"/>
                    <a:pt x="58063" y="61211"/>
                  </a:cubicBezTo>
                  <a:lnTo>
                    <a:pt x="58063" y="72355"/>
                  </a:lnTo>
                  <a:cubicBezTo>
                    <a:pt x="54703" y="73926"/>
                    <a:pt x="51211" y="75107"/>
                    <a:pt x="47587" y="75900"/>
                  </a:cubicBezTo>
                  <a:cubicBezTo>
                    <a:pt x="44001" y="76685"/>
                    <a:pt x="40177" y="77078"/>
                    <a:pt x="36115" y="77078"/>
                  </a:cubicBezTo>
                  <a:cubicBezTo>
                    <a:pt x="25062" y="77078"/>
                    <a:pt x="16278" y="73605"/>
                    <a:pt x="9762" y="66659"/>
                  </a:cubicBezTo>
                  <a:cubicBezTo>
                    <a:pt x="3254" y="59713"/>
                    <a:pt x="0" y="50339"/>
                    <a:pt x="0" y="38539"/>
                  </a:cubicBezTo>
                  <a:cubicBezTo>
                    <a:pt x="0" y="26565"/>
                    <a:pt x="3277" y="17150"/>
                    <a:pt x="9830" y="10294"/>
                  </a:cubicBezTo>
                  <a:cubicBezTo>
                    <a:pt x="16429" y="3431"/>
                    <a:pt x="25451" y="0"/>
                    <a:pt x="36897" y="0"/>
                  </a:cubicBezTo>
                  <a:cubicBezTo>
                    <a:pt x="40611" y="0"/>
                    <a:pt x="44239" y="393"/>
                    <a:pt x="47780" y="1178"/>
                  </a:cubicBezTo>
                  <a:cubicBezTo>
                    <a:pt x="51321" y="1925"/>
                    <a:pt x="54749" y="3061"/>
                    <a:pt x="58063" y="458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2" name="Freeform 1951">
              <a:extLst>
                <a:ext uri="{FF2B5EF4-FFF2-40B4-BE49-F238E27FC236}">
                  <a16:creationId xmlns:a16="http://schemas.microsoft.com/office/drawing/2014/main" id="{BBE6CD19-DBF2-1A95-246B-3B84DD96B9BE}"/>
                </a:ext>
              </a:extLst>
            </p:cNvPr>
            <p:cNvSpPr/>
            <p:nvPr/>
          </p:nvSpPr>
          <p:spPr>
            <a:xfrm>
              <a:off x="5726613" y="4992707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3" name="Freeform 1952">
              <a:extLst>
                <a:ext uri="{FF2B5EF4-FFF2-40B4-BE49-F238E27FC236}">
                  <a16:creationId xmlns:a16="http://schemas.microsoft.com/office/drawing/2014/main" id="{078E90D1-E0E8-C99C-4C84-402D0FDDCE7D}"/>
                </a:ext>
              </a:extLst>
            </p:cNvPr>
            <p:cNvSpPr/>
            <p:nvPr/>
          </p:nvSpPr>
          <p:spPr>
            <a:xfrm>
              <a:off x="5758538" y="5019514"/>
              <a:ext cx="56092" cy="77077"/>
            </a:xfrm>
            <a:custGeom>
              <a:avLst/>
              <a:gdLst>
                <a:gd name="csX0" fmla="*/ 52163 w 56092"/>
                <a:gd name="csY0" fmla="*/ 3941 h 77077"/>
                <a:gd name="csX1" fmla="*/ 52163 w 56092"/>
                <a:gd name="csY1" fmla="*/ 15334 h 77077"/>
                <a:gd name="csX2" fmla="*/ 41551 w 56092"/>
                <a:gd name="csY2" fmla="*/ 11404 h 77077"/>
                <a:gd name="csX3" fmla="*/ 30147 w 56092"/>
                <a:gd name="csY3" fmla="*/ 10090 h 77077"/>
                <a:gd name="csX4" fmla="*/ 16636 w 56092"/>
                <a:gd name="csY4" fmla="*/ 12854 h 77077"/>
                <a:gd name="csX5" fmla="*/ 12186 w 56092"/>
                <a:gd name="csY5" fmla="*/ 21110 h 77077"/>
                <a:gd name="csX6" fmla="*/ 15402 w 56092"/>
                <a:gd name="csY6" fmla="*/ 27723 h 77077"/>
                <a:gd name="csX7" fmla="*/ 28312 w 56092"/>
                <a:gd name="csY7" fmla="*/ 32242 h 77077"/>
                <a:gd name="csX8" fmla="*/ 32435 w 56092"/>
                <a:gd name="csY8" fmla="*/ 33171 h 77077"/>
                <a:gd name="csX9" fmla="*/ 50657 w 56092"/>
                <a:gd name="csY9" fmla="*/ 40962 h 77077"/>
                <a:gd name="csX10" fmla="*/ 56093 w 56092"/>
                <a:gd name="csY10" fmla="*/ 54926 h 77077"/>
                <a:gd name="csX11" fmla="*/ 47973 w 56092"/>
                <a:gd name="csY11" fmla="*/ 71109 h 77077"/>
                <a:gd name="csX12" fmla="*/ 25753 w 56092"/>
                <a:gd name="csY12" fmla="*/ 77078 h 77077"/>
                <a:gd name="csX13" fmla="*/ 13431 w 56092"/>
                <a:gd name="csY13" fmla="*/ 75900 h 77077"/>
                <a:gd name="csX14" fmla="*/ 0 w 56092"/>
                <a:gd name="csY14" fmla="*/ 72491 h 77077"/>
                <a:gd name="csX15" fmla="*/ 0 w 56092"/>
                <a:gd name="csY15" fmla="*/ 60034 h 77077"/>
                <a:gd name="csX16" fmla="*/ 13171 w 56092"/>
                <a:gd name="csY16" fmla="*/ 65277 h 77077"/>
                <a:gd name="csX17" fmla="*/ 26013 w 56092"/>
                <a:gd name="csY17" fmla="*/ 66987 h 77077"/>
                <a:gd name="csX18" fmla="*/ 39116 w 56092"/>
                <a:gd name="csY18" fmla="*/ 64099 h 77077"/>
                <a:gd name="csX19" fmla="*/ 43714 w 56092"/>
                <a:gd name="csY19" fmla="*/ 55843 h 77077"/>
                <a:gd name="csX20" fmla="*/ 40362 w 56092"/>
                <a:gd name="csY20" fmla="*/ 48301 h 77077"/>
                <a:gd name="csX21" fmla="*/ 25878 w 56092"/>
                <a:gd name="csY21" fmla="*/ 43261 h 77077"/>
                <a:gd name="csX22" fmla="*/ 21687 w 56092"/>
                <a:gd name="csY22" fmla="*/ 42276 h 77077"/>
                <a:gd name="csX23" fmla="*/ 5504 w 56092"/>
                <a:gd name="csY23" fmla="*/ 35062 h 77077"/>
                <a:gd name="csX24" fmla="*/ 521 w 56092"/>
                <a:gd name="csY24" fmla="*/ 21631 h 77077"/>
                <a:gd name="csX25" fmla="*/ 7859 w 56092"/>
                <a:gd name="csY25" fmla="*/ 5640 h 77077"/>
                <a:gd name="csX26" fmla="*/ 28697 w 56092"/>
                <a:gd name="csY26" fmla="*/ 0 h 77077"/>
                <a:gd name="csX27" fmla="*/ 41279 w 56092"/>
                <a:gd name="csY27" fmla="*/ 985 h 77077"/>
                <a:gd name="csX28" fmla="*/ 52163 w 56092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092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74" y="10528"/>
                    <a:pt x="34073" y="10090"/>
                    <a:pt x="30147" y="10090"/>
                  </a:cubicBezTo>
                  <a:cubicBezTo>
                    <a:pt x="24160" y="10090"/>
                    <a:pt x="19656" y="11012"/>
                    <a:pt x="16636" y="12854"/>
                  </a:cubicBezTo>
                  <a:cubicBezTo>
                    <a:pt x="13669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0996" y="35005"/>
                    <a:pt x="47070" y="37603"/>
                    <a:pt x="50657" y="40962"/>
                  </a:cubicBezTo>
                  <a:cubicBezTo>
                    <a:pt x="54280" y="44284"/>
                    <a:pt x="56093" y="48939"/>
                    <a:pt x="56093" y="54926"/>
                  </a:cubicBezTo>
                  <a:cubicBezTo>
                    <a:pt x="56093" y="61744"/>
                    <a:pt x="53386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1" y="66987"/>
                    <a:pt x="36059" y="66024"/>
                    <a:pt x="39116" y="64099"/>
                  </a:cubicBezTo>
                  <a:cubicBezTo>
                    <a:pt x="42182" y="62136"/>
                    <a:pt x="43714" y="59384"/>
                    <a:pt x="43714" y="55843"/>
                  </a:cubicBezTo>
                  <a:cubicBezTo>
                    <a:pt x="43714" y="52567"/>
                    <a:pt x="42597" y="50053"/>
                    <a:pt x="40362" y="48301"/>
                  </a:cubicBezTo>
                  <a:cubicBezTo>
                    <a:pt x="38180" y="46557"/>
                    <a:pt x="33352" y="44877"/>
                    <a:pt x="25878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698" y="0"/>
                    <a:pt x="28697" y="0"/>
                  </a:cubicBezTo>
                  <a:cubicBezTo>
                    <a:pt x="33160" y="0"/>
                    <a:pt x="37353" y="328"/>
                    <a:pt x="41279" y="985"/>
                  </a:cubicBezTo>
                  <a:cubicBezTo>
                    <a:pt x="45213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4" name="Freeform 1953">
              <a:extLst>
                <a:ext uri="{FF2B5EF4-FFF2-40B4-BE49-F238E27FC236}">
                  <a16:creationId xmlns:a16="http://schemas.microsoft.com/office/drawing/2014/main" id="{262A7600-8DDC-6234-FECA-5997D7F1B39E}"/>
                </a:ext>
              </a:extLst>
            </p:cNvPr>
            <p:cNvSpPr/>
            <p:nvPr/>
          </p:nvSpPr>
          <p:spPr>
            <a:xfrm>
              <a:off x="5833838" y="4992707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5" name="Freeform 1954">
              <a:extLst>
                <a:ext uri="{FF2B5EF4-FFF2-40B4-BE49-F238E27FC236}">
                  <a16:creationId xmlns:a16="http://schemas.microsoft.com/office/drawing/2014/main" id="{EC150917-DE12-9249-2676-EAC1D20A7128}"/>
                </a:ext>
              </a:extLst>
            </p:cNvPr>
            <p:cNvSpPr/>
            <p:nvPr/>
          </p:nvSpPr>
          <p:spPr>
            <a:xfrm>
              <a:off x="5865887" y="5019514"/>
              <a:ext cx="67372" cy="77077"/>
            </a:xfrm>
            <a:custGeom>
              <a:avLst/>
              <a:gdLst>
                <a:gd name="csX0" fmla="*/ 33681 w 67372"/>
                <a:gd name="csY0" fmla="*/ 10226 h 77077"/>
                <a:gd name="csX1" fmla="*/ 18347 w 67372"/>
                <a:gd name="csY1" fmla="*/ 17825 h 77077"/>
                <a:gd name="csX2" fmla="*/ 12707 w 67372"/>
                <a:gd name="csY2" fmla="*/ 38539 h 77077"/>
                <a:gd name="csX3" fmla="*/ 18279 w 67372"/>
                <a:gd name="csY3" fmla="*/ 59320 h 77077"/>
                <a:gd name="csX4" fmla="*/ 33681 w 67372"/>
                <a:gd name="csY4" fmla="*/ 66851 h 77077"/>
                <a:gd name="csX5" fmla="*/ 48958 w 67372"/>
                <a:gd name="csY5" fmla="*/ 59252 h 77077"/>
                <a:gd name="csX6" fmla="*/ 54586 w 67372"/>
                <a:gd name="csY6" fmla="*/ 38539 h 77077"/>
                <a:gd name="csX7" fmla="*/ 48958 w 67372"/>
                <a:gd name="csY7" fmla="*/ 17893 h 77077"/>
                <a:gd name="csX8" fmla="*/ 33681 w 67372"/>
                <a:gd name="csY8" fmla="*/ 10226 h 77077"/>
                <a:gd name="csX9" fmla="*/ 33681 w 67372"/>
                <a:gd name="csY9" fmla="*/ 0 h 77077"/>
                <a:gd name="csX10" fmla="*/ 58392 w 67372"/>
                <a:gd name="csY10" fmla="*/ 10226 h 77077"/>
                <a:gd name="csX11" fmla="*/ 67372 w 67372"/>
                <a:gd name="csY11" fmla="*/ 38539 h 77077"/>
                <a:gd name="csX12" fmla="*/ 58392 w 67372"/>
                <a:gd name="csY12" fmla="*/ 66851 h 77077"/>
                <a:gd name="csX13" fmla="*/ 33681 w 67372"/>
                <a:gd name="csY13" fmla="*/ 77078 h 77077"/>
                <a:gd name="csX14" fmla="*/ 8913 w 67372"/>
                <a:gd name="csY14" fmla="*/ 66851 h 77077"/>
                <a:gd name="csX15" fmla="*/ 0 w 67372"/>
                <a:gd name="csY15" fmla="*/ 38539 h 77077"/>
                <a:gd name="csX16" fmla="*/ 8913 w 67372"/>
                <a:gd name="csY16" fmla="*/ 10226 h 77077"/>
                <a:gd name="csX17" fmla="*/ 33681 w 67372"/>
                <a:gd name="csY17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7372" h="77077">
                  <a:moveTo>
                    <a:pt x="33681" y="10226"/>
                  </a:moveTo>
                  <a:cubicBezTo>
                    <a:pt x="27218" y="10226"/>
                    <a:pt x="22106" y="12759"/>
                    <a:pt x="18347" y="17825"/>
                  </a:cubicBezTo>
                  <a:cubicBezTo>
                    <a:pt x="14587" y="22854"/>
                    <a:pt x="12707" y="29758"/>
                    <a:pt x="12707" y="38539"/>
                  </a:cubicBezTo>
                  <a:cubicBezTo>
                    <a:pt x="12707" y="47319"/>
                    <a:pt x="14564" y="54246"/>
                    <a:pt x="18279" y="59320"/>
                  </a:cubicBezTo>
                  <a:cubicBezTo>
                    <a:pt x="22038" y="64341"/>
                    <a:pt x="27172" y="66851"/>
                    <a:pt x="33681" y="66851"/>
                  </a:cubicBezTo>
                  <a:cubicBezTo>
                    <a:pt x="40106" y="66851"/>
                    <a:pt x="45198" y="64318"/>
                    <a:pt x="48958" y="59252"/>
                  </a:cubicBezTo>
                  <a:cubicBezTo>
                    <a:pt x="52710" y="54179"/>
                    <a:pt x="54586" y="47274"/>
                    <a:pt x="54586" y="38539"/>
                  </a:cubicBezTo>
                  <a:cubicBezTo>
                    <a:pt x="54586" y="29841"/>
                    <a:pt x="52710" y="22959"/>
                    <a:pt x="48958" y="17893"/>
                  </a:cubicBezTo>
                  <a:cubicBezTo>
                    <a:pt x="45198" y="12782"/>
                    <a:pt x="40106" y="10226"/>
                    <a:pt x="33681" y="10226"/>
                  </a:cubicBezTo>
                  <a:moveTo>
                    <a:pt x="33681" y="0"/>
                  </a:moveTo>
                  <a:cubicBezTo>
                    <a:pt x="44167" y="0"/>
                    <a:pt x="52404" y="3409"/>
                    <a:pt x="58392" y="10226"/>
                  </a:cubicBezTo>
                  <a:cubicBezTo>
                    <a:pt x="64379" y="17044"/>
                    <a:pt x="67372" y="26482"/>
                    <a:pt x="67372" y="38539"/>
                  </a:cubicBezTo>
                  <a:cubicBezTo>
                    <a:pt x="67372" y="50551"/>
                    <a:pt x="64379" y="59988"/>
                    <a:pt x="58392" y="66851"/>
                  </a:cubicBezTo>
                  <a:cubicBezTo>
                    <a:pt x="52404" y="73669"/>
                    <a:pt x="44167" y="77078"/>
                    <a:pt x="33681" y="77078"/>
                  </a:cubicBezTo>
                  <a:cubicBezTo>
                    <a:pt x="23156" y="77078"/>
                    <a:pt x="14900" y="73669"/>
                    <a:pt x="8913" y="66851"/>
                  </a:cubicBezTo>
                  <a:cubicBezTo>
                    <a:pt x="2971" y="59988"/>
                    <a:pt x="0" y="50551"/>
                    <a:pt x="0" y="38539"/>
                  </a:cubicBezTo>
                  <a:cubicBezTo>
                    <a:pt x="0" y="26482"/>
                    <a:pt x="2971" y="17044"/>
                    <a:pt x="8913" y="10226"/>
                  </a:cubicBezTo>
                  <a:cubicBezTo>
                    <a:pt x="14900" y="3409"/>
                    <a:pt x="23156" y="0"/>
                    <a:pt x="33681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6" name="Freeform 1955">
              <a:extLst>
                <a:ext uri="{FF2B5EF4-FFF2-40B4-BE49-F238E27FC236}">
                  <a16:creationId xmlns:a16="http://schemas.microsoft.com/office/drawing/2014/main" id="{4A6AC1BA-579B-DCD9-D94A-BA21B25CA9ED}"/>
                </a:ext>
              </a:extLst>
            </p:cNvPr>
            <p:cNvSpPr/>
            <p:nvPr/>
          </p:nvSpPr>
          <p:spPr>
            <a:xfrm>
              <a:off x="5952784" y="5019514"/>
              <a:ext cx="61471" cy="75175"/>
            </a:xfrm>
            <a:custGeom>
              <a:avLst/>
              <a:gdLst>
                <a:gd name="csX0" fmla="*/ 61472 w 61471"/>
                <a:gd name="csY0" fmla="*/ 30872 h 75175"/>
                <a:gd name="csX1" fmla="*/ 61472 w 61471"/>
                <a:gd name="csY1" fmla="*/ 75175 h 75175"/>
                <a:gd name="csX2" fmla="*/ 49422 w 61471"/>
                <a:gd name="csY2" fmla="*/ 75175 h 75175"/>
                <a:gd name="csX3" fmla="*/ 49422 w 61471"/>
                <a:gd name="csY3" fmla="*/ 31268 h 75175"/>
                <a:gd name="csX4" fmla="*/ 45356 w 61471"/>
                <a:gd name="csY4" fmla="*/ 15662 h 75175"/>
                <a:gd name="csX5" fmla="*/ 33171 w 61471"/>
                <a:gd name="csY5" fmla="*/ 10487 h 75175"/>
                <a:gd name="csX6" fmla="*/ 17769 w 61471"/>
                <a:gd name="csY6" fmla="*/ 16716 h 75175"/>
                <a:gd name="csX7" fmla="*/ 12129 w 61471"/>
                <a:gd name="csY7" fmla="*/ 33692 h 75175"/>
                <a:gd name="csX8" fmla="*/ 12129 w 61471"/>
                <a:gd name="csY8" fmla="*/ 75175 h 75175"/>
                <a:gd name="csX9" fmla="*/ 0 w 61471"/>
                <a:gd name="csY9" fmla="*/ 75175 h 75175"/>
                <a:gd name="csX10" fmla="*/ 0 w 61471"/>
                <a:gd name="csY10" fmla="*/ 1778 h 75175"/>
                <a:gd name="csX11" fmla="*/ 12129 w 61471"/>
                <a:gd name="csY11" fmla="*/ 1778 h 75175"/>
                <a:gd name="csX12" fmla="*/ 12129 w 61471"/>
                <a:gd name="csY12" fmla="*/ 13171 h 75175"/>
                <a:gd name="csX13" fmla="*/ 22287 w 61471"/>
                <a:gd name="csY13" fmla="*/ 3284 h 75175"/>
                <a:gd name="csX14" fmla="*/ 35855 w 61471"/>
                <a:gd name="csY14" fmla="*/ 0 h 75175"/>
                <a:gd name="csX15" fmla="*/ 54994 w 61471"/>
                <a:gd name="csY15" fmla="*/ 7871 h 75175"/>
                <a:gd name="csX16" fmla="*/ 61472 w 61471"/>
                <a:gd name="csY16" fmla="*/ 30872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1471" h="75175">
                  <a:moveTo>
                    <a:pt x="61472" y="30872"/>
                  </a:moveTo>
                  <a:lnTo>
                    <a:pt x="61472" y="75175"/>
                  </a:lnTo>
                  <a:lnTo>
                    <a:pt x="49422" y="75175"/>
                  </a:lnTo>
                  <a:lnTo>
                    <a:pt x="49422" y="31268"/>
                  </a:lnTo>
                  <a:cubicBezTo>
                    <a:pt x="49422" y="24322"/>
                    <a:pt x="48067" y="19120"/>
                    <a:pt x="45356" y="15662"/>
                  </a:cubicBezTo>
                  <a:cubicBezTo>
                    <a:pt x="42646" y="12212"/>
                    <a:pt x="38584" y="10487"/>
                    <a:pt x="33171" y="10487"/>
                  </a:cubicBezTo>
                  <a:cubicBezTo>
                    <a:pt x="26655" y="10487"/>
                    <a:pt x="21521" y="12563"/>
                    <a:pt x="17769" y="16716"/>
                  </a:cubicBezTo>
                  <a:cubicBezTo>
                    <a:pt x="14009" y="20868"/>
                    <a:pt x="12129" y="26527"/>
                    <a:pt x="12129" y="3369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5013" y="8762"/>
                    <a:pt x="18399" y="5466"/>
                    <a:pt x="22287" y="3284"/>
                  </a:cubicBezTo>
                  <a:cubicBezTo>
                    <a:pt x="26221" y="1095"/>
                    <a:pt x="30743" y="0"/>
                    <a:pt x="35855" y="0"/>
                  </a:cubicBezTo>
                  <a:cubicBezTo>
                    <a:pt x="44288" y="0"/>
                    <a:pt x="50668" y="2624"/>
                    <a:pt x="54994" y="7871"/>
                  </a:cubicBezTo>
                  <a:cubicBezTo>
                    <a:pt x="59313" y="13065"/>
                    <a:pt x="61472" y="20732"/>
                    <a:pt x="61472" y="3087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7" name="Freeform 1956">
              <a:extLst>
                <a:ext uri="{FF2B5EF4-FFF2-40B4-BE49-F238E27FC236}">
                  <a16:creationId xmlns:a16="http://schemas.microsoft.com/office/drawing/2014/main" id="{B4349C5E-0A90-9362-562E-EAF07CCB0FC5}"/>
                </a:ext>
              </a:extLst>
            </p:cNvPr>
            <p:cNvSpPr/>
            <p:nvPr/>
          </p:nvSpPr>
          <p:spPr>
            <a:xfrm>
              <a:off x="4360083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8" name="Freeform 1957">
              <a:extLst>
                <a:ext uri="{FF2B5EF4-FFF2-40B4-BE49-F238E27FC236}">
                  <a16:creationId xmlns:a16="http://schemas.microsoft.com/office/drawing/2014/main" id="{7F857C88-EE67-E9BB-2D8F-2A0C84B99884}"/>
                </a:ext>
              </a:extLst>
            </p:cNvPr>
            <p:cNvSpPr/>
            <p:nvPr/>
          </p:nvSpPr>
          <p:spPr>
            <a:xfrm>
              <a:off x="4360083" y="4777601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9" name="Freeform 1958">
              <a:extLst>
                <a:ext uri="{FF2B5EF4-FFF2-40B4-BE49-F238E27FC236}">
                  <a16:creationId xmlns:a16="http://schemas.microsoft.com/office/drawing/2014/main" id="{8C218562-14BC-502E-B752-712A11C07C37}"/>
                </a:ext>
              </a:extLst>
            </p:cNvPr>
            <p:cNvSpPr/>
            <p:nvPr/>
          </p:nvSpPr>
          <p:spPr>
            <a:xfrm>
              <a:off x="4360083" y="4542450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0" name="Freeform 1959">
              <a:extLst>
                <a:ext uri="{FF2B5EF4-FFF2-40B4-BE49-F238E27FC236}">
                  <a16:creationId xmlns:a16="http://schemas.microsoft.com/office/drawing/2014/main" id="{DE2C8FF6-B379-6102-3936-FE2A3B533076}"/>
                </a:ext>
              </a:extLst>
            </p:cNvPr>
            <p:cNvSpPr/>
            <p:nvPr/>
          </p:nvSpPr>
          <p:spPr>
            <a:xfrm>
              <a:off x="4360083" y="4307282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1" name="Freeform 1960">
              <a:extLst>
                <a:ext uri="{FF2B5EF4-FFF2-40B4-BE49-F238E27FC236}">
                  <a16:creationId xmlns:a16="http://schemas.microsoft.com/office/drawing/2014/main" id="{C64DBFB5-4FF8-0911-4315-16BD03712570}"/>
                </a:ext>
              </a:extLst>
            </p:cNvPr>
            <p:cNvSpPr/>
            <p:nvPr/>
          </p:nvSpPr>
          <p:spPr>
            <a:xfrm>
              <a:off x="4360083" y="4072122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2" name="Freeform 1961">
              <a:extLst>
                <a:ext uri="{FF2B5EF4-FFF2-40B4-BE49-F238E27FC236}">
                  <a16:creationId xmlns:a16="http://schemas.microsoft.com/office/drawing/2014/main" id="{D2B00756-CAC0-1B55-2B8B-5C3A5DDEF0D9}"/>
                </a:ext>
              </a:extLst>
            </p:cNvPr>
            <p:cNvSpPr/>
            <p:nvPr/>
          </p:nvSpPr>
          <p:spPr>
            <a:xfrm>
              <a:off x="4360083" y="3836960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3" name="Freeform 1962">
              <a:extLst>
                <a:ext uri="{FF2B5EF4-FFF2-40B4-BE49-F238E27FC236}">
                  <a16:creationId xmlns:a16="http://schemas.microsoft.com/office/drawing/2014/main" id="{D20DAE5C-7E32-BE77-0F01-8C3ED8A3E11F}"/>
                </a:ext>
              </a:extLst>
            </p:cNvPr>
            <p:cNvSpPr/>
            <p:nvPr/>
          </p:nvSpPr>
          <p:spPr>
            <a:xfrm>
              <a:off x="4360083" y="3601799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4" name="Freeform 1963">
              <a:extLst>
                <a:ext uri="{FF2B5EF4-FFF2-40B4-BE49-F238E27FC236}">
                  <a16:creationId xmlns:a16="http://schemas.microsoft.com/office/drawing/2014/main" id="{126FE5AF-7CDF-C746-EB58-94678C9F48D3}"/>
                </a:ext>
              </a:extLst>
            </p:cNvPr>
            <p:cNvSpPr/>
            <p:nvPr/>
          </p:nvSpPr>
          <p:spPr>
            <a:xfrm>
              <a:off x="4360083" y="3366638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5" name="Freeform 1964">
              <a:extLst>
                <a:ext uri="{FF2B5EF4-FFF2-40B4-BE49-F238E27FC236}">
                  <a16:creationId xmlns:a16="http://schemas.microsoft.com/office/drawing/2014/main" id="{4BECE1E9-4601-2F39-1BD7-43E823638E53}"/>
                </a:ext>
              </a:extLst>
            </p:cNvPr>
            <p:cNvSpPr/>
            <p:nvPr/>
          </p:nvSpPr>
          <p:spPr>
            <a:xfrm>
              <a:off x="4258441" y="4731984"/>
              <a:ext cx="60871" cy="91358"/>
            </a:xfrm>
            <a:custGeom>
              <a:avLst/>
              <a:gdLst>
                <a:gd name="csX0" fmla="*/ 30436 w 60871"/>
                <a:gd name="csY0" fmla="*/ 9434 h 91358"/>
                <a:gd name="csX1" fmla="*/ 16574 w 60871"/>
                <a:gd name="csY1" fmla="*/ 18516 h 91358"/>
                <a:gd name="csX2" fmla="*/ 11974 w 60871"/>
                <a:gd name="csY2" fmla="*/ 45708 h 91358"/>
                <a:gd name="csX3" fmla="*/ 16574 w 60871"/>
                <a:gd name="csY3" fmla="*/ 72899 h 91358"/>
                <a:gd name="csX4" fmla="*/ 30436 w 60871"/>
                <a:gd name="csY4" fmla="*/ 81925 h 91358"/>
                <a:gd name="csX5" fmla="*/ 44296 w 60871"/>
                <a:gd name="csY5" fmla="*/ 72899 h 91358"/>
                <a:gd name="csX6" fmla="*/ 48957 w 60871"/>
                <a:gd name="csY6" fmla="*/ 45708 h 91358"/>
                <a:gd name="csX7" fmla="*/ 44296 w 60871"/>
                <a:gd name="csY7" fmla="*/ 18516 h 91358"/>
                <a:gd name="csX8" fmla="*/ 30436 w 60871"/>
                <a:gd name="csY8" fmla="*/ 9434 h 91358"/>
                <a:gd name="csX9" fmla="*/ 30436 w 60871"/>
                <a:gd name="csY9" fmla="*/ 0 h 91358"/>
                <a:gd name="csX10" fmla="*/ 53026 w 60871"/>
                <a:gd name="csY10" fmla="*/ 11733 h 91358"/>
                <a:gd name="csX11" fmla="*/ 60872 w 60871"/>
                <a:gd name="csY11" fmla="*/ 45708 h 91358"/>
                <a:gd name="csX12" fmla="*/ 53026 w 60871"/>
                <a:gd name="csY12" fmla="*/ 79682 h 91358"/>
                <a:gd name="csX13" fmla="*/ 30436 w 60871"/>
                <a:gd name="csY13" fmla="*/ 91358 h 91358"/>
                <a:gd name="csX14" fmla="*/ 7786 w 60871"/>
                <a:gd name="csY14" fmla="*/ 79682 h 91358"/>
                <a:gd name="csX15" fmla="*/ 0 w 60871"/>
                <a:gd name="csY15" fmla="*/ 45708 h 91358"/>
                <a:gd name="csX16" fmla="*/ 7786 w 60871"/>
                <a:gd name="csY16" fmla="*/ 11733 h 91358"/>
                <a:gd name="csX17" fmla="*/ 30436 w 60871"/>
                <a:gd name="csY17" fmla="*/ 0 h 9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58">
                  <a:moveTo>
                    <a:pt x="30436" y="9434"/>
                  </a:moveTo>
                  <a:cubicBezTo>
                    <a:pt x="24301" y="9434"/>
                    <a:pt x="19681" y="12461"/>
                    <a:pt x="16574" y="18516"/>
                  </a:cubicBezTo>
                  <a:cubicBezTo>
                    <a:pt x="13507" y="24534"/>
                    <a:pt x="11974" y="33597"/>
                    <a:pt x="11974" y="45708"/>
                  </a:cubicBezTo>
                  <a:cubicBezTo>
                    <a:pt x="11974" y="57780"/>
                    <a:pt x="13507" y="66844"/>
                    <a:pt x="16574" y="72899"/>
                  </a:cubicBezTo>
                  <a:cubicBezTo>
                    <a:pt x="19681" y="78916"/>
                    <a:pt x="24301" y="81925"/>
                    <a:pt x="30436" y="81925"/>
                  </a:cubicBezTo>
                  <a:cubicBezTo>
                    <a:pt x="36609" y="81925"/>
                    <a:pt x="41230" y="78916"/>
                    <a:pt x="44296" y="72899"/>
                  </a:cubicBezTo>
                  <a:cubicBezTo>
                    <a:pt x="47403" y="66844"/>
                    <a:pt x="48957" y="57780"/>
                    <a:pt x="48957" y="45708"/>
                  </a:cubicBezTo>
                  <a:cubicBezTo>
                    <a:pt x="48957" y="33597"/>
                    <a:pt x="47403" y="24534"/>
                    <a:pt x="44296" y="18516"/>
                  </a:cubicBezTo>
                  <a:cubicBezTo>
                    <a:pt x="41230" y="12461"/>
                    <a:pt x="36609" y="9434"/>
                    <a:pt x="30436" y="9434"/>
                  </a:cubicBezTo>
                  <a:moveTo>
                    <a:pt x="30436" y="0"/>
                  </a:moveTo>
                  <a:cubicBezTo>
                    <a:pt x="40306" y="0"/>
                    <a:pt x="47836" y="3911"/>
                    <a:pt x="53026" y="11733"/>
                  </a:cubicBezTo>
                  <a:cubicBezTo>
                    <a:pt x="58256" y="19517"/>
                    <a:pt x="60872" y="30842"/>
                    <a:pt x="60872" y="45708"/>
                  </a:cubicBezTo>
                  <a:cubicBezTo>
                    <a:pt x="60872" y="60536"/>
                    <a:pt x="58256" y="71861"/>
                    <a:pt x="53026" y="79682"/>
                  </a:cubicBezTo>
                  <a:cubicBezTo>
                    <a:pt x="47836" y="87466"/>
                    <a:pt x="40306" y="91358"/>
                    <a:pt x="30436" y="91358"/>
                  </a:cubicBezTo>
                  <a:cubicBezTo>
                    <a:pt x="20566" y="91358"/>
                    <a:pt x="13016" y="87466"/>
                    <a:pt x="7786" y="79682"/>
                  </a:cubicBezTo>
                  <a:cubicBezTo>
                    <a:pt x="2595" y="71861"/>
                    <a:pt x="0" y="60536"/>
                    <a:pt x="0" y="45708"/>
                  </a:cubicBezTo>
                  <a:cubicBezTo>
                    <a:pt x="0" y="30842"/>
                    <a:pt x="2595" y="19517"/>
                    <a:pt x="7786" y="11733"/>
                  </a:cubicBezTo>
                  <a:cubicBezTo>
                    <a:pt x="13016" y="3911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6" name="Freeform 1965">
              <a:extLst>
                <a:ext uri="{FF2B5EF4-FFF2-40B4-BE49-F238E27FC236}">
                  <a16:creationId xmlns:a16="http://schemas.microsoft.com/office/drawing/2014/main" id="{EFBD78C1-0F60-4A9E-FF16-30A218C9A060}"/>
                </a:ext>
              </a:extLst>
            </p:cNvPr>
            <p:cNvSpPr/>
            <p:nvPr/>
          </p:nvSpPr>
          <p:spPr>
            <a:xfrm>
              <a:off x="4266876" y="4498418"/>
              <a:ext cx="52436" cy="88062"/>
            </a:xfrm>
            <a:custGeom>
              <a:avLst/>
              <a:gdLst>
                <a:gd name="csX0" fmla="*/ 1710 w 52436"/>
                <a:gd name="csY0" fmla="*/ 78029 h 88062"/>
                <a:gd name="csX1" fmla="*/ 21175 w 52436"/>
                <a:gd name="csY1" fmla="*/ 78029 h 88062"/>
                <a:gd name="csX2" fmla="*/ 21175 w 52436"/>
                <a:gd name="csY2" fmla="*/ 10849 h 88062"/>
                <a:gd name="csX3" fmla="*/ 0 w 52436"/>
                <a:gd name="csY3" fmla="*/ 15096 h 88062"/>
                <a:gd name="csX4" fmla="*/ 0 w 52436"/>
                <a:gd name="csY4" fmla="*/ 4236 h 88062"/>
                <a:gd name="csX5" fmla="*/ 21057 w 52436"/>
                <a:gd name="csY5" fmla="*/ 0 h 88062"/>
                <a:gd name="csX6" fmla="*/ 32971 w 52436"/>
                <a:gd name="csY6" fmla="*/ 0 h 88062"/>
                <a:gd name="csX7" fmla="*/ 32971 w 52436"/>
                <a:gd name="csY7" fmla="*/ 78029 h 88062"/>
                <a:gd name="csX8" fmla="*/ 52437 w 52436"/>
                <a:gd name="csY8" fmla="*/ 78029 h 88062"/>
                <a:gd name="csX9" fmla="*/ 52437 w 52436"/>
                <a:gd name="csY9" fmla="*/ 88063 h 88062"/>
                <a:gd name="csX10" fmla="*/ 1710 w 52436"/>
                <a:gd name="csY10" fmla="*/ 88063 h 88062"/>
                <a:gd name="csX11" fmla="*/ 1710 w 52436"/>
                <a:gd name="csY11" fmla="*/ 78029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2">
                  <a:moveTo>
                    <a:pt x="1710" y="78029"/>
                  </a:moveTo>
                  <a:lnTo>
                    <a:pt x="21175" y="78029"/>
                  </a:lnTo>
                  <a:lnTo>
                    <a:pt x="21175" y="10849"/>
                  </a:lnTo>
                  <a:lnTo>
                    <a:pt x="0" y="15096"/>
                  </a:lnTo>
                  <a:lnTo>
                    <a:pt x="0" y="4236"/>
                  </a:lnTo>
                  <a:lnTo>
                    <a:pt x="21057" y="0"/>
                  </a:lnTo>
                  <a:lnTo>
                    <a:pt x="32971" y="0"/>
                  </a:lnTo>
                  <a:lnTo>
                    <a:pt x="32971" y="78029"/>
                  </a:lnTo>
                  <a:lnTo>
                    <a:pt x="52437" y="78029"/>
                  </a:lnTo>
                  <a:lnTo>
                    <a:pt x="52437" y="88063"/>
                  </a:lnTo>
                  <a:lnTo>
                    <a:pt x="1710" y="88063"/>
                  </a:lnTo>
                  <a:lnTo>
                    <a:pt x="1710" y="7802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7" name="Freeform 1966">
              <a:extLst>
                <a:ext uri="{FF2B5EF4-FFF2-40B4-BE49-F238E27FC236}">
                  <a16:creationId xmlns:a16="http://schemas.microsoft.com/office/drawing/2014/main" id="{CC5C158A-85FF-995B-2947-2285CC95A372}"/>
                </a:ext>
              </a:extLst>
            </p:cNvPr>
            <p:cNvSpPr/>
            <p:nvPr/>
          </p:nvSpPr>
          <p:spPr>
            <a:xfrm>
              <a:off x="4263396" y="4261658"/>
              <a:ext cx="55917" cy="89655"/>
            </a:xfrm>
            <a:custGeom>
              <a:avLst/>
              <a:gdLst>
                <a:gd name="csX0" fmla="*/ 14333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3 h 89655"/>
                <a:gd name="csX6" fmla="*/ 33208 w 55917"/>
                <a:gd name="csY6" fmla="*/ 45535 h 89655"/>
                <a:gd name="csX7" fmla="*/ 41171 w 55917"/>
                <a:gd name="csY7" fmla="*/ 34683 h 89655"/>
                <a:gd name="csX8" fmla="*/ 43471 w 55917"/>
                <a:gd name="csY8" fmla="*/ 25895 h 89655"/>
                <a:gd name="csX9" fmla="*/ 38516 w 55917"/>
                <a:gd name="csY9" fmla="*/ 14452 h 89655"/>
                <a:gd name="csX10" fmla="*/ 25717 w 55917"/>
                <a:gd name="csY10" fmla="*/ 10027 h 89655"/>
                <a:gd name="csX11" fmla="*/ 13861 w 55917"/>
                <a:gd name="csY11" fmla="*/ 11974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4 w 55917"/>
                <a:gd name="csY16" fmla="*/ 6843 h 89655"/>
                <a:gd name="csX17" fmla="*/ 55445 w 55917"/>
                <a:gd name="csY17" fmla="*/ 25128 h 89655"/>
                <a:gd name="csX18" fmla="*/ 53380 w 55917"/>
                <a:gd name="csY18" fmla="*/ 35449 h 89655"/>
                <a:gd name="csX19" fmla="*/ 46008 w 55917"/>
                <a:gd name="csY19" fmla="*/ 46892 h 89655"/>
                <a:gd name="csX20" fmla="*/ 36628 w 55917"/>
                <a:gd name="csY20" fmla="*/ 56801 h 89655"/>
                <a:gd name="csX21" fmla="*/ 14333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3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7"/>
                    <a:pt x="18462" y="60813"/>
                  </a:cubicBezTo>
                  <a:cubicBezTo>
                    <a:pt x="26287" y="52909"/>
                    <a:pt x="31202" y="47816"/>
                    <a:pt x="33208" y="45535"/>
                  </a:cubicBezTo>
                  <a:cubicBezTo>
                    <a:pt x="37022" y="41249"/>
                    <a:pt x="39677" y="37632"/>
                    <a:pt x="41171" y="34683"/>
                  </a:cubicBezTo>
                  <a:cubicBezTo>
                    <a:pt x="42704" y="31694"/>
                    <a:pt x="43471" y="28765"/>
                    <a:pt x="43471" y="25895"/>
                  </a:cubicBezTo>
                  <a:cubicBezTo>
                    <a:pt x="43471" y="21215"/>
                    <a:pt x="41819" y="17401"/>
                    <a:pt x="38516" y="14452"/>
                  </a:cubicBezTo>
                  <a:cubicBezTo>
                    <a:pt x="35252" y="11502"/>
                    <a:pt x="30986" y="10027"/>
                    <a:pt x="25717" y="10027"/>
                  </a:cubicBezTo>
                  <a:cubicBezTo>
                    <a:pt x="21981" y="10027"/>
                    <a:pt x="18029" y="10676"/>
                    <a:pt x="13861" y="11974"/>
                  </a:cubicBezTo>
                  <a:cubicBezTo>
                    <a:pt x="9732" y="13272"/>
                    <a:pt x="5309" y="15238"/>
                    <a:pt x="590" y="17872"/>
                  </a:cubicBezTo>
                  <a:lnTo>
                    <a:pt x="590" y="5839"/>
                  </a:lnTo>
                  <a:cubicBezTo>
                    <a:pt x="5387" y="3912"/>
                    <a:pt x="9870" y="2458"/>
                    <a:pt x="14038" y="1475"/>
                  </a:cubicBezTo>
                  <a:cubicBezTo>
                    <a:pt x="18206" y="492"/>
                    <a:pt x="22020" y="0"/>
                    <a:pt x="25481" y="0"/>
                  </a:cubicBezTo>
                  <a:cubicBezTo>
                    <a:pt x="34604" y="0"/>
                    <a:pt x="41878" y="2281"/>
                    <a:pt x="47304" y="6843"/>
                  </a:cubicBezTo>
                  <a:cubicBezTo>
                    <a:pt x="52731" y="11404"/>
                    <a:pt x="55445" y="17499"/>
                    <a:pt x="55445" y="25128"/>
                  </a:cubicBezTo>
                  <a:cubicBezTo>
                    <a:pt x="55445" y="28745"/>
                    <a:pt x="54757" y="32186"/>
                    <a:pt x="53380" y="35449"/>
                  </a:cubicBezTo>
                  <a:cubicBezTo>
                    <a:pt x="52043" y="38674"/>
                    <a:pt x="49586" y="42488"/>
                    <a:pt x="46008" y="46892"/>
                  </a:cubicBezTo>
                  <a:cubicBezTo>
                    <a:pt x="45024" y="48033"/>
                    <a:pt x="41897" y="51336"/>
                    <a:pt x="36628" y="56801"/>
                  </a:cubicBezTo>
                  <a:cubicBezTo>
                    <a:pt x="31359" y="62228"/>
                    <a:pt x="23927" y="69837"/>
                    <a:pt x="14333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8" name="Freeform 1967">
              <a:extLst>
                <a:ext uri="{FF2B5EF4-FFF2-40B4-BE49-F238E27FC236}">
                  <a16:creationId xmlns:a16="http://schemas.microsoft.com/office/drawing/2014/main" id="{B49FCE01-58C6-1766-BA7B-AF3AF2CCEE52}"/>
                </a:ext>
              </a:extLst>
            </p:cNvPr>
            <p:cNvSpPr/>
            <p:nvPr/>
          </p:nvSpPr>
          <p:spPr>
            <a:xfrm>
              <a:off x="4261332" y="4026498"/>
              <a:ext cx="57981" cy="91365"/>
            </a:xfrm>
            <a:custGeom>
              <a:avLst/>
              <a:gdLst>
                <a:gd name="csX0" fmla="*/ 39814 w 57981"/>
                <a:gd name="csY0" fmla="*/ 42173 h 91365"/>
                <a:gd name="csX1" fmla="*/ 53145 w 57981"/>
                <a:gd name="csY1" fmla="*/ 49782 h 91365"/>
                <a:gd name="csX2" fmla="*/ 57982 w 57981"/>
                <a:gd name="csY2" fmla="*/ 64056 h 91365"/>
                <a:gd name="csX3" fmla="*/ 49016 w 57981"/>
                <a:gd name="csY3" fmla="*/ 84228 h 91365"/>
                <a:gd name="csX4" fmla="*/ 23534 w 57981"/>
                <a:gd name="csY4" fmla="*/ 91365 h 91365"/>
                <a:gd name="csX5" fmla="*/ 12092 w 57981"/>
                <a:gd name="csY5" fmla="*/ 90245 h 91365"/>
                <a:gd name="csX6" fmla="*/ 0 w 57981"/>
                <a:gd name="csY6" fmla="*/ 87001 h 91365"/>
                <a:gd name="csX7" fmla="*/ 0 w 57981"/>
                <a:gd name="csY7" fmla="*/ 75499 h 91365"/>
                <a:gd name="csX8" fmla="*/ 10853 w 57981"/>
                <a:gd name="csY8" fmla="*/ 79864 h 91365"/>
                <a:gd name="csX9" fmla="*/ 23181 w 57981"/>
                <a:gd name="csY9" fmla="*/ 81338 h 91365"/>
                <a:gd name="csX10" fmla="*/ 40227 w 57981"/>
                <a:gd name="csY10" fmla="*/ 76915 h 91365"/>
                <a:gd name="csX11" fmla="*/ 46125 w 57981"/>
                <a:gd name="csY11" fmla="*/ 64056 h 91365"/>
                <a:gd name="csX12" fmla="*/ 40640 w 57981"/>
                <a:gd name="csY12" fmla="*/ 51906 h 91365"/>
                <a:gd name="csX13" fmla="*/ 25481 w 57981"/>
                <a:gd name="csY13" fmla="*/ 47482 h 91365"/>
                <a:gd name="csX14" fmla="*/ 15217 w 57981"/>
                <a:gd name="csY14" fmla="*/ 47482 h 91365"/>
                <a:gd name="csX15" fmla="*/ 15217 w 57981"/>
                <a:gd name="csY15" fmla="*/ 37691 h 91365"/>
                <a:gd name="csX16" fmla="*/ 25952 w 57981"/>
                <a:gd name="csY16" fmla="*/ 37691 h 91365"/>
                <a:gd name="csX17" fmla="*/ 39401 w 57981"/>
                <a:gd name="csY17" fmla="*/ 34210 h 91365"/>
                <a:gd name="csX18" fmla="*/ 44061 w 57981"/>
                <a:gd name="csY18" fmla="*/ 24066 h 91365"/>
                <a:gd name="csX19" fmla="*/ 39224 w 57981"/>
                <a:gd name="csY19" fmla="*/ 13684 h 91365"/>
                <a:gd name="csX20" fmla="*/ 25481 w 57981"/>
                <a:gd name="csY20" fmla="*/ 10027 h 91365"/>
                <a:gd name="csX21" fmla="*/ 14982 w 57981"/>
                <a:gd name="csY21" fmla="*/ 11088 h 91365"/>
                <a:gd name="csX22" fmla="*/ 2655 w 57981"/>
                <a:gd name="csY22" fmla="*/ 14392 h 91365"/>
                <a:gd name="csX23" fmla="*/ 2655 w 57981"/>
                <a:gd name="csY23" fmla="*/ 3775 h 91365"/>
                <a:gd name="csX24" fmla="*/ 15335 w 57981"/>
                <a:gd name="csY24" fmla="*/ 943 h 91365"/>
                <a:gd name="csX25" fmla="*/ 26542 w 57981"/>
                <a:gd name="csY25" fmla="*/ 0 h 91365"/>
                <a:gd name="csX26" fmla="*/ 48012 w 57981"/>
                <a:gd name="csY26" fmla="*/ 6192 h 91365"/>
                <a:gd name="csX27" fmla="*/ 55917 w 57981"/>
                <a:gd name="csY27" fmla="*/ 22827 h 91365"/>
                <a:gd name="csX28" fmla="*/ 51729 w 57981"/>
                <a:gd name="csY28" fmla="*/ 35213 h 91365"/>
                <a:gd name="csX29" fmla="*/ 39814 w 57981"/>
                <a:gd name="csY29" fmla="*/ 42173 h 91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1" h="91365">
                  <a:moveTo>
                    <a:pt x="39814" y="42173"/>
                  </a:moveTo>
                  <a:cubicBezTo>
                    <a:pt x="45516" y="43392"/>
                    <a:pt x="49959" y="45929"/>
                    <a:pt x="53145" y="49782"/>
                  </a:cubicBezTo>
                  <a:cubicBezTo>
                    <a:pt x="56369" y="53636"/>
                    <a:pt x="57982" y="58394"/>
                    <a:pt x="57982" y="64056"/>
                  </a:cubicBezTo>
                  <a:cubicBezTo>
                    <a:pt x="57982" y="72746"/>
                    <a:pt x="54993" y="79470"/>
                    <a:pt x="49016" y="84228"/>
                  </a:cubicBezTo>
                  <a:cubicBezTo>
                    <a:pt x="43038" y="88986"/>
                    <a:pt x="34545" y="91365"/>
                    <a:pt x="23534" y="91365"/>
                  </a:cubicBezTo>
                  <a:cubicBezTo>
                    <a:pt x="19838" y="91365"/>
                    <a:pt x="16024" y="90992"/>
                    <a:pt x="12092" y="90245"/>
                  </a:cubicBezTo>
                  <a:cubicBezTo>
                    <a:pt x="8199" y="89537"/>
                    <a:pt x="4168" y="88455"/>
                    <a:pt x="0" y="87001"/>
                  </a:cubicBezTo>
                  <a:lnTo>
                    <a:pt x="0" y="75499"/>
                  </a:lnTo>
                  <a:cubicBezTo>
                    <a:pt x="3303" y="77426"/>
                    <a:pt x="6921" y="78881"/>
                    <a:pt x="10853" y="79864"/>
                  </a:cubicBezTo>
                  <a:cubicBezTo>
                    <a:pt x="14785" y="80847"/>
                    <a:pt x="18894" y="81338"/>
                    <a:pt x="23181" y="81338"/>
                  </a:cubicBezTo>
                  <a:cubicBezTo>
                    <a:pt x="30652" y="81338"/>
                    <a:pt x="36334" y="79864"/>
                    <a:pt x="40227" y="76915"/>
                  </a:cubicBezTo>
                  <a:cubicBezTo>
                    <a:pt x="44159" y="73966"/>
                    <a:pt x="46125" y="69679"/>
                    <a:pt x="46125" y="64056"/>
                  </a:cubicBezTo>
                  <a:cubicBezTo>
                    <a:pt x="46125" y="58866"/>
                    <a:pt x="44297" y="54815"/>
                    <a:pt x="40640" y="51906"/>
                  </a:cubicBezTo>
                  <a:cubicBezTo>
                    <a:pt x="37022" y="48957"/>
                    <a:pt x="31969" y="47482"/>
                    <a:pt x="25481" y="47482"/>
                  </a:cubicBezTo>
                  <a:lnTo>
                    <a:pt x="15217" y="47482"/>
                  </a:lnTo>
                  <a:lnTo>
                    <a:pt x="15217" y="37691"/>
                  </a:lnTo>
                  <a:lnTo>
                    <a:pt x="25952" y="37691"/>
                  </a:lnTo>
                  <a:cubicBezTo>
                    <a:pt x="31812" y="37691"/>
                    <a:pt x="36295" y="36531"/>
                    <a:pt x="39401" y="34210"/>
                  </a:cubicBezTo>
                  <a:cubicBezTo>
                    <a:pt x="42507" y="31851"/>
                    <a:pt x="44061" y="28469"/>
                    <a:pt x="44061" y="24066"/>
                  </a:cubicBezTo>
                  <a:cubicBezTo>
                    <a:pt x="44061" y="19543"/>
                    <a:pt x="42449" y="16083"/>
                    <a:pt x="39224" y="13684"/>
                  </a:cubicBezTo>
                  <a:cubicBezTo>
                    <a:pt x="36039" y="11246"/>
                    <a:pt x="31458" y="10027"/>
                    <a:pt x="25481" y="10027"/>
                  </a:cubicBezTo>
                  <a:cubicBezTo>
                    <a:pt x="22217" y="10027"/>
                    <a:pt x="18718" y="10381"/>
                    <a:pt x="14982" y="11088"/>
                  </a:cubicBezTo>
                  <a:cubicBezTo>
                    <a:pt x="11246" y="11796"/>
                    <a:pt x="7137" y="12898"/>
                    <a:pt x="2655" y="14392"/>
                  </a:cubicBezTo>
                  <a:lnTo>
                    <a:pt x="2655" y="3775"/>
                  </a:lnTo>
                  <a:cubicBezTo>
                    <a:pt x="7176" y="2516"/>
                    <a:pt x="11403" y="1572"/>
                    <a:pt x="15335" y="943"/>
                  </a:cubicBezTo>
                  <a:cubicBezTo>
                    <a:pt x="19307" y="314"/>
                    <a:pt x="23043" y="0"/>
                    <a:pt x="26542" y="0"/>
                  </a:cubicBezTo>
                  <a:cubicBezTo>
                    <a:pt x="35586" y="0"/>
                    <a:pt x="42743" y="2064"/>
                    <a:pt x="48012" y="6192"/>
                  </a:cubicBezTo>
                  <a:cubicBezTo>
                    <a:pt x="53282" y="10282"/>
                    <a:pt x="55917" y="15827"/>
                    <a:pt x="55917" y="22827"/>
                  </a:cubicBezTo>
                  <a:cubicBezTo>
                    <a:pt x="55917" y="27702"/>
                    <a:pt x="54521" y="31831"/>
                    <a:pt x="51729" y="35213"/>
                  </a:cubicBezTo>
                  <a:cubicBezTo>
                    <a:pt x="48937" y="38555"/>
                    <a:pt x="44965" y="40875"/>
                    <a:pt x="39814" y="42173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9" name="Freeform 1968">
              <a:extLst>
                <a:ext uri="{FF2B5EF4-FFF2-40B4-BE49-F238E27FC236}">
                  <a16:creationId xmlns:a16="http://schemas.microsoft.com/office/drawing/2014/main" id="{02DC34F1-CF0F-570B-164C-353B2C116410}"/>
                </a:ext>
              </a:extLst>
            </p:cNvPr>
            <p:cNvSpPr/>
            <p:nvPr/>
          </p:nvSpPr>
          <p:spPr>
            <a:xfrm>
              <a:off x="4255138" y="3792928"/>
              <a:ext cx="64175" cy="88062"/>
            </a:xfrm>
            <a:custGeom>
              <a:avLst/>
              <a:gdLst>
                <a:gd name="csX0" fmla="*/ 39755 w 64175"/>
                <a:gd name="csY0" fmla="*/ 10382 h 88062"/>
                <a:gd name="csX1" fmla="*/ 9674 w 64175"/>
                <a:gd name="csY1" fmla="*/ 57391 h 88062"/>
                <a:gd name="csX2" fmla="*/ 39755 w 64175"/>
                <a:gd name="csY2" fmla="*/ 57391 h 88062"/>
                <a:gd name="csX3" fmla="*/ 39755 w 64175"/>
                <a:gd name="csY3" fmla="*/ 10382 h 88062"/>
                <a:gd name="csX4" fmla="*/ 36629 w 64175"/>
                <a:gd name="csY4" fmla="*/ 0 h 88062"/>
                <a:gd name="csX5" fmla="*/ 51611 w 64175"/>
                <a:gd name="csY5" fmla="*/ 0 h 88062"/>
                <a:gd name="csX6" fmla="*/ 51611 w 64175"/>
                <a:gd name="csY6" fmla="*/ 57391 h 88062"/>
                <a:gd name="csX7" fmla="*/ 64175 w 64175"/>
                <a:gd name="csY7" fmla="*/ 57391 h 88062"/>
                <a:gd name="csX8" fmla="*/ 64175 w 64175"/>
                <a:gd name="csY8" fmla="*/ 67301 h 88062"/>
                <a:gd name="csX9" fmla="*/ 51611 w 64175"/>
                <a:gd name="csY9" fmla="*/ 67301 h 88062"/>
                <a:gd name="csX10" fmla="*/ 51611 w 64175"/>
                <a:gd name="csY10" fmla="*/ 88063 h 88062"/>
                <a:gd name="csX11" fmla="*/ 39755 w 64175"/>
                <a:gd name="csY11" fmla="*/ 88063 h 88062"/>
                <a:gd name="csX12" fmla="*/ 39755 w 64175"/>
                <a:gd name="csY12" fmla="*/ 67301 h 88062"/>
                <a:gd name="csX13" fmla="*/ 0 w 64175"/>
                <a:gd name="csY13" fmla="*/ 67301 h 88062"/>
                <a:gd name="csX14" fmla="*/ 0 w 64175"/>
                <a:gd name="csY14" fmla="*/ 55799 h 88062"/>
                <a:gd name="csX15" fmla="*/ 36629 w 64175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5" h="88062">
                  <a:moveTo>
                    <a:pt x="39755" y="10382"/>
                  </a:moveTo>
                  <a:lnTo>
                    <a:pt x="9674" y="57391"/>
                  </a:lnTo>
                  <a:lnTo>
                    <a:pt x="39755" y="57391"/>
                  </a:lnTo>
                  <a:lnTo>
                    <a:pt x="39755" y="10382"/>
                  </a:lnTo>
                  <a:moveTo>
                    <a:pt x="36629" y="0"/>
                  </a:moveTo>
                  <a:lnTo>
                    <a:pt x="51611" y="0"/>
                  </a:lnTo>
                  <a:lnTo>
                    <a:pt x="51611" y="57391"/>
                  </a:lnTo>
                  <a:lnTo>
                    <a:pt x="64175" y="57391"/>
                  </a:lnTo>
                  <a:lnTo>
                    <a:pt x="64175" y="67301"/>
                  </a:lnTo>
                  <a:lnTo>
                    <a:pt x="51611" y="67301"/>
                  </a:lnTo>
                  <a:lnTo>
                    <a:pt x="51611" y="88063"/>
                  </a:lnTo>
                  <a:lnTo>
                    <a:pt x="39755" y="88063"/>
                  </a:lnTo>
                  <a:lnTo>
                    <a:pt x="39755" y="67301"/>
                  </a:lnTo>
                  <a:lnTo>
                    <a:pt x="0" y="67301"/>
                  </a:lnTo>
                  <a:lnTo>
                    <a:pt x="0" y="55799"/>
                  </a:lnTo>
                  <a:lnTo>
                    <a:pt x="36629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0" name="Freeform 1969">
              <a:extLst>
                <a:ext uri="{FF2B5EF4-FFF2-40B4-BE49-F238E27FC236}">
                  <a16:creationId xmlns:a16="http://schemas.microsoft.com/office/drawing/2014/main" id="{AA695CFA-B6AD-6A6F-31DC-0E9C3EFCA336}"/>
                </a:ext>
              </a:extLst>
            </p:cNvPr>
            <p:cNvSpPr/>
            <p:nvPr/>
          </p:nvSpPr>
          <p:spPr>
            <a:xfrm>
              <a:off x="4262334" y="3557768"/>
              <a:ext cx="56979" cy="89772"/>
            </a:xfrm>
            <a:custGeom>
              <a:avLst/>
              <a:gdLst>
                <a:gd name="csX0" fmla="*/ 3717 w 56979"/>
                <a:gd name="csY0" fmla="*/ 0 h 89772"/>
                <a:gd name="csX1" fmla="*/ 50490 w 56979"/>
                <a:gd name="csY1" fmla="*/ 0 h 89772"/>
                <a:gd name="csX2" fmla="*/ 50490 w 56979"/>
                <a:gd name="csY2" fmla="*/ 10027 h 89772"/>
                <a:gd name="csX3" fmla="*/ 14628 w 56979"/>
                <a:gd name="csY3" fmla="*/ 10027 h 89772"/>
                <a:gd name="csX4" fmla="*/ 14628 w 56979"/>
                <a:gd name="csY4" fmla="*/ 31615 h 89772"/>
                <a:gd name="csX5" fmla="*/ 19819 w 56979"/>
                <a:gd name="csY5" fmla="*/ 30318 h 89772"/>
                <a:gd name="csX6" fmla="*/ 25010 w 56979"/>
                <a:gd name="csY6" fmla="*/ 29846 h 89772"/>
                <a:gd name="csX7" fmla="*/ 48367 w 56979"/>
                <a:gd name="csY7" fmla="*/ 37926 h 89772"/>
                <a:gd name="csX8" fmla="*/ 56979 w 56979"/>
                <a:gd name="csY8" fmla="*/ 59809 h 89772"/>
                <a:gd name="csX9" fmla="*/ 48131 w 56979"/>
                <a:gd name="csY9" fmla="*/ 81928 h 89772"/>
                <a:gd name="csX10" fmla="*/ 23181 w 56979"/>
                <a:gd name="csY10" fmla="*/ 89773 h 89772"/>
                <a:gd name="csX11" fmla="*/ 11856 w 56979"/>
                <a:gd name="csY11" fmla="*/ 88830 h 89772"/>
                <a:gd name="csX12" fmla="*/ 0 w 56979"/>
                <a:gd name="csY12" fmla="*/ 85998 h 89772"/>
                <a:gd name="csX13" fmla="*/ 0 w 56979"/>
                <a:gd name="csY13" fmla="*/ 74024 h 89772"/>
                <a:gd name="csX14" fmla="*/ 10972 w 56979"/>
                <a:gd name="csY14" fmla="*/ 78330 h 89772"/>
                <a:gd name="csX15" fmla="*/ 22946 w 56979"/>
                <a:gd name="csY15" fmla="*/ 79746 h 89772"/>
                <a:gd name="csX16" fmla="*/ 39106 w 56979"/>
                <a:gd name="csY16" fmla="*/ 74379 h 89772"/>
                <a:gd name="csX17" fmla="*/ 45064 w 56979"/>
                <a:gd name="csY17" fmla="*/ 59809 h 89772"/>
                <a:gd name="csX18" fmla="*/ 39106 w 56979"/>
                <a:gd name="csY18" fmla="*/ 45241 h 89772"/>
                <a:gd name="csX19" fmla="*/ 22946 w 56979"/>
                <a:gd name="csY19" fmla="*/ 39873 h 89772"/>
                <a:gd name="csX20" fmla="*/ 13390 w 56979"/>
                <a:gd name="csY20" fmla="*/ 40934 h 89772"/>
                <a:gd name="csX21" fmla="*/ 3717 w 56979"/>
                <a:gd name="csY21" fmla="*/ 44238 h 89772"/>
                <a:gd name="csX22" fmla="*/ 3717 w 56979"/>
                <a:gd name="csY22" fmla="*/ 0 h 89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6979" h="89772">
                  <a:moveTo>
                    <a:pt x="3717" y="0"/>
                  </a:moveTo>
                  <a:lnTo>
                    <a:pt x="50490" y="0"/>
                  </a:lnTo>
                  <a:lnTo>
                    <a:pt x="50490" y="10027"/>
                  </a:lnTo>
                  <a:lnTo>
                    <a:pt x="14628" y="10027"/>
                  </a:lnTo>
                  <a:lnTo>
                    <a:pt x="14628" y="31615"/>
                  </a:lnTo>
                  <a:cubicBezTo>
                    <a:pt x="16359" y="31025"/>
                    <a:pt x="18089" y="30593"/>
                    <a:pt x="19819" y="30318"/>
                  </a:cubicBezTo>
                  <a:cubicBezTo>
                    <a:pt x="21549" y="30003"/>
                    <a:pt x="23280" y="29846"/>
                    <a:pt x="25010" y="29846"/>
                  </a:cubicBezTo>
                  <a:cubicBezTo>
                    <a:pt x="34840" y="29846"/>
                    <a:pt x="42626" y="32539"/>
                    <a:pt x="48367" y="37926"/>
                  </a:cubicBezTo>
                  <a:cubicBezTo>
                    <a:pt x="54108" y="43314"/>
                    <a:pt x="56979" y="50608"/>
                    <a:pt x="56979" y="59809"/>
                  </a:cubicBezTo>
                  <a:cubicBezTo>
                    <a:pt x="56979" y="69286"/>
                    <a:pt x="54030" y="76659"/>
                    <a:pt x="48131" y="81928"/>
                  </a:cubicBezTo>
                  <a:cubicBezTo>
                    <a:pt x="42233" y="87158"/>
                    <a:pt x="33916" y="89773"/>
                    <a:pt x="23181" y="89773"/>
                  </a:cubicBezTo>
                  <a:cubicBezTo>
                    <a:pt x="19485" y="89773"/>
                    <a:pt x="15710" y="89459"/>
                    <a:pt x="11856" y="88830"/>
                  </a:cubicBezTo>
                  <a:cubicBezTo>
                    <a:pt x="8042" y="88201"/>
                    <a:pt x="4090" y="87257"/>
                    <a:pt x="0" y="85998"/>
                  </a:cubicBezTo>
                  <a:lnTo>
                    <a:pt x="0" y="74024"/>
                  </a:lnTo>
                  <a:cubicBezTo>
                    <a:pt x="3539" y="75951"/>
                    <a:pt x="7197" y="77386"/>
                    <a:pt x="10972" y="78330"/>
                  </a:cubicBezTo>
                  <a:cubicBezTo>
                    <a:pt x="14747" y="79274"/>
                    <a:pt x="18738" y="79746"/>
                    <a:pt x="22946" y="79746"/>
                  </a:cubicBezTo>
                  <a:cubicBezTo>
                    <a:pt x="29748" y="79746"/>
                    <a:pt x="35135" y="77957"/>
                    <a:pt x="39106" y="74379"/>
                  </a:cubicBezTo>
                  <a:cubicBezTo>
                    <a:pt x="43078" y="70800"/>
                    <a:pt x="45064" y="65944"/>
                    <a:pt x="45064" y="59809"/>
                  </a:cubicBezTo>
                  <a:cubicBezTo>
                    <a:pt x="45064" y="53675"/>
                    <a:pt x="43078" y="48819"/>
                    <a:pt x="39106" y="45241"/>
                  </a:cubicBezTo>
                  <a:cubicBezTo>
                    <a:pt x="35135" y="41662"/>
                    <a:pt x="29748" y="39873"/>
                    <a:pt x="22946" y="39873"/>
                  </a:cubicBezTo>
                  <a:cubicBezTo>
                    <a:pt x="19760" y="39873"/>
                    <a:pt x="16575" y="40227"/>
                    <a:pt x="13390" y="40934"/>
                  </a:cubicBezTo>
                  <a:cubicBezTo>
                    <a:pt x="10243" y="41642"/>
                    <a:pt x="7019" y="42743"/>
                    <a:pt x="3717" y="44238"/>
                  </a:cubicBezTo>
                  <a:lnTo>
                    <a:pt x="3717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1" name="Freeform 1970">
              <a:extLst>
                <a:ext uri="{FF2B5EF4-FFF2-40B4-BE49-F238E27FC236}">
                  <a16:creationId xmlns:a16="http://schemas.microsoft.com/office/drawing/2014/main" id="{DF98BFC6-1B38-850A-C465-576C354B2082}"/>
                </a:ext>
              </a:extLst>
            </p:cNvPr>
            <p:cNvSpPr/>
            <p:nvPr/>
          </p:nvSpPr>
          <p:spPr>
            <a:xfrm>
              <a:off x="4258500" y="3321014"/>
              <a:ext cx="60812" cy="91366"/>
            </a:xfrm>
            <a:custGeom>
              <a:avLst/>
              <a:gdLst>
                <a:gd name="csX0" fmla="*/ 31438 w 60812"/>
                <a:gd name="csY0" fmla="*/ 40876 h 91366"/>
                <a:gd name="csX1" fmla="*/ 18698 w 60812"/>
                <a:gd name="csY1" fmla="*/ 46361 h 91366"/>
                <a:gd name="csX2" fmla="*/ 14038 w 60812"/>
                <a:gd name="csY2" fmla="*/ 61402 h 91366"/>
                <a:gd name="csX3" fmla="*/ 18698 w 60812"/>
                <a:gd name="csY3" fmla="*/ 76443 h 91366"/>
                <a:gd name="csX4" fmla="*/ 31438 w 60812"/>
                <a:gd name="csY4" fmla="*/ 81928 h 91366"/>
                <a:gd name="csX5" fmla="*/ 44120 w 60812"/>
                <a:gd name="csY5" fmla="*/ 76443 h 91366"/>
                <a:gd name="csX6" fmla="*/ 48839 w 60812"/>
                <a:gd name="csY6" fmla="*/ 61402 h 91366"/>
                <a:gd name="csX7" fmla="*/ 44120 w 60812"/>
                <a:gd name="csY7" fmla="*/ 46361 h 91366"/>
                <a:gd name="csX8" fmla="*/ 31438 w 60812"/>
                <a:gd name="csY8" fmla="*/ 40876 h 91366"/>
                <a:gd name="csX9" fmla="*/ 55090 w 60812"/>
                <a:gd name="csY9" fmla="*/ 3539 h 91366"/>
                <a:gd name="csX10" fmla="*/ 55090 w 60812"/>
                <a:gd name="csY10" fmla="*/ 14392 h 91366"/>
                <a:gd name="csX11" fmla="*/ 46008 w 60812"/>
                <a:gd name="csY11" fmla="*/ 11148 h 91366"/>
                <a:gd name="csX12" fmla="*/ 36983 w 60812"/>
                <a:gd name="csY12" fmla="*/ 10027 h 91366"/>
                <a:gd name="csX13" fmla="*/ 18934 w 60812"/>
                <a:gd name="csY13" fmla="*/ 17990 h 91366"/>
                <a:gd name="csX14" fmla="*/ 11856 w 60812"/>
                <a:gd name="csY14" fmla="*/ 42056 h 91366"/>
                <a:gd name="csX15" fmla="*/ 20585 w 60812"/>
                <a:gd name="csY15" fmla="*/ 34211 h 91366"/>
                <a:gd name="csX16" fmla="*/ 32146 w 60812"/>
                <a:gd name="csY16" fmla="*/ 31438 h 91366"/>
                <a:gd name="csX17" fmla="*/ 53086 w 60812"/>
                <a:gd name="csY17" fmla="*/ 39519 h 91366"/>
                <a:gd name="csX18" fmla="*/ 60813 w 60812"/>
                <a:gd name="csY18" fmla="*/ 61402 h 91366"/>
                <a:gd name="csX19" fmla="*/ 52790 w 60812"/>
                <a:gd name="csY19" fmla="*/ 83167 h 91366"/>
                <a:gd name="csX20" fmla="*/ 31438 w 60812"/>
                <a:gd name="csY20" fmla="*/ 91366 h 91366"/>
                <a:gd name="csX21" fmla="*/ 8080 w 60812"/>
                <a:gd name="csY21" fmla="*/ 79687 h 91366"/>
                <a:gd name="csX22" fmla="*/ 0 w 60812"/>
                <a:gd name="csY22" fmla="*/ 45713 h 91366"/>
                <a:gd name="csX23" fmla="*/ 9909 w 60812"/>
                <a:gd name="csY23" fmla="*/ 12446 h 91366"/>
                <a:gd name="csX24" fmla="*/ 36511 w 60812"/>
                <a:gd name="csY24" fmla="*/ 0 h 91366"/>
                <a:gd name="csX25" fmla="*/ 45535 w 60812"/>
                <a:gd name="csY25" fmla="*/ 885 h 91366"/>
                <a:gd name="csX26" fmla="*/ 55090 w 60812"/>
                <a:gd name="csY26" fmla="*/ 3539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812" h="91366">
                  <a:moveTo>
                    <a:pt x="31438" y="40876"/>
                  </a:moveTo>
                  <a:cubicBezTo>
                    <a:pt x="26090" y="40876"/>
                    <a:pt x="21844" y="42704"/>
                    <a:pt x="18698" y="46361"/>
                  </a:cubicBezTo>
                  <a:cubicBezTo>
                    <a:pt x="15591" y="50018"/>
                    <a:pt x="14038" y="55032"/>
                    <a:pt x="14038" y="61402"/>
                  </a:cubicBezTo>
                  <a:cubicBezTo>
                    <a:pt x="14038" y="67733"/>
                    <a:pt x="15591" y="72747"/>
                    <a:pt x="18698" y="76443"/>
                  </a:cubicBezTo>
                  <a:cubicBezTo>
                    <a:pt x="21844" y="80100"/>
                    <a:pt x="26090" y="81928"/>
                    <a:pt x="31438" y="81928"/>
                  </a:cubicBezTo>
                  <a:cubicBezTo>
                    <a:pt x="36786" y="81928"/>
                    <a:pt x="41013" y="80100"/>
                    <a:pt x="44120" y="76443"/>
                  </a:cubicBezTo>
                  <a:cubicBezTo>
                    <a:pt x="47266" y="72747"/>
                    <a:pt x="48839" y="67733"/>
                    <a:pt x="48839" y="61402"/>
                  </a:cubicBezTo>
                  <a:cubicBezTo>
                    <a:pt x="48839" y="55032"/>
                    <a:pt x="47266" y="50018"/>
                    <a:pt x="44120" y="46361"/>
                  </a:cubicBezTo>
                  <a:cubicBezTo>
                    <a:pt x="41013" y="42704"/>
                    <a:pt x="36786" y="40876"/>
                    <a:pt x="31438" y="40876"/>
                  </a:cubicBezTo>
                  <a:moveTo>
                    <a:pt x="55090" y="3539"/>
                  </a:moveTo>
                  <a:lnTo>
                    <a:pt x="55090" y="14392"/>
                  </a:lnTo>
                  <a:cubicBezTo>
                    <a:pt x="52102" y="12976"/>
                    <a:pt x="49074" y="11895"/>
                    <a:pt x="46008" y="11148"/>
                  </a:cubicBezTo>
                  <a:cubicBezTo>
                    <a:pt x="42979" y="10401"/>
                    <a:pt x="39971" y="10027"/>
                    <a:pt x="36983" y="10027"/>
                  </a:cubicBezTo>
                  <a:cubicBezTo>
                    <a:pt x="29118" y="10027"/>
                    <a:pt x="23102" y="12682"/>
                    <a:pt x="18934" y="17990"/>
                  </a:cubicBezTo>
                  <a:cubicBezTo>
                    <a:pt x="14805" y="23299"/>
                    <a:pt x="12446" y="31321"/>
                    <a:pt x="11856" y="42056"/>
                  </a:cubicBezTo>
                  <a:cubicBezTo>
                    <a:pt x="14175" y="38634"/>
                    <a:pt x="17085" y="36019"/>
                    <a:pt x="20585" y="34211"/>
                  </a:cubicBezTo>
                  <a:cubicBezTo>
                    <a:pt x="24085" y="32363"/>
                    <a:pt x="27938" y="31438"/>
                    <a:pt x="32146" y="31438"/>
                  </a:cubicBezTo>
                  <a:cubicBezTo>
                    <a:pt x="40994" y="31438"/>
                    <a:pt x="47974" y="34132"/>
                    <a:pt x="53086" y="39519"/>
                  </a:cubicBezTo>
                  <a:cubicBezTo>
                    <a:pt x="58237" y="44867"/>
                    <a:pt x="60813" y="52161"/>
                    <a:pt x="60813" y="61402"/>
                  </a:cubicBezTo>
                  <a:cubicBezTo>
                    <a:pt x="60813" y="70446"/>
                    <a:pt x="58139" y="77701"/>
                    <a:pt x="52790" y="83167"/>
                  </a:cubicBezTo>
                  <a:cubicBezTo>
                    <a:pt x="47443" y="88633"/>
                    <a:pt x="40325" y="91366"/>
                    <a:pt x="31438" y="91366"/>
                  </a:cubicBezTo>
                  <a:cubicBezTo>
                    <a:pt x="21254" y="91366"/>
                    <a:pt x="13468" y="87473"/>
                    <a:pt x="8080" y="79687"/>
                  </a:cubicBezTo>
                  <a:cubicBezTo>
                    <a:pt x="2693" y="71862"/>
                    <a:pt x="0" y="60537"/>
                    <a:pt x="0" y="45713"/>
                  </a:cubicBezTo>
                  <a:cubicBezTo>
                    <a:pt x="0" y="31792"/>
                    <a:pt x="3303" y="20703"/>
                    <a:pt x="9909" y="12446"/>
                  </a:cubicBezTo>
                  <a:cubicBezTo>
                    <a:pt x="16516" y="4149"/>
                    <a:pt x="25383" y="0"/>
                    <a:pt x="36511" y="0"/>
                  </a:cubicBezTo>
                  <a:cubicBezTo>
                    <a:pt x="39500" y="0"/>
                    <a:pt x="42508" y="295"/>
                    <a:pt x="45535" y="885"/>
                  </a:cubicBezTo>
                  <a:cubicBezTo>
                    <a:pt x="48602" y="1475"/>
                    <a:pt x="51787" y="2359"/>
                    <a:pt x="55090" y="3539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2" name="Freeform 1971">
              <a:extLst>
                <a:ext uri="{FF2B5EF4-FFF2-40B4-BE49-F238E27FC236}">
                  <a16:creationId xmlns:a16="http://schemas.microsoft.com/office/drawing/2014/main" id="{430FDE5D-3AAD-95A8-923D-932500A73212}"/>
                </a:ext>
              </a:extLst>
            </p:cNvPr>
            <p:cNvSpPr/>
            <p:nvPr/>
          </p:nvSpPr>
          <p:spPr>
            <a:xfrm>
              <a:off x="4087166" y="4659538"/>
              <a:ext cx="97847" cy="63045"/>
            </a:xfrm>
            <a:custGeom>
              <a:avLst/>
              <a:gdLst>
                <a:gd name="csX0" fmla="*/ 0 w 97847"/>
                <a:gd name="csY0" fmla="*/ 63046 h 63045"/>
                <a:gd name="csX1" fmla="*/ 0 w 97847"/>
                <a:gd name="csY1" fmla="*/ 1178 h 63045"/>
                <a:gd name="csX2" fmla="*/ 11141 w 97847"/>
                <a:gd name="csY2" fmla="*/ 1178 h 63045"/>
                <a:gd name="csX3" fmla="*/ 11141 w 97847"/>
                <a:gd name="csY3" fmla="*/ 49807 h 63045"/>
                <a:gd name="csX4" fmla="*/ 40109 w 97847"/>
                <a:gd name="csY4" fmla="*/ 49807 h 63045"/>
                <a:gd name="csX5" fmla="*/ 40109 w 97847"/>
                <a:gd name="csY5" fmla="*/ 3216 h 63045"/>
                <a:gd name="csX6" fmla="*/ 51250 w 97847"/>
                <a:gd name="csY6" fmla="*/ 3216 h 63045"/>
                <a:gd name="csX7" fmla="*/ 51250 w 97847"/>
                <a:gd name="csY7" fmla="*/ 49807 h 63045"/>
                <a:gd name="csX8" fmla="*/ 86706 w 97847"/>
                <a:gd name="csY8" fmla="*/ 49807 h 63045"/>
                <a:gd name="csX9" fmla="*/ 86706 w 97847"/>
                <a:gd name="csY9" fmla="*/ 0 h 63045"/>
                <a:gd name="csX10" fmla="*/ 97848 w 97847"/>
                <a:gd name="csY10" fmla="*/ 0 h 63045"/>
                <a:gd name="csX11" fmla="*/ 97848 w 97847"/>
                <a:gd name="csY11" fmla="*/ 63046 h 63045"/>
                <a:gd name="csX12" fmla="*/ 0 w 97847"/>
                <a:gd name="csY12" fmla="*/ 63046 h 6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5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16"/>
                  </a:lnTo>
                  <a:lnTo>
                    <a:pt x="51250" y="3216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3" name="Freeform 1972">
              <a:extLst>
                <a:ext uri="{FF2B5EF4-FFF2-40B4-BE49-F238E27FC236}">
                  <a16:creationId xmlns:a16="http://schemas.microsoft.com/office/drawing/2014/main" id="{394DEE86-A3DF-616D-4E8E-F4165AD0AF0D}"/>
                </a:ext>
              </a:extLst>
            </p:cNvPr>
            <p:cNvSpPr/>
            <p:nvPr/>
          </p:nvSpPr>
          <p:spPr>
            <a:xfrm>
              <a:off x="4109842" y="4587580"/>
              <a:ext cx="77072" cy="56103"/>
            </a:xfrm>
            <a:custGeom>
              <a:avLst/>
              <a:gdLst>
                <a:gd name="csX0" fmla="*/ 3932 w 77072"/>
                <a:gd name="csY0" fmla="*/ 3930 h 56103"/>
                <a:gd name="csX1" fmla="*/ 15336 w 77072"/>
                <a:gd name="csY1" fmla="*/ 3930 h 56103"/>
                <a:gd name="csX2" fmla="*/ 11404 w 77072"/>
                <a:gd name="csY2" fmla="*/ 14553 h 56103"/>
                <a:gd name="csX3" fmla="*/ 10093 w 77072"/>
                <a:gd name="csY3" fmla="*/ 25946 h 56103"/>
                <a:gd name="csX4" fmla="*/ 12845 w 77072"/>
                <a:gd name="csY4" fmla="*/ 39456 h 56103"/>
                <a:gd name="csX5" fmla="*/ 21103 w 77072"/>
                <a:gd name="csY5" fmla="*/ 43907 h 56103"/>
                <a:gd name="csX6" fmla="*/ 27722 w 77072"/>
                <a:gd name="csY6" fmla="*/ 40702 h 56103"/>
                <a:gd name="csX7" fmla="*/ 32245 w 77072"/>
                <a:gd name="csY7" fmla="*/ 27792 h 56103"/>
                <a:gd name="csX8" fmla="*/ 33162 w 77072"/>
                <a:gd name="csY8" fmla="*/ 23658 h 56103"/>
                <a:gd name="csX9" fmla="*/ 40961 w 77072"/>
                <a:gd name="csY9" fmla="*/ 5436 h 56103"/>
                <a:gd name="csX10" fmla="*/ 54921 w 77072"/>
                <a:gd name="csY10" fmla="*/ 0 h 56103"/>
                <a:gd name="csX11" fmla="*/ 71108 w 77072"/>
                <a:gd name="csY11" fmla="*/ 8120 h 56103"/>
                <a:gd name="csX12" fmla="*/ 77072 w 77072"/>
                <a:gd name="csY12" fmla="*/ 30340 h 56103"/>
                <a:gd name="csX13" fmla="*/ 75893 w 77072"/>
                <a:gd name="csY13" fmla="*/ 42661 h 56103"/>
                <a:gd name="csX14" fmla="*/ 72485 w 77072"/>
                <a:gd name="csY14" fmla="*/ 56104 h 56103"/>
                <a:gd name="csX15" fmla="*/ 60032 w 77072"/>
                <a:gd name="csY15" fmla="*/ 56104 h 56103"/>
                <a:gd name="csX16" fmla="*/ 65275 w 77072"/>
                <a:gd name="csY16" fmla="*/ 42922 h 56103"/>
                <a:gd name="csX17" fmla="*/ 66979 w 77072"/>
                <a:gd name="csY17" fmla="*/ 30079 h 56103"/>
                <a:gd name="csX18" fmla="*/ 64096 w 77072"/>
                <a:gd name="csY18" fmla="*/ 16976 h 56103"/>
                <a:gd name="csX19" fmla="*/ 55838 w 77072"/>
                <a:gd name="csY19" fmla="*/ 12389 h 56103"/>
                <a:gd name="csX20" fmla="*/ 48301 w 77072"/>
                <a:gd name="csY20" fmla="*/ 15730 h 56103"/>
                <a:gd name="csX21" fmla="*/ 43255 w 77072"/>
                <a:gd name="csY21" fmla="*/ 30215 h 56103"/>
                <a:gd name="csX22" fmla="*/ 42272 w 77072"/>
                <a:gd name="csY22" fmla="*/ 34405 h 56103"/>
                <a:gd name="csX23" fmla="*/ 35063 w 77072"/>
                <a:gd name="csY23" fmla="*/ 50589 h 56103"/>
                <a:gd name="csX24" fmla="*/ 21627 w 77072"/>
                <a:gd name="csY24" fmla="*/ 55572 h 56103"/>
                <a:gd name="csX25" fmla="*/ 5636 w 77072"/>
                <a:gd name="csY25" fmla="*/ 48233 h 56103"/>
                <a:gd name="csX26" fmla="*/ 0 w 77072"/>
                <a:gd name="csY26" fmla="*/ 27395 h 56103"/>
                <a:gd name="csX27" fmla="*/ 983 w 77072"/>
                <a:gd name="csY27" fmla="*/ 14813 h 56103"/>
                <a:gd name="csX28" fmla="*/ 3932 w 77072"/>
                <a:gd name="csY28" fmla="*/ 3930 h 56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3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6"/>
                    <a:pt x="11404" y="14553"/>
                  </a:cubicBezTo>
                  <a:cubicBezTo>
                    <a:pt x="10530" y="18222"/>
                    <a:pt x="10093" y="22020"/>
                    <a:pt x="10093" y="25946"/>
                  </a:cubicBezTo>
                  <a:cubicBezTo>
                    <a:pt x="10093" y="31933"/>
                    <a:pt x="11010" y="36436"/>
                    <a:pt x="12845" y="39456"/>
                  </a:cubicBezTo>
                  <a:cubicBezTo>
                    <a:pt x="14680" y="42423"/>
                    <a:pt x="17433" y="43907"/>
                    <a:pt x="21103" y="43907"/>
                  </a:cubicBezTo>
                  <a:cubicBezTo>
                    <a:pt x="23899" y="43907"/>
                    <a:pt x="26106" y="42839"/>
                    <a:pt x="27722" y="40702"/>
                  </a:cubicBezTo>
                  <a:cubicBezTo>
                    <a:pt x="29295" y="38558"/>
                    <a:pt x="30803" y="34254"/>
                    <a:pt x="32245" y="27792"/>
                  </a:cubicBezTo>
                  <a:lnTo>
                    <a:pt x="33162" y="23658"/>
                  </a:lnTo>
                  <a:cubicBezTo>
                    <a:pt x="34997" y="15096"/>
                    <a:pt x="37597" y="9022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40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904"/>
                    <a:pt x="74014" y="51385"/>
                    <a:pt x="72485" y="56104"/>
                  </a:cubicBezTo>
                  <a:lnTo>
                    <a:pt x="60032" y="56104"/>
                  </a:lnTo>
                  <a:cubicBezTo>
                    <a:pt x="62348" y="51642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401"/>
                    <a:pt x="66018" y="20034"/>
                    <a:pt x="64096" y="16976"/>
                  </a:cubicBezTo>
                  <a:cubicBezTo>
                    <a:pt x="62130" y="13918"/>
                    <a:pt x="59377" y="12389"/>
                    <a:pt x="55838" y="12389"/>
                  </a:cubicBezTo>
                  <a:cubicBezTo>
                    <a:pt x="52561" y="12389"/>
                    <a:pt x="50049" y="13503"/>
                    <a:pt x="48301" y="15730"/>
                  </a:cubicBezTo>
                  <a:cubicBezTo>
                    <a:pt x="46554" y="17912"/>
                    <a:pt x="44871" y="22740"/>
                    <a:pt x="43255" y="30215"/>
                  </a:cubicBezTo>
                  <a:lnTo>
                    <a:pt x="42272" y="34405"/>
                  </a:lnTo>
                  <a:cubicBezTo>
                    <a:pt x="40699" y="41880"/>
                    <a:pt x="38296" y="47274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5"/>
                    <a:pt x="0" y="27395"/>
                  </a:cubicBezTo>
                  <a:cubicBezTo>
                    <a:pt x="0" y="22941"/>
                    <a:pt x="328" y="18747"/>
                    <a:pt x="983" y="14813"/>
                  </a:cubicBezTo>
                  <a:cubicBezTo>
                    <a:pt x="1638" y="10880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4" name="Freeform 1973">
              <a:extLst>
                <a:ext uri="{FF2B5EF4-FFF2-40B4-BE49-F238E27FC236}">
                  <a16:creationId xmlns:a16="http://schemas.microsoft.com/office/drawing/2014/main" id="{85FAA966-A875-15BB-8045-7D7CBE4295C4}"/>
                </a:ext>
              </a:extLst>
            </p:cNvPr>
            <p:cNvSpPr/>
            <p:nvPr/>
          </p:nvSpPr>
          <p:spPr>
            <a:xfrm>
              <a:off x="4090771" y="4531611"/>
              <a:ext cx="94243" cy="45809"/>
            </a:xfrm>
            <a:custGeom>
              <a:avLst/>
              <a:gdLst>
                <a:gd name="csX0" fmla="*/ 0 w 94243"/>
                <a:gd name="csY0" fmla="*/ 24836 h 45809"/>
                <a:gd name="csX1" fmla="*/ 20841 w 94243"/>
                <a:gd name="csY1" fmla="*/ 24836 h 45809"/>
                <a:gd name="csX2" fmla="*/ 20841 w 94243"/>
                <a:gd name="csY2" fmla="*/ 0 h 45809"/>
                <a:gd name="csX3" fmla="*/ 30213 w 94243"/>
                <a:gd name="csY3" fmla="*/ 0 h 45809"/>
                <a:gd name="csX4" fmla="*/ 30213 w 94243"/>
                <a:gd name="csY4" fmla="*/ 24836 h 45809"/>
                <a:gd name="csX5" fmla="*/ 70060 w 94243"/>
                <a:gd name="csY5" fmla="*/ 24836 h 45809"/>
                <a:gd name="csX6" fmla="*/ 81594 w 94243"/>
                <a:gd name="csY6" fmla="*/ 22412 h 45809"/>
                <a:gd name="csX7" fmla="*/ 84150 w 94243"/>
                <a:gd name="csY7" fmla="*/ 12378 h 45809"/>
                <a:gd name="csX8" fmla="*/ 84150 w 94243"/>
                <a:gd name="csY8" fmla="*/ 0 h 45809"/>
                <a:gd name="csX9" fmla="*/ 94243 w 94243"/>
                <a:gd name="csY9" fmla="*/ 0 h 45809"/>
                <a:gd name="csX10" fmla="*/ 94243 w 94243"/>
                <a:gd name="csY10" fmla="*/ 12378 h 45809"/>
                <a:gd name="csX11" fmla="*/ 89066 w 94243"/>
                <a:gd name="csY11" fmla="*/ 31653 h 45809"/>
                <a:gd name="csX12" fmla="*/ 70060 w 94243"/>
                <a:gd name="csY12" fmla="*/ 36965 h 45809"/>
                <a:gd name="csX13" fmla="*/ 30213 w 94243"/>
                <a:gd name="csY13" fmla="*/ 36965 h 45809"/>
                <a:gd name="csX14" fmla="*/ 30213 w 94243"/>
                <a:gd name="csY14" fmla="*/ 45810 h 45809"/>
                <a:gd name="csX15" fmla="*/ 20841 w 94243"/>
                <a:gd name="csY15" fmla="*/ 45810 h 45809"/>
                <a:gd name="csX16" fmla="*/ 20841 w 94243"/>
                <a:gd name="csY16" fmla="*/ 36965 h 45809"/>
                <a:gd name="csX17" fmla="*/ 0 w 94243"/>
                <a:gd name="csY17" fmla="*/ 36965 h 45809"/>
                <a:gd name="csX18" fmla="*/ 0 w 94243"/>
                <a:gd name="csY18" fmla="*/ 24836 h 45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09">
                  <a:moveTo>
                    <a:pt x="0" y="24836"/>
                  </a:moveTo>
                  <a:lnTo>
                    <a:pt x="20841" y="24836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6"/>
                  </a:lnTo>
                  <a:lnTo>
                    <a:pt x="70060" y="24836"/>
                  </a:lnTo>
                  <a:cubicBezTo>
                    <a:pt x="76045" y="24836"/>
                    <a:pt x="79890" y="24028"/>
                    <a:pt x="81594" y="22412"/>
                  </a:cubicBezTo>
                  <a:cubicBezTo>
                    <a:pt x="83298" y="20751"/>
                    <a:pt x="84150" y="17406"/>
                    <a:pt x="84150" y="12378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78"/>
                  </a:lnTo>
                  <a:cubicBezTo>
                    <a:pt x="94243" y="21687"/>
                    <a:pt x="92517" y="28112"/>
                    <a:pt x="89066" y="31653"/>
                  </a:cubicBezTo>
                  <a:cubicBezTo>
                    <a:pt x="85570" y="35194"/>
                    <a:pt x="79235" y="36965"/>
                    <a:pt x="70060" y="36965"/>
                  </a:cubicBezTo>
                  <a:lnTo>
                    <a:pt x="30213" y="36965"/>
                  </a:lnTo>
                  <a:lnTo>
                    <a:pt x="30213" y="45810"/>
                  </a:lnTo>
                  <a:lnTo>
                    <a:pt x="20841" y="45810"/>
                  </a:lnTo>
                  <a:lnTo>
                    <a:pt x="20841" y="36965"/>
                  </a:lnTo>
                  <a:lnTo>
                    <a:pt x="0" y="36965"/>
                  </a:lnTo>
                  <a:lnTo>
                    <a:pt x="0" y="248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5" name="Freeform 1974">
              <a:extLst>
                <a:ext uri="{FF2B5EF4-FFF2-40B4-BE49-F238E27FC236}">
                  <a16:creationId xmlns:a16="http://schemas.microsoft.com/office/drawing/2014/main" id="{507FA5ED-6E92-4D1F-6B40-0C573FEE8FC7}"/>
                </a:ext>
              </a:extLst>
            </p:cNvPr>
            <p:cNvSpPr/>
            <p:nvPr/>
          </p:nvSpPr>
          <p:spPr>
            <a:xfrm>
              <a:off x="4083037" y="4503684"/>
              <a:ext cx="101976" cy="12060"/>
            </a:xfrm>
            <a:custGeom>
              <a:avLst/>
              <a:gdLst>
                <a:gd name="csX0" fmla="*/ 28574 w 101976"/>
                <a:gd name="csY0" fmla="*/ 12061 h 12060"/>
                <a:gd name="csX1" fmla="*/ 28574 w 101976"/>
                <a:gd name="csY1" fmla="*/ 0 h 12060"/>
                <a:gd name="csX2" fmla="*/ 101977 w 101976"/>
                <a:gd name="csY2" fmla="*/ 0 h 12060"/>
                <a:gd name="csX3" fmla="*/ 101977 w 101976"/>
                <a:gd name="csY3" fmla="*/ 12061 h 12060"/>
                <a:gd name="csX4" fmla="*/ 28574 w 101976"/>
                <a:gd name="csY4" fmla="*/ 12061 h 12060"/>
                <a:gd name="csX5" fmla="*/ 0 w 101976"/>
                <a:gd name="csY5" fmla="*/ 12061 h 12060"/>
                <a:gd name="csX6" fmla="*/ 0 w 101976"/>
                <a:gd name="csY6" fmla="*/ 0 h 12060"/>
                <a:gd name="csX7" fmla="*/ 15270 w 101976"/>
                <a:gd name="csY7" fmla="*/ 0 h 12060"/>
                <a:gd name="csX8" fmla="*/ 15270 w 101976"/>
                <a:gd name="csY8" fmla="*/ 12061 h 12060"/>
                <a:gd name="csX9" fmla="*/ 0 w 101976"/>
                <a:gd name="csY9" fmla="*/ 12061 h 12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60">
                  <a:moveTo>
                    <a:pt x="28574" y="12061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1"/>
                  </a:lnTo>
                  <a:lnTo>
                    <a:pt x="28574" y="12061"/>
                  </a:lnTo>
                  <a:moveTo>
                    <a:pt x="0" y="12061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1"/>
                  </a:lnTo>
                  <a:lnTo>
                    <a:pt x="0" y="12061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6" name="Freeform 1975">
              <a:extLst>
                <a:ext uri="{FF2B5EF4-FFF2-40B4-BE49-F238E27FC236}">
                  <a16:creationId xmlns:a16="http://schemas.microsoft.com/office/drawing/2014/main" id="{F7A4596B-A2EA-FA0B-F9E2-B3E61CE24EEA}"/>
                </a:ext>
              </a:extLst>
            </p:cNvPr>
            <p:cNvSpPr/>
            <p:nvPr/>
          </p:nvSpPr>
          <p:spPr>
            <a:xfrm>
              <a:off x="4109842" y="4371762"/>
              <a:ext cx="75171" cy="107154"/>
            </a:xfrm>
            <a:custGeom>
              <a:avLst/>
              <a:gdLst>
                <a:gd name="csX0" fmla="*/ 15860 w 75171"/>
                <a:gd name="csY0" fmla="*/ 49544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7 h 107154"/>
                <a:gd name="csX12" fmla="*/ 75172 w 75171"/>
                <a:gd name="csY12" fmla="*/ 47517 h 107154"/>
                <a:gd name="csX13" fmla="*/ 75172 w 75171"/>
                <a:gd name="csY13" fmla="*/ 59635 h 107154"/>
                <a:gd name="csX14" fmla="*/ 31261 w 75171"/>
                <a:gd name="csY14" fmla="*/ 59635 h 107154"/>
                <a:gd name="csX15" fmla="*/ 15598 w 75171"/>
                <a:gd name="csY15" fmla="*/ 63372 h 107154"/>
                <a:gd name="csX16" fmla="*/ 10486 w 75171"/>
                <a:gd name="csY16" fmla="*/ 74912 h 107154"/>
                <a:gd name="csX17" fmla="*/ 16778 w 75171"/>
                <a:gd name="csY17" fmla="*/ 89590 h 107154"/>
                <a:gd name="csX18" fmla="*/ 33686 w 75171"/>
                <a:gd name="csY18" fmla="*/ 95025 h 107154"/>
                <a:gd name="csX19" fmla="*/ 75172 w 75171"/>
                <a:gd name="csY19" fmla="*/ 95025 h 107154"/>
                <a:gd name="csX20" fmla="*/ 75172 w 75171"/>
                <a:gd name="csY20" fmla="*/ 107154 h 107154"/>
                <a:gd name="csX21" fmla="*/ 1770 w 75171"/>
                <a:gd name="csY21" fmla="*/ 107154 h 107154"/>
                <a:gd name="csX22" fmla="*/ 1770 w 75171"/>
                <a:gd name="csY22" fmla="*/ 95025 h 107154"/>
                <a:gd name="csX23" fmla="*/ 13173 w 75171"/>
                <a:gd name="csY23" fmla="*/ 95025 h 107154"/>
                <a:gd name="csX24" fmla="*/ 3211 w 75171"/>
                <a:gd name="csY24" fmla="*/ 85139 h 107154"/>
                <a:gd name="csX25" fmla="*/ 0 w 75171"/>
                <a:gd name="csY25" fmla="*/ 71436 h 107154"/>
                <a:gd name="csX26" fmla="*/ 4063 w 75171"/>
                <a:gd name="csY26" fmla="*/ 57868 h 107154"/>
                <a:gd name="csX27" fmla="*/ 15860 w 75171"/>
                <a:gd name="csY27" fmla="*/ 49544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4"/>
                  </a:moveTo>
                  <a:cubicBezTo>
                    <a:pt x="10442" y="46531"/>
                    <a:pt x="6445" y="42927"/>
                    <a:pt x="3867" y="38732"/>
                  </a:cubicBezTo>
                  <a:cubicBezTo>
                    <a:pt x="1289" y="34538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2"/>
                    <a:pt x="12561" y="38449"/>
                    <a:pt x="16712" y="42076"/>
                  </a:cubicBezTo>
                  <a:cubicBezTo>
                    <a:pt x="20863" y="45703"/>
                    <a:pt x="26521" y="47517"/>
                    <a:pt x="33686" y="47517"/>
                  </a:cubicBezTo>
                  <a:lnTo>
                    <a:pt x="75172" y="47517"/>
                  </a:lnTo>
                  <a:lnTo>
                    <a:pt x="75172" y="59635"/>
                  </a:lnTo>
                  <a:lnTo>
                    <a:pt x="31261" y="59635"/>
                  </a:lnTo>
                  <a:cubicBezTo>
                    <a:pt x="24183" y="59635"/>
                    <a:pt x="18962" y="60881"/>
                    <a:pt x="15598" y="63372"/>
                  </a:cubicBezTo>
                  <a:cubicBezTo>
                    <a:pt x="12190" y="65864"/>
                    <a:pt x="10486" y="69710"/>
                    <a:pt x="10486" y="74912"/>
                  </a:cubicBezTo>
                  <a:cubicBezTo>
                    <a:pt x="10486" y="81073"/>
                    <a:pt x="12583" y="85965"/>
                    <a:pt x="16778" y="89590"/>
                  </a:cubicBezTo>
                  <a:cubicBezTo>
                    <a:pt x="20928" y="93213"/>
                    <a:pt x="26565" y="95025"/>
                    <a:pt x="33686" y="95025"/>
                  </a:cubicBezTo>
                  <a:lnTo>
                    <a:pt x="75172" y="95025"/>
                  </a:lnTo>
                  <a:lnTo>
                    <a:pt x="75172" y="107154"/>
                  </a:lnTo>
                  <a:lnTo>
                    <a:pt x="1770" y="107154"/>
                  </a:lnTo>
                  <a:lnTo>
                    <a:pt x="1770" y="95025"/>
                  </a:lnTo>
                  <a:lnTo>
                    <a:pt x="13173" y="95025"/>
                  </a:lnTo>
                  <a:cubicBezTo>
                    <a:pt x="8673" y="92277"/>
                    <a:pt x="5352" y="88982"/>
                    <a:pt x="3211" y="85139"/>
                  </a:cubicBezTo>
                  <a:cubicBezTo>
                    <a:pt x="1070" y="81288"/>
                    <a:pt x="0" y="76721"/>
                    <a:pt x="0" y="71436"/>
                  </a:cubicBezTo>
                  <a:cubicBezTo>
                    <a:pt x="0" y="66105"/>
                    <a:pt x="1354" y="61583"/>
                    <a:pt x="4063" y="57868"/>
                  </a:cubicBezTo>
                  <a:cubicBezTo>
                    <a:pt x="6772" y="54108"/>
                    <a:pt x="10705" y="51334"/>
                    <a:pt x="15860" y="4954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7" name="Freeform 1976">
              <a:extLst>
                <a:ext uri="{FF2B5EF4-FFF2-40B4-BE49-F238E27FC236}">
                  <a16:creationId xmlns:a16="http://schemas.microsoft.com/office/drawing/2014/main" id="{F94C85FF-3A1C-1D59-A1D4-0D7E2D5D0740}"/>
                </a:ext>
              </a:extLst>
            </p:cNvPr>
            <p:cNvSpPr/>
            <p:nvPr/>
          </p:nvSpPr>
          <p:spPr>
            <a:xfrm>
              <a:off x="4109842" y="4290299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0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2"/>
                    <a:pt x="71786" y="18241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2"/>
                    <a:pt x="28837" y="39934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30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8" name="Freeform 1977">
              <a:extLst>
                <a:ext uri="{FF2B5EF4-FFF2-40B4-BE49-F238E27FC236}">
                  <a16:creationId xmlns:a16="http://schemas.microsoft.com/office/drawing/2014/main" id="{1E8C7306-8D21-081A-A55C-1804AB766E0E}"/>
                </a:ext>
              </a:extLst>
            </p:cNvPr>
            <p:cNvSpPr/>
            <p:nvPr/>
          </p:nvSpPr>
          <p:spPr>
            <a:xfrm>
              <a:off x="4090771" y="4228694"/>
              <a:ext cx="94243" cy="45810"/>
            </a:xfrm>
            <a:custGeom>
              <a:avLst/>
              <a:gdLst>
                <a:gd name="csX0" fmla="*/ 0 w 94243"/>
                <a:gd name="csY0" fmla="*/ 24839 h 45810"/>
                <a:gd name="csX1" fmla="*/ 20841 w 94243"/>
                <a:gd name="csY1" fmla="*/ 24839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9 h 45810"/>
                <a:gd name="csX5" fmla="*/ 70060 w 94243"/>
                <a:gd name="csY5" fmla="*/ 24839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4 h 45810"/>
                <a:gd name="csX13" fmla="*/ 30213 w 94243"/>
                <a:gd name="csY13" fmla="*/ 36964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4 h 45810"/>
                <a:gd name="csX17" fmla="*/ 0 w 94243"/>
                <a:gd name="csY17" fmla="*/ 36964 h 45810"/>
                <a:gd name="csX18" fmla="*/ 0 w 94243"/>
                <a:gd name="csY18" fmla="*/ 24839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9"/>
                  </a:moveTo>
                  <a:lnTo>
                    <a:pt x="20841" y="24839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9"/>
                  </a:lnTo>
                  <a:lnTo>
                    <a:pt x="70060" y="24839"/>
                  </a:lnTo>
                  <a:cubicBezTo>
                    <a:pt x="76045" y="24839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3"/>
                    <a:pt x="92517" y="28116"/>
                    <a:pt x="89066" y="31654"/>
                  </a:cubicBezTo>
                  <a:cubicBezTo>
                    <a:pt x="85570" y="35194"/>
                    <a:pt x="79235" y="36964"/>
                    <a:pt x="70060" y="36964"/>
                  </a:cubicBezTo>
                  <a:lnTo>
                    <a:pt x="30213" y="36964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4"/>
                  </a:lnTo>
                  <a:lnTo>
                    <a:pt x="0" y="36964"/>
                  </a:lnTo>
                  <a:lnTo>
                    <a:pt x="0" y="2483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9" name="Freeform 1978">
              <a:extLst>
                <a:ext uri="{FF2B5EF4-FFF2-40B4-BE49-F238E27FC236}">
                  <a16:creationId xmlns:a16="http://schemas.microsoft.com/office/drawing/2014/main" id="{134EC142-DEB5-5232-3670-F84784E6E792}"/>
                </a:ext>
              </a:extLst>
            </p:cNvPr>
            <p:cNvSpPr/>
            <p:nvPr/>
          </p:nvSpPr>
          <p:spPr>
            <a:xfrm>
              <a:off x="4109842" y="4150049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4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1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2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30"/>
                    <a:pt x="60360" y="47974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9"/>
                    <a:pt x="66280" y="20120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60"/>
                    <a:pt x="73664" y="50945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40"/>
                    <a:pt x="31982" y="55052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0" name="Freeform 1979">
              <a:extLst>
                <a:ext uri="{FF2B5EF4-FFF2-40B4-BE49-F238E27FC236}">
                  <a16:creationId xmlns:a16="http://schemas.microsoft.com/office/drawing/2014/main" id="{26DD1F74-3728-10EB-108A-213CE9E1B843}"/>
                </a:ext>
              </a:extLst>
            </p:cNvPr>
            <p:cNvSpPr/>
            <p:nvPr/>
          </p:nvSpPr>
          <p:spPr>
            <a:xfrm>
              <a:off x="4083037" y="4069896"/>
              <a:ext cx="103877" cy="65603"/>
            </a:xfrm>
            <a:custGeom>
              <a:avLst/>
              <a:gdLst>
                <a:gd name="csX0" fmla="*/ 39716 w 103877"/>
                <a:gd name="csY0" fmla="*/ 12059 h 65603"/>
                <a:gd name="csX1" fmla="*/ 0 w 103877"/>
                <a:gd name="csY1" fmla="*/ 12059 h 65603"/>
                <a:gd name="csX2" fmla="*/ 0 w 103877"/>
                <a:gd name="csY2" fmla="*/ 0 h 65603"/>
                <a:gd name="csX3" fmla="*/ 101977 w 103877"/>
                <a:gd name="csY3" fmla="*/ 0 h 65603"/>
                <a:gd name="csX4" fmla="*/ 101977 w 103877"/>
                <a:gd name="csY4" fmla="*/ 12059 h 65603"/>
                <a:gd name="csX5" fmla="*/ 90966 w 103877"/>
                <a:gd name="csY5" fmla="*/ 12059 h 65603"/>
                <a:gd name="csX6" fmla="*/ 100731 w 103877"/>
                <a:gd name="csY6" fmla="*/ 21693 h 65603"/>
                <a:gd name="csX7" fmla="*/ 103877 w 103877"/>
                <a:gd name="csY7" fmla="*/ 35586 h 65603"/>
                <a:gd name="csX8" fmla="*/ 93260 w 103877"/>
                <a:gd name="csY8" fmla="*/ 57279 h 65603"/>
                <a:gd name="csX9" fmla="*/ 65341 w 103877"/>
                <a:gd name="csY9" fmla="*/ 65603 h 65603"/>
                <a:gd name="csX10" fmla="*/ 37422 w 103877"/>
                <a:gd name="csY10" fmla="*/ 57279 h 65603"/>
                <a:gd name="csX11" fmla="*/ 26805 w 103877"/>
                <a:gd name="csY11" fmla="*/ 35586 h 65603"/>
                <a:gd name="csX12" fmla="*/ 30016 w 103877"/>
                <a:gd name="csY12" fmla="*/ 21693 h 65603"/>
                <a:gd name="csX13" fmla="*/ 39716 w 103877"/>
                <a:gd name="csY13" fmla="*/ 12059 h 65603"/>
                <a:gd name="csX14" fmla="*/ 65341 w 103877"/>
                <a:gd name="csY14" fmla="*/ 53150 h 65603"/>
                <a:gd name="csX15" fmla="*/ 86247 w 103877"/>
                <a:gd name="csY15" fmla="*/ 47711 h 65603"/>
                <a:gd name="csX16" fmla="*/ 93784 w 103877"/>
                <a:gd name="csY16" fmla="*/ 32637 h 65603"/>
                <a:gd name="csX17" fmla="*/ 86247 w 103877"/>
                <a:gd name="csY17" fmla="*/ 17564 h 65603"/>
                <a:gd name="csX18" fmla="*/ 65341 w 103877"/>
                <a:gd name="csY18" fmla="*/ 12059 h 65603"/>
                <a:gd name="csX19" fmla="*/ 44500 w 103877"/>
                <a:gd name="csY19" fmla="*/ 17564 h 65603"/>
                <a:gd name="csX20" fmla="*/ 36898 w 103877"/>
                <a:gd name="csY20" fmla="*/ 32637 h 65603"/>
                <a:gd name="csX21" fmla="*/ 44500 w 103877"/>
                <a:gd name="csY21" fmla="*/ 47711 h 65603"/>
                <a:gd name="csX22" fmla="*/ 65341 w 103877"/>
                <a:gd name="csY22" fmla="*/ 53150 h 65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3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9"/>
                    <a:pt x="76876" y="65603"/>
                    <a:pt x="65341" y="65603"/>
                  </a:cubicBezTo>
                  <a:cubicBezTo>
                    <a:pt x="53806" y="65603"/>
                    <a:pt x="44500" y="62829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1" name="Freeform 1980">
              <a:extLst>
                <a:ext uri="{FF2B5EF4-FFF2-40B4-BE49-F238E27FC236}">
                  <a16:creationId xmlns:a16="http://schemas.microsoft.com/office/drawing/2014/main" id="{8B0D45A2-8649-4E3F-90E6-24CC8550B9DE}"/>
                </a:ext>
              </a:extLst>
            </p:cNvPr>
            <p:cNvSpPr/>
            <p:nvPr/>
          </p:nvSpPr>
          <p:spPr>
            <a:xfrm>
              <a:off x="4109842" y="3937182"/>
              <a:ext cx="103090" cy="65668"/>
            </a:xfrm>
            <a:custGeom>
              <a:avLst/>
              <a:gdLst>
                <a:gd name="csX0" fmla="*/ 64161 w 103090"/>
                <a:gd name="csY0" fmla="*/ 53544 h 65668"/>
                <a:gd name="csX1" fmla="*/ 103091 w 103090"/>
                <a:gd name="csY1" fmla="*/ 53544 h 65668"/>
                <a:gd name="csX2" fmla="*/ 103091 w 103090"/>
                <a:gd name="csY2" fmla="*/ 65669 h 65668"/>
                <a:gd name="csX3" fmla="*/ 1770 w 103090"/>
                <a:gd name="csY3" fmla="*/ 65669 h 65668"/>
                <a:gd name="csX4" fmla="*/ 1770 w 103090"/>
                <a:gd name="csY4" fmla="*/ 53544 h 65668"/>
                <a:gd name="csX5" fmla="*/ 12911 w 103090"/>
                <a:gd name="csY5" fmla="*/ 53544 h 65668"/>
                <a:gd name="csX6" fmla="*/ 3211 w 103090"/>
                <a:gd name="csY6" fmla="*/ 43976 h 65668"/>
                <a:gd name="csX7" fmla="*/ 0 w 103090"/>
                <a:gd name="csY7" fmla="*/ 30081 h 65668"/>
                <a:gd name="csX8" fmla="*/ 10617 w 103090"/>
                <a:gd name="csY8" fmla="*/ 8388 h 65668"/>
                <a:gd name="csX9" fmla="*/ 38536 w 103090"/>
                <a:gd name="csY9" fmla="*/ 0 h 65668"/>
                <a:gd name="csX10" fmla="*/ 66455 w 103090"/>
                <a:gd name="csY10" fmla="*/ 8388 h 65668"/>
                <a:gd name="csX11" fmla="*/ 77072 w 103090"/>
                <a:gd name="csY11" fmla="*/ 30081 h 65668"/>
                <a:gd name="csX12" fmla="*/ 73926 w 103090"/>
                <a:gd name="csY12" fmla="*/ 43976 h 65668"/>
                <a:gd name="csX13" fmla="*/ 64161 w 103090"/>
                <a:gd name="csY13" fmla="*/ 53544 h 65668"/>
                <a:gd name="csX14" fmla="*/ 38536 w 103090"/>
                <a:gd name="csY14" fmla="*/ 12517 h 65668"/>
                <a:gd name="csX15" fmla="*/ 17695 w 103090"/>
                <a:gd name="csY15" fmla="*/ 18023 h 65668"/>
                <a:gd name="csX16" fmla="*/ 10093 w 103090"/>
                <a:gd name="csY16" fmla="*/ 33030 h 65668"/>
                <a:gd name="csX17" fmla="*/ 17695 w 103090"/>
                <a:gd name="csY17" fmla="*/ 48104 h 65668"/>
                <a:gd name="csX18" fmla="*/ 38536 w 103090"/>
                <a:gd name="csY18" fmla="*/ 53544 h 65668"/>
                <a:gd name="csX19" fmla="*/ 59443 w 103090"/>
                <a:gd name="csY19" fmla="*/ 48104 h 65668"/>
                <a:gd name="csX20" fmla="*/ 66979 w 103090"/>
                <a:gd name="csY20" fmla="*/ 33030 h 65668"/>
                <a:gd name="csX21" fmla="*/ 59443 w 103090"/>
                <a:gd name="csY21" fmla="*/ 18023 h 65668"/>
                <a:gd name="csX22" fmla="*/ 38536 w 103090"/>
                <a:gd name="csY22" fmla="*/ 12517 h 65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090" h="65668">
                  <a:moveTo>
                    <a:pt x="64161" y="53544"/>
                  </a:moveTo>
                  <a:lnTo>
                    <a:pt x="103091" y="53544"/>
                  </a:lnTo>
                  <a:lnTo>
                    <a:pt x="103091" y="65669"/>
                  </a:lnTo>
                  <a:lnTo>
                    <a:pt x="1770" y="65669"/>
                  </a:lnTo>
                  <a:lnTo>
                    <a:pt x="1770" y="53544"/>
                  </a:lnTo>
                  <a:lnTo>
                    <a:pt x="12911" y="53544"/>
                  </a:lnTo>
                  <a:cubicBezTo>
                    <a:pt x="8542" y="51010"/>
                    <a:pt x="5309" y="47820"/>
                    <a:pt x="3211" y="43976"/>
                  </a:cubicBezTo>
                  <a:cubicBezTo>
                    <a:pt x="1070" y="40087"/>
                    <a:pt x="0" y="35455"/>
                    <a:pt x="0" y="30081"/>
                  </a:cubicBezTo>
                  <a:cubicBezTo>
                    <a:pt x="0" y="21169"/>
                    <a:pt x="3539" y="13938"/>
                    <a:pt x="10617" y="8388"/>
                  </a:cubicBezTo>
                  <a:cubicBezTo>
                    <a:pt x="17695" y="2796"/>
                    <a:pt x="27002" y="0"/>
                    <a:pt x="38536" y="0"/>
                  </a:cubicBezTo>
                  <a:cubicBezTo>
                    <a:pt x="50071" y="0"/>
                    <a:pt x="59377" y="2796"/>
                    <a:pt x="66455" y="8388"/>
                  </a:cubicBezTo>
                  <a:cubicBezTo>
                    <a:pt x="73533" y="13938"/>
                    <a:pt x="77072" y="21169"/>
                    <a:pt x="77072" y="30081"/>
                  </a:cubicBezTo>
                  <a:cubicBezTo>
                    <a:pt x="77072" y="35455"/>
                    <a:pt x="76024" y="40087"/>
                    <a:pt x="73926" y="43976"/>
                  </a:cubicBezTo>
                  <a:cubicBezTo>
                    <a:pt x="71786" y="47820"/>
                    <a:pt x="68531" y="51010"/>
                    <a:pt x="64161" y="53544"/>
                  </a:cubicBezTo>
                  <a:moveTo>
                    <a:pt x="38536" y="12517"/>
                  </a:moveTo>
                  <a:cubicBezTo>
                    <a:pt x="29667" y="12517"/>
                    <a:pt x="22720" y="14353"/>
                    <a:pt x="17695" y="18023"/>
                  </a:cubicBezTo>
                  <a:cubicBezTo>
                    <a:pt x="12627" y="21649"/>
                    <a:pt x="10093" y="26651"/>
                    <a:pt x="10093" y="33030"/>
                  </a:cubicBezTo>
                  <a:cubicBezTo>
                    <a:pt x="10093" y="39409"/>
                    <a:pt x="12627" y="44434"/>
                    <a:pt x="17695" y="48104"/>
                  </a:cubicBezTo>
                  <a:cubicBezTo>
                    <a:pt x="22720" y="51731"/>
                    <a:pt x="29667" y="53544"/>
                    <a:pt x="38536" y="53544"/>
                  </a:cubicBezTo>
                  <a:cubicBezTo>
                    <a:pt x="47406" y="53544"/>
                    <a:pt x="54374" y="51731"/>
                    <a:pt x="59443" y="48104"/>
                  </a:cubicBezTo>
                  <a:cubicBezTo>
                    <a:pt x="64467" y="44434"/>
                    <a:pt x="66979" y="39409"/>
                    <a:pt x="66979" y="33030"/>
                  </a:cubicBezTo>
                  <a:cubicBezTo>
                    <a:pt x="66979" y="26651"/>
                    <a:pt x="64467" y="21649"/>
                    <a:pt x="59443" y="18023"/>
                  </a:cubicBezTo>
                  <a:cubicBezTo>
                    <a:pt x="54374" y="14353"/>
                    <a:pt x="47406" y="12517"/>
                    <a:pt x="38536" y="1251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2" name="Freeform 1981">
              <a:extLst>
                <a:ext uri="{FF2B5EF4-FFF2-40B4-BE49-F238E27FC236}">
                  <a16:creationId xmlns:a16="http://schemas.microsoft.com/office/drawing/2014/main" id="{6315B096-C0BC-91AA-912A-255C82F02E85}"/>
                </a:ext>
              </a:extLst>
            </p:cNvPr>
            <p:cNvSpPr/>
            <p:nvPr/>
          </p:nvSpPr>
          <p:spPr>
            <a:xfrm>
              <a:off x="4109842" y="3874659"/>
              <a:ext cx="75171" cy="42992"/>
            </a:xfrm>
            <a:custGeom>
              <a:avLst/>
              <a:gdLst>
                <a:gd name="csX0" fmla="*/ 13042 w 75171"/>
                <a:gd name="csY0" fmla="*/ 0 h 42992"/>
                <a:gd name="csX1" fmla="*/ 11338 w 75171"/>
                <a:gd name="csY1" fmla="*/ 4456 h 42992"/>
                <a:gd name="csX2" fmla="*/ 10748 w 75171"/>
                <a:gd name="csY2" fmla="*/ 9700 h 42992"/>
                <a:gd name="csX3" fmla="*/ 17433 w 75171"/>
                <a:gd name="csY3" fmla="*/ 25428 h 42992"/>
                <a:gd name="csX4" fmla="*/ 36504 w 75171"/>
                <a:gd name="csY4" fmla="*/ 30868 h 42992"/>
                <a:gd name="csX5" fmla="*/ 75172 w 75171"/>
                <a:gd name="csY5" fmla="*/ 30868 h 42992"/>
                <a:gd name="csX6" fmla="*/ 75172 w 75171"/>
                <a:gd name="csY6" fmla="*/ 42993 h 42992"/>
                <a:gd name="csX7" fmla="*/ 1770 w 75171"/>
                <a:gd name="csY7" fmla="*/ 42993 h 42992"/>
                <a:gd name="csX8" fmla="*/ 1770 w 75171"/>
                <a:gd name="csY8" fmla="*/ 30868 h 42992"/>
                <a:gd name="csX9" fmla="*/ 13173 w 75171"/>
                <a:gd name="csY9" fmla="*/ 30868 h 42992"/>
                <a:gd name="csX10" fmla="*/ 3277 w 75171"/>
                <a:gd name="csY10" fmla="*/ 20972 h 42992"/>
                <a:gd name="csX11" fmla="*/ 0 w 75171"/>
                <a:gd name="csY11" fmla="*/ 6161 h 42992"/>
                <a:gd name="csX12" fmla="*/ 197 w 75171"/>
                <a:gd name="csY12" fmla="*/ 3408 h 42992"/>
                <a:gd name="csX13" fmla="*/ 655 w 75171"/>
                <a:gd name="csY13" fmla="*/ 66 h 42992"/>
                <a:gd name="csX14" fmla="*/ 13042 w 75171"/>
                <a:gd name="csY14" fmla="*/ 0 h 42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171" h="42992">
                  <a:moveTo>
                    <a:pt x="13042" y="0"/>
                  </a:moveTo>
                  <a:cubicBezTo>
                    <a:pt x="12256" y="1354"/>
                    <a:pt x="11688" y="2840"/>
                    <a:pt x="11338" y="4456"/>
                  </a:cubicBezTo>
                  <a:cubicBezTo>
                    <a:pt x="10945" y="6029"/>
                    <a:pt x="10748" y="7777"/>
                    <a:pt x="10748" y="9700"/>
                  </a:cubicBezTo>
                  <a:cubicBezTo>
                    <a:pt x="10748" y="16515"/>
                    <a:pt x="12976" y="21758"/>
                    <a:pt x="17433" y="25428"/>
                  </a:cubicBezTo>
                  <a:cubicBezTo>
                    <a:pt x="21846" y="29055"/>
                    <a:pt x="28203" y="30868"/>
                    <a:pt x="36504" y="30868"/>
                  </a:cubicBezTo>
                  <a:lnTo>
                    <a:pt x="75172" y="30868"/>
                  </a:lnTo>
                  <a:lnTo>
                    <a:pt x="75172" y="42993"/>
                  </a:lnTo>
                  <a:lnTo>
                    <a:pt x="1770" y="42993"/>
                  </a:lnTo>
                  <a:lnTo>
                    <a:pt x="1770" y="30868"/>
                  </a:lnTo>
                  <a:lnTo>
                    <a:pt x="13173" y="30868"/>
                  </a:lnTo>
                  <a:cubicBezTo>
                    <a:pt x="8716" y="28334"/>
                    <a:pt x="5418" y="25035"/>
                    <a:pt x="3277" y="20972"/>
                  </a:cubicBezTo>
                  <a:cubicBezTo>
                    <a:pt x="1092" y="16908"/>
                    <a:pt x="0" y="11971"/>
                    <a:pt x="0" y="6161"/>
                  </a:cubicBezTo>
                  <a:cubicBezTo>
                    <a:pt x="0" y="5330"/>
                    <a:pt x="66" y="4413"/>
                    <a:pt x="197" y="3408"/>
                  </a:cubicBezTo>
                  <a:cubicBezTo>
                    <a:pt x="284" y="2403"/>
                    <a:pt x="437" y="1289"/>
                    <a:pt x="655" y="66"/>
                  </a:cubicBezTo>
                  <a:lnTo>
                    <a:pt x="13042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3" name="Freeform 1982">
              <a:extLst>
                <a:ext uri="{FF2B5EF4-FFF2-40B4-BE49-F238E27FC236}">
                  <a16:creationId xmlns:a16="http://schemas.microsoft.com/office/drawing/2014/main" id="{B8BAA0EB-E0D6-D022-D10B-50D45ACB08CE}"/>
                </a:ext>
              </a:extLst>
            </p:cNvPr>
            <p:cNvSpPr/>
            <p:nvPr/>
          </p:nvSpPr>
          <p:spPr>
            <a:xfrm>
              <a:off x="4109842" y="3802174"/>
              <a:ext cx="77072" cy="68029"/>
            </a:xfrm>
            <a:custGeom>
              <a:avLst/>
              <a:gdLst>
                <a:gd name="csX0" fmla="*/ 35456 w 77072"/>
                <a:gd name="csY0" fmla="*/ 0 h 68029"/>
                <a:gd name="csX1" fmla="*/ 41354 w 77072"/>
                <a:gd name="csY1" fmla="*/ 0 h 68029"/>
                <a:gd name="csX2" fmla="*/ 41354 w 77072"/>
                <a:gd name="csY2" fmla="*/ 55446 h 68029"/>
                <a:gd name="csX3" fmla="*/ 60360 w 77072"/>
                <a:gd name="csY3" fmla="*/ 47974 h 68029"/>
                <a:gd name="csX4" fmla="*/ 66848 w 77072"/>
                <a:gd name="csY4" fmla="*/ 29231 h 68029"/>
                <a:gd name="csX5" fmla="*/ 65144 w 77072"/>
                <a:gd name="csY5" fmla="*/ 15795 h 68029"/>
                <a:gd name="csX6" fmla="*/ 60032 w 77072"/>
                <a:gd name="csY6" fmla="*/ 2819 h 68029"/>
                <a:gd name="csX7" fmla="*/ 71436 w 77072"/>
                <a:gd name="csY7" fmla="*/ 2819 h 68029"/>
                <a:gd name="csX8" fmla="*/ 75630 w 77072"/>
                <a:gd name="csY8" fmla="*/ 16123 h 68029"/>
                <a:gd name="csX9" fmla="*/ 77072 w 77072"/>
                <a:gd name="csY9" fmla="*/ 29951 h 68029"/>
                <a:gd name="csX10" fmla="*/ 66848 w 77072"/>
                <a:gd name="csY10" fmla="*/ 57805 h 68029"/>
                <a:gd name="csX11" fmla="*/ 39192 w 77072"/>
                <a:gd name="csY11" fmla="*/ 68029 h 68029"/>
                <a:gd name="csX12" fmla="*/ 10617 w 77072"/>
                <a:gd name="csY12" fmla="*/ 58329 h 68029"/>
                <a:gd name="csX13" fmla="*/ 0 w 77072"/>
                <a:gd name="csY13" fmla="*/ 32049 h 68029"/>
                <a:gd name="csX14" fmla="*/ 9568 w 77072"/>
                <a:gd name="csY14" fmla="*/ 8651 h 68029"/>
                <a:gd name="csX15" fmla="*/ 35456 w 77072"/>
                <a:gd name="csY15" fmla="*/ 0 h 68029"/>
                <a:gd name="csX16" fmla="*/ 31917 w 77072"/>
                <a:gd name="csY16" fmla="*/ 12060 h 68029"/>
                <a:gd name="csX17" fmla="*/ 16122 w 77072"/>
                <a:gd name="csY17" fmla="*/ 17631 h 68029"/>
                <a:gd name="csX18" fmla="*/ 10224 w 77072"/>
                <a:gd name="csY18" fmla="*/ 31917 h 68029"/>
                <a:gd name="csX19" fmla="*/ 15926 w 77072"/>
                <a:gd name="csY19" fmla="*/ 48105 h 68029"/>
                <a:gd name="csX20" fmla="*/ 31982 w 77072"/>
                <a:gd name="csY20" fmla="*/ 55052 h 68029"/>
                <a:gd name="csX21" fmla="*/ 31917 w 77072"/>
                <a:gd name="csY21" fmla="*/ 12060 h 680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9">
                  <a:moveTo>
                    <a:pt x="35456" y="0"/>
                  </a:moveTo>
                  <a:lnTo>
                    <a:pt x="41354" y="0"/>
                  </a:lnTo>
                  <a:lnTo>
                    <a:pt x="41354" y="55446"/>
                  </a:lnTo>
                  <a:cubicBezTo>
                    <a:pt x="49656" y="54921"/>
                    <a:pt x="55991" y="52430"/>
                    <a:pt x="60360" y="47974"/>
                  </a:cubicBezTo>
                  <a:cubicBezTo>
                    <a:pt x="64686" y="43474"/>
                    <a:pt x="66848" y="37226"/>
                    <a:pt x="66848" y="29231"/>
                  </a:cubicBezTo>
                  <a:cubicBezTo>
                    <a:pt x="66848" y="24599"/>
                    <a:pt x="66280" y="20120"/>
                    <a:pt x="65144" y="15795"/>
                  </a:cubicBezTo>
                  <a:cubicBezTo>
                    <a:pt x="64008" y="11426"/>
                    <a:pt x="62304" y="7100"/>
                    <a:pt x="60032" y="2819"/>
                  </a:cubicBezTo>
                  <a:lnTo>
                    <a:pt x="71436" y="2819"/>
                  </a:lnTo>
                  <a:cubicBezTo>
                    <a:pt x="73271" y="7144"/>
                    <a:pt x="74669" y="11579"/>
                    <a:pt x="75630" y="16123"/>
                  </a:cubicBezTo>
                  <a:cubicBezTo>
                    <a:pt x="76592" y="20667"/>
                    <a:pt x="77072" y="25276"/>
                    <a:pt x="77072" y="29951"/>
                  </a:cubicBezTo>
                  <a:cubicBezTo>
                    <a:pt x="77072" y="41660"/>
                    <a:pt x="73664" y="50945"/>
                    <a:pt x="66848" y="57805"/>
                  </a:cubicBezTo>
                  <a:cubicBezTo>
                    <a:pt x="60032" y="64621"/>
                    <a:pt x="50813" y="68029"/>
                    <a:pt x="39192" y="68029"/>
                  </a:cubicBezTo>
                  <a:cubicBezTo>
                    <a:pt x="27176" y="68029"/>
                    <a:pt x="17651" y="64796"/>
                    <a:pt x="10617" y="58329"/>
                  </a:cubicBezTo>
                  <a:cubicBezTo>
                    <a:pt x="3539" y="51819"/>
                    <a:pt x="0" y="43059"/>
                    <a:pt x="0" y="32049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60"/>
                  </a:moveTo>
                  <a:cubicBezTo>
                    <a:pt x="25319" y="12147"/>
                    <a:pt x="20054" y="14004"/>
                    <a:pt x="16122" y="17631"/>
                  </a:cubicBezTo>
                  <a:cubicBezTo>
                    <a:pt x="12190" y="21213"/>
                    <a:pt x="10224" y="25975"/>
                    <a:pt x="10224" y="31917"/>
                  </a:cubicBezTo>
                  <a:cubicBezTo>
                    <a:pt x="10224" y="38646"/>
                    <a:pt x="12124" y="44042"/>
                    <a:pt x="15926" y="48105"/>
                  </a:cubicBezTo>
                  <a:cubicBezTo>
                    <a:pt x="19727" y="52125"/>
                    <a:pt x="25079" y="54440"/>
                    <a:pt x="31982" y="55052"/>
                  </a:cubicBezTo>
                  <a:lnTo>
                    <a:pt x="31917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4" name="Freeform 1983">
              <a:extLst>
                <a:ext uri="{FF2B5EF4-FFF2-40B4-BE49-F238E27FC236}">
                  <a16:creationId xmlns:a16="http://schemas.microsoft.com/office/drawing/2014/main" id="{DC52964A-0D7A-CCD0-9B3E-8353A6D56A94}"/>
                </a:ext>
              </a:extLst>
            </p:cNvPr>
            <p:cNvSpPr/>
            <p:nvPr/>
          </p:nvSpPr>
          <p:spPr>
            <a:xfrm>
              <a:off x="4109842" y="3729558"/>
              <a:ext cx="77072" cy="58066"/>
            </a:xfrm>
            <a:custGeom>
              <a:avLst/>
              <a:gdLst>
                <a:gd name="csX0" fmla="*/ 4588 w 77072"/>
                <a:gd name="csY0" fmla="*/ 0 h 58066"/>
                <a:gd name="csX1" fmla="*/ 15860 w 77072"/>
                <a:gd name="csY1" fmla="*/ 0 h 58066"/>
                <a:gd name="csX2" fmla="*/ 11666 w 77072"/>
                <a:gd name="csY2" fmla="*/ 10290 h 58066"/>
                <a:gd name="csX3" fmla="*/ 10224 w 77072"/>
                <a:gd name="csY3" fmla="*/ 20645 h 58066"/>
                <a:gd name="csX4" fmla="*/ 17695 w 77072"/>
                <a:gd name="csY4" fmla="*/ 38864 h 58066"/>
                <a:gd name="csX5" fmla="*/ 38536 w 77072"/>
                <a:gd name="csY5" fmla="*/ 45353 h 58066"/>
                <a:gd name="csX6" fmla="*/ 59443 w 77072"/>
                <a:gd name="csY6" fmla="*/ 38864 h 58066"/>
                <a:gd name="csX7" fmla="*/ 66848 w 77072"/>
                <a:gd name="csY7" fmla="*/ 20645 h 58066"/>
                <a:gd name="csX8" fmla="*/ 65472 w 77072"/>
                <a:gd name="csY8" fmla="*/ 10290 h 58066"/>
                <a:gd name="csX9" fmla="*/ 61212 w 77072"/>
                <a:gd name="csY9" fmla="*/ 0 h 58066"/>
                <a:gd name="csX10" fmla="*/ 72353 w 77072"/>
                <a:gd name="csY10" fmla="*/ 0 h 58066"/>
                <a:gd name="csX11" fmla="*/ 75893 w 77072"/>
                <a:gd name="csY11" fmla="*/ 10487 h 58066"/>
                <a:gd name="csX12" fmla="*/ 77072 w 77072"/>
                <a:gd name="csY12" fmla="*/ 21956 h 58066"/>
                <a:gd name="csX13" fmla="*/ 66652 w 77072"/>
                <a:gd name="csY13" fmla="*/ 48302 h 58066"/>
                <a:gd name="csX14" fmla="*/ 38536 w 77072"/>
                <a:gd name="csY14" fmla="*/ 58066 h 58066"/>
                <a:gd name="csX15" fmla="*/ 10289 w 77072"/>
                <a:gd name="csY15" fmla="*/ 48236 h 58066"/>
                <a:gd name="csX16" fmla="*/ 0 w 77072"/>
                <a:gd name="csY16" fmla="*/ 21169 h 58066"/>
                <a:gd name="csX17" fmla="*/ 1180 w 77072"/>
                <a:gd name="csY17" fmla="*/ 10290 h 58066"/>
                <a:gd name="csX18" fmla="*/ 4588 w 77072"/>
                <a:gd name="csY18" fmla="*/ 0 h 58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7072" h="58066">
                  <a:moveTo>
                    <a:pt x="4588" y="0"/>
                  </a:moveTo>
                  <a:lnTo>
                    <a:pt x="15860" y="0"/>
                  </a:lnTo>
                  <a:cubicBezTo>
                    <a:pt x="13981" y="3408"/>
                    <a:pt x="12583" y="6838"/>
                    <a:pt x="11666" y="10290"/>
                  </a:cubicBezTo>
                  <a:cubicBezTo>
                    <a:pt x="10704" y="13698"/>
                    <a:pt x="10224" y="17150"/>
                    <a:pt x="10224" y="20645"/>
                  </a:cubicBezTo>
                  <a:cubicBezTo>
                    <a:pt x="10224" y="28466"/>
                    <a:pt x="12714" y="34539"/>
                    <a:pt x="17695" y="38864"/>
                  </a:cubicBezTo>
                  <a:cubicBezTo>
                    <a:pt x="22632" y="43190"/>
                    <a:pt x="29579" y="45353"/>
                    <a:pt x="38536" y="45353"/>
                  </a:cubicBezTo>
                  <a:cubicBezTo>
                    <a:pt x="47493" y="45353"/>
                    <a:pt x="54462" y="43190"/>
                    <a:pt x="59443" y="38864"/>
                  </a:cubicBezTo>
                  <a:cubicBezTo>
                    <a:pt x="64380" y="34539"/>
                    <a:pt x="66848" y="28466"/>
                    <a:pt x="66848" y="20645"/>
                  </a:cubicBezTo>
                  <a:cubicBezTo>
                    <a:pt x="66848" y="17150"/>
                    <a:pt x="66390" y="13698"/>
                    <a:pt x="65472" y="10290"/>
                  </a:cubicBezTo>
                  <a:cubicBezTo>
                    <a:pt x="64511" y="6838"/>
                    <a:pt x="63091" y="3408"/>
                    <a:pt x="61212" y="0"/>
                  </a:cubicBezTo>
                  <a:lnTo>
                    <a:pt x="72353" y="0"/>
                  </a:lnTo>
                  <a:cubicBezTo>
                    <a:pt x="73926" y="3364"/>
                    <a:pt x="75106" y="6860"/>
                    <a:pt x="75893" y="10487"/>
                  </a:cubicBezTo>
                  <a:cubicBezTo>
                    <a:pt x="76679" y="14069"/>
                    <a:pt x="77072" y="17892"/>
                    <a:pt x="77072" y="21956"/>
                  </a:cubicBezTo>
                  <a:cubicBezTo>
                    <a:pt x="77072" y="33010"/>
                    <a:pt x="73599" y="41792"/>
                    <a:pt x="66652" y="48302"/>
                  </a:cubicBezTo>
                  <a:cubicBezTo>
                    <a:pt x="59705" y="54812"/>
                    <a:pt x="50333" y="58066"/>
                    <a:pt x="38536" y="58066"/>
                  </a:cubicBezTo>
                  <a:cubicBezTo>
                    <a:pt x="26565" y="58066"/>
                    <a:pt x="17149" y="54790"/>
                    <a:pt x="10289" y="48236"/>
                  </a:cubicBezTo>
                  <a:cubicBezTo>
                    <a:pt x="3430" y="41638"/>
                    <a:pt x="0" y="32616"/>
                    <a:pt x="0" y="21169"/>
                  </a:cubicBezTo>
                  <a:cubicBezTo>
                    <a:pt x="0" y="17456"/>
                    <a:pt x="393" y="13829"/>
                    <a:pt x="1180" y="10290"/>
                  </a:cubicBezTo>
                  <a:cubicBezTo>
                    <a:pt x="1922" y="6751"/>
                    <a:pt x="3058" y="3321"/>
                    <a:pt x="458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5" name="Freeform 1984">
              <a:extLst>
                <a:ext uri="{FF2B5EF4-FFF2-40B4-BE49-F238E27FC236}">
                  <a16:creationId xmlns:a16="http://schemas.microsoft.com/office/drawing/2014/main" id="{3AC49392-F774-3B52-98C7-F9F092AEA6FF}"/>
                </a:ext>
              </a:extLst>
            </p:cNvPr>
            <p:cNvSpPr/>
            <p:nvPr/>
          </p:nvSpPr>
          <p:spPr>
            <a:xfrm>
              <a:off x="4083037" y="3696528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6" name="Freeform 1985">
              <a:extLst>
                <a:ext uri="{FF2B5EF4-FFF2-40B4-BE49-F238E27FC236}">
                  <a16:creationId xmlns:a16="http://schemas.microsoft.com/office/drawing/2014/main" id="{1EB5A3A9-24BF-3F91-59E2-D1D004E6B46F}"/>
                </a:ext>
              </a:extLst>
            </p:cNvPr>
            <p:cNvSpPr/>
            <p:nvPr/>
          </p:nvSpPr>
          <p:spPr>
            <a:xfrm>
              <a:off x="4109842" y="3620570"/>
              <a:ext cx="77072" cy="56099"/>
            </a:xfrm>
            <a:custGeom>
              <a:avLst/>
              <a:gdLst>
                <a:gd name="csX0" fmla="*/ 3932 w 77072"/>
                <a:gd name="csY0" fmla="*/ 3932 h 56099"/>
                <a:gd name="csX1" fmla="*/ 15336 w 77072"/>
                <a:gd name="csY1" fmla="*/ 3932 h 56099"/>
                <a:gd name="csX2" fmla="*/ 11404 w 77072"/>
                <a:gd name="csY2" fmla="*/ 14549 h 56099"/>
                <a:gd name="csX3" fmla="*/ 10093 w 77072"/>
                <a:gd name="csY3" fmla="*/ 25952 h 56099"/>
                <a:gd name="csX4" fmla="*/ 12845 w 77072"/>
                <a:gd name="csY4" fmla="*/ 39453 h 56099"/>
                <a:gd name="csX5" fmla="*/ 21103 w 77072"/>
                <a:gd name="csY5" fmla="*/ 43909 h 56099"/>
                <a:gd name="csX6" fmla="*/ 27722 w 77072"/>
                <a:gd name="csY6" fmla="*/ 40699 h 56099"/>
                <a:gd name="csX7" fmla="*/ 32245 w 77072"/>
                <a:gd name="csY7" fmla="*/ 27787 h 56099"/>
                <a:gd name="csX8" fmla="*/ 33162 w 77072"/>
                <a:gd name="csY8" fmla="*/ 23659 h 56099"/>
                <a:gd name="csX9" fmla="*/ 40961 w 77072"/>
                <a:gd name="csY9" fmla="*/ 5439 h 56099"/>
                <a:gd name="csX10" fmla="*/ 54921 w 77072"/>
                <a:gd name="csY10" fmla="*/ 0 h 56099"/>
                <a:gd name="csX11" fmla="*/ 71108 w 77072"/>
                <a:gd name="csY11" fmla="*/ 8126 h 56099"/>
                <a:gd name="csX12" fmla="*/ 77072 w 77072"/>
                <a:gd name="csY12" fmla="*/ 30343 h 56099"/>
                <a:gd name="csX13" fmla="*/ 75893 w 77072"/>
                <a:gd name="csY13" fmla="*/ 42665 h 56099"/>
                <a:gd name="csX14" fmla="*/ 72485 w 77072"/>
                <a:gd name="csY14" fmla="*/ 56099 h 56099"/>
                <a:gd name="csX15" fmla="*/ 60032 w 77072"/>
                <a:gd name="csY15" fmla="*/ 56099 h 56099"/>
                <a:gd name="csX16" fmla="*/ 65275 w 77072"/>
                <a:gd name="csY16" fmla="*/ 42926 h 56099"/>
                <a:gd name="csX17" fmla="*/ 66979 w 77072"/>
                <a:gd name="csY17" fmla="*/ 30081 h 56099"/>
                <a:gd name="csX18" fmla="*/ 64096 w 77072"/>
                <a:gd name="csY18" fmla="*/ 16974 h 56099"/>
                <a:gd name="csX19" fmla="*/ 55838 w 77072"/>
                <a:gd name="csY19" fmla="*/ 12386 h 56099"/>
                <a:gd name="csX20" fmla="*/ 48301 w 77072"/>
                <a:gd name="csY20" fmla="*/ 15728 h 56099"/>
                <a:gd name="csX21" fmla="*/ 43255 w 77072"/>
                <a:gd name="csY21" fmla="*/ 30213 h 56099"/>
                <a:gd name="csX22" fmla="*/ 42272 w 77072"/>
                <a:gd name="csY22" fmla="*/ 34406 h 56099"/>
                <a:gd name="csX23" fmla="*/ 35063 w 77072"/>
                <a:gd name="csY23" fmla="*/ 50594 h 56099"/>
                <a:gd name="csX24" fmla="*/ 21627 w 77072"/>
                <a:gd name="csY24" fmla="*/ 55575 h 56099"/>
                <a:gd name="csX25" fmla="*/ 5636 w 77072"/>
                <a:gd name="csY25" fmla="*/ 48235 h 56099"/>
                <a:gd name="csX26" fmla="*/ 0 w 77072"/>
                <a:gd name="csY26" fmla="*/ 27394 h 56099"/>
                <a:gd name="csX27" fmla="*/ 983 w 77072"/>
                <a:gd name="csY27" fmla="*/ 14811 h 56099"/>
                <a:gd name="csX28" fmla="*/ 3932 w 77072"/>
                <a:gd name="csY28" fmla="*/ 3932 h 56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9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8"/>
                    <a:pt x="11010" y="36438"/>
                    <a:pt x="12845" y="39453"/>
                  </a:cubicBezTo>
                  <a:cubicBezTo>
                    <a:pt x="14680" y="42424"/>
                    <a:pt x="17433" y="43909"/>
                    <a:pt x="21103" y="43909"/>
                  </a:cubicBezTo>
                  <a:cubicBezTo>
                    <a:pt x="23899" y="43909"/>
                    <a:pt x="26106" y="42839"/>
                    <a:pt x="27722" y="40699"/>
                  </a:cubicBezTo>
                  <a:cubicBezTo>
                    <a:pt x="29295" y="38557"/>
                    <a:pt x="30803" y="34253"/>
                    <a:pt x="32245" y="27787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6"/>
                  </a:cubicBezTo>
                  <a:cubicBezTo>
                    <a:pt x="75084" y="13500"/>
                    <a:pt x="77072" y="20906"/>
                    <a:pt x="77072" y="30343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2"/>
                    <a:pt x="74014" y="51381"/>
                    <a:pt x="72485" y="56099"/>
                  </a:cubicBezTo>
                  <a:lnTo>
                    <a:pt x="60032" y="56099"/>
                  </a:lnTo>
                  <a:cubicBezTo>
                    <a:pt x="62348" y="51643"/>
                    <a:pt x="64096" y="47252"/>
                    <a:pt x="65275" y="42926"/>
                  </a:cubicBezTo>
                  <a:cubicBezTo>
                    <a:pt x="66411" y="38601"/>
                    <a:pt x="66979" y="34319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8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6"/>
                  </a:lnTo>
                  <a:cubicBezTo>
                    <a:pt x="40699" y="41878"/>
                    <a:pt x="38296" y="47274"/>
                    <a:pt x="35063" y="50594"/>
                  </a:cubicBezTo>
                  <a:cubicBezTo>
                    <a:pt x="31786" y="53915"/>
                    <a:pt x="27307" y="55575"/>
                    <a:pt x="21627" y="55575"/>
                  </a:cubicBezTo>
                  <a:cubicBezTo>
                    <a:pt x="14724" y="55575"/>
                    <a:pt x="9394" y="53128"/>
                    <a:pt x="5636" y="48235"/>
                  </a:cubicBezTo>
                  <a:cubicBezTo>
                    <a:pt x="1879" y="43341"/>
                    <a:pt x="0" y="36394"/>
                    <a:pt x="0" y="27394"/>
                  </a:cubicBezTo>
                  <a:cubicBezTo>
                    <a:pt x="0" y="22937"/>
                    <a:pt x="328" y="18743"/>
                    <a:pt x="983" y="14811"/>
                  </a:cubicBezTo>
                  <a:cubicBezTo>
                    <a:pt x="1638" y="10879"/>
                    <a:pt x="2622" y="7253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7" name="Freeform 1986">
              <a:extLst>
                <a:ext uri="{FF2B5EF4-FFF2-40B4-BE49-F238E27FC236}">
                  <a16:creationId xmlns:a16="http://schemas.microsoft.com/office/drawing/2014/main" id="{2CF94617-D02F-EEC7-1A51-3FD662A086C0}"/>
                </a:ext>
              </a:extLst>
            </p:cNvPr>
            <p:cNvSpPr/>
            <p:nvPr/>
          </p:nvSpPr>
          <p:spPr>
            <a:xfrm>
              <a:off x="4083037" y="3589309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8" name="Freeform 1987">
              <a:extLst>
                <a:ext uri="{FF2B5EF4-FFF2-40B4-BE49-F238E27FC236}">
                  <a16:creationId xmlns:a16="http://schemas.microsoft.com/office/drawing/2014/main" id="{38B96899-EE8D-0967-29C1-18D9483804D8}"/>
                </a:ext>
              </a:extLst>
            </p:cNvPr>
            <p:cNvSpPr/>
            <p:nvPr/>
          </p:nvSpPr>
          <p:spPr>
            <a:xfrm>
              <a:off x="4109842" y="3501947"/>
              <a:ext cx="77072" cy="67372"/>
            </a:xfrm>
            <a:custGeom>
              <a:avLst/>
              <a:gdLst>
                <a:gd name="csX0" fmla="*/ 10224 w 77072"/>
                <a:gd name="csY0" fmla="*/ 33686 h 67372"/>
                <a:gd name="csX1" fmla="*/ 17826 w 77072"/>
                <a:gd name="csY1" fmla="*/ 49022 h 67372"/>
                <a:gd name="csX2" fmla="*/ 38536 w 77072"/>
                <a:gd name="csY2" fmla="*/ 54658 h 67372"/>
                <a:gd name="csX3" fmla="*/ 59312 w 77072"/>
                <a:gd name="csY3" fmla="*/ 49087 h 67372"/>
                <a:gd name="csX4" fmla="*/ 66848 w 77072"/>
                <a:gd name="csY4" fmla="*/ 33686 h 67372"/>
                <a:gd name="csX5" fmla="*/ 59246 w 77072"/>
                <a:gd name="csY5" fmla="*/ 18416 h 67372"/>
                <a:gd name="csX6" fmla="*/ 38536 w 77072"/>
                <a:gd name="csY6" fmla="*/ 12779 h 67372"/>
                <a:gd name="csX7" fmla="*/ 17892 w 77072"/>
                <a:gd name="csY7" fmla="*/ 18416 h 67372"/>
                <a:gd name="csX8" fmla="*/ 10224 w 77072"/>
                <a:gd name="csY8" fmla="*/ 33686 h 67372"/>
                <a:gd name="csX9" fmla="*/ 0 w 77072"/>
                <a:gd name="csY9" fmla="*/ 33686 h 67372"/>
                <a:gd name="csX10" fmla="*/ 10224 w 77072"/>
                <a:gd name="csY10" fmla="*/ 8978 h 67372"/>
                <a:gd name="csX11" fmla="*/ 38536 w 77072"/>
                <a:gd name="csY11" fmla="*/ 0 h 67372"/>
                <a:gd name="csX12" fmla="*/ 66848 w 77072"/>
                <a:gd name="csY12" fmla="*/ 8978 h 67372"/>
                <a:gd name="csX13" fmla="*/ 77072 w 77072"/>
                <a:gd name="csY13" fmla="*/ 33686 h 67372"/>
                <a:gd name="csX14" fmla="*/ 66848 w 77072"/>
                <a:gd name="csY14" fmla="*/ 58459 h 67372"/>
                <a:gd name="csX15" fmla="*/ 38536 w 77072"/>
                <a:gd name="csY15" fmla="*/ 67372 h 67372"/>
                <a:gd name="csX16" fmla="*/ 10224 w 77072"/>
                <a:gd name="csY16" fmla="*/ 58459 h 67372"/>
                <a:gd name="csX17" fmla="*/ 0 w 77072"/>
                <a:gd name="csY17" fmla="*/ 33686 h 67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7072" h="67372">
                  <a:moveTo>
                    <a:pt x="10224" y="33686"/>
                  </a:moveTo>
                  <a:cubicBezTo>
                    <a:pt x="10224" y="40153"/>
                    <a:pt x="12758" y="45265"/>
                    <a:pt x="17826" y="49022"/>
                  </a:cubicBezTo>
                  <a:cubicBezTo>
                    <a:pt x="22851" y="52779"/>
                    <a:pt x="29754" y="54658"/>
                    <a:pt x="38536" y="54658"/>
                  </a:cubicBezTo>
                  <a:cubicBezTo>
                    <a:pt x="47318" y="54658"/>
                    <a:pt x="54243" y="52801"/>
                    <a:pt x="59312" y="49087"/>
                  </a:cubicBezTo>
                  <a:cubicBezTo>
                    <a:pt x="64336" y="45330"/>
                    <a:pt x="66848" y="40196"/>
                    <a:pt x="66848" y="33686"/>
                  </a:cubicBezTo>
                  <a:cubicBezTo>
                    <a:pt x="66848" y="27263"/>
                    <a:pt x="64314" y="22173"/>
                    <a:pt x="59246" y="18416"/>
                  </a:cubicBezTo>
                  <a:cubicBezTo>
                    <a:pt x="54178" y="14658"/>
                    <a:pt x="47274" y="12779"/>
                    <a:pt x="38536" y="12779"/>
                  </a:cubicBezTo>
                  <a:cubicBezTo>
                    <a:pt x="29842" y="12779"/>
                    <a:pt x="22960" y="14658"/>
                    <a:pt x="17892" y="18416"/>
                  </a:cubicBezTo>
                  <a:cubicBezTo>
                    <a:pt x="12780" y="22173"/>
                    <a:pt x="10224" y="27263"/>
                    <a:pt x="10224" y="33686"/>
                  </a:cubicBezTo>
                  <a:moveTo>
                    <a:pt x="0" y="33686"/>
                  </a:moveTo>
                  <a:cubicBezTo>
                    <a:pt x="0" y="23200"/>
                    <a:pt x="3408" y="14964"/>
                    <a:pt x="10224" y="8978"/>
                  </a:cubicBezTo>
                  <a:cubicBezTo>
                    <a:pt x="17040" y="2993"/>
                    <a:pt x="26477" y="0"/>
                    <a:pt x="38536" y="0"/>
                  </a:cubicBezTo>
                  <a:cubicBezTo>
                    <a:pt x="50551" y="0"/>
                    <a:pt x="59989" y="2993"/>
                    <a:pt x="66848" y="8978"/>
                  </a:cubicBezTo>
                  <a:cubicBezTo>
                    <a:pt x="73664" y="14964"/>
                    <a:pt x="77072" y="23200"/>
                    <a:pt x="77072" y="33686"/>
                  </a:cubicBezTo>
                  <a:cubicBezTo>
                    <a:pt x="77072" y="44216"/>
                    <a:pt x="73664" y="52474"/>
                    <a:pt x="66848" y="58459"/>
                  </a:cubicBezTo>
                  <a:cubicBezTo>
                    <a:pt x="59989" y="64401"/>
                    <a:pt x="50551" y="67372"/>
                    <a:pt x="38536" y="67372"/>
                  </a:cubicBezTo>
                  <a:cubicBezTo>
                    <a:pt x="26477" y="67372"/>
                    <a:pt x="17040" y="64401"/>
                    <a:pt x="10224" y="58459"/>
                  </a:cubicBezTo>
                  <a:cubicBezTo>
                    <a:pt x="3408" y="52474"/>
                    <a:pt x="0" y="44216"/>
                    <a:pt x="0" y="3368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9" name="Freeform 1988">
              <a:extLst>
                <a:ext uri="{FF2B5EF4-FFF2-40B4-BE49-F238E27FC236}">
                  <a16:creationId xmlns:a16="http://schemas.microsoft.com/office/drawing/2014/main" id="{EBEDCD3A-2D97-A167-7D03-6F77468DF5C2}"/>
                </a:ext>
              </a:extLst>
            </p:cNvPr>
            <p:cNvSpPr/>
            <p:nvPr/>
          </p:nvSpPr>
          <p:spPr>
            <a:xfrm>
              <a:off x="4109842" y="3420942"/>
              <a:ext cx="75171" cy="61474"/>
            </a:xfrm>
            <a:custGeom>
              <a:avLst/>
              <a:gdLst>
                <a:gd name="csX0" fmla="*/ 30868 w 75171"/>
                <a:gd name="csY0" fmla="*/ 0 h 61474"/>
                <a:gd name="csX1" fmla="*/ 75172 w 75171"/>
                <a:gd name="csY1" fmla="*/ 0 h 61474"/>
                <a:gd name="csX2" fmla="*/ 75172 w 75171"/>
                <a:gd name="csY2" fmla="*/ 12059 h 61474"/>
                <a:gd name="csX3" fmla="*/ 31261 w 75171"/>
                <a:gd name="csY3" fmla="*/ 12059 h 61474"/>
                <a:gd name="csX4" fmla="*/ 15663 w 75171"/>
                <a:gd name="csY4" fmla="*/ 16122 h 61474"/>
                <a:gd name="csX5" fmla="*/ 10486 w 75171"/>
                <a:gd name="csY5" fmla="*/ 28312 h 61474"/>
                <a:gd name="csX6" fmla="*/ 16712 w 75171"/>
                <a:gd name="csY6" fmla="*/ 43714 h 61474"/>
                <a:gd name="csX7" fmla="*/ 33686 w 75171"/>
                <a:gd name="csY7" fmla="*/ 49350 h 61474"/>
                <a:gd name="csX8" fmla="*/ 75172 w 75171"/>
                <a:gd name="csY8" fmla="*/ 49350 h 61474"/>
                <a:gd name="csX9" fmla="*/ 75172 w 75171"/>
                <a:gd name="csY9" fmla="*/ 61474 h 61474"/>
                <a:gd name="csX10" fmla="*/ 1770 w 75171"/>
                <a:gd name="csY10" fmla="*/ 61474 h 61474"/>
                <a:gd name="csX11" fmla="*/ 1770 w 75171"/>
                <a:gd name="csY11" fmla="*/ 49350 h 61474"/>
                <a:gd name="csX12" fmla="*/ 13173 w 75171"/>
                <a:gd name="csY12" fmla="*/ 49350 h 61474"/>
                <a:gd name="csX13" fmla="*/ 3277 w 75171"/>
                <a:gd name="csY13" fmla="*/ 39192 h 61474"/>
                <a:gd name="csX14" fmla="*/ 0 w 75171"/>
                <a:gd name="csY14" fmla="*/ 25626 h 61474"/>
                <a:gd name="csX15" fmla="*/ 7865 w 75171"/>
                <a:gd name="csY15" fmla="*/ 6488 h 61474"/>
                <a:gd name="csX16" fmla="*/ 30868 w 75171"/>
                <a:gd name="csY16" fmla="*/ 0 h 61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5171" h="61474">
                  <a:moveTo>
                    <a:pt x="30868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31261" y="12059"/>
                  </a:lnTo>
                  <a:cubicBezTo>
                    <a:pt x="24314" y="12059"/>
                    <a:pt x="19115" y="13413"/>
                    <a:pt x="15663" y="16122"/>
                  </a:cubicBezTo>
                  <a:cubicBezTo>
                    <a:pt x="12212" y="18831"/>
                    <a:pt x="10486" y="22895"/>
                    <a:pt x="10486" y="28312"/>
                  </a:cubicBezTo>
                  <a:cubicBezTo>
                    <a:pt x="10486" y="34823"/>
                    <a:pt x="12561" y="39957"/>
                    <a:pt x="16712" y="43714"/>
                  </a:cubicBezTo>
                  <a:cubicBezTo>
                    <a:pt x="20863" y="47471"/>
                    <a:pt x="26521" y="49350"/>
                    <a:pt x="33686" y="49350"/>
                  </a:cubicBezTo>
                  <a:lnTo>
                    <a:pt x="75172" y="49350"/>
                  </a:lnTo>
                  <a:lnTo>
                    <a:pt x="75172" y="61474"/>
                  </a:lnTo>
                  <a:lnTo>
                    <a:pt x="1770" y="61474"/>
                  </a:lnTo>
                  <a:lnTo>
                    <a:pt x="1770" y="49350"/>
                  </a:lnTo>
                  <a:lnTo>
                    <a:pt x="13173" y="49350"/>
                  </a:lnTo>
                  <a:cubicBezTo>
                    <a:pt x="8760" y="46466"/>
                    <a:pt x="5461" y="43081"/>
                    <a:pt x="3277" y="39192"/>
                  </a:cubicBezTo>
                  <a:cubicBezTo>
                    <a:pt x="1092" y="35260"/>
                    <a:pt x="0" y="30737"/>
                    <a:pt x="0" y="25626"/>
                  </a:cubicBezTo>
                  <a:cubicBezTo>
                    <a:pt x="0" y="17194"/>
                    <a:pt x="2622" y="10814"/>
                    <a:pt x="7865" y="6488"/>
                  </a:cubicBezTo>
                  <a:cubicBezTo>
                    <a:pt x="13064" y="2163"/>
                    <a:pt x="20732" y="0"/>
                    <a:pt x="3086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1" name="Group 2190">
            <a:extLst>
              <a:ext uri="{FF2B5EF4-FFF2-40B4-BE49-F238E27FC236}">
                <a16:creationId xmlns:a16="http://schemas.microsoft.com/office/drawing/2014/main" id="{BC3F6119-9BDA-5B68-D4F3-42683556D795}"/>
              </a:ext>
            </a:extLst>
          </p:cNvPr>
          <p:cNvGrpSpPr/>
          <p:nvPr/>
        </p:nvGrpSpPr>
        <p:grpSpPr>
          <a:xfrm>
            <a:off x="4409494" y="3380591"/>
            <a:ext cx="2287294" cy="1383476"/>
            <a:chOff x="4409494" y="3380591"/>
            <a:chExt cx="2287294" cy="1383476"/>
          </a:xfrm>
        </p:grpSpPr>
        <p:sp>
          <p:nvSpPr>
            <p:cNvPr id="1990" name="Freeform 1989">
              <a:extLst>
                <a:ext uri="{FF2B5EF4-FFF2-40B4-BE49-F238E27FC236}">
                  <a16:creationId xmlns:a16="http://schemas.microsoft.com/office/drawing/2014/main" id="{6FE70645-CFD0-777F-83F6-B388A46E117B}"/>
                </a:ext>
              </a:extLst>
            </p:cNvPr>
            <p:cNvSpPr/>
            <p:nvPr/>
          </p:nvSpPr>
          <p:spPr>
            <a:xfrm>
              <a:off x="4526022" y="4608576"/>
              <a:ext cx="1132" cy="20996"/>
            </a:xfrm>
            <a:custGeom>
              <a:avLst/>
              <a:gdLst>
                <a:gd name="csX0" fmla="*/ 0 w 1132"/>
                <a:gd name="csY0" fmla="*/ 20996 h 20996"/>
                <a:gd name="csX1" fmla="*/ 0 w 1132"/>
                <a:gd name="csY1" fmla="*/ 0 h 20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996">
                  <a:moveTo>
                    <a:pt x="0" y="209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1" name="Freeform 1990">
              <a:extLst>
                <a:ext uri="{FF2B5EF4-FFF2-40B4-BE49-F238E27FC236}">
                  <a16:creationId xmlns:a16="http://schemas.microsoft.com/office/drawing/2014/main" id="{408E56A4-EECC-970B-2A89-A0B3853526B0}"/>
                </a:ext>
              </a:extLst>
            </p:cNvPr>
            <p:cNvSpPr/>
            <p:nvPr/>
          </p:nvSpPr>
          <p:spPr>
            <a:xfrm>
              <a:off x="4510907" y="4630705"/>
              <a:ext cx="1132" cy="18437"/>
            </a:xfrm>
            <a:custGeom>
              <a:avLst/>
              <a:gdLst>
                <a:gd name="csX0" fmla="*/ 0 w 1132"/>
                <a:gd name="csY0" fmla="*/ 18437 h 18437"/>
                <a:gd name="csX1" fmla="*/ 0 w 1132"/>
                <a:gd name="csY1" fmla="*/ 0 h 18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437">
                  <a:moveTo>
                    <a:pt x="0" y="184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2" name="Freeform 1991">
              <a:extLst>
                <a:ext uri="{FF2B5EF4-FFF2-40B4-BE49-F238E27FC236}">
                  <a16:creationId xmlns:a16="http://schemas.microsoft.com/office/drawing/2014/main" id="{70A6934C-3504-533D-3EC8-CE646F0629FB}"/>
                </a:ext>
              </a:extLst>
            </p:cNvPr>
            <p:cNvSpPr/>
            <p:nvPr/>
          </p:nvSpPr>
          <p:spPr>
            <a:xfrm>
              <a:off x="4603103" y="4417354"/>
              <a:ext cx="1132" cy="45537"/>
            </a:xfrm>
            <a:custGeom>
              <a:avLst/>
              <a:gdLst>
                <a:gd name="csX0" fmla="*/ 0 w 1132"/>
                <a:gd name="csY0" fmla="*/ 45538 h 45537"/>
                <a:gd name="csX1" fmla="*/ 0 w 1132"/>
                <a:gd name="csY1" fmla="*/ 0 h 455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5537">
                  <a:moveTo>
                    <a:pt x="0" y="4553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3" name="Freeform 1992">
              <a:extLst>
                <a:ext uri="{FF2B5EF4-FFF2-40B4-BE49-F238E27FC236}">
                  <a16:creationId xmlns:a16="http://schemas.microsoft.com/office/drawing/2014/main" id="{8595E5D1-5D87-3738-72AF-11DDF9E8912F}"/>
                </a:ext>
              </a:extLst>
            </p:cNvPr>
            <p:cNvSpPr/>
            <p:nvPr/>
          </p:nvSpPr>
          <p:spPr>
            <a:xfrm>
              <a:off x="4488589" y="4687251"/>
              <a:ext cx="1132" cy="11302"/>
            </a:xfrm>
            <a:custGeom>
              <a:avLst/>
              <a:gdLst>
                <a:gd name="csX0" fmla="*/ 0 w 1132"/>
                <a:gd name="csY0" fmla="*/ 11302 h 11302"/>
                <a:gd name="csX1" fmla="*/ 0 w 1132"/>
                <a:gd name="csY1" fmla="*/ 0 h 1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302">
                  <a:moveTo>
                    <a:pt x="0" y="113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4" name="Freeform 1993">
              <a:extLst>
                <a:ext uri="{FF2B5EF4-FFF2-40B4-BE49-F238E27FC236}">
                  <a16:creationId xmlns:a16="http://schemas.microsoft.com/office/drawing/2014/main" id="{303AAEA9-E409-B573-A179-A5419514E0B9}"/>
                </a:ext>
              </a:extLst>
            </p:cNvPr>
            <p:cNvSpPr/>
            <p:nvPr/>
          </p:nvSpPr>
          <p:spPr>
            <a:xfrm>
              <a:off x="4448093" y="4737805"/>
              <a:ext cx="1132" cy="5016"/>
            </a:xfrm>
            <a:custGeom>
              <a:avLst/>
              <a:gdLst>
                <a:gd name="csX0" fmla="*/ 0 w 1132"/>
                <a:gd name="csY0" fmla="*/ 5017 h 5016"/>
                <a:gd name="csX1" fmla="*/ 0 w 1132"/>
                <a:gd name="csY1" fmla="*/ 0 h 5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016">
                  <a:moveTo>
                    <a:pt x="0" y="50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5" name="Freeform 1994">
              <a:extLst>
                <a:ext uri="{FF2B5EF4-FFF2-40B4-BE49-F238E27FC236}">
                  <a16:creationId xmlns:a16="http://schemas.microsoft.com/office/drawing/2014/main" id="{18133DF3-475D-580C-CE77-C473336318C9}"/>
                </a:ext>
              </a:extLst>
            </p:cNvPr>
            <p:cNvSpPr/>
            <p:nvPr/>
          </p:nvSpPr>
          <p:spPr>
            <a:xfrm>
              <a:off x="4632431" y="4500185"/>
              <a:ext cx="1132" cy="34869"/>
            </a:xfrm>
            <a:custGeom>
              <a:avLst/>
              <a:gdLst>
                <a:gd name="csX0" fmla="*/ 0 w 1132"/>
                <a:gd name="csY0" fmla="*/ 34870 h 34869"/>
                <a:gd name="csX1" fmla="*/ 0 w 1132"/>
                <a:gd name="csY1" fmla="*/ 0 h 3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4869">
                  <a:moveTo>
                    <a:pt x="0" y="3487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6" name="Freeform 1995">
              <a:extLst>
                <a:ext uri="{FF2B5EF4-FFF2-40B4-BE49-F238E27FC236}">
                  <a16:creationId xmlns:a16="http://schemas.microsoft.com/office/drawing/2014/main" id="{4E6CE2FA-5AE8-7D75-15BF-407C0C827E79}"/>
                </a:ext>
              </a:extLst>
            </p:cNvPr>
            <p:cNvSpPr/>
            <p:nvPr/>
          </p:nvSpPr>
          <p:spPr>
            <a:xfrm>
              <a:off x="4696903" y="4278614"/>
              <a:ext cx="1132" cy="63281"/>
            </a:xfrm>
            <a:custGeom>
              <a:avLst/>
              <a:gdLst>
                <a:gd name="csX0" fmla="*/ 0 w 1132"/>
                <a:gd name="csY0" fmla="*/ 63282 h 63281"/>
                <a:gd name="csX1" fmla="*/ 0 w 1132"/>
                <a:gd name="csY1" fmla="*/ 0 h 63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281">
                  <a:moveTo>
                    <a:pt x="0" y="632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7" name="Freeform 1996">
              <a:extLst>
                <a:ext uri="{FF2B5EF4-FFF2-40B4-BE49-F238E27FC236}">
                  <a16:creationId xmlns:a16="http://schemas.microsoft.com/office/drawing/2014/main" id="{DB5188A6-EA81-7349-F758-FCDB77709311}"/>
                </a:ext>
              </a:extLst>
            </p:cNvPr>
            <p:cNvSpPr/>
            <p:nvPr/>
          </p:nvSpPr>
          <p:spPr>
            <a:xfrm>
              <a:off x="4724098" y="4333633"/>
              <a:ext cx="1132" cy="55343"/>
            </a:xfrm>
            <a:custGeom>
              <a:avLst/>
              <a:gdLst>
                <a:gd name="csX0" fmla="*/ 0 w 1132"/>
                <a:gd name="csY0" fmla="*/ 55344 h 55343"/>
                <a:gd name="csX1" fmla="*/ 0 w 1132"/>
                <a:gd name="csY1" fmla="*/ 0 h 5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5343">
                  <a:moveTo>
                    <a:pt x="0" y="553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8" name="Freeform 1997">
              <a:extLst>
                <a:ext uri="{FF2B5EF4-FFF2-40B4-BE49-F238E27FC236}">
                  <a16:creationId xmlns:a16="http://schemas.microsoft.com/office/drawing/2014/main" id="{3543877B-7F77-53D5-0D3B-F968A8F22C0F}"/>
                </a:ext>
              </a:extLst>
            </p:cNvPr>
            <p:cNvSpPr/>
            <p:nvPr/>
          </p:nvSpPr>
          <p:spPr>
            <a:xfrm>
              <a:off x="5076527" y="4121975"/>
              <a:ext cx="1132" cy="83475"/>
            </a:xfrm>
            <a:custGeom>
              <a:avLst/>
              <a:gdLst>
                <a:gd name="csX0" fmla="*/ 0 w 1132"/>
                <a:gd name="csY0" fmla="*/ 83475 h 83475"/>
                <a:gd name="csX1" fmla="*/ 0 w 1132"/>
                <a:gd name="csY1" fmla="*/ 0 h 83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3475">
                  <a:moveTo>
                    <a:pt x="0" y="834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9" name="Freeform 1998">
              <a:extLst>
                <a:ext uri="{FF2B5EF4-FFF2-40B4-BE49-F238E27FC236}">
                  <a16:creationId xmlns:a16="http://schemas.microsoft.com/office/drawing/2014/main" id="{E02C095B-C3D4-B160-4678-9655548B51D3}"/>
                </a:ext>
              </a:extLst>
            </p:cNvPr>
            <p:cNvSpPr/>
            <p:nvPr/>
          </p:nvSpPr>
          <p:spPr>
            <a:xfrm>
              <a:off x="4430533" y="4755325"/>
              <a:ext cx="1132" cy="2774"/>
            </a:xfrm>
            <a:custGeom>
              <a:avLst/>
              <a:gdLst>
                <a:gd name="csX0" fmla="*/ 0 w 1132"/>
                <a:gd name="csY0" fmla="*/ 2775 h 2774"/>
                <a:gd name="csX1" fmla="*/ 0 w 1132"/>
                <a:gd name="csY1" fmla="*/ 0 h 27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74">
                  <a:moveTo>
                    <a:pt x="0" y="27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0" name="Freeform 1999">
              <a:extLst>
                <a:ext uri="{FF2B5EF4-FFF2-40B4-BE49-F238E27FC236}">
                  <a16:creationId xmlns:a16="http://schemas.microsoft.com/office/drawing/2014/main" id="{81D9DFF0-9B9B-DB5E-63B9-7688AC1FEDD0}"/>
                </a:ext>
              </a:extLst>
            </p:cNvPr>
            <p:cNvSpPr/>
            <p:nvPr/>
          </p:nvSpPr>
          <p:spPr>
            <a:xfrm>
              <a:off x="5473693" y="3960507"/>
              <a:ext cx="1132" cy="102601"/>
            </a:xfrm>
            <a:custGeom>
              <a:avLst/>
              <a:gdLst>
                <a:gd name="csX0" fmla="*/ 0 w 1132"/>
                <a:gd name="csY0" fmla="*/ 102602 h 102601"/>
                <a:gd name="csX1" fmla="*/ 0 w 1132"/>
                <a:gd name="csY1" fmla="*/ 0 h 102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2601">
                  <a:moveTo>
                    <a:pt x="0" y="1026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1" name="Freeform 2000">
              <a:extLst>
                <a:ext uri="{FF2B5EF4-FFF2-40B4-BE49-F238E27FC236}">
                  <a16:creationId xmlns:a16="http://schemas.microsoft.com/office/drawing/2014/main" id="{4FF5556B-BC29-F72D-637A-52B920292DBA}"/>
                </a:ext>
              </a:extLst>
            </p:cNvPr>
            <p:cNvSpPr/>
            <p:nvPr/>
          </p:nvSpPr>
          <p:spPr>
            <a:xfrm>
              <a:off x="4623741" y="4511227"/>
              <a:ext cx="1132" cy="33657"/>
            </a:xfrm>
            <a:custGeom>
              <a:avLst/>
              <a:gdLst>
                <a:gd name="csX0" fmla="*/ 0 w 1132"/>
                <a:gd name="csY0" fmla="*/ 33658 h 33657"/>
                <a:gd name="csX1" fmla="*/ 0 w 1132"/>
                <a:gd name="csY1" fmla="*/ 0 h 33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657">
                  <a:moveTo>
                    <a:pt x="0" y="3365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2" name="Freeform 2001">
              <a:extLst>
                <a:ext uri="{FF2B5EF4-FFF2-40B4-BE49-F238E27FC236}">
                  <a16:creationId xmlns:a16="http://schemas.microsoft.com/office/drawing/2014/main" id="{B0D895D4-36D4-EBA8-9E5C-70A11FD9ACEB}"/>
                </a:ext>
              </a:extLst>
            </p:cNvPr>
            <p:cNvSpPr/>
            <p:nvPr/>
          </p:nvSpPr>
          <p:spPr>
            <a:xfrm>
              <a:off x="4540843" y="4558135"/>
              <a:ext cx="1132" cy="27768"/>
            </a:xfrm>
            <a:custGeom>
              <a:avLst/>
              <a:gdLst>
                <a:gd name="csX0" fmla="*/ 0 w 1132"/>
                <a:gd name="csY0" fmla="*/ 27769 h 27768"/>
                <a:gd name="csX1" fmla="*/ 0 w 1132"/>
                <a:gd name="csY1" fmla="*/ 0 h 27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768">
                  <a:moveTo>
                    <a:pt x="0" y="2776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3" name="Freeform 2002">
              <a:extLst>
                <a:ext uri="{FF2B5EF4-FFF2-40B4-BE49-F238E27FC236}">
                  <a16:creationId xmlns:a16="http://schemas.microsoft.com/office/drawing/2014/main" id="{54F1203C-F853-6066-45F9-69B815B741E3}"/>
                </a:ext>
              </a:extLst>
            </p:cNvPr>
            <p:cNvSpPr/>
            <p:nvPr/>
          </p:nvSpPr>
          <p:spPr>
            <a:xfrm>
              <a:off x="4542350" y="4588010"/>
              <a:ext cx="1132" cy="23850"/>
            </a:xfrm>
            <a:custGeom>
              <a:avLst/>
              <a:gdLst>
                <a:gd name="csX0" fmla="*/ 0 w 1132"/>
                <a:gd name="csY0" fmla="*/ 23850 h 23850"/>
                <a:gd name="csX1" fmla="*/ 0 w 1132"/>
                <a:gd name="csY1" fmla="*/ 0 h 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850">
                  <a:moveTo>
                    <a:pt x="0" y="238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4" name="Freeform 2003">
              <a:extLst>
                <a:ext uri="{FF2B5EF4-FFF2-40B4-BE49-F238E27FC236}">
                  <a16:creationId xmlns:a16="http://schemas.microsoft.com/office/drawing/2014/main" id="{DE682561-288A-139E-4415-5DB2C887EB1C}"/>
                </a:ext>
              </a:extLst>
            </p:cNvPr>
            <p:cNvSpPr/>
            <p:nvPr/>
          </p:nvSpPr>
          <p:spPr>
            <a:xfrm>
              <a:off x="4950469" y="4081576"/>
              <a:ext cx="1132" cy="87429"/>
            </a:xfrm>
            <a:custGeom>
              <a:avLst/>
              <a:gdLst>
                <a:gd name="csX0" fmla="*/ 0 w 1132"/>
                <a:gd name="csY0" fmla="*/ 87430 h 87429"/>
                <a:gd name="csX1" fmla="*/ 0 w 1132"/>
                <a:gd name="csY1" fmla="*/ 0 h 87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7429">
                  <a:moveTo>
                    <a:pt x="0" y="8743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5" name="Freeform 2004">
              <a:extLst>
                <a:ext uri="{FF2B5EF4-FFF2-40B4-BE49-F238E27FC236}">
                  <a16:creationId xmlns:a16="http://schemas.microsoft.com/office/drawing/2014/main" id="{C86C2ADF-A9CC-1E3F-3CD4-BE71B5333716}"/>
                </a:ext>
              </a:extLst>
            </p:cNvPr>
            <p:cNvSpPr/>
            <p:nvPr/>
          </p:nvSpPr>
          <p:spPr>
            <a:xfrm>
              <a:off x="4928891" y="4170101"/>
              <a:ext cx="1132" cy="76560"/>
            </a:xfrm>
            <a:custGeom>
              <a:avLst/>
              <a:gdLst>
                <a:gd name="csX0" fmla="*/ 0 w 1132"/>
                <a:gd name="csY0" fmla="*/ 76560 h 76560"/>
                <a:gd name="csX1" fmla="*/ 0 w 1132"/>
                <a:gd name="csY1" fmla="*/ 0 h 76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6560">
                  <a:moveTo>
                    <a:pt x="0" y="765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6" name="Freeform 2005">
              <a:extLst>
                <a:ext uri="{FF2B5EF4-FFF2-40B4-BE49-F238E27FC236}">
                  <a16:creationId xmlns:a16="http://schemas.microsoft.com/office/drawing/2014/main" id="{16CCED64-0886-481B-474A-FD6B300F7A5B}"/>
                </a:ext>
              </a:extLst>
            </p:cNvPr>
            <p:cNvSpPr/>
            <p:nvPr/>
          </p:nvSpPr>
          <p:spPr>
            <a:xfrm>
              <a:off x="4476976" y="4694748"/>
              <a:ext cx="1132" cy="10407"/>
            </a:xfrm>
            <a:custGeom>
              <a:avLst/>
              <a:gdLst>
                <a:gd name="csX0" fmla="*/ 0 w 1132"/>
                <a:gd name="csY0" fmla="*/ 10408 h 10407"/>
                <a:gd name="csX1" fmla="*/ 0 w 1132"/>
                <a:gd name="csY1" fmla="*/ 0 h 1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407">
                  <a:moveTo>
                    <a:pt x="0" y="1040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7" name="Freeform 2006">
              <a:extLst>
                <a:ext uri="{FF2B5EF4-FFF2-40B4-BE49-F238E27FC236}">
                  <a16:creationId xmlns:a16="http://schemas.microsoft.com/office/drawing/2014/main" id="{14B4563F-9F59-1A1F-2219-143A2F0BAA77}"/>
                </a:ext>
              </a:extLst>
            </p:cNvPr>
            <p:cNvSpPr/>
            <p:nvPr/>
          </p:nvSpPr>
          <p:spPr>
            <a:xfrm>
              <a:off x="5251689" y="4041672"/>
              <a:ext cx="1132" cy="92582"/>
            </a:xfrm>
            <a:custGeom>
              <a:avLst/>
              <a:gdLst>
                <a:gd name="csX0" fmla="*/ 0 w 1132"/>
                <a:gd name="csY0" fmla="*/ 92583 h 92582"/>
                <a:gd name="csX1" fmla="*/ 0 w 1132"/>
                <a:gd name="csY1" fmla="*/ 0 h 92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2582">
                  <a:moveTo>
                    <a:pt x="0" y="925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8" name="Freeform 2007">
              <a:extLst>
                <a:ext uri="{FF2B5EF4-FFF2-40B4-BE49-F238E27FC236}">
                  <a16:creationId xmlns:a16="http://schemas.microsoft.com/office/drawing/2014/main" id="{968651D2-412F-932F-6D04-7E8C2704D8D8}"/>
                </a:ext>
              </a:extLst>
            </p:cNvPr>
            <p:cNvSpPr/>
            <p:nvPr/>
          </p:nvSpPr>
          <p:spPr>
            <a:xfrm>
              <a:off x="6678668" y="3380591"/>
              <a:ext cx="1132" cy="174768"/>
            </a:xfrm>
            <a:custGeom>
              <a:avLst/>
              <a:gdLst>
                <a:gd name="csX0" fmla="*/ 0 w 1132"/>
                <a:gd name="csY0" fmla="*/ 174768 h 174768"/>
                <a:gd name="csX1" fmla="*/ 0 w 1132"/>
                <a:gd name="csY1" fmla="*/ 0 h 17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4768">
                  <a:moveTo>
                    <a:pt x="0" y="17476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9" name="Freeform 2008">
              <a:extLst>
                <a:ext uri="{FF2B5EF4-FFF2-40B4-BE49-F238E27FC236}">
                  <a16:creationId xmlns:a16="http://schemas.microsoft.com/office/drawing/2014/main" id="{E7F18CD2-7804-CBEF-903D-8553AC94F56B}"/>
                </a:ext>
              </a:extLst>
            </p:cNvPr>
            <p:cNvSpPr/>
            <p:nvPr/>
          </p:nvSpPr>
          <p:spPr>
            <a:xfrm>
              <a:off x="4436158" y="4747295"/>
              <a:ext cx="1132" cy="3839"/>
            </a:xfrm>
            <a:custGeom>
              <a:avLst/>
              <a:gdLst>
                <a:gd name="csX0" fmla="*/ 0 w 1132"/>
                <a:gd name="csY0" fmla="*/ 3839 h 3839"/>
                <a:gd name="csX1" fmla="*/ 0 w 1132"/>
                <a:gd name="csY1" fmla="*/ 0 h 3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839">
                  <a:moveTo>
                    <a:pt x="0" y="38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0" name="Freeform 2009">
              <a:extLst>
                <a:ext uri="{FF2B5EF4-FFF2-40B4-BE49-F238E27FC236}">
                  <a16:creationId xmlns:a16="http://schemas.microsoft.com/office/drawing/2014/main" id="{01A15E04-2BD6-BDC2-2B57-65095DC748D9}"/>
                </a:ext>
              </a:extLst>
            </p:cNvPr>
            <p:cNvSpPr/>
            <p:nvPr/>
          </p:nvSpPr>
          <p:spPr>
            <a:xfrm>
              <a:off x="4857438" y="4239062"/>
              <a:ext cx="1132" cy="68264"/>
            </a:xfrm>
            <a:custGeom>
              <a:avLst/>
              <a:gdLst>
                <a:gd name="csX0" fmla="*/ 0 w 1132"/>
                <a:gd name="csY0" fmla="*/ 68265 h 68264"/>
                <a:gd name="csX1" fmla="*/ 0 w 1132"/>
                <a:gd name="csY1" fmla="*/ 0 h 68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264">
                  <a:moveTo>
                    <a:pt x="0" y="6826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1" name="Freeform 2010">
              <a:extLst>
                <a:ext uri="{FF2B5EF4-FFF2-40B4-BE49-F238E27FC236}">
                  <a16:creationId xmlns:a16="http://schemas.microsoft.com/office/drawing/2014/main" id="{CE35FBE4-D0F8-C5BC-56A0-B6736C0BC500}"/>
                </a:ext>
              </a:extLst>
            </p:cNvPr>
            <p:cNvSpPr/>
            <p:nvPr/>
          </p:nvSpPr>
          <p:spPr>
            <a:xfrm>
              <a:off x="4672304" y="4429302"/>
              <a:ext cx="1132" cy="43374"/>
            </a:xfrm>
            <a:custGeom>
              <a:avLst/>
              <a:gdLst>
                <a:gd name="csX0" fmla="*/ 0 w 1132"/>
                <a:gd name="csY0" fmla="*/ 43375 h 43374"/>
                <a:gd name="csX1" fmla="*/ 0 w 1132"/>
                <a:gd name="csY1" fmla="*/ 0 h 433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3374">
                  <a:moveTo>
                    <a:pt x="0" y="433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2" name="Freeform 2011">
              <a:extLst>
                <a:ext uri="{FF2B5EF4-FFF2-40B4-BE49-F238E27FC236}">
                  <a16:creationId xmlns:a16="http://schemas.microsoft.com/office/drawing/2014/main" id="{7C387E96-628F-DB6E-A5D4-ECD6B78E8FA8}"/>
                </a:ext>
              </a:extLst>
            </p:cNvPr>
            <p:cNvSpPr/>
            <p:nvPr/>
          </p:nvSpPr>
          <p:spPr>
            <a:xfrm>
              <a:off x="4750428" y="4275071"/>
              <a:ext cx="1132" cy="63444"/>
            </a:xfrm>
            <a:custGeom>
              <a:avLst/>
              <a:gdLst>
                <a:gd name="csX0" fmla="*/ 0 w 1132"/>
                <a:gd name="csY0" fmla="*/ 63445 h 63444"/>
                <a:gd name="csX1" fmla="*/ 0 w 1132"/>
                <a:gd name="csY1" fmla="*/ 0 h 63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444">
                  <a:moveTo>
                    <a:pt x="0" y="634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3" name="Freeform 2012">
              <a:extLst>
                <a:ext uri="{FF2B5EF4-FFF2-40B4-BE49-F238E27FC236}">
                  <a16:creationId xmlns:a16="http://schemas.microsoft.com/office/drawing/2014/main" id="{02D5F005-A372-E037-86FB-E0F645C5C97E}"/>
                </a:ext>
              </a:extLst>
            </p:cNvPr>
            <p:cNvSpPr/>
            <p:nvPr/>
          </p:nvSpPr>
          <p:spPr>
            <a:xfrm>
              <a:off x="5454270" y="3700444"/>
              <a:ext cx="1132" cy="136410"/>
            </a:xfrm>
            <a:custGeom>
              <a:avLst/>
              <a:gdLst>
                <a:gd name="csX0" fmla="*/ 0 w 1132"/>
                <a:gd name="csY0" fmla="*/ 136410 h 136410"/>
                <a:gd name="csX1" fmla="*/ 0 w 1132"/>
                <a:gd name="csY1" fmla="*/ 0 h 1364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6410">
                  <a:moveTo>
                    <a:pt x="0" y="1364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4" name="Freeform 2013">
              <a:extLst>
                <a:ext uri="{FF2B5EF4-FFF2-40B4-BE49-F238E27FC236}">
                  <a16:creationId xmlns:a16="http://schemas.microsoft.com/office/drawing/2014/main" id="{D24FFD7B-D4A5-AD83-8773-14F8A8D3902F}"/>
                </a:ext>
              </a:extLst>
            </p:cNvPr>
            <p:cNvSpPr/>
            <p:nvPr/>
          </p:nvSpPr>
          <p:spPr>
            <a:xfrm>
              <a:off x="4635488" y="4508690"/>
              <a:ext cx="1132" cy="33714"/>
            </a:xfrm>
            <a:custGeom>
              <a:avLst/>
              <a:gdLst>
                <a:gd name="csX0" fmla="*/ 0 w 1132"/>
                <a:gd name="csY0" fmla="*/ 33714 h 33714"/>
                <a:gd name="csX1" fmla="*/ 0 w 1132"/>
                <a:gd name="csY1" fmla="*/ 0 h 33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714">
                  <a:moveTo>
                    <a:pt x="0" y="337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5" name="Freeform 2014">
              <a:extLst>
                <a:ext uri="{FF2B5EF4-FFF2-40B4-BE49-F238E27FC236}">
                  <a16:creationId xmlns:a16="http://schemas.microsoft.com/office/drawing/2014/main" id="{1908A910-8357-3427-FB79-E63E0C344E2B}"/>
                </a:ext>
              </a:extLst>
            </p:cNvPr>
            <p:cNvSpPr/>
            <p:nvPr/>
          </p:nvSpPr>
          <p:spPr>
            <a:xfrm>
              <a:off x="4752878" y="4258683"/>
              <a:ext cx="1132" cy="65731"/>
            </a:xfrm>
            <a:custGeom>
              <a:avLst/>
              <a:gdLst>
                <a:gd name="csX0" fmla="*/ 0 w 1132"/>
                <a:gd name="csY0" fmla="*/ 65731 h 65731"/>
                <a:gd name="csX1" fmla="*/ 0 w 1132"/>
                <a:gd name="csY1" fmla="*/ 0 h 6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731">
                  <a:moveTo>
                    <a:pt x="0" y="657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6" name="Freeform 2015">
              <a:extLst>
                <a:ext uri="{FF2B5EF4-FFF2-40B4-BE49-F238E27FC236}">
                  <a16:creationId xmlns:a16="http://schemas.microsoft.com/office/drawing/2014/main" id="{4482ED52-22B4-F946-E21C-82FF48A755B0}"/>
                </a:ext>
              </a:extLst>
            </p:cNvPr>
            <p:cNvSpPr/>
            <p:nvPr/>
          </p:nvSpPr>
          <p:spPr>
            <a:xfrm>
              <a:off x="4587748" y="4552631"/>
              <a:ext cx="1132" cy="28142"/>
            </a:xfrm>
            <a:custGeom>
              <a:avLst/>
              <a:gdLst>
                <a:gd name="csX0" fmla="*/ 0 w 1132"/>
                <a:gd name="csY0" fmla="*/ 28143 h 28142"/>
                <a:gd name="csX1" fmla="*/ 0 w 1132"/>
                <a:gd name="csY1" fmla="*/ 0 h 28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8142">
                  <a:moveTo>
                    <a:pt x="0" y="281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7" name="Freeform 2016">
              <a:extLst>
                <a:ext uri="{FF2B5EF4-FFF2-40B4-BE49-F238E27FC236}">
                  <a16:creationId xmlns:a16="http://schemas.microsoft.com/office/drawing/2014/main" id="{3FDECD92-7012-A343-E60E-D7664CE87E6E}"/>
                </a:ext>
              </a:extLst>
            </p:cNvPr>
            <p:cNvSpPr/>
            <p:nvPr/>
          </p:nvSpPr>
          <p:spPr>
            <a:xfrm>
              <a:off x="4627369" y="4460026"/>
              <a:ext cx="1132" cy="39920"/>
            </a:xfrm>
            <a:custGeom>
              <a:avLst/>
              <a:gdLst>
                <a:gd name="csX0" fmla="*/ 0 w 1132"/>
                <a:gd name="csY0" fmla="*/ 39920 h 39920"/>
                <a:gd name="csX1" fmla="*/ 0 w 1132"/>
                <a:gd name="csY1" fmla="*/ 0 h 39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9920">
                  <a:moveTo>
                    <a:pt x="0" y="399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8" name="Freeform 2017">
              <a:extLst>
                <a:ext uri="{FF2B5EF4-FFF2-40B4-BE49-F238E27FC236}">
                  <a16:creationId xmlns:a16="http://schemas.microsoft.com/office/drawing/2014/main" id="{51381B9C-C1BA-6BAB-7E43-19B18248BE2F}"/>
                </a:ext>
              </a:extLst>
            </p:cNvPr>
            <p:cNvSpPr/>
            <p:nvPr/>
          </p:nvSpPr>
          <p:spPr>
            <a:xfrm>
              <a:off x="5184101" y="3643723"/>
              <a:ext cx="1132" cy="142696"/>
            </a:xfrm>
            <a:custGeom>
              <a:avLst/>
              <a:gdLst>
                <a:gd name="csX0" fmla="*/ 0 w 1132"/>
                <a:gd name="csY0" fmla="*/ 142697 h 142696"/>
                <a:gd name="csX1" fmla="*/ 0 w 1132"/>
                <a:gd name="csY1" fmla="*/ 0 h 1426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2696">
                  <a:moveTo>
                    <a:pt x="0" y="1426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9" name="Freeform 2018">
              <a:extLst>
                <a:ext uri="{FF2B5EF4-FFF2-40B4-BE49-F238E27FC236}">
                  <a16:creationId xmlns:a16="http://schemas.microsoft.com/office/drawing/2014/main" id="{075D96A3-42C4-E249-0815-7CB04F62C3B2}"/>
                </a:ext>
              </a:extLst>
            </p:cNvPr>
            <p:cNvSpPr/>
            <p:nvPr/>
          </p:nvSpPr>
          <p:spPr>
            <a:xfrm>
              <a:off x="4571385" y="4573446"/>
              <a:ext cx="1132" cy="25888"/>
            </a:xfrm>
            <a:custGeom>
              <a:avLst/>
              <a:gdLst>
                <a:gd name="csX0" fmla="*/ 0 w 1132"/>
                <a:gd name="csY0" fmla="*/ 25889 h 25888"/>
                <a:gd name="csX1" fmla="*/ 0 w 1132"/>
                <a:gd name="csY1" fmla="*/ 0 h 25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888">
                  <a:moveTo>
                    <a:pt x="0" y="258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0" name="Freeform 2019">
              <a:extLst>
                <a:ext uri="{FF2B5EF4-FFF2-40B4-BE49-F238E27FC236}">
                  <a16:creationId xmlns:a16="http://schemas.microsoft.com/office/drawing/2014/main" id="{20300B97-0A1C-D8AA-0646-3794EFBD7B67}"/>
                </a:ext>
              </a:extLst>
            </p:cNvPr>
            <p:cNvSpPr/>
            <p:nvPr/>
          </p:nvSpPr>
          <p:spPr>
            <a:xfrm>
              <a:off x="4457169" y="4711452"/>
              <a:ext cx="1132" cy="8267"/>
            </a:xfrm>
            <a:custGeom>
              <a:avLst/>
              <a:gdLst>
                <a:gd name="csX0" fmla="*/ 0 w 1132"/>
                <a:gd name="csY0" fmla="*/ 8267 h 8267"/>
                <a:gd name="csX1" fmla="*/ 0 w 1132"/>
                <a:gd name="csY1" fmla="*/ 0 h 8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267">
                  <a:moveTo>
                    <a:pt x="0" y="82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1" name="Freeform 2020">
              <a:extLst>
                <a:ext uri="{FF2B5EF4-FFF2-40B4-BE49-F238E27FC236}">
                  <a16:creationId xmlns:a16="http://schemas.microsoft.com/office/drawing/2014/main" id="{AD1ED1B2-56C4-6440-D247-FAD3C3CB4378}"/>
                </a:ext>
              </a:extLst>
            </p:cNvPr>
            <p:cNvSpPr/>
            <p:nvPr/>
          </p:nvSpPr>
          <p:spPr>
            <a:xfrm>
              <a:off x="5050769" y="3903433"/>
              <a:ext cx="1132" cy="110336"/>
            </a:xfrm>
            <a:custGeom>
              <a:avLst/>
              <a:gdLst>
                <a:gd name="csX0" fmla="*/ 0 w 1132"/>
                <a:gd name="csY0" fmla="*/ 110337 h 110336"/>
                <a:gd name="csX1" fmla="*/ 0 w 1132"/>
                <a:gd name="csY1" fmla="*/ 0 h 1103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0336">
                  <a:moveTo>
                    <a:pt x="0" y="1103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2" name="Freeform 2021">
              <a:extLst>
                <a:ext uri="{FF2B5EF4-FFF2-40B4-BE49-F238E27FC236}">
                  <a16:creationId xmlns:a16="http://schemas.microsoft.com/office/drawing/2014/main" id="{CFD6C100-ECC0-E3F3-7B79-5B27F74ABFA3}"/>
                </a:ext>
              </a:extLst>
            </p:cNvPr>
            <p:cNvSpPr/>
            <p:nvPr/>
          </p:nvSpPr>
          <p:spPr>
            <a:xfrm>
              <a:off x="5017708" y="4054608"/>
              <a:ext cx="1132" cy="91953"/>
            </a:xfrm>
            <a:custGeom>
              <a:avLst/>
              <a:gdLst>
                <a:gd name="csX0" fmla="*/ 0 w 1132"/>
                <a:gd name="csY0" fmla="*/ 91953 h 91953"/>
                <a:gd name="csX1" fmla="*/ 0 w 1132"/>
                <a:gd name="csY1" fmla="*/ 0 h 9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1953">
                  <a:moveTo>
                    <a:pt x="0" y="9195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3" name="Freeform 2022">
              <a:extLst>
                <a:ext uri="{FF2B5EF4-FFF2-40B4-BE49-F238E27FC236}">
                  <a16:creationId xmlns:a16="http://schemas.microsoft.com/office/drawing/2014/main" id="{17C25DB6-3ABE-2A98-2385-F50EC65C2D62}"/>
                </a:ext>
              </a:extLst>
            </p:cNvPr>
            <p:cNvSpPr/>
            <p:nvPr/>
          </p:nvSpPr>
          <p:spPr>
            <a:xfrm>
              <a:off x="5193699" y="3958818"/>
              <a:ext cx="1132" cy="102586"/>
            </a:xfrm>
            <a:custGeom>
              <a:avLst/>
              <a:gdLst>
                <a:gd name="csX0" fmla="*/ 0 w 1132"/>
                <a:gd name="csY0" fmla="*/ 102586 h 102586"/>
                <a:gd name="csX1" fmla="*/ 0 w 1132"/>
                <a:gd name="csY1" fmla="*/ 0 h 102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2586">
                  <a:moveTo>
                    <a:pt x="0" y="1025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4" name="Freeform 2023">
              <a:extLst>
                <a:ext uri="{FF2B5EF4-FFF2-40B4-BE49-F238E27FC236}">
                  <a16:creationId xmlns:a16="http://schemas.microsoft.com/office/drawing/2014/main" id="{676E2641-5638-0AA8-49AA-BC80E6469825}"/>
                </a:ext>
              </a:extLst>
            </p:cNvPr>
            <p:cNvSpPr/>
            <p:nvPr/>
          </p:nvSpPr>
          <p:spPr>
            <a:xfrm>
              <a:off x="4625786" y="4427388"/>
              <a:ext cx="1132" cy="43476"/>
            </a:xfrm>
            <a:custGeom>
              <a:avLst/>
              <a:gdLst>
                <a:gd name="csX0" fmla="*/ 0 w 1132"/>
                <a:gd name="csY0" fmla="*/ 43476 h 43476"/>
                <a:gd name="csX1" fmla="*/ 0 w 1132"/>
                <a:gd name="csY1" fmla="*/ 0 h 43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3476">
                  <a:moveTo>
                    <a:pt x="0" y="4347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5" name="Freeform 2024">
              <a:extLst>
                <a:ext uri="{FF2B5EF4-FFF2-40B4-BE49-F238E27FC236}">
                  <a16:creationId xmlns:a16="http://schemas.microsoft.com/office/drawing/2014/main" id="{DEED0E83-C808-EDA1-6589-7CF9170522B2}"/>
                </a:ext>
              </a:extLst>
            </p:cNvPr>
            <p:cNvSpPr/>
            <p:nvPr/>
          </p:nvSpPr>
          <p:spPr>
            <a:xfrm>
              <a:off x="4486427" y="4675201"/>
              <a:ext cx="1132" cy="12797"/>
            </a:xfrm>
            <a:custGeom>
              <a:avLst/>
              <a:gdLst>
                <a:gd name="csX0" fmla="*/ 0 w 1132"/>
                <a:gd name="csY0" fmla="*/ 12797 h 12797"/>
                <a:gd name="csX1" fmla="*/ 0 w 1132"/>
                <a:gd name="csY1" fmla="*/ 0 h 12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797">
                  <a:moveTo>
                    <a:pt x="0" y="127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6" name="Freeform 2025">
              <a:extLst>
                <a:ext uri="{FF2B5EF4-FFF2-40B4-BE49-F238E27FC236}">
                  <a16:creationId xmlns:a16="http://schemas.microsoft.com/office/drawing/2014/main" id="{8A97A409-1B13-F566-17B0-B07D2C244243}"/>
                </a:ext>
              </a:extLst>
            </p:cNvPr>
            <p:cNvSpPr/>
            <p:nvPr/>
          </p:nvSpPr>
          <p:spPr>
            <a:xfrm>
              <a:off x="4801032" y="4127137"/>
              <a:ext cx="1132" cy="82082"/>
            </a:xfrm>
            <a:custGeom>
              <a:avLst/>
              <a:gdLst>
                <a:gd name="csX0" fmla="*/ 0 w 1132"/>
                <a:gd name="csY0" fmla="*/ 82082 h 82082"/>
                <a:gd name="csX1" fmla="*/ 0 w 1132"/>
                <a:gd name="csY1" fmla="*/ 0 h 82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2082">
                  <a:moveTo>
                    <a:pt x="0" y="820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7" name="Freeform 2026">
              <a:extLst>
                <a:ext uri="{FF2B5EF4-FFF2-40B4-BE49-F238E27FC236}">
                  <a16:creationId xmlns:a16="http://schemas.microsoft.com/office/drawing/2014/main" id="{833A8063-B45C-0AB9-67AD-E3126F4D53C7}"/>
                </a:ext>
              </a:extLst>
            </p:cNvPr>
            <p:cNvSpPr/>
            <p:nvPr/>
          </p:nvSpPr>
          <p:spPr>
            <a:xfrm>
              <a:off x="4427614" y="4760817"/>
              <a:ext cx="1132" cy="2117"/>
            </a:xfrm>
            <a:custGeom>
              <a:avLst/>
              <a:gdLst>
                <a:gd name="csX0" fmla="*/ 0 w 1132"/>
                <a:gd name="csY0" fmla="*/ 2118 h 2117"/>
                <a:gd name="csX1" fmla="*/ 0 w 1132"/>
                <a:gd name="csY1" fmla="*/ 0 h 2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17">
                  <a:moveTo>
                    <a:pt x="0" y="21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8" name="Freeform 2027">
              <a:extLst>
                <a:ext uri="{FF2B5EF4-FFF2-40B4-BE49-F238E27FC236}">
                  <a16:creationId xmlns:a16="http://schemas.microsoft.com/office/drawing/2014/main" id="{AFF745E1-0ACE-BB9C-9F8B-B2881FF2D49A}"/>
                </a:ext>
              </a:extLst>
            </p:cNvPr>
            <p:cNvSpPr/>
            <p:nvPr/>
          </p:nvSpPr>
          <p:spPr>
            <a:xfrm>
              <a:off x="4610343" y="4453288"/>
              <a:ext cx="1132" cy="40282"/>
            </a:xfrm>
            <a:custGeom>
              <a:avLst/>
              <a:gdLst>
                <a:gd name="csX0" fmla="*/ 0 w 1132"/>
                <a:gd name="csY0" fmla="*/ 40283 h 40282"/>
                <a:gd name="csX1" fmla="*/ 0 w 1132"/>
                <a:gd name="csY1" fmla="*/ 0 h 40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0282">
                  <a:moveTo>
                    <a:pt x="0" y="402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9" name="Freeform 2028">
              <a:extLst>
                <a:ext uri="{FF2B5EF4-FFF2-40B4-BE49-F238E27FC236}">
                  <a16:creationId xmlns:a16="http://schemas.microsoft.com/office/drawing/2014/main" id="{D328D483-8025-124C-676E-F21EBE74DC51}"/>
                </a:ext>
              </a:extLst>
            </p:cNvPr>
            <p:cNvSpPr/>
            <p:nvPr/>
          </p:nvSpPr>
          <p:spPr>
            <a:xfrm>
              <a:off x="5019491" y="4020971"/>
              <a:ext cx="1132" cy="95704"/>
            </a:xfrm>
            <a:custGeom>
              <a:avLst/>
              <a:gdLst>
                <a:gd name="csX0" fmla="*/ 0 w 1132"/>
                <a:gd name="csY0" fmla="*/ 95705 h 95704"/>
                <a:gd name="csX1" fmla="*/ 0 w 1132"/>
                <a:gd name="csY1" fmla="*/ 0 h 95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5704">
                  <a:moveTo>
                    <a:pt x="0" y="9570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0" name="Freeform 2029">
              <a:extLst>
                <a:ext uri="{FF2B5EF4-FFF2-40B4-BE49-F238E27FC236}">
                  <a16:creationId xmlns:a16="http://schemas.microsoft.com/office/drawing/2014/main" id="{051E3B90-AA40-6ACB-8687-F25ACEBF1232}"/>
                </a:ext>
              </a:extLst>
            </p:cNvPr>
            <p:cNvSpPr/>
            <p:nvPr/>
          </p:nvSpPr>
          <p:spPr>
            <a:xfrm>
              <a:off x="4465791" y="4711022"/>
              <a:ext cx="1132" cy="8482"/>
            </a:xfrm>
            <a:custGeom>
              <a:avLst/>
              <a:gdLst>
                <a:gd name="csX0" fmla="*/ 0 w 1132"/>
                <a:gd name="csY0" fmla="*/ 8482 h 8482"/>
                <a:gd name="csX1" fmla="*/ 0 w 1132"/>
                <a:gd name="csY1" fmla="*/ 0 h 84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482">
                  <a:moveTo>
                    <a:pt x="0" y="84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1" name="Freeform 2030">
              <a:extLst>
                <a:ext uri="{FF2B5EF4-FFF2-40B4-BE49-F238E27FC236}">
                  <a16:creationId xmlns:a16="http://schemas.microsoft.com/office/drawing/2014/main" id="{199505C0-9E81-BB85-17A5-CF28235DF3DE}"/>
                </a:ext>
              </a:extLst>
            </p:cNvPr>
            <p:cNvSpPr/>
            <p:nvPr/>
          </p:nvSpPr>
          <p:spPr>
            <a:xfrm>
              <a:off x="4501473" y="4644159"/>
              <a:ext cx="1132" cy="16828"/>
            </a:xfrm>
            <a:custGeom>
              <a:avLst/>
              <a:gdLst>
                <a:gd name="csX0" fmla="*/ 0 w 1132"/>
                <a:gd name="csY0" fmla="*/ 16829 h 16828"/>
                <a:gd name="csX1" fmla="*/ 0 w 1132"/>
                <a:gd name="csY1" fmla="*/ 0 h 16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28">
                  <a:moveTo>
                    <a:pt x="0" y="168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2" name="Freeform 2031">
              <a:extLst>
                <a:ext uri="{FF2B5EF4-FFF2-40B4-BE49-F238E27FC236}">
                  <a16:creationId xmlns:a16="http://schemas.microsoft.com/office/drawing/2014/main" id="{F87E555F-9A34-1962-CD4E-F4B15D8E51CE}"/>
                </a:ext>
              </a:extLst>
            </p:cNvPr>
            <p:cNvSpPr/>
            <p:nvPr/>
          </p:nvSpPr>
          <p:spPr>
            <a:xfrm>
              <a:off x="4662405" y="4318821"/>
              <a:ext cx="1132" cy="57595"/>
            </a:xfrm>
            <a:custGeom>
              <a:avLst/>
              <a:gdLst>
                <a:gd name="csX0" fmla="*/ 0 w 1132"/>
                <a:gd name="csY0" fmla="*/ 57595 h 57595"/>
                <a:gd name="csX1" fmla="*/ 0 w 1132"/>
                <a:gd name="csY1" fmla="*/ 0 h 57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7595">
                  <a:moveTo>
                    <a:pt x="0" y="5759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3" name="Freeform 2032">
              <a:extLst>
                <a:ext uri="{FF2B5EF4-FFF2-40B4-BE49-F238E27FC236}">
                  <a16:creationId xmlns:a16="http://schemas.microsoft.com/office/drawing/2014/main" id="{6F2EF914-6496-1CF1-7B4B-64A131D218E6}"/>
                </a:ext>
              </a:extLst>
            </p:cNvPr>
            <p:cNvSpPr/>
            <p:nvPr/>
          </p:nvSpPr>
          <p:spPr>
            <a:xfrm>
              <a:off x="4480881" y="4695586"/>
              <a:ext cx="1132" cy="10203"/>
            </a:xfrm>
            <a:custGeom>
              <a:avLst/>
              <a:gdLst>
                <a:gd name="csX0" fmla="*/ 0 w 1132"/>
                <a:gd name="csY0" fmla="*/ 10204 h 10203"/>
                <a:gd name="csX1" fmla="*/ 0 w 1132"/>
                <a:gd name="csY1" fmla="*/ 0 h 10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203">
                  <a:moveTo>
                    <a:pt x="0" y="102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4" name="Freeform 2033">
              <a:extLst>
                <a:ext uri="{FF2B5EF4-FFF2-40B4-BE49-F238E27FC236}">
                  <a16:creationId xmlns:a16="http://schemas.microsoft.com/office/drawing/2014/main" id="{B15B560E-F92A-38BF-91ED-701351CA5707}"/>
                </a:ext>
              </a:extLst>
            </p:cNvPr>
            <p:cNvSpPr/>
            <p:nvPr/>
          </p:nvSpPr>
          <p:spPr>
            <a:xfrm>
              <a:off x="4452830" y="4725495"/>
              <a:ext cx="1132" cy="6443"/>
            </a:xfrm>
            <a:custGeom>
              <a:avLst/>
              <a:gdLst>
                <a:gd name="csX0" fmla="*/ 0 w 1132"/>
                <a:gd name="csY0" fmla="*/ 6444 h 6443"/>
                <a:gd name="csX1" fmla="*/ 0 w 1132"/>
                <a:gd name="csY1" fmla="*/ 0 h 6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43">
                  <a:moveTo>
                    <a:pt x="0" y="64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5" name="Freeform 2034">
              <a:extLst>
                <a:ext uri="{FF2B5EF4-FFF2-40B4-BE49-F238E27FC236}">
                  <a16:creationId xmlns:a16="http://schemas.microsoft.com/office/drawing/2014/main" id="{52A3380F-622F-A9BB-8F48-CE05BB8BDC14}"/>
                </a:ext>
              </a:extLst>
            </p:cNvPr>
            <p:cNvSpPr/>
            <p:nvPr/>
          </p:nvSpPr>
          <p:spPr>
            <a:xfrm>
              <a:off x="4731899" y="4228266"/>
              <a:ext cx="1132" cy="69051"/>
            </a:xfrm>
            <a:custGeom>
              <a:avLst/>
              <a:gdLst>
                <a:gd name="csX0" fmla="*/ 0 w 1132"/>
                <a:gd name="csY0" fmla="*/ 69052 h 69051"/>
                <a:gd name="csX1" fmla="*/ 0 w 1132"/>
                <a:gd name="csY1" fmla="*/ 0 h 6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051">
                  <a:moveTo>
                    <a:pt x="0" y="690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6" name="Freeform 2035">
              <a:extLst>
                <a:ext uri="{FF2B5EF4-FFF2-40B4-BE49-F238E27FC236}">
                  <a16:creationId xmlns:a16="http://schemas.microsoft.com/office/drawing/2014/main" id="{C88E5256-2229-6D16-48D6-6470DCD46399}"/>
                </a:ext>
              </a:extLst>
            </p:cNvPr>
            <p:cNvSpPr/>
            <p:nvPr/>
          </p:nvSpPr>
          <p:spPr>
            <a:xfrm>
              <a:off x="4581039" y="4446742"/>
              <a:ext cx="1132" cy="41211"/>
            </a:xfrm>
            <a:custGeom>
              <a:avLst/>
              <a:gdLst>
                <a:gd name="csX0" fmla="*/ 0 w 1132"/>
                <a:gd name="csY0" fmla="*/ 41212 h 41211"/>
                <a:gd name="csX1" fmla="*/ 0 w 1132"/>
                <a:gd name="csY1" fmla="*/ 0 h 412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1211">
                  <a:moveTo>
                    <a:pt x="0" y="4121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7" name="Freeform 2036">
              <a:extLst>
                <a:ext uri="{FF2B5EF4-FFF2-40B4-BE49-F238E27FC236}">
                  <a16:creationId xmlns:a16="http://schemas.microsoft.com/office/drawing/2014/main" id="{079009CD-0937-BAC7-1E52-BF00B54860D0}"/>
                </a:ext>
              </a:extLst>
            </p:cNvPr>
            <p:cNvSpPr/>
            <p:nvPr/>
          </p:nvSpPr>
          <p:spPr>
            <a:xfrm>
              <a:off x="4475358" y="4686480"/>
              <a:ext cx="1132" cy="11449"/>
            </a:xfrm>
            <a:custGeom>
              <a:avLst/>
              <a:gdLst>
                <a:gd name="csX0" fmla="*/ 0 w 1132"/>
                <a:gd name="csY0" fmla="*/ 11450 h 11449"/>
                <a:gd name="csX1" fmla="*/ 0 w 1132"/>
                <a:gd name="csY1" fmla="*/ 0 h 11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449">
                  <a:moveTo>
                    <a:pt x="0" y="114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8" name="Freeform 2037">
              <a:extLst>
                <a:ext uri="{FF2B5EF4-FFF2-40B4-BE49-F238E27FC236}">
                  <a16:creationId xmlns:a16="http://schemas.microsoft.com/office/drawing/2014/main" id="{ACD017B2-D99F-A536-C0FD-23831B6685C7}"/>
                </a:ext>
              </a:extLst>
            </p:cNvPr>
            <p:cNvSpPr/>
            <p:nvPr/>
          </p:nvSpPr>
          <p:spPr>
            <a:xfrm>
              <a:off x="4464583" y="4705099"/>
              <a:ext cx="1132" cy="9116"/>
            </a:xfrm>
            <a:custGeom>
              <a:avLst/>
              <a:gdLst>
                <a:gd name="csX0" fmla="*/ 0 w 1132"/>
                <a:gd name="csY0" fmla="*/ 9117 h 9116"/>
                <a:gd name="csX1" fmla="*/ 0 w 1132"/>
                <a:gd name="csY1" fmla="*/ 0 h 9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116">
                  <a:moveTo>
                    <a:pt x="0" y="91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9" name="Freeform 2038">
              <a:extLst>
                <a:ext uri="{FF2B5EF4-FFF2-40B4-BE49-F238E27FC236}">
                  <a16:creationId xmlns:a16="http://schemas.microsoft.com/office/drawing/2014/main" id="{23A2D2E0-2821-E223-CABC-EDC5213DE9B9}"/>
                </a:ext>
              </a:extLst>
            </p:cNvPr>
            <p:cNvSpPr/>
            <p:nvPr/>
          </p:nvSpPr>
          <p:spPr>
            <a:xfrm>
              <a:off x="4539755" y="4538486"/>
              <a:ext cx="1132" cy="30090"/>
            </a:xfrm>
            <a:custGeom>
              <a:avLst/>
              <a:gdLst>
                <a:gd name="csX0" fmla="*/ 0 w 1132"/>
                <a:gd name="csY0" fmla="*/ 30090 h 30090"/>
                <a:gd name="csX1" fmla="*/ 0 w 1132"/>
                <a:gd name="csY1" fmla="*/ 0 h 300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090">
                  <a:moveTo>
                    <a:pt x="0" y="3009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0" name="Freeform 2039">
              <a:extLst>
                <a:ext uri="{FF2B5EF4-FFF2-40B4-BE49-F238E27FC236}">
                  <a16:creationId xmlns:a16="http://schemas.microsoft.com/office/drawing/2014/main" id="{21F302F7-3EFE-DDBB-45E1-A767409FA502}"/>
                </a:ext>
              </a:extLst>
            </p:cNvPr>
            <p:cNvSpPr/>
            <p:nvPr/>
          </p:nvSpPr>
          <p:spPr>
            <a:xfrm>
              <a:off x="4507902" y="46295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1" name="Freeform 2040">
              <a:extLst>
                <a:ext uri="{FF2B5EF4-FFF2-40B4-BE49-F238E27FC236}">
                  <a16:creationId xmlns:a16="http://schemas.microsoft.com/office/drawing/2014/main" id="{E6E47CD9-A7BB-A0A6-2159-B2BA1A3F0282}"/>
                </a:ext>
              </a:extLst>
            </p:cNvPr>
            <p:cNvSpPr/>
            <p:nvPr/>
          </p:nvSpPr>
          <p:spPr>
            <a:xfrm>
              <a:off x="4507902" y="46085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2" name="Freeform 2041">
              <a:extLst>
                <a:ext uri="{FF2B5EF4-FFF2-40B4-BE49-F238E27FC236}">
                  <a16:creationId xmlns:a16="http://schemas.microsoft.com/office/drawing/2014/main" id="{7AFD21DB-D9D4-699C-0113-27D8BD7D9558}"/>
                </a:ext>
              </a:extLst>
            </p:cNvPr>
            <p:cNvSpPr/>
            <p:nvPr/>
          </p:nvSpPr>
          <p:spPr>
            <a:xfrm>
              <a:off x="4492787" y="464914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3" name="Freeform 2042">
              <a:extLst>
                <a:ext uri="{FF2B5EF4-FFF2-40B4-BE49-F238E27FC236}">
                  <a16:creationId xmlns:a16="http://schemas.microsoft.com/office/drawing/2014/main" id="{F211790F-772A-B53C-E182-5DBFA0413684}"/>
                </a:ext>
              </a:extLst>
            </p:cNvPr>
            <p:cNvSpPr/>
            <p:nvPr/>
          </p:nvSpPr>
          <p:spPr>
            <a:xfrm>
              <a:off x="4492787" y="46307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4" name="Freeform 2043">
              <a:extLst>
                <a:ext uri="{FF2B5EF4-FFF2-40B4-BE49-F238E27FC236}">
                  <a16:creationId xmlns:a16="http://schemas.microsoft.com/office/drawing/2014/main" id="{59A6C62E-BB55-1BD8-D6D1-6F4AF55A90F5}"/>
                </a:ext>
              </a:extLst>
            </p:cNvPr>
            <p:cNvSpPr/>
            <p:nvPr/>
          </p:nvSpPr>
          <p:spPr>
            <a:xfrm>
              <a:off x="4584983" y="446289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5" name="Freeform 2044">
              <a:extLst>
                <a:ext uri="{FF2B5EF4-FFF2-40B4-BE49-F238E27FC236}">
                  <a16:creationId xmlns:a16="http://schemas.microsoft.com/office/drawing/2014/main" id="{09F72822-0BA6-0297-48AA-EE5494D39F7C}"/>
                </a:ext>
              </a:extLst>
            </p:cNvPr>
            <p:cNvSpPr/>
            <p:nvPr/>
          </p:nvSpPr>
          <p:spPr>
            <a:xfrm>
              <a:off x="4584983" y="441735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6" name="Freeform 2045">
              <a:extLst>
                <a:ext uri="{FF2B5EF4-FFF2-40B4-BE49-F238E27FC236}">
                  <a16:creationId xmlns:a16="http://schemas.microsoft.com/office/drawing/2014/main" id="{3D2CA700-BEBE-D892-5AFE-28A8D8180CD2}"/>
                </a:ext>
              </a:extLst>
            </p:cNvPr>
            <p:cNvSpPr/>
            <p:nvPr/>
          </p:nvSpPr>
          <p:spPr>
            <a:xfrm>
              <a:off x="4470469" y="469855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7" name="Freeform 2046">
              <a:extLst>
                <a:ext uri="{FF2B5EF4-FFF2-40B4-BE49-F238E27FC236}">
                  <a16:creationId xmlns:a16="http://schemas.microsoft.com/office/drawing/2014/main" id="{08C6C815-3943-C882-539A-3A92C77EFD41}"/>
                </a:ext>
              </a:extLst>
            </p:cNvPr>
            <p:cNvSpPr/>
            <p:nvPr/>
          </p:nvSpPr>
          <p:spPr>
            <a:xfrm>
              <a:off x="4470469" y="46872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8" name="Freeform 2047">
              <a:extLst>
                <a:ext uri="{FF2B5EF4-FFF2-40B4-BE49-F238E27FC236}">
                  <a16:creationId xmlns:a16="http://schemas.microsoft.com/office/drawing/2014/main" id="{F8CBA8D8-0981-71D0-BEB9-029A14CDB1F6}"/>
                </a:ext>
              </a:extLst>
            </p:cNvPr>
            <p:cNvSpPr/>
            <p:nvPr/>
          </p:nvSpPr>
          <p:spPr>
            <a:xfrm>
              <a:off x="4429973" y="474282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9" name="Freeform 2048">
              <a:extLst>
                <a:ext uri="{FF2B5EF4-FFF2-40B4-BE49-F238E27FC236}">
                  <a16:creationId xmlns:a16="http://schemas.microsoft.com/office/drawing/2014/main" id="{C273F272-55E1-010C-3105-5C1E161584A0}"/>
                </a:ext>
              </a:extLst>
            </p:cNvPr>
            <p:cNvSpPr/>
            <p:nvPr/>
          </p:nvSpPr>
          <p:spPr>
            <a:xfrm>
              <a:off x="4429973" y="47378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0" name="Freeform 2049">
              <a:extLst>
                <a:ext uri="{FF2B5EF4-FFF2-40B4-BE49-F238E27FC236}">
                  <a16:creationId xmlns:a16="http://schemas.microsoft.com/office/drawing/2014/main" id="{7949CC5A-2A09-F30E-0386-E11FCE4A9B9D}"/>
                </a:ext>
              </a:extLst>
            </p:cNvPr>
            <p:cNvSpPr/>
            <p:nvPr/>
          </p:nvSpPr>
          <p:spPr>
            <a:xfrm>
              <a:off x="4614311" y="453505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1" name="Freeform 2050">
              <a:extLst>
                <a:ext uri="{FF2B5EF4-FFF2-40B4-BE49-F238E27FC236}">
                  <a16:creationId xmlns:a16="http://schemas.microsoft.com/office/drawing/2014/main" id="{55C3A566-78F5-4469-7ADD-2E8CD3030275}"/>
                </a:ext>
              </a:extLst>
            </p:cNvPr>
            <p:cNvSpPr/>
            <p:nvPr/>
          </p:nvSpPr>
          <p:spPr>
            <a:xfrm>
              <a:off x="4614311" y="450018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2" name="Freeform 2051">
              <a:extLst>
                <a:ext uri="{FF2B5EF4-FFF2-40B4-BE49-F238E27FC236}">
                  <a16:creationId xmlns:a16="http://schemas.microsoft.com/office/drawing/2014/main" id="{FA2B11BB-84AB-1572-266C-D0C8AA3B43B1}"/>
                </a:ext>
              </a:extLst>
            </p:cNvPr>
            <p:cNvSpPr/>
            <p:nvPr/>
          </p:nvSpPr>
          <p:spPr>
            <a:xfrm>
              <a:off x="4678783" y="434189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3" name="Freeform 2052">
              <a:extLst>
                <a:ext uri="{FF2B5EF4-FFF2-40B4-BE49-F238E27FC236}">
                  <a16:creationId xmlns:a16="http://schemas.microsoft.com/office/drawing/2014/main" id="{3D9447A9-EBD7-E33B-EE92-836ECD598628}"/>
                </a:ext>
              </a:extLst>
            </p:cNvPr>
            <p:cNvSpPr/>
            <p:nvPr/>
          </p:nvSpPr>
          <p:spPr>
            <a:xfrm>
              <a:off x="4678783" y="427861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4" name="Freeform 2053">
              <a:extLst>
                <a:ext uri="{FF2B5EF4-FFF2-40B4-BE49-F238E27FC236}">
                  <a16:creationId xmlns:a16="http://schemas.microsoft.com/office/drawing/2014/main" id="{FA1298BD-AE36-675C-FB7E-9D5A2BC4AA59}"/>
                </a:ext>
              </a:extLst>
            </p:cNvPr>
            <p:cNvSpPr/>
            <p:nvPr/>
          </p:nvSpPr>
          <p:spPr>
            <a:xfrm>
              <a:off x="4705978" y="438897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5" name="Freeform 2054">
              <a:extLst>
                <a:ext uri="{FF2B5EF4-FFF2-40B4-BE49-F238E27FC236}">
                  <a16:creationId xmlns:a16="http://schemas.microsoft.com/office/drawing/2014/main" id="{3469E1EB-91C0-03DB-D92A-076D44AB5F09}"/>
                </a:ext>
              </a:extLst>
            </p:cNvPr>
            <p:cNvSpPr/>
            <p:nvPr/>
          </p:nvSpPr>
          <p:spPr>
            <a:xfrm>
              <a:off x="4705978" y="433363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6" name="Freeform 2055">
              <a:extLst>
                <a:ext uri="{FF2B5EF4-FFF2-40B4-BE49-F238E27FC236}">
                  <a16:creationId xmlns:a16="http://schemas.microsoft.com/office/drawing/2014/main" id="{7884FBF9-16E8-069D-40AD-693975148A7E}"/>
                </a:ext>
              </a:extLst>
            </p:cNvPr>
            <p:cNvSpPr/>
            <p:nvPr/>
          </p:nvSpPr>
          <p:spPr>
            <a:xfrm>
              <a:off x="5058407" y="42054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7" name="Freeform 2056">
              <a:extLst>
                <a:ext uri="{FF2B5EF4-FFF2-40B4-BE49-F238E27FC236}">
                  <a16:creationId xmlns:a16="http://schemas.microsoft.com/office/drawing/2014/main" id="{B05BDED4-8372-8A31-1765-CCF2C6822390}"/>
                </a:ext>
              </a:extLst>
            </p:cNvPr>
            <p:cNvSpPr/>
            <p:nvPr/>
          </p:nvSpPr>
          <p:spPr>
            <a:xfrm>
              <a:off x="5058407" y="412197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8" name="Freeform 2057">
              <a:extLst>
                <a:ext uri="{FF2B5EF4-FFF2-40B4-BE49-F238E27FC236}">
                  <a16:creationId xmlns:a16="http://schemas.microsoft.com/office/drawing/2014/main" id="{E042CBB4-12BD-1E6E-5581-028758AF9A77}"/>
                </a:ext>
              </a:extLst>
            </p:cNvPr>
            <p:cNvSpPr/>
            <p:nvPr/>
          </p:nvSpPr>
          <p:spPr>
            <a:xfrm>
              <a:off x="4412413" y="475809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9" name="Freeform 2058">
              <a:extLst>
                <a:ext uri="{FF2B5EF4-FFF2-40B4-BE49-F238E27FC236}">
                  <a16:creationId xmlns:a16="http://schemas.microsoft.com/office/drawing/2014/main" id="{1FE33CC8-AFC5-94B4-C8CC-0998FF116BE6}"/>
                </a:ext>
              </a:extLst>
            </p:cNvPr>
            <p:cNvSpPr/>
            <p:nvPr/>
          </p:nvSpPr>
          <p:spPr>
            <a:xfrm>
              <a:off x="4412413" y="475532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0" name="Freeform 2059">
              <a:extLst>
                <a:ext uri="{FF2B5EF4-FFF2-40B4-BE49-F238E27FC236}">
                  <a16:creationId xmlns:a16="http://schemas.microsoft.com/office/drawing/2014/main" id="{308F7DAC-79A9-3BE5-CE7B-CE94CF050B0E}"/>
                </a:ext>
              </a:extLst>
            </p:cNvPr>
            <p:cNvSpPr/>
            <p:nvPr/>
          </p:nvSpPr>
          <p:spPr>
            <a:xfrm>
              <a:off x="5455573" y="40631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1" name="Freeform 2060">
              <a:extLst>
                <a:ext uri="{FF2B5EF4-FFF2-40B4-BE49-F238E27FC236}">
                  <a16:creationId xmlns:a16="http://schemas.microsoft.com/office/drawing/2014/main" id="{F496D1C1-DD27-CD1F-ECA9-C567F1B4178E}"/>
                </a:ext>
              </a:extLst>
            </p:cNvPr>
            <p:cNvSpPr/>
            <p:nvPr/>
          </p:nvSpPr>
          <p:spPr>
            <a:xfrm>
              <a:off x="5455573" y="396050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2" name="Freeform 2061">
              <a:extLst>
                <a:ext uri="{FF2B5EF4-FFF2-40B4-BE49-F238E27FC236}">
                  <a16:creationId xmlns:a16="http://schemas.microsoft.com/office/drawing/2014/main" id="{3AF9F90D-5114-8115-703A-DC52F12431C9}"/>
                </a:ext>
              </a:extLst>
            </p:cNvPr>
            <p:cNvSpPr/>
            <p:nvPr/>
          </p:nvSpPr>
          <p:spPr>
            <a:xfrm>
              <a:off x="4605621" y="454488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3" name="Freeform 2062">
              <a:extLst>
                <a:ext uri="{FF2B5EF4-FFF2-40B4-BE49-F238E27FC236}">
                  <a16:creationId xmlns:a16="http://schemas.microsoft.com/office/drawing/2014/main" id="{657F4379-34D9-6640-4051-60E71789E58C}"/>
                </a:ext>
              </a:extLst>
            </p:cNvPr>
            <p:cNvSpPr/>
            <p:nvPr/>
          </p:nvSpPr>
          <p:spPr>
            <a:xfrm>
              <a:off x="4605621" y="451122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4" name="Freeform 2063">
              <a:extLst>
                <a:ext uri="{FF2B5EF4-FFF2-40B4-BE49-F238E27FC236}">
                  <a16:creationId xmlns:a16="http://schemas.microsoft.com/office/drawing/2014/main" id="{E502ADC5-CD87-09D6-0029-993DAB5D423A}"/>
                </a:ext>
              </a:extLst>
            </p:cNvPr>
            <p:cNvSpPr/>
            <p:nvPr/>
          </p:nvSpPr>
          <p:spPr>
            <a:xfrm>
              <a:off x="4522723" y="458590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5" name="Freeform 2064">
              <a:extLst>
                <a:ext uri="{FF2B5EF4-FFF2-40B4-BE49-F238E27FC236}">
                  <a16:creationId xmlns:a16="http://schemas.microsoft.com/office/drawing/2014/main" id="{3318DC98-E533-7599-EA08-358150EE3C1E}"/>
                </a:ext>
              </a:extLst>
            </p:cNvPr>
            <p:cNvSpPr/>
            <p:nvPr/>
          </p:nvSpPr>
          <p:spPr>
            <a:xfrm>
              <a:off x="4522723" y="45581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6" name="Freeform 2065">
              <a:extLst>
                <a:ext uri="{FF2B5EF4-FFF2-40B4-BE49-F238E27FC236}">
                  <a16:creationId xmlns:a16="http://schemas.microsoft.com/office/drawing/2014/main" id="{AEF54EBB-910A-373C-6D5E-E4F14CA025ED}"/>
                </a:ext>
              </a:extLst>
            </p:cNvPr>
            <p:cNvSpPr/>
            <p:nvPr/>
          </p:nvSpPr>
          <p:spPr>
            <a:xfrm>
              <a:off x="4524230" y="461186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7" name="Freeform 2066">
              <a:extLst>
                <a:ext uri="{FF2B5EF4-FFF2-40B4-BE49-F238E27FC236}">
                  <a16:creationId xmlns:a16="http://schemas.microsoft.com/office/drawing/2014/main" id="{79F81FDB-FE1B-1EB0-9D20-C81C1EBDA599}"/>
                </a:ext>
              </a:extLst>
            </p:cNvPr>
            <p:cNvSpPr/>
            <p:nvPr/>
          </p:nvSpPr>
          <p:spPr>
            <a:xfrm>
              <a:off x="4524230" y="458801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8" name="Freeform 2067">
              <a:extLst>
                <a:ext uri="{FF2B5EF4-FFF2-40B4-BE49-F238E27FC236}">
                  <a16:creationId xmlns:a16="http://schemas.microsoft.com/office/drawing/2014/main" id="{F60BBFB5-ADC3-7577-129A-B803E93CAEEE}"/>
                </a:ext>
              </a:extLst>
            </p:cNvPr>
            <p:cNvSpPr/>
            <p:nvPr/>
          </p:nvSpPr>
          <p:spPr>
            <a:xfrm>
              <a:off x="4932349" y="41690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9" name="Freeform 2068">
              <a:extLst>
                <a:ext uri="{FF2B5EF4-FFF2-40B4-BE49-F238E27FC236}">
                  <a16:creationId xmlns:a16="http://schemas.microsoft.com/office/drawing/2014/main" id="{9E95BE32-FF5E-EF7B-FE2C-41BC122EF8EE}"/>
                </a:ext>
              </a:extLst>
            </p:cNvPr>
            <p:cNvSpPr/>
            <p:nvPr/>
          </p:nvSpPr>
          <p:spPr>
            <a:xfrm>
              <a:off x="4932349" y="40815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0" name="Freeform 2069">
              <a:extLst>
                <a:ext uri="{FF2B5EF4-FFF2-40B4-BE49-F238E27FC236}">
                  <a16:creationId xmlns:a16="http://schemas.microsoft.com/office/drawing/2014/main" id="{2693C0CA-45BB-DADE-3FC2-37CB43CF972F}"/>
                </a:ext>
              </a:extLst>
            </p:cNvPr>
            <p:cNvSpPr/>
            <p:nvPr/>
          </p:nvSpPr>
          <p:spPr>
            <a:xfrm>
              <a:off x="4910771" y="42466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1" name="Freeform 2070">
              <a:extLst>
                <a:ext uri="{FF2B5EF4-FFF2-40B4-BE49-F238E27FC236}">
                  <a16:creationId xmlns:a16="http://schemas.microsoft.com/office/drawing/2014/main" id="{43402048-23CD-79EF-0D4F-DC7844B18B28}"/>
                </a:ext>
              </a:extLst>
            </p:cNvPr>
            <p:cNvSpPr/>
            <p:nvPr/>
          </p:nvSpPr>
          <p:spPr>
            <a:xfrm>
              <a:off x="4910771" y="417010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2" name="Freeform 2071">
              <a:extLst>
                <a:ext uri="{FF2B5EF4-FFF2-40B4-BE49-F238E27FC236}">
                  <a16:creationId xmlns:a16="http://schemas.microsoft.com/office/drawing/2014/main" id="{E277796F-B78E-3930-FEBC-CC365AC37EE1}"/>
                </a:ext>
              </a:extLst>
            </p:cNvPr>
            <p:cNvSpPr/>
            <p:nvPr/>
          </p:nvSpPr>
          <p:spPr>
            <a:xfrm>
              <a:off x="4458856" y="47051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3" name="Freeform 2072">
              <a:extLst>
                <a:ext uri="{FF2B5EF4-FFF2-40B4-BE49-F238E27FC236}">
                  <a16:creationId xmlns:a16="http://schemas.microsoft.com/office/drawing/2014/main" id="{880FA32F-E512-E1E6-8F5D-5E4E7085623C}"/>
                </a:ext>
              </a:extLst>
            </p:cNvPr>
            <p:cNvSpPr/>
            <p:nvPr/>
          </p:nvSpPr>
          <p:spPr>
            <a:xfrm>
              <a:off x="4458856" y="469474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4" name="Freeform 2073">
              <a:extLst>
                <a:ext uri="{FF2B5EF4-FFF2-40B4-BE49-F238E27FC236}">
                  <a16:creationId xmlns:a16="http://schemas.microsoft.com/office/drawing/2014/main" id="{63903166-1A2E-02E1-953D-39C0B9D749BD}"/>
                </a:ext>
              </a:extLst>
            </p:cNvPr>
            <p:cNvSpPr/>
            <p:nvPr/>
          </p:nvSpPr>
          <p:spPr>
            <a:xfrm>
              <a:off x="5233569" y="41342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5" name="Freeform 2074">
              <a:extLst>
                <a:ext uri="{FF2B5EF4-FFF2-40B4-BE49-F238E27FC236}">
                  <a16:creationId xmlns:a16="http://schemas.microsoft.com/office/drawing/2014/main" id="{E26F73A1-FAE0-C755-E8DE-A352612CF3BC}"/>
                </a:ext>
              </a:extLst>
            </p:cNvPr>
            <p:cNvSpPr/>
            <p:nvPr/>
          </p:nvSpPr>
          <p:spPr>
            <a:xfrm>
              <a:off x="5233569" y="40416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6" name="Freeform 2075">
              <a:extLst>
                <a:ext uri="{FF2B5EF4-FFF2-40B4-BE49-F238E27FC236}">
                  <a16:creationId xmlns:a16="http://schemas.microsoft.com/office/drawing/2014/main" id="{EFF473C8-6CB1-31AB-3B86-0F9BC12C35B1}"/>
                </a:ext>
              </a:extLst>
            </p:cNvPr>
            <p:cNvSpPr/>
            <p:nvPr/>
          </p:nvSpPr>
          <p:spPr>
            <a:xfrm>
              <a:off x="6660549" y="355535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7" name="Freeform 2076">
              <a:extLst>
                <a:ext uri="{FF2B5EF4-FFF2-40B4-BE49-F238E27FC236}">
                  <a16:creationId xmlns:a16="http://schemas.microsoft.com/office/drawing/2014/main" id="{778BCBD5-4AF1-E6AB-1D30-39B8E04F6844}"/>
                </a:ext>
              </a:extLst>
            </p:cNvPr>
            <p:cNvSpPr/>
            <p:nvPr/>
          </p:nvSpPr>
          <p:spPr>
            <a:xfrm>
              <a:off x="6660549" y="338059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8" name="Freeform 2077">
              <a:extLst>
                <a:ext uri="{FF2B5EF4-FFF2-40B4-BE49-F238E27FC236}">
                  <a16:creationId xmlns:a16="http://schemas.microsoft.com/office/drawing/2014/main" id="{CC2889D6-D38B-5A76-26DA-5F206B1E8CA6}"/>
                </a:ext>
              </a:extLst>
            </p:cNvPr>
            <p:cNvSpPr/>
            <p:nvPr/>
          </p:nvSpPr>
          <p:spPr>
            <a:xfrm>
              <a:off x="4418039" y="47511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9" name="Freeform 2078">
              <a:extLst>
                <a:ext uri="{FF2B5EF4-FFF2-40B4-BE49-F238E27FC236}">
                  <a16:creationId xmlns:a16="http://schemas.microsoft.com/office/drawing/2014/main" id="{24435CF7-EF13-F4F4-D9C1-7DEDFFF57173}"/>
                </a:ext>
              </a:extLst>
            </p:cNvPr>
            <p:cNvSpPr/>
            <p:nvPr/>
          </p:nvSpPr>
          <p:spPr>
            <a:xfrm>
              <a:off x="4418039" y="47472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0" name="Freeform 2079">
              <a:extLst>
                <a:ext uri="{FF2B5EF4-FFF2-40B4-BE49-F238E27FC236}">
                  <a16:creationId xmlns:a16="http://schemas.microsoft.com/office/drawing/2014/main" id="{6DEFE732-7764-14E8-0723-D2FC0C5753A0}"/>
                </a:ext>
              </a:extLst>
            </p:cNvPr>
            <p:cNvSpPr/>
            <p:nvPr/>
          </p:nvSpPr>
          <p:spPr>
            <a:xfrm>
              <a:off x="4839318" y="430732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1" name="Freeform 2080">
              <a:extLst>
                <a:ext uri="{FF2B5EF4-FFF2-40B4-BE49-F238E27FC236}">
                  <a16:creationId xmlns:a16="http://schemas.microsoft.com/office/drawing/2014/main" id="{D3344421-9BD4-D1D3-0E50-709579B9CF10}"/>
                </a:ext>
              </a:extLst>
            </p:cNvPr>
            <p:cNvSpPr/>
            <p:nvPr/>
          </p:nvSpPr>
          <p:spPr>
            <a:xfrm>
              <a:off x="4839318" y="423906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2" name="Freeform 2081">
              <a:extLst>
                <a:ext uri="{FF2B5EF4-FFF2-40B4-BE49-F238E27FC236}">
                  <a16:creationId xmlns:a16="http://schemas.microsoft.com/office/drawing/2014/main" id="{67D12270-0529-6A0A-9C03-905FAFAA2C34}"/>
                </a:ext>
              </a:extLst>
            </p:cNvPr>
            <p:cNvSpPr/>
            <p:nvPr/>
          </p:nvSpPr>
          <p:spPr>
            <a:xfrm>
              <a:off x="4654184" y="44726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3" name="Freeform 2082">
              <a:extLst>
                <a:ext uri="{FF2B5EF4-FFF2-40B4-BE49-F238E27FC236}">
                  <a16:creationId xmlns:a16="http://schemas.microsoft.com/office/drawing/2014/main" id="{D5B0ACD4-E8E3-14D9-3629-C9CE62D1AC6E}"/>
                </a:ext>
              </a:extLst>
            </p:cNvPr>
            <p:cNvSpPr/>
            <p:nvPr/>
          </p:nvSpPr>
          <p:spPr>
            <a:xfrm>
              <a:off x="4654184" y="442930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4" name="Freeform 2083">
              <a:extLst>
                <a:ext uri="{FF2B5EF4-FFF2-40B4-BE49-F238E27FC236}">
                  <a16:creationId xmlns:a16="http://schemas.microsoft.com/office/drawing/2014/main" id="{A95F6657-EB14-E4F8-E7E5-DEE0243C728C}"/>
                </a:ext>
              </a:extLst>
            </p:cNvPr>
            <p:cNvSpPr/>
            <p:nvPr/>
          </p:nvSpPr>
          <p:spPr>
            <a:xfrm>
              <a:off x="4732308" y="433851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5" name="Freeform 2084">
              <a:extLst>
                <a:ext uri="{FF2B5EF4-FFF2-40B4-BE49-F238E27FC236}">
                  <a16:creationId xmlns:a16="http://schemas.microsoft.com/office/drawing/2014/main" id="{CAE40F8D-5162-F58C-0328-3DD091C8076C}"/>
                </a:ext>
              </a:extLst>
            </p:cNvPr>
            <p:cNvSpPr/>
            <p:nvPr/>
          </p:nvSpPr>
          <p:spPr>
            <a:xfrm>
              <a:off x="4732308" y="427507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6" name="Freeform 2085">
              <a:extLst>
                <a:ext uri="{FF2B5EF4-FFF2-40B4-BE49-F238E27FC236}">
                  <a16:creationId xmlns:a16="http://schemas.microsoft.com/office/drawing/2014/main" id="{062EF334-524D-C193-0686-A482400BE629}"/>
                </a:ext>
              </a:extLst>
            </p:cNvPr>
            <p:cNvSpPr/>
            <p:nvPr/>
          </p:nvSpPr>
          <p:spPr>
            <a:xfrm>
              <a:off x="5436150" y="38368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7" name="Freeform 2086">
              <a:extLst>
                <a:ext uri="{FF2B5EF4-FFF2-40B4-BE49-F238E27FC236}">
                  <a16:creationId xmlns:a16="http://schemas.microsoft.com/office/drawing/2014/main" id="{42F5EA16-882D-18B9-E79B-C2F03AB222AD}"/>
                </a:ext>
              </a:extLst>
            </p:cNvPr>
            <p:cNvSpPr/>
            <p:nvPr/>
          </p:nvSpPr>
          <p:spPr>
            <a:xfrm>
              <a:off x="5436150" y="370044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8" name="Freeform 2087">
              <a:extLst>
                <a:ext uri="{FF2B5EF4-FFF2-40B4-BE49-F238E27FC236}">
                  <a16:creationId xmlns:a16="http://schemas.microsoft.com/office/drawing/2014/main" id="{C68B7F26-E4DC-869E-0DAB-689318FDC9D7}"/>
                </a:ext>
              </a:extLst>
            </p:cNvPr>
            <p:cNvSpPr/>
            <p:nvPr/>
          </p:nvSpPr>
          <p:spPr>
            <a:xfrm>
              <a:off x="4617368" y="45424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9" name="Freeform 2088">
              <a:extLst>
                <a:ext uri="{FF2B5EF4-FFF2-40B4-BE49-F238E27FC236}">
                  <a16:creationId xmlns:a16="http://schemas.microsoft.com/office/drawing/2014/main" id="{449B2E18-B30D-9BA2-04E9-8FC2CE6EA088}"/>
                </a:ext>
              </a:extLst>
            </p:cNvPr>
            <p:cNvSpPr/>
            <p:nvPr/>
          </p:nvSpPr>
          <p:spPr>
            <a:xfrm>
              <a:off x="4617368" y="450869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0" name="Freeform 2089">
              <a:extLst>
                <a:ext uri="{FF2B5EF4-FFF2-40B4-BE49-F238E27FC236}">
                  <a16:creationId xmlns:a16="http://schemas.microsoft.com/office/drawing/2014/main" id="{2E5EA63F-1DA3-7D3F-DF6D-75A2A402CAC5}"/>
                </a:ext>
              </a:extLst>
            </p:cNvPr>
            <p:cNvSpPr/>
            <p:nvPr/>
          </p:nvSpPr>
          <p:spPr>
            <a:xfrm>
              <a:off x="4734758" y="432441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1" name="Freeform 2090">
              <a:extLst>
                <a:ext uri="{FF2B5EF4-FFF2-40B4-BE49-F238E27FC236}">
                  <a16:creationId xmlns:a16="http://schemas.microsoft.com/office/drawing/2014/main" id="{F614D103-DA39-96CB-A00F-52800F98C213}"/>
                </a:ext>
              </a:extLst>
            </p:cNvPr>
            <p:cNvSpPr/>
            <p:nvPr/>
          </p:nvSpPr>
          <p:spPr>
            <a:xfrm>
              <a:off x="4734758" y="425868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2" name="Freeform 2091">
              <a:extLst>
                <a:ext uri="{FF2B5EF4-FFF2-40B4-BE49-F238E27FC236}">
                  <a16:creationId xmlns:a16="http://schemas.microsoft.com/office/drawing/2014/main" id="{993DCBDE-BDF5-1A4F-A0DE-070F3093EF1E}"/>
                </a:ext>
              </a:extLst>
            </p:cNvPr>
            <p:cNvSpPr/>
            <p:nvPr/>
          </p:nvSpPr>
          <p:spPr>
            <a:xfrm>
              <a:off x="4569628" y="458077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3" name="Freeform 2092">
              <a:extLst>
                <a:ext uri="{FF2B5EF4-FFF2-40B4-BE49-F238E27FC236}">
                  <a16:creationId xmlns:a16="http://schemas.microsoft.com/office/drawing/2014/main" id="{D3701188-0DCB-B631-6BC2-7F95E16D847A}"/>
                </a:ext>
              </a:extLst>
            </p:cNvPr>
            <p:cNvSpPr/>
            <p:nvPr/>
          </p:nvSpPr>
          <p:spPr>
            <a:xfrm>
              <a:off x="4569628" y="455263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4" name="Freeform 2093">
              <a:extLst>
                <a:ext uri="{FF2B5EF4-FFF2-40B4-BE49-F238E27FC236}">
                  <a16:creationId xmlns:a16="http://schemas.microsoft.com/office/drawing/2014/main" id="{028029A1-454F-8834-2D6F-025F92FD3A4B}"/>
                </a:ext>
              </a:extLst>
            </p:cNvPr>
            <p:cNvSpPr/>
            <p:nvPr/>
          </p:nvSpPr>
          <p:spPr>
            <a:xfrm>
              <a:off x="4609249" y="449994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5" name="Freeform 2094">
              <a:extLst>
                <a:ext uri="{FF2B5EF4-FFF2-40B4-BE49-F238E27FC236}">
                  <a16:creationId xmlns:a16="http://schemas.microsoft.com/office/drawing/2014/main" id="{9C81519E-1B2E-2692-EA51-88FC3006B82C}"/>
                </a:ext>
              </a:extLst>
            </p:cNvPr>
            <p:cNvSpPr/>
            <p:nvPr/>
          </p:nvSpPr>
          <p:spPr>
            <a:xfrm>
              <a:off x="4609249" y="446002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6" name="Freeform 2095">
              <a:extLst>
                <a:ext uri="{FF2B5EF4-FFF2-40B4-BE49-F238E27FC236}">
                  <a16:creationId xmlns:a16="http://schemas.microsoft.com/office/drawing/2014/main" id="{DD7619B6-5EC7-AB2D-3728-78CD29F305FB}"/>
                </a:ext>
              </a:extLst>
            </p:cNvPr>
            <p:cNvSpPr/>
            <p:nvPr/>
          </p:nvSpPr>
          <p:spPr>
            <a:xfrm>
              <a:off x="5165981" y="378642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7" name="Freeform 2096">
              <a:extLst>
                <a:ext uri="{FF2B5EF4-FFF2-40B4-BE49-F238E27FC236}">
                  <a16:creationId xmlns:a16="http://schemas.microsoft.com/office/drawing/2014/main" id="{BBAF9186-FB51-9ED0-CE66-0E2B017DA904}"/>
                </a:ext>
              </a:extLst>
            </p:cNvPr>
            <p:cNvSpPr/>
            <p:nvPr/>
          </p:nvSpPr>
          <p:spPr>
            <a:xfrm>
              <a:off x="5165981" y="364372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8" name="Freeform 2097">
              <a:extLst>
                <a:ext uri="{FF2B5EF4-FFF2-40B4-BE49-F238E27FC236}">
                  <a16:creationId xmlns:a16="http://schemas.microsoft.com/office/drawing/2014/main" id="{459EE419-B4CB-FD98-9837-92C2A434D087}"/>
                </a:ext>
              </a:extLst>
            </p:cNvPr>
            <p:cNvSpPr/>
            <p:nvPr/>
          </p:nvSpPr>
          <p:spPr>
            <a:xfrm>
              <a:off x="4553265" y="45993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9" name="Freeform 2098">
              <a:extLst>
                <a:ext uri="{FF2B5EF4-FFF2-40B4-BE49-F238E27FC236}">
                  <a16:creationId xmlns:a16="http://schemas.microsoft.com/office/drawing/2014/main" id="{388A019B-40D4-2E8D-DDCB-F6048E840C9B}"/>
                </a:ext>
              </a:extLst>
            </p:cNvPr>
            <p:cNvSpPr/>
            <p:nvPr/>
          </p:nvSpPr>
          <p:spPr>
            <a:xfrm>
              <a:off x="4553265" y="457344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0" name="Freeform 2099">
              <a:extLst>
                <a:ext uri="{FF2B5EF4-FFF2-40B4-BE49-F238E27FC236}">
                  <a16:creationId xmlns:a16="http://schemas.microsoft.com/office/drawing/2014/main" id="{64D447D6-2DFB-695C-FDEF-C83EEB7036A3}"/>
                </a:ext>
              </a:extLst>
            </p:cNvPr>
            <p:cNvSpPr/>
            <p:nvPr/>
          </p:nvSpPr>
          <p:spPr>
            <a:xfrm>
              <a:off x="4439049" y="47197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1" name="Freeform 2100">
              <a:extLst>
                <a:ext uri="{FF2B5EF4-FFF2-40B4-BE49-F238E27FC236}">
                  <a16:creationId xmlns:a16="http://schemas.microsoft.com/office/drawing/2014/main" id="{BC9C53B4-929A-D7B9-C60E-162E415635F0}"/>
                </a:ext>
              </a:extLst>
            </p:cNvPr>
            <p:cNvSpPr/>
            <p:nvPr/>
          </p:nvSpPr>
          <p:spPr>
            <a:xfrm>
              <a:off x="4439049" y="471145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2" name="Freeform 2101">
              <a:extLst>
                <a:ext uri="{FF2B5EF4-FFF2-40B4-BE49-F238E27FC236}">
                  <a16:creationId xmlns:a16="http://schemas.microsoft.com/office/drawing/2014/main" id="{5EB03ECB-7D00-7E84-D61E-C1D5FFA1C516}"/>
                </a:ext>
              </a:extLst>
            </p:cNvPr>
            <p:cNvSpPr/>
            <p:nvPr/>
          </p:nvSpPr>
          <p:spPr>
            <a:xfrm>
              <a:off x="5032649" y="401377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3" name="Freeform 2102">
              <a:extLst>
                <a:ext uri="{FF2B5EF4-FFF2-40B4-BE49-F238E27FC236}">
                  <a16:creationId xmlns:a16="http://schemas.microsoft.com/office/drawing/2014/main" id="{13F86A69-8D9B-E40D-E611-7A6F60B2CD39}"/>
                </a:ext>
              </a:extLst>
            </p:cNvPr>
            <p:cNvSpPr/>
            <p:nvPr/>
          </p:nvSpPr>
          <p:spPr>
            <a:xfrm>
              <a:off x="5032649" y="390343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4" name="Freeform 2103">
              <a:extLst>
                <a:ext uri="{FF2B5EF4-FFF2-40B4-BE49-F238E27FC236}">
                  <a16:creationId xmlns:a16="http://schemas.microsoft.com/office/drawing/2014/main" id="{F19D6E4D-9BA5-D5FB-8685-CC7510190C00}"/>
                </a:ext>
              </a:extLst>
            </p:cNvPr>
            <p:cNvSpPr/>
            <p:nvPr/>
          </p:nvSpPr>
          <p:spPr>
            <a:xfrm>
              <a:off x="4999588" y="41465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5" name="Freeform 2104">
              <a:extLst>
                <a:ext uri="{FF2B5EF4-FFF2-40B4-BE49-F238E27FC236}">
                  <a16:creationId xmlns:a16="http://schemas.microsoft.com/office/drawing/2014/main" id="{B1EB42F7-7861-305F-E5DF-BD8B2D228FE1}"/>
                </a:ext>
              </a:extLst>
            </p:cNvPr>
            <p:cNvSpPr/>
            <p:nvPr/>
          </p:nvSpPr>
          <p:spPr>
            <a:xfrm>
              <a:off x="4999588" y="405460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6" name="Freeform 2105">
              <a:extLst>
                <a:ext uri="{FF2B5EF4-FFF2-40B4-BE49-F238E27FC236}">
                  <a16:creationId xmlns:a16="http://schemas.microsoft.com/office/drawing/2014/main" id="{F23498BF-F48A-B776-77A1-8E58506384F0}"/>
                </a:ext>
              </a:extLst>
            </p:cNvPr>
            <p:cNvSpPr/>
            <p:nvPr/>
          </p:nvSpPr>
          <p:spPr>
            <a:xfrm>
              <a:off x="5175579" y="40614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7" name="Freeform 2106">
              <a:extLst>
                <a:ext uri="{FF2B5EF4-FFF2-40B4-BE49-F238E27FC236}">
                  <a16:creationId xmlns:a16="http://schemas.microsoft.com/office/drawing/2014/main" id="{AE439782-AA9A-3F10-6998-BE0A30236295}"/>
                </a:ext>
              </a:extLst>
            </p:cNvPr>
            <p:cNvSpPr/>
            <p:nvPr/>
          </p:nvSpPr>
          <p:spPr>
            <a:xfrm>
              <a:off x="5175579" y="395881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8" name="Freeform 2107">
              <a:extLst>
                <a:ext uri="{FF2B5EF4-FFF2-40B4-BE49-F238E27FC236}">
                  <a16:creationId xmlns:a16="http://schemas.microsoft.com/office/drawing/2014/main" id="{7BEB31D6-5984-9963-A8F8-C7CD63BED990}"/>
                </a:ext>
              </a:extLst>
            </p:cNvPr>
            <p:cNvSpPr/>
            <p:nvPr/>
          </p:nvSpPr>
          <p:spPr>
            <a:xfrm>
              <a:off x="4607666" y="447086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9" name="Freeform 2108">
              <a:extLst>
                <a:ext uri="{FF2B5EF4-FFF2-40B4-BE49-F238E27FC236}">
                  <a16:creationId xmlns:a16="http://schemas.microsoft.com/office/drawing/2014/main" id="{34D0D6FD-1A76-28B8-89F8-D0AD8238A609}"/>
                </a:ext>
              </a:extLst>
            </p:cNvPr>
            <p:cNvSpPr/>
            <p:nvPr/>
          </p:nvSpPr>
          <p:spPr>
            <a:xfrm>
              <a:off x="4607666" y="44273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0" name="Freeform 2109">
              <a:extLst>
                <a:ext uri="{FF2B5EF4-FFF2-40B4-BE49-F238E27FC236}">
                  <a16:creationId xmlns:a16="http://schemas.microsoft.com/office/drawing/2014/main" id="{9449B16D-7225-9DFD-EB98-83F7072F241D}"/>
                </a:ext>
              </a:extLst>
            </p:cNvPr>
            <p:cNvSpPr/>
            <p:nvPr/>
          </p:nvSpPr>
          <p:spPr>
            <a:xfrm>
              <a:off x="4468307" y="468799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1" name="Freeform 2110">
              <a:extLst>
                <a:ext uri="{FF2B5EF4-FFF2-40B4-BE49-F238E27FC236}">
                  <a16:creationId xmlns:a16="http://schemas.microsoft.com/office/drawing/2014/main" id="{CF5FA31D-B4AC-2B1B-1687-0ACECAA4BF1E}"/>
                </a:ext>
              </a:extLst>
            </p:cNvPr>
            <p:cNvSpPr/>
            <p:nvPr/>
          </p:nvSpPr>
          <p:spPr>
            <a:xfrm>
              <a:off x="4468307" y="467520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2" name="Freeform 2111">
              <a:extLst>
                <a:ext uri="{FF2B5EF4-FFF2-40B4-BE49-F238E27FC236}">
                  <a16:creationId xmlns:a16="http://schemas.microsoft.com/office/drawing/2014/main" id="{7445E8BB-5D23-23BE-BC7A-B3DAF85D1498}"/>
                </a:ext>
              </a:extLst>
            </p:cNvPr>
            <p:cNvSpPr/>
            <p:nvPr/>
          </p:nvSpPr>
          <p:spPr>
            <a:xfrm>
              <a:off x="4782912" y="42092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3" name="Freeform 2112">
              <a:extLst>
                <a:ext uri="{FF2B5EF4-FFF2-40B4-BE49-F238E27FC236}">
                  <a16:creationId xmlns:a16="http://schemas.microsoft.com/office/drawing/2014/main" id="{1ABB14A5-A55F-55D9-3DE9-78F487152FF9}"/>
                </a:ext>
              </a:extLst>
            </p:cNvPr>
            <p:cNvSpPr/>
            <p:nvPr/>
          </p:nvSpPr>
          <p:spPr>
            <a:xfrm>
              <a:off x="4782912" y="41271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4" name="Freeform 2113">
              <a:extLst>
                <a:ext uri="{FF2B5EF4-FFF2-40B4-BE49-F238E27FC236}">
                  <a16:creationId xmlns:a16="http://schemas.microsoft.com/office/drawing/2014/main" id="{66C68F3A-AB0F-A701-90F8-EACF5395F55E}"/>
                </a:ext>
              </a:extLst>
            </p:cNvPr>
            <p:cNvSpPr/>
            <p:nvPr/>
          </p:nvSpPr>
          <p:spPr>
            <a:xfrm>
              <a:off x="4409494" y="47629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5" name="Freeform 2114">
              <a:extLst>
                <a:ext uri="{FF2B5EF4-FFF2-40B4-BE49-F238E27FC236}">
                  <a16:creationId xmlns:a16="http://schemas.microsoft.com/office/drawing/2014/main" id="{1BC3ED77-B1BC-6B0A-8007-0DE83061DB32}"/>
                </a:ext>
              </a:extLst>
            </p:cNvPr>
            <p:cNvSpPr/>
            <p:nvPr/>
          </p:nvSpPr>
          <p:spPr>
            <a:xfrm>
              <a:off x="4409494" y="476081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6" name="Freeform 2115">
              <a:extLst>
                <a:ext uri="{FF2B5EF4-FFF2-40B4-BE49-F238E27FC236}">
                  <a16:creationId xmlns:a16="http://schemas.microsoft.com/office/drawing/2014/main" id="{5AA9B9F7-741C-B99B-1AC5-62D059F74909}"/>
                </a:ext>
              </a:extLst>
            </p:cNvPr>
            <p:cNvSpPr/>
            <p:nvPr/>
          </p:nvSpPr>
          <p:spPr>
            <a:xfrm>
              <a:off x="4592223" y="449357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7" name="Freeform 2116">
              <a:extLst>
                <a:ext uri="{FF2B5EF4-FFF2-40B4-BE49-F238E27FC236}">
                  <a16:creationId xmlns:a16="http://schemas.microsoft.com/office/drawing/2014/main" id="{B496BBA2-11A0-19AC-41A2-3830E4A44630}"/>
                </a:ext>
              </a:extLst>
            </p:cNvPr>
            <p:cNvSpPr/>
            <p:nvPr/>
          </p:nvSpPr>
          <p:spPr>
            <a:xfrm>
              <a:off x="4592223" y="44532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8" name="Freeform 2117">
              <a:extLst>
                <a:ext uri="{FF2B5EF4-FFF2-40B4-BE49-F238E27FC236}">
                  <a16:creationId xmlns:a16="http://schemas.microsoft.com/office/drawing/2014/main" id="{F7B4024F-432F-56A7-37D2-454B0FDC4E2C}"/>
                </a:ext>
              </a:extLst>
            </p:cNvPr>
            <p:cNvSpPr/>
            <p:nvPr/>
          </p:nvSpPr>
          <p:spPr>
            <a:xfrm>
              <a:off x="5001371" y="41166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9" name="Freeform 2118">
              <a:extLst>
                <a:ext uri="{FF2B5EF4-FFF2-40B4-BE49-F238E27FC236}">
                  <a16:creationId xmlns:a16="http://schemas.microsoft.com/office/drawing/2014/main" id="{86DF9E1C-A776-11BA-3FCB-3BB6EA7ADC96}"/>
                </a:ext>
              </a:extLst>
            </p:cNvPr>
            <p:cNvSpPr/>
            <p:nvPr/>
          </p:nvSpPr>
          <p:spPr>
            <a:xfrm>
              <a:off x="5001371" y="402097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0" name="Freeform 2119">
              <a:extLst>
                <a:ext uri="{FF2B5EF4-FFF2-40B4-BE49-F238E27FC236}">
                  <a16:creationId xmlns:a16="http://schemas.microsoft.com/office/drawing/2014/main" id="{50F47F8E-8246-A3E3-1392-4C31FBB338CE}"/>
                </a:ext>
              </a:extLst>
            </p:cNvPr>
            <p:cNvSpPr/>
            <p:nvPr/>
          </p:nvSpPr>
          <p:spPr>
            <a:xfrm>
              <a:off x="4447671" y="47195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1" name="Freeform 2120">
              <a:extLst>
                <a:ext uri="{FF2B5EF4-FFF2-40B4-BE49-F238E27FC236}">
                  <a16:creationId xmlns:a16="http://schemas.microsoft.com/office/drawing/2014/main" id="{3F0284A0-C494-5A68-B033-358E28B9BF58}"/>
                </a:ext>
              </a:extLst>
            </p:cNvPr>
            <p:cNvSpPr/>
            <p:nvPr/>
          </p:nvSpPr>
          <p:spPr>
            <a:xfrm>
              <a:off x="4447671" y="471102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2" name="Freeform 2121">
              <a:extLst>
                <a:ext uri="{FF2B5EF4-FFF2-40B4-BE49-F238E27FC236}">
                  <a16:creationId xmlns:a16="http://schemas.microsoft.com/office/drawing/2014/main" id="{A357EB8D-FCB7-BCAC-B9B1-95E95E8BCFDB}"/>
                </a:ext>
              </a:extLst>
            </p:cNvPr>
            <p:cNvSpPr/>
            <p:nvPr/>
          </p:nvSpPr>
          <p:spPr>
            <a:xfrm>
              <a:off x="4483353" y="46609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3" name="Freeform 2122">
              <a:extLst>
                <a:ext uri="{FF2B5EF4-FFF2-40B4-BE49-F238E27FC236}">
                  <a16:creationId xmlns:a16="http://schemas.microsoft.com/office/drawing/2014/main" id="{359B82E7-F92E-2B91-012E-6DE449C7FC31}"/>
                </a:ext>
              </a:extLst>
            </p:cNvPr>
            <p:cNvSpPr/>
            <p:nvPr/>
          </p:nvSpPr>
          <p:spPr>
            <a:xfrm>
              <a:off x="4483353" y="464415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4" name="Freeform 2123">
              <a:extLst>
                <a:ext uri="{FF2B5EF4-FFF2-40B4-BE49-F238E27FC236}">
                  <a16:creationId xmlns:a16="http://schemas.microsoft.com/office/drawing/2014/main" id="{3C3AB1D1-4F8D-07F6-BABC-F1A7AF7711D6}"/>
                </a:ext>
              </a:extLst>
            </p:cNvPr>
            <p:cNvSpPr/>
            <p:nvPr/>
          </p:nvSpPr>
          <p:spPr>
            <a:xfrm>
              <a:off x="4644285" y="437641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5" name="Freeform 2124">
              <a:extLst>
                <a:ext uri="{FF2B5EF4-FFF2-40B4-BE49-F238E27FC236}">
                  <a16:creationId xmlns:a16="http://schemas.microsoft.com/office/drawing/2014/main" id="{F843A290-D2F7-F790-1855-A1E3791310E0}"/>
                </a:ext>
              </a:extLst>
            </p:cNvPr>
            <p:cNvSpPr/>
            <p:nvPr/>
          </p:nvSpPr>
          <p:spPr>
            <a:xfrm>
              <a:off x="4644285" y="431882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6" name="Freeform 2125">
              <a:extLst>
                <a:ext uri="{FF2B5EF4-FFF2-40B4-BE49-F238E27FC236}">
                  <a16:creationId xmlns:a16="http://schemas.microsoft.com/office/drawing/2014/main" id="{29F643F4-8E81-5091-5394-DFCF49E84024}"/>
                </a:ext>
              </a:extLst>
            </p:cNvPr>
            <p:cNvSpPr/>
            <p:nvPr/>
          </p:nvSpPr>
          <p:spPr>
            <a:xfrm>
              <a:off x="4462761" y="470578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7" name="Freeform 2126">
              <a:extLst>
                <a:ext uri="{FF2B5EF4-FFF2-40B4-BE49-F238E27FC236}">
                  <a16:creationId xmlns:a16="http://schemas.microsoft.com/office/drawing/2014/main" id="{5942E76E-B6F4-794B-7094-E607B7469480}"/>
                </a:ext>
              </a:extLst>
            </p:cNvPr>
            <p:cNvSpPr/>
            <p:nvPr/>
          </p:nvSpPr>
          <p:spPr>
            <a:xfrm>
              <a:off x="4462761" y="46955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8" name="Freeform 2127">
              <a:extLst>
                <a:ext uri="{FF2B5EF4-FFF2-40B4-BE49-F238E27FC236}">
                  <a16:creationId xmlns:a16="http://schemas.microsoft.com/office/drawing/2014/main" id="{E1A485FE-E771-AFD8-40A8-CD1AB9CE181E}"/>
                </a:ext>
              </a:extLst>
            </p:cNvPr>
            <p:cNvSpPr/>
            <p:nvPr/>
          </p:nvSpPr>
          <p:spPr>
            <a:xfrm>
              <a:off x="4434710" y="473193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9" name="Freeform 2128">
              <a:extLst>
                <a:ext uri="{FF2B5EF4-FFF2-40B4-BE49-F238E27FC236}">
                  <a16:creationId xmlns:a16="http://schemas.microsoft.com/office/drawing/2014/main" id="{6E6160CD-667B-CA4F-8E65-77E45D0D3116}"/>
                </a:ext>
              </a:extLst>
            </p:cNvPr>
            <p:cNvSpPr/>
            <p:nvPr/>
          </p:nvSpPr>
          <p:spPr>
            <a:xfrm>
              <a:off x="4434710" y="47254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0" name="Freeform 2129">
              <a:extLst>
                <a:ext uri="{FF2B5EF4-FFF2-40B4-BE49-F238E27FC236}">
                  <a16:creationId xmlns:a16="http://schemas.microsoft.com/office/drawing/2014/main" id="{6A1BC3D9-37D3-3D61-B9DE-9AC3ED1522F4}"/>
                </a:ext>
              </a:extLst>
            </p:cNvPr>
            <p:cNvSpPr/>
            <p:nvPr/>
          </p:nvSpPr>
          <p:spPr>
            <a:xfrm>
              <a:off x="4713779" y="429731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1" name="Freeform 2130">
              <a:extLst>
                <a:ext uri="{FF2B5EF4-FFF2-40B4-BE49-F238E27FC236}">
                  <a16:creationId xmlns:a16="http://schemas.microsoft.com/office/drawing/2014/main" id="{B1B7EA22-E484-D136-5D63-F912B594BE43}"/>
                </a:ext>
              </a:extLst>
            </p:cNvPr>
            <p:cNvSpPr/>
            <p:nvPr/>
          </p:nvSpPr>
          <p:spPr>
            <a:xfrm>
              <a:off x="4713779" y="422826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2" name="Freeform 2131">
              <a:extLst>
                <a:ext uri="{FF2B5EF4-FFF2-40B4-BE49-F238E27FC236}">
                  <a16:creationId xmlns:a16="http://schemas.microsoft.com/office/drawing/2014/main" id="{5FF9D020-2022-6CDF-A1DB-BC945A5A4C54}"/>
                </a:ext>
              </a:extLst>
            </p:cNvPr>
            <p:cNvSpPr/>
            <p:nvPr/>
          </p:nvSpPr>
          <p:spPr>
            <a:xfrm>
              <a:off x="4562919" y="448795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3" name="Freeform 2132">
              <a:extLst>
                <a:ext uri="{FF2B5EF4-FFF2-40B4-BE49-F238E27FC236}">
                  <a16:creationId xmlns:a16="http://schemas.microsoft.com/office/drawing/2014/main" id="{6A57D6FE-1066-F78E-5900-D6433A25362F}"/>
                </a:ext>
              </a:extLst>
            </p:cNvPr>
            <p:cNvSpPr/>
            <p:nvPr/>
          </p:nvSpPr>
          <p:spPr>
            <a:xfrm>
              <a:off x="4562919" y="444674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4" name="Freeform 2133">
              <a:extLst>
                <a:ext uri="{FF2B5EF4-FFF2-40B4-BE49-F238E27FC236}">
                  <a16:creationId xmlns:a16="http://schemas.microsoft.com/office/drawing/2014/main" id="{89387BDF-243A-BCD1-B762-9A5E98A35E48}"/>
                </a:ext>
              </a:extLst>
            </p:cNvPr>
            <p:cNvSpPr/>
            <p:nvPr/>
          </p:nvSpPr>
          <p:spPr>
            <a:xfrm>
              <a:off x="4457238" y="469793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5" name="Freeform 2134">
              <a:extLst>
                <a:ext uri="{FF2B5EF4-FFF2-40B4-BE49-F238E27FC236}">
                  <a16:creationId xmlns:a16="http://schemas.microsoft.com/office/drawing/2014/main" id="{F21C762F-68ED-5BE6-9B65-18AEA65C9DA8}"/>
                </a:ext>
              </a:extLst>
            </p:cNvPr>
            <p:cNvSpPr/>
            <p:nvPr/>
          </p:nvSpPr>
          <p:spPr>
            <a:xfrm>
              <a:off x="4457238" y="468648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6" name="Freeform 2135">
              <a:extLst>
                <a:ext uri="{FF2B5EF4-FFF2-40B4-BE49-F238E27FC236}">
                  <a16:creationId xmlns:a16="http://schemas.microsoft.com/office/drawing/2014/main" id="{97CDCC5D-B976-2449-6E9B-2B192857A89B}"/>
                </a:ext>
              </a:extLst>
            </p:cNvPr>
            <p:cNvSpPr/>
            <p:nvPr/>
          </p:nvSpPr>
          <p:spPr>
            <a:xfrm>
              <a:off x="4446463" y="471421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7" name="Freeform 2136">
              <a:extLst>
                <a:ext uri="{FF2B5EF4-FFF2-40B4-BE49-F238E27FC236}">
                  <a16:creationId xmlns:a16="http://schemas.microsoft.com/office/drawing/2014/main" id="{C1DED6F4-0425-5B57-B7DB-A07AC392EF6D}"/>
                </a:ext>
              </a:extLst>
            </p:cNvPr>
            <p:cNvSpPr/>
            <p:nvPr/>
          </p:nvSpPr>
          <p:spPr>
            <a:xfrm>
              <a:off x="4446463" y="470509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8" name="Freeform 2137">
              <a:extLst>
                <a:ext uri="{FF2B5EF4-FFF2-40B4-BE49-F238E27FC236}">
                  <a16:creationId xmlns:a16="http://schemas.microsoft.com/office/drawing/2014/main" id="{C9EF3B8A-F006-AB0C-A0C6-DC500E17F410}"/>
                </a:ext>
              </a:extLst>
            </p:cNvPr>
            <p:cNvSpPr/>
            <p:nvPr/>
          </p:nvSpPr>
          <p:spPr>
            <a:xfrm>
              <a:off x="4521635" y="45685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9" name="Freeform 2138">
              <a:extLst>
                <a:ext uri="{FF2B5EF4-FFF2-40B4-BE49-F238E27FC236}">
                  <a16:creationId xmlns:a16="http://schemas.microsoft.com/office/drawing/2014/main" id="{B7952EE0-47BE-2FAF-7CCD-15694F6D0023}"/>
                </a:ext>
              </a:extLst>
            </p:cNvPr>
            <p:cNvSpPr/>
            <p:nvPr/>
          </p:nvSpPr>
          <p:spPr>
            <a:xfrm>
              <a:off x="4521635" y="45384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0" name="Group 2189">
            <a:extLst>
              <a:ext uri="{FF2B5EF4-FFF2-40B4-BE49-F238E27FC236}">
                <a16:creationId xmlns:a16="http://schemas.microsoft.com/office/drawing/2014/main" id="{194204F6-D515-2429-BF81-2C4A7A5B3971}"/>
              </a:ext>
            </a:extLst>
          </p:cNvPr>
          <p:cNvGrpSpPr/>
          <p:nvPr/>
        </p:nvGrpSpPr>
        <p:grpSpPr>
          <a:xfrm>
            <a:off x="4411306" y="3451666"/>
            <a:ext cx="2283670" cy="1326512"/>
            <a:chOff x="4411306" y="3451666"/>
            <a:chExt cx="2283670" cy="1326512"/>
          </a:xfrm>
        </p:grpSpPr>
        <p:sp>
          <p:nvSpPr>
            <p:cNvPr id="2140" name="Oval 2139">
              <a:extLst>
                <a:ext uri="{FF2B5EF4-FFF2-40B4-BE49-F238E27FC236}">
                  <a16:creationId xmlns:a16="http://schemas.microsoft.com/office/drawing/2014/main" id="{8B437B86-A6BE-E673-A1C9-4EF5A8F004A6}"/>
                </a:ext>
              </a:extLst>
            </p:cNvPr>
            <p:cNvSpPr/>
            <p:nvPr/>
          </p:nvSpPr>
          <p:spPr>
            <a:xfrm>
              <a:off x="4509714" y="46027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1" name="Oval 2140">
              <a:extLst>
                <a:ext uri="{FF2B5EF4-FFF2-40B4-BE49-F238E27FC236}">
                  <a16:creationId xmlns:a16="http://schemas.microsoft.com/office/drawing/2014/main" id="{EF5B5738-035D-2D12-B20F-DA0817B5DF43}"/>
                </a:ext>
              </a:extLst>
            </p:cNvPr>
            <p:cNvSpPr/>
            <p:nvPr/>
          </p:nvSpPr>
          <p:spPr>
            <a:xfrm>
              <a:off x="4494599" y="46236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2" name="Oval 2141">
              <a:extLst>
                <a:ext uri="{FF2B5EF4-FFF2-40B4-BE49-F238E27FC236}">
                  <a16:creationId xmlns:a16="http://schemas.microsoft.com/office/drawing/2014/main" id="{049B1403-E9E4-0141-1244-311D33508DAC}"/>
                </a:ext>
              </a:extLst>
            </p:cNvPr>
            <p:cNvSpPr/>
            <p:nvPr/>
          </p:nvSpPr>
          <p:spPr>
            <a:xfrm>
              <a:off x="4586795" y="442380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3" name="Oval 2142">
              <a:extLst>
                <a:ext uri="{FF2B5EF4-FFF2-40B4-BE49-F238E27FC236}">
                  <a16:creationId xmlns:a16="http://schemas.microsoft.com/office/drawing/2014/main" id="{A0A0F563-BEEF-E2C2-BF49-6C27194558C9}"/>
                </a:ext>
              </a:extLst>
            </p:cNvPr>
            <p:cNvSpPr/>
            <p:nvPr/>
          </p:nvSpPr>
          <p:spPr>
            <a:xfrm>
              <a:off x="4472281" y="467659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4" name="Oval 2143">
              <a:extLst>
                <a:ext uri="{FF2B5EF4-FFF2-40B4-BE49-F238E27FC236}">
                  <a16:creationId xmlns:a16="http://schemas.microsoft.com/office/drawing/2014/main" id="{E97E5685-BD1D-32CB-F652-92CE624F5DD6}"/>
                </a:ext>
              </a:extLst>
            </p:cNvPr>
            <p:cNvSpPr/>
            <p:nvPr/>
          </p:nvSpPr>
          <p:spPr>
            <a:xfrm>
              <a:off x="4431785" y="472401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5" name="Oval 2144">
              <a:extLst>
                <a:ext uri="{FF2B5EF4-FFF2-40B4-BE49-F238E27FC236}">
                  <a16:creationId xmlns:a16="http://schemas.microsoft.com/office/drawing/2014/main" id="{2B7FB5E3-AA0E-59DB-DE39-D31E759CACB6}"/>
                </a:ext>
              </a:extLst>
            </p:cNvPr>
            <p:cNvSpPr/>
            <p:nvPr/>
          </p:nvSpPr>
          <p:spPr>
            <a:xfrm>
              <a:off x="4616123" y="450131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6" name="Oval 2145">
              <a:extLst>
                <a:ext uri="{FF2B5EF4-FFF2-40B4-BE49-F238E27FC236}">
                  <a16:creationId xmlns:a16="http://schemas.microsoft.com/office/drawing/2014/main" id="{4122A2F8-4614-3798-E30E-2FAFAE497599}"/>
                </a:ext>
              </a:extLst>
            </p:cNvPr>
            <p:cNvSpPr/>
            <p:nvPr/>
          </p:nvSpPr>
          <p:spPr>
            <a:xfrm>
              <a:off x="4680595" y="429394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7" name="Oval 2146">
              <a:extLst>
                <a:ext uri="{FF2B5EF4-FFF2-40B4-BE49-F238E27FC236}">
                  <a16:creationId xmlns:a16="http://schemas.microsoft.com/office/drawing/2014/main" id="{9432FC09-55FE-FD89-2DBD-ED7DDF7FF9D8}"/>
                </a:ext>
              </a:extLst>
            </p:cNvPr>
            <p:cNvSpPr/>
            <p:nvPr/>
          </p:nvSpPr>
          <p:spPr>
            <a:xfrm>
              <a:off x="4707790" y="434499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8" name="Oval 2147">
              <a:extLst>
                <a:ext uri="{FF2B5EF4-FFF2-40B4-BE49-F238E27FC236}">
                  <a16:creationId xmlns:a16="http://schemas.microsoft.com/office/drawing/2014/main" id="{228A3C87-8703-7990-5E38-53537BA2C7E4}"/>
                </a:ext>
              </a:extLst>
            </p:cNvPr>
            <p:cNvSpPr/>
            <p:nvPr/>
          </p:nvSpPr>
          <p:spPr>
            <a:xfrm>
              <a:off x="5060219" y="414740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9" name="Oval 2148">
              <a:extLst>
                <a:ext uri="{FF2B5EF4-FFF2-40B4-BE49-F238E27FC236}">
                  <a16:creationId xmlns:a16="http://schemas.microsoft.com/office/drawing/2014/main" id="{0CCE9B8C-34E5-110B-22D7-89E982651EC1}"/>
                </a:ext>
              </a:extLst>
            </p:cNvPr>
            <p:cNvSpPr/>
            <p:nvPr/>
          </p:nvSpPr>
          <p:spPr>
            <a:xfrm>
              <a:off x="4414225" y="474041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0" name="Oval 2149">
              <a:extLst>
                <a:ext uri="{FF2B5EF4-FFF2-40B4-BE49-F238E27FC236}">
                  <a16:creationId xmlns:a16="http://schemas.microsoft.com/office/drawing/2014/main" id="{12584708-4062-8878-B85B-C33D19CF2DB5}"/>
                </a:ext>
              </a:extLst>
            </p:cNvPr>
            <p:cNvSpPr/>
            <p:nvPr/>
          </p:nvSpPr>
          <p:spPr>
            <a:xfrm>
              <a:off x="5457385" y="399550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1" name="Oval 2150">
              <a:extLst>
                <a:ext uri="{FF2B5EF4-FFF2-40B4-BE49-F238E27FC236}">
                  <a16:creationId xmlns:a16="http://schemas.microsoft.com/office/drawing/2014/main" id="{A94EDC1D-85A7-6BE6-F98F-2C348C7735DA}"/>
                </a:ext>
              </a:extLst>
            </p:cNvPr>
            <p:cNvSpPr/>
            <p:nvPr/>
          </p:nvSpPr>
          <p:spPr>
            <a:xfrm>
              <a:off x="4607433" y="451174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2" name="Oval 2151">
              <a:extLst>
                <a:ext uri="{FF2B5EF4-FFF2-40B4-BE49-F238E27FC236}">
                  <a16:creationId xmlns:a16="http://schemas.microsoft.com/office/drawing/2014/main" id="{7D27A3DB-5336-5F0D-ACFA-FE94EFAF90E7}"/>
                </a:ext>
              </a:extLst>
            </p:cNvPr>
            <p:cNvSpPr/>
            <p:nvPr/>
          </p:nvSpPr>
          <p:spPr>
            <a:xfrm>
              <a:off x="4524535" y="455571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3" name="Oval 2152">
              <a:extLst>
                <a:ext uri="{FF2B5EF4-FFF2-40B4-BE49-F238E27FC236}">
                  <a16:creationId xmlns:a16="http://schemas.microsoft.com/office/drawing/2014/main" id="{5FB05742-61E7-A19F-72E5-6AC2BCE8DEBE}"/>
                </a:ext>
              </a:extLst>
            </p:cNvPr>
            <p:cNvSpPr/>
            <p:nvPr/>
          </p:nvSpPr>
          <p:spPr>
            <a:xfrm>
              <a:off x="4526042" y="458362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4" name="Oval 2153">
              <a:extLst>
                <a:ext uri="{FF2B5EF4-FFF2-40B4-BE49-F238E27FC236}">
                  <a16:creationId xmlns:a16="http://schemas.microsoft.com/office/drawing/2014/main" id="{622867C6-82E5-CEC6-60D3-F578F4BC5926}"/>
                </a:ext>
              </a:extLst>
            </p:cNvPr>
            <p:cNvSpPr/>
            <p:nvPr/>
          </p:nvSpPr>
          <p:spPr>
            <a:xfrm>
              <a:off x="4934161" y="41089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5" name="Oval 2154">
              <a:extLst>
                <a:ext uri="{FF2B5EF4-FFF2-40B4-BE49-F238E27FC236}">
                  <a16:creationId xmlns:a16="http://schemas.microsoft.com/office/drawing/2014/main" id="{29E5574D-F547-73D5-587C-AAB84F4B1A91}"/>
                </a:ext>
              </a:extLst>
            </p:cNvPr>
            <p:cNvSpPr/>
            <p:nvPr/>
          </p:nvSpPr>
          <p:spPr>
            <a:xfrm>
              <a:off x="4912583" y="419207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6" name="Oval 2155">
              <a:extLst>
                <a:ext uri="{FF2B5EF4-FFF2-40B4-BE49-F238E27FC236}">
                  <a16:creationId xmlns:a16="http://schemas.microsoft.com/office/drawing/2014/main" id="{52C8B0FA-0D2C-DCBE-64E0-F501846F9B38}"/>
                </a:ext>
              </a:extLst>
            </p:cNvPr>
            <p:cNvSpPr/>
            <p:nvPr/>
          </p:nvSpPr>
          <p:spPr>
            <a:xfrm>
              <a:off x="4460668" y="468364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7" name="Oval 2156">
              <a:extLst>
                <a:ext uri="{FF2B5EF4-FFF2-40B4-BE49-F238E27FC236}">
                  <a16:creationId xmlns:a16="http://schemas.microsoft.com/office/drawing/2014/main" id="{CD6D870B-5A2D-8082-4676-92A7E60C53E6}"/>
                </a:ext>
              </a:extLst>
            </p:cNvPr>
            <p:cNvSpPr/>
            <p:nvPr/>
          </p:nvSpPr>
          <p:spPr>
            <a:xfrm>
              <a:off x="5235381" y="407165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8" name="Oval 2157">
              <a:extLst>
                <a:ext uri="{FF2B5EF4-FFF2-40B4-BE49-F238E27FC236}">
                  <a16:creationId xmlns:a16="http://schemas.microsoft.com/office/drawing/2014/main" id="{3E5796CA-5E6C-0A00-FA64-9955CBE13328}"/>
                </a:ext>
              </a:extLst>
            </p:cNvPr>
            <p:cNvSpPr/>
            <p:nvPr/>
          </p:nvSpPr>
          <p:spPr>
            <a:xfrm>
              <a:off x="6662361" y="34516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9" name="Oval 2158">
              <a:extLst>
                <a:ext uri="{FF2B5EF4-FFF2-40B4-BE49-F238E27FC236}">
                  <a16:creationId xmlns:a16="http://schemas.microsoft.com/office/drawing/2014/main" id="{95330F9E-C5C6-BFF9-2E47-349E0E0834CF}"/>
                </a:ext>
              </a:extLst>
            </p:cNvPr>
            <p:cNvSpPr/>
            <p:nvPr/>
          </p:nvSpPr>
          <p:spPr>
            <a:xfrm>
              <a:off x="4419850" y="473291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0" name="Oval 2159">
              <a:extLst>
                <a:ext uri="{FF2B5EF4-FFF2-40B4-BE49-F238E27FC236}">
                  <a16:creationId xmlns:a16="http://schemas.microsoft.com/office/drawing/2014/main" id="{D66722BA-C048-2273-03D0-166F34CD0DB1}"/>
                </a:ext>
              </a:extLst>
            </p:cNvPr>
            <p:cNvSpPr/>
            <p:nvPr/>
          </p:nvSpPr>
          <p:spPr>
            <a:xfrm>
              <a:off x="4841130" y="425688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1" name="Oval 2160">
              <a:extLst>
                <a:ext uri="{FF2B5EF4-FFF2-40B4-BE49-F238E27FC236}">
                  <a16:creationId xmlns:a16="http://schemas.microsoft.com/office/drawing/2014/main" id="{3B819A3A-AF02-7476-A677-A35343C98D9D}"/>
                </a:ext>
              </a:extLst>
            </p:cNvPr>
            <p:cNvSpPr/>
            <p:nvPr/>
          </p:nvSpPr>
          <p:spPr>
            <a:xfrm>
              <a:off x="4655996" y="443468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2" name="Oval 2161">
              <a:extLst>
                <a:ext uri="{FF2B5EF4-FFF2-40B4-BE49-F238E27FC236}">
                  <a16:creationId xmlns:a16="http://schemas.microsoft.com/office/drawing/2014/main" id="{E2F4DF01-26A0-09C8-DB98-2E1CCAE5C6A6}"/>
                </a:ext>
              </a:extLst>
            </p:cNvPr>
            <p:cNvSpPr/>
            <p:nvPr/>
          </p:nvSpPr>
          <p:spPr>
            <a:xfrm>
              <a:off x="4734120" y="429048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3" name="Oval 2162">
              <a:extLst>
                <a:ext uri="{FF2B5EF4-FFF2-40B4-BE49-F238E27FC236}">
                  <a16:creationId xmlns:a16="http://schemas.microsoft.com/office/drawing/2014/main" id="{5296505C-FA76-3B19-5CC8-7AEDDCD5F387}"/>
                </a:ext>
              </a:extLst>
            </p:cNvPr>
            <p:cNvSpPr/>
            <p:nvPr/>
          </p:nvSpPr>
          <p:spPr>
            <a:xfrm>
              <a:off x="5437962" y="375234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4" name="Oval 2163">
              <a:extLst>
                <a:ext uri="{FF2B5EF4-FFF2-40B4-BE49-F238E27FC236}">
                  <a16:creationId xmlns:a16="http://schemas.microsoft.com/office/drawing/2014/main" id="{6303A318-ADC0-418E-1EDD-46012C9E19E4}"/>
                </a:ext>
              </a:extLst>
            </p:cNvPr>
            <p:cNvSpPr/>
            <p:nvPr/>
          </p:nvSpPr>
          <p:spPr>
            <a:xfrm>
              <a:off x="4619180" y="450923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5" name="Oval 2164">
              <a:extLst>
                <a:ext uri="{FF2B5EF4-FFF2-40B4-BE49-F238E27FC236}">
                  <a16:creationId xmlns:a16="http://schemas.microsoft.com/office/drawing/2014/main" id="{486685A9-B6FB-1580-01E3-71ABC388D74F}"/>
                </a:ext>
              </a:extLst>
            </p:cNvPr>
            <p:cNvSpPr/>
            <p:nvPr/>
          </p:nvSpPr>
          <p:spPr>
            <a:xfrm>
              <a:off x="4736570" y="427524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6" name="Oval 2165">
              <a:extLst>
                <a:ext uri="{FF2B5EF4-FFF2-40B4-BE49-F238E27FC236}">
                  <a16:creationId xmlns:a16="http://schemas.microsoft.com/office/drawing/2014/main" id="{72239CA7-C94B-B25E-EFD3-88A7110588F0}"/>
                </a:ext>
              </a:extLst>
            </p:cNvPr>
            <p:cNvSpPr/>
            <p:nvPr/>
          </p:nvSpPr>
          <p:spPr>
            <a:xfrm>
              <a:off x="4571440" y="455038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7" name="Oval 2166">
              <a:extLst>
                <a:ext uri="{FF2B5EF4-FFF2-40B4-BE49-F238E27FC236}">
                  <a16:creationId xmlns:a16="http://schemas.microsoft.com/office/drawing/2014/main" id="{E766453C-D7C0-83CE-8D27-D6D46BBCDEB5}"/>
                </a:ext>
              </a:extLst>
            </p:cNvPr>
            <p:cNvSpPr/>
            <p:nvPr/>
          </p:nvSpPr>
          <p:spPr>
            <a:xfrm>
              <a:off x="4611061" y="446367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8" name="Oval 2167">
              <a:extLst>
                <a:ext uri="{FF2B5EF4-FFF2-40B4-BE49-F238E27FC236}">
                  <a16:creationId xmlns:a16="http://schemas.microsoft.com/office/drawing/2014/main" id="{9D1C678B-539F-165C-990F-0036B71AA499}"/>
                </a:ext>
              </a:extLst>
            </p:cNvPr>
            <p:cNvSpPr/>
            <p:nvPr/>
          </p:nvSpPr>
          <p:spPr>
            <a:xfrm>
              <a:off x="5167793" y="369876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9" name="Oval 2168">
              <a:extLst>
                <a:ext uri="{FF2B5EF4-FFF2-40B4-BE49-F238E27FC236}">
                  <a16:creationId xmlns:a16="http://schemas.microsoft.com/office/drawing/2014/main" id="{6300EE77-6841-69A6-C922-21E36F4AB0F9}"/>
                </a:ext>
              </a:extLst>
            </p:cNvPr>
            <p:cNvSpPr/>
            <p:nvPr/>
          </p:nvSpPr>
          <p:spPr>
            <a:xfrm>
              <a:off x="4555077" y="457008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0" name="Oval 2169">
              <a:extLst>
                <a:ext uri="{FF2B5EF4-FFF2-40B4-BE49-F238E27FC236}">
                  <a16:creationId xmlns:a16="http://schemas.microsoft.com/office/drawing/2014/main" id="{D0969D58-E3A4-3BC3-5A4B-8004424E494F}"/>
                </a:ext>
              </a:extLst>
            </p:cNvPr>
            <p:cNvSpPr/>
            <p:nvPr/>
          </p:nvSpPr>
          <p:spPr>
            <a:xfrm>
              <a:off x="4440861" y="469927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1" name="Oval 2170">
              <a:extLst>
                <a:ext uri="{FF2B5EF4-FFF2-40B4-BE49-F238E27FC236}">
                  <a16:creationId xmlns:a16="http://schemas.microsoft.com/office/drawing/2014/main" id="{AA825D06-EB27-E844-0BA1-3F4A34A8427F}"/>
                </a:ext>
              </a:extLst>
            </p:cNvPr>
            <p:cNvSpPr/>
            <p:nvPr/>
          </p:nvSpPr>
          <p:spPr>
            <a:xfrm>
              <a:off x="5034461" y="394229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2" name="Oval 2171">
              <a:extLst>
                <a:ext uri="{FF2B5EF4-FFF2-40B4-BE49-F238E27FC236}">
                  <a16:creationId xmlns:a16="http://schemas.microsoft.com/office/drawing/2014/main" id="{76B9DB89-A5B4-C607-E7F4-CE033733A5B6}"/>
                </a:ext>
              </a:extLst>
            </p:cNvPr>
            <p:cNvSpPr/>
            <p:nvPr/>
          </p:nvSpPr>
          <p:spPr>
            <a:xfrm>
              <a:off x="5001400" y="408427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3" name="Oval 2172">
              <a:extLst>
                <a:ext uri="{FF2B5EF4-FFF2-40B4-BE49-F238E27FC236}">
                  <a16:creationId xmlns:a16="http://schemas.microsoft.com/office/drawing/2014/main" id="{9D402EB5-25BE-EDBE-73B0-67B89C266EF8}"/>
                </a:ext>
              </a:extLst>
            </p:cNvPr>
            <p:cNvSpPr/>
            <p:nvPr/>
          </p:nvSpPr>
          <p:spPr>
            <a:xfrm>
              <a:off x="5177391" y="399380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4" name="Oval 2173">
              <a:extLst>
                <a:ext uri="{FF2B5EF4-FFF2-40B4-BE49-F238E27FC236}">
                  <a16:creationId xmlns:a16="http://schemas.microsoft.com/office/drawing/2014/main" id="{F0A3E356-5348-0652-A78D-5919D3D3C05C}"/>
                </a:ext>
              </a:extLst>
            </p:cNvPr>
            <p:cNvSpPr/>
            <p:nvPr/>
          </p:nvSpPr>
          <p:spPr>
            <a:xfrm>
              <a:off x="4609478" y="443282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5" name="Oval 2174">
              <a:extLst>
                <a:ext uri="{FF2B5EF4-FFF2-40B4-BE49-F238E27FC236}">
                  <a16:creationId xmlns:a16="http://schemas.microsoft.com/office/drawing/2014/main" id="{C8DF3531-4C2B-AC1E-068A-1A916DE94751}"/>
                </a:ext>
              </a:extLst>
            </p:cNvPr>
            <p:cNvSpPr/>
            <p:nvPr/>
          </p:nvSpPr>
          <p:spPr>
            <a:xfrm>
              <a:off x="4470119" y="466529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6" name="Oval 2175">
              <a:extLst>
                <a:ext uri="{FF2B5EF4-FFF2-40B4-BE49-F238E27FC236}">
                  <a16:creationId xmlns:a16="http://schemas.microsoft.com/office/drawing/2014/main" id="{71D76A54-5527-8974-14AB-4CC16D9DFBA0}"/>
                </a:ext>
              </a:extLst>
            </p:cNvPr>
            <p:cNvSpPr/>
            <p:nvPr/>
          </p:nvSpPr>
          <p:spPr>
            <a:xfrm>
              <a:off x="4784724" y="415187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7" name="Oval 2176">
              <a:extLst>
                <a:ext uri="{FF2B5EF4-FFF2-40B4-BE49-F238E27FC236}">
                  <a16:creationId xmlns:a16="http://schemas.microsoft.com/office/drawing/2014/main" id="{01ED2B7E-8B6D-0B62-3EA1-74012FE680E7}"/>
                </a:ext>
              </a:extLst>
            </p:cNvPr>
            <p:cNvSpPr/>
            <p:nvPr/>
          </p:nvSpPr>
          <p:spPr>
            <a:xfrm>
              <a:off x="4411306" y="474556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8" name="Oval 2177">
              <a:extLst>
                <a:ext uri="{FF2B5EF4-FFF2-40B4-BE49-F238E27FC236}">
                  <a16:creationId xmlns:a16="http://schemas.microsoft.com/office/drawing/2014/main" id="{AEFB1C90-DDC7-7640-1C6F-F0A50225BD33}"/>
                </a:ext>
              </a:extLst>
            </p:cNvPr>
            <p:cNvSpPr/>
            <p:nvPr/>
          </p:nvSpPr>
          <p:spPr>
            <a:xfrm>
              <a:off x="4594035" y="44571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9" name="Oval 2178">
              <a:extLst>
                <a:ext uri="{FF2B5EF4-FFF2-40B4-BE49-F238E27FC236}">
                  <a16:creationId xmlns:a16="http://schemas.microsoft.com/office/drawing/2014/main" id="{8EC0E988-DE72-9CC1-7FFA-90DD2A716C13}"/>
                </a:ext>
              </a:extLst>
            </p:cNvPr>
            <p:cNvSpPr/>
            <p:nvPr/>
          </p:nvSpPr>
          <p:spPr>
            <a:xfrm>
              <a:off x="5003183" y="40525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0" name="Oval 2179">
              <a:extLst>
                <a:ext uri="{FF2B5EF4-FFF2-40B4-BE49-F238E27FC236}">
                  <a16:creationId xmlns:a16="http://schemas.microsoft.com/office/drawing/2014/main" id="{CB6660D6-45B8-D929-34E2-558ED8A6A25A}"/>
                </a:ext>
              </a:extLst>
            </p:cNvPr>
            <p:cNvSpPr/>
            <p:nvPr/>
          </p:nvSpPr>
          <p:spPr>
            <a:xfrm>
              <a:off x="4449483" y="469894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1" name="Oval 2180">
              <a:extLst>
                <a:ext uri="{FF2B5EF4-FFF2-40B4-BE49-F238E27FC236}">
                  <a16:creationId xmlns:a16="http://schemas.microsoft.com/office/drawing/2014/main" id="{3B57F74D-3CD7-4408-6185-5CB2732A0C32}"/>
                </a:ext>
              </a:extLst>
            </p:cNvPr>
            <p:cNvSpPr/>
            <p:nvPr/>
          </p:nvSpPr>
          <p:spPr>
            <a:xfrm>
              <a:off x="4485165" y="46362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2" name="Oval 2181">
              <a:extLst>
                <a:ext uri="{FF2B5EF4-FFF2-40B4-BE49-F238E27FC236}">
                  <a16:creationId xmlns:a16="http://schemas.microsoft.com/office/drawing/2014/main" id="{0BF68BB4-562F-B010-C4FF-F87E4F8FF435}"/>
                </a:ext>
              </a:extLst>
            </p:cNvPr>
            <p:cNvSpPr/>
            <p:nvPr/>
          </p:nvSpPr>
          <p:spPr>
            <a:xfrm>
              <a:off x="4646097" y="433131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3" name="Oval 2182">
              <a:extLst>
                <a:ext uri="{FF2B5EF4-FFF2-40B4-BE49-F238E27FC236}">
                  <a16:creationId xmlns:a16="http://schemas.microsoft.com/office/drawing/2014/main" id="{A0288DCE-C10B-58E3-BA37-255F19756352}"/>
                </a:ext>
              </a:extLst>
            </p:cNvPr>
            <p:cNvSpPr/>
            <p:nvPr/>
          </p:nvSpPr>
          <p:spPr>
            <a:xfrm>
              <a:off x="4464573" y="468437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4" name="Oval 2183">
              <a:extLst>
                <a:ext uri="{FF2B5EF4-FFF2-40B4-BE49-F238E27FC236}">
                  <a16:creationId xmlns:a16="http://schemas.microsoft.com/office/drawing/2014/main" id="{B9446031-E50B-F82E-5C4D-BFDC22CE4421}"/>
                </a:ext>
              </a:extLst>
            </p:cNvPr>
            <p:cNvSpPr/>
            <p:nvPr/>
          </p:nvSpPr>
          <p:spPr>
            <a:xfrm>
              <a:off x="4436522" y="471241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5" name="Oval 2184">
              <a:extLst>
                <a:ext uri="{FF2B5EF4-FFF2-40B4-BE49-F238E27FC236}">
                  <a16:creationId xmlns:a16="http://schemas.microsoft.com/office/drawing/2014/main" id="{D84B5470-D3B1-CE4E-2B76-7FA32486666C}"/>
                </a:ext>
              </a:extLst>
            </p:cNvPr>
            <p:cNvSpPr/>
            <p:nvPr/>
          </p:nvSpPr>
          <p:spPr>
            <a:xfrm>
              <a:off x="4715591" y="42464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6" name="Oval 2185">
              <a:extLst>
                <a:ext uri="{FF2B5EF4-FFF2-40B4-BE49-F238E27FC236}">
                  <a16:creationId xmlns:a16="http://schemas.microsoft.com/office/drawing/2014/main" id="{2429639B-4EF5-B9E8-A5C2-ABE68E2F6303}"/>
                </a:ext>
              </a:extLst>
            </p:cNvPr>
            <p:cNvSpPr/>
            <p:nvPr/>
          </p:nvSpPr>
          <p:spPr>
            <a:xfrm>
              <a:off x="4564731" y="445104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7" name="Oval 2186">
              <a:extLst>
                <a:ext uri="{FF2B5EF4-FFF2-40B4-BE49-F238E27FC236}">
                  <a16:creationId xmlns:a16="http://schemas.microsoft.com/office/drawing/2014/main" id="{80027164-2558-25A3-A1AD-64407479C607}"/>
                </a:ext>
              </a:extLst>
            </p:cNvPr>
            <p:cNvSpPr/>
            <p:nvPr/>
          </p:nvSpPr>
          <p:spPr>
            <a:xfrm>
              <a:off x="4459050" y="467589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8" name="Oval 2187">
              <a:extLst>
                <a:ext uri="{FF2B5EF4-FFF2-40B4-BE49-F238E27FC236}">
                  <a16:creationId xmlns:a16="http://schemas.microsoft.com/office/drawing/2014/main" id="{1FCDE01C-8B61-58C1-E350-93C3DB1ACAA9}"/>
                </a:ext>
              </a:extLst>
            </p:cNvPr>
            <p:cNvSpPr/>
            <p:nvPr/>
          </p:nvSpPr>
          <p:spPr>
            <a:xfrm>
              <a:off x="4448275" y="469335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9" name="Oval 2188">
              <a:extLst>
                <a:ext uri="{FF2B5EF4-FFF2-40B4-BE49-F238E27FC236}">
                  <a16:creationId xmlns:a16="http://schemas.microsoft.com/office/drawing/2014/main" id="{7C4A4166-5D84-E06E-FAAF-E37A4C3A2509}"/>
                </a:ext>
              </a:extLst>
            </p:cNvPr>
            <p:cNvSpPr/>
            <p:nvPr/>
          </p:nvSpPr>
          <p:spPr>
            <a:xfrm>
              <a:off x="4523447" y="453722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93" name="TextBox 2192">
                <a:extLst>
                  <a:ext uri="{FF2B5EF4-FFF2-40B4-BE49-F238E27FC236}">
                    <a16:creationId xmlns:a16="http://schemas.microsoft.com/office/drawing/2014/main" id="{59EE9AB8-E5CA-25D3-CE8D-8C283F81417C}"/>
                  </a:ext>
                </a:extLst>
              </p:cNvPr>
              <p:cNvSpPr txBox="1"/>
              <p:nvPr/>
            </p:nvSpPr>
            <p:spPr bwMode="gray">
              <a:xfrm rot="16200000">
                <a:off x="-221624" y="1991351"/>
                <a:ext cx="927589" cy="233208"/>
              </a:xfrm>
              <a:prstGeom prst="round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=10,000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193" name="TextBox 2192">
                <a:extLst>
                  <a:ext uri="{FF2B5EF4-FFF2-40B4-BE49-F238E27FC236}">
                    <a16:creationId xmlns:a16="http://schemas.microsoft.com/office/drawing/2014/main" id="{59EE9AB8-E5CA-25D3-CE8D-8C283F814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6200000">
                <a:off x="-221624" y="1991351"/>
                <a:ext cx="927589" cy="233208"/>
              </a:xfrm>
              <a:prstGeom prst="roundRect">
                <a:avLst/>
              </a:prstGeom>
              <a:blipFill>
                <a:blip r:embed="rId3"/>
                <a:stretch>
                  <a:fillRect l="-10526" t="-2703" r="-263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94" name="TextBox 2193">
                <a:extLst>
                  <a:ext uri="{FF2B5EF4-FFF2-40B4-BE49-F238E27FC236}">
                    <a16:creationId xmlns:a16="http://schemas.microsoft.com/office/drawing/2014/main" id="{CAF0431B-9E96-3376-E54C-4420A5B4F33A}"/>
                  </a:ext>
                </a:extLst>
              </p:cNvPr>
              <p:cNvSpPr txBox="1"/>
              <p:nvPr/>
            </p:nvSpPr>
            <p:spPr bwMode="gray">
              <a:xfrm rot="16200000">
                <a:off x="-221624" y="3903425"/>
                <a:ext cx="927589" cy="233208"/>
              </a:xfrm>
              <a:prstGeom prst="round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=100,000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194" name="TextBox 2193">
                <a:extLst>
                  <a:ext uri="{FF2B5EF4-FFF2-40B4-BE49-F238E27FC236}">
                    <a16:creationId xmlns:a16="http://schemas.microsoft.com/office/drawing/2014/main" id="{CAF0431B-9E96-3376-E54C-4420A5B4F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6200000">
                <a:off x="-221624" y="3903425"/>
                <a:ext cx="927589" cy="233208"/>
              </a:xfrm>
              <a:prstGeom prst="roundRect">
                <a:avLst/>
              </a:prstGeom>
              <a:blipFill>
                <a:blip r:embed="rId4"/>
                <a:stretch>
                  <a:fillRect l="-10526" t="-5333" r="-26316" b="-2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8CC2BEEB-F13F-B7D8-80E2-E0AA9C3F1A45}"/>
              </a:ext>
            </a:extLst>
          </p:cNvPr>
          <p:cNvCxnSpPr>
            <a:cxnSpLocks/>
            <a:stCxn id="807" idx="1"/>
          </p:cNvCxnSpPr>
          <p:nvPr/>
        </p:nvCxnSpPr>
        <p:spPr bwMode="gray">
          <a:xfrm flipH="1">
            <a:off x="2563258" y="1376792"/>
            <a:ext cx="749318" cy="22065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7" name="TextBox 806">
            <a:extLst>
              <a:ext uri="{FF2B5EF4-FFF2-40B4-BE49-F238E27FC236}">
                <a16:creationId xmlns:a16="http://schemas.microsoft.com/office/drawing/2014/main" id="{9E66C1A4-32B3-6871-A360-A1EF53043DD6}"/>
              </a:ext>
            </a:extLst>
          </p:cNvPr>
          <p:cNvSpPr txBox="1"/>
          <p:nvPr/>
        </p:nvSpPr>
        <p:spPr bwMode="gray">
          <a:xfrm>
            <a:off x="3312576" y="1109424"/>
            <a:ext cx="774853" cy="53473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Model infers the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correct small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</a:t>
            </a:r>
          </a:p>
        </p:txBody>
      </p:sp>
      <p:cxnSp>
        <p:nvCxnSpPr>
          <p:cNvPr id="808" name="Straight Arrow Connector 807">
            <a:extLst>
              <a:ext uri="{FF2B5EF4-FFF2-40B4-BE49-F238E27FC236}">
                <a16:creationId xmlns:a16="http://schemas.microsoft.com/office/drawing/2014/main" id="{8FAB74E5-3595-D3EA-7D83-D9E3F52A9909}"/>
              </a:ext>
            </a:extLst>
          </p:cNvPr>
          <p:cNvCxnSpPr>
            <a:cxnSpLocks/>
            <a:stCxn id="813" idx="1"/>
          </p:cNvCxnSpPr>
          <p:nvPr/>
        </p:nvCxnSpPr>
        <p:spPr bwMode="gray">
          <a:xfrm flipH="1">
            <a:off x="5562600" y="2059572"/>
            <a:ext cx="1963031" cy="179106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3" name="TextBox 812">
            <a:extLst>
              <a:ext uri="{FF2B5EF4-FFF2-40B4-BE49-F238E27FC236}">
                <a16:creationId xmlns:a16="http://schemas.microsoft.com/office/drawing/2014/main" id="{7997F112-0239-B401-EF80-1086E360228E}"/>
              </a:ext>
            </a:extLst>
          </p:cNvPr>
          <p:cNvSpPr txBox="1"/>
          <p:nvPr/>
        </p:nvSpPr>
        <p:spPr bwMode="gray">
          <a:xfrm>
            <a:off x="7525631" y="1731544"/>
            <a:ext cx="1109523" cy="65605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Belief distribution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over the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precisions converges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true value</a:t>
            </a:r>
          </a:p>
        </p:txBody>
      </p:sp>
      <p:cxnSp>
        <p:nvCxnSpPr>
          <p:cNvPr id="819" name="Straight Arrow Connector 818">
            <a:extLst>
              <a:ext uri="{FF2B5EF4-FFF2-40B4-BE49-F238E27FC236}">
                <a16:creationId xmlns:a16="http://schemas.microsoft.com/office/drawing/2014/main" id="{AB193268-11D2-23B3-8CAE-0C877C198877}"/>
              </a:ext>
            </a:extLst>
          </p:cNvPr>
          <p:cNvCxnSpPr>
            <a:cxnSpLocks/>
            <a:stCxn id="813" idx="1"/>
          </p:cNvCxnSpPr>
          <p:nvPr/>
        </p:nvCxnSpPr>
        <p:spPr bwMode="gray">
          <a:xfrm flipH="1" flipV="1">
            <a:off x="5648960" y="1691640"/>
            <a:ext cx="1876671" cy="3679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86870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8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2" dur="500"/>
                                        <p:tgtEl>
                                          <p:spTgt spid="1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0" dur="500"/>
                                        <p:tgtEl>
                                          <p:spTgt spid="1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8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6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16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6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6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4" dur="500"/>
                                        <p:tgtEl>
                                          <p:spTgt spid="16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1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9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1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1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2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2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2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9" dur="500"/>
                                        <p:tgtEl>
                                          <p:spTgt spid="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7" grpId="0" animBg="1"/>
      <p:bldP spid="829" grpId="0" animBg="1"/>
      <p:bldP spid="1246" grpId="0" animBg="1"/>
      <p:bldP spid="1248" grpId="0" animBg="1"/>
      <p:bldP spid="2193" grpId="0"/>
      <p:bldP spid="2194" grpId="0"/>
      <p:bldP spid="807" grpId="0"/>
      <p:bldP spid="8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x-none" b="1" dirty="0"/>
              <a:t>Minimizing Reverse KL-Divergence via ELBO</a:t>
            </a:r>
          </a:p>
          <a:p>
            <a:pPr marL="611187" lvl="1" indent="-342900"/>
            <a:r>
              <a:rPr lang="en-US" altLang="x-none" sz="1200" dirty="0"/>
              <a:t>Minimizing the KL-divergence via expected sufficient statistic matching on the marginal can generate invalid message</a:t>
            </a:r>
          </a:p>
          <a:p>
            <a:pPr marL="611187" lvl="1" indent="-342900"/>
            <a:r>
              <a:rPr lang="en-US" altLang="x-none" sz="1200" dirty="0"/>
              <a:t>One alternative is to minimize the </a:t>
            </a:r>
            <a:r>
              <a:rPr lang="en-US" altLang="x-none" sz="1200" i="1" dirty="0"/>
              <a:t>reverse</a:t>
            </a:r>
            <a:r>
              <a:rPr lang="en-US" altLang="x-none" sz="1200" dirty="0"/>
              <a:t> KL divergence but there is no closed-form solution for the minimizer</a:t>
            </a:r>
          </a:p>
          <a:p>
            <a:pPr marL="611187" lvl="1" indent="-342900"/>
            <a:r>
              <a:rPr lang="en-US" altLang="x-none" sz="1200" dirty="0"/>
              <a:t>The solution is obtained by iterating fixed-point equations until convergence</a:t>
            </a:r>
          </a:p>
          <a:p>
            <a:pPr marL="342900" indent="-342900"/>
            <a:r>
              <a:rPr lang="en-US" altLang="x-none" b="1" dirty="0"/>
              <a:t>Variational Inference for Gaussian Factors</a:t>
            </a:r>
          </a:p>
          <a:p>
            <a:pPr marL="611187" lvl="1" indent="-342900"/>
            <a:r>
              <a:rPr lang="en-US" altLang="x-none" sz="1200" dirty="0"/>
              <a:t>One of the most prominent examples where variational message passing works if the Gaussian density when the precision (i.e., inverse variance) has a Gamma distribution</a:t>
            </a:r>
          </a:p>
          <a:p>
            <a:pPr marL="611187" lvl="1" indent="-342900"/>
            <a:r>
              <a:rPr lang="en-US" altLang="x-none" sz="1200" dirty="0"/>
              <a:t>Variational message passing leads to an underestimate of the variance!</a:t>
            </a:r>
          </a:p>
          <a:p>
            <a:pPr marL="342900" indent="-342900"/>
            <a:r>
              <a:rPr lang="en-US" altLang="x-none" b="1" dirty="0"/>
              <a:t>Robust Bayesian Regression and Ranking</a:t>
            </a:r>
          </a:p>
          <a:p>
            <a:pPr marL="611187" lvl="1" indent="-342900"/>
            <a:r>
              <a:rPr lang="en-US" altLang="x-none" sz="1200" dirty="0"/>
              <a:t>Bayesian regression with Gamma-distributed precision </a:t>
            </a:r>
            <a:r>
              <a:rPr lang="en-US" altLang="x-none" sz="1200" i="1" dirty="0"/>
              <a:t>per observation</a:t>
            </a:r>
            <a:r>
              <a:rPr lang="en-US" altLang="x-none" sz="1200" dirty="0"/>
              <a:t> becomes robust to outliers</a:t>
            </a:r>
          </a:p>
          <a:p>
            <a:pPr marL="611187" lvl="1" indent="-342900"/>
            <a:r>
              <a:rPr lang="en-US" altLang="x-none" sz="1200" dirty="0"/>
              <a:t>TrueSkill can also be extended with variable performance precision </a:t>
            </a:r>
            <a:r>
              <a:rPr lang="en-US" altLang="x-none" sz="1200" i="1" dirty="0"/>
              <a:t>per match</a:t>
            </a:r>
            <a:r>
              <a:rPr lang="en-US" altLang="x-none" sz="1200" dirty="0"/>
              <a:t> or </a:t>
            </a:r>
            <a:r>
              <a:rPr lang="en-US" altLang="x-none" sz="1200" i="1" dirty="0"/>
              <a:t>per player</a:t>
            </a:r>
            <a:r>
              <a:rPr lang="en-US" altLang="x-none" sz="1200" dirty="0"/>
              <a:t>. These algorithms are more robust (and have not yet been published!)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961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10410</TotalTime>
  <Words>2524</Words>
  <Application>Microsoft Macintosh PowerPoint</Application>
  <PresentationFormat>On-screen Show (16:9)</PresentationFormat>
  <Paragraphs>568</Paragraphs>
  <Slides>30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Cambria Math</vt:lpstr>
      <vt:lpstr>Open Sans</vt:lpstr>
      <vt:lpstr>Verdana</vt:lpstr>
      <vt:lpstr>TEMPLATE DEF Faculty v2022</vt:lpstr>
      <vt:lpstr>Advanced Probabilistic Machine Learning</vt:lpstr>
      <vt:lpstr>Overview</vt:lpstr>
      <vt:lpstr>Motivation: Mixture Models</vt:lpstr>
      <vt:lpstr>Motivation: Mixture Models (ctd)</vt:lpstr>
      <vt:lpstr>Overview</vt:lpstr>
      <vt:lpstr>Recall: α-Divergence</vt:lpstr>
      <vt:lpstr>α=0: Reverse KL Divergence</vt:lpstr>
      <vt:lpstr>Evidence Lower Bound (ELBO)</vt:lpstr>
      <vt:lpstr>Evidence Lower Bound (ELBO): Example</vt:lpstr>
      <vt:lpstr>ELBO for Factorizing Distributions</vt:lpstr>
      <vt:lpstr>Maximizing ELBO for Factorizing Distributions</vt:lpstr>
      <vt:lpstr>Variational Inference for Exponential Family</vt:lpstr>
      <vt:lpstr>Overview</vt:lpstr>
      <vt:lpstr>Gaussian Mean Factor: Joint Distribution</vt:lpstr>
      <vt:lpstr>Gaussian Mean Factor: Variational Approximation</vt:lpstr>
      <vt:lpstr>Gaussian Mean Factor: Examples</vt:lpstr>
      <vt:lpstr>Gaussian Factor with Variable Precision</vt:lpstr>
      <vt:lpstr>Gaussian Factor with Variable Precision: Examples</vt:lpstr>
      <vt:lpstr>Gaussian Mean Factor with Variable Precision</vt:lpstr>
      <vt:lpstr>Gaussian Factor with Variable Precision: Examples</vt:lpstr>
      <vt:lpstr>Overview</vt:lpstr>
      <vt:lpstr>Robust Bayesian Regression</vt:lpstr>
      <vt:lpstr>Robust Bayesian Regression: Warm-Up</vt:lpstr>
      <vt:lpstr>Robust Bayesian Regression</vt:lpstr>
      <vt:lpstr>Robust Bayesian Ranking</vt:lpstr>
      <vt:lpstr>Robust Bayesian Ranking: Example</vt:lpstr>
      <vt:lpstr>Robust Ranking: Modelling Performance Precisions</vt:lpstr>
      <vt:lpstr>Robust Bayesian Ranking: Per-Player Precision Example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193</cp:revision>
  <cp:lastPrinted>2025-04-06T11:17:38Z</cp:lastPrinted>
  <dcterms:created xsi:type="dcterms:W3CDTF">2022-08-10T08:10:37Z</dcterms:created>
  <dcterms:modified xsi:type="dcterms:W3CDTF">2025-12-08T12:33:46Z</dcterms:modified>
</cp:coreProperties>
</file>